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4"/>
    <p:sldMasterId id="214748368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Anaheim"/>
      <p:regular r:id="rId72"/>
      <p:bold r:id="rId73"/>
    </p:embeddedFont>
    <p:embeddedFont>
      <p:font typeface="Bebas Neue"/>
      <p:regular r:id="rId74"/>
    </p:embeddedFont>
    <p:embeddedFont>
      <p:font typeface="Syne"/>
      <p:regular r:id="rId75"/>
      <p:bold r:id="rId76"/>
    </p:embeddedFont>
    <p:embeddedFont>
      <p:font typeface="Syne SemiBold"/>
      <p:regular r:id="rId77"/>
      <p:bold r:id="rId78"/>
    </p:embeddedFont>
    <p:embeddedFont>
      <p:font typeface="PT Sans"/>
      <p:regular r:id="rId79"/>
      <p:bold r:id="rId80"/>
      <p:italic r:id="rId81"/>
      <p:boldItalic r:id="rId82"/>
    </p:embeddedFont>
    <p:embeddedFont>
      <p:font typeface="Syne Medium"/>
      <p:regular r:id="rId83"/>
      <p:bold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CB66DE6-2713-4400-8B04-927178BF6966}">
  <a:tblStyle styleId="{0CB66DE6-2713-4400-8B04-927178BF696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C79DA9CF-9FBD-4B9A-8B11-8F6C99BCD163}"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SyneMedium-bold.fntdata"/><Relationship Id="rId83" Type="http://schemas.openxmlformats.org/officeDocument/2006/relationships/font" Target="fonts/SyneMedium-regular.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TSans-bold.fntdata"/><Relationship Id="rId82" Type="http://schemas.openxmlformats.org/officeDocument/2006/relationships/font" Target="fonts/PTSans-boldItalic.fntdata"/><Relationship Id="rId81" Type="http://schemas.openxmlformats.org/officeDocument/2006/relationships/font" Target="fonts/PTSans-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bold.fntdata"/><Relationship Id="rId72" Type="http://schemas.openxmlformats.org/officeDocument/2006/relationships/font" Target="fonts/Anaheim-regular.fntdata"/><Relationship Id="rId31" Type="http://schemas.openxmlformats.org/officeDocument/2006/relationships/slide" Target="slides/slide25.xml"/><Relationship Id="rId75" Type="http://schemas.openxmlformats.org/officeDocument/2006/relationships/font" Target="fonts/Syne-regular.fntdata"/><Relationship Id="rId30" Type="http://schemas.openxmlformats.org/officeDocument/2006/relationships/slide" Target="slides/slide24.xml"/><Relationship Id="rId74" Type="http://schemas.openxmlformats.org/officeDocument/2006/relationships/font" Target="fonts/BebasNeue-regular.fntdata"/><Relationship Id="rId33" Type="http://schemas.openxmlformats.org/officeDocument/2006/relationships/slide" Target="slides/slide27.xml"/><Relationship Id="rId77" Type="http://schemas.openxmlformats.org/officeDocument/2006/relationships/font" Target="fonts/SyneSemiBold-regular.fntdata"/><Relationship Id="rId32" Type="http://schemas.openxmlformats.org/officeDocument/2006/relationships/slide" Target="slides/slide26.xml"/><Relationship Id="rId76" Type="http://schemas.openxmlformats.org/officeDocument/2006/relationships/font" Target="fonts/Syne-bold.fntdata"/><Relationship Id="rId35" Type="http://schemas.openxmlformats.org/officeDocument/2006/relationships/slide" Target="slides/slide29.xml"/><Relationship Id="rId79" Type="http://schemas.openxmlformats.org/officeDocument/2006/relationships/font" Target="fonts/PTSans-regular.fntdata"/><Relationship Id="rId34" Type="http://schemas.openxmlformats.org/officeDocument/2006/relationships/slide" Target="slides/slide28.xml"/><Relationship Id="rId78" Type="http://schemas.openxmlformats.org/officeDocument/2006/relationships/font" Target="fonts/SyneSemiBold-bold.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2524792d2f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2524792d2f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 name="Shape 1071"/>
        <p:cNvGrpSpPr/>
        <p:nvPr/>
      </p:nvGrpSpPr>
      <p:grpSpPr>
        <a:xfrm>
          <a:off x="0" y="0"/>
          <a:ext cx="0" cy="0"/>
          <a:chOff x="0" y="0"/>
          <a:chExt cx="0" cy="0"/>
        </a:xfrm>
      </p:grpSpPr>
      <p:sp>
        <p:nvSpPr>
          <p:cNvPr id="1072" name="Google Shape;107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 name="Google Shape;107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0" name="Shape 1080"/>
        <p:cNvGrpSpPr/>
        <p:nvPr/>
      </p:nvGrpSpPr>
      <p:grpSpPr>
        <a:xfrm>
          <a:off x="0" y="0"/>
          <a:ext cx="0" cy="0"/>
          <a:chOff x="0" y="0"/>
          <a:chExt cx="0" cy="0"/>
        </a:xfrm>
      </p:grpSpPr>
      <p:sp>
        <p:nvSpPr>
          <p:cNvPr id="1081" name="Google Shape;1081;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 name="Google Shape;1082;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 name="Shape 1097"/>
        <p:cNvGrpSpPr/>
        <p:nvPr/>
      </p:nvGrpSpPr>
      <p:grpSpPr>
        <a:xfrm>
          <a:off x="0" y="0"/>
          <a:ext cx="0" cy="0"/>
          <a:chOff x="0" y="0"/>
          <a:chExt cx="0" cy="0"/>
        </a:xfrm>
      </p:grpSpPr>
      <p:sp>
        <p:nvSpPr>
          <p:cNvPr id="1098" name="Google Shape;1098;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 name="Google Shape;1099;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2" name="Shape 1472"/>
        <p:cNvGrpSpPr/>
        <p:nvPr/>
      </p:nvGrpSpPr>
      <p:grpSpPr>
        <a:xfrm>
          <a:off x="0" y="0"/>
          <a:ext cx="0" cy="0"/>
          <a:chOff x="0" y="0"/>
          <a:chExt cx="0" cy="0"/>
        </a:xfrm>
      </p:grpSpPr>
      <p:sp>
        <p:nvSpPr>
          <p:cNvPr id="1473" name="Google Shape;1473;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4" name="Google Shape;1474;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7" name="Shape 2157"/>
        <p:cNvGrpSpPr/>
        <p:nvPr/>
      </p:nvGrpSpPr>
      <p:grpSpPr>
        <a:xfrm>
          <a:off x="0" y="0"/>
          <a:ext cx="0" cy="0"/>
          <a:chOff x="0" y="0"/>
          <a:chExt cx="0" cy="0"/>
        </a:xfrm>
      </p:grpSpPr>
      <p:sp>
        <p:nvSpPr>
          <p:cNvPr id="2158" name="Google Shape;2158;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9" name="Google Shape;2159;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4" name="Shape 2164"/>
        <p:cNvGrpSpPr/>
        <p:nvPr/>
      </p:nvGrpSpPr>
      <p:grpSpPr>
        <a:xfrm>
          <a:off x="0" y="0"/>
          <a:ext cx="0" cy="0"/>
          <a:chOff x="0" y="0"/>
          <a:chExt cx="0" cy="0"/>
        </a:xfrm>
      </p:grpSpPr>
      <p:sp>
        <p:nvSpPr>
          <p:cNvPr id="2165" name="Google Shape;2165;g25296cfd2be_0_2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6" name="Google Shape;2166;g25296cfd2be_0_2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8" name="Shape 2178"/>
        <p:cNvGrpSpPr/>
        <p:nvPr/>
      </p:nvGrpSpPr>
      <p:grpSpPr>
        <a:xfrm>
          <a:off x="0" y="0"/>
          <a:ext cx="0" cy="0"/>
          <a:chOff x="0" y="0"/>
          <a:chExt cx="0" cy="0"/>
        </a:xfrm>
      </p:grpSpPr>
      <p:sp>
        <p:nvSpPr>
          <p:cNvPr id="2179" name="Google Shape;2179;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0" name="Google Shape;2180;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7" name="Shape 2187"/>
        <p:cNvGrpSpPr/>
        <p:nvPr/>
      </p:nvGrpSpPr>
      <p:grpSpPr>
        <a:xfrm>
          <a:off x="0" y="0"/>
          <a:ext cx="0" cy="0"/>
          <a:chOff x="0" y="0"/>
          <a:chExt cx="0" cy="0"/>
        </a:xfrm>
      </p:grpSpPr>
      <p:sp>
        <p:nvSpPr>
          <p:cNvPr id="2188" name="Google Shape;2188;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9" name="Google Shape;2189;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6" name="Shape 2196"/>
        <p:cNvGrpSpPr/>
        <p:nvPr/>
      </p:nvGrpSpPr>
      <p:grpSpPr>
        <a:xfrm>
          <a:off x="0" y="0"/>
          <a:ext cx="0" cy="0"/>
          <a:chOff x="0" y="0"/>
          <a:chExt cx="0" cy="0"/>
        </a:xfrm>
      </p:grpSpPr>
      <p:sp>
        <p:nvSpPr>
          <p:cNvPr id="2197" name="Google Shape;2197;g25296cfd2be_0_25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8" name="Google Shape;2198;g25296cfd2be_0_25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5" name="Shape 2205"/>
        <p:cNvGrpSpPr/>
        <p:nvPr/>
      </p:nvGrpSpPr>
      <p:grpSpPr>
        <a:xfrm>
          <a:off x="0" y="0"/>
          <a:ext cx="0" cy="0"/>
          <a:chOff x="0" y="0"/>
          <a:chExt cx="0" cy="0"/>
        </a:xfrm>
      </p:grpSpPr>
      <p:sp>
        <p:nvSpPr>
          <p:cNvPr id="2206" name="Google Shape;2206;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7" name="Google Shape;2207;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6" name="Shape 2216"/>
        <p:cNvGrpSpPr/>
        <p:nvPr/>
      </p:nvGrpSpPr>
      <p:grpSpPr>
        <a:xfrm>
          <a:off x="0" y="0"/>
          <a:ext cx="0" cy="0"/>
          <a:chOff x="0" y="0"/>
          <a:chExt cx="0" cy="0"/>
        </a:xfrm>
      </p:grpSpPr>
      <p:sp>
        <p:nvSpPr>
          <p:cNvPr id="2217" name="Google Shape;2217;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8" name="Google Shape;2218;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9" name="Shape 2229"/>
        <p:cNvGrpSpPr/>
        <p:nvPr/>
      </p:nvGrpSpPr>
      <p:grpSpPr>
        <a:xfrm>
          <a:off x="0" y="0"/>
          <a:ext cx="0" cy="0"/>
          <a:chOff x="0" y="0"/>
          <a:chExt cx="0" cy="0"/>
        </a:xfrm>
      </p:grpSpPr>
      <p:sp>
        <p:nvSpPr>
          <p:cNvPr id="2230" name="Google Shape;2230;g252a03d814b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1" name="Google Shape;2231;g252a03d814b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5" name="Shape 2245"/>
        <p:cNvGrpSpPr/>
        <p:nvPr/>
      </p:nvGrpSpPr>
      <p:grpSpPr>
        <a:xfrm>
          <a:off x="0" y="0"/>
          <a:ext cx="0" cy="0"/>
          <a:chOff x="0" y="0"/>
          <a:chExt cx="0" cy="0"/>
        </a:xfrm>
      </p:grpSpPr>
      <p:sp>
        <p:nvSpPr>
          <p:cNvPr id="2246" name="Google Shape;2246;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7" name="Google Shape;2247;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2" name="Shape 2262"/>
        <p:cNvGrpSpPr/>
        <p:nvPr/>
      </p:nvGrpSpPr>
      <p:grpSpPr>
        <a:xfrm>
          <a:off x="0" y="0"/>
          <a:ext cx="0" cy="0"/>
          <a:chOff x="0" y="0"/>
          <a:chExt cx="0" cy="0"/>
        </a:xfrm>
      </p:grpSpPr>
      <p:sp>
        <p:nvSpPr>
          <p:cNvPr id="2263" name="Google Shape;2263;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4" name="Google Shape;2264;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9" name="Shape 2639"/>
        <p:cNvGrpSpPr/>
        <p:nvPr/>
      </p:nvGrpSpPr>
      <p:grpSpPr>
        <a:xfrm>
          <a:off x="0" y="0"/>
          <a:ext cx="0" cy="0"/>
          <a:chOff x="0" y="0"/>
          <a:chExt cx="0" cy="0"/>
        </a:xfrm>
      </p:grpSpPr>
      <p:sp>
        <p:nvSpPr>
          <p:cNvPr id="2640" name="Google Shape;2640;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1" name="Google Shape;2641;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0" name="Shape 3320"/>
        <p:cNvGrpSpPr/>
        <p:nvPr/>
      </p:nvGrpSpPr>
      <p:grpSpPr>
        <a:xfrm>
          <a:off x="0" y="0"/>
          <a:ext cx="0" cy="0"/>
          <a:chOff x="0" y="0"/>
          <a:chExt cx="0" cy="0"/>
        </a:xfrm>
      </p:grpSpPr>
      <p:sp>
        <p:nvSpPr>
          <p:cNvPr id="3321" name="Google Shape;3321;g25296cfd2be_0_2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2" name="Google Shape;3322;g25296cfd2be_0_2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2" name="Shape 3342"/>
        <p:cNvGrpSpPr/>
        <p:nvPr/>
      </p:nvGrpSpPr>
      <p:grpSpPr>
        <a:xfrm>
          <a:off x="0" y="0"/>
          <a:ext cx="0" cy="0"/>
          <a:chOff x="0" y="0"/>
          <a:chExt cx="0" cy="0"/>
        </a:xfrm>
      </p:grpSpPr>
      <p:sp>
        <p:nvSpPr>
          <p:cNvPr id="3343" name="Google Shape;3343;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4" name="Google Shape;3344;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3" name="Shape 3353"/>
        <p:cNvGrpSpPr/>
        <p:nvPr/>
      </p:nvGrpSpPr>
      <p:grpSpPr>
        <a:xfrm>
          <a:off x="0" y="0"/>
          <a:ext cx="0" cy="0"/>
          <a:chOff x="0" y="0"/>
          <a:chExt cx="0" cy="0"/>
        </a:xfrm>
      </p:grpSpPr>
      <p:sp>
        <p:nvSpPr>
          <p:cNvPr id="3354" name="Google Shape;3354;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5" name="Google Shape;3355;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7" name="Shape 3727"/>
        <p:cNvGrpSpPr/>
        <p:nvPr/>
      </p:nvGrpSpPr>
      <p:grpSpPr>
        <a:xfrm>
          <a:off x="0" y="0"/>
          <a:ext cx="0" cy="0"/>
          <a:chOff x="0" y="0"/>
          <a:chExt cx="0" cy="0"/>
        </a:xfrm>
      </p:grpSpPr>
      <p:sp>
        <p:nvSpPr>
          <p:cNvPr id="3728" name="Google Shape;3728;g25286333550_0_20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9" name="Google Shape;3729;g25286333550_0_20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4" name="Google Shape;4414;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2" name="Shape 4422"/>
        <p:cNvGrpSpPr/>
        <p:nvPr/>
      </p:nvGrpSpPr>
      <p:grpSpPr>
        <a:xfrm>
          <a:off x="0" y="0"/>
          <a:ext cx="0" cy="0"/>
          <a:chOff x="0" y="0"/>
          <a:chExt cx="0" cy="0"/>
        </a:xfrm>
      </p:grpSpPr>
      <p:sp>
        <p:nvSpPr>
          <p:cNvPr id="4423" name="Google Shape;4423;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4" name="Google Shape;4424;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2" name="Shape 4432"/>
        <p:cNvGrpSpPr/>
        <p:nvPr/>
      </p:nvGrpSpPr>
      <p:grpSpPr>
        <a:xfrm>
          <a:off x="0" y="0"/>
          <a:ext cx="0" cy="0"/>
          <a:chOff x="0" y="0"/>
          <a:chExt cx="0" cy="0"/>
        </a:xfrm>
      </p:grpSpPr>
      <p:sp>
        <p:nvSpPr>
          <p:cNvPr id="4433" name="Google Shape;4433;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4" name="Google Shape;4434;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61" name="Shape 4461"/>
        <p:cNvGrpSpPr/>
        <p:nvPr/>
      </p:nvGrpSpPr>
      <p:grpSpPr>
        <a:xfrm>
          <a:off x="0" y="0"/>
          <a:ext cx="0" cy="0"/>
          <a:chOff x="0" y="0"/>
          <a:chExt cx="0" cy="0"/>
        </a:xfrm>
      </p:grpSpPr>
      <p:sp>
        <p:nvSpPr>
          <p:cNvPr id="4462" name="Google Shape;4462;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3" name="Google Shape;4463;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3" name="Shape 4473"/>
        <p:cNvGrpSpPr/>
        <p:nvPr/>
      </p:nvGrpSpPr>
      <p:grpSpPr>
        <a:xfrm>
          <a:off x="0" y="0"/>
          <a:ext cx="0" cy="0"/>
          <a:chOff x="0" y="0"/>
          <a:chExt cx="0" cy="0"/>
        </a:xfrm>
      </p:grpSpPr>
      <p:sp>
        <p:nvSpPr>
          <p:cNvPr id="4474" name="Google Shape;4474;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75" name="Google Shape;4475;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3" name="Shape 4483"/>
        <p:cNvGrpSpPr/>
        <p:nvPr/>
      </p:nvGrpSpPr>
      <p:grpSpPr>
        <a:xfrm>
          <a:off x="0" y="0"/>
          <a:ext cx="0" cy="0"/>
          <a:chOff x="0" y="0"/>
          <a:chExt cx="0" cy="0"/>
        </a:xfrm>
      </p:grpSpPr>
      <p:sp>
        <p:nvSpPr>
          <p:cNvPr id="4484" name="Google Shape;4484;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5" name="Google Shape;4485;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4" name="Shape 4494"/>
        <p:cNvGrpSpPr/>
        <p:nvPr/>
      </p:nvGrpSpPr>
      <p:grpSpPr>
        <a:xfrm>
          <a:off x="0" y="0"/>
          <a:ext cx="0" cy="0"/>
          <a:chOff x="0" y="0"/>
          <a:chExt cx="0" cy="0"/>
        </a:xfrm>
      </p:grpSpPr>
      <p:sp>
        <p:nvSpPr>
          <p:cNvPr id="4495" name="Google Shape;4495;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6" name="Google Shape;4496;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3" name="Shape 4563"/>
        <p:cNvGrpSpPr/>
        <p:nvPr/>
      </p:nvGrpSpPr>
      <p:grpSpPr>
        <a:xfrm>
          <a:off x="0" y="0"/>
          <a:ext cx="0" cy="0"/>
          <a:chOff x="0" y="0"/>
          <a:chExt cx="0" cy="0"/>
        </a:xfrm>
      </p:grpSpPr>
      <p:sp>
        <p:nvSpPr>
          <p:cNvPr id="4564" name="Google Shape;4564;g25296cfd2be_0_17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5" name="Google Shape;4565;g25296cfd2be_0_17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5" name="Shape 5245"/>
        <p:cNvGrpSpPr/>
        <p:nvPr/>
      </p:nvGrpSpPr>
      <p:grpSpPr>
        <a:xfrm>
          <a:off x="0" y="0"/>
          <a:ext cx="0" cy="0"/>
          <a:chOff x="0" y="0"/>
          <a:chExt cx="0" cy="0"/>
        </a:xfrm>
      </p:grpSpPr>
      <p:sp>
        <p:nvSpPr>
          <p:cNvPr id="5246" name="Google Shape;5246;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7" name="Google Shape;5247;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9" name="Shape 5269"/>
        <p:cNvGrpSpPr/>
        <p:nvPr/>
      </p:nvGrpSpPr>
      <p:grpSpPr>
        <a:xfrm>
          <a:off x="0" y="0"/>
          <a:ext cx="0" cy="0"/>
          <a:chOff x="0" y="0"/>
          <a:chExt cx="0" cy="0"/>
        </a:xfrm>
      </p:grpSpPr>
      <p:sp>
        <p:nvSpPr>
          <p:cNvPr id="5270" name="Google Shape;5270;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1" name="Google Shape;5271;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0" name="Shape 5290"/>
        <p:cNvGrpSpPr/>
        <p:nvPr/>
      </p:nvGrpSpPr>
      <p:grpSpPr>
        <a:xfrm>
          <a:off x="0" y="0"/>
          <a:ext cx="0" cy="0"/>
          <a:chOff x="0" y="0"/>
          <a:chExt cx="0" cy="0"/>
        </a:xfrm>
      </p:grpSpPr>
      <p:sp>
        <p:nvSpPr>
          <p:cNvPr id="5291" name="Google Shape;5291;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2" name="Google Shape;5292;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6" name="Shape 5296"/>
        <p:cNvGrpSpPr/>
        <p:nvPr/>
      </p:nvGrpSpPr>
      <p:grpSpPr>
        <a:xfrm>
          <a:off x="0" y="0"/>
          <a:ext cx="0" cy="0"/>
          <a:chOff x="0" y="0"/>
          <a:chExt cx="0" cy="0"/>
        </a:xfrm>
      </p:grpSpPr>
      <p:sp>
        <p:nvSpPr>
          <p:cNvPr id="5297" name="Google Shape;5297;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8" name="Google Shape;5298;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5" name="Shape 5305"/>
        <p:cNvGrpSpPr/>
        <p:nvPr/>
      </p:nvGrpSpPr>
      <p:grpSpPr>
        <a:xfrm>
          <a:off x="0" y="0"/>
          <a:ext cx="0" cy="0"/>
          <a:chOff x="0" y="0"/>
          <a:chExt cx="0" cy="0"/>
        </a:xfrm>
      </p:grpSpPr>
      <p:sp>
        <p:nvSpPr>
          <p:cNvPr id="5306" name="Google Shape;5306;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7" name="Google Shape;5307;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0" name="Shape 5320"/>
        <p:cNvGrpSpPr/>
        <p:nvPr/>
      </p:nvGrpSpPr>
      <p:grpSpPr>
        <a:xfrm>
          <a:off x="0" y="0"/>
          <a:ext cx="0" cy="0"/>
          <a:chOff x="0" y="0"/>
          <a:chExt cx="0" cy="0"/>
        </a:xfrm>
      </p:grpSpPr>
      <p:sp>
        <p:nvSpPr>
          <p:cNvPr id="5321" name="Google Shape;5321;gd5260bdd85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2" name="Google Shape;5322;gd5260bdd85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6" name="Shape 5336"/>
        <p:cNvGrpSpPr/>
        <p:nvPr/>
      </p:nvGrpSpPr>
      <p:grpSpPr>
        <a:xfrm>
          <a:off x="0" y="0"/>
          <a:ext cx="0" cy="0"/>
          <a:chOff x="0" y="0"/>
          <a:chExt cx="0" cy="0"/>
        </a:xfrm>
      </p:grpSpPr>
      <p:sp>
        <p:nvSpPr>
          <p:cNvPr id="5337" name="Google Shape;533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8" name="Google Shape;533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2" name="Shape 5722"/>
        <p:cNvGrpSpPr/>
        <p:nvPr/>
      </p:nvGrpSpPr>
      <p:grpSpPr>
        <a:xfrm>
          <a:off x="0" y="0"/>
          <a:ext cx="0" cy="0"/>
          <a:chOff x="0" y="0"/>
          <a:chExt cx="0" cy="0"/>
        </a:xfrm>
      </p:grpSpPr>
      <p:sp>
        <p:nvSpPr>
          <p:cNvPr id="5723" name="Google Shape;5723;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4" name="Google Shape;5724;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7" name="Shape 6567"/>
        <p:cNvGrpSpPr/>
        <p:nvPr/>
      </p:nvGrpSpPr>
      <p:grpSpPr>
        <a:xfrm>
          <a:off x="0" y="0"/>
          <a:ext cx="0" cy="0"/>
          <a:chOff x="0" y="0"/>
          <a:chExt cx="0" cy="0"/>
        </a:xfrm>
      </p:grpSpPr>
      <p:sp>
        <p:nvSpPr>
          <p:cNvPr id="6568" name="Google Shape;6568;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9" name="Google Shape;6569;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5" name="Shape 6575"/>
        <p:cNvGrpSpPr/>
        <p:nvPr/>
      </p:nvGrpSpPr>
      <p:grpSpPr>
        <a:xfrm>
          <a:off x="0" y="0"/>
          <a:ext cx="0" cy="0"/>
          <a:chOff x="0" y="0"/>
          <a:chExt cx="0" cy="0"/>
        </a:xfrm>
      </p:grpSpPr>
      <p:sp>
        <p:nvSpPr>
          <p:cNvPr id="6576" name="Google Shape;6576;g252a03d814b_0_159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7" name="Google Shape;6577;g252a03d814b_0_159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g252a03d814b_0_159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3" name="Google Shape;6583;g252a03d814b_0_159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7" name="Shape 6587"/>
        <p:cNvGrpSpPr/>
        <p:nvPr/>
      </p:nvGrpSpPr>
      <p:grpSpPr>
        <a:xfrm>
          <a:off x="0" y="0"/>
          <a:ext cx="0" cy="0"/>
          <a:chOff x="0" y="0"/>
          <a:chExt cx="0" cy="0"/>
        </a:xfrm>
      </p:grpSpPr>
      <p:sp>
        <p:nvSpPr>
          <p:cNvPr id="6588" name="Google Shape;6588;g252a03d814b_0_159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9" name="Google Shape;6589;g252a03d814b_0_159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3" name="Shape 6603"/>
        <p:cNvGrpSpPr/>
        <p:nvPr/>
      </p:nvGrpSpPr>
      <p:grpSpPr>
        <a:xfrm>
          <a:off x="0" y="0"/>
          <a:ext cx="0" cy="0"/>
          <a:chOff x="0" y="0"/>
          <a:chExt cx="0" cy="0"/>
        </a:xfrm>
      </p:grpSpPr>
      <p:sp>
        <p:nvSpPr>
          <p:cNvPr id="6604" name="Google Shape;6604;g252a03d814b_0_159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5" name="Google Shape;6605;g252a03d814b_0_159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9" name="Shape 6619"/>
        <p:cNvGrpSpPr/>
        <p:nvPr/>
      </p:nvGrpSpPr>
      <p:grpSpPr>
        <a:xfrm>
          <a:off x="0" y="0"/>
          <a:ext cx="0" cy="0"/>
          <a:chOff x="0" y="0"/>
          <a:chExt cx="0" cy="0"/>
        </a:xfrm>
      </p:grpSpPr>
      <p:sp>
        <p:nvSpPr>
          <p:cNvPr id="6620" name="Google Shape;6620;g252a03d814b_0_16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1" name="Google Shape;6621;g252a03d814b_0_16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g252a03d814b_0_163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8" name="Google Shape;6958;g252a03d814b_0_163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70" name="Shape 12870"/>
        <p:cNvGrpSpPr/>
        <p:nvPr/>
      </p:nvGrpSpPr>
      <p:grpSpPr>
        <a:xfrm>
          <a:off x="0" y="0"/>
          <a:ext cx="0" cy="0"/>
          <a:chOff x="0" y="0"/>
          <a:chExt cx="0" cy="0"/>
        </a:xfrm>
      </p:grpSpPr>
      <p:sp>
        <p:nvSpPr>
          <p:cNvPr id="12871" name="Google Shape;12871;g252a03d814b_0_22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2" name="Google Shape;12872;g252a03d814b_0_22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97" name="Shape 13297"/>
        <p:cNvGrpSpPr/>
        <p:nvPr/>
      </p:nvGrpSpPr>
      <p:grpSpPr>
        <a:xfrm>
          <a:off x="0" y="0"/>
          <a:ext cx="0" cy="0"/>
          <a:chOff x="0" y="0"/>
          <a:chExt cx="0" cy="0"/>
        </a:xfrm>
      </p:grpSpPr>
      <p:sp>
        <p:nvSpPr>
          <p:cNvPr id="13298" name="Google Shape;13298;g252a03d814b_0_22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99" name="Google Shape;13299;g252a03d814b_0_22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60" name="Shape 13460"/>
        <p:cNvGrpSpPr/>
        <p:nvPr/>
      </p:nvGrpSpPr>
      <p:grpSpPr>
        <a:xfrm>
          <a:off x="0" y="0"/>
          <a:ext cx="0" cy="0"/>
          <a:chOff x="0" y="0"/>
          <a:chExt cx="0" cy="0"/>
        </a:xfrm>
      </p:grpSpPr>
      <p:sp>
        <p:nvSpPr>
          <p:cNvPr id="13461" name="Google Shape;13461;g252a03d814b_0_22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62" name="Google Shape;13462;g252a03d814b_0_22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2" name="Shape 13862"/>
        <p:cNvGrpSpPr/>
        <p:nvPr/>
      </p:nvGrpSpPr>
      <p:grpSpPr>
        <a:xfrm>
          <a:off x="0" y="0"/>
          <a:ext cx="0" cy="0"/>
          <a:chOff x="0" y="0"/>
          <a:chExt cx="0" cy="0"/>
        </a:xfrm>
      </p:grpSpPr>
      <p:sp>
        <p:nvSpPr>
          <p:cNvPr id="13863" name="Google Shape;13863;g252a03d814b_0_23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64" name="Google Shape;13864;g252a03d814b_0_23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33" name="Shape 14233"/>
        <p:cNvGrpSpPr/>
        <p:nvPr/>
      </p:nvGrpSpPr>
      <p:grpSpPr>
        <a:xfrm>
          <a:off x="0" y="0"/>
          <a:ext cx="0" cy="0"/>
          <a:chOff x="0" y="0"/>
          <a:chExt cx="0" cy="0"/>
        </a:xfrm>
      </p:grpSpPr>
      <p:sp>
        <p:nvSpPr>
          <p:cNvPr id="14234" name="Google Shape;14234;g252a03d814b_0_236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35" name="Google Shape;14235;g252a03d814b_0_236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15" name="Shape 14615"/>
        <p:cNvGrpSpPr/>
        <p:nvPr/>
      </p:nvGrpSpPr>
      <p:grpSpPr>
        <a:xfrm>
          <a:off x="0" y="0"/>
          <a:ext cx="0" cy="0"/>
          <a:chOff x="0" y="0"/>
          <a:chExt cx="0" cy="0"/>
        </a:xfrm>
      </p:grpSpPr>
      <p:sp>
        <p:nvSpPr>
          <p:cNvPr id="14616" name="Google Shape;14616;g252a03d814b_0_23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17" name="Google Shape;14617;g252a03d814b_0_23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46" name="Shape 15046"/>
        <p:cNvGrpSpPr/>
        <p:nvPr/>
      </p:nvGrpSpPr>
      <p:grpSpPr>
        <a:xfrm>
          <a:off x="0" y="0"/>
          <a:ext cx="0" cy="0"/>
          <a:chOff x="0" y="0"/>
          <a:chExt cx="0" cy="0"/>
        </a:xfrm>
      </p:grpSpPr>
      <p:sp>
        <p:nvSpPr>
          <p:cNvPr id="15047" name="Google Shape;15047;g252a03d814b_0_24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48" name="Google Shape;15048;g252a03d814b_0_24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9" name="Shape 15839"/>
        <p:cNvGrpSpPr/>
        <p:nvPr/>
      </p:nvGrpSpPr>
      <p:grpSpPr>
        <a:xfrm>
          <a:off x="0" y="0"/>
          <a:ext cx="0" cy="0"/>
          <a:chOff x="0" y="0"/>
          <a:chExt cx="0" cy="0"/>
        </a:xfrm>
      </p:grpSpPr>
      <p:sp>
        <p:nvSpPr>
          <p:cNvPr id="15840" name="Google Shape;15840;g252a03d814b_0_25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1" name="Google Shape;15841;g252a03d814b_0_25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80" name="Shape 16580"/>
        <p:cNvGrpSpPr/>
        <p:nvPr/>
      </p:nvGrpSpPr>
      <p:grpSpPr>
        <a:xfrm>
          <a:off x="0" y="0"/>
          <a:ext cx="0" cy="0"/>
          <a:chOff x="0" y="0"/>
          <a:chExt cx="0" cy="0"/>
        </a:xfrm>
      </p:grpSpPr>
      <p:sp>
        <p:nvSpPr>
          <p:cNvPr id="16581" name="Google Shape;16581;g252a03d814b_0_259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82" name="Google Shape;16582;g252a03d814b_0_259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73" name="Shape 17273"/>
        <p:cNvGrpSpPr/>
        <p:nvPr/>
      </p:nvGrpSpPr>
      <p:grpSpPr>
        <a:xfrm>
          <a:off x="0" y="0"/>
          <a:ext cx="0" cy="0"/>
          <a:chOff x="0" y="0"/>
          <a:chExt cx="0" cy="0"/>
        </a:xfrm>
      </p:grpSpPr>
      <p:sp>
        <p:nvSpPr>
          <p:cNvPr id="17274" name="Google Shape;17274;g252a03d814b_0_26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75" name="Google Shape;17275;g252a03d814b_0_26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5" name="Shape 17575"/>
        <p:cNvGrpSpPr/>
        <p:nvPr/>
      </p:nvGrpSpPr>
      <p:grpSpPr>
        <a:xfrm>
          <a:off x="0" y="0"/>
          <a:ext cx="0" cy="0"/>
          <a:chOff x="0" y="0"/>
          <a:chExt cx="0" cy="0"/>
        </a:xfrm>
      </p:grpSpPr>
      <p:sp>
        <p:nvSpPr>
          <p:cNvPr id="17576" name="Google Shape;17576;g252a03d814b_0_26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7" name="Google Shape;17577;g252a03d814b_0_26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15" name="Shape 18215"/>
        <p:cNvGrpSpPr/>
        <p:nvPr/>
      </p:nvGrpSpPr>
      <p:grpSpPr>
        <a:xfrm>
          <a:off x="0" y="0"/>
          <a:ext cx="0" cy="0"/>
          <a:chOff x="0" y="0"/>
          <a:chExt cx="0" cy="0"/>
        </a:xfrm>
      </p:grpSpPr>
      <p:sp>
        <p:nvSpPr>
          <p:cNvPr id="18216" name="Google Shape;18216;g252a03d814b_0_29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17" name="Google Shape;18217;g252a03d814b_0_29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3714152" y="4920119"/>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rot="-5400000">
            <a:off x="3879465" y="4754806"/>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rot="-5400000">
            <a:off x="4242965" y="4754806"/>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246452" y="150226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a:off x="411737" y="1200769"/>
            <a:ext cx="301500" cy="301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246460" y="1008598"/>
            <a:ext cx="104700" cy="10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35381" y="775244"/>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ph idx="2" type="pic"/>
          </p:nvPr>
        </p:nvSpPr>
        <p:spPr>
          <a:xfrm>
            <a:off x="5888025" y="423650"/>
            <a:ext cx="2867400" cy="4296300"/>
          </a:xfrm>
          <a:prstGeom prst="rect">
            <a:avLst/>
          </a:prstGeom>
          <a:noFill/>
          <a:ln>
            <a:noFill/>
          </a:ln>
        </p:spPr>
      </p:sp>
      <p:sp>
        <p:nvSpPr>
          <p:cNvPr id="17" name="Google Shape;17;p2"/>
          <p:cNvSpPr txBox="1"/>
          <p:nvPr>
            <p:ph type="ctrTitle"/>
          </p:nvPr>
        </p:nvSpPr>
        <p:spPr>
          <a:xfrm>
            <a:off x="713225" y="1001625"/>
            <a:ext cx="4826700" cy="2333700"/>
          </a:xfrm>
          <a:prstGeom prst="rect">
            <a:avLst/>
          </a:prstGeom>
        </p:spPr>
        <p:txBody>
          <a:bodyPr anchorCtr="0" anchor="b" bIns="91425" lIns="91425" spcFirstLastPara="1" rIns="91425" wrap="square" tIns="91425">
            <a:noAutofit/>
          </a:bodyPr>
          <a:lstStyle>
            <a:lvl1pPr lvl="0" algn="r">
              <a:lnSpc>
                <a:spcPct val="90000"/>
              </a:lnSpc>
              <a:spcBef>
                <a:spcPts val="0"/>
              </a:spcBef>
              <a:spcAft>
                <a:spcPts val="0"/>
              </a:spcAft>
              <a:buClr>
                <a:srgbClr val="191919"/>
              </a:buClr>
              <a:buSzPts val="5200"/>
              <a:buNone/>
              <a:defRPr sz="51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8" name="Google Shape;18;p2"/>
          <p:cNvSpPr txBox="1"/>
          <p:nvPr>
            <p:ph idx="1" type="subTitle"/>
          </p:nvPr>
        </p:nvSpPr>
        <p:spPr>
          <a:xfrm>
            <a:off x="713225" y="3383748"/>
            <a:ext cx="4826700" cy="453600"/>
          </a:xfrm>
          <a:prstGeom prst="rect">
            <a:avLst/>
          </a:prstGeom>
          <a:solidFill>
            <a:schemeClr val="dk2"/>
          </a:solidFill>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solidFill>
                  <a:schemeClr val="lt2"/>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9" name="Google Shape;19;p2"/>
          <p:cNvSpPr/>
          <p:nvPr/>
        </p:nvSpPr>
        <p:spPr>
          <a:xfrm flipH="1" rot="5400000">
            <a:off x="4886013" y="443815"/>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flipH="1" rot="5400000">
            <a:off x="4584438" y="142250"/>
            <a:ext cx="301500" cy="301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1" name="Shape 21"/>
        <p:cNvGrpSpPr/>
        <p:nvPr/>
      </p:nvGrpSpPr>
      <p:grpSpPr>
        <a:xfrm>
          <a:off x="0" y="0"/>
          <a:ext cx="0" cy="0"/>
          <a:chOff x="0" y="0"/>
          <a:chExt cx="0" cy="0"/>
        </a:xfrm>
      </p:grpSpPr>
      <p:sp>
        <p:nvSpPr>
          <p:cNvPr id="22" name="Google Shape;22;p3"/>
          <p:cNvSpPr/>
          <p:nvPr/>
        </p:nvSpPr>
        <p:spPr>
          <a:xfrm>
            <a:off x="4444160" y="462698"/>
            <a:ext cx="104700" cy="10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4233081" y="229344"/>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txBox="1"/>
          <p:nvPr>
            <p:ph type="title"/>
          </p:nvPr>
        </p:nvSpPr>
        <p:spPr>
          <a:xfrm>
            <a:off x="674351" y="2205132"/>
            <a:ext cx="5067600" cy="13239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5" name="Google Shape;25;p3"/>
          <p:cNvSpPr txBox="1"/>
          <p:nvPr>
            <p:ph hasCustomPrompt="1" idx="2" type="title"/>
          </p:nvPr>
        </p:nvSpPr>
        <p:spPr>
          <a:xfrm>
            <a:off x="799147" y="1042113"/>
            <a:ext cx="1936200" cy="1011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 name="Google Shape;26;p3"/>
          <p:cNvSpPr txBox="1"/>
          <p:nvPr>
            <p:ph idx="1" type="subTitle"/>
          </p:nvPr>
        </p:nvSpPr>
        <p:spPr>
          <a:xfrm>
            <a:off x="799150" y="3585875"/>
            <a:ext cx="4942800" cy="457200"/>
          </a:xfrm>
          <a:prstGeom prst="rect">
            <a:avLst/>
          </a:prstGeom>
          <a:solidFill>
            <a:schemeClr val="dk2"/>
          </a:solid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 name="Google Shape;27;p3"/>
          <p:cNvSpPr/>
          <p:nvPr>
            <p:ph idx="3" type="pic"/>
          </p:nvPr>
        </p:nvSpPr>
        <p:spPr>
          <a:xfrm>
            <a:off x="6045076" y="619900"/>
            <a:ext cx="4025400" cy="3903600"/>
          </a:xfrm>
          <a:prstGeom prst="rect">
            <a:avLst/>
          </a:prstGeom>
          <a:noFill/>
          <a:ln>
            <a:noFill/>
          </a:ln>
        </p:spPr>
      </p:sp>
      <p:sp>
        <p:nvSpPr>
          <p:cNvPr id="28" name="Google Shape;28;p3"/>
          <p:cNvSpPr/>
          <p:nvPr/>
        </p:nvSpPr>
        <p:spPr>
          <a:xfrm flipH="1" rot="5400000">
            <a:off x="2854222" y="4612649"/>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1" name="Google Shape;31;p4"/>
          <p:cNvSpPr txBox="1"/>
          <p:nvPr>
            <p:ph idx="1" type="body"/>
          </p:nvPr>
        </p:nvSpPr>
        <p:spPr>
          <a:xfrm>
            <a:off x="720000" y="1045965"/>
            <a:ext cx="7704000" cy="3438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32" name="Google Shape;32;p4"/>
          <p:cNvSpPr/>
          <p:nvPr/>
        </p:nvSpPr>
        <p:spPr>
          <a:xfrm flipH="1" rot="10800000">
            <a:off x="340907" y="1899875"/>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flipH="1" rot="10800000">
            <a:off x="87526" y="2038669"/>
            <a:ext cx="253500" cy="25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rot="10800000">
            <a:off x="391926" y="2365778"/>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rot="10800000">
            <a:off x="518326" y="2510899"/>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flipH="1" rot="10800000">
            <a:off x="8838476" y="1433124"/>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flipH="1" rot="10800000">
            <a:off x="8542725" y="1604075"/>
            <a:ext cx="295800" cy="29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flipH="1">
            <a:off x="8832751" y="4544324"/>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flipH="1">
            <a:off x="8661451" y="4197474"/>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flipH="1">
            <a:off x="8542724" y="4715326"/>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1" name="Shape 41"/>
        <p:cNvGrpSpPr/>
        <p:nvPr/>
      </p:nvGrpSpPr>
      <p:grpSpPr>
        <a:xfrm>
          <a:off x="0" y="0"/>
          <a:ext cx="0" cy="0"/>
          <a:chOff x="0" y="0"/>
          <a:chExt cx="0" cy="0"/>
        </a:xfrm>
      </p:grpSpPr>
      <p:sp>
        <p:nvSpPr>
          <p:cNvPr id="42" name="Google Shape;42;p5"/>
          <p:cNvSpPr/>
          <p:nvPr/>
        </p:nvSpPr>
        <p:spPr>
          <a:xfrm>
            <a:off x="413270" y="1411314"/>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a:off x="159888" y="1157920"/>
            <a:ext cx="253500" cy="25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flipH="1" rot="5400000">
            <a:off x="8401028" y="213125"/>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5"/>
          <p:cNvSpPr/>
          <p:nvPr/>
        </p:nvSpPr>
        <p:spPr>
          <a:xfrm flipH="1" rot="5400000">
            <a:off x="8546149" y="339525"/>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5"/>
          <p:cNvSpPr/>
          <p:nvPr/>
        </p:nvSpPr>
        <p:spPr>
          <a:xfrm flipH="1" rot="10800000">
            <a:off x="200986" y="4474088"/>
            <a:ext cx="171300" cy="17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flipH="1" rot="10800000">
            <a:off x="8534541" y="3387736"/>
            <a:ext cx="155700" cy="155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5"/>
          <p:cNvSpPr/>
          <p:nvPr/>
        </p:nvSpPr>
        <p:spPr>
          <a:xfrm flipH="1" rot="10800000">
            <a:off x="8690301" y="3703113"/>
            <a:ext cx="155700" cy="155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5"/>
          <p:cNvSpPr/>
          <p:nvPr/>
        </p:nvSpPr>
        <p:spPr>
          <a:xfrm flipH="1" rot="10800000">
            <a:off x="8685051" y="3119151"/>
            <a:ext cx="269100" cy="26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5"/>
          <p:cNvSpPr txBox="1"/>
          <p:nvPr>
            <p:ph idx="1" type="subTitle"/>
          </p:nvPr>
        </p:nvSpPr>
        <p:spPr>
          <a:xfrm>
            <a:off x="1750355" y="3802025"/>
            <a:ext cx="24228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1" name="Google Shape;51;p5"/>
          <p:cNvSpPr txBox="1"/>
          <p:nvPr>
            <p:ph idx="2" type="subTitle"/>
          </p:nvPr>
        </p:nvSpPr>
        <p:spPr>
          <a:xfrm>
            <a:off x="1750275" y="3507525"/>
            <a:ext cx="2422800" cy="387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 name="Google Shape;52;p5"/>
          <p:cNvSpPr txBox="1"/>
          <p:nvPr>
            <p:ph idx="3" type="subTitle"/>
          </p:nvPr>
        </p:nvSpPr>
        <p:spPr>
          <a:xfrm>
            <a:off x="4970910" y="3802025"/>
            <a:ext cx="24228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3" name="Google Shape;53;p5"/>
          <p:cNvSpPr txBox="1"/>
          <p:nvPr>
            <p:ph idx="4" type="subTitle"/>
          </p:nvPr>
        </p:nvSpPr>
        <p:spPr>
          <a:xfrm>
            <a:off x="4970829" y="3507525"/>
            <a:ext cx="2422800" cy="387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4" name="Google Shape;54;p5"/>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5" name="Shape 55"/>
        <p:cNvGrpSpPr/>
        <p:nvPr/>
      </p:nvGrpSpPr>
      <p:grpSpPr>
        <a:xfrm>
          <a:off x="0" y="0"/>
          <a:ext cx="0" cy="0"/>
          <a:chOff x="0" y="0"/>
          <a:chExt cx="0" cy="0"/>
        </a:xfrm>
      </p:grpSpPr>
      <p:sp>
        <p:nvSpPr>
          <p:cNvPr id="56" name="Google Shape;56;p6"/>
          <p:cNvSpPr/>
          <p:nvPr/>
        </p:nvSpPr>
        <p:spPr>
          <a:xfrm rot="10800000">
            <a:off x="226420" y="1244675"/>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6"/>
          <p:cNvSpPr/>
          <p:nvPr/>
        </p:nvSpPr>
        <p:spPr>
          <a:xfrm rot="10800000">
            <a:off x="365201" y="1383469"/>
            <a:ext cx="253500" cy="25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flipH="1" rot="10800000">
            <a:off x="403826" y="3839153"/>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6"/>
          <p:cNvSpPr/>
          <p:nvPr/>
        </p:nvSpPr>
        <p:spPr>
          <a:xfrm flipH="1" rot="10800000">
            <a:off x="226426" y="3984274"/>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6"/>
          <p:cNvSpPr/>
          <p:nvPr/>
        </p:nvSpPr>
        <p:spPr>
          <a:xfrm flipH="1">
            <a:off x="8561878" y="2361200"/>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6"/>
          <p:cNvSpPr/>
          <p:nvPr/>
        </p:nvSpPr>
        <p:spPr>
          <a:xfrm flipH="1">
            <a:off x="8733128" y="2065449"/>
            <a:ext cx="295800" cy="29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6"/>
          <p:cNvSpPr/>
          <p:nvPr/>
        </p:nvSpPr>
        <p:spPr>
          <a:xfrm flipH="1" rot="5400000">
            <a:off x="5132720" y="4929300"/>
            <a:ext cx="136200" cy="135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6"/>
          <p:cNvSpPr/>
          <p:nvPr/>
        </p:nvSpPr>
        <p:spPr>
          <a:xfrm flipH="1" rot="5400000">
            <a:off x="5408550" y="4793069"/>
            <a:ext cx="136200" cy="135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6"/>
          <p:cNvSpPr/>
          <p:nvPr/>
        </p:nvSpPr>
        <p:spPr>
          <a:xfrm flipH="1" rot="5400000">
            <a:off x="4897582" y="4698511"/>
            <a:ext cx="235500" cy="23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6"/>
          <p:cNvSpPr txBox="1"/>
          <p:nvPr>
            <p:ph type="title"/>
          </p:nvPr>
        </p:nvSpPr>
        <p:spPr>
          <a:xfrm>
            <a:off x="872425" y="475488"/>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6" name="Shape 66"/>
        <p:cNvGrpSpPr/>
        <p:nvPr/>
      </p:nvGrpSpPr>
      <p:grpSpPr>
        <a:xfrm>
          <a:off x="0" y="0"/>
          <a:ext cx="0" cy="0"/>
          <a:chOff x="0" y="0"/>
          <a:chExt cx="0" cy="0"/>
        </a:xfrm>
      </p:grpSpPr>
      <p:sp>
        <p:nvSpPr>
          <p:cNvPr id="67" name="Google Shape;67;p7"/>
          <p:cNvSpPr txBox="1"/>
          <p:nvPr>
            <p:ph idx="1" type="subTitle"/>
          </p:nvPr>
        </p:nvSpPr>
        <p:spPr>
          <a:xfrm>
            <a:off x="720000" y="1541950"/>
            <a:ext cx="4085400" cy="247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Nunito Light"/>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
        <p:nvSpPr>
          <p:cNvPr id="68" name="Google Shape;68;p7"/>
          <p:cNvSpPr/>
          <p:nvPr>
            <p:ph idx="2" type="pic"/>
          </p:nvPr>
        </p:nvSpPr>
        <p:spPr>
          <a:xfrm>
            <a:off x="5505792" y="1541950"/>
            <a:ext cx="4548000" cy="3612300"/>
          </a:xfrm>
          <a:prstGeom prst="rect">
            <a:avLst/>
          </a:prstGeom>
          <a:noFill/>
          <a:ln>
            <a:noFill/>
          </a:ln>
        </p:spPr>
      </p:sp>
      <p:sp>
        <p:nvSpPr>
          <p:cNvPr id="69" name="Google Shape;69;p7"/>
          <p:cNvSpPr/>
          <p:nvPr/>
        </p:nvSpPr>
        <p:spPr>
          <a:xfrm flipH="1" rot="5400000">
            <a:off x="2548945" y="4535886"/>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7"/>
          <p:cNvSpPr/>
          <p:nvPr/>
        </p:nvSpPr>
        <p:spPr>
          <a:xfrm flipH="1" rot="5400000">
            <a:off x="8629370" y="936601"/>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7"/>
          <p:cNvSpPr/>
          <p:nvPr/>
        </p:nvSpPr>
        <p:spPr>
          <a:xfrm flipH="1" rot="5400000">
            <a:off x="378595" y="1376651"/>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7"/>
          <p:cNvSpPr/>
          <p:nvPr/>
        </p:nvSpPr>
        <p:spPr>
          <a:xfrm flipH="1" rot="5400000">
            <a:off x="213295" y="1211351"/>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7"/>
          <p:cNvSpPr/>
          <p:nvPr/>
        </p:nvSpPr>
        <p:spPr>
          <a:xfrm flipH="1" rot="5400000">
            <a:off x="190470" y="3071751"/>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7"/>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5" name="Shape 75"/>
        <p:cNvGrpSpPr/>
        <p:nvPr/>
      </p:nvGrpSpPr>
      <p:grpSpPr>
        <a:xfrm>
          <a:off x="0" y="0"/>
          <a:ext cx="0" cy="0"/>
          <a:chOff x="0" y="0"/>
          <a:chExt cx="0" cy="0"/>
        </a:xfrm>
      </p:grpSpPr>
      <p:sp>
        <p:nvSpPr>
          <p:cNvPr id="76" name="Google Shape;76;p8"/>
          <p:cNvSpPr txBox="1"/>
          <p:nvPr>
            <p:ph type="title"/>
          </p:nvPr>
        </p:nvSpPr>
        <p:spPr>
          <a:xfrm>
            <a:off x="713225" y="1779875"/>
            <a:ext cx="4500300" cy="14787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7" name="Google Shape;77;p8"/>
          <p:cNvSpPr/>
          <p:nvPr>
            <p:ph idx="2" type="pic"/>
          </p:nvPr>
        </p:nvSpPr>
        <p:spPr>
          <a:xfrm>
            <a:off x="5631475" y="394650"/>
            <a:ext cx="2799300" cy="4354200"/>
          </a:xfrm>
          <a:prstGeom prst="rect">
            <a:avLst/>
          </a:prstGeom>
          <a:noFill/>
          <a:ln>
            <a:noFill/>
          </a:ln>
        </p:spPr>
      </p:sp>
      <p:sp>
        <p:nvSpPr>
          <p:cNvPr id="78" name="Google Shape;78;p8"/>
          <p:cNvSpPr/>
          <p:nvPr/>
        </p:nvSpPr>
        <p:spPr>
          <a:xfrm rot="5400000">
            <a:off x="2603827" y="4604006"/>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rot="5400000">
            <a:off x="2240327" y="4604006"/>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flipH="1" rot="-5400000">
            <a:off x="452209" y="665388"/>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8"/>
          <p:cNvSpPr/>
          <p:nvPr/>
        </p:nvSpPr>
        <p:spPr>
          <a:xfrm flipH="1">
            <a:off x="286896" y="830700"/>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8"/>
          <p:cNvSpPr/>
          <p:nvPr/>
        </p:nvSpPr>
        <p:spPr>
          <a:xfrm flipH="1">
            <a:off x="286896" y="1194200"/>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3" name="Shape 83"/>
        <p:cNvGrpSpPr/>
        <p:nvPr/>
      </p:nvGrpSpPr>
      <p:grpSpPr>
        <a:xfrm>
          <a:off x="0" y="0"/>
          <a:ext cx="0" cy="0"/>
          <a:chOff x="0" y="0"/>
          <a:chExt cx="0" cy="0"/>
        </a:xfrm>
      </p:grpSpPr>
      <p:sp>
        <p:nvSpPr>
          <p:cNvPr id="84" name="Google Shape;84;p9"/>
          <p:cNvSpPr txBox="1"/>
          <p:nvPr>
            <p:ph type="title"/>
          </p:nvPr>
        </p:nvSpPr>
        <p:spPr>
          <a:xfrm>
            <a:off x="3259675" y="1588750"/>
            <a:ext cx="5171100" cy="1305000"/>
          </a:xfrm>
          <a:prstGeom prst="rect">
            <a:avLst/>
          </a:prstGeom>
          <a:solidFill>
            <a:schemeClr val="lt2"/>
          </a:solidFill>
        </p:spPr>
        <p:txBody>
          <a:bodyPr anchorCtr="0" anchor="b" bIns="91425" lIns="91425" spcFirstLastPara="1" rIns="91425" wrap="square" tIns="91425">
            <a:noAutofit/>
          </a:bodyPr>
          <a:lstStyle>
            <a:lvl1pPr lvl="0" rtl="0" algn="ctr">
              <a:spcBef>
                <a:spcPts val="0"/>
              </a:spcBef>
              <a:spcAft>
                <a:spcPts val="0"/>
              </a:spcAft>
              <a:buSzPts val="2800"/>
              <a:buNone/>
              <a:defRPr sz="70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5" name="Google Shape;85;p9"/>
          <p:cNvSpPr txBox="1"/>
          <p:nvPr>
            <p:ph idx="1" type="subTitle"/>
          </p:nvPr>
        </p:nvSpPr>
        <p:spPr>
          <a:xfrm>
            <a:off x="3259675" y="2854850"/>
            <a:ext cx="5171100" cy="699900"/>
          </a:xfrm>
          <a:prstGeom prst="rect">
            <a:avLst/>
          </a:prstGeom>
          <a:solidFill>
            <a:schemeClr val="dk2"/>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6" name="Google Shape;86;p9"/>
          <p:cNvSpPr/>
          <p:nvPr>
            <p:ph idx="2" type="pic"/>
          </p:nvPr>
        </p:nvSpPr>
        <p:spPr>
          <a:xfrm>
            <a:off x="-1145350" y="890550"/>
            <a:ext cx="4239600" cy="3362400"/>
          </a:xfrm>
          <a:prstGeom prst="rect">
            <a:avLst/>
          </a:prstGeom>
          <a:noFill/>
          <a:ln>
            <a:noFill/>
          </a:ln>
        </p:spPr>
      </p:sp>
      <p:sp>
        <p:nvSpPr>
          <p:cNvPr id="87" name="Google Shape;87;p9"/>
          <p:cNvSpPr/>
          <p:nvPr/>
        </p:nvSpPr>
        <p:spPr>
          <a:xfrm flipH="1">
            <a:off x="6253618" y="294550"/>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9"/>
          <p:cNvSpPr/>
          <p:nvPr/>
        </p:nvSpPr>
        <p:spPr>
          <a:xfrm flipH="1" rot="5400000">
            <a:off x="4525546" y="4520785"/>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9"/>
          <p:cNvSpPr/>
          <p:nvPr/>
        </p:nvSpPr>
        <p:spPr>
          <a:xfrm flipH="1" rot="5400000">
            <a:off x="4200945" y="4673200"/>
            <a:ext cx="337500" cy="337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0" name="Shape 90"/>
        <p:cNvGrpSpPr/>
        <p:nvPr/>
      </p:nvGrpSpPr>
      <p:grpSpPr>
        <a:xfrm>
          <a:off x="0" y="0"/>
          <a:ext cx="0" cy="0"/>
          <a:chOff x="0" y="0"/>
          <a:chExt cx="0" cy="0"/>
        </a:xfrm>
      </p:grpSpPr>
      <p:sp>
        <p:nvSpPr>
          <p:cNvPr id="91" name="Google Shape;91;p10"/>
          <p:cNvSpPr/>
          <p:nvPr>
            <p:ph idx="2" type="pic"/>
          </p:nvPr>
        </p:nvSpPr>
        <p:spPr>
          <a:xfrm>
            <a:off x="0" y="0"/>
            <a:ext cx="9144000" cy="5143500"/>
          </a:xfrm>
          <a:prstGeom prst="rect">
            <a:avLst/>
          </a:prstGeom>
          <a:noFill/>
          <a:ln>
            <a:noFill/>
          </a:ln>
        </p:spPr>
      </p:sp>
      <p:sp>
        <p:nvSpPr>
          <p:cNvPr id="92" name="Google Shape;92;p10"/>
          <p:cNvSpPr txBox="1"/>
          <p:nvPr>
            <p:ph type="title"/>
          </p:nvPr>
        </p:nvSpPr>
        <p:spPr>
          <a:xfrm>
            <a:off x="720000" y="539500"/>
            <a:ext cx="2491200" cy="1917600"/>
          </a:xfrm>
          <a:prstGeom prst="rect">
            <a:avLst/>
          </a:prstGeom>
          <a:solidFill>
            <a:schemeClr val="dk2"/>
          </a:solidFill>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1"/>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3" name="Shape 93"/>
        <p:cNvGrpSpPr/>
        <p:nvPr/>
      </p:nvGrpSpPr>
      <p:grpSpPr>
        <a:xfrm>
          <a:off x="0" y="0"/>
          <a:ext cx="0" cy="0"/>
          <a:chOff x="0" y="0"/>
          <a:chExt cx="0" cy="0"/>
        </a:xfrm>
      </p:grpSpPr>
      <p:sp>
        <p:nvSpPr>
          <p:cNvPr id="94" name="Google Shape;94;p11"/>
          <p:cNvSpPr txBox="1"/>
          <p:nvPr>
            <p:ph hasCustomPrompt="1" type="title"/>
          </p:nvPr>
        </p:nvSpPr>
        <p:spPr>
          <a:xfrm>
            <a:off x="1284000" y="1761950"/>
            <a:ext cx="6576000" cy="1009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3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5" name="Google Shape;95;p11"/>
          <p:cNvSpPr txBox="1"/>
          <p:nvPr>
            <p:ph idx="1" type="subTitle"/>
          </p:nvPr>
        </p:nvSpPr>
        <p:spPr>
          <a:xfrm>
            <a:off x="1284000" y="2924350"/>
            <a:ext cx="6576000" cy="457200"/>
          </a:xfrm>
          <a:prstGeom prst="rect">
            <a:avLst/>
          </a:prstGeom>
          <a:solidFill>
            <a:schemeClr val="dk2"/>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solidFill>
                  <a:schemeClr val="accent1"/>
                </a:solidFill>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96" name="Google Shape;96;p11"/>
          <p:cNvSpPr/>
          <p:nvPr/>
        </p:nvSpPr>
        <p:spPr>
          <a:xfrm flipH="1" rot="10800000">
            <a:off x="571619" y="3714955"/>
            <a:ext cx="141600" cy="141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1"/>
          <p:cNvSpPr/>
          <p:nvPr/>
        </p:nvSpPr>
        <p:spPr>
          <a:xfrm flipH="1" rot="10800000">
            <a:off x="286075" y="3948725"/>
            <a:ext cx="223500" cy="22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1"/>
          <p:cNvSpPr/>
          <p:nvPr/>
        </p:nvSpPr>
        <p:spPr>
          <a:xfrm flipH="1" rot="5400000">
            <a:off x="7728864" y="4894188"/>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1"/>
          <p:cNvSpPr/>
          <p:nvPr/>
        </p:nvSpPr>
        <p:spPr>
          <a:xfrm flipH="1" rot="5400000">
            <a:off x="8075714" y="4722888"/>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1"/>
          <p:cNvSpPr/>
          <p:nvPr/>
        </p:nvSpPr>
        <p:spPr>
          <a:xfrm flipH="1" rot="5400000">
            <a:off x="7433512" y="4604312"/>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1"/>
          <p:cNvSpPr/>
          <p:nvPr/>
        </p:nvSpPr>
        <p:spPr>
          <a:xfrm flipH="1">
            <a:off x="6750213" y="220574"/>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02" name="Shape 10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03" name="Shape 103"/>
        <p:cNvGrpSpPr/>
        <p:nvPr/>
      </p:nvGrpSpPr>
      <p:grpSpPr>
        <a:xfrm>
          <a:off x="0" y="0"/>
          <a:ext cx="0" cy="0"/>
          <a:chOff x="0" y="0"/>
          <a:chExt cx="0" cy="0"/>
        </a:xfrm>
      </p:grpSpPr>
      <p:sp>
        <p:nvSpPr>
          <p:cNvPr id="104" name="Google Shape;104;p13"/>
          <p:cNvSpPr txBox="1"/>
          <p:nvPr>
            <p:ph idx="1" type="subTitle"/>
          </p:nvPr>
        </p:nvSpPr>
        <p:spPr>
          <a:xfrm>
            <a:off x="911256" y="1870949"/>
            <a:ext cx="4026000" cy="34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5" name="Google Shape;105;p13"/>
          <p:cNvSpPr txBox="1"/>
          <p:nvPr>
            <p:ph hasCustomPrompt="1" type="title"/>
          </p:nvPr>
        </p:nvSpPr>
        <p:spPr>
          <a:xfrm>
            <a:off x="1018075" y="961025"/>
            <a:ext cx="1076100" cy="484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atin typeface="Syne SemiBold"/>
                <a:ea typeface="Syne SemiBold"/>
                <a:cs typeface="Syne SemiBold"/>
                <a:sym typeface="Syne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6" name="Google Shape;106;p13"/>
          <p:cNvSpPr txBox="1"/>
          <p:nvPr>
            <p:ph idx="2" type="subTitle"/>
          </p:nvPr>
        </p:nvSpPr>
        <p:spPr>
          <a:xfrm>
            <a:off x="911119" y="1576450"/>
            <a:ext cx="40260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7" name="Google Shape;107;p13"/>
          <p:cNvSpPr txBox="1"/>
          <p:nvPr>
            <p:ph idx="3" type="subTitle"/>
          </p:nvPr>
        </p:nvSpPr>
        <p:spPr>
          <a:xfrm flipH="1">
            <a:off x="4206513" y="2666407"/>
            <a:ext cx="4026300" cy="347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8" name="Google Shape;108;p13"/>
          <p:cNvSpPr txBox="1"/>
          <p:nvPr>
            <p:ph hasCustomPrompt="1" idx="4" type="title"/>
          </p:nvPr>
        </p:nvSpPr>
        <p:spPr>
          <a:xfrm flipH="1">
            <a:off x="7049900" y="1754433"/>
            <a:ext cx="1076100" cy="484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3000"/>
              <a:buNone/>
              <a:defRPr b="0" sz="3000">
                <a:latin typeface="Syne SemiBold"/>
                <a:ea typeface="Syne SemiBold"/>
                <a:cs typeface="Syne SemiBold"/>
                <a:sym typeface="Syne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 name="Google Shape;109;p13"/>
          <p:cNvSpPr txBox="1"/>
          <p:nvPr>
            <p:ph idx="5" type="subTitle"/>
          </p:nvPr>
        </p:nvSpPr>
        <p:spPr>
          <a:xfrm flipH="1">
            <a:off x="4206650" y="2371883"/>
            <a:ext cx="4026300" cy="387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0" name="Google Shape;110;p13"/>
          <p:cNvSpPr txBox="1"/>
          <p:nvPr>
            <p:ph idx="6" type="subTitle"/>
          </p:nvPr>
        </p:nvSpPr>
        <p:spPr>
          <a:xfrm>
            <a:off x="911187" y="3461865"/>
            <a:ext cx="4026000" cy="34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1" name="Google Shape;111;p13"/>
          <p:cNvSpPr txBox="1"/>
          <p:nvPr>
            <p:ph hasCustomPrompt="1" idx="7" type="title"/>
          </p:nvPr>
        </p:nvSpPr>
        <p:spPr>
          <a:xfrm>
            <a:off x="1018000" y="2547842"/>
            <a:ext cx="1076100" cy="484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atin typeface="Syne SemiBold"/>
                <a:ea typeface="Syne SemiBold"/>
                <a:cs typeface="Syne SemiBold"/>
                <a:sym typeface="Syne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2" name="Google Shape;112;p13"/>
          <p:cNvSpPr txBox="1"/>
          <p:nvPr>
            <p:ph idx="8" type="subTitle"/>
          </p:nvPr>
        </p:nvSpPr>
        <p:spPr>
          <a:xfrm>
            <a:off x="911050" y="3167316"/>
            <a:ext cx="40260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3" name="Google Shape;113;p13"/>
          <p:cNvSpPr txBox="1"/>
          <p:nvPr>
            <p:ph idx="9" type="subTitle"/>
          </p:nvPr>
        </p:nvSpPr>
        <p:spPr>
          <a:xfrm flipH="1">
            <a:off x="4206513" y="4257324"/>
            <a:ext cx="4026300" cy="347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4" name="Google Shape;114;p13"/>
          <p:cNvSpPr txBox="1"/>
          <p:nvPr>
            <p:ph hasCustomPrompt="1" idx="13" type="title"/>
          </p:nvPr>
        </p:nvSpPr>
        <p:spPr>
          <a:xfrm flipH="1">
            <a:off x="7049900" y="3341250"/>
            <a:ext cx="1076100" cy="484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3000"/>
              <a:buNone/>
              <a:defRPr b="0" sz="3000">
                <a:latin typeface="Syne SemiBold"/>
                <a:ea typeface="Syne SemiBold"/>
                <a:cs typeface="Syne SemiBold"/>
                <a:sym typeface="Syne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5" name="Google Shape;115;p13"/>
          <p:cNvSpPr txBox="1"/>
          <p:nvPr>
            <p:ph idx="14" type="subTitle"/>
          </p:nvPr>
        </p:nvSpPr>
        <p:spPr>
          <a:xfrm flipH="1">
            <a:off x="4206650" y="3962748"/>
            <a:ext cx="4026300" cy="387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6" name="Google Shape;116;p13"/>
          <p:cNvSpPr/>
          <p:nvPr/>
        </p:nvSpPr>
        <p:spPr>
          <a:xfrm flipH="1">
            <a:off x="2908017" y="466206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3"/>
          <p:cNvSpPr/>
          <p:nvPr/>
        </p:nvSpPr>
        <p:spPr>
          <a:xfrm flipH="1">
            <a:off x="2606452" y="4827444"/>
            <a:ext cx="301500" cy="301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3"/>
          <p:cNvSpPr/>
          <p:nvPr/>
        </p:nvSpPr>
        <p:spPr>
          <a:xfrm>
            <a:off x="3073327" y="4978194"/>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3"/>
          <p:cNvSpPr/>
          <p:nvPr/>
        </p:nvSpPr>
        <p:spPr>
          <a:xfrm rot="-5400000">
            <a:off x="3238640" y="4812881"/>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3"/>
          <p:cNvSpPr/>
          <p:nvPr/>
        </p:nvSpPr>
        <p:spPr>
          <a:xfrm rot="-5400000">
            <a:off x="3602140" y="4812881"/>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3"/>
          <p:cNvSpPr/>
          <p:nvPr/>
        </p:nvSpPr>
        <p:spPr>
          <a:xfrm rot="-5400000">
            <a:off x="8604909" y="1507778"/>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3"/>
          <p:cNvSpPr/>
          <p:nvPr/>
        </p:nvSpPr>
        <p:spPr>
          <a:xfrm rot="-5400000">
            <a:off x="8770284" y="1206213"/>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3"/>
          <p:cNvSpPr/>
          <p:nvPr/>
        </p:nvSpPr>
        <p:spPr>
          <a:xfrm flipH="1" rot="-5400000">
            <a:off x="316134" y="2550938"/>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3"/>
          <p:cNvSpPr/>
          <p:nvPr/>
        </p:nvSpPr>
        <p:spPr>
          <a:xfrm flipH="1">
            <a:off x="150821" y="2716250"/>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3"/>
          <p:cNvSpPr/>
          <p:nvPr/>
        </p:nvSpPr>
        <p:spPr>
          <a:xfrm flipH="1">
            <a:off x="150821" y="3079750"/>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3"/>
          <p:cNvSpPr txBox="1"/>
          <p:nvPr>
            <p:ph idx="15"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27" name="Shape 127"/>
        <p:cNvGrpSpPr/>
        <p:nvPr/>
      </p:nvGrpSpPr>
      <p:grpSpPr>
        <a:xfrm>
          <a:off x="0" y="0"/>
          <a:ext cx="0" cy="0"/>
          <a:chOff x="0" y="0"/>
          <a:chExt cx="0" cy="0"/>
        </a:xfrm>
      </p:grpSpPr>
      <p:sp>
        <p:nvSpPr>
          <p:cNvPr id="128" name="Google Shape;128;p14"/>
          <p:cNvSpPr/>
          <p:nvPr/>
        </p:nvSpPr>
        <p:spPr>
          <a:xfrm rot="10800000">
            <a:off x="8561870" y="4452075"/>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4"/>
          <p:cNvSpPr/>
          <p:nvPr/>
        </p:nvSpPr>
        <p:spPr>
          <a:xfrm rot="10800000">
            <a:off x="8700651" y="4590869"/>
            <a:ext cx="253500" cy="25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4"/>
          <p:cNvSpPr/>
          <p:nvPr/>
        </p:nvSpPr>
        <p:spPr>
          <a:xfrm flipH="1" rot="-5400000">
            <a:off x="1190737" y="4949263"/>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4"/>
          <p:cNvSpPr/>
          <p:nvPr/>
        </p:nvSpPr>
        <p:spPr>
          <a:xfrm flipH="1" rot="-5400000">
            <a:off x="994615" y="4771863"/>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4"/>
          <p:cNvSpPr/>
          <p:nvPr/>
        </p:nvSpPr>
        <p:spPr>
          <a:xfrm flipH="1">
            <a:off x="8741753" y="680925"/>
            <a:ext cx="171300" cy="17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4"/>
          <p:cNvSpPr/>
          <p:nvPr/>
        </p:nvSpPr>
        <p:spPr>
          <a:xfrm flipH="1">
            <a:off x="423798" y="2392477"/>
            <a:ext cx="155700" cy="155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4"/>
          <p:cNvSpPr/>
          <p:nvPr/>
        </p:nvSpPr>
        <p:spPr>
          <a:xfrm flipH="1">
            <a:off x="268039" y="2077101"/>
            <a:ext cx="155700" cy="155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4"/>
          <p:cNvSpPr/>
          <p:nvPr/>
        </p:nvSpPr>
        <p:spPr>
          <a:xfrm flipH="1">
            <a:off x="159888" y="2547962"/>
            <a:ext cx="269100" cy="26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4"/>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p:cSld name="CUSTOM_11">
    <p:spTree>
      <p:nvGrpSpPr>
        <p:cNvPr id="137" name="Shape 137"/>
        <p:cNvGrpSpPr/>
        <p:nvPr/>
      </p:nvGrpSpPr>
      <p:grpSpPr>
        <a:xfrm>
          <a:off x="0" y="0"/>
          <a:ext cx="0" cy="0"/>
          <a:chOff x="0" y="0"/>
          <a:chExt cx="0" cy="0"/>
        </a:xfrm>
      </p:grpSpPr>
      <p:sp>
        <p:nvSpPr>
          <p:cNvPr id="138" name="Google Shape;138;p15"/>
          <p:cNvSpPr/>
          <p:nvPr/>
        </p:nvSpPr>
        <p:spPr>
          <a:xfrm>
            <a:off x="2643935" y="434798"/>
            <a:ext cx="104700" cy="10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5"/>
          <p:cNvSpPr/>
          <p:nvPr/>
        </p:nvSpPr>
        <p:spPr>
          <a:xfrm>
            <a:off x="2432856" y="201444"/>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5"/>
          <p:cNvSpPr txBox="1"/>
          <p:nvPr>
            <p:ph type="title"/>
          </p:nvPr>
        </p:nvSpPr>
        <p:spPr>
          <a:xfrm flipH="1">
            <a:off x="3410801" y="2205132"/>
            <a:ext cx="5067600" cy="1323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1" name="Google Shape;141;p15"/>
          <p:cNvSpPr txBox="1"/>
          <p:nvPr>
            <p:ph hasCustomPrompt="1" idx="2" type="title"/>
          </p:nvPr>
        </p:nvSpPr>
        <p:spPr>
          <a:xfrm flipH="1">
            <a:off x="6417405" y="1033538"/>
            <a:ext cx="1936200" cy="1011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2" name="Google Shape;142;p15"/>
          <p:cNvSpPr txBox="1"/>
          <p:nvPr>
            <p:ph idx="1" type="subTitle"/>
          </p:nvPr>
        </p:nvSpPr>
        <p:spPr>
          <a:xfrm flipH="1">
            <a:off x="3410802" y="3585875"/>
            <a:ext cx="4942800" cy="457200"/>
          </a:xfrm>
          <a:prstGeom prst="rect">
            <a:avLst/>
          </a:prstGeom>
          <a:solidFill>
            <a:schemeClr val="dk2"/>
          </a:solidFill>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 name="Google Shape;143;p15"/>
          <p:cNvSpPr/>
          <p:nvPr>
            <p:ph idx="3" type="pic"/>
          </p:nvPr>
        </p:nvSpPr>
        <p:spPr>
          <a:xfrm flipH="1">
            <a:off x="-917724" y="619900"/>
            <a:ext cx="4025400" cy="3903600"/>
          </a:xfrm>
          <a:prstGeom prst="rect">
            <a:avLst/>
          </a:prstGeom>
          <a:noFill/>
          <a:ln>
            <a:noFill/>
          </a:ln>
        </p:spPr>
      </p:sp>
      <p:sp>
        <p:nvSpPr>
          <p:cNvPr id="144" name="Google Shape;144;p15"/>
          <p:cNvSpPr/>
          <p:nvPr/>
        </p:nvSpPr>
        <p:spPr>
          <a:xfrm flipH="1" rot="5400000">
            <a:off x="4016272" y="4688849"/>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5"/>
          <p:cNvSpPr/>
          <p:nvPr/>
        </p:nvSpPr>
        <p:spPr>
          <a:xfrm>
            <a:off x="8873285" y="4262523"/>
            <a:ext cx="104700" cy="10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5"/>
          <p:cNvSpPr/>
          <p:nvPr/>
        </p:nvSpPr>
        <p:spPr>
          <a:xfrm>
            <a:off x="8662206" y="4029169"/>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5"/>
          <p:cNvSpPr/>
          <p:nvPr/>
        </p:nvSpPr>
        <p:spPr>
          <a:xfrm>
            <a:off x="8827510" y="3924473"/>
            <a:ext cx="104700" cy="104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5"/>
          <p:cNvSpPr/>
          <p:nvPr/>
        </p:nvSpPr>
        <p:spPr>
          <a:xfrm flipH="1" rot="5400000">
            <a:off x="8554599" y="336400"/>
            <a:ext cx="229200" cy="229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49" name="Shape 149"/>
        <p:cNvGrpSpPr/>
        <p:nvPr/>
      </p:nvGrpSpPr>
      <p:grpSpPr>
        <a:xfrm>
          <a:off x="0" y="0"/>
          <a:ext cx="0" cy="0"/>
          <a:chOff x="0" y="0"/>
          <a:chExt cx="0" cy="0"/>
        </a:xfrm>
      </p:grpSpPr>
      <p:sp>
        <p:nvSpPr>
          <p:cNvPr id="150" name="Google Shape;150;p16"/>
          <p:cNvSpPr txBox="1"/>
          <p:nvPr>
            <p:ph type="title"/>
          </p:nvPr>
        </p:nvSpPr>
        <p:spPr>
          <a:xfrm>
            <a:off x="4299850" y="3605100"/>
            <a:ext cx="3936600" cy="548700"/>
          </a:xfrm>
          <a:prstGeom prst="rect">
            <a:avLst/>
          </a:prstGeom>
          <a:solidFill>
            <a:schemeClr val="dk2"/>
          </a:solidFill>
        </p:spPr>
        <p:txBody>
          <a:bodyPr anchorCtr="0" anchor="t" bIns="91425" lIns="91425" spcFirstLastPara="1" rIns="91425" wrap="square" tIns="91425">
            <a:noAutofit/>
          </a:bodyPr>
          <a:lstStyle>
            <a:lvl1pPr lvl="0" rtl="0" algn="ctr">
              <a:spcBef>
                <a:spcPts val="0"/>
              </a:spcBef>
              <a:spcAft>
                <a:spcPts val="0"/>
              </a:spcAft>
              <a:buSzPts val="3000"/>
              <a:buNone/>
              <a:defRPr b="0" sz="2300">
                <a:solidFill>
                  <a:schemeClr val="accent1"/>
                </a:solidFill>
                <a:latin typeface="Syne Medium"/>
                <a:ea typeface="Syne Medium"/>
                <a:cs typeface="Syne Medium"/>
                <a:sym typeface="Syne Medium"/>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51" name="Google Shape;151;p16"/>
          <p:cNvSpPr txBox="1"/>
          <p:nvPr>
            <p:ph idx="1" type="subTitle"/>
          </p:nvPr>
        </p:nvSpPr>
        <p:spPr>
          <a:xfrm>
            <a:off x="4299850" y="971675"/>
            <a:ext cx="3936600" cy="2557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b="1" sz="2500">
                <a:latin typeface="Syne"/>
                <a:ea typeface="Syne"/>
                <a:cs typeface="Syne"/>
                <a:sym typeface="Syne"/>
              </a:defRPr>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
        <p:nvSpPr>
          <p:cNvPr id="152" name="Google Shape;152;p16"/>
          <p:cNvSpPr/>
          <p:nvPr>
            <p:ph idx="2" type="pic"/>
          </p:nvPr>
        </p:nvSpPr>
        <p:spPr>
          <a:xfrm>
            <a:off x="615800" y="539325"/>
            <a:ext cx="3150600" cy="4064400"/>
          </a:xfrm>
          <a:prstGeom prst="rect">
            <a:avLst/>
          </a:prstGeom>
          <a:noFill/>
          <a:ln>
            <a:noFill/>
          </a:ln>
        </p:spPr>
      </p:sp>
      <p:sp>
        <p:nvSpPr>
          <p:cNvPr id="153" name="Google Shape;153;p16"/>
          <p:cNvSpPr/>
          <p:nvPr/>
        </p:nvSpPr>
        <p:spPr>
          <a:xfrm flipH="1">
            <a:off x="8732330" y="306056"/>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6"/>
          <p:cNvSpPr/>
          <p:nvPr/>
        </p:nvSpPr>
        <p:spPr>
          <a:xfrm flipH="1">
            <a:off x="8430765" y="471431"/>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6"/>
          <p:cNvSpPr/>
          <p:nvPr/>
        </p:nvSpPr>
        <p:spPr>
          <a:xfrm flipH="1" rot="5400000">
            <a:off x="5308035" y="4683526"/>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6"/>
          <p:cNvSpPr/>
          <p:nvPr/>
        </p:nvSpPr>
        <p:spPr>
          <a:xfrm flipH="1" rot="5400000">
            <a:off x="5003052" y="4805328"/>
            <a:ext cx="226500" cy="226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6"/>
          <p:cNvSpPr/>
          <p:nvPr/>
        </p:nvSpPr>
        <p:spPr>
          <a:xfrm flipH="1" rot="5400000">
            <a:off x="8732335" y="4307876"/>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6"/>
          <p:cNvSpPr/>
          <p:nvPr/>
        </p:nvSpPr>
        <p:spPr>
          <a:xfrm flipH="1" rot="5400000">
            <a:off x="5033660" y="222626"/>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59" name="Shape 159"/>
        <p:cNvGrpSpPr/>
        <p:nvPr/>
      </p:nvGrpSpPr>
      <p:grpSpPr>
        <a:xfrm>
          <a:off x="0" y="0"/>
          <a:ext cx="0" cy="0"/>
          <a:chOff x="0" y="0"/>
          <a:chExt cx="0" cy="0"/>
        </a:xfrm>
      </p:grpSpPr>
      <p:sp>
        <p:nvSpPr>
          <p:cNvPr id="160" name="Google Shape;160;p17"/>
          <p:cNvSpPr txBox="1"/>
          <p:nvPr>
            <p:ph type="title"/>
          </p:nvPr>
        </p:nvSpPr>
        <p:spPr>
          <a:xfrm>
            <a:off x="720000" y="1320634"/>
            <a:ext cx="3519600" cy="13623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1" name="Google Shape;161;p17"/>
          <p:cNvSpPr txBox="1"/>
          <p:nvPr>
            <p:ph idx="1" type="subTitle"/>
          </p:nvPr>
        </p:nvSpPr>
        <p:spPr>
          <a:xfrm>
            <a:off x="720000" y="2777663"/>
            <a:ext cx="3519600" cy="1045200"/>
          </a:xfrm>
          <a:prstGeom prst="rect">
            <a:avLst/>
          </a:prstGeom>
          <a:solidFill>
            <a:schemeClr val="dk2"/>
          </a:solid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accen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2" name="Google Shape;162;p17"/>
          <p:cNvSpPr/>
          <p:nvPr>
            <p:ph idx="2" type="pic"/>
          </p:nvPr>
        </p:nvSpPr>
        <p:spPr>
          <a:xfrm>
            <a:off x="4492125" y="690300"/>
            <a:ext cx="4904700" cy="3762900"/>
          </a:xfrm>
          <a:prstGeom prst="rect">
            <a:avLst/>
          </a:prstGeom>
          <a:noFill/>
          <a:ln>
            <a:noFill/>
          </a:ln>
        </p:spPr>
      </p:sp>
      <p:sp>
        <p:nvSpPr>
          <p:cNvPr id="163" name="Google Shape;163;p17"/>
          <p:cNvSpPr/>
          <p:nvPr/>
        </p:nvSpPr>
        <p:spPr>
          <a:xfrm rot="5400000">
            <a:off x="2603827" y="4604006"/>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7"/>
          <p:cNvSpPr/>
          <p:nvPr/>
        </p:nvSpPr>
        <p:spPr>
          <a:xfrm rot="5400000">
            <a:off x="2240327" y="4604006"/>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7"/>
          <p:cNvSpPr/>
          <p:nvPr/>
        </p:nvSpPr>
        <p:spPr>
          <a:xfrm flipH="1" rot="-5400000">
            <a:off x="452209" y="665388"/>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7"/>
          <p:cNvSpPr/>
          <p:nvPr/>
        </p:nvSpPr>
        <p:spPr>
          <a:xfrm flipH="1">
            <a:off x="286896" y="830700"/>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7"/>
          <p:cNvSpPr/>
          <p:nvPr/>
        </p:nvSpPr>
        <p:spPr>
          <a:xfrm flipH="1">
            <a:off x="286896" y="1194200"/>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68" name="Shape 168"/>
        <p:cNvGrpSpPr/>
        <p:nvPr/>
      </p:nvGrpSpPr>
      <p:grpSpPr>
        <a:xfrm>
          <a:off x="0" y="0"/>
          <a:ext cx="0" cy="0"/>
          <a:chOff x="0" y="0"/>
          <a:chExt cx="0" cy="0"/>
        </a:xfrm>
      </p:grpSpPr>
      <p:sp>
        <p:nvSpPr>
          <p:cNvPr id="169" name="Google Shape;169;p18"/>
          <p:cNvSpPr txBox="1"/>
          <p:nvPr>
            <p:ph type="title"/>
          </p:nvPr>
        </p:nvSpPr>
        <p:spPr>
          <a:xfrm>
            <a:off x="1272888" y="1324513"/>
            <a:ext cx="2693400" cy="10416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7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0" name="Google Shape;170;p18"/>
          <p:cNvSpPr txBox="1"/>
          <p:nvPr>
            <p:ph idx="1" type="subTitle"/>
          </p:nvPr>
        </p:nvSpPr>
        <p:spPr>
          <a:xfrm>
            <a:off x="1272888" y="2447238"/>
            <a:ext cx="2693400" cy="1041600"/>
          </a:xfrm>
          <a:prstGeom prst="rect">
            <a:avLst/>
          </a:prstGeom>
          <a:solidFill>
            <a:schemeClr val="dk2"/>
          </a:solid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71" name="Google Shape;171;p18"/>
          <p:cNvSpPr/>
          <p:nvPr/>
        </p:nvSpPr>
        <p:spPr>
          <a:xfrm rot="-5400000">
            <a:off x="156875" y="2763796"/>
            <a:ext cx="313200" cy="31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8"/>
          <p:cNvSpPr/>
          <p:nvPr/>
        </p:nvSpPr>
        <p:spPr>
          <a:xfrm rot="-5400000">
            <a:off x="470075" y="3077000"/>
            <a:ext cx="144000" cy="144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8"/>
          <p:cNvSpPr/>
          <p:nvPr/>
        </p:nvSpPr>
        <p:spPr>
          <a:xfrm rot="10800000">
            <a:off x="8640402" y="1927575"/>
            <a:ext cx="246000" cy="246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8"/>
          <p:cNvSpPr/>
          <p:nvPr/>
        </p:nvSpPr>
        <p:spPr>
          <a:xfrm rot="10800000">
            <a:off x="8886500" y="1789662"/>
            <a:ext cx="138000" cy="13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8"/>
          <p:cNvSpPr/>
          <p:nvPr/>
        </p:nvSpPr>
        <p:spPr>
          <a:xfrm rot="10800000">
            <a:off x="5694400" y="4734598"/>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8"/>
          <p:cNvSpPr/>
          <p:nvPr/>
        </p:nvSpPr>
        <p:spPr>
          <a:xfrm rot="10800000">
            <a:off x="3237700" y="4883098"/>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8"/>
          <p:cNvSpPr/>
          <p:nvPr/>
        </p:nvSpPr>
        <p:spPr>
          <a:xfrm rot="-5400000">
            <a:off x="4619389" y="78625"/>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8"/>
          <p:cNvSpPr/>
          <p:nvPr/>
        </p:nvSpPr>
        <p:spPr>
          <a:xfrm rot="-5400000">
            <a:off x="4376111" y="231000"/>
            <a:ext cx="239400" cy="23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8"/>
          <p:cNvSpPr/>
          <p:nvPr/>
        </p:nvSpPr>
        <p:spPr>
          <a:xfrm rot="-5400000">
            <a:off x="4771789" y="231025"/>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80" name="Shape 180"/>
        <p:cNvGrpSpPr/>
        <p:nvPr/>
      </p:nvGrpSpPr>
      <p:grpSpPr>
        <a:xfrm>
          <a:off x="0" y="0"/>
          <a:ext cx="0" cy="0"/>
          <a:chOff x="0" y="0"/>
          <a:chExt cx="0" cy="0"/>
        </a:xfrm>
      </p:grpSpPr>
      <p:sp>
        <p:nvSpPr>
          <p:cNvPr id="181" name="Google Shape;181;p19"/>
          <p:cNvSpPr txBox="1"/>
          <p:nvPr>
            <p:ph type="title"/>
          </p:nvPr>
        </p:nvSpPr>
        <p:spPr>
          <a:xfrm flipH="1">
            <a:off x="5215087" y="1324513"/>
            <a:ext cx="2693400" cy="10416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7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2" name="Google Shape;182;p19"/>
          <p:cNvSpPr txBox="1"/>
          <p:nvPr>
            <p:ph idx="1" type="subTitle"/>
          </p:nvPr>
        </p:nvSpPr>
        <p:spPr>
          <a:xfrm flipH="1">
            <a:off x="5215087" y="2447238"/>
            <a:ext cx="2693400" cy="1041600"/>
          </a:xfrm>
          <a:prstGeom prst="rect">
            <a:avLst/>
          </a:prstGeom>
          <a:solidFill>
            <a:schemeClr val="dk2"/>
          </a:solid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3" name="Google Shape;183;p19"/>
          <p:cNvSpPr/>
          <p:nvPr/>
        </p:nvSpPr>
        <p:spPr>
          <a:xfrm rot="5400000">
            <a:off x="8711300" y="2033227"/>
            <a:ext cx="313200" cy="31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9"/>
          <p:cNvSpPr/>
          <p:nvPr/>
        </p:nvSpPr>
        <p:spPr>
          <a:xfrm rot="5400000">
            <a:off x="8567300" y="1889223"/>
            <a:ext cx="144000" cy="144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9"/>
          <p:cNvSpPr/>
          <p:nvPr/>
        </p:nvSpPr>
        <p:spPr>
          <a:xfrm>
            <a:off x="294973" y="2936648"/>
            <a:ext cx="246000" cy="246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9"/>
          <p:cNvSpPr/>
          <p:nvPr/>
        </p:nvSpPr>
        <p:spPr>
          <a:xfrm>
            <a:off x="156875" y="3182561"/>
            <a:ext cx="138000" cy="13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9"/>
          <p:cNvSpPr/>
          <p:nvPr/>
        </p:nvSpPr>
        <p:spPr>
          <a:xfrm>
            <a:off x="3338475" y="227125"/>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9"/>
          <p:cNvSpPr/>
          <p:nvPr/>
        </p:nvSpPr>
        <p:spPr>
          <a:xfrm>
            <a:off x="5795175" y="78625"/>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9"/>
          <p:cNvSpPr/>
          <p:nvPr/>
        </p:nvSpPr>
        <p:spPr>
          <a:xfrm rot="5400000">
            <a:off x="4413486" y="4883098"/>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9"/>
          <p:cNvSpPr/>
          <p:nvPr/>
        </p:nvSpPr>
        <p:spPr>
          <a:xfrm rot="5400000">
            <a:off x="4565864" y="4639823"/>
            <a:ext cx="239400" cy="23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9"/>
          <p:cNvSpPr/>
          <p:nvPr/>
        </p:nvSpPr>
        <p:spPr>
          <a:xfrm rot="5400000">
            <a:off x="4261086" y="4730698"/>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92" name="Shape 192"/>
        <p:cNvGrpSpPr/>
        <p:nvPr/>
      </p:nvGrpSpPr>
      <p:grpSpPr>
        <a:xfrm>
          <a:off x="0" y="0"/>
          <a:ext cx="0" cy="0"/>
          <a:chOff x="0" y="0"/>
          <a:chExt cx="0" cy="0"/>
        </a:xfrm>
      </p:grpSpPr>
      <p:sp>
        <p:nvSpPr>
          <p:cNvPr id="193" name="Google Shape;193;p20"/>
          <p:cNvSpPr txBox="1"/>
          <p:nvPr>
            <p:ph idx="1" type="subTitle"/>
          </p:nvPr>
        </p:nvSpPr>
        <p:spPr>
          <a:xfrm>
            <a:off x="1269200" y="2394250"/>
            <a:ext cx="2816400" cy="10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4" name="Google Shape;194;p20"/>
          <p:cNvSpPr txBox="1"/>
          <p:nvPr>
            <p:ph idx="2" type="subTitle"/>
          </p:nvPr>
        </p:nvSpPr>
        <p:spPr>
          <a:xfrm>
            <a:off x="1269100" y="2099750"/>
            <a:ext cx="2816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5" name="Google Shape;195;p20"/>
          <p:cNvSpPr txBox="1"/>
          <p:nvPr>
            <p:ph idx="3" type="subTitle"/>
          </p:nvPr>
        </p:nvSpPr>
        <p:spPr>
          <a:xfrm>
            <a:off x="5058500" y="3149250"/>
            <a:ext cx="2816400" cy="10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6" name="Google Shape;196;p20"/>
          <p:cNvSpPr txBox="1"/>
          <p:nvPr>
            <p:ph idx="4" type="subTitle"/>
          </p:nvPr>
        </p:nvSpPr>
        <p:spPr>
          <a:xfrm>
            <a:off x="5058398" y="2854750"/>
            <a:ext cx="2816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7" name="Google Shape;197;p20"/>
          <p:cNvSpPr/>
          <p:nvPr/>
        </p:nvSpPr>
        <p:spPr>
          <a:xfrm rot="10800000">
            <a:off x="264945" y="3027325"/>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0"/>
          <p:cNvSpPr/>
          <p:nvPr/>
        </p:nvSpPr>
        <p:spPr>
          <a:xfrm rot="10800000">
            <a:off x="403726" y="3166119"/>
            <a:ext cx="253500" cy="25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0"/>
          <p:cNvSpPr/>
          <p:nvPr/>
        </p:nvSpPr>
        <p:spPr>
          <a:xfrm flipH="1" rot="10800000">
            <a:off x="264926" y="3493228"/>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0"/>
          <p:cNvSpPr/>
          <p:nvPr/>
        </p:nvSpPr>
        <p:spPr>
          <a:xfrm flipH="1" rot="10800000">
            <a:off x="87526" y="3638349"/>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0"/>
          <p:cNvSpPr/>
          <p:nvPr/>
        </p:nvSpPr>
        <p:spPr>
          <a:xfrm flipH="1">
            <a:off x="8542725" y="2227800"/>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0"/>
          <p:cNvSpPr/>
          <p:nvPr/>
        </p:nvSpPr>
        <p:spPr>
          <a:xfrm flipH="1">
            <a:off x="8713976" y="1932049"/>
            <a:ext cx="295800" cy="29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0"/>
          <p:cNvSpPr/>
          <p:nvPr/>
        </p:nvSpPr>
        <p:spPr>
          <a:xfrm flipH="1" rot="5400000">
            <a:off x="3996614" y="4894188"/>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0"/>
          <p:cNvSpPr/>
          <p:nvPr/>
        </p:nvSpPr>
        <p:spPr>
          <a:xfrm flipH="1" rot="5400000">
            <a:off x="4343464" y="4722888"/>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0"/>
          <p:cNvSpPr/>
          <p:nvPr/>
        </p:nvSpPr>
        <p:spPr>
          <a:xfrm flipH="1" rot="5400000">
            <a:off x="3701262" y="4604312"/>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0"/>
          <p:cNvSpPr txBox="1"/>
          <p:nvPr>
            <p:ph type="title"/>
          </p:nvPr>
        </p:nvSpPr>
        <p:spPr>
          <a:xfrm>
            <a:off x="720025" y="503040"/>
            <a:ext cx="7704000" cy="10572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207" name="Shape 207"/>
        <p:cNvGrpSpPr/>
        <p:nvPr/>
      </p:nvGrpSpPr>
      <p:grpSpPr>
        <a:xfrm>
          <a:off x="0" y="0"/>
          <a:ext cx="0" cy="0"/>
          <a:chOff x="0" y="0"/>
          <a:chExt cx="0" cy="0"/>
        </a:xfrm>
      </p:grpSpPr>
      <p:sp>
        <p:nvSpPr>
          <p:cNvPr id="208" name="Google Shape;208;p21"/>
          <p:cNvSpPr txBox="1"/>
          <p:nvPr>
            <p:ph idx="1" type="subTitle"/>
          </p:nvPr>
        </p:nvSpPr>
        <p:spPr>
          <a:xfrm>
            <a:off x="4720165" y="1286550"/>
            <a:ext cx="3097200" cy="287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9" name="Google Shape;209;p21"/>
          <p:cNvSpPr txBox="1"/>
          <p:nvPr>
            <p:ph idx="2" type="subTitle"/>
          </p:nvPr>
        </p:nvSpPr>
        <p:spPr>
          <a:xfrm>
            <a:off x="1326637" y="1286550"/>
            <a:ext cx="3097200" cy="287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0" name="Google Shape;210;p21"/>
          <p:cNvSpPr/>
          <p:nvPr/>
        </p:nvSpPr>
        <p:spPr>
          <a:xfrm flipH="1" rot="5400000">
            <a:off x="8711300" y="2763796"/>
            <a:ext cx="313200" cy="31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1"/>
          <p:cNvSpPr/>
          <p:nvPr/>
        </p:nvSpPr>
        <p:spPr>
          <a:xfrm flipH="1" rot="5400000">
            <a:off x="8567300" y="3077000"/>
            <a:ext cx="144000" cy="144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1"/>
          <p:cNvSpPr/>
          <p:nvPr/>
        </p:nvSpPr>
        <p:spPr>
          <a:xfrm flipH="1" rot="10800000">
            <a:off x="294973" y="1927575"/>
            <a:ext cx="246000" cy="246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1"/>
          <p:cNvSpPr/>
          <p:nvPr/>
        </p:nvSpPr>
        <p:spPr>
          <a:xfrm flipH="1" rot="10800000">
            <a:off x="156875" y="1789662"/>
            <a:ext cx="138000" cy="13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1"/>
          <p:cNvSpPr/>
          <p:nvPr/>
        </p:nvSpPr>
        <p:spPr>
          <a:xfrm flipH="1" rot="10800000">
            <a:off x="3338475" y="4734598"/>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1"/>
          <p:cNvSpPr/>
          <p:nvPr/>
        </p:nvSpPr>
        <p:spPr>
          <a:xfrm flipH="1" rot="10800000">
            <a:off x="5795175" y="4883098"/>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1"/>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AND_TWO_COLUMNS_1_1_1">
    <p:spTree>
      <p:nvGrpSpPr>
        <p:cNvPr id="217" name="Shape 217"/>
        <p:cNvGrpSpPr/>
        <p:nvPr/>
      </p:nvGrpSpPr>
      <p:grpSpPr>
        <a:xfrm>
          <a:off x="0" y="0"/>
          <a:ext cx="0" cy="0"/>
          <a:chOff x="0" y="0"/>
          <a:chExt cx="0" cy="0"/>
        </a:xfrm>
      </p:grpSpPr>
      <p:sp>
        <p:nvSpPr>
          <p:cNvPr id="218" name="Google Shape;218;p22"/>
          <p:cNvSpPr txBox="1"/>
          <p:nvPr>
            <p:ph idx="1" type="subTitle"/>
          </p:nvPr>
        </p:nvSpPr>
        <p:spPr>
          <a:xfrm>
            <a:off x="720025" y="1532675"/>
            <a:ext cx="4101600" cy="233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b="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219" name="Google Shape;219;p22"/>
          <p:cNvSpPr/>
          <p:nvPr/>
        </p:nvSpPr>
        <p:spPr>
          <a:xfrm flipH="1">
            <a:off x="8567298" y="4375398"/>
            <a:ext cx="313200" cy="31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2"/>
          <p:cNvSpPr/>
          <p:nvPr/>
        </p:nvSpPr>
        <p:spPr>
          <a:xfrm flipH="1">
            <a:off x="8880502" y="4688598"/>
            <a:ext cx="144000" cy="144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2"/>
          <p:cNvSpPr/>
          <p:nvPr/>
        </p:nvSpPr>
        <p:spPr>
          <a:xfrm flipH="1" rot="-5400000">
            <a:off x="156967" y="485555"/>
            <a:ext cx="246000" cy="24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2"/>
          <p:cNvSpPr/>
          <p:nvPr/>
        </p:nvSpPr>
        <p:spPr>
          <a:xfrm flipH="1" rot="-5400000">
            <a:off x="402881" y="347457"/>
            <a:ext cx="138000" cy="13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2"/>
          <p:cNvSpPr/>
          <p:nvPr/>
        </p:nvSpPr>
        <p:spPr>
          <a:xfrm flipH="1" rot="10800000">
            <a:off x="338100" y="3934498"/>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2"/>
          <p:cNvSpPr/>
          <p:nvPr/>
        </p:nvSpPr>
        <p:spPr>
          <a:xfrm flipH="1" rot="10800000">
            <a:off x="2461425" y="4883098"/>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2"/>
          <p:cNvSpPr/>
          <p:nvPr/>
        </p:nvSpPr>
        <p:spPr>
          <a:xfrm flipH="1" rot="10800000">
            <a:off x="8573450" y="1286548"/>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2"/>
          <p:cNvSpPr/>
          <p:nvPr/>
        </p:nvSpPr>
        <p:spPr>
          <a:xfrm flipH="1" rot="10800000">
            <a:off x="8725850" y="1438948"/>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2"/>
          <p:cNvSpPr txBox="1"/>
          <p:nvPr>
            <p:ph idx="2" type="body"/>
          </p:nvPr>
        </p:nvSpPr>
        <p:spPr>
          <a:xfrm>
            <a:off x="720000" y="1045965"/>
            <a:ext cx="7704000" cy="3438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228" name="Google Shape;228;p22"/>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TITLE_AND_TWO_COLUMNS_1_1_1_1">
    <p:spTree>
      <p:nvGrpSpPr>
        <p:cNvPr id="229" name="Shape 229"/>
        <p:cNvGrpSpPr/>
        <p:nvPr/>
      </p:nvGrpSpPr>
      <p:grpSpPr>
        <a:xfrm>
          <a:off x="0" y="0"/>
          <a:ext cx="0" cy="0"/>
          <a:chOff x="0" y="0"/>
          <a:chExt cx="0" cy="0"/>
        </a:xfrm>
      </p:grpSpPr>
      <p:sp>
        <p:nvSpPr>
          <p:cNvPr id="230" name="Google Shape;230;p23"/>
          <p:cNvSpPr/>
          <p:nvPr/>
        </p:nvSpPr>
        <p:spPr>
          <a:xfrm>
            <a:off x="300972" y="4375398"/>
            <a:ext cx="313200" cy="31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3"/>
          <p:cNvSpPr/>
          <p:nvPr/>
        </p:nvSpPr>
        <p:spPr>
          <a:xfrm>
            <a:off x="156967" y="4688598"/>
            <a:ext cx="144000" cy="144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3"/>
          <p:cNvSpPr/>
          <p:nvPr/>
        </p:nvSpPr>
        <p:spPr>
          <a:xfrm rot="5400000">
            <a:off x="8778502" y="485555"/>
            <a:ext cx="246000" cy="24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3"/>
          <p:cNvSpPr/>
          <p:nvPr/>
        </p:nvSpPr>
        <p:spPr>
          <a:xfrm rot="5400000">
            <a:off x="8640589" y="347457"/>
            <a:ext cx="138000" cy="13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3"/>
          <p:cNvSpPr/>
          <p:nvPr/>
        </p:nvSpPr>
        <p:spPr>
          <a:xfrm rot="10800000">
            <a:off x="8694869" y="3934498"/>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3"/>
          <p:cNvSpPr/>
          <p:nvPr/>
        </p:nvSpPr>
        <p:spPr>
          <a:xfrm rot="10800000">
            <a:off x="6571544" y="4883098"/>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3"/>
          <p:cNvSpPr/>
          <p:nvPr/>
        </p:nvSpPr>
        <p:spPr>
          <a:xfrm rot="10800000">
            <a:off x="459519" y="1286548"/>
            <a:ext cx="148500" cy="14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3"/>
          <p:cNvSpPr/>
          <p:nvPr/>
        </p:nvSpPr>
        <p:spPr>
          <a:xfrm rot="10800000">
            <a:off x="307119" y="1438948"/>
            <a:ext cx="148500" cy="14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3"/>
          <p:cNvSpPr txBox="1"/>
          <p:nvPr>
            <p:ph idx="1" type="subTitle"/>
          </p:nvPr>
        </p:nvSpPr>
        <p:spPr>
          <a:xfrm>
            <a:off x="4747879" y="1532675"/>
            <a:ext cx="3676200" cy="30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b="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239" name="Google Shape;239;p23"/>
          <p:cNvSpPr txBox="1"/>
          <p:nvPr>
            <p:ph idx="2" type="subTitle"/>
          </p:nvPr>
        </p:nvSpPr>
        <p:spPr>
          <a:xfrm>
            <a:off x="720025" y="1532675"/>
            <a:ext cx="3676200" cy="30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b="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240" name="Google Shape;240;p23"/>
          <p:cNvSpPr txBox="1"/>
          <p:nvPr>
            <p:ph idx="3" type="body"/>
          </p:nvPr>
        </p:nvSpPr>
        <p:spPr>
          <a:xfrm>
            <a:off x="720000" y="1045965"/>
            <a:ext cx="7704000" cy="3438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241" name="Google Shape;241;p23"/>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42" name="Shape 242"/>
        <p:cNvGrpSpPr/>
        <p:nvPr/>
      </p:nvGrpSpPr>
      <p:grpSpPr>
        <a:xfrm>
          <a:off x="0" y="0"/>
          <a:ext cx="0" cy="0"/>
          <a:chOff x="0" y="0"/>
          <a:chExt cx="0" cy="0"/>
        </a:xfrm>
      </p:grpSpPr>
      <p:sp>
        <p:nvSpPr>
          <p:cNvPr id="243" name="Google Shape;243;p24"/>
          <p:cNvSpPr txBox="1"/>
          <p:nvPr>
            <p:ph idx="1" type="subTitle"/>
          </p:nvPr>
        </p:nvSpPr>
        <p:spPr>
          <a:xfrm>
            <a:off x="720100" y="2549775"/>
            <a:ext cx="2234400" cy="79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4" name="Google Shape;244;p24"/>
          <p:cNvSpPr txBox="1"/>
          <p:nvPr>
            <p:ph idx="2" type="subTitle"/>
          </p:nvPr>
        </p:nvSpPr>
        <p:spPr>
          <a:xfrm>
            <a:off x="720025" y="2255275"/>
            <a:ext cx="2234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5" name="Google Shape;245;p24"/>
          <p:cNvSpPr txBox="1"/>
          <p:nvPr>
            <p:ph idx="3" type="subTitle"/>
          </p:nvPr>
        </p:nvSpPr>
        <p:spPr>
          <a:xfrm>
            <a:off x="3454851" y="2549775"/>
            <a:ext cx="2234400" cy="79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6" name="Google Shape;246;p24"/>
          <p:cNvSpPr txBox="1"/>
          <p:nvPr>
            <p:ph idx="4" type="subTitle"/>
          </p:nvPr>
        </p:nvSpPr>
        <p:spPr>
          <a:xfrm>
            <a:off x="3454737" y="2255275"/>
            <a:ext cx="2234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7" name="Google Shape;247;p24"/>
          <p:cNvSpPr/>
          <p:nvPr/>
        </p:nvSpPr>
        <p:spPr>
          <a:xfrm flipH="1" rot="10800000">
            <a:off x="420426" y="1121703"/>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4"/>
          <p:cNvSpPr/>
          <p:nvPr/>
        </p:nvSpPr>
        <p:spPr>
          <a:xfrm flipH="1" rot="10800000">
            <a:off x="243026" y="1266824"/>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4"/>
          <p:cNvSpPr/>
          <p:nvPr/>
        </p:nvSpPr>
        <p:spPr>
          <a:xfrm>
            <a:off x="8838476" y="3445000"/>
            <a:ext cx="171300" cy="17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4"/>
          <p:cNvSpPr/>
          <p:nvPr/>
        </p:nvSpPr>
        <p:spPr>
          <a:xfrm>
            <a:off x="8542725" y="3149249"/>
            <a:ext cx="295800" cy="29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4"/>
          <p:cNvSpPr/>
          <p:nvPr/>
        </p:nvSpPr>
        <p:spPr>
          <a:xfrm rot="-5400000">
            <a:off x="2988362" y="4894188"/>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4"/>
          <p:cNvSpPr/>
          <p:nvPr/>
        </p:nvSpPr>
        <p:spPr>
          <a:xfrm rot="-5400000">
            <a:off x="2641512" y="4722888"/>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4"/>
          <p:cNvSpPr/>
          <p:nvPr/>
        </p:nvSpPr>
        <p:spPr>
          <a:xfrm rot="-5400000">
            <a:off x="3159214" y="4604312"/>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4"/>
          <p:cNvSpPr txBox="1"/>
          <p:nvPr>
            <p:ph idx="5" type="subTitle"/>
          </p:nvPr>
        </p:nvSpPr>
        <p:spPr>
          <a:xfrm>
            <a:off x="6189602" y="2549775"/>
            <a:ext cx="2234400" cy="79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55" name="Google Shape;255;p24"/>
          <p:cNvSpPr txBox="1"/>
          <p:nvPr>
            <p:ph idx="6" type="subTitle"/>
          </p:nvPr>
        </p:nvSpPr>
        <p:spPr>
          <a:xfrm>
            <a:off x="6189530" y="2255275"/>
            <a:ext cx="2234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56" name="Google Shape;256;p24"/>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2">
    <p:spTree>
      <p:nvGrpSpPr>
        <p:cNvPr id="257" name="Shape 257"/>
        <p:cNvGrpSpPr/>
        <p:nvPr/>
      </p:nvGrpSpPr>
      <p:grpSpPr>
        <a:xfrm>
          <a:off x="0" y="0"/>
          <a:ext cx="0" cy="0"/>
          <a:chOff x="0" y="0"/>
          <a:chExt cx="0" cy="0"/>
        </a:xfrm>
      </p:grpSpPr>
      <p:sp>
        <p:nvSpPr>
          <p:cNvPr id="258" name="Google Shape;258;p25"/>
          <p:cNvSpPr txBox="1"/>
          <p:nvPr>
            <p:ph idx="1" type="subTitle"/>
          </p:nvPr>
        </p:nvSpPr>
        <p:spPr>
          <a:xfrm>
            <a:off x="979141" y="2166150"/>
            <a:ext cx="2240700" cy="123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59" name="Google Shape;259;p25"/>
          <p:cNvSpPr txBox="1"/>
          <p:nvPr>
            <p:ph hasCustomPrompt="1" type="title"/>
          </p:nvPr>
        </p:nvSpPr>
        <p:spPr>
          <a:xfrm>
            <a:off x="1086000" y="1256225"/>
            <a:ext cx="1076100" cy="484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atin typeface="Syne SemiBold"/>
                <a:ea typeface="Syne SemiBold"/>
                <a:cs typeface="Syne SemiBold"/>
                <a:sym typeface="Syne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0" name="Google Shape;260;p25"/>
          <p:cNvSpPr txBox="1"/>
          <p:nvPr>
            <p:ph idx="2" type="subTitle"/>
          </p:nvPr>
        </p:nvSpPr>
        <p:spPr>
          <a:xfrm>
            <a:off x="979036" y="1871650"/>
            <a:ext cx="22407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61" name="Google Shape;261;p25"/>
          <p:cNvSpPr/>
          <p:nvPr/>
        </p:nvSpPr>
        <p:spPr>
          <a:xfrm flipH="1">
            <a:off x="2908017" y="466206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5"/>
          <p:cNvSpPr/>
          <p:nvPr/>
        </p:nvSpPr>
        <p:spPr>
          <a:xfrm flipH="1">
            <a:off x="2692851" y="4827448"/>
            <a:ext cx="215100" cy="215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5"/>
          <p:cNvSpPr/>
          <p:nvPr/>
        </p:nvSpPr>
        <p:spPr>
          <a:xfrm>
            <a:off x="6445177" y="4827394"/>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5"/>
          <p:cNvSpPr/>
          <p:nvPr/>
        </p:nvSpPr>
        <p:spPr>
          <a:xfrm rot="-5400000">
            <a:off x="6610490" y="4662081"/>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5"/>
          <p:cNvSpPr/>
          <p:nvPr/>
        </p:nvSpPr>
        <p:spPr>
          <a:xfrm rot="-5400000">
            <a:off x="6973990" y="4662081"/>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5"/>
          <p:cNvSpPr/>
          <p:nvPr/>
        </p:nvSpPr>
        <p:spPr>
          <a:xfrm rot="-5400000">
            <a:off x="8566809" y="3193703"/>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5"/>
          <p:cNvSpPr/>
          <p:nvPr/>
        </p:nvSpPr>
        <p:spPr>
          <a:xfrm rot="-5400000">
            <a:off x="8732184" y="2892138"/>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5"/>
          <p:cNvSpPr/>
          <p:nvPr/>
        </p:nvSpPr>
        <p:spPr>
          <a:xfrm flipH="1" rot="-5400000">
            <a:off x="335184" y="1057413"/>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5"/>
          <p:cNvSpPr/>
          <p:nvPr/>
        </p:nvSpPr>
        <p:spPr>
          <a:xfrm flipH="1">
            <a:off x="169871" y="1222725"/>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5"/>
          <p:cNvSpPr/>
          <p:nvPr/>
        </p:nvSpPr>
        <p:spPr>
          <a:xfrm flipH="1">
            <a:off x="169871" y="1586225"/>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5"/>
          <p:cNvSpPr txBox="1"/>
          <p:nvPr>
            <p:ph idx="3" type="subTitle"/>
          </p:nvPr>
        </p:nvSpPr>
        <p:spPr>
          <a:xfrm>
            <a:off x="3451702" y="2766025"/>
            <a:ext cx="2240700" cy="123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2" name="Google Shape;272;p25"/>
          <p:cNvSpPr txBox="1"/>
          <p:nvPr>
            <p:ph hasCustomPrompt="1" idx="4" type="title"/>
          </p:nvPr>
        </p:nvSpPr>
        <p:spPr>
          <a:xfrm>
            <a:off x="3558562" y="1856100"/>
            <a:ext cx="1076100" cy="484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atin typeface="Syne SemiBold"/>
                <a:ea typeface="Syne SemiBold"/>
                <a:cs typeface="Syne SemiBold"/>
                <a:sym typeface="Syne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3" name="Google Shape;273;p25"/>
          <p:cNvSpPr txBox="1"/>
          <p:nvPr>
            <p:ph idx="5" type="subTitle"/>
          </p:nvPr>
        </p:nvSpPr>
        <p:spPr>
          <a:xfrm>
            <a:off x="3451599" y="2471525"/>
            <a:ext cx="22407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74" name="Google Shape;274;p25"/>
          <p:cNvSpPr txBox="1"/>
          <p:nvPr>
            <p:ph idx="6" type="subTitle"/>
          </p:nvPr>
        </p:nvSpPr>
        <p:spPr>
          <a:xfrm>
            <a:off x="5924264" y="3365900"/>
            <a:ext cx="2240700" cy="123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5" name="Google Shape;275;p25"/>
          <p:cNvSpPr txBox="1"/>
          <p:nvPr>
            <p:ph hasCustomPrompt="1" idx="7" type="title"/>
          </p:nvPr>
        </p:nvSpPr>
        <p:spPr>
          <a:xfrm>
            <a:off x="6031125" y="2455975"/>
            <a:ext cx="1076100" cy="4848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atin typeface="Syne SemiBold"/>
                <a:ea typeface="Syne SemiBold"/>
                <a:cs typeface="Syne SemiBold"/>
                <a:sym typeface="Syne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6" name="Google Shape;276;p25"/>
          <p:cNvSpPr txBox="1"/>
          <p:nvPr>
            <p:ph idx="8" type="subTitle"/>
          </p:nvPr>
        </p:nvSpPr>
        <p:spPr>
          <a:xfrm>
            <a:off x="5924163" y="3071400"/>
            <a:ext cx="22407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77" name="Google Shape;277;p25"/>
          <p:cNvSpPr txBox="1"/>
          <p:nvPr>
            <p:ph idx="9"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78" name="Shape 278"/>
        <p:cNvGrpSpPr/>
        <p:nvPr/>
      </p:nvGrpSpPr>
      <p:grpSpPr>
        <a:xfrm>
          <a:off x="0" y="0"/>
          <a:ext cx="0" cy="0"/>
          <a:chOff x="0" y="0"/>
          <a:chExt cx="0" cy="0"/>
        </a:xfrm>
      </p:grpSpPr>
      <p:sp>
        <p:nvSpPr>
          <p:cNvPr id="279" name="Google Shape;279;p26"/>
          <p:cNvSpPr txBox="1"/>
          <p:nvPr>
            <p:ph idx="1" type="subTitle"/>
          </p:nvPr>
        </p:nvSpPr>
        <p:spPr>
          <a:xfrm>
            <a:off x="1458850" y="2044350"/>
            <a:ext cx="20067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0" name="Google Shape;280;p26"/>
          <p:cNvSpPr txBox="1"/>
          <p:nvPr>
            <p:ph idx="2" type="subTitle"/>
          </p:nvPr>
        </p:nvSpPr>
        <p:spPr>
          <a:xfrm>
            <a:off x="1458775" y="1749850"/>
            <a:ext cx="20067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1" name="Google Shape;281;p26"/>
          <p:cNvSpPr txBox="1"/>
          <p:nvPr>
            <p:ph idx="3" type="subTitle"/>
          </p:nvPr>
        </p:nvSpPr>
        <p:spPr>
          <a:xfrm>
            <a:off x="3915100" y="2044350"/>
            <a:ext cx="20067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2" name="Google Shape;282;p26"/>
          <p:cNvSpPr txBox="1"/>
          <p:nvPr>
            <p:ph idx="4" type="subTitle"/>
          </p:nvPr>
        </p:nvSpPr>
        <p:spPr>
          <a:xfrm>
            <a:off x="3914998" y="1749850"/>
            <a:ext cx="20067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3" name="Google Shape;283;p26"/>
          <p:cNvSpPr/>
          <p:nvPr/>
        </p:nvSpPr>
        <p:spPr>
          <a:xfrm flipH="1" rot="10800000">
            <a:off x="8751631" y="4410531"/>
            <a:ext cx="119700" cy="119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6"/>
          <p:cNvSpPr/>
          <p:nvPr/>
        </p:nvSpPr>
        <p:spPr>
          <a:xfrm flipH="1" rot="10800000">
            <a:off x="8509913" y="4608161"/>
            <a:ext cx="189300" cy="18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6"/>
          <p:cNvSpPr/>
          <p:nvPr/>
        </p:nvSpPr>
        <p:spPr>
          <a:xfrm>
            <a:off x="1704451" y="4899750"/>
            <a:ext cx="171300" cy="17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a:off x="1408700" y="4603999"/>
            <a:ext cx="295800" cy="29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6"/>
          <p:cNvSpPr/>
          <p:nvPr/>
        </p:nvSpPr>
        <p:spPr>
          <a:xfrm rot="10800000">
            <a:off x="8832751" y="655101"/>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6"/>
          <p:cNvSpPr/>
          <p:nvPr/>
        </p:nvSpPr>
        <p:spPr>
          <a:xfrm rot="10800000">
            <a:off x="8661451" y="1001951"/>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6"/>
          <p:cNvSpPr txBox="1"/>
          <p:nvPr>
            <p:ph idx="5" type="subTitle"/>
          </p:nvPr>
        </p:nvSpPr>
        <p:spPr>
          <a:xfrm>
            <a:off x="3222275" y="3471425"/>
            <a:ext cx="20067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0" name="Google Shape;290;p26"/>
          <p:cNvSpPr txBox="1"/>
          <p:nvPr>
            <p:ph idx="6" type="subTitle"/>
          </p:nvPr>
        </p:nvSpPr>
        <p:spPr>
          <a:xfrm>
            <a:off x="3222209" y="3176925"/>
            <a:ext cx="20067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1" name="Google Shape;291;p26"/>
          <p:cNvSpPr txBox="1"/>
          <p:nvPr>
            <p:ph idx="7" type="subTitle"/>
          </p:nvPr>
        </p:nvSpPr>
        <p:spPr>
          <a:xfrm>
            <a:off x="5678528" y="3471425"/>
            <a:ext cx="20067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2" name="Google Shape;292;p26"/>
          <p:cNvSpPr txBox="1"/>
          <p:nvPr>
            <p:ph idx="8" type="subTitle"/>
          </p:nvPr>
        </p:nvSpPr>
        <p:spPr>
          <a:xfrm>
            <a:off x="5678432" y="3176925"/>
            <a:ext cx="20067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3" name="Google Shape;293;p26"/>
          <p:cNvSpPr/>
          <p:nvPr/>
        </p:nvSpPr>
        <p:spPr>
          <a:xfrm flipH="1" rot="10800000">
            <a:off x="340907" y="2136850"/>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6"/>
          <p:cNvSpPr/>
          <p:nvPr/>
        </p:nvSpPr>
        <p:spPr>
          <a:xfrm flipH="1" rot="10800000">
            <a:off x="87526" y="2275644"/>
            <a:ext cx="253500" cy="25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6"/>
          <p:cNvSpPr/>
          <p:nvPr/>
        </p:nvSpPr>
        <p:spPr>
          <a:xfrm rot="10800000">
            <a:off x="391926" y="2602753"/>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6"/>
          <p:cNvSpPr/>
          <p:nvPr/>
        </p:nvSpPr>
        <p:spPr>
          <a:xfrm rot="10800000">
            <a:off x="518326" y="2747874"/>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6"/>
          <p:cNvSpPr txBox="1"/>
          <p:nvPr>
            <p:ph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98" name="Shape 298"/>
        <p:cNvGrpSpPr/>
        <p:nvPr/>
      </p:nvGrpSpPr>
      <p:grpSpPr>
        <a:xfrm>
          <a:off x="0" y="0"/>
          <a:ext cx="0" cy="0"/>
          <a:chOff x="0" y="0"/>
          <a:chExt cx="0" cy="0"/>
        </a:xfrm>
      </p:grpSpPr>
      <p:sp>
        <p:nvSpPr>
          <p:cNvPr id="299" name="Google Shape;299;p27"/>
          <p:cNvSpPr txBox="1"/>
          <p:nvPr>
            <p:ph idx="1" type="subTitle"/>
          </p:nvPr>
        </p:nvSpPr>
        <p:spPr>
          <a:xfrm>
            <a:off x="720100" y="2394200"/>
            <a:ext cx="2039400" cy="6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0" name="Google Shape;300;p27"/>
          <p:cNvSpPr txBox="1"/>
          <p:nvPr>
            <p:ph idx="2" type="subTitle"/>
          </p:nvPr>
        </p:nvSpPr>
        <p:spPr>
          <a:xfrm>
            <a:off x="720025" y="2099700"/>
            <a:ext cx="2039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1" name="Google Shape;301;p27"/>
          <p:cNvSpPr/>
          <p:nvPr/>
        </p:nvSpPr>
        <p:spPr>
          <a:xfrm flipH="1" rot="10800000">
            <a:off x="8790360" y="2394250"/>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7"/>
          <p:cNvSpPr/>
          <p:nvPr/>
        </p:nvSpPr>
        <p:spPr>
          <a:xfrm flipH="1" rot="10800000">
            <a:off x="8536978" y="2533044"/>
            <a:ext cx="253500" cy="25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7"/>
          <p:cNvSpPr/>
          <p:nvPr/>
        </p:nvSpPr>
        <p:spPr>
          <a:xfrm rot="10800000">
            <a:off x="8841378" y="2860153"/>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7"/>
          <p:cNvSpPr/>
          <p:nvPr/>
        </p:nvSpPr>
        <p:spPr>
          <a:xfrm rot="10800000">
            <a:off x="8967778" y="3005274"/>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7"/>
          <p:cNvSpPr/>
          <p:nvPr/>
        </p:nvSpPr>
        <p:spPr>
          <a:xfrm>
            <a:off x="383277" y="2227800"/>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7"/>
          <p:cNvSpPr/>
          <p:nvPr/>
        </p:nvSpPr>
        <p:spPr>
          <a:xfrm>
            <a:off x="87526" y="1932049"/>
            <a:ext cx="295800" cy="29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7"/>
          <p:cNvSpPr/>
          <p:nvPr/>
        </p:nvSpPr>
        <p:spPr>
          <a:xfrm rot="-5400000">
            <a:off x="4929388" y="4894188"/>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7"/>
          <p:cNvSpPr/>
          <p:nvPr/>
        </p:nvSpPr>
        <p:spPr>
          <a:xfrm rot="-5400000">
            <a:off x="4582538" y="4722888"/>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7"/>
          <p:cNvSpPr/>
          <p:nvPr/>
        </p:nvSpPr>
        <p:spPr>
          <a:xfrm rot="-5400000">
            <a:off x="5100240" y="4604312"/>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7"/>
          <p:cNvSpPr txBox="1"/>
          <p:nvPr>
            <p:ph idx="3" type="subTitle"/>
          </p:nvPr>
        </p:nvSpPr>
        <p:spPr>
          <a:xfrm>
            <a:off x="720150" y="3654650"/>
            <a:ext cx="2039400" cy="6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1" name="Google Shape;311;p27"/>
          <p:cNvSpPr txBox="1"/>
          <p:nvPr>
            <p:ph idx="4" type="subTitle"/>
          </p:nvPr>
        </p:nvSpPr>
        <p:spPr>
          <a:xfrm>
            <a:off x="720062" y="3360150"/>
            <a:ext cx="2039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2" name="Google Shape;312;p27"/>
          <p:cNvSpPr txBox="1"/>
          <p:nvPr>
            <p:ph idx="5" type="subTitle"/>
          </p:nvPr>
        </p:nvSpPr>
        <p:spPr>
          <a:xfrm>
            <a:off x="3552338" y="2394200"/>
            <a:ext cx="2039400" cy="6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3" name="Google Shape;313;p27"/>
          <p:cNvSpPr txBox="1"/>
          <p:nvPr>
            <p:ph idx="6" type="subTitle"/>
          </p:nvPr>
        </p:nvSpPr>
        <p:spPr>
          <a:xfrm>
            <a:off x="3552262" y="2099700"/>
            <a:ext cx="2039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4" name="Google Shape;314;p27"/>
          <p:cNvSpPr txBox="1"/>
          <p:nvPr>
            <p:ph idx="7" type="subTitle"/>
          </p:nvPr>
        </p:nvSpPr>
        <p:spPr>
          <a:xfrm>
            <a:off x="3552388" y="3654650"/>
            <a:ext cx="2039400" cy="6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5" name="Google Shape;315;p27"/>
          <p:cNvSpPr txBox="1"/>
          <p:nvPr>
            <p:ph idx="8" type="subTitle"/>
          </p:nvPr>
        </p:nvSpPr>
        <p:spPr>
          <a:xfrm>
            <a:off x="3552300" y="3360150"/>
            <a:ext cx="2039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6" name="Google Shape;316;p27"/>
          <p:cNvSpPr txBox="1"/>
          <p:nvPr>
            <p:ph idx="9" type="subTitle"/>
          </p:nvPr>
        </p:nvSpPr>
        <p:spPr>
          <a:xfrm>
            <a:off x="6384575" y="2394200"/>
            <a:ext cx="2039400" cy="6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7" name="Google Shape;317;p27"/>
          <p:cNvSpPr txBox="1"/>
          <p:nvPr>
            <p:ph idx="13" type="subTitle"/>
          </p:nvPr>
        </p:nvSpPr>
        <p:spPr>
          <a:xfrm>
            <a:off x="6384500" y="2099700"/>
            <a:ext cx="2039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8" name="Google Shape;318;p27"/>
          <p:cNvSpPr txBox="1"/>
          <p:nvPr>
            <p:ph idx="14" type="subTitle"/>
          </p:nvPr>
        </p:nvSpPr>
        <p:spPr>
          <a:xfrm>
            <a:off x="6384625" y="3654650"/>
            <a:ext cx="2039400" cy="6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9" name="Google Shape;319;p27"/>
          <p:cNvSpPr txBox="1"/>
          <p:nvPr>
            <p:ph idx="15" type="subTitle"/>
          </p:nvPr>
        </p:nvSpPr>
        <p:spPr>
          <a:xfrm>
            <a:off x="6384537" y="3360150"/>
            <a:ext cx="20394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20" name="Google Shape;320;p27"/>
          <p:cNvSpPr txBox="1"/>
          <p:nvPr>
            <p:ph type="title"/>
          </p:nvPr>
        </p:nvSpPr>
        <p:spPr>
          <a:xfrm>
            <a:off x="720025" y="503040"/>
            <a:ext cx="7704000" cy="10572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21" name="Shape 321"/>
        <p:cNvGrpSpPr/>
        <p:nvPr/>
      </p:nvGrpSpPr>
      <p:grpSpPr>
        <a:xfrm>
          <a:off x="0" y="0"/>
          <a:ext cx="0" cy="0"/>
          <a:chOff x="0" y="0"/>
          <a:chExt cx="0" cy="0"/>
        </a:xfrm>
      </p:grpSpPr>
      <p:sp>
        <p:nvSpPr>
          <p:cNvPr id="322" name="Google Shape;322;p28"/>
          <p:cNvSpPr txBox="1"/>
          <p:nvPr>
            <p:ph hasCustomPrompt="1" type="title"/>
          </p:nvPr>
        </p:nvSpPr>
        <p:spPr>
          <a:xfrm>
            <a:off x="713225" y="463300"/>
            <a:ext cx="40512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23" name="Google Shape;323;p28"/>
          <p:cNvSpPr txBox="1"/>
          <p:nvPr>
            <p:ph idx="1" type="subTitle"/>
          </p:nvPr>
        </p:nvSpPr>
        <p:spPr>
          <a:xfrm>
            <a:off x="713225" y="1297500"/>
            <a:ext cx="4051200" cy="457200"/>
          </a:xfrm>
          <a:prstGeom prst="rect">
            <a:avLst/>
          </a:prstGeom>
          <a:solidFill>
            <a:schemeClr val="dk2"/>
          </a:solid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chemeClr val="accent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324" name="Google Shape;324;p28"/>
          <p:cNvSpPr txBox="1"/>
          <p:nvPr>
            <p:ph hasCustomPrompt="1" idx="2" type="title"/>
          </p:nvPr>
        </p:nvSpPr>
        <p:spPr>
          <a:xfrm>
            <a:off x="2546400" y="1897147"/>
            <a:ext cx="40512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25" name="Google Shape;325;p28"/>
          <p:cNvSpPr txBox="1"/>
          <p:nvPr>
            <p:ph idx="3" type="subTitle"/>
          </p:nvPr>
        </p:nvSpPr>
        <p:spPr>
          <a:xfrm>
            <a:off x="2546400" y="2728504"/>
            <a:ext cx="4051200" cy="457200"/>
          </a:xfrm>
          <a:prstGeom prst="rect">
            <a:avLst/>
          </a:prstGeom>
          <a:solidFill>
            <a:schemeClr val="dk2"/>
          </a:solid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chemeClr val="accent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326" name="Google Shape;326;p28"/>
          <p:cNvSpPr txBox="1"/>
          <p:nvPr>
            <p:ph hasCustomPrompt="1" idx="4" type="title"/>
          </p:nvPr>
        </p:nvSpPr>
        <p:spPr>
          <a:xfrm>
            <a:off x="4379575" y="3330994"/>
            <a:ext cx="40512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27" name="Google Shape;327;p28"/>
          <p:cNvSpPr txBox="1"/>
          <p:nvPr>
            <p:ph idx="5" type="subTitle"/>
          </p:nvPr>
        </p:nvSpPr>
        <p:spPr>
          <a:xfrm>
            <a:off x="4379575" y="4159507"/>
            <a:ext cx="4051200" cy="457200"/>
          </a:xfrm>
          <a:prstGeom prst="rect">
            <a:avLst/>
          </a:prstGeom>
          <a:solidFill>
            <a:schemeClr val="dk2"/>
          </a:solid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chemeClr val="accent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328" name="Google Shape;328;p28"/>
          <p:cNvSpPr/>
          <p:nvPr/>
        </p:nvSpPr>
        <p:spPr>
          <a:xfrm rot="-5400000">
            <a:off x="479731" y="2586386"/>
            <a:ext cx="175200" cy="17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8"/>
          <p:cNvSpPr/>
          <p:nvPr/>
        </p:nvSpPr>
        <p:spPr>
          <a:xfrm rot="-5400000">
            <a:off x="159856" y="2761348"/>
            <a:ext cx="320100" cy="320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8"/>
          <p:cNvSpPr/>
          <p:nvPr/>
        </p:nvSpPr>
        <p:spPr>
          <a:xfrm flipH="1" rot="-5400000">
            <a:off x="8135424" y="308987"/>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8"/>
          <p:cNvSpPr/>
          <p:nvPr/>
        </p:nvSpPr>
        <p:spPr>
          <a:xfrm flipH="1" rot="-5400000">
            <a:off x="8306276" y="474663"/>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8"/>
          <p:cNvSpPr/>
          <p:nvPr/>
        </p:nvSpPr>
        <p:spPr>
          <a:xfrm flipH="1">
            <a:off x="8601775" y="3582388"/>
            <a:ext cx="141600" cy="141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8"/>
          <p:cNvSpPr/>
          <p:nvPr/>
        </p:nvSpPr>
        <p:spPr>
          <a:xfrm flipH="1">
            <a:off x="8805419" y="3266718"/>
            <a:ext cx="223500" cy="22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8"/>
          <p:cNvSpPr/>
          <p:nvPr/>
        </p:nvSpPr>
        <p:spPr>
          <a:xfrm flipH="1" rot="5400000">
            <a:off x="3354453" y="4921556"/>
            <a:ext cx="141300" cy="141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8"/>
          <p:cNvSpPr/>
          <p:nvPr/>
        </p:nvSpPr>
        <p:spPr>
          <a:xfrm flipH="1" rot="5400000">
            <a:off x="3640820" y="4780129"/>
            <a:ext cx="141300" cy="141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8"/>
          <p:cNvSpPr/>
          <p:nvPr/>
        </p:nvSpPr>
        <p:spPr>
          <a:xfrm flipH="1" rot="5400000">
            <a:off x="3110669" y="4682296"/>
            <a:ext cx="244200" cy="243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337" name="Shape 337"/>
        <p:cNvGrpSpPr/>
        <p:nvPr/>
      </p:nvGrpSpPr>
      <p:grpSpPr>
        <a:xfrm>
          <a:off x="0" y="0"/>
          <a:ext cx="0" cy="0"/>
          <a:chOff x="0" y="0"/>
          <a:chExt cx="0" cy="0"/>
        </a:xfrm>
      </p:grpSpPr>
      <p:sp>
        <p:nvSpPr>
          <p:cNvPr id="338" name="Google Shape;338;p29"/>
          <p:cNvSpPr txBox="1"/>
          <p:nvPr>
            <p:ph hasCustomPrompt="1" type="title"/>
          </p:nvPr>
        </p:nvSpPr>
        <p:spPr>
          <a:xfrm>
            <a:off x="881400" y="1664214"/>
            <a:ext cx="1335600" cy="492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39" name="Google Shape;339;p29"/>
          <p:cNvSpPr txBox="1"/>
          <p:nvPr>
            <p:ph idx="1" type="subTitle"/>
          </p:nvPr>
        </p:nvSpPr>
        <p:spPr>
          <a:xfrm>
            <a:off x="2280300" y="1893475"/>
            <a:ext cx="5982300" cy="38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40" name="Google Shape;340;p29"/>
          <p:cNvSpPr txBox="1"/>
          <p:nvPr>
            <p:ph idx="2" type="subTitle"/>
          </p:nvPr>
        </p:nvSpPr>
        <p:spPr>
          <a:xfrm>
            <a:off x="2280300" y="1596750"/>
            <a:ext cx="59823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1" name="Google Shape;341;p29"/>
          <p:cNvSpPr/>
          <p:nvPr/>
        </p:nvSpPr>
        <p:spPr>
          <a:xfrm flipH="1" rot="10800000">
            <a:off x="8751631" y="4410531"/>
            <a:ext cx="119700" cy="119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9"/>
          <p:cNvSpPr/>
          <p:nvPr/>
        </p:nvSpPr>
        <p:spPr>
          <a:xfrm flipH="1" rot="10800000">
            <a:off x="8509913" y="4608161"/>
            <a:ext cx="189300" cy="18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9"/>
          <p:cNvSpPr/>
          <p:nvPr/>
        </p:nvSpPr>
        <p:spPr>
          <a:xfrm>
            <a:off x="639451" y="4825975"/>
            <a:ext cx="171300" cy="17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9"/>
          <p:cNvSpPr/>
          <p:nvPr/>
        </p:nvSpPr>
        <p:spPr>
          <a:xfrm>
            <a:off x="343700" y="4530224"/>
            <a:ext cx="295800" cy="29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9"/>
          <p:cNvSpPr/>
          <p:nvPr/>
        </p:nvSpPr>
        <p:spPr>
          <a:xfrm rot="10800000">
            <a:off x="8832751" y="655101"/>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9"/>
          <p:cNvSpPr/>
          <p:nvPr/>
        </p:nvSpPr>
        <p:spPr>
          <a:xfrm rot="10800000">
            <a:off x="8661451" y="1001951"/>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9"/>
          <p:cNvSpPr/>
          <p:nvPr/>
        </p:nvSpPr>
        <p:spPr>
          <a:xfrm flipH="1" rot="10800000">
            <a:off x="166282" y="478425"/>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9"/>
          <p:cNvSpPr/>
          <p:nvPr/>
        </p:nvSpPr>
        <p:spPr>
          <a:xfrm rot="10800000">
            <a:off x="217301" y="944328"/>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9"/>
          <p:cNvSpPr/>
          <p:nvPr/>
        </p:nvSpPr>
        <p:spPr>
          <a:xfrm rot="10800000">
            <a:off x="343701" y="1089449"/>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9"/>
          <p:cNvSpPr txBox="1"/>
          <p:nvPr>
            <p:ph hasCustomPrompt="1" idx="3" type="title"/>
          </p:nvPr>
        </p:nvSpPr>
        <p:spPr>
          <a:xfrm>
            <a:off x="881400" y="2779769"/>
            <a:ext cx="1335600" cy="492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51" name="Google Shape;351;p29"/>
          <p:cNvSpPr txBox="1"/>
          <p:nvPr>
            <p:ph idx="4" type="subTitle"/>
          </p:nvPr>
        </p:nvSpPr>
        <p:spPr>
          <a:xfrm>
            <a:off x="2280300" y="3008200"/>
            <a:ext cx="5982000" cy="38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2" name="Google Shape;352;p29"/>
          <p:cNvSpPr txBox="1"/>
          <p:nvPr>
            <p:ph idx="5" type="subTitle"/>
          </p:nvPr>
        </p:nvSpPr>
        <p:spPr>
          <a:xfrm>
            <a:off x="2280300" y="2712576"/>
            <a:ext cx="59820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53" name="Google Shape;353;p29"/>
          <p:cNvSpPr txBox="1"/>
          <p:nvPr>
            <p:ph hasCustomPrompt="1" idx="6" type="title"/>
          </p:nvPr>
        </p:nvSpPr>
        <p:spPr>
          <a:xfrm>
            <a:off x="881400" y="3895325"/>
            <a:ext cx="1335600" cy="492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54" name="Google Shape;354;p29"/>
          <p:cNvSpPr txBox="1"/>
          <p:nvPr>
            <p:ph idx="7" type="subTitle"/>
          </p:nvPr>
        </p:nvSpPr>
        <p:spPr>
          <a:xfrm>
            <a:off x="2280534" y="4122925"/>
            <a:ext cx="5981700" cy="38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5" name="Google Shape;355;p29"/>
          <p:cNvSpPr txBox="1"/>
          <p:nvPr>
            <p:ph idx="8" type="subTitle"/>
          </p:nvPr>
        </p:nvSpPr>
        <p:spPr>
          <a:xfrm>
            <a:off x="2280312" y="3828401"/>
            <a:ext cx="5981700" cy="387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000">
                <a:solidFill>
                  <a:schemeClr val="dk1"/>
                </a:solidFill>
                <a:latin typeface="Syne"/>
                <a:ea typeface="Syne"/>
                <a:cs typeface="Syne"/>
                <a:sym typeface="Sy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56" name="Google Shape;356;p29"/>
          <p:cNvSpPr txBox="1"/>
          <p:nvPr>
            <p:ph idx="9" type="title"/>
          </p:nvPr>
        </p:nvSpPr>
        <p:spPr>
          <a:xfrm>
            <a:off x="720025" y="478432"/>
            <a:ext cx="7704000" cy="579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57" name="Shape 357"/>
        <p:cNvGrpSpPr/>
        <p:nvPr/>
      </p:nvGrpSpPr>
      <p:grpSpPr>
        <a:xfrm>
          <a:off x="0" y="0"/>
          <a:ext cx="0" cy="0"/>
          <a:chOff x="0" y="0"/>
          <a:chExt cx="0" cy="0"/>
        </a:xfrm>
      </p:grpSpPr>
      <p:sp>
        <p:nvSpPr>
          <p:cNvPr id="358" name="Google Shape;358;p30"/>
          <p:cNvSpPr txBox="1"/>
          <p:nvPr>
            <p:ph type="title"/>
          </p:nvPr>
        </p:nvSpPr>
        <p:spPr>
          <a:xfrm>
            <a:off x="4239350" y="1053100"/>
            <a:ext cx="4191300" cy="1066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800"/>
              <a:buNone/>
              <a:defRPr sz="6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59" name="Google Shape;359;p30"/>
          <p:cNvSpPr txBox="1"/>
          <p:nvPr>
            <p:ph idx="1" type="subTitle"/>
          </p:nvPr>
        </p:nvSpPr>
        <p:spPr>
          <a:xfrm>
            <a:off x="4239300" y="2119500"/>
            <a:ext cx="4191300" cy="1163100"/>
          </a:xfrm>
          <a:prstGeom prst="rect">
            <a:avLst/>
          </a:prstGeom>
          <a:solidFill>
            <a:schemeClr val="dk2"/>
          </a:solidFill>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1"/>
              </a:buClr>
              <a:buSzPts val="1400"/>
              <a:buNone/>
              <a:defRPr>
                <a:solidFill>
                  <a:schemeClr val="accent1"/>
                </a:solidFill>
              </a:defRPr>
            </a:lvl1pPr>
            <a:lvl2pPr lvl="1" rtl="0" algn="ctr">
              <a:lnSpc>
                <a:spcPct val="100000"/>
              </a:lnSpc>
              <a:spcBef>
                <a:spcPts val="0"/>
              </a:spcBef>
              <a:spcAft>
                <a:spcPts val="0"/>
              </a:spcAft>
              <a:buClr>
                <a:schemeClr val="accent1"/>
              </a:buClr>
              <a:buSzPts val="1400"/>
              <a:buNone/>
              <a:defRPr>
                <a:solidFill>
                  <a:schemeClr val="accent1"/>
                </a:solidFill>
              </a:defRPr>
            </a:lvl2pPr>
            <a:lvl3pPr lvl="2" rtl="0" algn="ctr">
              <a:lnSpc>
                <a:spcPct val="100000"/>
              </a:lnSpc>
              <a:spcBef>
                <a:spcPts val="1600"/>
              </a:spcBef>
              <a:spcAft>
                <a:spcPts val="0"/>
              </a:spcAft>
              <a:buClr>
                <a:schemeClr val="accent1"/>
              </a:buClr>
              <a:buSzPts val="1400"/>
              <a:buNone/>
              <a:defRPr>
                <a:solidFill>
                  <a:schemeClr val="accent1"/>
                </a:solidFill>
              </a:defRPr>
            </a:lvl3pPr>
            <a:lvl4pPr lvl="3" rtl="0" algn="ctr">
              <a:lnSpc>
                <a:spcPct val="100000"/>
              </a:lnSpc>
              <a:spcBef>
                <a:spcPts val="1600"/>
              </a:spcBef>
              <a:spcAft>
                <a:spcPts val="0"/>
              </a:spcAft>
              <a:buClr>
                <a:schemeClr val="accent1"/>
              </a:buClr>
              <a:buSzPts val="1400"/>
              <a:buNone/>
              <a:defRPr>
                <a:solidFill>
                  <a:schemeClr val="accent1"/>
                </a:solidFill>
              </a:defRPr>
            </a:lvl4pPr>
            <a:lvl5pPr lvl="4" rtl="0" algn="ctr">
              <a:lnSpc>
                <a:spcPct val="100000"/>
              </a:lnSpc>
              <a:spcBef>
                <a:spcPts val="1600"/>
              </a:spcBef>
              <a:spcAft>
                <a:spcPts val="0"/>
              </a:spcAft>
              <a:buClr>
                <a:schemeClr val="accent1"/>
              </a:buClr>
              <a:buSzPts val="1400"/>
              <a:buNone/>
              <a:defRPr>
                <a:solidFill>
                  <a:schemeClr val="accent1"/>
                </a:solidFill>
              </a:defRPr>
            </a:lvl5pPr>
            <a:lvl6pPr lvl="5" rtl="0" algn="ctr">
              <a:lnSpc>
                <a:spcPct val="100000"/>
              </a:lnSpc>
              <a:spcBef>
                <a:spcPts val="1600"/>
              </a:spcBef>
              <a:spcAft>
                <a:spcPts val="0"/>
              </a:spcAft>
              <a:buClr>
                <a:schemeClr val="accent1"/>
              </a:buClr>
              <a:buSzPts val="1400"/>
              <a:buNone/>
              <a:defRPr>
                <a:solidFill>
                  <a:schemeClr val="accent1"/>
                </a:solidFill>
              </a:defRPr>
            </a:lvl6pPr>
            <a:lvl7pPr lvl="6" rtl="0" algn="ctr">
              <a:lnSpc>
                <a:spcPct val="100000"/>
              </a:lnSpc>
              <a:spcBef>
                <a:spcPts val="1600"/>
              </a:spcBef>
              <a:spcAft>
                <a:spcPts val="0"/>
              </a:spcAft>
              <a:buClr>
                <a:schemeClr val="accent1"/>
              </a:buClr>
              <a:buSzPts val="1400"/>
              <a:buNone/>
              <a:defRPr>
                <a:solidFill>
                  <a:schemeClr val="accent1"/>
                </a:solidFill>
              </a:defRPr>
            </a:lvl7pPr>
            <a:lvl8pPr lvl="7" rtl="0" algn="ctr">
              <a:lnSpc>
                <a:spcPct val="100000"/>
              </a:lnSpc>
              <a:spcBef>
                <a:spcPts val="1600"/>
              </a:spcBef>
              <a:spcAft>
                <a:spcPts val="0"/>
              </a:spcAft>
              <a:buClr>
                <a:schemeClr val="accent1"/>
              </a:buClr>
              <a:buSzPts val="1400"/>
              <a:buNone/>
              <a:defRPr>
                <a:solidFill>
                  <a:schemeClr val="accent1"/>
                </a:solidFill>
              </a:defRPr>
            </a:lvl8pPr>
            <a:lvl9pPr lvl="8" rtl="0" algn="ctr">
              <a:lnSpc>
                <a:spcPct val="100000"/>
              </a:lnSpc>
              <a:spcBef>
                <a:spcPts val="1600"/>
              </a:spcBef>
              <a:spcAft>
                <a:spcPts val="1600"/>
              </a:spcAft>
              <a:buClr>
                <a:schemeClr val="accent1"/>
              </a:buClr>
              <a:buSzPts val="1400"/>
              <a:buNone/>
              <a:defRPr>
                <a:solidFill>
                  <a:schemeClr val="accent1"/>
                </a:solidFill>
              </a:defRPr>
            </a:lvl9pPr>
          </a:lstStyle>
          <a:p/>
        </p:txBody>
      </p:sp>
      <p:sp>
        <p:nvSpPr>
          <p:cNvPr id="360" name="Google Shape;360;p30"/>
          <p:cNvSpPr txBox="1"/>
          <p:nvPr/>
        </p:nvSpPr>
        <p:spPr>
          <a:xfrm>
            <a:off x="4239300" y="3348975"/>
            <a:ext cx="4191300" cy="7428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1200">
                <a:solidFill>
                  <a:schemeClr val="dk1"/>
                </a:solidFill>
                <a:latin typeface="Syne Medium"/>
                <a:ea typeface="Syne Medium"/>
                <a:cs typeface="Syne Medium"/>
                <a:sym typeface="Syne Medium"/>
              </a:rPr>
              <a:t>CREDITS: This presentation template was created by </a:t>
            </a:r>
            <a:r>
              <a:rPr b="1" lang="en" sz="1200" u="sng">
                <a:solidFill>
                  <a:schemeClr val="dk1"/>
                </a:solidFill>
                <a:latin typeface="Syne"/>
                <a:ea typeface="Syne"/>
                <a:cs typeface="Syne"/>
                <a:sym typeface="Syne"/>
                <a:hlinkClick r:id="rId2">
                  <a:extLst>
                    <a:ext uri="{A12FA001-AC4F-418D-AE19-62706E023703}">
                      <ahyp:hlinkClr val="tx"/>
                    </a:ext>
                  </a:extLst>
                </a:hlinkClick>
              </a:rPr>
              <a:t>Slidesgo</a:t>
            </a:r>
            <a:r>
              <a:rPr lang="en" sz="1200">
                <a:solidFill>
                  <a:schemeClr val="dk1"/>
                </a:solidFill>
                <a:latin typeface="Syne Medium"/>
                <a:ea typeface="Syne Medium"/>
                <a:cs typeface="Syne Medium"/>
                <a:sym typeface="Syne Medium"/>
              </a:rPr>
              <a:t>, and includes icons by </a:t>
            </a:r>
            <a:r>
              <a:rPr b="1" lang="en" sz="1200" u="sng">
                <a:solidFill>
                  <a:schemeClr val="dk1"/>
                </a:solidFill>
                <a:latin typeface="Syne"/>
                <a:ea typeface="Syne"/>
                <a:cs typeface="Syne"/>
                <a:sym typeface="Syne"/>
                <a:hlinkClick r:id="rId3">
                  <a:extLst>
                    <a:ext uri="{A12FA001-AC4F-418D-AE19-62706E023703}">
                      <ahyp:hlinkClr val="tx"/>
                    </a:ext>
                  </a:extLst>
                </a:hlinkClick>
              </a:rPr>
              <a:t>Flaticon</a:t>
            </a:r>
            <a:r>
              <a:rPr lang="en" sz="1200">
                <a:solidFill>
                  <a:schemeClr val="dk1"/>
                </a:solidFill>
                <a:latin typeface="Syne Medium"/>
                <a:ea typeface="Syne Medium"/>
                <a:cs typeface="Syne Medium"/>
                <a:sym typeface="Syne Medium"/>
              </a:rPr>
              <a:t>, and infographics &amp; images by </a:t>
            </a:r>
            <a:r>
              <a:rPr b="1" lang="en" sz="1200" u="sng">
                <a:solidFill>
                  <a:schemeClr val="dk1"/>
                </a:solidFill>
                <a:latin typeface="Syne"/>
                <a:ea typeface="Syne"/>
                <a:cs typeface="Syne"/>
                <a:sym typeface="Syne"/>
                <a:hlinkClick r:id="rId4">
                  <a:extLst>
                    <a:ext uri="{A12FA001-AC4F-418D-AE19-62706E023703}">
                      <ahyp:hlinkClr val="tx"/>
                    </a:ext>
                  </a:extLst>
                </a:hlinkClick>
              </a:rPr>
              <a:t>Freepik</a:t>
            </a:r>
            <a:r>
              <a:rPr b="1" lang="en" sz="1200" u="sng">
                <a:solidFill>
                  <a:schemeClr val="dk1"/>
                </a:solidFill>
                <a:latin typeface="Syne"/>
                <a:ea typeface="Syne"/>
                <a:cs typeface="Syne"/>
                <a:sym typeface="Syne"/>
              </a:rPr>
              <a:t> </a:t>
            </a:r>
            <a:endParaRPr b="1" sz="1200" u="sng">
              <a:solidFill>
                <a:schemeClr val="dk1"/>
              </a:solidFill>
              <a:latin typeface="Syne"/>
              <a:ea typeface="Syne"/>
              <a:cs typeface="Syne"/>
              <a:sym typeface="Syne"/>
            </a:endParaRPr>
          </a:p>
        </p:txBody>
      </p:sp>
      <p:sp>
        <p:nvSpPr>
          <p:cNvPr id="361" name="Google Shape;361;p30"/>
          <p:cNvSpPr/>
          <p:nvPr>
            <p:ph idx="2" type="pic"/>
          </p:nvPr>
        </p:nvSpPr>
        <p:spPr>
          <a:xfrm>
            <a:off x="563875" y="539550"/>
            <a:ext cx="3463200" cy="4064400"/>
          </a:xfrm>
          <a:prstGeom prst="rect">
            <a:avLst/>
          </a:prstGeom>
          <a:noFill/>
          <a:ln>
            <a:noFill/>
          </a:ln>
        </p:spPr>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62" name="Shape 362"/>
        <p:cNvGrpSpPr/>
        <p:nvPr/>
      </p:nvGrpSpPr>
      <p:grpSpPr>
        <a:xfrm>
          <a:off x="0" y="0"/>
          <a:ext cx="0" cy="0"/>
          <a:chOff x="0" y="0"/>
          <a:chExt cx="0" cy="0"/>
        </a:xfrm>
      </p:grpSpPr>
      <p:sp>
        <p:nvSpPr>
          <p:cNvPr id="363" name="Google Shape;363;p31"/>
          <p:cNvSpPr/>
          <p:nvPr/>
        </p:nvSpPr>
        <p:spPr>
          <a:xfrm flipH="1" rot="5400000">
            <a:off x="8533845" y="2586386"/>
            <a:ext cx="175200" cy="17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1"/>
          <p:cNvSpPr/>
          <p:nvPr/>
        </p:nvSpPr>
        <p:spPr>
          <a:xfrm flipH="1" rot="5400000">
            <a:off x="8708819" y="2761348"/>
            <a:ext cx="320100" cy="320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1"/>
          <p:cNvSpPr/>
          <p:nvPr/>
        </p:nvSpPr>
        <p:spPr>
          <a:xfrm rot="5400000">
            <a:off x="678402" y="249762"/>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1"/>
          <p:cNvSpPr/>
          <p:nvPr/>
        </p:nvSpPr>
        <p:spPr>
          <a:xfrm rot="5400000">
            <a:off x="383049" y="415438"/>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1"/>
          <p:cNvSpPr/>
          <p:nvPr/>
        </p:nvSpPr>
        <p:spPr>
          <a:xfrm>
            <a:off x="445401" y="3582388"/>
            <a:ext cx="141600" cy="141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1"/>
          <p:cNvSpPr/>
          <p:nvPr/>
        </p:nvSpPr>
        <p:spPr>
          <a:xfrm>
            <a:off x="159856" y="3266718"/>
            <a:ext cx="223500" cy="22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1"/>
          <p:cNvSpPr/>
          <p:nvPr/>
        </p:nvSpPr>
        <p:spPr>
          <a:xfrm rot="-5400000">
            <a:off x="5693023" y="4921556"/>
            <a:ext cx="141300" cy="141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1"/>
          <p:cNvSpPr/>
          <p:nvPr/>
        </p:nvSpPr>
        <p:spPr>
          <a:xfrm rot="-5400000">
            <a:off x="5406655" y="4780129"/>
            <a:ext cx="141300" cy="141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1"/>
          <p:cNvSpPr/>
          <p:nvPr/>
        </p:nvSpPr>
        <p:spPr>
          <a:xfrm rot="-5400000">
            <a:off x="5833906" y="4682296"/>
            <a:ext cx="244200" cy="243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72" name="Shape 372"/>
        <p:cNvGrpSpPr/>
        <p:nvPr/>
      </p:nvGrpSpPr>
      <p:grpSpPr>
        <a:xfrm>
          <a:off x="0" y="0"/>
          <a:ext cx="0" cy="0"/>
          <a:chOff x="0" y="0"/>
          <a:chExt cx="0" cy="0"/>
        </a:xfrm>
      </p:grpSpPr>
      <p:sp>
        <p:nvSpPr>
          <p:cNvPr id="373" name="Google Shape;373;p32"/>
          <p:cNvSpPr/>
          <p:nvPr/>
        </p:nvSpPr>
        <p:spPr>
          <a:xfrm flipH="1">
            <a:off x="264945" y="3831162"/>
            <a:ext cx="138900" cy="13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flipH="1">
            <a:off x="403726" y="3577768"/>
            <a:ext cx="253500" cy="25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2"/>
          <p:cNvSpPr/>
          <p:nvPr/>
        </p:nvSpPr>
        <p:spPr>
          <a:xfrm>
            <a:off x="264926" y="3416259"/>
            <a:ext cx="87900" cy="8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2"/>
          <p:cNvSpPr/>
          <p:nvPr/>
        </p:nvSpPr>
        <p:spPr>
          <a:xfrm>
            <a:off x="87526" y="3220138"/>
            <a:ext cx="138900" cy="138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rot="10800000">
            <a:off x="8542725" y="4598587"/>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rot="10800000">
            <a:off x="8713976" y="4769538"/>
            <a:ext cx="295800" cy="29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2"/>
          <p:cNvSpPr/>
          <p:nvPr/>
        </p:nvSpPr>
        <p:spPr>
          <a:xfrm rot="5400000">
            <a:off x="4987214" y="78324"/>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rot="5400000">
            <a:off x="5334064" y="249624"/>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2"/>
          <p:cNvSpPr/>
          <p:nvPr/>
        </p:nvSpPr>
        <p:spPr>
          <a:xfrm rot="5400000">
            <a:off x="4691862" y="244000"/>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85" name="Shape 385"/>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86" name="Shape 386"/>
        <p:cNvGrpSpPr/>
        <p:nvPr/>
      </p:nvGrpSpPr>
      <p:grpSpPr>
        <a:xfrm>
          <a:off x="0" y="0"/>
          <a:ext cx="0" cy="0"/>
          <a:chOff x="0" y="0"/>
          <a:chExt cx="0" cy="0"/>
        </a:xfrm>
      </p:grpSpPr>
      <p:sp>
        <p:nvSpPr>
          <p:cNvPr id="387" name="Google Shape;387;p3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1pPr>
            <a:lvl2pPr lvl="1"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2pPr>
            <a:lvl3pPr lvl="2"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3pPr>
            <a:lvl4pPr lvl="3"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4pPr>
            <a:lvl5pPr lvl="4"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5pPr>
            <a:lvl6pPr lvl="5"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6pPr>
            <a:lvl7pPr lvl="6"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7pPr>
            <a:lvl8pPr lvl="7"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8pPr>
            <a:lvl9pPr lvl="8" rtl="0">
              <a:spcBef>
                <a:spcPts val="0"/>
              </a:spcBef>
              <a:spcAft>
                <a:spcPts val="0"/>
              </a:spcAft>
              <a:buClr>
                <a:schemeClr val="dk1"/>
              </a:buClr>
              <a:buSzPts val="2800"/>
              <a:buFont typeface="Syne"/>
              <a:buNone/>
              <a:defRPr b="1" sz="2800">
                <a:solidFill>
                  <a:schemeClr val="dk1"/>
                </a:solidFill>
                <a:latin typeface="Syne"/>
                <a:ea typeface="Syne"/>
                <a:cs typeface="Syne"/>
                <a:sym typeface="Sy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Syne Medium"/>
              <a:buChar char="●"/>
              <a:defRPr>
                <a:solidFill>
                  <a:schemeClr val="dk1"/>
                </a:solidFill>
                <a:latin typeface="Syne Medium"/>
                <a:ea typeface="Syne Medium"/>
                <a:cs typeface="Syne Medium"/>
                <a:sym typeface="Syne Medium"/>
              </a:defRPr>
            </a:lvl1pPr>
            <a:lvl2pPr indent="-317500" lvl="1" marL="914400">
              <a:lnSpc>
                <a:spcPct val="100000"/>
              </a:lnSpc>
              <a:spcBef>
                <a:spcPts val="1600"/>
              </a:spcBef>
              <a:spcAft>
                <a:spcPts val="0"/>
              </a:spcAft>
              <a:buClr>
                <a:schemeClr val="dk1"/>
              </a:buClr>
              <a:buSzPts val="1400"/>
              <a:buFont typeface="Syne Medium"/>
              <a:buChar char="○"/>
              <a:defRPr>
                <a:solidFill>
                  <a:schemeClr val="dk1"/>
                </a:solidFill>
                <a:latin typeface="Syne Medium"/>
                <a:ea typeface="Syne Medium"/>
                <a:cs typeface="Syne Medium"/>
                <a:sym typeface="Syne Medium"/>
              </a:defRPr>
            </a:lvl2pPr>
            <a:lvl3pPr indent="-317500" lvl="2" marL="1371600">
              <a:lnSpc>
                <a:spcPct val="100000"/>
              </a:lnSpc>
              <a:spcBef>
                <a:spcPts val="1600"/>
              </a:spcBef>
              <a:spcAft>
                <a:spcPts val="0"/>
              </a:spcAft>
              <a:buClr>
                <a:schemeClr val="dk1"/>
              </a:buClr>
              <a:buSzPts val="1400"/>
              <a:buFont typeface="Syne Medium"/>
              <a:buChar char="■"/>
              <a:defRPr>
                <a:solidFill>
                  <a:schemeClr val="dk1"/>
                </a:solidFill>
                <a:latin typeface="Syne Medium"/>
                <a:ea typeface="Syne Medium"/>
                <a:cs typeface="Syne Medium"/>
                <a:sym typeface="Syne Medium"/>
              </a:defRPr>
            </a:lvl3pPr>
            <a:lvl4pPr indent="-317500" lvl="3" marL="1828800">
              <a:lnSpc>
                <a:spcPct val="100000"/>
              </a:lnSpc>
              <a:spcBef>
                <a:spcPts val="1600"/>
              </a:spcBef>
              <a:spcAft>
                <a:spcPts val="0"/>
              </a:spcAft>
              <a:buClr>
                <a:schemeClr val="dk1"/>
              </a:buClr>
              <a:buSzPts val="1400"/>
              <a:buFont typeface="Syne Medium"/>
              <a:buChar char="●"/>
              <a:defRPr>
                <a:solidFill>
                  <a:schemeClr val="dk1"/>
                </a:solidFill>
                <a:latin typeface="Syne Medium"/>
                <a:ea typeface="Syne Medium"/>
                <a:cs typeface="Syne Medium"/>
                <a:sym typeface="Syne Medium"/>
              </a:defRPr>
            </a:lvl4pPr>
            <a:lvl5pPr indent="-317500" lvl="4" marL="2286000">
              <a:lnSpc>
                <a:spcPct val="100000"/>
              </a:lnSpc>
              <a:spcBef>
                <a:spcPts val="1600"/>
              </a:spcBef>
              <a:spcAft>
                <a:spcPts val="0"/>
              </a:spcAft>
              <a:buClr>
                <a:schemeClr val="dk1"/>
              </a:buClr>
              <a:buSzPts val="1400"/>
              <a:buFont typeface="Syne Medium"/>
              <a:buChar char="○"/>
              <a:defRPr>
                <a:solidFill>
                  <a:schemeClr val="dk1"/>
                </a:solidFill>
                <a:latin typeface="Syne Medium"/>
                <a:ea typeface="Syne Medium"/>
                <a:cs typeface="Syne Medium"/>
                <a:sym typeface="Syne Medium"/>
              </a:defRPr>
            </a:lvl5pPr>
            <a:lvl6pPr indent="-317500" lvl="5" marL="2743200">
              <a:lnSpc>
                <a:spcPct val="100000"/>
              </a:lnSpc>
              <a:spcBef>
                <a:spcPts val="1600"/>
              </a:spcBef>
              <a:spcAft>
                <a:spcPts val="0"/>
              </a:spcAft>
              <a:buClr>
                <a:schemeClr val="dk1"/>
              </a:buClr>
              <a:buSzPts val="1400"/>
              <a:buFont typeface="Syne Medium"/>
              <a:buChar char="■"/>
              <a:defRPr>
                <a:solidFill>
                  <a:schemeClr val="dk1"/>
                </a:solidFill>
                <a:latin typeface="Syne Medium"/>
                <a:ea typeface="Syne Medium"/>
                <a:cs typeface="Syne Medium"/>
                <a:sym typeface="Syne Medium"/>
              </a:defRPr>
            </a:lvl6pPr>
            <a:lvl7pPr indent="-317500" lvl="6" marL="3200400">
              <a:lnSpc>
                <a:spcPct val="100000"/>
              </a:lnSpc>
              <a:spcBef>
                <a:spcPts val="1600"/>
              </a:spcBef>
              <a:spcAft>
                <a:spcPts val="0"/>
              </a:spcAft>
              <a:buClr>
                <a:schemeClr val="dk1"/>
              </a:buClr>
              <a:buSzPts val="1400"/>
              <a:buFont typeface="Syne Medium"/>
              <a:buChar char="●"/>
              <a:defRPr>
                <a:solidFill>
                  <a:schemeClr val="dk1"/>
                </a:solidFill>
                <a:latin typeface="Syne Medium"/>
                <a:ea typeface="Syne Medium"/>
                <a:cs typeface="Syne Medium"/>
                <a:sym typeface="Syne Medium"/>
              </a:defRPr>
            </a:lvl7pPr>
            <a:lvl8pPr indent="-317500" lvl="7" marL="3657600">
              <a:lnSpc>
                <a:spcPct val="100000"/>
              </a:lnSpc>
              <a:spcBef>
                <a:spcPts val="1600"/>
              </a:spcBef>
              <a:spcAft>
                <a:spcPts val="0"/>
              </a:spcAft>
              <a:buClr>
                <a:schemeClr val="dk1"/>
              </a:buClr>
              <a:buSzPts val="1400"/>
              <a:buFont typeface="Syne Medium"/>
              <a:buChar char="○"/>
              <a:defRPr>
                <a:solidFill>
                  <a:schemeClr val="dk1"/>
                </a:solidFill>
                <a:latin typeface="Syne Medium"/>
                <a:ea typeface="Syne Medium"/>
                <a:cs typeface="Syne Medium"/>
                <a:sym typeface="Syne Medium"/>
              </a:defRPr>
            </a:lvl8pPr>
            <a:lvl9pPr indent="-317500" lvl="8" marL="4114800">
              <a:lnSpc>
                <a:spcPct val="100000"/>
              </a:lnSpc>
              <a:spcBef>
                <a:spcPts val="1600"/>
              </a:spcBef>
              <a:spcAft>
                <a:spcPts val="1600"/>
              </a:spcAft>
              <a:buClr>
                <a:schemeClr val="dk1"/>
              </a:buClr>
              <a:buSzPts val="1400"/>
              <a:buFont typeface="Syne Medium"/>
              <a:buChar char="■"/>
              <a:defRPr>
                <a:solidFill>
                  <a:schemeClr val="dk1"/>
                </a:solidFill>
                <a:latin typeface="Syne Medium"/>
                <a:ea typeface="Syne Medium"/>
                <a:cs typeface="Syne Medium"/>
                <a:sym typeface="Syne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82" name="Shape 382"/>
        <p:cNvGrpSpPr/>
        <p:nvPr/>
      </p:nvGrpSpPr>
      <p:grpSpPr>
        <a:xfrm>
          <a:off x="0" y="0"/>
          <a:ext cx="0" cy="0"/>
          <a:chOff x="0" y="0"/>
          <a:chExt cx="0" cy="0"/>
        </a:xfrm>
      </p:grpSpPr>
      <p:sp>
        <p:nvSpPr>
          <p:cNvPr id="383" name="Google Shape;383;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84" name="Google Shape;384;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0.jpg"/></Relationships>
</file>

<file path=ppt/slides/_rels/slide2.xml.rels><?xml version="1.0" encoding="UTF-8" standalone="yes"?><Relationships xmlns="http://schemas.openxmlformats.org/package/2006/relationships"><Relationship Id="rId20" Type="http://schemas.openxmlformats.org/officeDocument/2006/relationships/slide" Target="/ppt/slides/slide42.xml"/><Relationship Id="rId2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s://bit.ly/3A1uf1Q" TargetMode="External"/><Relationship Id="rId4" Type="http://schemas.openxmlformats.org/officeDocument/2006/relationships/hyperlink" Target="https://bit.ly/3A1uf1Q" TargetMode="External"/><Relationship Id="rId9" Type="http://schemas.openxmlformats.org/officeDocument/2006/relationships/hyperlink" Target="https://storyset.com/?utm_source=slidesgo_template&amp;utm_medium=referral-link&amp;utm_campaign=promo-slide&amp;utm_term=slidesgo&amp;utm_content=storyset" TargetMode="Externa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hyperlink" Target="https://www.freepik.com/?utm_source=slidesgo_template&amp;utm_medium=referral-link&amp;utm_campaign=promo-slide&amp;utm_term=slidesgo&amp;utm_content=freepik" TargetMode="External"/><Relationship Id="rId8" Type="http://schemas.openxmlformats.org/officeDocument/2006/relationships/hyperlink" Target="https://www.flaticon.com/?utm_source=slidesgo_template&amp;utm_medium=referral-link&amp;utm_campaign=promo-slide&amp;utm_term=slidesgo&amp;utm_content=flaticon" TargetMode="External"/><Relationship Id="rId11"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slide" Target="/ppt/slides/slide40.xml"/><Relationship Id="rId12" Type="http://schemas.openxmlformats.org/officeDocument/2006/relationships/hyperlink" Target="https://www.videvo.net/?utm_source=slidesgo_template&amp;utm_medium=referral-link&amp;utm_campaign=sg_resources&amp;utm_content=videvo" TargetMode="External"/><Relationship Id="rId15" Type="http://schemas.openxmlformats.org/officeDocument/2006/relationships/slide" Target="/ppt/slides/slide36.xml"/><Relationship Id="rId14" Type="http://schemas.openxmlformats.org/officeDocument/2006/relationships/slide" Target="/ppt/slides/slide37.xml"/><Relationship Id="rId17" Type="http://schemas.openxmlformats.org/officeDocument/2006/relationships/slide" Target="/ppt/slides/slide35.xml"/><Relationship Id="rId16" Type="http://schemas.openxmlformats.org/officeDocument/2006/relationships/slide" Target="/ppt/slides/slide36.xml"/><Relationship Id="rId19" Type="http://schemas.openxmlformats.org/officeDocument/2006/relationships/slide" Target="/ppt/slides/slide48.xml"/><Relationship Id="rId18" Type="http://schemas.openxmlformats.org/officeDocument/2006/relationships/slide" Target="/ppt/slides/slide4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14.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1.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13.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hyperlink" Target="https://docs.google.com/spreadsheets/d/1FnidKxnwMpYJmLLafSufGlkg6evkiMolNIAfdwcM5jU/copy"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16.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image" Target="../media/image21.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18.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15.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 Id="rId3" Type="http://schemas.openxmlformats.org/officeDocument/2006/relationships/image" Target="../media/image17.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 Id="rId3" Type="http://schemas.openxmlformats.org/officeDocument/2006/relationships/image" Target="../media/image7.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 Id="rId3" Type="http://schemas.openxmlformats.org/officeDocument/2006/relationships/image" Target="../media/image3.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 Id="rId3" Type="http://schemas.openxmlformats.org/officeDocument/2006/relationships/image" Target="../media/image2.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8.xml"/><Relationship Id="rId3" Type="http://schemas.openxmlformats.org/officeDocument/2006/relationships/image" Target="../media/image23.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FnidKxnwMpYJmLLafSufGlkg6evkiMolNIAfdwcM5jU/copy" TargetMode="External"/><Relationship Id="rId5" Type="http://schemas.openxmlformats.org/officeDocument/2006/relationships/image" Target="../media/image8.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3.xml"/><Relationship Id="rId3" Type="http://schemas.openxmlformats.org/officeDocument/2006/relationships/image" Target="../media/image22.jpg"/><Relationship Id="rId4" Type="http://schemas.openxmlformats.org/officeDocument/2006/relationships/image" Target="../media/image19.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image" Target="../media/image20.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 Id="rId3" Type="http://schemas.openxmlformats.org/officeDocument/2006/relationships/hyperlink" Target="https://www.freepik.com/free-photo/analog-landscape-city-with-buildings_31261376.htm/?utm_source=slidesgo_template&amp;utm_medium=referral-link&amp;utm_campaign=sg_resources&amp;utm_content=freepik" TargetMode="External"/><Relationship Id="rId4" Type="http://schemas.openxmlformats.org/officeDocument/2006/relationships/hyperlink" Target="https://www.freepik.com/free-photo/analog-landscape-city-with-buildings_31261387.htm/?utm_source=slidesgo_template&amp;utm_medium=referral-link&amp;utm_campaign=sg_resources&amp;utm_content=freepik" TargetMode="External"/><Relationship Id="rId5" Type="http://schemas.openxmlformats.org/officeDocument/2006/relationships/hyperlink" Target="https://www.freepik.com/free-photo/sunny-urban-landscape_29017409.htm/?utm_source=slidesgo_template&amp;utm_medium=referral-link&amp;utm_campaign=sg_resources&amp;utm_content=freepik" TargetMode="External"/><Relationship Id="rId6" Type="http://schemas.openxmlformats.org/officeDocument/2006/relationships/hyperlink" Target="https://www.freepik.com/free-photo/sunny-urban-landscape_29017436.htm/?utm_source=slidesgo_template&amp;utm_medium=referral-link&amp;utm_campaign=sg_resources&amp;utm_content=freepik" TargetMode="External"/><Relationship Id="rId7" Type="http://schemas.openxmlformats.org/officeDocument/2006/relationships/hyperlink" Target="https://www.freepik.com/free-photo/sunny-urban-landscape_29017437.htm/?utm_source=slidesgo_template&amp;utm_medium=referral-link&amp;utm_campaign=sg_resources&amp;utm_content=freepik" TargetMode="External"/><Relationship Id="rId8" Type="http://schemas.openxmlformats.org/officeDocument/2006/relationships/hyperlink" Target="https://www.freepik.com/free-vector/sketches-modern-city-background_890861.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 Id="rId3" Type="http://schemas.openxmlformats.org/officeDocument/2006/relationships/hyperlink" Target="https://www.freepik.com/free-photo/sunny-urban-landscape_29017433.htm/?utm_source=slidesgo_template&amp;utm_medium=referral-link&amp;utm_campaign=sg_resources&amp;utm_content=freepik" TargetMode="External"/><Relationship Id="rId4" Type="http://schemas.openxmlformats.org/officeDocument/2006/relationships/hyperlink" Target="https://www.freepik.com/free-photo/sunny-urban-landscape_29017433.htm/?utm_source=slidesgo_template&amp;utm_medium=referral-link&amp;utm_campaign=sg_resources&amp;utm_content=freepik" TargetMode="External"/><Relationship Id="rId9" Type="http://schemas.openxmlformats.org/officeDocument/2006/relationships/hyperlink" Target="https://www.freepik.com/free-psd/flat-design-architecture-project-instagram-posts_40474928.htm/?utm_source=slidesgo_template&amp;utm_medium=referral-link&amp;utm_campaign=sg_resources&amp;utm_content=freepik" TargetMode="External"/><Relationship Id="rId5" Type="http://schemas.openxmlformats.org/officeDocument/2006/relationships/hyperlink" Target="https://www.freepik.com/free-photo/analog-landscape-city-with-buildings_31261386.htm/?utm_source=slidesgo_template&amp;utm_medium=referral-link&amp;utm_campaign=sg_resources&amp;utm_content=freepik" TargetMode="External"/><Relationship Id="rId6" Type="http://schemas.openxmlformats.org/officeDocument/2006/relationships/hyperlink" Target="https://www.freepik.com/free-photo/close-up-smiley-woman-with-plans_12066949.htm/?utm_source=slidesgo_template&amp;utm_medium=referral-link&amp;utm_campaign=sg_resources&amp;utm_content=freepik" TargetMode="External"/><Relationship Id="rId7" Type="http://schemas.openxmlformats.org/officeDocument/2006/relationships/hyperlink" Target="https://www.freepik.com/free-photo/happy-african-american-lady-with-big-ruler-pen-table_3706716.htm/?utm_source=slidesgo_template&amp;utm_medium=referral-link&amp;utm_campaign=sg_resources&amp;utm_content=freepik" TargetMode="External"/><Relationship Id="rId8" Type="http://schemas.openxmlformats.org/officeDocument/2006/relationships/hyperlink" Target="https://www.freepik.com/free-photo/sunny-urban-landscape_29017422.htm/?utm_source=slidesgo_template&amp;utm_medium=referral-link&amp;utm_campaign=sg_resources&amp;utm_content=freepik" TargetMode="External"/><Relationship Id="rId11" Type="http://schemas.openxmlformats.org/officeDocument/2006/relationships/hyperlink" Target="https://www.freepik.com/free-photo/view-building-architecture-london-city_27508639.htm/?utm_source=slidesgo_template&amp;utm_medium=referral-link&amp;utm_campaign=sg_resources&amp;utm_content=freepik" TargetMode="External"/><Relationship Id="rId10" Type="http://schemas.openxmlformats.org/officeDocument/2006/relationships/hyperlink" Target="https://www.freepik.com/free-psd/flat-design-architecture-project-poster-template_40474938.htm/?utm_source=slidesgo_template&amp;utm_medium=referral-link&amp;utm_campaign=sg_resources&amp;utm_content=freepik" TargetMode="External"/><Relationship Id="rId13" Type="http://schemas.openxmlformats.org/officeDocument/2006/relationships/hyperlink" Target="https://www.freepik.com/free-photo/beautiful-london-streets-cityscape_25272129.htm/?utm_source=slidesgo_template&amp;utm_medium=referral-link&amp;utm_campaign=sg_resources&amp;utm_content=freepik" TargetMode="External"/><Relationship Id="rId12" Type="http://schemas.openxmlformats.org/officeDocument/2006/relationships/hyperlink" Target="https://www.freepik.com/free-photo/beautiful-london-streets-cityscape_25272120.htm/?utm_source=slidesgo_template&amp;utm_medium=referral-link&amp;utm_campaign=sg_resources&amp;utm_content=freepik" TargetMode="External"/><Relationship Id="rId15" Type="http://schemas.openxmlformats.org/officeDocument/2006/relationships/hyperlink" Target="https://www.freepik.com/free-photo/sunny-urban-landscape_29017440.htm/?utm_source=slidesgo_template&amp;utm_medium=referral-link&amp;utm_campaign=sg_resources&amp;utm_content=freepik" TargetMode="External"/><Relationship Id="rId14" Type="http://schemas.openxmlformats.org/officeDocument/2006/relationships/hyperlink" Target="https://www.freepik.com/free-photo/analog-city-landscape-with-buildings-daylight_31261438.htm/?utm_source=slidesgo_template&amp;utm_medium=referral-link&amp;utm_campaign=sg_resources&amp;utm_content=freepik" TargetMode="External"/><Relationship Id="rId17" Type="http://schemas.openxmlformats.org/officeDocument/2006/relationships/hyperlink" Target="https://www.freepik.com/free-photo/sunny-urban-landscape_29017417.htm/?utm_source=slidesgo_template&amp;utm_medium=referral-link&amp;utm_campaign=sg_resources&amp;utm_content=freepik" TargetMode="External"/><Relationship Id="rId16" Type="http://schemas.openxmlformats.org/officeDocument/2006/relationships/hyperlink" Target="https://www.freepik.com/free-photo/beautiful-city-landscape-daytime-low-angle_27642984.htm/?utm_source=slidesgo_template&amp;utm_medium=referral-link&amp;utm_campaign=sg_resources&amp;utm_content=freepik" TargetMode="External"/><Relationship Id="rId18" Type="http://schemas.openxmlformats.org/officeDocument/2006/relationships/hyperlink" Target="https://www.freepik.com/free-photo/sunny-urban-landscape_29017420.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0.xml"/><Relationship Id="rId3" Type="http://schemas.openxmlformats.org/officeDocument/2006/relationships/hyperlink" Target="https://fonts.google.com/specimen/Syne" TargetMode="External"/><Relationship Id="rId4" Type="http://schemas.openxmlformats.org/officeDocument/2006/relationships/hyperlink" Target="https://fonts.google.com/specimen/Syne"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png"/><Relationship Id="rId14" Type="http://schemas.openxmlformats.org/officeDocument/2006/relationships/image" Target="../media/image4.png"/><Relationship Id="rId17" Type="http://schemas.openxmlformats.org/officeDocument/2006/relationships/image" Target="../media/image9.png"/><Relationship Id="rId16"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2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 name="Shape 391"/>
        <p:cNvGrpSpPr/>
        <p:nvPr/>
      </p:nvGrpSpPr>
      <p:grpSpPr>
        <a:xfrm>
          <a:off x="0" y="0"/>
          <a:ext cx="0" cy="0"/>
          <a:chOff x="0" y="0"/>
          <a:chExt cx="0" cy="0"/>
        </a:xfrm>
      </p:grpSpPr>
      <p:sp>
        <p:nvSpPr>
          <p:cNvPr id="392" name="Google Shape;392;p36"/>
          <p:cNvSpPr txBox="1"/>
          <p:nvPr>
            <p:ph type="ctrTitle"/>
          </p:nvPr>
        </p:nvSpPr>
        <p:spPr>
          <a:xfrm>
            <a:off x="713225" y="1001625"/>
            <a:ext cx="4826700" cy="2333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Quality</a:t>
            </a:r>
            <a:br>
              <a:rPr lang="en"/>
            </a:br>
            <a:r>
              <a:rPr lang="en"/>
              <a:t>of Life in Urban Areas</a:t>
            </a:r>
            <a:endParaRPr/>
          </a:p>
        </p:txBody>
      </p:sp>
      <p:sp>
        <p:nvSpPr>
          <p:cNvPr id="393" name="Google Shape;393;p36"/>
          <p:cNvSpPr txBox="1"/>
          <p:nvPr>
            <p:ph idx="1" type="subTitle"/>
          </p:nvPr>
        </p:nvSpPr>
        <p:spPr>
          <a:xfrm>
            <a:off x="713225" y="3383748"/>
            <a:ext cx="4826700" cy="45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
        <p:nvSpPr>
          <p:cNvPr id="394" name="Google Shape;394;p36"/>
          <p:cNvSpPr/>
          <p:nvPr/>
        </p:nvSpPr>
        <p:spPr>
          <a:xfrm>
            <a:off x="6492125" y="0"/>
            <a:ext cx="26520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6"/>
          <p:cNvSpPr/>
          <p:nvPr/>
        </p:nvSpPr>
        <p:spPr>
          <a:xfrm flipH="1">
            <a:off x="926206" y="1001625"/>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6"/>
          <p:cNvSpPr/>
          <p:nvPr/>
        </p:nvSpPr>
        <p:spPr>
          <a:xfrm rot="5400000">
            <a:off x="5249138" y="609125"/>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 name="Google Shape;397;p36"/>
          <p:cNvGrpSpPr/>
          <p:nvPr/>
        </p:nvGrpSpPr>
        <p:grpSpPr>
          <a:xfrm flipH="1">
            <a:off x="6604543" y="-292180"/>
            <a:ext cx="3466041" cy="5435847"/>
            <a:chOff x="456923" y="1019567"/>
            <a:chExt cx="1732327" cy="2716837"/>
          </a:xfrm>
        </p:grpSpPr>
        <p:sp>
          <p:nvSpPr>
            <p:cNvPr id="398" name="Google Shape;398;p36"/>
            <p:cNvSpPr/>
            <p:nvPr/>
          </p:nvSpPr>
          <p:spPr>
            <a:xfrm>
              <a:off x="1441631" y="3309803"/>
              <a:ext cx="3278" cy="61879"/>
            </a:xfrm>
            <a:custGeom>
              <a:rect b="b" l="l" r="r" t="t"/>
              <a:pathLst>
                <a:path extrusionOk="0" h="623" w="33">
                  <a:moveTo>
                    <a:pt x="16" y="1"/>
                  </a:moveTo>
                  <a:lnTo>
                    <a:pt x="0" y="17"/>
                  </a:lnTo>
                  <a:lnTo>
                    <a:pt x="0" y="607"/>
                  </a:lnTo>
                  <a:cubicBezTo>
                    <a:pt x="0" y="623"/>
                    <a:pt x="16" y="623"/>
                    <a:pt x="16" y="623"/>
                  </a:cubicBezTo>
                  <a:cubicBezTo>
                    <a:pt x="16" y="623"/>
                    <a:pt x="33" y="623"/>
                    <a:pt x="33" y="607"/>
                  </a:cubicBezTo>
                  <a:lnTo>
                    <a:pt x="33"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6"/>
            <p:cNvSpPr/>
            <p:nvPr/>
          </p:nvSpPr>
          <p:spPr>
            <a:xfrm>
              <a:off x="1765828" y="2683062"/>
              <a:ext cx="5264" cy="53437"/>
            </a:xfrm>
            <a:custGeom>
              <a:rect b="b" l="l" r="r" t="t"/>
              <a:pathLst>
                <a:path extrusionOk="0" h="538" w="53">
                  <a:moveTo>
                    <a:pt x="20" y="1"/>
                  </a:moveTo>
                  <a:cubicBezTo>
                    <a:pt x="0" y="81"/>
                    <a:pt x="0" y="182"/>
                    <a:pt x="20" y="267"/>
                  </a:cubicBezTo>
                  <a:cubicBezTo>
                    <a:pt x="20" y="352"/>
                    <a:pt x="20" y="437"/>
                    <a:pt x="0" y="522"/>
                  </a:cubicBezTo>
                  <a:lnTo>
                    <a:pt x="0" y="538"/>
                  </a:lnTo>
                  <a:lnTo>
                    <a:pt x="20" y="538"/>
                  </a:lnTo>
                  <a:lnTo>
                    <a:pt x="20" y="522"/>
                  </a:lnTo>
                  <a:cubicBezTo>
                    <a:pt x="37" y="437"/>
                    <a:pt x="37" y="352"/>
                    <a:pt x="37" y="267"/>
                  </a:cubicBezTo>
                  <a:cubicBezTo>
                    <a:pt x="37" y="182"/>
                    <a:pt x="37" y="102"/>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6"/>
            <p:cNvSpPr/>
            <p:nvPr/>
          </p:nvSpPr>
          <p:spPr>
            <a:xfrm>
              <a:off x="706130" y="1872173"/>
              <a:ext cx="4867" cy="63469"/>
            </a:xfrm>
            <a:custGeom>
              <a:rect b="b" l="l" r="r" t="t"/>
              <a:pathLst>
                <a:path extrusionOk="0" h="639" w="49">
                  <a:moveTo>
                    <a:pt x="17" y="1"/>
                  </a:moveTo>
                  <a:cubicBezTo>
                    <a:pt x="17" y="1"/>
                    <a:pt x="0" y="1"/>
                    <a:pt x="0" y="17"/>
                  </a:cubicBezTo>
                  <a:cubicBezTo>
                    <a:pt x="17" y="85"/>
                    <a:pt x="0" y="166"/>
                    <a:pt x="0" y="251"/>
                  </a:cubicBezTo>
                  <a:cubicBezTo>
                    <a:pt x="0" y="368"/>
                    <a:pt x="0" y="505"/>
                    <a:pt x="17" y="639"/>
                  </a:cubicBezTo>
                  <a:lnTo>
                    <a:pt x="49" y="639"/>
                  </a:lnTo>
                  <a:cubicBezTo>
                    <a:pt x="33" y="505"/>
                    <a:pt x="33" y="368"/>
                    <a:pt x="33" y="251"/>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a:off x="1643857" y="3002094"/>
              <a:ext cx="6853" cy="68733"/>
            </a:xfrm>
            <a:custGeom>
              <a:rect b="b" l="l" r="r" t="t"/>
              <a:pathLst>
                <a:path extrusionOk="0" h="692" w="69">
                  <a:moveTo>
                    <a:pt x="37" y="0"/>
                  </a:moveTo>
                  <a:cubicBezTo>
                    <a:pt x="16" y="121"/>
                    <a:pt x="16" y="239"/>
                    <a:pt x="16" y="340"/>
                  </a:cubicBezTo>
                  <a:lnTo>
                    <a:pt x="16" y="558"/>
                  </a:lnTo>
                  <a:lnTo>
                    <a:pt x="16" y="590"/>
                  </a:lnTo>
                  <a:cubicBezTo>
                    <a:pt x="16" y="626"/>
                    <a:pt x="37" y="659"/>
                    <a:pt x="16" y="675"/>
                  </a:cubicBezTo>
                  <a:cubicBezTo>
                    <a:pt x="0" y="691"/>
                    <a:pt x="0" y="691"/>
                    <a:pt x="16" y="691"/>
                  </a:cubicBezTo>
                  <a:lnTo>
                    <a:pt x="37" y="691"/>
                  </a:lnTo>
                  <a:cubicBezTo>
                    <a:pt x="53" y="659"/>
                    <a:pt x="53" y="626"/>
                    <a:pt x="53" y="590"/>
                  </a:cubicBezTo>
                  <a:lnTo>
                    <a:pt x="53" y="558"/>
                  </a:lnTo>
                  <a:lnTo>
                    <a:pt x="53" y="340"/>
                  </a:lnTo>
                  <a:cubicBezTo>
                    <a:pt x="53" y="239"/>
                    <a:pt x="53" y="121"/>
                    <a:pt x="69" y="20"/>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a:off x="1739308" y="2107673"/>
              <a:ext cx="170640" cy="389751"/>
            </a:xfrm>
            <a:custGeom>
              <a:rect b="b" l="l" r="r" t="t"/>
              <a:pathLst>
                <a:path extrusionOk="0" h="3924" w="1718">
                  <a:moveTo>
                    <a:pt x="17" y="1"/>
                  </a:moveTo>
                  <a:lnTo>
                    <a:pt x="1" y="17"/>
                  </a:lnTo>
                  <a:cubicBezTo>
                    <a:pt x="1" y="154"/>
                    <a:pt x="85" y="255"/>
                    <a:pt x="166" y="356"/>
                  </a:cubicBezTo>
                  <a:cubicBezTo>
                    <a:pt x="186" y="389"/>
                    <a:pt x="219" y="441"/>
                    <a:pt x="235" y="473"/>
                  </a:cubicBezTo>
                  <a:cubicBezTo>
                    <a:pt x="724" y="1229"/>
                    <a:pt x="1213" y="2004"/>
                    <a:pt x="1633" y="2663"/>
                  </a:cubicBezTo>
                  <a:cubicBezTo>
                    <a:pt x="1665" y="2711"/>
                    <a:pt x="1665" y="2764"/>
                    <a:pt x="1665" y="2812"/>
                  </a:cubicBezTo>
                  <a:lnTo>
                    <a:pt x="1665" y="3031"/>
                  </a:lnTo>
                  <a:lnTo>
                    <a:pt x="1665" y="3552"/>
                  </a:lnTo>
                  <a:lnTo>
                    <a:pt x="1665" y="3604"/>
                  </a:lnTo>
                  <a:cubicBezTo>
                    <a:pt x="1665" y="3705"/>
                    <a:pt x="1649" y="3806"/>
                    <a:pt x="1701" y="3907"/>
                  </a:cubicBezTo>
                  <a:lnTo>
                    <a:pt x="1717" y="3923"/>
                  </a:lnTo>
                  <a:lnTo>
                    <a:pt x="1717" y="3907"/>
                  </a:lnTo>
                  <a:cubicBezTo>
                    <a:pt x="1681" y="3806"/>
                    <a:pt x="1681" y="3705"/>
                    <a:pt x="1681" y="3604"/>
                  </a:cubicBezTo>
                  <a:cubicBezTo>
                    <a:pt x="1681" y="3588"/>
                    <a:pt x="1701" y="3572"/>
                    <a:pt x="1701" y="3552"/>
                  </a:cubicBezTo>
                  <a:lnTo>
                    <a:pt x="1701" y="3031"/>
                  </a:lnTo>
                  <a:lnTo>
                    <a:pt x="1701" y="2812"/>
                  </a:lnTo>
                  <a:cubicBezTo>
                    <a:pt x="1701" y="2764"/>
                    <a:pt x="1701" y="2711"/>
                    <a:pt x="1649" y="2643"/>
                  </a:cubicBezTo>
                  <a:cubicBezTo>
                    <a:pt x="1229" y="1988"/>
                    <a:pt x="740" y="1213"/>
                    <a:pt x="267" y="457"/>
                  </a:cubicBezTo>
                  <a:cubicBezTo>
                    <a:pt x="235" y="421"/>
                    <a:pt x="219" y="372"/>
                    <a:pt x="186" y="340"/>
                  </a:cubicBezTo>
                  <a:cubicBezTo>
                    <a:pt x="102" y="239"/>
                    <a:pt x="33" y="15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a:off x="1749340" y="1674814"/>
              <a:ext cx="163787" cy="374455"/>
            </a:xfrm>
            <a:custGeom>
              <a:rect b="b" l="l" r="r" t="t"/>
              <a:pathLst>
                <a:path extrusionOk="0" h="3770" w="1649">
                  <a:moveTo>
                    <a:pt x="1" y="0"/>
                  </a:moveTo>
                  <a:lnTo>
                    <a:pt x="1" y="16"/>
                  </a:lnTo>
                  <a:cubicBezTo>
                    <a:pt x="118" y="117"/>
                    <a:pt x="186" y="255"/>
                    <a:pt x="251" y="388"/>
                  </a:cubicBezTo>
                  <a:cubicBezTo>
                    <a:pt x="267" y="420"/>
                    <a:pt x="287" y="473"/>
                    <a:pt x="304" y="505"/>
                  </a:cubicBezTo>
                  <a:cubicBezTo>
                    <a:pt x="554" y="961"/>
                    <a:pt x="809" y="1398"/>
                    <a:pt x="1043" y="1834"/>
                  </a:cubicBezTo>
                  <a:cubicBezTo>
                    <a:pt x="1213" y="2121"/>
                    <a:pt x="1362" y="2408"/>
                    <a:pt x="1532" y="2694"/>
                  </a:cubicBezTo>
                  <a:cubicBezTo>
                    <a:pt x="1580" y="2779"/>
                    <a:pt x="1616" y="2844"/>
                    <a:pt x="1564" y="2961"/>
                  </a:cubicBezTo>
                  <a:cubicBezTo>
                    <a:pt x="1532" y="3030"/>
                    <a:pt x="1548" y="3115"/>
                    <a:pt x="1548" y="3199"/>
                  </a:cubicBezTo>
                  <a:lnTo>
                    <a:pt x="1548" y="3300"/>
                  </a:lnTo>
                  <a:lnTo>
                    <a:pt x="1548" y="3365"/>
                  </a:lnTo>
                  <a:cubicBezTo>
                    <a:pt x="1548" y="3502"/>
                    <a:pt x="1548" y="3636"/>
                    <a:pt x="1600" y="3753"/>
                  </a:cubicBezTo>
                  <a:lnTo>
                    <a:pt x="1616" y="3769"/>
                  </a:lnTo>
                  <a:lnTo>
                    <a:pt x="1616" y="3753"/>
                  </a:lnTo>
                  <a:cubicBezTo>
                    <a:pt x="1580" y="3620"/>
                    <a:pt x="1580" y="3502"/>
                    <a:pt x="1580" y="3365"/>
                  </a:cubicBezTo>
                  <a:lnTo>
                    <a:pt x="1580" y="3300"/>
                  </a:lnTo>
                  <a:lnTo>
                    <a:pt x="1580" y="3183"/>
                  </a:lnTo>
                  <a:cubicBezTo>
                    <a:pt x="1564" y="3115"/>
                    <a:pt x="1564" y="3030"/>
                    <a:pt x="1580" y="2961"/>
                  </a:cubicBezTo>
                  <a:cubicBezTo>
                    <a:pt x="1649" y="2844"/>
                    <a:pt x="1600" y="2759"/>
                    <a:pt x="1548" y="2678"/>
                  </a:cubicBezTo>
                  <a:cubicBezTo>
                    <a:pt x="1398" y="2391"/>
                    <a:pt x="1229" y="2105"/>
                    <a:pt x="1075" y="1834"/>
                  </a:cubicBezTo>
                  <a:cubicBezTo>
                    <a:pt x="825" y="1398"/>
                    <a:pt x="570" y="941"/>
                    <a:pt x="336" y="489"/>
                  </a:cubicBezTo>
                  <a:cubicBezTo>
                    <a:pt x="320" y="456"/>
                    <a:pt x="287" y="420"/>
                    <a:pt x="267" y="372"/>
                  </a:cubicBezTo>
                  <a:cubicBezTo>
                    <a:pt x="203" y="255"/>
                    <a:pt x="134"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a:off x="848164" y="3301360"/>
              <a:ext cx="354392" cy="229242"/>
            </a:xfrm>
            <a:custGeom>
              <a:rect b="b" l="l" r="r" t="t"/>
              <a:pathLst>
                <a:path extrusionOk="0" h="2308" w="3568">
                  <a:moveTo>
                    <a:pt x="3551" y="1"/>
                  </a:moveTo>
                  <a:lnTo>
                    <a:pt x="3519" y="17"/>
                  </a:lnTo>
                  <a:cubicBezTo>
                    <a:pt x="3063" y="154"/>
                    <a:pt x="2610" y="304"/>
                    <a:pt x="2170" y="457"/>
                  </a:cubicBezTo>
                  <a:cubicBezTo>
                    <a:pt x="1701" y="607"/>
                    <a:pt x="1229" y="760"/>
                    <a:pt x="776" y="894"/>
                  </a:cubicBezTo>
                  <a:cubicBezTo>
                    <a:pt x="554" y="978"/>
                    <a:pt x="336" y="1047"/>
                    <a:pt x="118" y="1112"/>
                  </a:cubicBezTo>
                  <a:cubicBezTo>
                    <a:pt x="69" y="1128"/>
                    <a:pt x="33" y="1164"/>
                    <a:pt x="33" y="1229"/>
                  </a:cubicBezTo>
                  <a:cubicBezTo>
                    <a:pt x="33" y="1584"/>
                    <a:pt x="33" y="1887"/>
                    <a:pt x="17" y="2174"/>
                  </a:cubicBezTo>
                  <a:cubicBezTo>
                    <a:pt x="1" y="2207"/>
                    <a:pt x="17" y="2223"/>
                    <a:pt x="17" y="2259"/>
                  </a:cubicBezTo>
                  <a:cubicBezTo>
                    <a:pt x="33" y="2275"/>
                    <a:pt x="33" y="2291"/>
                    <a:pt x="33" y="2291"/>
                  </a:cubicBezTo>
                  <a:cubicBezTo>
                    <a:pt x="33" y="2307"/>
                    <a:pt x="49" y="2307"/>
                    <a:pt x="49" y="2307"/>
                  </a:cubicBezTo>
                  <a:lnTo>
                    <a:pt x="69" y="2291"/>
                  </a:lnTo>
                  <a:cubicBezTo>
                    <a:pt x="49" y="2275"/>
                    <a:pt x="49" y="2259"/>
                    <a:pt x="49" y="2259"/>
                  </a:cubicBezTo>
                  <a:cubicBezTo>
                    <a:pt x="49" y="2223"/>
                    <a:pt x="33" y="2207"/>
                    <a:pt x="33" y="2174"/>
                  </a:cubicBezTo>
                  <a:cubicBezTo>
                    <a:pt x="49" y="1887"/>
                    <a:pt x="69" y="1584"/>
                    <a:pt x="69" y="1229"/>
                  </a:cubicBezTo>
                  <a:cubicBezTo>
                    <a:pt x="69" y="1180"/>
                    <a:pt x="85" y="1148"/>
                    <a:pt x="134" y="1128"/>
                  </a:cubicBezTo>
                  <a:cubicBezTo>
                    <a:pt x="352" y="1063"/>
                    <a:pt x="574" y="995"/>
                    <a:pt x="792" y="926"/>
                  </a:cubicBezTo>
                  <a:cubicBezTo>
                    <a:pt x="1245" y="776"/>
                    <a:pt x="1717" y="643"/>
                    <a:pt x="2170" y="473"/>
                  </a:cubicBezTo>
                  <a:cubicBezTo>
                    <a:pt x="2626" y="320"/>
                    <a:pt x="3079" y="187"/>
                    <a:pt x="3519" y="37"/>
                  </a:cubicBezTo>
                  <a:lnTo>
                    <a:pt x="3568" y="17"/>
                  </a:ln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1528640" y="1976564"/>
              <a:ext cx="192293" cy="387268"/>
            </a:xfrm>
            <a:custGeom>
              <a:rect b="b" l="l" r="r" t="t"/>
              <a:pathLst>
                <a:path extrusionOk="0" h="3899" w="1936">
                  <a:moveTo>
                    <a:pt x="22" y="1"/>
                  </a:moveTo>
                  <a:cubicBezTo>
                    <a:pt x="17" y="1"/>
                    <a:pt x="17" y="8"/>
                    <a:pt x="17" y="8"/>
                  </a:cubicBezTo>
                  <a:cubicBezTo>
                    <a:pt x="1" y="8"/>
                    <a:pt x="17" y="24"/>
                    <a:pt x="17" y="24"/>
                  </a:cubicBezTo>
                  <a:cubicBezTo>
                    <a:pt x="49" y="44"/>
                    <a:pt x="86" y="77"/>
                    <a:pt x="102" y="109"/>
                  </a:cubicBezTo>
                  <a:cubicBezTo>
                    <a:pt x="102" y="125"/>
                    <a:pt x="118" y="125"/>
                    <a:pt x="118" y="145"/>
                  </a:cubicBezTo>
                  <a:cubicBezTo>
                    <a:pt x="267" y="363"/>
                    <a:pt x="405" y="582"/>
                    <a:pt x="554" y="800"/>
                  </a:cubicBezTo>
                  <a:cubicBezTo>
                    <a:pt x="974" y="1422"/>
                    <a:pt x="1415" y="2096"/>
                    <a:pt x="1851" y="2735"/>
                  </a:cubicBezTo>
                  <a:cubicBezTo>
                    <a:pt x="1903" y="2803"/>
                    <a:pt x="1920" y="2852"/>
                    <a:pt x="1920" y="2937"/>
                  </a:cubicBezTo>
                  <a:lnTo>
                    <a:pt x="1920" y="3728"/>
                  </a:lnTo>
                  <a:lnTo>
                    <a:pt x="1920" y="3745"/>
                  </a:lnTo>
                  <a:cubicBezTo>
                    <a:pt x="1920" y="3797"/>
                    <a:pt x="1920" y="3846"/>
                    <a:pt x="1867" y="3882"/>
                  </a:cubicBezTo>
                  <a:lnTo>
                    <a:pt x="1867" y="3898"/>
                  </a:lnTo>
                  <a:lnTo>
                    <a:pt x="1903" y="3898"/>
                  </a:lnTo>
                  <a:cubicBezTo>
                    <a:pt x="1936" y="3846"/>
                    <a:pt x="1936" y="3797"/>
                    <a:pt x="1936" y="3745"/>
                  </a:cubicBezTo>
                  <a:lnTo>
                    <a:pt x="1936" y="3728"/>
                  </a:lnTo>
                  <a:lnTo>
                    <a:pt x="1936" y="2937"/>
                  </a:lnTo>
                  <a:cubicBezTo>
                    <a:pt x="1936" y="2852"/>
                    <a:pt x="1920" y="2787"/>
                    <a:pt x="1867" y="2719"/>
                  </a:cubicBezTo>
                  <a:cubicBezTo>
                    <a:pt x="1431" y="2080"/>
                    <a:pt x="995" y="1422"/>
                    <a:pt x="570" y="784"/>
                  </a:cubicBezTo>
                  <a:cubicBezTo>
                    <a:pt x="421" y="565"/>
                    <a:pt x="288" y="347"/>
                    <a:pt x="134" y="125"/>
                  </a:cubicBezTo>
                  <a:cubicBezTo>
                    <a:pt x="134" y="125"/>
                    <a:pt x="134" y="109"/>
                    <a:pt x="118" y="93"/>
                  </a:cubicBezTo>
                  <a:cubicBezTo>
                    <a:pt x="102" y="60"/>
                    <a:pt x="65" y="24"/>
                    <a:pt x="33" y="8"/>
                  </a:cubicBezTo>
                  <a:cubicBezTo>
                    <a:pt x="28" y="3"/>
                    <a:pt x="24"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787973" y="3458691"/>
              <a:ext cx="4966" cy="88797"/>
            </a:xfrm>
            <a:custGeom>
              <a:rect b="b" l="l" r="r" t="t"/>
              <a:pathLst>
                <a:path extrusionOk="0" h="894" w="50">
                  <a:moveTo>
                    <a:pt x="17" y="0"/>
                  </a:moveTo>
                  <a:cubicBezTo>
                    <a:pt x="17" y="17"/>
                    <a:pt x="1" y="17"/>
                    <a:pt x="1" y="17"/>
                  </a:cubicBezTo>
                  <a:cubicBezTo>
                    <a:pt x="33" y="150"/>
                    <a:pt x="17" y="303"/>
                    <a:pt x="17" y="437"/>
                  </a:cubicBezTo>
                  <a:lnTo>
                    <a:pt x="17" y="675"/>
                  </a:lnTo>
                  <a:lnTo>
                    <a:pt x="17" y="808"/>
                  </a:lnTo>
                  <a:lnTo>
                    <a:pt x="17" y="877"/>
                  </a:lnTo>
                  <a:lnTo>
                    <a:pt x="33" y="893"/>
                  </a:lnTo>
                  <a:lnTo>
                    <a:pt x="49" y="877"/>
                  </a:lnTo>
                  <a:lnTo>
                    <a:pt x="49" y="808"/>
                  </a:lnTo>
                  <a:lnTo>
                    <a:pt x="49" y="675"/>
                  </a:lnTo>
                  <a:lnTo>
                    <a:pt x="49" y="437"/>
                  </a:lnTo>
                  <a:cubicBezTo>
                    <a:pt x="49" y="303"/>
                    <a:pt x="49" y="150"/>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6"/>
            <p:cNvSpPr/>
            <p:nvPr/>
          </p:nvSpPr>
          <p:spPr>
            <a:xfrm>
              <a:off x="1521886" y="2181570"/>
              <a:ext cx="195869" cy="337506"/>
            </a:xfrm>
            <a:custGeom>
              <a:rect b="b" l="l" r="r" t="t"/>
              <a:pathLst>
                <a:path extrusionOk="0" h="3398" w="1972">
                  <a:moveTo>
                    <a:pt x="53" y="0"/>
                  </a:moveTo>
                  <a:lnTo>
                    <a:pt x="32" y="16"/>
                  </a:lnTo>
                  <a:cubicBezTo>
                    <a:pt x="0" y="117"/>
                    <a:pt x="0" y="251"/>
                    <a:pt x="32" y="404"/>
                  </a:cubicBezTo>
                  <a:lnTo>
                    <a:pt x="32" y="570"/>
                  </a:lnTo>
                  <a:cubicBezTo>
                    <a:pt x="16" y="687"/>
                    <a:pt x="16" y="808"/>
                    <a:pt x="117" y="925"/>
                  </a:cubicBezTo>
                  <a:cubicBezTo>
                    <a:pt x="202" y="1026"/>
                    <a:pt x="287" y="1127"/>
                    <a:pt x="356" y="1244"/>
                  </a:cubicBezTo>
                  <a:cubicBezTo>
                    <a:pt x="388" y="1293"/>
                    <a:pt x="436" y="1345"/>
                    <a:pt x="473" y="1394"/>
                  </a:cubicBezTo>
                  <a:cubicBezTo>
                    <a:pt x="909" y="2000"/>
                    <a:pt x="1265" y="2505"/>
                    <a:pt x="1600" y="2977"/>
                  </a:cubicBezTo>
                  <a:cubicBezTo>
                    <a:pt x="1648" y="3030"/>
                    <a:pt x="1685" y="3078"/>
                    <a:pt x="1717" y="3131"/>
                  </a:cubicBezTo>
                  <a:cubicBezTo>
                    <a:pt x="1769" y="3195"/>
                    <a:pt x="1818" y="3264"/>
                    <a:pt x="1870" y="3333"/>
                  </a:cubicBezTo>
                  <a:cubicBezTo>
                    <a:pt x="1887" y="3365"/>
                    <a:pt x="1903" y="3397"/>
                    <a:pt x="1951" y="3397"/>
                  </a:cubicBezTo>
                  <a:cubicBezTo>
                    <a:pt x="1971" y="3397"/>
                    <a:pt x="1971" y="3381"/>
                    <a:pt x="1971" y="3381"/>
                  </a:cubicBezTo>
                  <a:cubicBezTo>
                    <a:pt x="1971" y="3365"/>
                    <a:pt x="1951" y="3365"/>
                    <a:pt x="1951" y="3365"/>
                  </a:cubicBezTo>
                  <a:cubicBezTo>
                    <a:pt x="1919" y="3365"/>
                    <a:pt x="1903" y="3349"/>
                    <a:pt x="1887" y="3313"/>
                  </a:cubicBezTo>
                  <a:cubicBezTo>
                    <a:pt x="1834" y="3248"/>
                    <a:pt x="1786" y="3179"/>
                    <a:pt x="1733" y="3111"/>
                  </a:cubicBezTo>
                  <a:cubicBezTo>
                    <a:pt x="1701" y="3062"/>
                    <a:pt x="1669" y="3010"/>
                    <a:pt x="1632" y="2961"/>
                  </a:cubicBezTo>
                  <a:cubicBezTo>
                    <a:pt x="1297" y="2489"/>
                    <a:pt x="925" y="1984"/>
                    <a:pt x="489" y="1394"/>
                  </a:cubicBezTo>
                  <a:cubicBezTo>
                    <a:pt x="457" y="1329"/>
                    <a:pt x="420" y="1277"/>
                    <a:pt x="372" y="1228"/>
                  </a:cubicBezTo>
                  <a:cubicBezTo>
                    <a:pt x="303" y="1111"/>
                    <a:pt x="218" y="1010"/>
                    <a:pt x="133" y="909"/>
                  </a:cubicBezTo>
                  <a:cubicBezTo>
                    <a:pt x="53" y="808"/>
                    <a:pt x="53" y="687"/>
                    <a:pt x="53" y="570"/>
                  </a:cubicBezTo>
                  <a:cubicBezTo>
                    <a:pt x="69" y="521"/>
                    <a:pt x="69" y="453"/>
                    <a:pt x="53" y="384"/>
                  </a:cubicBezTo>
                  <a:cubicBezTo>
                    <a:pt x="32" y="251"/>
                    <a:pt x="32" y="133"/>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6"/>
            <p:cNvSpPr/>
            <p:nvPr/>
          </p:nvSpPr>
          <p:spPr>
            <a:xfrm>
              <a:off x="2083569" y="2671044"/>
              <a:ext cx="103596" cy="267681"/>
            </a:xfrm>
            <a:custGeom>
              <a:rect b="b" l="l" r="r" t="t"/>
              <a:pathLst>
                <a:path extrusionOk="0" h="2695" w="1043">
                  <a:moveTo>
                    <a:pt x="33" y="1"/>
                  </a:moveTo>
                  <a:cubicBezTo>
                    <a:pt x="1" y="21"/>
                    <a:pt x="1" y="69"/>
                    <a:pt x="1" y="102"/>
                  </a:cubicBezTo>
                  <a:lnTo>
                    <a:pt x="1" y="122"/>
                  </a:lnTo>
                  <a:lnTo>
                    <a:pt x="1" y="425"/>
                  </a:lnTo>
                  <a:lnTo>
                    <a:pt x="1" y="776"/>
                  </a:lnTo>
                  <a:cubicBezTo>
                    <a:pt x="1" y="845"/>
                    <a:pt x="17" y="909"/>
                    <a:pt x="53" y="962"/>
                  </a:cubicBezTo>
                  <a:cubicBezTo>
                    <a:pt x="154" y="1111"/>
                    <a:pt x="271" y="1281"/>
                    <a:pt x="372" y="1435"/>
                  </a:cubicBezTo>
                  <a:cubicBezTo>
                    <a:pt x="522" y="1685"/>
                    <a:pt x="691" y="1940"/>
                    <a:pt x="877" y="2190"/>
                  </a:cubicBezTo>
                  <a:cubicBezTo>
                    <a:pt x="978" y="2323"/>
                    <a:pt x="1011" y="2445"/>
                    <a:pt x="994" y="2594"/>
                  </a:cubicBezTo>
                  <a:cubicBezTo>
                    <a:pt x="994" y="2626"/>
                    <a:pt x="994" y="2663"/>
                    <a:pt x="978" y="2679"/>
                  </a:cubicBezTo>
                  <a:lnTo>
                    <a:pt x="978" y="2695"/>
                  </a:lnTo>
                  <a:lnTo>
                    <a:pt x="994" y="2695"/>
                  </a:lnTo>
                  <a:cubicBezTo>
                    <a:pt x="1027" y="2663"/>
                    <a:pt x="1027" y="2626"/>
                    <a:pt x="1027" y="2594"/>
                  </a:cubicBezTo>
                  <a:cubicBezTo>
                    <a:pt x="1043" y="2445"/>
                    <a:pt x="994" y="2307"/>
                    <a:pt x="893" y="2174"/>
                  </a:cubicBezTo>
                  <a:cubicBezTo>
                    <a:pt x="724" y="1919"/>
                    <a:pt x="558" y="1669"/>
                    <a:pt x="388" y="1414"/>
                  </a:cubicBezTo>
                  <a:cubicBezTo>
                    <a:pt x="287" y="1265"/>
                    <a:pt x="186" y="1095"/>
                    <a:pt x="69" y="946"/>
                  </a:cubicBezTo>
                  <a:cubicBezTo>
                    <a:pt x="33" y="893"/>
                    <a:pt x="17" y="845"/>
                    <a:pt x="33" y="776"/>
                  </a:cubicBezTo>
                  <a:lnTo>
                    <a:pt x="33" y="425"/>
                  </a:lnTo>
                  <a:lnTo>
                    <a:pt x="33" y="122"/>
                  </a:lnTo>
                  <a:lnTo>
                    <a:pt x="33" y="102"/>
                  </a:lnTo>
                  <a:cubicBezTo>
                    <a:pt x="17" y="69"/>
                    <a:pt x="17" y="37"/>
                    <a:pt x="53" y="21"/>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6"/>
            <p:cNvSpPr/>
            <p:nvPr/>
          </p:nvSpPr>
          <p:spPr>
            <a:xfrm>
              <a:off x="1765828" y="2368500"/>
              <a:ext cx="5264" cy="57112"/>
            </a:xfrm>
            <a:custGeom>
              <a:rect b="b" l="l" r="r" t="t"/>
              <a:pathLst>
                <a:path extrusionOk="0" h="575" w="53">
                  <a:moveTo>
                    <a:pt x="37" y="1"/>
                  </a:moveTo>
                  <a:cubicBezTo>
                    <a:pt x="37" y="1"/>
                    <a:pt x="20" y="1"/>
                    <a:pt x="20" y="17"/>
                  </a:cubicBezTo>
                  <a:cubicBezTo>
                    <a:pt x="0" y="118"/>
                    <a:pt x="0" y="239"/>
                    <a:pt x="20" y="356"/>
                  </a:cubicBezTo>
                  <a:lnTo>
                    <a:pt x="20" y="558"/>
                  </a:lnTo>
                  <a:cubicBezTo>
                    <a:pt x="0" y="558"/>
                    <a:pt x="20" y="574"/>
                    <a:pt x="20" y="574"/>
                  </a:cubicBezTo>
                  <a:cubicBezTo>
                    <a:pt x="37" y="574"/>
                    <a:pt x="37" y="558"/>
                    <a:pt x="37" y="558"/>
                  </a:cubicBezTo>
                  <a:lnTo>
                    <a:pt x="37" y="356"/>
                  </a:lnTo>
                  <a:cubicBezTo>
                    <a:pt x="37" y="239"/>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6"/>
            <p:cNvSpPr/>
            <p:nvPr/>
          </p:nvSpPr>
          <p:spPr>
            <a:xfrm>
              <a:off x="1287876" y="3119198"/>
              <a:ext cx="4966" cy="98828"/>
            </a:xfrm>
            <a:custGeom>
              <a:rect b="b" l="l" r="r" t="t"/>
              <a:pathLst>
                <a:path extrusionOk="0" h="995" w="50">
                  <a:moveTo>
                    <a:pt x="17" y="1"/>
                  </a:moveTo>
                  <a:cubicBezTo>
                    <a:pt x="1" y="1"/>
                    <a:pt x="1" y="1"/>
                    <a:pt x="1" y="17"/>
                  </a:cubicBezTo>
                  <a:cubicBezTo>
                    <a:pt x="33" y="187"/>
                    <a:pt x="17" y="356"/>
                    <a:pt x="17" y="522"/>
                  </a:cubicBezTo>
                  <a:lnTo>
                    <a:pt x="17" y="538"/>
                  </a:lnTo>
                  <a:cubicBezTo>
                    <a:pt x="1" y="692"/>
                    <a:pt x="1" y="841"/>
                    <a:pt x="17" y="978"/>
                  </a:cubicBezTo>
                  <a:cubicBezTo>
                    <a:pt x="17" y="995"/>
                    <a:pt x="17" y="995"/>
                    <a:pt x="33" y="995"/>
                  </a:cubicBezTo>
                  <a:lnTo>
                    <a:pt x="33" y="978"/>
                  </a:lnTo>
                  <a:cubicBezTo>
                    <a:pt x="17" y="841"/>
                    <a:pt x="33" y="692"/>
                    <a:pt x="33" y="558"/>
                  </a:cubicBezTo>
                  <a:lnTo>
                    <a:pt x="33" y="522"/>
                  </a:lnTo>
                  <a:cubicBezTo>
                    <a:pt x="49" y="356"/>
                    <a:pt x="49" y="187"/>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6"/>
            <p:cNvSpPr/>
            <p:nvPr/>
          </p:nvSpPr>
          <p:spPr>
            <a:xfrm>
              <a:off x="1419978" y="1028010"/>
              <a:ext cx="767186" cy="1407634"/>
            </a:xfrm>
            <a:custGeom>
              <a:rect b="b" l="l" r="r" t="t"/>
              <a:pathLst>
                <a:path extrusionOk="0" h="14172" w="7724">
                  <a:moveTo>
                    <a:pt x="0" y="0"/>
                  </a:moveTo>
                  <a:lnTo>
                    <a:pt x="0" y="16"/>
                  </a:lnTo>
                  <a:cubicBezTo>
                    <a:pt x="101" y="117"/>
                    <a:pt x="150" y="234"/>
                    <a:pt x="202" y="351"/>
                  </a:cubicBezTo>
                  <a:cubicBezTo>
                    <a:pt x="234" y="384"/>
                    <a:pt x="251" y="436"/>
                    <a:pt x="271" y="485"/>
                  </a:cubicBezTo>
                  <a:cubicBezTo>
                    <a:pt x="723" y="1277"/>
                    <a:pt x="1159" y="2085"/>
                    <a:pt x="1600" y="2876"/>
                  </a:cubicBezTo>
                  <a:lnTo>
                    <a:pt x="1802" y="3248"/>
                  </a:lnTo>
                  <a:cubicBezTo>
                    <a:pt x="1967" y="3551"/>
                    <a:pt x="2137" y="3870"/>
                    <a:pt x="2307" y="4173"/>
                  </a:cubicBezTo>
                  <a:cubicBezTo>
                    <a:pt x="2509" y="4524"/>
                    <a:pt x="2711" y="4896"/>
                    <a:pt x="2896" y="5252"/>
                  </a:cubicBezTo>
                  <a:cubicBezTo>
                    <a:pt x="3078" y="5555"/>
                    <a:pt x="3248" y="5874"/>
                    <a:pt x="3418" y="6177"/>
                  </a:cubicBezTo>
                  <a:cubicBezTo>
                    <a:pt x="3603" y="6512"/>
                    <a:pt x="3805" y="6867"/>
                    <a:pt x="3987" y="7219"/>
                  </a:cubicBezTo>
                  <a:cubicBezTo>
                    <a:pt x="4141" y="7490"/>
                    <a:pt x="4290" y="7756"/>
                    <a:pt x="4428" y="8011"/>
                  </a:cubicBezTo>
                  <a:cubicBezTo>
                    <a:pt x="4593" y="8314"/>
                    <a:pt x="4763" y="8633"/>
                    <a:pt x="4932" y="8936"/>
                  </a:cubicBezTo>
                  <a:cubicBezTo>
                    <a:pt x="5050" y="9170"/>
                    <a:pt x="5183" y="9408"/>
                    <a:pt x="5320" y="9627"/>
                  </a:cubicBezTo>
                  <a:cubicBezTo>
                    <a:pt x="5502" y="9962"/>
                    <a:pt x="5704" y="10317"/>
                    <a:pt x="5890" y="10669"/>
                  </a:cubicBezTo>
                  <a:cubicBezTo>
                    <a:pt x="6092" y="11040"/>
                    <a:pt x="6294" y="11412"/>
                    <a:pt x="6496" y="11764"/>
                  </a:cubicBezTo>
                  <a:cubicBezTo>
                    <a:pt x="6649" y="12050"/>
                    <a:pt x="6815" y="12353"/>
                    <a:pt x="6985" y="12656"/>
                  </a:cubicBezTo>
                  <a:lnTo>
                    <a:pt x="7053" y="12790"/>
                  </a:lnTo>
                  <a:cubicBezTo>
                    <a:pt x="7239" y="13145"/>
                    <a:pt x="7441" y="13497"/>
                    <a:pt x="7623" y="13836"/>
                  </a:cubicBezTo>
                  <a:cubicBezTo>
                    <a:pt x="7692" y="13937"/>
                    <a:pt x="7692" y="14038"/>
                    <a:pt x="7659" y="14155"/>
                  </a:cubicBezTo>
                  <a:lnTo>
                    <a:pt x="7659" y="14171"/>
                  </a:lnTo>
                  <a:lnTo>
                    <a:pt x="7675" y="14171"/>
                  </a:lnTo>
                  <a:cubicBezTo>
                    <a:pt x="7724" y="14038"/>
                    <a:pt x="7708" y="13937"/>
                    <a:pt x="7659" y="13816"/>
                  </a:cubicBezTo>
                  <a:cubicBezTo>
                    <a:pt x="7457" y="13480"/>
                    <a:pt x="7271" y="13129"/>
                    <a:pt x="7086" y="12773"/>
                  </a:cubicBezTo>
                  <a:lnTo>
                    <a:pt x="7001" y="12640"/>
                  </a:lnTo>
                  <a:cubicBezTo>
                    <a:pt x="6851" y="12337"/>
                    <a:pt x="6682" y="12050"/>
                    <a:pt x="6512" y="11747"/>
                  </a:cubicBezTo>
                  <a:cubicBezTo>
                    <a:pt x="6330" y="11392"/>
                    <a:pt x="6108" y="11024"/>
                    <a:pt x="5926" y="10653"/>
                  </a:cubicBezTo>
                  <a:cubicBezTo>
                    <a:pt x="5740" y="10301"/>
                    <a:pt x="5538" y="9946"/>
                    <a:pt x="5336" y="9610"/>
                  </a:cubicBezTo>
                  <a:cubicBezTo>
                    <a:pt x="5219" y="9392"/>
                    <a:pt x="5082" y="9154"/>
                    <a:pt x="4949" y="8920"/>
                  </a:cubicBezTo>
                  <a:cubicBezTo>
                    <a:pt x="4779" y="8617"/>
                    <a:pt x="4613" y="8298"/>
                    <a:pt x="4444" y="7995"/>
                  </a:cubicBezTo>
                  <a:cubicBezTo>
                    <a:pt x="4310" y="7740"/>
                    <a:pt x="4157" y="7473"/>
                    <a:pt x="4024" y="7203"/>
                  </a:cubicBezTo>
                  <a:cubicBezTo>
                    <a:pt x="3822" y="6867"/>
                    <a:pt x="3636" y="6512"/>
                    <a:pt x="3434" y="6161"/>
                  </a:cubicBezTo>
                  <a:cubicBezTo>
                    <a:pt x="3264" y="5858"/>
                    <a:pt x="3098" y="5555"/>
                    <a:pt x="2929" y="5231"/>
                  </a:cubicBezTo>
                  <a:cubicBezTo>
                    <a:pt x="2727" y="4880"/>
                    <a:pt x="2525" y="4508"/>
                    <a:pt x="2339" y="4157"/>
                  </a:cubicBezTo>
                  <a:cubicBezTo>
                    <a:pt x="2169" y="3854"/>
                    <a:pt x="2004" y="3551"/>
                    <a:pt x="1834" y="3232"/>
                  </a:cubicBezTo>
                  <a:lnTo>
                    <a:pt x="1616" y="2860"/>
                  </a:lnTo>
                  <a:cubicBezTo>
                    <a:pt x="1196" y="2068"/>
                    <a:pt x="739" y="1260"/>
                    <a:pt x="303" y="469"/>
                  </a:cubicBezTo>
                  <a:cubicBezTo>
                    <a:pt x="271" y="420"/>
                    <a:pt x="251" y="368"/>
                    <a:pt x="234" y="335"/>
                  </a:cubicBezTo>
                  <a:cubicBezTo>
                    <a:pt x="170" y="218"/>
                    <a:pt x="117" y="101"/>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6"/>
            <p:cNvSpPr/>
            <p:nvPr/>
          </p:nvSpPr>
          <p:spPr>
            <a:xfrm>
              <a:off x="1645446" y="1846944"/>
              <a:ext cx="3675" cy="55423"/>
            </a:xfrm>
            <a:custGeom>
              <a:rect b="b" l="l" r="r" t="t"/>
              <a:pathLst>
                <a:path extrusionOk="0" h="558" w="37">
                  <a:moveTo>
                    <a:pt x="21" y="0"/>
                  </a:moveTo>
                  <a:lnTo>
                    <a:pt x="0" y="16"/>
                  </a:lnTo>
                  <a:lnTo>
                    <a:pt x="0" y="541"/>
                  </a:lnTo>
                  <a:lnTo>
                    <a:pt x="21" y="557"/>
                  </a:lnTo>
                  <a:lnTo>
                    <a:pt x="37" y="541"/>
                  </a:lnTo>
                  <a:lnTo>
                    <a:pt x="37"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6"/>
            <p:cNvSpPr/>
            <p:nvPr/>
          </p:nvSpPr>
          <p:spPr>
            <a:xfrm>
              <a:off x="941629" y="1557611"/>
              <a:ext cx="5364" cy="70322"/>
            </a:xfrm>
            <a:custGeom>
              <a:rect b="b" l="l" r="r" t="t"/>
              <a:pathLst>
                <a:path extrusionOk="0" h="708" w="54">
                  <a:moveTo>
                    <a:pt x="17" y="0"/>
                  </a:moveTo>
                  <a:lnTo>
                    <a:pt x="17" y="21"/>
                  </a:lnTo>
                  <a:lnTo>
                    <a:pt x="17" y="271"/>
                  </a:lnTo>
                  <a:cubicBezTo>
                    <a:pt x="17" y="404"/>
                    <a:pt x="1" y="558"/>
                    <a:pt x="17" y="691"/>
                  </a:cubicBezTo>
                  <a:lnTo>
                    <a:pt x="37" y="707"/>
                  </a:lnTo>
                  <a:cubicBezTo>
                    <a:pt x="53" y="707"/>
                    <a:pt x="53" y="691"/>
                    <a:pt x="53" y="691"/>
                  </a:cubicBezTo>
                  <a:cubicBezTo>
                    <a:pt x="37" y="558"/>
                    <a:pt x="37" y="404"/>
                    <a:pt x="37" y="271"/>
                  </a:cubicBezTo>
                  <a:lnTo>
                    <a:pt x="37" y="21"/>
                  </a:lnTo>
                  <a:cubicBezTo>
                    <a:pt x="37" y="0"/>
                    <a:pt x="3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6"/>
            <p:cNvSpPr/>
            <p:nvPr/>
          </p:nvSpPr>
          <p:spPr>
            <a:xfrm>
              <a:off x="1416701" y="2650980"/>
              <a:ext cx="80354" cy="83930"/>
            </a:xfrm>
            <a:custGeom>
              <a:rect b="b" l="l" r="r" t="t"/>
              <a:pathLst>
                <a:path extrusionOk="0" h="845" w="809">
                  <a:moveTo>
                    <a:pt x="17" y="1"/>
                  </a:moveTo>
                  <a:cubicBezTo>
                    <a:pt x="1" y="1"/>
                    <a:pt x="1" y="21"/>
                    <a:pt x="1" y="21"/>
                  </a:cubicBezTo>
                  <a:cubicBezTo>
                    <a:pt x="1" y="37"/>
                    <a:pt x="1" y="37"/>
                    <a:pt x="17" y="37"/>
                  </a:cubicBezTo>
                  <a:cubicBezTo>
                    <a:pt x="65" y="37"/>
                    <a:pt x="82" y="69"/>
                    <a:pt x="118" y="102"/>
                  </a:cubicBezTo>
                  <a:cubicBezTo>
                    <a:pt x="183" y="186"/>
                    <a:pt x="267" y="287"/>
                    <a:pt x="352" y="372"/>
                  </a:cubicBezTo>
                  <a:cubicBezTo>
                    <a:pt x="453" y="489"/>
                    <a:pt x="554" y="606"/>
                    <a:pt x="639" y="728"/>
                  </a:cubicBezTo>
                  <a:cubicBezTo>
                    <a:pt x="671" y="776"/>
                    <a:pt x="708" y="829"/>
                    <a:pt x="788" y="845"/>
                  </a:cubicBezTo>
                  <a:cubicBezTo>
                    <a:pt x="788" y="845"/>
                    <a:pt x="809" y="845"/>
                    <a:pt x="809" y="829"/>
                  </a:cubicBezTo>
                  <a:cubicBezTo>
                    <a:pt x="809" y="829"/>
                    <a:pt x="788" y="829"/>
                    <a:pt x="788" y="808"/>
                  </a:cubicBezTo>
                  <a:cubicBezTo>
                    <a:pt x="724" y="808"/>
                    <a:pt x="687" y="760"/>
                    <a:pt x="655" y="707"/>
                  </a:cubicBezTo>
                  <a:cubicBezTo>
                    <a:pt x="570" y="590"/>
                    <a:pt x="469" y="473"/>
                    <a:pt x="368" y="356"/>
                  </a:cubicBezTo>
                  <a:cubicBezTo>
                    <a:pt x="284" y="271"/>
                    <a:pt x="203" y="170"/>
                    <a:pt x="134" y="85"/>
                  </a:cubicBezTo>
                  <a:cubicBezTo>
                    <a:pt x="102" y="5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6"/>
            <p:cNvSpPr/>
            <p:nvPr/>
          </p:nvSpPr>
          <p:spPr>
            <a:xfrm>
              <a:off x="980167" y="3064272"/>
              <a:ext cx="5364" cy="91975"/>
            </a:xfrm>
            <a:custGeom>
              <a:rect b="b" l="l" r="r" t="t"/>
              <a:pathLst>
                <a:path extrusionOk="0" h="926" w="54">
                  <a:moveTo>
                    <a:pt x="17" y="0"/>
                  </a:moveTo>
                  <a:cubicBezTo>
                    <a:pt x="1" y="0"/>
                    <a:pt x="1" y="0"/>
                    <a:pt x="1" y="17"/>
                  </a:cubicBezTo>
                  <a:cubicBezTo>
                    <a:pt x="33" y="81"/>
                    <a:pt x="17" y="166"/>
                    <a:pt x="17" y="251"/>
                  </a:cubicBezTo>
                  <a:cubicBezTo>
                    <a:pt x="1" y="303"/>
                    <a:pt x="1" y="352"/>
                    <a:pt x="1" y="421"/>
                  </a:cubicBezTo>
                  <a:lnTo>
                    <a:pt x="1" y="606"/>
                  </a:lnTo>
                  <a:cubicBezTo>
                    <a:pt x="1" y="707"/>
                    <a:pt x="1" y="808"/>
                    <a:pt x="17" y="909"/>
                  </a:cubicBezTo>
                  <a:cubicBezTo>
                    <a:pt x="17" y="925"/>
                    <a:pt x="17" y="925"/>
                    <a:pt x="33" y="925"/>
                  </a:cubicBezTo>
                  <a:cubicBezTo>
                    <a:pt x="33" y="925"/>
                    <a:pt x="53" y="925"/>
                    <a:pt x="53" y="909"/>
                  </a:cubicBezTo>
                  <a:cubicBezTo>
                    <a:pt x="17" y="808"/>
                    <a:pt x="33" y="707"/>
                    <a:pt x="33" y="606"/>
                  </a:cubicBezTo>
                  <a:lnTo>
                    <a:pt x="33" y="421"/>
                  </a:lnTo>
                  <a:lnTo>
                    <a:pt x="33" y="251"/>
                  </a:lnTo>
                  <a:cubicBezTo>
                    <a:pt x="53" y="166"/>
                    <a:pt x="53" y="81"/>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6"/>
            <p:cNvSpPr/>
            <p:nvPr/>
          </p:nvSpPr>
          <p:spPr>
            <a:xfrm>
              <a:off x="1739308" y="2438723"/>
              <a:ext cx="169051" cy="356378"/>
            </a:xfrm>
            <a:custGeom>
              <a:rect b="b" l="l" r="r" t="t"/>
              <a:pathLst>
                <a:path extrusionOk="0" h="3588" w="1702">
                  <a:moveTo>
                    <a:pt x="1" y="1"/>
                  </a:moveTo>
                  <a:lnTo>
                    <a:pt x="1" y="17"/>
                  </a:lnTo>
                  <a:cubicBezTo>
                    <a:pt x="17" y="118"/>
                    <a:pt x="65" y="203"/>
                    <a:pt x="134" y="287"/>
                  </a:cubicBezTo>
                  <a:cubicBezTo>
                    <a:pt x="134" y="287"/>
                    <a:pt x="150" y="304"/>
                    <a:pt x="150" y="320"/>
                  </a:cubicBezTo>
                  <a:cubicBezTo>
                    <a:pt x="554" y="861"/>
                    <a:pt x="926" y="1414"/>
                    <a:pt x="1277" y="1919"/>
                  </a:cubicBezTo>
                  <a:cubicBezTo>
                    <a:pt x="1314" y="1988"/>
                    <a:pt x="1362" y="2037"/>
                    <a:pt x="1415" y="2089"/>
                  </a:cubicBezTo>
                  <a:cubicBezTo>
                    <a:pt x="1516" y="2222"/>
                    <a:pt x="1616" y="2360"/>
                    <a:pt x="1649" y="2525"/>
                  </a:cubicBezTo>
                  <a:cubicBezTo>
                    <a:pt x="1665" y="2663"/>
                    <a:pt x="1665" y="2812"/>
                    <a:pt x="1665" y="2945"/>
                  </a:cubicBezTo>
                  <a:cubicBezTo>
                    <a:pt x="1665" y="3014"/>
                    <a:pt x="1649" y="3083"/>
                    <a:pt x="1649" y="3147"/>
                  </a:cubicBezTo>
                  <a:cubicBezTo>
                    <a:pt x="1649" y="3168"/>
                    <a:pt x="1649" y="3184"/>
                    <a:pt x="1665" y="3200"/>
                  </a:cubicBezTo>
                  <a:cubicBezTo>
                    <a:pt x="1665" y="3232"/>
                    <a:pt x="1665" y="3269"/>
                    <a:pt x="1649" y="3285"/>
                  </a:cubicBezTo>
                  <a:cubicBezTo>
                    <a:pt x="1616" y="3370"/>
                    <a:pt x="1633" y="3434"/>
                    <a:pt x="1649" y="3519"/>
                  </a:cubicBezTo>
                  <a:cubicBezTo>
                    <a:pt x="1665" y="3535"/>
                    <a:pt x="1665" y="3551"/>
                    <a:pt x="1665" y="3572"/>
                  </a:cubicBezTo>
                  <a:cubicBezTo>
                    <a:pt x="1665" y="3588"/>
                    <a:pt x="1681" y="3588"/>
                    <a:pt x="1681" y="3588"/>
                  </a:cubicBezTo>
                  <a:cubicBezTo>
                    <a:pt x="1701" y="3588"/>
                    <a:pt x="1701" y="3588"/>
                    <a:pt x="1701" y="3572"/>
                  </a:cubicBezTo>
                  <a:cubicBezTo>
                    <a:pt x="1681" y="3551"/>
                    <a:pt x="1681" y="3519"/>
                    <a:pt x="1681" y="3503"/>
                  </a:cubicBezTo>
                  <a:cubicBezTo>
                    <a:pt x="1665" y="3434"/>
                    <a:pt x="1649" y="3370"/>
                    <a:pt x="1681" y="3301"/>
                  </a:cubicBezTo>
                  <a:cubicBezTo>
                    <a:pt x="1701" y="3269"/>
                    <a:pt x="1681" y="3232"/>
                    <a:pt x="1681" y="3184"/>
                  </a:cubicBezTo>
                  <a:lnTo>
                    <a:pt x="1681" y="3147"/>
                  </a:lnTo>
                  <a:lnTo>
                    <a:pt x="1681" y="2945"/>
                  </a:lnTo>
                  <a:cubicBezTo>
                    <a:pt x="1701" y="2812"/>
                    <a:pt x="1701" y="2663"/>
                    <a:pt x="1681" y="2525"/>
                  </a:cubicBezTo>
                  <a:cubicBezTo>
                    <a:pt x="1649" y="2340"/>
                    <a:pt x="1532" y="2206"/>
                    <a:pt x="1431" y="2073"/>
                  </a:cubicBezTo>
                  <a:cubicBezTo>
                    <a:pt x="1378" y="2020"/>
                    <a:pt x="1330" y="1972"/>
                    <a:pt x="1297" y="1903"/>
                  </a:cubicBezTo>
                  <a:cubicBezTo>
                    <a:pt x="958" y="1398"/>
                    <a:pt x="570" y="861"/>
                    <a:pt x="166" y="304"/>
                  </a:cubicBezTo>
                  <a:cubicBezTo>
                    <a:pt x="166" y="287"/>
                    <a:pt x="166" y="271"/>
                    <a:pt x="150" y="271"/>
                  </a:cubicBezTo>
                  <a:cubicBezTo>
                    <a:pt x="85" y="186"/>
                    <a:pt x="33" y="10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6"/>
            <p:cNvSpPr/>
            <p:nvPr/>
          </p:nvSpPr>
          <p:spPr>
            <a:xfrm>
              <a:off x="1291154" y="2428691"/>
              <a:ext cx="5264" cy="85519"/>
            </a:xfrm>
            <a:custGeom>
              <a:rect b="b" l="l" r="r" t="t"/>
              <a:pathLst>
                <a:path extrusionOk="0" h="861" w="53">
                  <a:moveTo>
                    <a:pt x="0" y="1"/>
                  </a:moveTo>
                  <a:lnTo>
                    <a:pt x="0" y="17"/>
                  </a:lnTo>
                  <a:cubicBezTo>
                    <a:pt x="16" y="170"/>
                    <a:pt x="16" y="340"/>
                    <a:pt x="0" y="489"/>
                  </a:cubicBezTo>
                  <a:lnTo>
                    <a:pt x="0" y="542"/>
                  </a:lnTo>
                  <a:lnTo>
                    <a:pt x="0" y="861"/>
                  </a:lnTo>
                  <a:lnTo>
                    <a:pt x="33" y="861"/>
                  </a:lnTo>
                  <a:cubicBezTo>
                    <a:pt x="16" y="760"/>
                    <a:pt x="16" y="659"/>
                    <a:pt x="33" y="542"/>
                  </a:cubicBezTo>
                  <a:lnTo>
                    <a:pt x="33" y="489"/>
                  </a:lnTo>
                  <a:cubicBezTo>
                    <a:pt x="33" y="340"/>
                    <a:pt x="53" y="170"/>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6"/>
            <p:cNvSpPr/>
            <p:nvPr/>
          </p:nvSpPr>
          <p:spPr>
            <a:xfrm>
              <a:off x="1841216" y="2319930"/>
              <a:ext cx="4966" cy="65554"/>
            </a:xfrm>
            <a:custGeom>
              <a:rect b="b" l="l" r="r" t="t"/>
              <a:pathLst>
                <a:path extrusionOk="0" h="660" w="50">
                  <a:moveTo>
                    <a:pt x="33" y="1"/>
                  </a:moveTo>
                  <a:cubicBezTo>
                    <a:pt x="33" y="1"/>
                    <a:pt x="17" y="1"/>
                    <a:pt x="17" y="21"/>
                  </a:cubicBezTo>
                  <a:cubicBezTo>
                    <a:pt x="1" y="102"/>
                    <a:pt x="1" y="203"/>
                    <a:pt x="1" y="304"/>
                  </a:cubicBezTo>
                  <a:cubicBezTo>
                    <a:pt x="17" y="372"/>
                    <a:pt x="17" y="425"/>
                    <a:pt x="1" y="490"/>
                  </a:cubicBezTo>
                  <a:cubicBezTo>
                    <a:pt x="1" y="506"/>
                    <a:pt x="1" y="526"/>
                    <a:pt x="17" y="542"/>
                  </a:cubicBezTo>
                  <a:cubicBezTo>
                    <a:pt x="17" y="574"/>
                    <a:pt x="17" y="607"/>
                    <a:pt x="1" y="627"/>
                  </a:cubicBezTo>
                  <a:lnTo>
                    <a:pt x="1" y="643"/>
                  </a:lnTo>
                  <a:lnTo>
                    <a:pt x="1" y="659"/>
                  </a:lnTo>
                  <a:lnTo>
                    <a:pt x="17" y="643"/>
                  </a:lnTo>
                  <a:cubicBezTo>
                    <a:pt x="33" y="607"/>
                    <a:pt x="33" y="574"/>
                    <a:pt x="33" y="542"/>
                  </a:cubicBezTo>
                  <a:lnTo>
                    <a:pt x="33" y="490"/>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6"/>
            <p:cNvSpPr/>
            <p:nvPr/>
          </p:nvSpPr>
          <p:spPr>
            <a:xfrm>
              <a:off x="704540" y="2697961"/>
              <a:ext cx="1689" cy="70322"/>
            </a:xfrm>
            <a:custGeom>
              <a:rect b="b" l="l" r="r" t="t"/>
              <a:pathLst>
                <a:path extrusionOk="0" h="708" w="17">
                  <a:moveTo>
                    <a:pt x="16" y="0"/>
                  </a:moveTo>
                  <a:cubicBezTo>
                    <a:pt x="0" y="0"/>
                    <a:pt x="0" y="16"/>
                    <a:pt x="0" y="16"/>
                  </a:cubicBezTo>
                  <a:lnTo>
                    <a:pt x="0" y="691"/>
                  </a:lnTo>
                  <a:cubicBezTo>
                    <a:pt x="0" y="707"/>
                    <a:pt x="0" y="707"/>
                    <a:pt x="16" y="707"/>
                  </a:cubicBezTo>
                  <a:lnTo>
                    <a:pt x="16" y="691"/>
                  </a:lnTo>
                  <a:lnTo>
                    <a:pt x="16" y="16"/>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6"/>
            <p:cNvSpPr/>
            <p:nvPr/>
          </p:nvSpPr>
          <p:spPr>
            <a:xfrm>
              <a:off x="1035591" y="3545799"/>
              <a:ext cx="4867" cy="98332"/>
            </a:xfrm>
            <a:custGeom>
              <a:rect b="b" l="l" r="r" t="t"/>
              <a:pathLst>
                <a:path extrusionOk="0" h="990" w="49">
                  <a:moveTo>
                    <a:pt x="16" y="0"/>
                  </a:moveTo>
                  <a:cubicBezTo>
                    <a:pt x="0" y="0"/>
                    <a:pt x="0" y="0"/>
                    <a:pt x="0" y="16"/>
                  </a:cubicBezTo>
                  <a:cubicBezTo>
                    <a:pt x="32" y="234"/>
                    <a:pt x="16" y="469"/>
                    <a:pt x="16" y="687"/>
                  </a:cubicBezTo>
                  <a:cubicBezTo>
                    <a:pt x="0" y="723"/>
                    <a:pt x="16" y="772"/>
                    <a:pt x="16" y="824"/>
                  </a:cubicBezTo>
                  <a:lnTo>
                    <a:pt x="16" y="974"/>
                  </a:lnTo>
                  <a:cubicBezTo>
                    <a:pt x="16" y="990"/>
                    <a:pt x="16" y="990"/>
                    <a:pt x="32" y="990"/>
                  </a:cubicBezTo>
                  <a:cubicBezTo>
                    <a:pt x="49" y="925"/>
                    <a:pt x="49" y="873"/>
                    <a:pt x="32" y="824"/>
                  </a:cubicBezTo>
                  <a:lnTo>
                    <a:pt x="32" y="687"/>
                  </a:lnTo>
                  <a:cubicBezTo>
                    <a:pt x="49" y="469"/>
                    <a:pt x="49" y="234"/>
                    <a:pt x="32" y="16"/>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6"/>
            <p:cNvSpPr/>
            <p:nvPr/>
          </p:nvSpPr>
          <p:spPr>
            <a:xfrm>
              <a:off x="1765828" y="2838407"/>
              <a:ext cx="5264" cy="53437"/>
            </a:xfrm>
            <a:custGeom>
              <a:rect b="b" l="l" r="r" t="t"/>
              <a:pathLst>
                <a:path extrusionOk="0" h="538" w="53">
                  <a:moveTo>
                    <a:pt x="20" y="0"/>
                  </a:moveTo>
                  <a:cubicBezTo>
                    <a:pt x="0" y="101"/>
                    <a:pt x="0" y="186"/>
                    <a:pt x="20" y="271"/>
                  </a:cubicBezTo>
                  <a:cubicBezTo>
                    <a:pt x="20" y="356"/>
                    <a:pt x="20" y="436"/>
                    <a:pt x="0" y="521"/>
                  </a:cubicBezTo>
                  <a:lnTo>
                    <a:pt x="0" y="537"/>
                  </a:lnTo>
                  <a:lnTo>
                    <a:pt x="20" y="537"/>
                  </a:lnTo>
                  <a:lnTo>
                    <a:pt x="20" y="521"/>
                  </a:lnTo>
                  <a:cubicBezTo>
                    <a:pt x="37" y="436"/>
                    <a:pt x="37" y="356"/>
                    <a:pt x="37" y="271"/>
                  </a:cubicBezTo>
                  <a:cubicBezTo>
                    <a:pt x="37" y="186"/>
                    <a:pt x="37" y="101"/>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6"/>
            <p:cNvSpPr/>
            <p:nvPr/>
          </p:nvSpPr>
          <p:spPr>
            <a:xfrm>
              <a:off x="1381440" y="2560694"/>
              <a:ext cx="5264" cy="92372"/>
            </a:xfrm>
            <a:custGeom>
              <a:rect b="b" l="l" r="r" t="t"/>
              <a:pathLst>
                <a:path extrusionOk="0" h="930" w="53">
                  <a:moveTo>
                    <a:pt x="16" y="1"/>
                  </a:moveTo>
                  <a:cubicBezTo>
                    <a:pt x="0" y="1"/>
                    <a:pt x="0" y="1"/>
                    <a:pt x="0" y="21"/>
                  </a:cubicBezTo>
                  <a:cubicBezTo>
                    <a:pt x="16" y="138"/>
                    <a:pt x="16" y="271"/>
                    <a:pt x="16" y="388"/>
                  </a:cubicBezTo>
                  <a:lnTo>
                    <a:pt x="16" y="607"/>
                  </a:lnTo>
                  <a:lnTo>
                    <a:pt x="16" y="809"/>
                  </a:lnTo>
                  <a:lnTo>
                    <a:pt x="16" y="910"/>
                  </a:lnTo>
                  <a:cubicBezTo>
                    <a:pt x="16" y="930"/>
                    <a:pt x="16" y="930"/>
                    <a:pt x="33" y="930"/>
                  </a:cubicBezTo>
                  <a:cubicBezTo>
                    <a:pt x="33" y="930"/>
                    <a:pt x="53" y="930"/>
                    <a:pt x="53" y="910"/>
                  </a:cubicBezTo>
                  <a:lnTo>
                    <a:pt x="53" y="829"/>
                  </a:lnTo>
                  <a:cubicBezTo>
                    <a:pt x="53" y="744"/>
                    <a:pt x="53" y="675"/>
                    <a:pt x="33" y="607"/>
                  </a:cubicBezTo>
                  <a:cubicBezTo>
                    <a:pt x="33" y="542"/>
                    <a:pt x="33" y="457"/>
                    <a:pt x="53" y="388"/>
                  </a:cubicBezTo>
                  <a:cubicBezTo>
                    <a:pt x="53" y="271"/>
                    <a:pt x="53"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6"/>
            <p:cNvSpPr/>
            <p:nvPr/>
          </p:nvSpPr>
          <p:spPr>
            <a:xfrm>
              <a:off x="1735732" y="3216338"/>
              <a:ext cx="172627" cy="284169"/>
            </a:xfrm>
            <a:custGeom>
              <a:rect b="b" l="l" r="r" t="t"/>
              <a:pathLst>
                <a:path extrusionOk="0" h="2861" w="1738">
                  <a:moveTo>
                    <a:pt x="20" y="0"/>
                  </a:moveTo>
                  <a:cubicBezTo>
                    <a:pt x="0" y="0"/>
                    <a:pt x="0" y="17"/>
                    <a:pt x="0" y="17"/>
                  </a:cubicBezTo>
                  <a:cubicBezTo>
                    <a:pt x="0" y="101"/>
                    <a:pt x="53" y="150"/>
                    <a:pt x="101" y="202"/>
                  </a:cubicBezTo>
                  <a:cubicBezTo>
                    <a:pt x="121" y="219"/>
                    <a:pt x="138" y="235"/>
                    <a:pt x="154" y="235"/>
                  </a:cubicBezTo>
                  <a:cubicBezTo>
                    <a:pt x="222" y="320"/>
                    <a:pt x="303" y="388"/>
                    <a:pt x="372" y="469"/>
                  </a:cubicBezTo>
                  <a:cubicBezTo>
                    <a:pt x="675" y="792"/>
                    <a:pt x="994" y="1127"/>
                    <a:pt x="1297" y="1479"/>
                  </a:cubicBezTo>
                  <a:cubicBezTo>
                    <a:pt x="1333" y="1515"/>
                    <a:pt x="1382" y="1564"/>
                    <a:pt x="1414" y="1600"/>
                  </a:cubicBezTo>
                  <a:cubicBezTo>
                    <a:pt x="1483" y="1665"/>
                    <a:pt x="1552" y="1733"/>
                    <a:pt x="1600" y="1802"/>
                  </a:cubicBezTo>
                  <a:cubicBezTo>
                    <a:pt x="1616" y="1818"/>
                    <a:pt x="1616" y="1818"/>
                    <a:pt x="1636" y="1834"/>
                  </a:cubicBezTo>
                  <a:cubicBezTo>
                    <a:pt x="1669" y="1867"/>
                    <a:pt x="1701" y="1903"/>
                    <a:pt x="1701" y="1952"/>
                  </a:cubicBezTo>
                  <a:cubicBezTo>
                    <a:pt x="1685" y="2121"/>
                    <a:pt x="1685" y="2287"/>
                    <a:pt x="1685" y="2440"/>
                  </a:cubicBezTo>
                  <a:cubicBezTo>
                    <a:pt x="1685" y="2541"/>
                    <a:pt x="1701" y="2642"/>
                    <a:pt x="1685" y="2727"/>
                  </a:cubicBezTo>
                  <a:cubicBezTo>
                    <a:pt x="1685" y="2760"/>
                    <a:pt x="1685" y="2812"/>
                    <a:pt x="1669" y="2844"/>
                  </a:cubicBezTo>
                  <a:lnTo>
                    <a:pt x="1669" y="2861"/>
                  </a:lnTo>
                  <a:lnTo>
                    <a:pt x="1685" y="2861"/>
                  </a:lnTo>
                  <a:cubicBezTo>
                    <a:pt x="1717" y="2812"/>
                    <a:pt x="1717" y="2776"/>
                    <a:pt x="1717" y="2727"/>
                  </a:cubicBezTo>
                  <a:lnTo>
                    <a:pt x="1717" y="2440"/>
                  </a:lnTo>
                  <a:cubicBezTo>
                    <a:pt x="1717" y="2287"/>
                    <a:pt x="1717" y="2121"/>
                    <a:pt x="1737" y="1968"/>
                  </a:cubicBezTo>
                  <a:cubicBezTo>
                    <a:pt x="1737" y="1903"/>
                    <a:pt x="1701" y="1851"/>
                    <a:pt x="1652" y="1818"/>
                  </a:cubicBezTo>
                  <a:lnTo>
                    <a:pt x="1616" y="1782"/>
                  </a:lnTo>
                  <a:cubicBezTo>
                    <a:pt x="1568" y="1717"/>
                    <a:pt x="1499" y="1649"/>
                    <a:pt x="1434" y="1580"/>
                  </a:cubicBezTo>
                  <a:cubicBezTo>
                    <a:pt x="1398" y="1548"/>
                    <a:pt x="1366" y="1499"/>
                    <a:pt x="1313" y="1463"/>
                  </a:cubicBezTo>
                  <a:cubicBezTo>
                    <a:pt x="1010" y="1111"/>
                    <a:pt x="691" y="772"/>
                    <a:pt x="388" y="453"/>
                  </a:cubicBezTo>
                  <a:cubicBezTo>
                    <a:pt x="323" y="368"/>
                    <a:pt x="239" y="303"/>
                    <a:pt x="170" y="219"/>
                  </a:cubicBezTo>
                  <a:cubicBezTo>
                    <a:pt x="154" y="202"/>
                    <a:pt x="138" y="202"/>
                    <a:pt x="121" y="186"/>
                  </a:cubicBezTo>
                  <a:cubicBezTo>
                    <a:pt x="69" y="134"/>
                    <a:pt x="37" y="85"/>
                    <a:pt x="37" y="17"/>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6"/>
            <p:cNvSpPr/>
            <p:nvPr/>
          </p:nvSpPr>
          <p:spPr>
            <a:xfrm>
              <a:off x="856607" y="1937132"/>
              <a:ext cx="355981" cy="279401"/>
            </a:xfrm>
            <a:custGeom>
              <a:rect b="b" l="l" r="r" t="t"/>
              <a:pathLst>
                <a:path extrusionOk="0" h="2813" w="3584">
                  <a:moveTo>
                    <a:pt x="3535" y="1"/>
                  </a:moveTo>
                  <a:lnTo>
                    <a:pt x="3535" y="17"/>
                  </a:lnTo>
                  <a:cubicBezTo>
                    <a:pt x="3551" y="37"/>
                    <a:pt x="3551" y="53"/>
                    <a:pt x="3551" y="86"/>
                  </a:cubicBezTo>
                  <a:lnTo>
                    <a:pt x="3551" y="102"/>
                  </a:lnTo>
                  <a:lnTo>
                    <a:pt x="3551" y="320"/>
                  </a:lnTo>
                  <a:lnTo>
                    <a:pt x="3551" y="946"/>
                  </a:lnTo>
                  <a:cubicBezTo>
                    <a:pt x="3567" y="995"/>
                    <a:pt x="3551" y="1027"/>
                    <a:pt x="3483" y="1063"/>
                  </a:cubicBezTo>
                  <a:cubicBezTo>
                    <a:pt x="3180" y="1213"/>
                    <a:pt x="2860" y="1383"/>
                    <a:pt x="2557" y="1532"/>
                  </a:cubicBezTo>
                  <a:cubicBezTo>
                    <a:pt x="2339" y="1633"/>
                    <a:pt x="2121" y="1754"/>
                    <a:pt x="1903" y="1855"/>
                  </a:cubicBezTo>
                  <a:cubicBezTo>
                    <a:pt x="1531" y="2037"/>
                    <a:pt x="1144" y="2223"/>
                    <a:pt x="792" y="2409"/>
                  </a:cubicBezTo>
                  <a:lnTo>
                    <a:pt x="505" y="2542"/>
                  </a:lnTo>
                  <a:cubicBezTo>
                    <a:pt x="404" y="2611"/>
                    <a:pt x="287" y="2663"/>
                    <a:pt x="166" y="2712"/>
                  </a:cubicBezTo>
                  <a:lnTo>
                    <a:pt x="17" y="2796"/>
                  </a:lnTo>
                  <a:cubicBezTo>
                    <a:pt x="0" y="2796"/>
                    <a:pt x="0" y="2796"/>
                    <a:pt x="0" y="2813"/>
                  </a:cubicBezTo>
                  <a:lnTo>
                    <a:pt x="17" y="2813"/>
                  </a:lnTo>
                  <a:lnTo>
                    <a:pt x="186" y="2744"/>
                  </a:lnTo>
                  <a:cubicBezTo>
                    <a:pt x="303" y="2679"/>
                    <a:pt x="404" y="2627"/>
                    <a:pt x="521" y="2578"/>
                  </a:cubicBezTo>
                  <a:lnTo>
                    <a:pt x="792" y="2441"/>
                  </a:lnTo>
                  <a:cubicBezTo>
                    <a:pt x="1160" y="2259"/>
                    <a:pt x="1548" y="2073"/>
                    <a:pt x="1919" y="1887"/>
                  </a:cubicBezTo>
                  <a:cubicBezTo>
                    <a:pt x="2137" y="1770"/>
                    <a:pt x="2355" y="1669"/>
                    <a:pt x="2557" y="1552"/>
                  </a:cubicBezTo>
                  <a:cubicBezTo>
                    <a:pt x="2877" y="1399"/>
                    <a:pt x="3180" y="1249"/>
                    <a:pt x="3499" y="1080"/>
                  </a:cubicBezTo>
                  <a:cubicBezTo>
                    <a:pt x="3567" y="1047"/>
                    <a:pt x="3584" y="995"/>
                    <a:pt x="3584" y="946"/>
                  </a:cubicBezTo>
                  <a:lnTo>
                    <a:pt x="3584" y="320"/>
                  </a:lnTo>
                  <a:lnTo>
                    <a:pt x="3584" y="102"/>
                  </a:lnTo>
                  <a:lnTo>
                    <a:pt x="3584" y="86"/>
                  </a:lnTo>
                  <a:cubicBezTo>
                    <a:pt x="3584" y="53"/>
                    <a:pt x="3584" y="17"/>
                    <a:pt x="3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6"/>
            <p:cNvSpPr/>
            <p:nvPr/>
          </p:nvSpPr>
          <p:spPr>
            <a:xfrm>
              <a:off x="1521886" y="2495735"/>
              <a:ext cx="180573" cy="310987"/>
            </a:xfrm>
            <a:custGeom>
              <a:rect b="b" l="l" r="r" t="t"/>
              <a:pathLst>
                <a:path extrusionOk="0" h="3131" w="1818">
                  <a:moveTo>
                    <a:pt x="53" y="0"/>
                  </a:moveTo>
                  <a:cubicBezTo>
                    <a:pt x="16" y="32"/>
                    <a:pt x="0" y="85"/>
                    <a:pt x="0" y="117"/>
                  </a:cubicBezTo>
                  <a:cubicBezTo>
                    <a:pt x="0" y="170"/>
                    <a:pt x="16" y="234"/>
                    <a:pt x="53" y="271"/>
                  </a:cubicBezTo>
                  <a:cubicBezTo>
                    <a:pt x="202" y="404"/>
                    <a:pt x="335" y="574"/>
                    <a:pt x="457" y="739"/>
                  </a:cubicBezTo>
                  <a:cubicBezTo>
                    <a:pt x="505" y="824"/>
                    <a:pt x="574" y="909"/>
                    <a:pt x="638" y="994"/>
                  </a:cubicBezTo>
                  <a:cubicBezTo>
                    <a:pt x="893" y="1297"/>
                    <a:pt x="1127" y="1600"/>
                    <a:pt x="1366" y="1903"/>
                  </a:cubicBezTo>
                  <a:cubicBezTo>
                    <a:pt x="1467" y="2052"/>
                    <a:pt x="1584" y="2190"/>
                    <a:pt x="1685" y="2323"/>
                  </a:cubicBezTo>
                  <a:cubicBezTo>
                    <a:pt x="1749" y="2408"/>
                    <a:pt x="1786" y="2493"/>
                    <a:pt x="1786" y="2573"/>
                  </a:cubicBezTo>
                  <a:cubicBezTo>
                    <a:pt x="1769" y="2642"/>
                    <a:pt x="1769" y="2711"/>
                    <a:pt x="1786" y="2775"/>
                  </a:cubicBezTo>
                  <a:cubicBezTo>
                    <a:pt x="1786" y="2876"/>
                    <a:pt x="1786" y="2998"/>
                    <a:pt x="1749" y="3115"/>
                  </a:cubicBezTo>
                  <a:lnTo>
                    <a:pt x="1769" y="3131"/>
                  </a:lnTo>
                  <a:lnTo>
                    <a:pt x="1786" y="3115"/>
                  </a:lnTo>
                  <a:cubicBezTo>
                    <a:pt x="1818" y="2998"/>
                    <a:pt x="1802" y="2897"/>
                    <a:pt x="1802" y="2775"/>
                  </a:cubicBezTo>
                  <a:lnTo>
                    <a:pt x="1802" y="2594"/>
                  </a:lnTo>
                  <a:cubicBezTo>
                    <a:pt x="1818" y="2493"/>
                    <a:pt x="1786" y="2408"/>
                    <a:pt x="1701" y="2307"/>
                  </a:cubicBezTo>
                  <a:cubicBezTo>
                    <a:pt x="1600" y="2169"/>
                    <a:pt x="1499" y="2036"/>
                    <a:pt x="1382" y="1887"/>
                  </a:cubicBezTo>
                  <a:cubicBezTo>
                    <a:pt x="1143" y="1584"/>
                    <a:pt x="909" y="1281"/>
                    <a:pt x="659" y="978"/>
                  </a:cubicBezTo>
                  <a:cubicBezTo>
                    <a:pt x="590" y="893"/>
                    <a:pt x="537" y="808"/>
                    <a:pt x="473" y="723"/>
                  </a:cubicBezTo>
                  <a:cubicBezTo>
                    <a:pt x="356" y="554"/>
                    <a:pt x="218" y="388"/>
                    <a:pt x="69" y="251"/>
                  </a:cubicBezTo>
                  <a:cubicBezTo>
                    <a:pt x="53" y="218"/>
                    <a:pt x="16" y="170"/>
                    <a:pt x="16" y="117"/>
                  </a:cubicBezTo>
                  <a:cubicBezTo>
                    <a:pt x="16" y="85"/>
                    <a:pt x="32" y="49"/>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6"/>
            <p:cNvSpPr/>
            <p:nvPr/>
          </p:nvSpPr>
          <p:spPr>
            <a:xfrm>
              <a:off x="1249437" y="2820528"/>
              <a:ext cx="250796" cy="261920"/>
            </a:xfrm>
            <a:custGeom>
              <a:rect b="b" l="l" r="r" t="t"/>
              <a:pathLst>
                <a:path extrusionOk="0" h="2637" w="2525">
                  <a:moveTo>
                    <a:pt x="1612" y="0"/>
                  </a:moveTo>
                  <a:cubicBezTo>
                    <a:pt x="1585" y="0"/>
                    <a:pt x="1543" y="9"/>
                    <a:pt x="1483" y="31"/>
                  </a:cubicBezTo>
                  <a:cubicBezTo>
                    <a:pt x="1297" y="111"/>
                    <a:pt x="1111" y="180"/>
                    <a:pt x="909" y="265"/>
                  </a:cubicBezTo>
                  <a:cubicBezTo>
                    <a:pt x="622" y="366"/>
                    <a:pt x="335" y="483"/>
                    <a:pt x="49" y="600"/>
                  </a:cubicBezTo>
                  <a:cubicBezTo>
                    <a:pt x="0" y="616"/>
                    <a:pt x="0" y="637"/>
                    <a:pt x="0" y="653"/>
                  </a:cubicBezTo>
                  <a:lnTo>
                    <a:pt x="0" y="669"/>
                  </a:lnTo>
                  <a:lnTo>
                    <a:pt x="0" y="685"/>
                  </a:lnTo>
                  <a:lnTo>
                    <a:pt x="16" y="685"/>
                  </a:lnTo>
                  <a:lnTo>
                    <a:pt x="16" y="653"/>
                  </a:lnTo>
                  <a:cubicBezTo>
                    <a:pt x="16" y="637"/>
                    <a:pt x="16" y="637"/>
                    <a:pt x="49" y="616"/>
                  </a:cubicBezTo>
                  <a:cubicBezTo>
                    <a:pt x="335" y="515"/>
                    <a:pt x="638" y="398"/>
                    <a:pt x="925" y="281"/>
                  </a:cubicBezTo>
                  <a:cubicBezTo>
                    <a:pt x="1111" y="212"/>
                    <a:pt x="1313" y="132"/>
                    <a:pt x="1499" y="63"/>
                  </a:cubicBezTo>
                  <a:cubicBezTo>
                    <a:pt x="1560" y="40"/>
                    <a:pt x="1594" y="23"/>
                    <a:pt x="1614" y="23"/>
                  </a:cubicBezTo>
                  <a:cubicBezTo>
                    <a:pt x="1622" y="23"/>
                    <a:pt x="1628" y="25"/>
                    <a:pt x="1632" y="31"/>
                  </a:cubicBezTo>
                  <a:cubicBezTo>
                    <a:pt x="1665" y="47"/>
                    <a:pt x="1665" y="95"/>
                    <a:pt x="1665" y="180"/>
                  </a:cubicBezTo>
                  <a:cubicBezTo>
                    <a:pt x="1648" y="233"/>
                    <a:pt x="1648" y="297"/>
                    <a:pt x="1648" y="366"/>
                  </a:cubicBezTo>
                  <a:lnTo>
                    <a:pt x="1648" y="499"/>
                  </a:lnTo>
                  <a:cubicBezTo>
                    <a:pt x="1648" y="552"/>
                    <a:pt x="1665" y="568"/>
                    <a:pt x="1701" y="584"/>
                  </a:cubicBezTo>
                  <a:cubicBezTo>
                    <a:pt x="1766" y="669"/>
                    <a:pt x="1834" y="738"/>
                    <a:pt x="1903" y="818"/>
                  </a:cubicBezTo>
                  <a:cubicBezTo>
                    <a:pt x="2052" y="988"/>
                    <a:pt x="2222" y="1158"/>
                    <a:pt x="2371" y="1323"/>
                  </a:cubicBezTo>
                  <a:cubicBezTo>
                    <a:pt x="2456" y="1408"/>
                    <a:pt x="2509" y="1493"/>
                    <a:pt x="2493" y="1610"/>
                  </a:cubicBezTo>
                  <a:lnTo>
                    <a:pt x="2493" y="2285"/>
                  </a:lnTo>
                  <a:lnTo>
                    <a:pt x="2493" y="2454"/>
                  </a:lnTo>
                  <a:cubicBezTo>
                    <a:pt x="2493" y="2503"/>
                    <a:pt x="2493" y="2555"/>
                    <a:pt x="2472" y="2604"/>
                  </a:cubicBezTo>
                  <a:cubicBezTo>
                    <a:pt x="2456" y="2620"/>
                    <a:pt x="2472" y="2620"/>
                    <a:pt x="2472" y="2620"/>
                  </a:cubicBezTo>
                  <a:lnTo>
                    <a:pt x="2472" y="2636"/>
                  </a:lnTo>
                  <a:lnTo>
                    <a:pt x="2493" y="2620"/>
                  </a:lnTo>
                  <a:cubicBezTo>
                    <a:pt x="2525" y="2572"/>
                    <a:pt x="2525" y="2503"/>
                    <a:pt x="2525" y="2454"/>
                  </a:cubicBezTo>
                  <a:lnTo>
                    <a:pt x="2525" y="2285"/>
                  </a:lnTo>
                  <a:lnTo>
                    <a:pt x="2525" y="1610"/>
                  </a:lnTo>
                  <a:cubicBezTo>
                    <a:pt x="2525" y="1493"/>
                    <a:pt x="2493" y="1392"/>
                    <a:pt x="2392" y="1307"/>
                  </a:cubicBezTo>
                  <a:cubicBezTo>
                    <a:pt x="2238" y="1141"/>
                    <a:pt x="2068" y="956"/>
                    <a:pt x="1919" y="802"/>
                  </a:cubicBezTo>
                  <a:cubicBezTo>
                    <a:pt x="1850" y="717"/>
                    <a:pt x="1786" y="653"/>
                    <a:pt x="1717" y="568"/>
                  </a:cubicBezTo>
                  <a:cubicBezTo>
                    <a:pt x="1701" y="552"/>
                    <a:pt x="1685" y="536"/>
                    <a:pt x="1685" y="499"/>
                  </a:cubicBezTo>
                  <a:lnTo>
                    <a:pt x="1685" y="366"/>
                  </a:lnTo>
                  <a:lnTo>
                    <a:pt x="1685" y="180"/>
                  </a:lnTo>
                  <a:cubicBezTo>
                    <a:pt x="1685" y="95"/>
                    <a:pt x="1685" y="47"/>
                    <a:pt x="1648" y="10"/>
                  </a:cubicBezTo>
                  <a:cubicBezTo>
                    <a:pt x="1642" y="4"/>
                    <a:pt x="1630" y="0"/>
                    <a:pt x="16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6"/>
            <p:cNvSpPr/>
            <p:nvPr/>
          </p:nvSpPr>
          <p:spPr>
            <a:xfrm>
              <a:off x="852932" y="1353796"/>
              <a:ext cx="363232" cy="331050"/>
            </a:xfrm>
            <a:custGeom>
              <a:rect b="b" l="l" r="r" t="t"/>
              <a:pathLst>
                <a:path extrusionOk="0" h="3333" w="3657">
                  <a:moveTo>
                    <a:pt x="3637" y="0"/>
                  </a:moveTo>
                  <a:cubicBezTo>
                    <a:pt x="3621" y="0"/>
                    <a:pt x="3621" y="0"/>
                    <a:pt x="3621" y="16"/>
                  </a:cubicBezTo>
                  <a:cubicBezTo>
                    <a:pt x="3621" y="69"/>
                    <a:pt x="3588" y="85"/>
                    <a:pt x="3556" y="101"/>
                  </a:cubicBezTo>
                  <a:cubicBezTo>
                    <a:pt x="3536" y="117"/>
                    <a:pt x="3520" y="117"/>
                    <a:pt x="3503" y="134"/>
                  </a:cubicBezTo>
                  <a:cubicBezTo>
                    <a:pt x="3301" y="271"/>
                    <a:pt x="3083" y="388"/>
                    <a:pt x="2881" y="521"/>
                  </a:cubicBezTo>
                  <a:cubicBezTo>
                    <a:pt x="2728" y="606"/>
                    <a:pt x="2578" y="691"/>
                    <a:pt x="2445" y="792"/>
                  </a:cubicBezTo>
                  <a:cubicBezTo>
                    <a:pt x="2021" y="1042"/>
                    <a:pt x="1601" y="1297"/>
                    <a:pt x="1197" y="1531"/>
                  </a:cubicBezTo>
                  <a:cubicBezTo>
                    <a:pt x="1031" y="1632"/>
                    <a:pt x="845" y="1733"/>
                    <a:pt x="676" y="1834"/>
                  </a:cubicBezTo>
                  <a:cubicBezTo>
                    <a:pt x="607" y="1871"/>
                    <a:pt x="558" y="1903"/>
                    <a:pt x="506" y="1935"/>
                  </a:cubicBezTo>
                  <a:cubicBezTo>
                    <a:pt x="373" y="2020"/>
                    <a:pt x="255" y="2105"/>
                    <a:pt x="122" y="2174"/>
                  </a:cubicBezTo>
                  <a:cubicBezTo>
                    <a:pt x="37" y="2206"/>
                    <a:pt x="1" y="2254"/>
                    <a:pt x="21" y="2355"/>
                  </a:cubicBezTo>
                  <a:lnTo>
                    <a:pt x="21" y="3030"/>
                  </a:lnTo>
                  <a:lnTo>
                    <a:pt x="21" y="3184"/>
                  </a:lnTo>
                  <a:cubicBezTo>
                    <a:pt x="21" y="3216"/>
                    <a:pt x="21" y="3264"/>
                    <a:pt x="37" y="3317"/>
                  </a:cubicBezTo>
                  <a:lnTo>
                    <a:pt x="54" y="3333"/>
                  </a:lnTo>
                  <a:lnTo>
                    <a:pt x="70" y="3317"/>
                  </a:lnTo>
                  <a:lnTo>
                    <a:pt x="70" y="3301"/>
                  </a:lnTo>
                  <a:cubicBezTo>
                    <a:pt x="37" y="3264"/>
                    <a:pt x="37" y="3216"/>
                    <a:pt x="37" y="3184"/>
                  </a:cubicBezTo>
                  <a:lnTo>
                    <a:pt x="37" y="3030"/>
                  </a:lnTo>
                  <a:lnTo>
                    <a:pt x="37" y="2355"/>
                  </a:lnTo>
                  <a:cubicBezTo>
                    <a:pt x="37" y="2275"/>
                    <a:pt x="70" y="2222"/>
                    <a:pt x="122" y="2190"/>
                  </a:cubicBezTo>
                  <a:cubicBezTo>
                    <a:pt x="255" y="2121"/>
                    <a:pt x="389" y="2036"/>
                    <a:pt x="526" y="1972"/>
                  </a:cubicBezTo>
                  <a:cubicBezTo>
                    <a:pt x="575" y="1935"/>
                    <a:pt x="627" y="1903"/>
                    <a:pt x="676" y="1871"/>
                  </a:cubicBezTo>
                  <a:cubicBezTo>
                    <a:pt x="861" y="1749"/>
                    <a:pt x="1031" y="1648"/>
                    <a:pt x="1213" y="1547"/>
                  </a:cubicBezTo>
                  <a:cubicBezTo>
                    <a:pt x="1617" y="1313"/>
                    <a:pt x="2041" y="1063"/>
                    <a:pt x="2445" y="808"/>
                  </a:cubicBezTo>
                  <a:cubicBezTo>
                    <a:pt x="2594" y="707"/>
                    <a:pt x="2748" y="622"/>
                    <a:pt x="2897" y="538"/>
                  </a:cubicBezTo>
                  <a:cubicBezTo>
                    <a:pt x="3099" y="420"/>
                    <a:pt x="3318" y="287"/>
                    <a:pt x="3520" y="154"/>
                  </a:cubicBezTo>
                  <a:cubicBezTo>
                    <a:pt x="3536" y="134"/>
                    <a:pt x="3556" y="134"/>
                    <a:pt x="3556" y="134"/>
                  </a:cubicBezTo>
                  <a:cubicBezTo>
                    <a:pt x="3604" y="101"/>
                    <a:pt x="3637" y="85"/>
                    <a:pt x="3657" y="16"/>
                  </a:cubicBezTo>
                  <a:cubicBezTo>
                    <a:pt x="3657" y="0"/>
                    <a:pt x="3637" y="0"/>
                    <a:pt x="36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6"/>
            <p:cNvSpPr/>
            <p:nvPr/>
          </p:nvSpPr>
          <p:spPr>
            <a:xfrm>
              <a:off x="1555160" y="2398595"/>
              <a:ext cx="2086" cy="55523"/>
            </a:xfrm>
            <a:custGeom>
              <a:rect b="b" l="l" r="r" t="t"/>
              <a:pathLst>
                <a:path extrusionOk="0" h="559" w="21">
                  <a:moveTo>
                    <a:pt x="0" y="1"/>
                  </a:moveTo>
                  <a:lnTo>
                    <a:pt x="0" y="542"/>
                  </a:lnTo>
                  <a:lnTo>
                    <a:pt x="0" y="558"/>
                  </a:lnTo>
                  <a:cubicBezTo>
                    <a:pt x="21" y="558"/>
                    <a:pt x="21" y="558"/>
                    <a:pt x="21" y="542"/>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6"/>
            <p:cNvSpPr/>
            <p:nvPr/>
          </p:nvSpPr>
          <p:spPr>
            <a:xfrm>
              <a:off x="1087339" y="2174717"/>
              <a:ext cx="4867" cy="85122"/>
            </a:xfrm>
            <a:custGeom>
              <a:rect b="b" l="l" r="r" t="t"/>
              <a:pathLst>
                <a:path extrusionOk="0" h="857" w="49">
                  <a:moveTo>
                    <a:pt x="0" y="0"/>
                  </a:moveTo>
                  <a:lnTo>
                    <a:pt x="0" y="186"/>
                  </a:lnTo>
                  <a:lnTo>
                    <a:pt x="0" y="707"/>
                  </a:lnTo>
                  <a:lnTo>
                    <a:pt x="0" y="740"/>
                  </a:lnTo>
                  <a:cubicBezTo>
                    <a:pt x="0" y="776"/>
                    <a:pt x="0" y="808"/>
                    <a:pt x="16" y="841"/>
                  </a:cubicBezTo>
                  <a:lnTo>
                    <a:pt x="32" y="857"/>
                  </a:lnTo>
                  <a:cubicBezTo>
                    <a:pt x="49" y="857"/>
                    <a:pt x="49" y="841"/>
                    <a:pt x="49" y="841"/>
                  </a:cubicBezTo>
                  <a:cubicBezTo>
                    <a:pt x="32" y="808"/>
                    <a:pt x="32" y="776"/>
                    <a:pt x="32" y="740"/>
                  </a:cubicBezTo>
                  <a:lnTo>
                    <a:pt x="32" y="707"/>
                  </a:lnTo>
                  <a:lnTo>
                    <a:pt x="32" y="186"/>
                  </a:ln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6"/>
            <p:cNvSpPr/>
            <p:nvPr/>
          </p:nvSpPr>
          <p:spPr>
            <a:xfrm>
              <a:off x="1523475" y="1828470"/>
              <a:ext cx="200736" cy="393327"/>
            </a:xfrm>
            <a:custGeom>
              <a:rect b="b" l="l" r="r" t="t"/>
              <a:pathLst>
                <a:path extrusionOk="0" h="3960" w="2021">
                  <a:moveTo>
                    <a:pt x="53" y="0"/>
                  </a:moveTo>
                  <a:cubicBezTo>
                    <a:pt x="0" y="53"/>
                    <a:pt x="16" y="101"/>
                    <a:pt x="16" y="170"/>
                  </a:cubicBezTo>
                  <a:lnTo>
                    <a:pt x="16" y="222"/>
                  </a:lnTo>
                  <a:lnTo>
                    <a:pt x="16" y="372"/>
                  </a:lnTo>
                  <a:cubicBezTo>
                    <a:pt x="0" y="525"/>
                    <a:pt x="0" y="675"/>
                    <a:pt x="16" y="808"/>
                  </a:cubicBezTo>
                  <a:cubicBezTo>
                    <a:pt x="53" y="978"/>
                    <a:pt x="154" y="1111"/>
                    <a:pt x="271" y="1248"/>
                  </a:cubicBezTo>
                  <a:cubicBezTo>
                    <a:pt x="303" y="1297"/>
                    <a:pt x="340" y="1349"/>
                    <a:pt x="372" y="1398"/>
                  </a:cubicBezTo>
                  <a:cubicBezTo>
                    <a:pt x="521" y="1636"/>
                    <a:pt x="675" y="1854"/>
                    <a:pt x="824" y="2073"/>
                  </a:cubicBezTo>
                  <a:cubicBezTo>
                    <a:pt x="1026" y="2392"/>
                    <a:pt x="1228" y="2695"/>
                    <a:pt x="1451" y="2998"/>
                  </a:cubicBezTo>
                  <a:cubicBezTo>
                    <a:pt x="1531" y="3131"/>
                    <a:pt x="1632" y="3284"/>
                    <a:pt x="1717" y="3418"/>
                  </a:cubicBezTo>
                  <a:cubicBezTo>
                    <a:pt x="1770" y="3486"/>
                    <a:pt x="1818" y="3571"/>
                    <a:pt x="1871" y="3636"/>
                  </a:cubicBezTo>
                  <a:cubicBezTo>
                    <a:pt x="1919" y="3737"/>
                    <a:pt x="1988" y="3822"/>
                    <a:pt x="1988" y="3939"/>
                  </a:cubicBezTo>
                  <a:lnTo>
                    <a:pt x="2004" y="3959"/>
                  </a:lnTo>
                  <a:cubicBezTo>
                    <a:pt x="2020" y="3959"/>
                    <a:pt x="2020" y="3939"/>
                    <a:pt x="2020" y="3939"/>
                  </a:cubicBezTo>
                  <a:cubicBezTo>
                    <a:pt x="2004" y="3822"/>
                    <a:pt x="1955" y="3721"/>
                    <a:pt x="1887" y="3620"/>
                  </a:cubicBezTo>
                  <a:cubicBezTo>
                    <a:pt x="1834" y="3555"/>
                    <a:pt x="1786" y="3470"/>
                    <a:pt x="1733" y="3402"/>
                  </a:cubicBezTo>
                  <a:cubicBezTo>
                    <a:pt x="1653" y="3268"/>
                    <a:pt x="1568" y="3115"/>
                    <a:pt x="1467" y="2981"/>
                  </a:cubicBezTo>
                  <a:cubicBezTo>
                    <a:pt x="1265" y="2678"/>
                    <a:pt x="1047" y="2376"/>
                    <a:pt x="845" y="2073"/>
                  </a:cubicBezTo>
                  <a:cubicBezTo>
                    <a:pt x="707" y="1838"/>
                    <a:pt x="558" y="1616"/>
                    <a:pt x="404" y="1382"/>
                  </a:cubicBezTo>
                  <a:cubicBezTo>
                    <a:pt x="372" y="1333"/>
                    <a:pt x="319" y="1281"/>
                    <a:pt x="287" y="1232"/>
                  </a:cubicBezTo>
                  <a:cubicBezTo>
                    <a:pt x="186" y="1111"/>
                    <a:pt x="85" y="978"/>
                    <a:pt x="53" y="808"/>
                  </a:cubicBezTo>
                  <a:cubicBezTo>
                    <a:pt x="37" y="675"/>
                    <a:pt x="37" y="525"/>
                    <a:pt x="37" y="372"/>
                  </a:cubicBezTo>
                  <a:cubicBezTo>
                    <a:pt x="37" y="323"/>
                    <a:pt x="53" y="271"/>
                    <a:pt x="53" y="222"/>
                  </a:cubicBezTo>
                  <a:lnTo>
                    <a:pt x="53" y="170"/>
                  </a:lnTo>
                  <a:cubicBezTo>
                    <a:pt x="37" y="101"/>
                    <a:pt x="37"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6"/>
            <p:cNvSpPr/>
            <p:nvPr/>
          </p:nvSpPr>
          <p:spPr>
            <a:xfrm>
              <a:off x="1841216" y="3371583"/>
              <a:ext cx="4966" cy="61879"/>
            </a:xfrm>
            <a:custGeom>
              <a:rect b="b" l="l" r="r" t="t"/>
              <a:pathLst>
                <a:path extrusionOk="0" h="623" w="50">
                  <a:moveTo>
                    <a:pt x="33" y="1"/>
                  </a:moveTo>
                  <a:lnTo>
                    <a:pt x="17" y="17"/>
                  </a:lnTo>
                  <a:cubicBezTo>
                    <a:pt x="1" y="118"/>
                    <a:pt x="1" y="203"/>
                    <a:pt x="1" y="304"/>
                  </a:cubicBezTo>
                  <a:cubicBezTo>
                    <a:pt x="17" y="356"/>
                    <a:pt x="17" y="421"/>
                    <a:pt x="1" y="473"/>
                  </a:cubicBezTo>
                  <a:cubicBezTo>
                    <a:pt x="1" y="490"/>
                    <a:pt x="1" y="506"/>
                    <a:pt x="17" y="522"/>
                  </a:cubicBezTo>
                  <a:cubicBezTo>
                    <a:pt x="17" y="558"/>
                    <a:pt x="17" y="574"/>
                    <a:pt x="1" y="607"/>
                  </a:cubicBezTo>
                  <a:lnTo>
                    <a:pt x="1" y="623"/>
                  </a:lnTo>
                  <a:lnTo>
                    <a:pt x="17" y="623"/>
                  </a:lnTo>
                  <a:cubicBezTo>
                    <a:pt x="33" y="591"/>
                    <a:pt x="33" y="558"/>
                    <a:pt x="33" y="522"/>
                  </a:cubicBezTo>
                  <a:lnTo>
                    <a:pt x="33" y="473"/>
                  </a:lnTo>
                  <a:lnTo>
                    <a:pt x="33" y="304"/>
                  </a:lnTo>
                  <a:cubicBezTo>
                    <a:pt x="33" y="203"/>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p:nvPr/>
          </p:nvSpPr>
          <p:spPr>
            <a:xfrm>
              <a:off x="1841216" y="2484114"/>
              <a:ext cx="3377" cy="56615"/>
            </a:xfrm>
            <a:custGeom>
              <a:rect b="b" l="l" r="r" t="t"/>
              <a:pathLst>
                <a:path extrusionOk="0" h="570" w="34">
                  <a:moveTo>
                    <a:pt x="17" y="0"/>
                  </a:moveTo>
                  <a:cubicBezTo>
                    <a:pt x="17" y="0"/>
                    <a:pt x="1" y="0"/>
                    <a:pt x="1" y="16"/>
                  </a:cubicBezTo>
                  <a:lnTo>
                    <a:pt x="1" y="218"/>
                  </a:lnTo>
                  <a:cubicBezTo>
                    <a:pt x="17" y="319"/>
                    <a:pt x="17" y="436"/>
                    <a:pt x="1" y="553"/>
                  </a:cubicBezTo>
                  <a:lnTo>
                    <a:pt x="1" y="570"/>
                  </a:lnTo>
                  <a:cubicBezTo>
                    <a:pt x="17" y="570"/>
                    <a:pt x="17" y="553"/>
                    <a:pt x="17" y="553"/>
                  </a:cubicBezTo>
                  <a:cubicBezTo>
                    <a:pt x="33" y="436"/>
                    <a:pt x="33" y="335"/>
                    <a:pt x="33" y="218"/>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6"/>
            <p:cNvSpPr/>
            <p:nvPr/>
          </p:nvSpPr>
          <p:spPr>
            <a:xfrm>
              <a:off x="1742487" y="2167864"/>
              <a:ext cx="140545" cy="277812"/>
            </a:xfrm>
            <a:custGeom>
              <a:rect b="b" l="l" r="r" t="t"/>
              <a:pathLst>
                <a:path extrusionOk="0" h="2797" w="1415">
                  <a:moveTo>
                    <a:pt x="53" y="1"/>
                  </a:moveTo>
                  <a:cubicBezTo>
                    <a:pt x="17" y="17"/>
                    <a:pt x="1" y="53"/>
                    <a:pt x="1" y="102"/>
                  </a:cubicBezTo>
                  <a:lnTo>
                    <a:pt x="1" y="692"/>
                  </a:lnTo>
                  <a:cubicBezTo>
                    <a:pt x="1" y="744"/>
                    <a:pt x="17" y="793"/>
                    <a:pt x="53" y="825"/>
                  </a:cubicBezTo>
                  <a:cubicBezTo>
                    <a:pt x="219" y="1079"/>
                    <a:pt x="389" y="1350"/>
                    <a:pt x="558" y="1600"/>
                  </a:cubicBezTo>
                  <a:cubicBezTo>
                    <a:pt x="692" y="1802"/>
                    <a:pt x="825" y="2004"/>
                    <a:pt x="962" y="2206"/>
                  </a:cubicBezTo>
                  <a:cubicBezTo>
                    <a:pt x="1027" y="2291"/>
                    <a:pt x="1080" y="2376"/>
                    <a:pt x="1144" y="2477"/>
                  </a:cubicBezTo>
                  <a:cubicBezTo>
                    <a:pt x="1197" y="2542"/>
                    <a:pt x="1229" y="2627"/>
                    <a:pt x="1282" y="2695"/>
                  </a:cubicBezTo>
                  <a:cubicBezTo>
                    <a:pt x="1298" y="2711"/>
                    <a:pt x="1298" y="2711"/>
                    <a:pt x="1298" y="2728"/>
                  </a:cubicBezTo>
                  <a:cubicBezTo>
                    <a:pt x="1314" y="2764"/>
                    <a:pt x="1346" y="2796"/>
                    <a:pt x="1399" y="2796"/>
                  </a:cubicBezTo>
                  <a:lnTo>
                    <a:pt x="1415" y="2796"/>
                  </a:lnTo>
                  <a:cubicBezTo>
                    <a:pt x="1415" y="2780"/>
                    <a:pt x="1399" y="2780"/>
                    <a:pt x="1399" y="2780"/>
                  </a:cubicBezTo>
                  <a:cubicBezTo>
                    <a:pt x="1366" y="2764"/>
                    <a:pt x="1346" y="2744"/>
                    <a:pt x="1330" y="2711"/>
                  </a:cubicBezTo>
                  <a:lnTo>
                    <a:pt x="1314" y="2695"/>
                  </a:lnTo>
                  <a:cubicBezTo>
                    <a:pt x="1265" y="2610"/>
                    <a:pt x="1213" y="2526"/>
                    <a:pt x="1164" y="2461"/>
                  </a:cubicBezTo>
                  <a:cubicBezTo>
                    <a:pt x="1096" y="2376"/>
                    <a:pt x="1043" y="2275"/>
                    <a:pt x="979" y="2190"/>
                  </a:cubicBezTo>
                  <a:cubicBezTo>
                    <a:pt x="861" y="1988"/>
                    <a:pt x="724" y="1786"/>
                    <a:pt x="591" y="1584"/>
                  </a:cubicBezTo>
                  <a:cubicBezTo>
                    <a:pt x="405" y="1330"/>
                    <a:pt x="235" y="1063"/>
                    <a:pt x="70" y="809"/>
                  </a:cubicBezTo>
                  <a:cubicBezTo>
                    <a:pt x="53" y="776"/>
                    <a:pt x="33" y="744"/>
                    <a:pt x="33" y="692"/>
                  </a:cubicBezTo>
                  <a:lnTo>
                    <a:pt x="33" y="102"/>
                  </a:lnTo>
                  <a:cubicBezTo>
                    <a:pt x="33" y="69"/>
                    <a:pt x="33" y="37"/>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p:nvPr/>
          </p:nvSpPr>
          <p:spPr>
            <a:xfrm>
              <a:off x="1137498" y="1972491"/>
              <a:ext cx="4867" cy="98828"/>
            </a:xfrm>
            <a:custGeom>
              <a:rect b="b" l="l" r="r" t="t"/>
              <a:pathLst>
                <a:path extrusionOk="0" h="995" w="49">
                  <a:moveTo>
                    <a:pt x="16" y="0"/>
                  </a:moveTo>
                  <a:cubicBezTo>
                    <a:pt x="0" y="0"/>
                    <a:pt x="0" y="17"/>
                    <a:pt x="0" y="17"/>
                  </a:cubicBezTo>
                  <a:cubicBezTo>
                    <a:pt x="16" y="150"/>
                    <a:pt x="16" y="303"/>
                    <a:pt x="16" y="437"/>
                  </a:cubicBezTo>
                  <a:lnTo>
                    <a:pt x="16" y="691"/>
                  </a:lnTo>
                  <a:lnTo>
                    <a:pt x="16" y="792"/>
                  </a:lnTo>
                  <a:cubicBezTo>
                    <a:pt x="16" y="857"/>
                    <a:pt x="16" y="926"/>
                    <a:pt x="32" y="994"/>
                  </a:cubicBezTo>
                  <a:lnTo>
                    <a:pt x="49" y="994"/>
                  </a:lnTo>
                  <a:lnTo>
                    <a:pt x="49" y="974"/>
                  </a:lnTo>
                  <a:cubicBezTo>
                    <a:pt x="32" y="926"/>
                    <a:pt x="32" y="857"/>
                    <a:pt x="32" y="792"/>
                  </a:cubicBezTo>
                  <a:cubicBezTo>
                    <a:pt x="32" y="756"/>
                    <a:pt x="49" y="724"/>
                    <a:pt x="32" y="691"/>
                  </a:cubicBezTo>
                  <a:lnTo>
                    <a:pt x="32" y="437"/>
                  </a:lnTo>
                  <a:cubicBezTo>
                    <a:pt x="49" y="303"/>
                    <a:pt x="49" y="150"/>
                    <a:pt x="32" y="17"/>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a:off x="1087339" y="1477356"/>
              <a:ext cx="4867" cy="63866"/>
            </a:xfrm>
            <a:custGeom>
              <a:rect b="b" l="l" r="r" t="t"/>
              <a:pathLst>
                <a:path extrusionOk="0" h="643" w="49">
                  <a:moveTo>
                    <a:pt x="16" y="0"/>
                  </a:moveTo>
                  <a:cubicBezTo>
                    <a:pt x="16" y="0"/>
                    <a:pt x="0" y="0"/>
                    <a:pt x="0" y="21"/>
                  </a:cubicBezTo>
                  <a:cubicBezTo>
                    <a:pt x="16" y="85"/>
                    <a:pt x="0" y="170"/>
                    <a:pt x="0" y="255"/>
                  </a:cubicBezTo>
                  <a:cubicBezTo>
                    <a:pt x="0" y="372"/>
                    <a:pt x="0" y="505"/>
                    <a:pt x="16" y="643"/>
                  </a:cubicBezTo>
                  <a:lnTo>
                    <a:pt x="49" y="643"/>
                  </a:lnTo>
                  <a:cubicBezTo>
                    <a:pt x="32" y="505"/>
                    <a:pt x="32" y="372"/>
                    <a:pt x="32" y="255"/>
                  </a:cubicBezTo>
                  <a:lnTo>
                    <a:pt x="32" y="21"/>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a:off x="1251026" y="2525831"/>
              <a:ext cx="162198" cy="183851"/>
            </a:xfrm>
            <a:custGeom>
              <a:rect b="b" l="l" r="r" t="t"/>
              <a:pathLst>
                <a:path extrusionOk="0" h="1851" w="1633">
                  <a:moveTo>
                    <a:pt x="1616" y="0"/>
                  </a:moveTo>
                  <a:cubicBezTo>
                    <a:pt x="1467" y="16"/>
                    <a:pt x="1346" y="85"/>
                    <a:pt x="1228" y="133"/>
                  </a:cubicBezTo>
                  <a:cubicBezTo>
                    <a:pt x="1180" y="150"/>
                    <a:pt x="1127" y="186"/>
                    <a:pt x="1063" y="202"/>
                  </a:cubicBezTo>
                  <a:cubicBezTo>
                    <a:pt x="942" y="251"/>
                    <a:pt x="808" y="303"/>
                    <a:pt x="691" y="372"/>
                  </a:cubicBezTo>
                  <a:cubicBezTo>
                    <a:pt x="505" y="436"/>
                    <a:pt x="303" y="521"/>
                    <a:pt x="101" y="606"/>
                  </a:cubicBezTo>
                  <a:cubicBezTo>
                    <a:pt x="33" y="638"/>
                    <a:pt x="0" y="675"/>
                    <a:pt x="0" y="756"/>
                  </a:cubicBezTo>
                  <a:cubicBezTo>
                    <a:pt x="17" y="1059"/>
                    <a:pt x="17" y="1362"/>
                    <a:pt x="0" y="1664"/>
                  </a:cubicBezTo>
                  <a:cubicBezTo>
                    <a:pt x="0" y="1701"/>
                    <a:pt x="0" y="1717"/>
                    <a:pt x="17" y="1733"/>
                  </a:cubicBezTo>
                  <a:cubicBezTo>
                    <a:pt x="17" y="1765"/>
                    <a:pt x="33" y="1802"/>
                    <a:pt x="0" y="1818"/>
                  </a:cubicBezTo>
                  <a:lnTo>
                    <a:pt x="17" y="1850"/>
                  </a:lnTo>
                  <a:lnTo>
                    <a:pt x="33" y="1850"/>
                  </a:lnTo>
                  <a:cubicBezTo>
                    <a:pt x="69" y="1802"/>
                    <a:pt x="53" y="1765"/>
                    <a:pt x="33" y="1717"/>
                  </a:cubicBezTo>
                  <a:lnTo>
                    <a:pt x="33" y="1664"/>
                  </a:lnTo>
                  <a:lnTo>
                    <a:pt x="33" y="756"/>
                  </a:lnTo>
                  <a:cubicBezTo>
                    <a:pt x="33" y="675"/>
                    <a:pt x="53" y="655"/>
                    <a:pt x="117" y="622"/>
                  </a:cubicBezTo>
                  <a:cubicBezTo>
                    <a:pt x="319" y="554"/>
                    <a:pt x="505" y="473"/>
                    <a:pt x="707" y="388"/>
                  </a:cubicBezTo>
                  <a:cubicBezTo>
                    <a:pt x="824" y="335"/>
                    <a:pt x="962" y="287"/>
                    <a:pt x="1079" y="234"/>
                  </a:cubicBezTo>
                  <a:cubicBezTo>
                    <a:pt x="1127" y="202"/>
                    <a:pt x="1180" y="186"/>
                    <a:pt x="1228" y="170"/>
                  </a:cubicBezTo>
                  <a:cubicBezTo>
                    <a:pt x="1346" y="101"/>
                    <a:pt x="1483" y="49"/>
                    <a:pt x="1616" y="16"/>
                  </a:cubicBezTo>
                  <a:cubicBezTo>
                    <a:pt x="1616" y="16"/>
                    <a:pt x="1632" y="16"/>
                    <a:pt x="1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a:off x="1416701" y="3187832"/>
              <a:ext cx="85221" cy="80354"/>
            </a:xfrm>
            <a:custGeom>
              <a:rect b="b" l="l" r="r" t="t"/>
              <a:pathLst>
                <a:path extrusionOk="0" h="809" w="858">
                  <a:moveTo>
                    <a:pt x="17" y="1"/>
                  </a:moveTo>
                  <a:cubicBezTo>
                    <a:pt x="1" y="1"/>
                    <a:pt x="1" y="17"/>
                    <a:pt x="1" y="17"/>
                  </a:cubicBezTo>
                  <a:cubicBezTo>
                    <a:pt x="1" y="33"/>
                    <a:pt x="1" y="33"/>
                    <a:pt x="17" y="33"/>
                  </a:cubicBezTo>
                  <a:cubicBezTo>
                    <a:pt x="49" y="33"/>
                    <a:pt x="82" y="49"/>
                    <a:pt x="118" y="85"/>
                  </a:cubicBezTo>
                  <a:cubicBezTo>
                    <a:pt x="219" y="170"/>
                    <a:pt x="320" y="271"/>
                    <a:pt x="421" y="372"/>
                  </a:cubicBezTo>
                  <a:cubicBezTo>
                    <a:pt x="538" y="489"/>
                    <a:pt x="671" y="623"/>
                    <a:pt x="809" y="740"/>
                  </a:cubicBezTo>
                  <a:cubicBezTo>
                    <a:pt x="825" y="740"/>
                    <a:pt x="825" y="756"/>
                    <a:pt x="825" y="776"/>
                  </a:cubicBezTo>
                  <a:cubicBezTo>
                    <a:pt x="841" y="776"/>
                    <a:pt x="841" y="792"/>
                    <a:pt x="841" y="792"/>
                  </a:cubicBezTo>
                  <a:lnTo>
                    <a:pt x="857" y="809"/>
                  </a:lnTo>
                  <a:lnTo>
                    <a:pt x="857" y="792"/>
                  </a:lnTo>
                  <a:lnTo>
                    <a:pt x="857" y="756"/>
                  </a:lnTo>
                  <a:cubicBezTo>
                    <a:pt x="857" y="740"/>
                    <a:pt x="841" y="724"/>
                    <a:pt x="825" y="708"/>
                  </a:cubicBezTo>
                  <a:cubicBezTo>
                    <a:pt x="687" y="607"/>
                    <a:pt x="554" y="473"/>
                    <a:pt x="437" y="352"/>
                  </a:cubicBezTo>
                  <a:cubicBezTo>
                    <a:pt x="336" y="251"/>
                    <a:pt x="235" y="150"/>
                    <a:pt x="134" y="69"/>
                  </a:cubicBezTo>
                  <a:cubicBezTo>
                    <a:pt x="10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a:off x="574127" y="3057418"/>
              <a:ext cx="4867" cy="91975"/>
            </a:xfrm>
            <a:custGeom>
              <a:rect b="b" l="l" r="r" t="t"/>
              <a:pathLst>
                <a:path extrusionOk="0" h="926" w="49">
                  <a:moveTo>
                    <a:pt x="17" y="1"/>
                  </a:moveTo>
                  <a:cubicBezTo>
                    <a:pt x="0" y="1"/>
                    <a:pt x="0" y="1"/>
                    <a:pt x="0" y="17"/>
                  </a:cubicBezTo>
                  <a:cubicBezTo>
                    <a:pt x="17" y="134"/>
                    <a:pt x="17" y="271"/>
                    <a:pt x="17" y="389"/>
                  </a:cubicBezTo>
                  <a:lnTo>
                    <a:pt x="17" y="607"/>
                  </a:lnTo>
                  <a:lnTo>
                    <a:pt x="17" y="809"/>
                  </a:lnTo>
                  <a:lnTo>
                    <a:pt x="17" y="910"/>
                  </a:lnTo>
                  <a:cubicBezTo>
                    <a:pt x="17" y="926"/>
                    <a:pt x="17" y="926"/>
                    <a:pt x="33" y="926"/>
                  </a:cubicBezTo>
                  <a:lnTo>
                    <a:pt x="33" y="910"/>
                  </a:lnTo>
                  <a:lnTo>
                    <a:pt x="33" y="809"/>
                  </a:lnTo>
                  <a:lnTo>
                    <a:pt x="33" y="607"/>
                  </a:lnTo>
                  <a:lnTo>
                    <a:pt x="33" y="389"/>
                  </a:lnTo>
                  <a:cubicBezTo>
                    <a:pt x="33" y="271"/>
                    <a:pt x="49" y="13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6"/>
            <p:cNvSpPr/>
            <p:nvPr/>
          </p:nvSpPr>
          <p:spPr>
            <a:xfrm>
              <a:off x="1033505" y="2707993"/>
              <a:ext cx="5364" cy="85519"/>
            </a:xfrm>
            <a:custGeom>
              <a:rect b="b" l="l" r="r" t="t"/>
              <a:pathLst>
                <a:path extrusionOk="0" h="861" w="54">
                  <a:moveTo>
                    <a:pt x="21" y="0"/>
                  </a:moveTo>
                  <a:cubicBezTo>
                    <a:pt x="1" y="0"/>
                    <a:pt x="1" y="16"/>
                    <a:pt x="1" y="16"/>
                  </a:cubicBezTo>
                  <a:cubicBezTo>
                    <a:pt x="37" y="69"/>
                    <a:pt x="37" y="101"/>
                    <a:pt x="37" y="154"/>
                  </a:cubicBezTo>
                  <a:lnTo>
                    <a:pt x="37" y="170"/>
                  </a:lnTo>
                  <a:lnTo>
                    <a:pt x="37" y="675"/>
                  </a:lnTo>
                  <a:lnTo>
                    <a:pt x="37" y="861"/>
                  </a:lnTo>
                  <a:lnTo>
                    <a:pt x="53" y="861"/>
                  </a:lnTo>
                  <a:lnTo>
                    <a:pt x="53" y="675"/>
                  </a:lnTo>
                  <a:lnTo>
                    <a:pt x="53" y="170"/>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6"/>
            <p:cNvSpPr/>
            <p:nvPr/>
          </p:nvSpPr>
          <p:spPr>
            <a:xfrm>
              <a:off x="1256191" y="1557611"/>
              <a:ext cx="160609" cy="88797"/>
            </a:xfrm>
            <a:custGeom>
              <a:rect b="b" l="l" r="r" t="t"/>
              <a:pathLst>
                <a:path extrusionOk="0" h="894" w="1617">
                  <a:moveTo>
                    <a:pt x="1580" y="0"/>
                  </a:moveTo>
                  <a:cubicBezTo>
                    <a:pt x="1548" y="0"/>
                    <a:pt x="1516" y="21"/>
                    <a:pt x="1479" y="37"/>
                  </a:cubicBezTo>
                  <a:cubicBezTo>
                    <a:pt x="1294" y="138"/>
                    <a:pt x="1092" y="239"/>
                    <a:pt x="910" y="340"/>
                  </a:cubicBezTo>
                  <a:cubicBezTo>
                    <a:pt x="671" y="473"/>
                    <a:pt x="437" y="606"/>
                    <a:pt x="203" y="707"/>
                  </a:cubicBezTo>
                  <a:cubicBezTo>
                    <a:pt x="203" y="728"/>
                    <a:pt x="183" y="728"/>
                    <a:pt x="166" y="744"/>
                  </a:cubicBezTo>
                  <a:cubicBezTo>
                    <a:pt x="102" y="760"/>
                    <a:pt x="17" y="792"/>
                    <a:pt x="1" y="877"/>
                  </a:cubicBezTo>
                  <a:lnTo>
                    <a:pt x="1" y="893"/>
                  </a:lnTo>
                  <a:lnTo>
                    <a:pt x="17" y="877"/>
                  </a:lnTo>
                  <a:cubicBezTo>
                    <a:pt x="33" y="808"/>
                    <a:pt x="118" y="776"/>
                    <a:pt x="166" y="760"/>
                  </a:cubicBezTo>
                  <a:cubicBezTo>
                    <a:pt x="183" y="760"/>
                    <a:pt x="203" y="744"/>
                    <a:pt x="219" y="744"/>
                  </a:cubicBezTo>
                  <a:cubicBezTo>
                    <a:pt x="453" y="627"/>
                    <a:pt x="688" y="489"/>
                    <a:pt x="926" y="372"/>
                  </a:cubicBezTo>
                  <a:cubicBezTo>
                    <a:pt x="1112" y="255"/>
                    <a:pt x="1294" y="154"/>
                    <a:pt x="1496" y="53"/>
                  </a:cubicBezTo>
                  <a:cubicBezTo>
                    <a:pt x="1532" y="37"/>
                    <a:pt x="1548" y="37"/>
                    <a:pt x="1580" y="37"/>
                  </a:cubicBezTo>
                  <a:lnTo>
                    <a:pt x="1597" y="37"/>
                  </a:lnTo>
                  <a:cubicBezTo>
                    <a:pt x="1617" y="37"/>
                    <a:pt x="1617" y="21"/>
                    <a:pt x="1617" y="21"/>
                  </a:cubicBezTo>
                  <a:cubicBezTo>
                    <a:pt x="1617" y="0"/>
                    <a:pt x="1617" y="0"/>
                    <a:pt x="1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a:off x="1923059" y="1994144"/>
              <a:ext cx="140545" cy="312675"/>
            </a:xfrm>
            <a:custGeom>
              <a:rect b="b" l="l" r="r" t="t"/>
              <a:pathLst>
                <a:path extrusionOk="0" h="3148" w="1415">
                  <a:moveTo>
                    <a:pt x="53" y="1"/>
                  </a:moveTo>
                  <a:cubicBezTo>
                    <a:pt x="17" y="17"/>
                    <a:pt x="17" y="33"/>
                    <a:pt x="17" y="69"/>
                  </a:cubicBezTo>
                  <a:lnTo>
                    <a:pt x="17" y="85"/>
                  </a:lnTo>
                  <a:cubicBezTo>
                    <a:pt x="1" y="102"/>
                    <a:pt x="1" y="118"/>
                    <a:pt x="1" y="134"/>
                  </a:cubicBezTo>
                  <a:lnTo>
                    <a:pt x="1" y="170"/>
                  </a:lnTo>
                  <a:cubicBezTo>
                    <a:pt x="1" y="825"/>
                    <a:pt x="17" y="841"/>
                    <a:pt x="356" y="1398"/>
                  </a:cubicBezTo>
                  <a:lnTo>
                    <a:pt x="372" y="1447"/>
                  </a:lnTo>
                  <a:cubicBezTo>
                    <a:pt x="607" y="1818"/>
                    <a:pt x="825" y="2222"/>
                    <a:pt x="1043" y="2594"/>
                  </a:cubicBezTo>
                  <a:cubicBezTo>
                    <a:pt x="1128" y="2727"/>
                    <a:pt x="1197" y="2861"/>
                    <a:pt x="1281" y="3014"/>
                  </a:cubicBezTo>
                  <a:cubicBezTo>
                    <a:pt x="1314" y="3063"/>
                    <a:pt x="1346" y="3115"/>
                    <a:pt x="1399" y="3147"/>
                  </a:cubicBezTo>
                  <a:lnTo>
                    <a:pt x="1415" y="3147"/>
                  </a:lnTo>
                  <a:lnTo>
                    <a:pt x="1415" y="3131"/>
                  </a:lnTo>
                  <a:cubicBezTo>
                    <a:pt x="1366" y="3099"/>
                    <a:pt x="1330" y="3046"/>
                    <a:pt x="1298" y="2998"/>
                  </a:cubicBezTo>
                  <a:cubicBezTo>
                    <a:pt x="1229" y="2861"/>
                    <a:pt x="1144" y="2727"/>
                    <a:pt x="1063" y="2574"/>
                  </a:cubicBezTo>
                  <a:cubicBezTo>
                    <a:pt x="841" y="2206"/>
                    <a:pt x="623" y="1802"/>
                    <a:pt x="389" y="1431"/>
                  </a:cubicBezTo>
                  <a:lnTo>
                    <a:pt x="372" y="1398"/>
                  </a:lnTo>
                  <a:cubicBezTo>
                    <a:pt x="33" y="841"/>
                    <a:pt x="33" y="825"/>
                    <a:pt x="33" y="170"/>
                  </a:cubicBezTo>
                  <a:lnTo>
                    <a:pt x="33" y="134"/>
                  </a:lnTo>
                  <a:lnTo>
                    <a:pt x="33" y="85"/>
                  </a:lnTo>
                  <a:lnTo>
                    <a:pt x="33" y="69"/>
                  </a:lnTo>
                  <a:cubicBezTo>
                    <a:pt x="53" y="49"/>
                    <a:pt x="53" y="33"/>
                    <a:pt x="69" y="33"/>
                  </a:cubicBezTo>
                  <a:lnTo>
                    <a:pt x="69" y="17"/>
                  </a:ln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a:off x="1521886" y="2474082"/>
              <a:ext cx="197458" cy="355981"/>
            </a:xfrm>
            <a:custGeom>
              <a:rect b="b" l="l" r="r" t="t"/>
              <a:pathLst>
                <a:path extrusionOk="0" h="3584" w="1988">
                  <a:moveTo>
                    <a:pt x="0" y="0"/>
                  </a:moveTo>
                  <a:cubicBezTo>
                    <a:pt x="0" y="133"/>
                    <a:pt x="69" y="202"/>
                    <a:pt x="154" y="287"/>
                  </a:cubicBezTo>
                  <a:lnTo>
                    <a:pt x="154" y="303"/>
                  </a:lnTo>
                  <a:cubicBezTo>
                    <a:pt x="234" y="388"/>
                    <a:pt x="303" y="469"/>
                    <a:pt x="372" y="570"/>
                  </a:cubicBezTo>
                  <a:cubicBezTo>
                    <a:pt x="404" y="622"/>
                    <a:pt x="436" y="671"/>
                    <a:pt x="489" y="723"/>
                  </a:cubicBezTo>
                  <a:cubicBezTo>
                    <a:pt x="606" y="873"/>
                    <a:pt x="723" y="1026"/>
                    <a:pt x="861" y="1176"/>
                  </a:cubicBezTo>
                  <a:cubicBezTo>
                    <a:pt x="1180" y="1580"/>
                    <a:pt x="1499" y="2004"/>
                    <a:pt x="1818" y="2408"/>
                  </a:cubicBezTo>
                  <a:cubicBezTo>
                    <a:pt x="1834" y="2424"/>
                    <a:pt x="1834" y="2440"/>
                    <a:pt x="1850" y="2456"/>
                  </a:cubicBezTo>
                  <a:cubicBezTo>
                    <a:pt x="1903" y="2509"/>
                    <a:pt x="1951" y="2573"/>
                    <a:pt x="1951" y="2658"/>
                  </a:cubicBezTo>
                  <a:lnTo>
                    <a:pt x="1951" y="3296"/>
                  </a:lnTo>
                  <a:lnTo>
                    <a:pt x="1951" y="3450"/>
                  </a:lnTo>
                  <a:cubicBezTo>
                    <a:pt x="1951" y="3498"/>
                    <a:pt x="1951" y="3535"/>
                    <a:pt x="1935" y="3567"/>
                  </a:cubicBezTo>
                  <a:cubicBezTo>
                    <a:pt x="1919" y="3567"/>
                    <a:pt x="1919" y="3583"/>
                    <a:pt x="1935" y="3583"/>
                  </a:cubicBezTo>
                  <a:lnTo>
                    <a:pt x="1951" y="3583"/>
                  </a:lnTo>
                  <a:cubicBezTo>
                    <a:pt x="1971" y="3535"/>
                    <a:pt x="1988" y="3498"/>
                    <a:pt x="1988" y="3450"/>
                  </a:cubicBezTo>
                  <a:lnTo>
                    <a:pt x="1988" y="3296"/>
                  </a:lnTo>
                  <a:cubicBezTo>
                    <a:pt x="1971" y="3094"/>
                    <a:pt x="1971" y="2876"/>
                    <a:pt x="1988" y="2658"/>
                  </a:cubicBezTo>
                  <a:cubicBezTo>
                    <a:pt x="1988" y="2557"/>
                    <a:pt x="1919" y="2488"/>
                    <a:pt x="1870" y="2440"/>
                  </a:cubicBezTo>
                  <a:cubicBezTo>
                    <a:pt x="1870" y="2424"/>
                    <a:pt x="1850" y="2408"/>
                    <a:pt x="1834" y="2387"/>
                  </a:cubicBezTo>
                  <a:cubicBezTo>
                    <a:pt x="1515" y="1984"/>
                    <a:pt x="1196" y="1563"/>
                    <a:pt x="877" y="1159"/>
                  </a:cubicBezTo>
                  <a:cubicBezTo>
                    <a:pt x="760" y="1010"/>
                    <a:pt x="622" y="856"/>
                    <a:pt x="505" y="707"/>
                  </a:cubicBezTo>
                  <a:cubicBezTo>
                    <a:pt x="473" y="654"/>
                    <a:pt x="420" y="606"/>
                    <a:pt x="388" y="553"/>
                  </a:cubicBezTo>
                  <a:cubicBezTo>
                    <a:pt x="319" y="452"/>
                    <a:pt x="255" y="368"/>
                    <a:pt x="170" y="287"/>
                  </a:cubicBezTo>
                  <a:lnTo>
                    <a:pt x="170" y="267"/>
                  </a:lnTo>
                  <a:cubicBezTo>
                    <a:pt x="101" y="186"/>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a:off x="849753" y="3127641"/>
              <a:ext cx="359656" cy="242452"/>
            </a:xfrm>
            <a:custGeom>
              <a:rect b="b" l="l" r="r" t="t"/>
              <a:pathLst>
                <a:path extrusionOk="0" h="2441" w="3621">
                  <a:moveTo>
                    <a:pt x="3588" y="33"/>
                  </a:moveTo>
                  <a:lnTo>
                    <a:pt x="3588" y="304"/>
                  </a:lnTo>
                  <a:lnTo>
                    <a:pt x="3588" y="1128"/>
                  </a:lnTo>
                  <a:cubicBezTo>
                    <a:pt x="3588" y="1180"/>
                    <a:pt x="3552" y="1196"/>
                    <a:pt x="3487" y="1213"/>
                  </a:cubicBezTo>
                  <a:cubicBezTo>
                    <a:pt x="3099" y="1346"/>
                    <a:pt x="2695" y="1463"/>
                    <a:pt x="2307" y="1600"/>
                  </a:cubicBezTo>
                  <a:cubicBezTo>
                    <a:pt x="2122" y="1665"/>
                    <a:pt x="1952" y="1718"/>
                    <a:pt x="1786" y="1766"/>
                  </a:cubicBezTo>
                  <a:cubicBezTo>
                    <a:pt x="1382" y="1903"/>
                    <a:pt x="994" y="2037"/>
                    <a:pt x="590" y="2170"/>
                  </a:cubicBezTo>
                  <a:lnTo>
                    <a:pt x="69" y="2340"/>
                  </a:lnTo>
                  <a:cubicBezTo>
                    <a:pt x="33" y="2170"/>
                    <a:pt x="33" y="2004"/>
                    <a:pt x="53" y="1835"/>
                  </a:cubicBezTo>
                  <a:lnTo>
                    <a:pt x="53" y="1564"/>
                  </a:lnTo>
                  <a:cubicBezTo>
                    <a:pt x="33" y="1261"/>
                    <a:pt x="33" y="1261"/>
                    <a:pt x="320" y="1160"/>
                  </a:cubicBezTo>
                  <a:lnTo>
                    <a:pt x="336" y="1160"/>
                  </a:lnTo>
                  <a:cubicBezTo>
                    <a:pt x="691" y="1043"/>
                    <a:pt x="1043" y="910"/>
                    <a:pt x="1398" y="792"/>
                  </a:cubicBezTo>
                  <a:cubicBezTo>
                    <a:pt x="2021" y="574"/>
                    <a:pt x="2643" y="336"/>
                    <a:pt x="3265" y="118"/>
                  </a:cubicBezTo>
                  <a:cubicBezTo>
                    <a:pt x="3301" y="118"/>
                    <a:pt x="3317" y="102"/>
                    <a:pt x="3350" y="102"/>
                  </a:cubicBezTo>
                  <a:cubicBezTo>
                    <a:pt x="3418" y="69"/>
                    <a:pt x="3503" y="33"/>
                    <a:pt x="3588" y="33"/>
                  </a:cubicBezTo>
                  <a:close/>
                  <a:moveTo>
                    <a:pt x="3604" y="1"/>
                  </a:moveTo>
                  <a:cubicBezTo>
                    <a:pt x="3503" y="1"/>
                    <a:pt x="3418" y="33"/>
                    <a:pt x="3333" y="69"/>
                  </a:cubicBezTo>
                  <a:cubicBezTo>
                    <a:pt x="3317" y="85"/>
                    <a:pt x="3285" y="85"/>
                    <a:pt x="3265" y="102"/>
                  </a:cubicBezTo>
                  <a:cubicBezTo>
                    <a:pt x="2643" y="320"/>
                    <a:pt x="2004" y="538"/>
                    <a:pt x="1398" y="756"/>
                  </a:cubicBezTo>
                  <a:cubicBezTo>
                    <a:pt x="1043" y="893"/>
                    <a:pt x="675" y="1011"/>
                    <a:pt x="320" y="1144"/>
                  </a:cubicBezTo>
                  <a:cubicBezTo>
                    <a:pt x="17" y="1245"/>
                    <a:pt x="17" y="1245"/>
                    <a:pt x="17" y="1564"/>
                  </a:cubicBezTo>
                  <a:lnTo>
                    <a:pt x="17" y="1835"/>
                  </a:lnTo>
                  <a:cubicBezTo>
                    <a:pt x="17" y="2004"/>
                    <a:pt x="1" y="2190"/>
                    <a:pt x="53" y="2356"/>
                  </a:cubicBezTo>
                  <a:cubicBezTo>
                    <a:pt x="53" y="2356"/>
                    <a:pt x="33" y="2372"/>
                    <a:pt x="17" y="2392"/>
                  </a:cubicBezTo>
                  <a:cubicBezTo>
                    <a:pt x="17" y="2408"/>
                    <a:pt x="17" y="2408"/>
                    <a:pt x="1" y="2408"/>
                  </a:cubicBezTo>
                  <a:cubicBezTo>
                    <a:pt x="1" y="2424"/>
                    <a:pt x="1" y="2424"/>
                    <a:pt x="17" y="2441"/>
                  </a:cubicBezTo>
                  <a:lnTo>
                    <a:pt x="33" y="2424"/>
                  </a:lnTo>
                  <a:cubicBezTo>
                    <a:pt x="33" y="2424"/>
                    <a:pt x="33" y="2408"/>
                    <a:pt x="53" y="2408"/>
                  </a:cubicBezTo>
                  <a:cubicBezTo>
                    <a:pt x="53" y="2392"/>
                    <a:pt x="69" y="2372"/>
                    <a:pt x="69" y="2372"/>
                  </a:cubicBezTo>
                  <a:lnTo>
                    <a:pt x="86" y="2372"/>
                  </a:lnTo>
                  <a:lnTo>
                    <a:pt x="607" y="2190"/>
                  </a:lnTo>
                  <a:cubicBezTo>
                    <a:pt x="994" y="2069"/>
                    <a:pt x="1398" y="1936"/>
                    <a:pt x="1786" y="1802"/>
                  </a:cubicBezTo>
                  <a:cubicBezTo>
                    <a:pt x="1972" y="1750"/>
                    <a:pt x="2138" y="1685"/>
                    <a:pt x="2307" y="1633"/>
                  </a:cubicBezTo>
                  <a:cubicBezTo>
                    <a:pt x="2695" y="1499"/>
                    <a:pt x="3099" y="1362"/>
                    <a:pt x="3503" y="1229"/>
                  </a:cubicBezTo>
                  <a:cubicBezTo>
                    <a:pt x="3552" y="1213"/>
                    <a:pt x="3604" y="1196"/>
                    <a:pt x="3620" y="1128"/>
                  </a:cubicBezTo>
                  <a:lnTo>
                    <a:pt x="3620" y="304"/>
                  </a:lnTo>
                  <a:lnTo>
                    <a:pt x="3620"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6"/>
            <p:cNvSpPr/>
            <p:nvPr/>
          </p:nvSpPr>
          <p:spPr>
            <a:xfrm>
              <a:off x="1521886" y="2126147"/>
              <a:ext cx="202325" cy="414583"/>
            </a:xfrm>
            <a:custGeom>
              <a:rect b="b" l="l" r="r" t="t"/>
              <a:pathLst>
                <a:path extrusionOk="0" h="4174" w="2037">
                  <a:moveTo>
                    <a:pt x="16" y="1"/>
                  </a:moveTo>
                  <a:lnTo>
                    <a:pt x="0" y="17"/>
                  </a:lnTo>
                  <a:cubicBezTo>
                    <a:pt x="0" y="118"/>
                    <a:pt x="53" y="186"/>
                    <a:pt x="117" y="271"/>
                  </a:cubicBezTo>
                  <a:cubicBezTo>
                    <a:pt x="202" y="356"/>
                    <a:pt x="271" y="457"/>
                    <a:pt x="335" y="538"/>
                  </a:cubicBezTo>
                  <a:cubicBezTo>
                    <a:pt x="335" y="574"/>
                    <a:pt x="356" y="590"/>
                    <a:pt x="372" y="607"/>
                  </a:cubicBezTo>
                  <a:cubicBezTo>
                    <a:pt x="558" y="877"/>
                    <a:pt x="739" y="1144"/>
                    <a:pt x="925" y="1398"/>
                  </a:cubicBezTo>
                  <a:cubicBezTo>
                    <a:pt x="1244" y="1871"/>
                    <a:pt x="1584" y="2356"/>
                    <a:pt x="1919" y="2845"/>
                  </a:cubicBezTo>
                  <a:cubicBezTo>
                    <a:pt x="1971" y="2897"/>
                    <a:pt x="1988" y="2962"/>
                    <a:pt x="1988" y="3030"/>
                  </a:cubicBezTo>
                  <a:lnTo>
                    <a:pt x="1988" y="3333"/>
                  </a:lnTo>
                  <a:cubicBezTo>
                    <a:pt x="1988" y="3487"/>
                    <a:pt x="1988" y="3652"/>
                    <a:pt x="1971" y="3806"/>
                  </a:cubicBezTo>
                  <a:lnTo>
                    <a:pt x="1971" y="3854"/>
                  </a:lnTo>
                  <a:cubicBezTo>
                    <a:pt x="1971" y="3955"/>
                    <a:pt x="1971" y="4056"/>
                    <a:pt x="2004" y="4157"/>
                  </a:cubicBezTo>
                  <a:lnTo>
                    <a:pt x="2020" y="4174"/>
                  </a:lnTo>
                  <a:lnTo>
                    <a:pt x="2036" y="4157"/>
                  </a:lnTo>
                  <a:cubicBezTo>
                    <a:pt x="1988" y="4056"/>
                    <a:pt x="1988" y="3955"/>
                    <a:pt x="2004" y="3871"/>
                  </a:cubicBezTo>
                  <a:lnTo>
                    <a:pt x="2004" y="3806"/>
                  </a:lnTo>
                  <a:lnTo>
                    <a:pt x="2004" y="3333"/>
                  </a:lnTo>
                  <a:lnTo>
                    <a:pt x="2004" y="3030"/>
                  </a:lnTo>
                  <a:cubicBezTo>
                    <a:pt x="2004" y="2962"/>
                    <a:pt x="1988" y="2897"/>
                    <a:pt x="1935" y="2828"/>
                  </a:cubicBezTo>
                  <a:cubicBezTo>
                    <a:pt x="1600" y="2340"/>
                    <a:pt x="1265" y="1851"/>
                    <a:pt x="941" y="1398"/>
                  </a:cubicBezTo>
                  <a:cubicBezTo>
                    <a:pt x="760" y="1128"/>
                    <a:pt x="574" y="861"/>
                    <a:pt x="404" y="590"/>
                  </a:cubicBezTo>
                  <a:cubicBezTo>
                    <a:pt x="388" y="574"/>
                    <a:pt x="372" y="558"/>
                    <a:pt x="356" y="522"/>
                  </a:cubicBezTo>
                  <a:cubicBezTo>
                    <a:pt x="287" y="437"/>
                    <a:pt x="218" y="336"/>
                    <a:pt x="133" y="255"/>
                  </a:cubicBezTo>
                  <a:cubicBezTo>
                    <a:pt x="69" y="170"/>
                    <a:pt x="32" y="118"/>
                    <a:pt x="32" y="17"/>
                  </a:cubicBez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6"/>
            <p:cNvSpPr/>
            <p:nvPr/>
          </p:nvSpPr>
          <p:spPr>
            <a:xfrm>
              <a:off x="1267912" y="2191602"/>
              <a:ext cx="143723" cy="158523"/>
            </a:xfrm>
            <a:custGeom>
              <a:rect b="b" l="l" r="r" t="t"/>
              <a:pathLst>
                <a:path extrusionOk="0" h="1596" w="1447">
                  <a:moveTo>
                    <a:pt x="1430" y="0"/>
                  </a:moveTo>
                  <a:cubicBezTo>
                    <a:pt x="1361" y="32"/>
                    <a:pt x="1313" y="49"/>
                    <a:pt x="1244" y="81"/>
                  </a:cubicBezTo>
                  <a:cubicBezTo>
                    <a:pt x="1127" y="133"/>
                    <a:pt x="994" y="202"/>
                    <a:pt x="856" y="251"/>
                  </a:cubicBezTo>
                  <a:cubicBezTo>
                    <a:pt x="772" y="303"/>
                    <a:pt x="691" y="335"/>
                    <a:pt x="590" y="384"/>
                  </a:cubicBezTo>
                  <a:cubicBezTo>
                    <a:pt x="436" y="453"/>
                    <a:pt x="267" y="537"/>
                    <a:pt x="117" y="606"/>
                  </a:cubicBezTo>
                  <a:cubicBezTo>
                    <a:pt x="16" y="655"/>
                    <a:pt x="0" y="707"/>
                    <a:pt x="0" y="788"/>
                  </a:cubicBezTo>
                  <a:lnTo>
                    <a:pt x="0" y="1111"/>
                  </a:lnTo>
                  <a:cubicBezTo>
                    <a:pt x="0" y="1260"/>
                    <a:pt x="0" y="1430"/>
                    <a:pt x="16" y="1580"/>
                  </a:cubicBezTo>
                  <a:cubicBezTo>
                    <a:pt x="16" y="1580"/>
                    <a:pt x="16" y="1596"/>
                    <a:pt x="32" y="1596"/>
                  </a:cubicBezTo>
                  <a:lnTo>
                    <a:pt x="32" y="1580"/>
                  </a:lnTo>
                  <a:cubicBezTo>
                    <a:pt x="16" y="1430"/>
                    <a:pt x="16" y="1260"/>
                    <a:pt x="32" y="1111"/>
                  </a:cubicBezTo>
                  <a:cubicBezTo>
                    <a:pt x="32" y="1010"/>
                    <a:pt x="32" y="909"/>
                    <a:pt x="16" y="788"/>
                  </a:cubicBezTo>
                  <a:cubicBezTo>
                    <a:pt x="16" y="723"/>
                    <a:pt x="32" y="671"/>
                    <a:pt x="117" y="622"/>
                  </a:cubicBezTo>
                  <a:cubicBezTo>
                    <a:pt x="287" y="554"/>
                    <a:pt x="452" y="485"/>
                    <a:pt x="606" y="404"/>
                  </a:cubicBezTo>
                  <a:cubicBezTo>
                    <a:pt x="691" y="368"/>
                    <a:pt x="772" y="319"/>
                    <a:pt x="873" y="283"/>
                  </a:cubicBezTo>
                  <a:cubicBezTo>
                    <a:pt x="994" y="218"/>
                    <a:pt x="1127" y="166"/>
                    <a:pt x="1260" y="101"/>
                  </a:cubicBezTo>
                  <a:cubicBezTo>
                    <a:pt x="1313" y="81"/>
                    <a:pt x="1378" y="49"/>
                    <a:pt x="1430" y="16"/>
                  </a:cubicBezTo>
                  <a:cubicBezTo>
                    <a:pt x="1446" y="16"/>
                    <a:pt x="1446" y="16"/>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6"/>
            <p:cNvSpPr/>
            <p:nvPr/>
          </p:nvSpPr>
          <p:spPr>
            <a:xfrm>
              <a:off x="1944712" y="3485608"/>
              <a:ext cx="6953" cy="55026"/>
            </a:xfrm>
            <a:custGeom>
              <a:rect b="b" l="l" r="r" t="t"/>
              <a:pathLst>
                <a:path extrusionOk="0" h="554" w="70">
                  <a:moveTo>
                    <a:pt x="37" y="0"/>
                  </a:moveTo>
                  <a:cubicBezTo>
                    <a:pt x="17" y="101"/>
                    <a:pt x="17" y="182"/>
                    <a:pt x="17" y="283"/>
                  </a:cubicBezTo>
                  <a:cubicBezTo>
                    <a:pt x="17" y="368"/>
                    <a:pt x="17" y="452"/>
                    <a:pt x="1" y="537"/>
                  </a:cubicBezTo>
                  <a:cubicBezTo>
                    <a:pt x="1" y="553"/>
                    <a:pt x="1" y="553"/>
                    <a:pt x="17" y="553"/>
                  </a:cubicBezTo>
                  <a:lnTo>
                    <a:pt x="37" y="553"/>
                  </a:lnTo>
                  <a:cubicBezTo>
                    <a:pt x="53" y="452"/>
                    <a:pt x="53" y="368"/>
                    <a:pt x="53" y="283"/>
                  </a:cubicBezTo>
                  <a:cubicBezTo>
                    <a:pt x="37" y="182"/>
                    <a:pt x="37" y="101"/>
                    <a:pt x="53" y="16"/>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6"/>
            <p:cNvSpPr/>
            <p:nvPr/>
          </p:nvSpPr>
          <p:spPr>
            <a:xfrm>
              <a:off x="1815987" y="2282783"/>
              <a:ext cx="5264" cy="64164"/>
            </a:xfrm>
            <a:custGeom>
              <a:rect b="b" l="l" r="r" t="t"/>
              <a:pathLst>
                <a:path extrusionOk="0" h="646" w="53">
                  <a:moveTo>
                    <a:pt x="41" y="0"/>
                  </a:moveTo>
                  <a:cubicBezTo>
                    <a:pt x="37" y="0"/>
                    <a:pt x="37" y="7"/>
                    <a:pt x="37" y="7"/>
                  </a:cubicBezTo>
                  <a:cubicBezTo>
                    <a:pt x="20" y="108"/>
                    <a:pt x="20" y="209"/>
                    <a:pt x="20" y="310"/>
                  </a:cubicBezTo>
                  <a:lnTo>
                    <a:pt x="20" y="496"/>
                  </a:lnTo>
                  <a:lnTo>
                    <a:pt x="20" y="544"/>
                  </a:lnTo>
                  <a:cubicBezTo>
                    <a:pt x="20" y="577"/>
                    <a:pt x="20" y="597"/>
                    <a:pt x="0" y="629"/>
                  </a:cubicBezTo>
                  <a:cubicBezTo>
                    <a:pt x="0" y="629"/>
                    <a:pt x="0" y="645"/>
                    <a:pt x="20" y="645"/>
                  </a:cubicBezTo>
                  <a:lnTo>
                    <a:pt x="37" y="645"/>
                  </a:lnTo>
                  <a:cubicBezTo>
                    <a:pt x="53" y="613"/>
                    <a:pt x="53" y="577"/>
                    <a:pt x="53" y="544"/>
                  </a:cubicBezTo>
                  <a:lnTo>
                    <a:pt x="53" y="496"/>
                  </a:lnTo>
                  <a:lnTo>
                    <a:pt x="53" y="310"/>
                  </a:lnTo>
                  <a:cubicBezTo>
                    <a:pt x="37" y="209"/>
                    <a:pt x="37" y="108"/>
                    <a:pt x="53" y="7"/>
                  </a:cubicBezTo>
                  <a:cubicBezTo>
                    <a:pt x="47" y="2"/>
                    <a:pt x="44"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6"/>
            <p:cNvSpPr/>
            <p:nvPr/>
          </p:nvSpPr>
          <p:spPr>
            <a:xfrm>
              <a:off x="500328" y="1019567"/>
              <a:ext cx="1402767" cy="1004772"/>
            </a:xfrm>
            <a:custGeom>
              <a:rect b="b" l="l" r="r" t="t"/>
              <a:pathLst>
                <a:path extrusionOk="0" h="10116" w="14123">
                  <a:moveTo>
                    <a:pt x="9174" y="0"/>
                  </a:moveTo>
                  <a:lnTo>
                    <a:pt x="8803" y="235"/>
                  </a:lnTo>
                  <a:cubicBezTo>
                    <a:pt x="8520" y="404"/>
                    <a:pt x="8249" y="590"/>
                    <a:pt x="7978" y="756"/>
                  </a:cubicBezTo>
                  <a:cubicBezTo>
                    <a:pt x="6985" y="1398"/>
                    <a:pt x="5975" y="2036"/>
                    <a:pt x="4985" y="2658"/>
                  </a:cubicBezTo>
                  <a:lnTo>
                    <a:pt x="4731" y="2828"/>
                  </a:lnTo>
                  <a:cubicBezTo>
                    <a:pt x="3854" y="3398"/>
                    <a:pt x="2981" y="3955"/>
                    <a:pt x="2105" y="4508"/>
                  </a:cubicBezTo>
                  <a:cubicBezTo>
                    <a:pt x="1733" y="4747"/>
                    <a:pt x="1349" y="4997"/>
                    <a:pt x="962" y="5236"/>
                  </a:cubicBezTo>
                  <a:cubicBezTo>
                    <a:pt x="659" y="5438"/>
                    <a:pt x="356" y="5640"/>
                    <a:pt x="53" y="5821"/>
                  </a:cubicBezTo>
                  <a:cubicBezTo>
                    <a:pt x="36" y="5842"/>
                    <a:pt x="36" y="5842"/>
                    <a:pt x="16" y="5842"/>
                  </a:cubicBezTo>
                  <a:lnTo>
                    <a:pt x="0" y="5842"/>
                  </a:lnTo>
                  <a:lnTo>
                    <a:pt x="0" y="5858"/>
                  </a:lnTo>
                  <a:cubicBezTo>
                    <a:pt x="0" y="5858"/>
                    <a:pt x="0" y="5874"/>
                    <a:pt x="16" y="5874"/>
                  </a:cubicBezTo>
                  <a:lnTo>
                    <a:pt x="36" y="5858"/>
                  </a:lnTo>
                  <a:lnTo>
                    <a:pt x="53" y="5858"/>
                  </a:lnTo>
                  <a:cubicBezTo>
                    <a:pt x="372" y="5656"/>
                    <a:pt x="675" y="5454"/>
                    <a:pt x="978" y="5268"/>
                  </a:cubicBezTo>
                  <a:cubicBezTo>
                    <a:pt x="1366" y="5013"/>
                    <a:pt x="1753" y="4763"/>
                    <a:pt x="2121" y="4529"/>
                  </a:cubicBezTo>
                  <a:cubicBezTo>
                    <a:pt x="2998" y="3971"/>
                    <a:pt x="3874" y="3418"/>
                    <a:pt x="4747" y="2860"/>
                  </a:cubicBezTo>
                  <a:lnTo>
                    <a:pt x="5001" y="2691"/>
                  </a:lnTo>
                  <a:cubicBezTo>
                    <a:pt x="5995" y="2052"/>
                    <a:pt x="6985" y="1414"/>
                    <a:pt x="7995" y="792"/>
                  </a:cubicBezTo>
                  <a:cubicBezTo>
                    <a:pt x="8265" y="606"/>
                    <a:pt x="8536" y="436"/>
                    <a:pt x="8823" y="251"/>
                  </a:cubicBezTo>
                  <a:lnTo>
                    <a:pt x="9174" y="33"/>
                  </a:lnTo>
                  <a:lnTo>
                    <a:pt x="9190" y="33"/>
                  </a:lnTo>
                  <a:cubicBezTo>
                    <a:pt x="9227" y="65"/>
                    <a:pt x="9243" y="65"/>
                    <a:pt x="9243" y="85"/>
                  </a:cubicBezTo>
                  <a:cubicBezTo>
                    <a:pt x="9207" y="166"/>
                    <a:pt x="9207" y="251"/>
                    <a:pt x="9207" y="319"/>
                  </a:cubicBezTo>
                  <a:lnTo>
                    <a:pt x="9207" y="420"/>
                  </a:lnTo>
                  <a:cubicBezTo>
                    <a:pt x="9207" y="505"/>
                    <a:pt x="9207" y="554"/>
                    <a:pt x="9259" y="638"/>
                  </a:cubicBezTo>
                  <a:cubicBezTo>
                    <a:pt x="9409" y="873"/>
                    <a:pt x="9578" y="1160"/>
                    <a:pt x="9748" y="1515"/>
                  </a:cubicBezTo>
                  <a:cubicBezTo>
                    <a:pt x="9764" y="1547"/>
                    <a:pt x="9796" y="1580"/>
                    <a:pt x="9812" y="1616"/>
                  </a:cubicBezTo>
                  <a:cubicBezTo>
                    <a:pt x="9897" y="1782"/>
                    <a:pt x="9982" y="1951"/>
                    <a:pt x="10067" y="2105"/>
                  </a:cubicBezTo>
                  <a:cubicBezTo>
                    <a:pt x="10136" y="2222"/>
                    <a:pt x="10200" y="2323"/>
                    <a:pt x="10253" y="2424"/>
                  </a:cubicBezTo>
                  <a:cubicBezTo>
                    <a:pt x="10338" y="2557"/>
                    <a:pt x="10402" y="2691"/>
                    <a:pt x="10487" y="2812"/>
                  </a:cubicBezTo>
                  <a:cubicBezTo>
                    <a:pt x="10620" y="3030"/>
                    <a:pt x="10742" y="3264"/>
                    <a:pt x="10859" y="3482"/>
                  </a:cubicBezTo>
                  <a:cubicBezTo>
                    <a:pt x="10923" y="3600"/>
                    <a:pt x="10992" y="3721"/>
                    <a:pt x="11061" y="3838"/>
                  </a:cubicBezTo>
                  <a:cubicBezTo>
                    <a:pt x="11194" y="4072"/>
                    <a:pt x="11327" y="4327"/>
                    <a:pt x="11465" y="4561"/>
                  </a:cubicBezTo>
                  <a:cubicBezTo>
                    <a:pt x="11598" y="4811"/>
                    <a:pt x="11752" y="5066"/>
                    <a:pt x="11885" y="5316"/>
                  </a:cubicBezTo>
                  <a:cubicBezTo>
                    <a:pt x="12071" y="5656"/>
                    <a:pt x="12236" y="5959"/>
                    <a:pt x="12406" y="6246"/>
                  </a:cubicBezTo>
                  <a:cubicBezTo>
                    <a:pt x="12422" y="6278"/>
                    <a:pt x="12438" y="6310"/>
                    <a:pt x="12458" y="6347"/>
                  </a:cubicBezTo>
                  <a:cubicBezTo>
                    <a:pt x="12507" y="6427"/>
                    <a:pt x="12576" y="6512"/>
                    <a:pt x="12559" y="6597"/>
                  </a:cubicBezTo>
                  <a:cubicBezTo>
                    <a:pt x="12539" y="6751"/>
                    <a:pt x="12539" y="6916"/>
                    <a:pt x="12539" y="7070"/>
                  </a:cubicBezTo>
                  <a:lnTo>
                    <a:pt x="12539" y="7373"/>
                  </a:lnTo>
                  <a:cubicBezTo>
                    <a:pt x="12539" y="7421"/>
                    <a:pt x="12539" y="7474"/>
                    <a:pt x="12559" y="7522"/>
                  </a:cubicBezTo>
                  <a:cubicBezTo>
                    <a:pt x="13012" y="8282"/>
                    <a:pt x="13468" y="9073"/>
                    <a:pt x="13921" y="9881"/>
                  </a:cubicBezTo>
                  <a:cubicBezTo>
                    <a:pt x="13921" y="9897"/>
                    <a:pt x="13937" y="9914"/>
                    <a:pt x="13937" y="9930"/>
                  </a:cubicBezTo>
                  <a:cubicBezTo>
                    <a:pt x="13990" y="9998"/>
                    <a:pt x="14022" y="10083"/>
                    <a:pt x="14107" y="10116"/>
                  </a:cubicBezTo>
                  <a:lnTo>
                    <a:pt x="14123" y="10116"/>
                  </a:lnTo>
                  <a:lnTo>
                    <a:pt x="14123" y="10099"/>
                  </a:lnTo>
                  <a:cubicBezTo>
                    <a:pt x="14038" y="10063"/>
                    <a:pt x="14006" y="9998"/>
                    <a:pt x="13973" y="9930"/>
                  </a:cubicBezTo>
                  <a:cubicBezTo>
                    <a:pt x="13953" y="9897"/>
                    <a:pt x="13953" y="9881"/>
                    <a:pt x="13937" y="9861"/>
                  </a:cubicBezTo>
                  <a:cubicBezTo>
                    <a:pt x="13485" y="9073"/>
                    <a:pt x="13028" y="8265"/>
                    <a:pt x="12592" y="7506"/>
                  </a:cubicBezTo>
                  <a:cubicBezTo>
                    <a:pt x="12559" y="7474"/>
                    <a:pt x="12559" y="7421"/>
                    <a:pt x="12559" y="7389"/>
                  </a:cubicBezTo>
                  <a:cubicBezTo>
                    <a:pt x="12576" y="7272"/>
                    <a:pt x="12576" y="7171"/>
                    <a:pt x="12559" y="7070"/>
                  </a:cubicBezTo>
                  <a:cubicBezTo>
                    <a:pt x="12559" y="6916"/>
                    <a:pt x="12559" y="6751"/>
                    <a:pt x="12576" y="6597"/>
                  </a:cubicBezTo>
                  <a:cubicBezTo>
                    <a:pt x="12592" y="6496"/>
                    <a:pt x="12539" y="6411"/>
                    <a:pt x="12491" y="6326"/>
                  </a:cubicBezTo>
                  <a:cubicBezTo>
                    <a:pt x="12458" y="6294"/>
                    <a:pt x="12438" y="6278"/>
                    <a:pt x="12422" y="6246"/>
                  </a:cubicBezTo>
                  <a:cubicBezTo>
                    <a:pt x="12256" y="5943"/>
                    <a:pt x="12103" y="5640"/>
                    <a:pt x="11917" y="5300"/>
                  </a:cubicBezTo>
                  <a:cubicBezTo>
                    <a:pt x="11768" y="5050"/>
                    <a:pt x="11630" y="4795"/>
                    <a:pt x="11481" y="4561"/>
                  </a:cubicBezTo>
                  <a:cubicBezTo>
                    <a:pt x="11348" y="4307"/>
                    <a:pt x="11210" y="4072"/>
                    <a:pt x="11077" y="3822"/>
                  </a:cubicBezTo>
                  <a:cubicBezTo>
                    <a:pt x="11008" y="3701"/>
                    <a:pt x="10944" y="3583"/>
                    <a:pt x="10891" y="3466"/>
                  </a:cubicBezTo>
                  <a:cubicBezTo>
                    <a:pt x="10758" y="3248"/>
                    <a:pt x="10641" y="3014"/>
                    <a:pt x="10503" y="2792"/>
                  </a:cubicBezTo>
                  <a:cubicBezTo>
                    <a:pt x="10418" y="2674"/>
                    <a:pt x="10354" y="2541"/>
                    <a:pt x="10285" y="2424"/>
                  </a:cubicBezTo>
                  <a:cubicBezTo>
                    <a:pt x="10216" y="2307"/>
                    <a:pt x="10168" y="2206"/>
                    <a:pt x="10099" y="2105"/>
                  </a:cubicBezTo>
                  <a:cubicBezTo>
                    <a:pt x="9998" y="1935"/>
                    <a:pt x="9913" y="1766"/>
                    <a:pt x="9833" y="1616"/>
                  </a:cubicBezTo>
                  <a:cubicBezTo>
                    <a:pt x="9812" y="1564"/>
                    <a:pt x="9796" y="1531"/>
                    <a:pt x="9780" y="1499"/>
                  </a:cubicBezTo>
                  <a:cubicBezTo>
                    <a:pt x="9594" y="1143"/>
                    <a:pt x="9445" y="873"/>
                    <a:pt x="9291" y="622"/>
                  </a:cubicBezTo>
                  <a:cubicBezTo>
                    <a:pt x="9243" y="554"/>
                    <a:pt x="9243" y="489"/>
                    <a:pt x="9243" y="420"/>
                  </a:cubicBezTo>
                  <a:lnTo>
                    <a:pt x="9243" y="319"/>
                  </a:lnTo>
                  <a:cubicBezTo>
                    <a:pt x="9227" y="235"/>
                    <a:pt x="9227" y="166"/>
                    <a:pt x="9259" y="101"/>
                  </a:cubicBezTo>
                  <a:cubicBezTo>
                    <a:pt x="9275" y="65"/>
                    <a:pt x="9243" y="33"/>
                    <a:pt x="9207" y="16"/>
                  </a:cubicBezTo>
                  <a:lnTo>
                    <a:pt x="91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6"/>
            <p:cNvSpPr/>
            <p:nvPr/>
          </p:nvSpPr>
          <p:spPr>
            <a:xfrm>
              <a:off x="1861279" y="2360057"/>
              <a:ext cx="4966" cy="53933"/>
            </a:xfrm>
            <a:custGeom>
              <a:rect b="b" l="l" r="r" t="t"/>
              <a:pathLst>
                <a:path extrusionOk="0" h="543" w="50">
                  <a:moveTo>
                    <a:pt x="33" y="1"/>
                  </a:moveTo>
                  <a:cubicBezTo>
                    <a:pt x="33" y="1"/>
                    <a:pt x="17" y="1"/>
                    <a:pt x="17" y="21"/>
                  </a:cubicBezTo>
                  <a:lnTo>
                    <a:pt x="17" y="203"/>
                  </a:lnTo>
                  <a:cubicBezTo>
                    <a:pt x="17" y="324"/>
                    <a:pt x="33" y="425"/>
                    <a:pt x="17" y="526"/>
                  </a:cubicBezTo>
                  <a:cubicBezTo>
                    <a:pt x="1" y="542"/>
                    <a:pt x="17" y="542"/>
                    <a:pt x="17" y="542"/>
                  </a:cubicBezTo>
                  <a:lnTo>
                    <a:pt x="33" y="542"/>
                  </a:lnTo>
                  <a:cubicBezTo>
                    <a:pt x="49" y="425"/>
                    <a:pt x="49" y="324"/>
                    <a:pt x="49" y="203"/>
                  </a:cubicBezTo>
                  <a:lnTo>
                    <a:pt x="49" y="21"/>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6"/>
            <p:cNvSpPr/>
            <p:nvPr/>
          </p:nvSpPr>
          <p:spPr>
            <a:xfrm>
              <a:off x="988610" y="1531091"/>
              <a:ext cx="3278" cy="70322"/>
            </a:xfrm>
            <a:custGeom>
              <a:rect b="b" l="l" r="r" t="t"/>
              <a:pathLst>
                <a:path extrusionOk="0" h="708" w="33">
                  <a:moveTo>
                    <a:pt x="17" y="1"/>
                  </a:moveTo>
                  <a:cubicBezTo>
                    <a:pt x="0" y="1"/>
                    <a:pt x="0" y="1"/>
                    <a:pt x="0" y="17"/>
                  </a:cubicBezTo>
                  <a:lnTo>
                    <a:pt x="0" y="267"/>
                  </a:lnTo>
                  <a:cubicBezTo>
                    <a:pt x="0" y="405"/>
                    <a:pt x="0" y="554"/>
                    <a:pt x="17" y="692"/>
                  </a:cubicBezTo>
                  <a:cubicBezTo>
                    <a:pt x="17" y="692"/>
                    <a:pt x="17" y="708"/>
                    <a:pt x="33" y="708"/>
                  </a:cubicBezTo>
                  <a:lnTo>
                    <a:pt x="33" y="692"/>
                  </a:lnTo>
                  <a:cubicBezTo>
                    <a:pt x="17" y="554"/>
                    <a:pt x="17" y="405"/>
                    <a:pt x="33" y="267"/>
                  </a:cubicBezTo>
                  <a:lnTo>
                    <a:pt x="33" y="17"/>
                  </a:ln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6"/>
            <p:cNvSpPr/>
            <p:nvPr/>
          </p:nvSpPr>
          <p:spPr>
            <a:xfrm>
              <a:off x="1291154" y="2077577"/>
              <a:ext cx="5264" cy="85618"/>
            </a:xfrm>
            <a:custGeom>
              <a:rect b="b" l="l" r="r" t="t"/>
              <a:pathLst>
                <a:path extrusionOk="0" h="862" w="53">
                  <a:moveTo>
                    <a:pt x="0" y="1"/>
                  </a:moveTo>
                  <a:lnTo>
                    <a:pt x="0" y="17"/>
                  </a:lnTo>
                  <a:cubicBezTo>
                    <a:pt x="16" y="154"/>
                    <a:pt x="16" y="288"/>
                    <a:pt x="0" y="421"/>
                  </a:cubicBezTo>
                  <a:lnTo>
                    <a:pt x="0" y="692"/>
                  </a:lnTo>
                  <a:lnTo>
                    <a:pt x="0" y="724"/>
                  </a:lnTo>
                  <a:cubicBezTo>
                    <a:pt x="0" y="776"/>
                    <a:pt x="0" y="809"/>
                    <a:pt x="16" y="861"/>
                  </a:cubicBezTo>
                  <a:lnTo>
                    <a:pt x="33" y="861"/>
                  </a:lnTo>
                  <a:cubicBezTo>
                    <a:pt x="53" y="861"/>
                    <a:pt x="53" y="845"/>
                    <a:pt x="53" y="845"/>
                  </a:cubicBezTo>
                  <a:cubicBezTo>
                    <a:pt x="33" y="809"/>
                    <a:pt x="33" y="776"/>
                    <a:pt x="33" y="724"/>
                  </a:cubicBezTo>
                  <a:lnTo>
                    <a:pt x="33" y="692"/>
                  </a:lnTo>
                  <a:lnTo>
                    <a:pt x="33" y="441"/>
                  </a:lnTo>
                  <a:cubicBezTo>
                    <a:pt x="33" y="288"/>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6"/>
            <p:cNvSpPr/>
            <p:nvPr/>
          </p:nvSpPr>
          <p:spPr>
            <a:xfrm>
              <a:off x="1643857" y="2186338"/>
              <a:ext cx="6853" cy="68733"/>
            </a:xfrm>
            <a:custGeom>
              <a:rect b="b" l="l" r="r" t="t"/>
              <a:pathLst>
                <a:path extrusionOk="0" h="692" w="69">
                  <a:moveTo>
                    <a:pt x="37" y="1"/>
                  </a:moveTo>
                  <a:cubicBezTo>
                    <a:pt x="16" y="118"/>
                    <a:pt x="16" y="219"/>
                    <a:pt x="16" y="336"/>
                  </a:cubicBezTo>
                  <a:lnTo>
                    <a:pt x="16" y="538"/>
                  </a:lnTo>
                  <a:lnTo>
                    <a:pt x="16" y="574"/>
                  </a:lnTo>
                  <a:cubicBezTo>
                    <a:pt x="16" y="607"/>
                    <a:pt x="37" y="639"/>
                    <a:pt x="16" y="659"/>
                  </a:cubicBezTo>
                  <a:cubicBezTo>
                    <a:pt x="0" y="675"/>
                    <a:pt x="0" y="675"/>
                    <a:pt x="16" y="691"/>
                  </a:cubicBezTo>
                  <a:lnTo>
                    <a:pt x="37" y="675"/>
                  </a:lnTo>
                  <a:cubicBezTo>
                    <a:pt x="53" y="639"/>
                    <a:pt x="53" y="607"/>
                    <a:pt x="53" y="574"/>
                  </a:cubicBezTo>
                  <a:lnTo>
                    <a:pt x="53" y="538"/>
                  </a:lnTo>
                  <a:lnTo>
                    <a:pt x="53" y="336"/>
                  </a:lnTo>
                  <a:cubicBezTo>
                    <a:pt x="53" y="219"/>
                    <a:pt x="53" y="11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6"/>
            <p:cNvSpPr/>
            <p:nvPr/>
          </p:nvSpPr>
          <p:spPr>
            <a:xfrm>
              <a:off x="933186" y="2915383"/>
              <a:ext cx="5364" cy="91975"/>
            </a:xfrm>
            <a:custGeom>
              <a:rect b="b" l="l" r="r" t="t"/>
              <a:pathLst>
                <a:path extrusionOk="0" h="926" w="54">
                  <a:moveTo>
                    <a:pt x="21" y="1"/>
                  </a:moveTo>
                  <a:cubicBezTo>
                    <a:pt x="1" y="1"/>
                    <a:pt x="1" y="1"/>
                    <a:pt x="1" y="17"/>
                  </a:cubicBezTo>
                  <a:cubicBezTo>
                    <a:pt x="21" y="134"/>
                    <a:pt x="21" y="267"/>
                    <a:pt x="21" y="388"/>
                  </a:cubicBezTo>
                  <a:lnTo>
                    <a:pt x="21" y="607"/>
                  </a:lnTo>
                  <a:lnTo>
                    <a:pt x="21" y="809"/>
                  </a:lnTo>
                  <a:lnTo>
                    <a:pt x="21" y="910"/>
                  </a:lnTo>
                  <a:cubicBezTo>
                    <a:pt x="21" y="926"/>
                    <a:pt x="21" y="926"/>
                    <a:pt x="37" y="926"/>
                  </a:cubicBezTo>
                  <a:lnTo>
                    <a:pt x="37" y="910"/>
                  </a:lnTo>
                  <a:lnTo>
                    <a:pt x="37" y="809"/>
                  </a:lnTo>
                  <a:cubicBezTo>
                    <a:pt x="37" y="740"/>
                    <a:pt x="53" y="671"/>
                    <a:pt x="37" y="607"/>
                  </a:cubicBezTo>
                  <a:lnTo>
                    <a:pt x="37" y="388"/>
                  </a:lnTo>
                  <a:cubicBezTo>
                    <a:pt x="53" y="267"/>
                    <a:pt x="53" y="13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6"/>
            <p:cNvSpPr/>
            <p:nvPr/>
          </p:nvSpPr>
          <p:spPr>
            <a:xfrm>
              <a:off x="1841216" y="2781394"/>
              <a:ext cx="4966" cy="53834"/>
            </a:xfrm>
            <a:custGeom>
              <a:rect b="b" l="l" r="r" t="t"/>
              <a:pathLst>
                <a:path extrusionOk="0" h="542" w="50">
                  <a:moveTo>
                    <a:pt x="33" y="0"/>
                  </a:moveTo>
                  <a:cubicBezTo>
                    <a:pt x="33" y="0"/>
                    <a:pt x="17" y="0"/>
                    <a:pt x="17" y="21"/>
                  </a:cubicBezTo>
                  <a:cubicBezTo>
                    <a:pt x="1" y="101"/>
                    <a:pt x="1" y="186"/>
                    <a:pt x="1" y="271"/>
                  </a:cubicBezTo>
                  <a:cubicBezTo>
                    <a:pt x="17" y="356"/>
                    <a:pt x="17" y="441"/>
                    <a:pt x="1" y="526"/>
                  </a:cubicBezTo>
                  <a:lnTo>
                    <a:pt x="1" y="542"/>
                  </a:lnTo>
                  <a:lnTo>
                    <a:pt x="17" y="542"/>
                  </a:lnTo>
                  <a:cubicBezTo>
                    <a:pt x="33" y="441"/>
                    <a:pt x="33" y="356"/>
                    <a:pt x="33" y="271"/>
                  </a:cubicBezTo>
                  <a:cubicBezTo>
                    <a:pt x="33" y="186"/>
                    <a:pt x="33" y="101"/>
                    <a:pt x="49" y="21"/>
                  </a:cubicBezTo>
                  <a:cubicBezTo>
                    <a:pt x="49" y="21"/>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6"/>
            <p:cNvSpPr/>
            <p:nvPr/>
          </p:nvSpPr>
          <p:spPr>
            <a:xfrm>
              <a:off x="1861279" y="2515799"/>
              <a:ext cx="4966" cy="57013"/>
            </a:xfrm>
            <a:custGeom>
              <a:rect b="b" l="l" r="r" t="t"/>
              <a:pathLst>
                <a:path extrusionOk="0" h="574" w="50">
                  <a:moveTo>
                    <a:pt x="33" y="0"/>
                  </a:moveTo>
                  <a:lnTo>
                    <a:pt x="17" y="16"/>
                  </a:lnTo>
                  <a:lnTo>
                    <a:pt x="17" y="218"/>
                  </a:lnTo>
                  <a:cubicBezTo>
                    <a:pt x="17" y="335"/>
                    <a:pt x="33" y="436"/>
                    <a:pt x="17" y="554"/>
                  </a:cubicBezTo>
                  <a:cubicBezTo>
                    <a:pt x="1" y="554"/>
                    <a:pt x="17" y="574"/>
                    <a:pt x="17" y="574"/>
                  </a:cubicBezTo>
                  <a:cubicBezTo>
                    <a:pt x="33" y="574"/>
                    <a:pt x="33" y="574"/>
                    <a:pt x="33" y="554"/>
                  </a:cubicBezTo>
                  <a:cubicBezTo>
                    <a:pt x="49" y="453"/>
                    <a:pt x="49" y="335"/>
                    <a:pt x="49" y="218"/>
                  </a:cubicBezTo>
                  <a:lnTo>
                    <a:pt x="49" y="16"/>
                  </a:ln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6"/>
            <p:cNvSpPr/>
            <p:nvPr/>
          </p:nvSpPr>
          <p:spPr>
            <a:xfrm>
              <a:off x="1669085" y="1876941"/>
              <a:ext cx="4966" cy="65554"/>
            </a:xfrm>
            <a:custGeom>
              <a:rect b="b" l="l" r="r" t="t"/>
              <a:pathLst>
                <a:path extrusionOk="0" h="660" w="50">
                  <a:moveTo>
                    <a:pt x="33" y="1"/>
                  </a:moveTo>
                  <a:lnTo>
                    <a:pt x="33" y="17"/>
                  </a:lnTo>
                  <a:cubicBezTo>
                    <a:pt x="1" y="155"/>
                    <a:pt x="17" y="272"/>
                    <a:pt x="17" y="405"/>
                  </a:cubicBezTo>
                  <a:lnTo>
                    <a:pt x="17" y="643"/>
                  </a:lnTo>
                  <a:lnTo>
                    <a:pt x="17" y="659"/>
                  </a:lnTo>
                  <a:lnTo>
                    <a:pt x="33" y="659"/>
                  </a:lnTo>
                  <a:lnTo>
                    <a:pt x="33" y="643"/>
                  </a:lnTo>
                  <a:lnTo>
                    <a:pt x="33" y="405"/>
                  </a:lnTo>
                  <a:cubicBezTo>
                    <a:pt x="33" y="272"/>
                    <a:pt x="33" y="15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6"/>
            <p:cNvSpPr/>
            <p:nvPr/>
          </p:nvSpPr>
          <p:spPr>
            <a:xfrm>
              <a:off x="1520197" y="2298277"/>
              <a:ext cx="200736" cy="374853"/>
            </a:xfrm>
            <a:custGeom>
              <a:rect b="b" l="l" r="r" t="t"/>
              <a:pathLst>
                <a:path extrusionOk="0" h="3774" w="2021">
                  <a:moveTo>
                    <a:pt x="1" y="1"/>
                  </a:moveTo>
                  <a:lnTo>
                    <a:pt x="1" y="17"/>
                  </a:lnTo>
                  <a:cubicBezTo>
                    <a:pt x="203" y="356"/>
                    <a:pt x="437" y="659"/>
                    <a:pt x="676" y="962"/>
                  </a:cubicBezTo>
                  <a:cubicBezTo>
                    <a:pt x="809" y="1148"/>
                    <a:pt x="942" y="1330"/>
                    <a:pt x="1059" y="1516"/>
                  </a:cubicBezTo>
                  <a:cubicBezTo>
                    <a:pt x="1330" y="1871"/>
                    <a:pt x="1601" y="2239"/>
                    <a:pt x="1887" y="2643"/>
                  </a:cubicBezTo>
                  <a:cubicBezTo>
                    <a:pt x="1952" y="2727"/>
                    <a:pt x="2005" y="2812"/>
                    <a:pt x="1988" y="2929"/>
                  </a:cubicBezTo>
                  <a:cubicBezTo>
                    <a:pt x="1968" y="3099"/>
                    <a:pt x="1988" y="3249"/>
                    <a:pt x="1988" y="3418"/>
                  </a:cubicBezTo>
                  <a:lnTo>
                    <a:pt x="1988" y="3604"/>
                  </a:lnTo>
                  <a:cubicBezTo>
                    <a:pt x="1988" y="3653"/>
                    <a:pt x="1988" y="3705"/>
                    <a:pt x="1952" y="3754"/>
                  </a:cubicBezTo>
                  <a:lnTo>
                    <a:pt x="1952" y="3774"/>
                  </a:lnTo>
                  <a:lnTo>
                    <a:pt x="1968" y="3774"/>
                  </a:lnTo>
                  <a:cubicBezTo>
                    <a:pt x="2005" y="3721"/>
                    <a:pt x="2005" y="3673"/>
                    <a:pt x="2005" y="3604"/>
                  </a:cubicBezTo>
                  <a:lnTo>
                    <a:pt x="2005" y="3418"/>
                  </a:lnTo>
                  <a:cubicBezTo>
                    <a:pt x="2005" y="3249"/>
                    <a:pt x="2005" y="3099"/>
                    <a:pt x="2021" y="2929"/>
                  </a:cubicBezTo>
                  <a:cubicBezTo>
                    <a:pt x="2021" y="2796"/>
                    <a:pt x="1968" y="2711"/>
                    <a:pt x="1920" y="2626"/>
                  </a:cubicBezTo>
                  <a:cubicBezTo>
                    <a:pt x="1617" y="2222"/>
                    <a:pt x="1346" y="1855"/>
                    <a:pt x="1096" y="1499"/>
                  </a:cubicBezTo>
                  <a:cubicBezTo>
                    <a:pt x="958" y="1314"/>
                    <a:pt x="825" y="1128"/>
                    <a:pt x="692" y="946"/>
                  </a:cubicBezTo>
                  <a:cubicBezTo>
                    <a:pt x="474" y="643"/>
                    <a:pt x="235" y="34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6"/>
            <p:cNvSpPr/>
            <p:nvPr/>
          </p:nvSpPr>
          <p:spPr>
            <a:xfrm>
              <a:off x="1675542" y="3672538"/>
              <a:ext cx="3675" cy="61879"/>
            </a:xfrm>
            <a:custGeom>
              <a:rect b="b" l="l" r="r" t="t"/>
              <a:pathLst>
                <a:path extrusionOk="0" h="623" w="37">
                  <a:moveTo>
                    <a:pt x="37" y="1"/>
                  </a:moveTo>
                  <a:cubicBezTo>
                    <a:pt x="21" y="1"/>
                    <a:pt x="21" y="1"/>
                    <a:pt x="21" y="17"/>
                  </a:cubicBezTo>
                  <a:cubicBezTo>
                    <a:pt x="0" y="138"/>
                    <a:pt x="0" y="271"/>
                    <a:pt x="0" y="388"/>
                  </a:cubicBezTo>
                  <a:lnTo>
                    <a:pt x="0" y="606"/>
                  </a:lnTo>
                  <a:cubicBezTo>
                    <a:pt x="0" y="623"/>
                    <a:pt x="0" y="623"/>
                    <a:pt x="21" y="623"/>
                  </a:cubicBezTo>
                  <a:lnTo>
                    <a:pt x="37" y="606"/>
                  </a:lnTo>
                  <a:cubicBezTo>
                    <a:pt x="37" y="542"/>
                    <a:pt x="37" y="457"/>
                    <a:pt x="21" y="388"/>
                  </a:cubicBezTo>
                  <a:cubicBezTo>
                    <a:pt x="21" y="271"/>
                    <a:pt x="21" y="138"/>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6"/>
            <p:cNvSpPr/>
            <p:nvPr/>
          </p:nvSpPr>
          <p:spPr>
            <a:xfrm>
              <a:off x="1518608" y="2639359"/>
              <a:ext cx="185539" cy="329461"/>
            </a:xfrm>
            <a:custGeom>
              <a:rect b="b" l="l" r="r" t="t"/>
              <a:pathLst>
                <a:path extrusionOk="0" h="3317" w="1868">
                  <a:moveTo>
                    <a:pt x="17" y="0"/>
                  </a:moveTo>
                  <a:lnTo>
                    <a:pt x="17" y="17"/>
                  </a:lnTo>
                  <a:cubicBezTo>
                    <a:pt x="17" y="37"/>
                    <a:pt x="17" y="53"/>
                    <a:pt x="33" y="53"/>
                  </a:cubicBezTo>
                  <a:cubicBezTo>
                    <a:pt x="49" y="138"/>
                    <a:pt x="65" y="202"/>
                    <a:pt x="49" y="303"/>
                  </a:cubicBezTo>
                  <a:cubicBezTo>
                    <a:pt x="1" y="404"/>
                    <a:pt x="86" y="473"/>
                    <a:pt x="134" y="521"/>
                  </a:cubicBezTo>
                  <a:cubicBezTo>
                    <a:pt x="166" y="558"/>
                    <a:pt x="187" y="574"/>
                    <a:pt x="203" y="590"/>
                  </a:cubicBezTo>
                  <a:cubicBezTo>
                    <a:pt x="368" y="808"/>
                    <a:pt x="554" y="1010"/>
                    <a:pt x="724" y="1228"/>
                  </a:cubicBezTo>
                  <a:cubicBezTo>
                    <a:pt x="1027" y="1600"/>
                    <a:pt x="1330" y="1972"/>
                    <a:pt x="1633" y="2339"/>
                  </a:cubicBezTo>
                  <a:cubicBezTo>
                    <a:pt x="1782" y="2509"/>
                    <a:pt x="1835" y="2663"/>
                    <a:pt x="1819" y="2828"/>
                  </a:cubicBezTo>
                  <a:cubicBezTo>
                    <a:pt x="1802" y="2913"/>
                    <a:pt x="1802" y="2998"/>
                    <a:pt x="1802" y="3083"/>
                  </a:cubicBezTo>
                  <a:cubicBezTo>
                    <a:pt x="1819" y="3115"/>
                    <a:pt x="1819" y="3147"/>
                    <a:pt x="1819" y="3184"/>
                  </a:cubicBezTo>
                  <a:lnTo>
                    <a:pt x="1819" y="3216"/>
                  </a:lnTo>
                  <a:cubicBezTo>
                    <a:pt x="1819" y="3248"/>
                    <a:pt x="1819" y="3285"/>
                    <a:pt x="1782" y="3301"/>
                  </a:cubicBezTo>
                  <a:lnTo>
                    <a:pt x="1782" y="3317"/>
                  </a:lnTo>
                  <a:lnTo>
                    <a:pt x="1802" y="3317"/>
                  </a:lnTo>
                  <a:cubicBezTo>
                    <a:pt x="1835" y="3285"/>
                    <a:pt x="1835" y="3248"/>
                    <a:pt x="1835" y="3216"/>
                  </a:cubicBezTo>
                  <a:lnTo>
                    <a:pt x="1835" y="3184"/>
                  </a:lnTo>
                  <a:lnTo>
                    <a:pt x="1835" y="3083"/>
                  </a:lnTo>
                  <a:lnTo>
                    <a:pt x="1835" y="2828"/>
                  </a:lnTo>
                  <a:cubicBezTo>
                    <a:pt x="1867" y="2610"/>
                    <a:pt x="1766" y="2461"/>
                    <a:pt x="1665" y="2323"/>
                  </a:cubicBezTo>
                  <a:cubicBezTo>
                    <a:pt x="1346" y="1956"/>
                    <a:pt x="1043" y="1584"/>
                    <a:pt x="740" y="1212"/>
                  </a:cubicBezTo>
                  <a:cubicBezTo>
                    <a:pt x="570" y="994"/>
                    <a:pt x="405" y="792"/>
                    <a:pt x="219" y="574"/>
                  </a:cubicBezTo>
                  <a:cubicBezTo>
                    <a:pt x="203" y="558"/>
                    <a:pt x="187" y="521"/>
                    <a:pt x="166" y="505"/>
                  </a:cubicBezTo>
                  <a:cubicBezTo>
                    <a:pt x="102" y="457"/>
                    <a:pt x="33" y="404"/>
                    <a:pt x="65" y="303"/>
                  </a:cubicBezTo>
                  <a:cubicBezTo>
                    <a:pt x="102" y="202"/>
                    <a:pt x="65" y="118"/>
                    <a:pt x="49" y="53"/>
                  </a:cubicBezTo>
                  <a:cubicBezTo>
                    <a:pt x="49" y="37"/>
                    <a:pt x="49" y="17"/>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p:nvPr/>
          </p:nvSpPr>
          <p:spPr>
            <a:xfrm>
              <a:off x="1792646" y="2718025"/>
              <a:ext cx="5364" cy="53437"/>
            </a:xfrm>
            <a:custGeom>
              <a:rect b="b" l="l" r="r" t="t"/>
              <a:pathLst>
                <a:path extrusionOk="0" h="538" w="54">
                  <a:moveTo>
                    <a:pt x="17" y="0"/>
                  </a:moveTo>
                  <a:cubicBezTo>
                    <a:pt x="1" y="85"/>
                    <a:pt x="1" y="186"/>
                    <a:pt x="17" y="271"/>
                  </a:cubicBezTo>
                  <a:cubicBezTo>
                    <a:pt x="17" y="356"/>
                    <a:pt x="17" y="436"/>
                    <a:pt x="1" y="521"/>
                  </a:cubicBezTo>
                  <a:lnTo>
                    <a:pt x="1" y="537"/>
                  </a:lnTo>
                  <a:lnTo>
                    <a:pt x="17" y="537"/>
                  </a:lnTo>
                  <a:lnTo>
                    <a:pt x="17" y="521"/>
                  </a:lnTo>
                  <a:cubicBezTo>
                    <a:pt x="33" y="436"/>
                    <a:pt x="33" y="356"/>
                    <a:pt x="33" y="271"/>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6"/>
            <p:cNvSpPr/>
            <p:nvPr/>
          </p:nvSpPr>
          <p:spPr>
            <a:xfrm>
              <a:off x="1183982" y="2643332"/>
              <a:ext cx="6953" cy="86413"/>
            </a:xfrm>
            <a:custGeom>
              <a:rect b="b" l="l" r="r" t="t"/>
              <a:pathLst>
                <a:path extrusionOk="0" h="870" w="70">
                  <a:moveTo>
                    <a:pt x="23" y="1"/>
                  </a:moveTo>
                  <a:cubicBezTo>
                    <a:pt x="21" y="1"/>
                    <a:pt x="21" y="5"/>
                    <a:pt x="21" y="13"/>
                  </a:cubicBezTo>
                  <a:cubicBezTo>
                    <a:pt x="1" y="13"/>
                    <a:pt x="1" y="13"/>
                    <a:pt x="1" y="29"/>
                  </a:cubicBezTo>
                  <a:cubicBezTo>
                    <a:pt x="37" y="61"/>
                    <a:pt x="37" y="114"/>
                    <a:pt x="37" y="146"/>
                  </a:cubicBezTo>
                  <a:lnTo>
                    <a:pt x="37" y="179"/>
                  </a:lnTo>
                  <a:lnTo>
                    <a:pt x="37" y="417"/>
                  </a:lnTo>
                  <a:cubicBezTo>
                    <a:pt x="37" y="566"/>
                    <a:pt x="21" y="720"/>
                    <a:pt x="53" y="853"/>
                  </a:cubicBezTo>
                  <a:lnTo>
                    <a:pt x="53" y="869"/>
                  </a:lnTo>
                  <a:cubicBezTo>
                    <a:pt x="69" y="869"/>
                    <a:pt x="69" y="853"/>
                    <a:pt x="69" y="853"/>
                  </a:cubicBezTo>
                  <a:cubicBezTo>
                    <a:pt x="53" y="704"/>
                    <a:pt x="53" y="566"/>
                    <a:pt x="53" y="417"/>
                  </a:cubicBezTo>
                  <a:cubicBezTo>
                    <a:pt x="53" y="348"/>
                    <a:pt x="69" y="263"/>
                    <a:pt x="53" y="179"/>
                  </a:cubicBezTo>
                  <a:lnTo>
                    <a:pt x="53" y="146"/>
                  </a:lnTo>
                  <a:cubicBezTo>
                    <a:pt x="53" y="98"/>
                    <a:pt x="53" y="61"/>
                    <a:pt x="37" y="13"/>
                  </a:cubicBezTo>
                  <a:cubicBezTo>
                    <a:pt x="29" y="5"/>
                    <a:pt x="25"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6"/>
            <p:cNvSpPr/>
            <p:nvPr/>
          </p:nvSpPr>
          <p:spPr>
            <a:xfrm>
              <a:off x="888292" y="3099135"/>
              <a:ext cx="3278" cy="93663"/>
            </a:xfrm>
            <a:custGeom>
              <a:rect b="b" l="l" r="r" t="t"/>
              <a:pathLst>
                <a:path extrusionOk="0" h="943" w="33">
                  <a:moveTo>
                    <a:pt x="0" y="1"/>
                  </a:moveTo>
                  <a:lnTo>
                    <a:pt x="0" y="17"/>
                  </a:lnTo>
                  <a:cubicBezTo>
                    <a:pt x="17" y="154"/>
                    <a:pt x="17" y="288"/>
                    <a:pt x="17" y="405"/>
                  </a:cubicBezTo>
                  <a:cubicBezTo>
                    <a:pt x="17" y="473"/>
                    <a:pt x="0" y="538"/>
                    <a:pt x="17" y="623"/>
                  </a:cubicBezTo>
                  <a:lnTo>
                    <a:pt x="17" y="825"/>
                  </a:lnTo>
                  <a:lnTo>
                    <a:pt x="17" y="926"/>
                  </a:lnTo>
                  <a:lnTo>
                    <a:pt x="17" y="942"/>
                  </a:lnTo>
                  <a:cubicBezTo>
                    <a:pt x="33" y="942"/>
                    <a:pt x="33" y="926"/>
                    <a:pt x="33" y="926"/>
                  </a:cubicBezTo>
                  <a:lnTo>
                    <a:pt x="33" y="825"/>
                  </a:lnTo>
                  <a:lnTo>
                    <a:pt x="33" y="607"/>
                  </a:lnTo>
                  <a:lnTo>
                    <a:pt x="33" y="405"/>
                  </a:lnTo>
                  <a:cubicBezTo>
                    <a:pt x="33" y="272"/>
                    <a:pt x="33" y="154"/>
                    <a:pt x="17" y="17"/>
                  </a:cubicBezTo>
                  <a:cubicBezTo>
                    <a:pt x="17" y="17"/>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6"/>
            <p:cNvSpPr/>
            <p:nvPr/>
          </p:nvSpPr>
          <p:spPr>
            <a:xfrm>
              <a:off x="1262647" y="3431774"/>
              <a:ext cx="147398" cy="142134"/>
            </a:xfrm>
            <a:custGeom>
              <a:rect b="b" l="l" r="r" t="t"/>
              <a:pathLst>
                <a:path extrusionOk="0" h="1431" w="1484">
                  <a:moveTo>
                    <a:pt x="1467" y="1"/>
                  </a:moveTo>
                  <a:cubicBezTo>
                    <a:pt x="1063" y="118"/>
                    <a:pt x="659" y="239"/>
                    <a:pt x="271" y="356"/>
                  </a:cubicBezTo>
                  <a:lnTo>
                    <a:pt x="255" y="356"/>
                  </a:lnTo>
                  <a:cubicBezTo>
                    <a:pt x="239" y="372"/>
                    <a:pt x="202" y="372"/>
                    <a:pt x="186" y="372"/>
                  </a:cubicBezTo>
                  <a:cubicBezTo>
                    <a:pt x="118" y="389"/>
                    <a:pt x="69" y="389"/>
                    <a:pt x="37" y="457"/>
                  </a:cubicBezTo>
                  <a:cubicBezTo>
                    <a:pt x="0" y="506"/>
                    <a:pt x="0" y="574"/>
                    <a:pt x="0" y="643"/>
                  </a:cubicBezTo>
                  <a:cubicBezTo>
                    <a:pt x="0" y="659"/>
                    <a:pt x="17" y="692"/>
                    <a:pt x="17" y="708"/>
                  </a:cubicBezTo>
                  <a:cubicBezTo>
                    <a:pt x="17" y="793"/>
                    <a:pt x="17" y="861"/>
                    <a:pt x="0" y="946"/>
                  </a:cubicBezTo>
                  <a:cubicBezTo>
                    <a:pt x="0" y="1095"/>
                    <a:pt x="0" y="1265"/>
                    <a:pt x="17" y="1431"/>
                  </a:cubicBezTo>
                  <a:lnTo>
                    <a:pt x="53" y="1431"/>
                  </a:lnTo>
                  <a:cubicBezTo>
                    <a:pt x="37" y="1265"/>
                    <a:pt x="37" y="1095"/>
                    <a:pt x="37" y="946"/>
                  </a:cubicBezTo>
                  <a:lnTo>
                    <a:pt x="37" y="708"/>
                  </a:lnTo>
                  <a:lnTo>
                    <a:pt x="37" y="643"/>
                  </a:lnTo>
                  <a:cubicBezTo>
                    <a:pt x="17" y="574"/>
                    <a:pt x="17" y="506"/>
                    <a:pt x="53" y="457"/>
                  </a:cubicBezTo>
                  <a:cubicBezTo>
                    <a:pt x="85" y="421"/>
                    <a:pt x="138" y="405"/>
                    <a:pt x="186" y="405"/>
                  </a:cubicBezTo>
                  <a:cubicBezTo>
                    <a:pt x="219" y="389"/>
                    <a:pt x="239" y="389"/>
                    <a:pt x="255" y="389"/>
                  </a:cubicBezTo>
                  <a:cubicBezTo>
                    <a:pt x="271" y="389"/>
                    <a:pt x="271" y="372"/>
                    <a:pt x="271" y="372"/>
                  </a:cubicBezTo>
                  <a:cubicBezTo>
                    <a:pt x="675" y="255"/>
                    <a:pt x="1079" y="138"/>
                    <a:pt x="1467" y="17"/>
                  </a:cubicBezTo>
                  <a:cubicBezTo>
                    <a:pt x="1483" y="17"/>
                    <a:pt x="1483" y="1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6"/>
            <p:cNvSpPr/>
            <p:nvPr/>
          </p:nvSpPr>
          <p:spPr>
            <a:xfrm>
              <a:off x="1762550" y="3602315"/>
              <a:ext cx="5364" cy="67144"/>
            </a:xfrm>
            <a:custGeom>
              <a:rect b="b" l="l" r="r" t="t"/>
              <a:pathLst>
                <a:path extrusionOk="0" h="676" w="54">
                  <a:moveTo>
                    <a:pt x="33" y="1"/>
                  </a:moveTo>
                  <a:cubicBezTo>
                    <a:pt x="17" y="118"/>
                    <a:pt x="17" y="219"/>
                    <a:pt x="17" y="320"/>
                  </a:cubicBezTo>
                  <a:lnTo>
                    <a:pt x="17" y="522"/>
                  </a:lnTo>
                  <a:lnTo>
                    <a:pt x="17" y="574"/>
                  </a:lnTo>
                  <a:cubicBezTo>
                    <a:pt x="17" y="607"/>
                    <a:pt x="17" y="643"/>
                    <a:pt x="1" y="659"/>
                  </a:cubicBezTo>
                  <a:cubicBezTo>
                    <a:pt x="1" y="675"/>
                    <a:pt x="1" y="675"/>
                    <a:pt x="17" y="675"/>
                  </a:cubicBezTo>
                  <a:lnTo>
                    <a:pt x="33" y="675"/>
                  </a:lnTo>
                  <a:cubicBezTo>
                    <a:pt x="53" y="643"/>
                    <a:pt x="53" y="607"/>
                    <a:pt x="53" y="574"/>
                  </a:cubicBezTo>
                  <a:cubicBezTo>
                    <a:pt x="33" y="558"/>
                    <a:pt x="33" y="542"/>
                    <a:pt x="33" y="522"/>
                  </a:cubicBezTo>
                  <a:cubicBezTo>
                    <a:pt x="53" y="457"/>
                    <a:pt x="53" y="388"/>
                    <a:pt x="33" y="320"/>
                  </a:cubicBezTo>
                  <a:cubicBezTo>
                    <a:pt x="33" y="219"/>
                    <a:pt x="33" y="118"/>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6"/>
            <p:cNvSpPr/>
            <p:nvPr/>
          </p:nvSpPr>
          <p:spPr>
            <a:xfrm>
              <a:off x="1518608" y="2686340"/>
              <a:ext cx="220799" cy="331050"/>
            </a:xfrm>
            <a:custGeom>
              <a:rect b="b" l="l" r="r" t="t"/>
              <a:pathLst>
                <a:path extrusionOk="0" h="3333" w="2223">
                  <a:moveTo>
                    <a:pt x="65" y="0"/>
                  </a:moveTo>
                  <a:cubicBezTo>
                    <a:pt x="33" y="32"/>
                    <a:pt x="33" y="85"/>
                    <a:pt x="33" y="117"/>
                  </a:cubicBezTo>
                  <a:lnTo>
                    <a:pt x="33" y="133"/>
                  </a:lnTo>
                  <a:cubicBezTo>
                    <a:pt x="33" y="186"/>
                    <a:pt x="49" y="218"/>
                    <a:pt x="49" y="250"/>
                  </a:cubicBezTo>
                  <a:cubicBezTo>
                    <a:pt x="49" y="335"/>
                    <a:pt x="49" y="436"/>
                    <a:pt x="33" y="521"/>
                  </a:cubicBezTo>
                  <a:cubicBezTo>
                    <a:pt x="1" y="824"/>
                    <a:pt x="150" y="1010"/>
                    <a:pt x="304" y="1180"/>
                  </a:cubicBezTo>
                  <a:cubicBezTo>
                    <a:pt x="506" y="1382"/>
                    <a:pt x="692" y="1600"/>
                    <a:pt x="857" y="1818"/>
                  </a:cubicBezTo>
                  <a:cubicBezTo>
                    <a:pt x="942" y="1919"/>
                    <a:pt x="1027" y="2004"/>
                    <a:pt x="1096" y="2105"/>
                  </a:cubicBezTo>
                  <a:lnTo>
                    <a:pt x="1245" y="2270"/>
                  </a:lnTo>
                  <a:cubicBezTo>
                    <a:pt x="1500" y="2593"/>
                    <a:pt x="1782" y="2913"/>
                    <a:pt x="2037" y="3232"/>
                  </a:cubicBezTo>
                  <a:cubicBezTo>
                    <a:pt x="2053" y="3232"/>
                    <a:pt x="2053" y="3232"/>
                    <a:pt x="2069" y="3248"/>
                  </a:cubicBezTo>
                  <a:cubicBezTo>
                    <a:pt x="2105" y="3280"/>
                    <a:pt x="2138" y="3333"/>
                    <a:pt x="2206" y="3333"/>
                  </a:cubicBezTo>
                  <a:lnTo>
                    <a:pt x="2223" y="3333"/>
                  </a:lnTo>
                  <a:cubicBezTo>
                    <a:pt x="2223" y="3317"/>
                    <a:pt x="2206" y="3317"/>
                    <a:pt x="2206" y="3317"/>
                  </a:cubicBezTo>
                  <a:cubicBezTo>
                    <a:pt x="2154" y="3317"/>
                    <a:pt x="2122" y="3264"/>
                    <a:pt x="2085" y="3232"/>
                  </a:cubicBezTo>
                  <a:lnTo>
                    <a:pt x="2069" y="3216"/>
                  </a:lnTo>
                  <a:cubicBezTo>
                    <a:pt x="1802" y="2896"/>
                    <a:pt x="1532" y="2573"/>
                    <a:pt x="1261" y="2254"/>
                  </a:cubicBezTo>
                  <a:lnTo>
                    <a:pt x="1112" y="2089"/>
                  </a:lnTo>
                  <a:cubicBezTo>
                    <a:pt x="1043" y="1988"/>
                    <a:pt x="958" y="1903"/>
                    <a:pt x="873" y="1802"/>
                  </a:cubicBezTo>
                  <a:cubicBezTo>
                    <a:pt x="708" y="1584"/>
                    <a:pt x="522" y="1361"/>
                    <a:pt x="320" y="1159"/>
                  </a:cubicBezTo>
                  <a:cubicBezTo>
                    <a:pt x="118" y="941"/>
                    <a:pt x="33" y="755"/>
                    <a:pt x="65" y="521"/>
                  </a:cubicBezTo>
                  <a:lnTo>
                    <a:pt x="65" y="250"/>
                  </a:lnTo>
                  <a:lnTo>
                    <a:pt x="65" y="133"/>
                  </a:lnTo>
                  <a:lnTo>
                    <a:pt x="65" y="117"/>
                  </a:lnTo>
                  <a:cubicBezTo>
                    <a:pt x="65" y="85"/>
                    <a:pt x="65" y="48"/>
                    <a:pt x="86" y="32"/>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6"/>
            <p:cNvSpPr/>
            <p:nvPr/>
          </p:nvSpPr>
          <p:spPr>
            <a:xfrm>
              <a:off x="1792646" y="2567547"/>
              <a:ext cx="5364" cy="55423"/>
            </a:xfrm>
            <a:custGeom>
              <a:rect b="b" l="l" r="r" t="t"/>
              <a:pathLst>
                <a:path extrusionOk="0" h="558" w="54">
                  <a:moveTo>
                    <a:pt x="17" y="0"/>
                  </a:moveTo>
                  <a:cubicBezTo>
                    <a:pt x="1" y="101"/>
                    <a:pt x="1" y="186"/>
                    <a:pt x="17" y="287"/>
                  </a:cubicBezTo>
                  <a:cubicBezTo>
                    <a:pt x="17" y="372"/>
                    <a:pt x="17" y="457"/>
                    <a:pt x="1" y="538"/>
                  </a:cubicBezTo>
                  <a:lnTo>
                    <a:pt x="1" y="558"/>
                  </a:lnTo>
                  <a:lnTo>
                    <a:pt x="17" y="558"/>
                  </a:lnTo>
                  <a:cubicBezTo>
                    <a:pt x="53" y="457"/>
                    <a:pt x="33" y="372"/>
                    <a:pt x="33" y="287"/>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6"/>
            <p:cNvSpPr/>
            <p:nvPr/>
          </p:nvSpPr>
          <p:spPr>
            <a:xfrm>
              <a:off x="1734143" y="3258055"/>
              <a:ext cx="175805" cy="255663"/>
            </a:xfrm>
            <a:custGeom>
              <a:rect b="b" l="l" r="r" t="t"/>
              <a:pathLst>
                <a:path extrusionOk="0" h="2574" w="1770">
                  <a:moveTo>
                    <a:pt x="69" y="1"/>
                  </a:moveTo>
                  <a:cubicBezTo>
                    <a:pt x="36" y="33"/>
                    <a:pt x="36" y="85"/>
                    <a:pt x="36" y="118"/>
                  </a:cubicBezTo>
                  <a:lnTo>
                    <a:pt x="36" y="134"/>
                  </a:lnTo>
                  <a:lnTo>
                    <a:pt x="36" y="235"/>
                  </a:lnTo>
                  <a:lnTo>
                    <a:pt x="36" y="437"/>
                  </a:lnTo>
                  <a:cubicBezTo>
                    <a:pt x="0" y="655"/>
                    <a:pt x="69" y="825"/>
                    <a:pt x="255" y="994"/>
                  </a:cubicBezTo>
                  <a:cubicBezTo>
                    <a:pt x="505" y="1245"/>
                    <a:pt x="760" y="1499"/>
                    <a:pt x="994" y="1750"/>
                  </a:cubicBezTo>
                  <a:cubicBezTo>
                    <a:pt x="1095" y="1851"/>
                    <a:pt x="1196" y="1968"/>
                    <a:pt x="1297" y="2069"/>
                  </a:cubicBezTo>
                  <a:cubicBezTo>
                    <a:pt x="1349" y="2105"/>
                    <a:pt x="1382" y="2154"/>
                    <a:pt x="1414" y="2190"/>
                  </a:cubicBezTo>
                  <a:cubicBezTo>
                    <a:pt x="1499" y="2271"/>
                    <a:pt x="1584" y="2372"/>
                    <a:pt x="1668" y="2441"/>
                  </a:cubicBezTo>
                  <a:cubicBezTo>
                    <a:pt x="1701" y="2457"/>
                    <a:pt x="1701" y="2493"/>
                    <a:pt x="1717" y="2525"/>
                  </a:cubicBezTo>
                  <a:cubicBezTo>
                    <a:pt x="1717" y="2542"/>
                    <a:pt x="1717" y="2558"/>
                    <a:pt x="1733" y="2574"/>
                  </a:cubicBezTo>
                  <a:lnTo>
                    <a:pt x="1753" y="2574"/>
                  </a:lnTo>
                  <a:cubicBezTo>
                    <a:pt x="1769" y="2574"/>
                    <a:pt x="1769" y="2574"/>
                    <a:pt x="1753" y="2558"/>
                  </a:cubicBezTo>
                  <a:cubicBezTo>
                    <a:pt x="1753" y="2542"/>
                    <a:pt x="1753" y="2525"/>
                    <a:pt x="1733" y="2509"/>
                  </a:cubicBezTo>
                  <a:cubicBezTo>
                    <a:pt x="1733" y="2473"/>
                    <a:pt x="1717" y="2441"/>
                    <a:pt x="1685" y="2424"/>
                  </a:cubicBezTo>
                  <a:cubicBezTo>
                    <a:pt x="1600" y="2340"/>
                    <a:pt x="1515" y="2255"/>
                    <a:pt x="1450" y="2170"/>
                  </a:cubicBezTo>
                  <a:cubicBezTo>
                    <a:pt x="1398" y="2138"/>
                    <a:pt x="1366" y="2089"/>
                    <a:pt x="1329" y="2053"/>
                  </a:cubicBezTo>
                  <a:cubicBezTo>
                    <a:pt x="1212" y="1936"/>
                    <a:pt x="1111" y="1835"/>
                    <a:pt x="1010" y="1734"/>
                  </a:cubicBezTo>
                  <a:cubicBezTo>
                    <a:pt x="776" y="1483"/>
                    <a:pt x="521" y="1212"/>
                    <a:pt x="271" y="978"/>
                  </a:cubicBezTo>
                  <a:cubicBezTo>
                    <a:pt x="85" y="808"/>
                    <a:pt x="36" y="655"/>
                    <a:pt x="53" y="453"/>
                  </a:cubicBezTo>
                  <a:cubicBezTo>
                    <a:pt x="69" y="372"/>
                    <a:pt x="69" y="304"/>
                    <a:pt x="69" y="235"/>
                  </a:cubicBezTo>
                  <a:cubicBezTo>
                    <a:pt x="53" y="203"/>
                    <a:pt x="53" y="170"/>
                    <a:pt x="53" y="134"/>
                  </a:cubicBezTo>
                  <a:lnTo>
                    <a:pt x="53" y="118"/>
                  </a:lnTo>
                  <a:cubicBezTo>
                    <a:pt x="53" y="85"/>
                    <a:pt x="53"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6"/>
            <p:cNvSpPr/>
            <p:nvPr/>
          </p:nvSpPr>
          <p:spPr>
            <a:xfrm>
              <a:off x="852932" y="1365417"/>
              <a:ext cx="363232" cy="326283"/>
            </a:xfrm>
            <a:custGeom>
              <a:rect b="b" l="l" r="r" t="t"/>
              <a:pathLst>
                <a:path extrusionOk="0" h="3285" w="3657">
                  <a:moveTo>
                    <a:pt x="3604" y="0"/>
                  </a:moveTo>
                  <a:lnTo>
                    <a:pt x="3604" y="17"/>
                  </a:lnTo>
                  <a:cubicBezTo>
                    <a:pt x="3621" y="37"/>
                    <a:pt x="3621" y="69"/>
                    <a:pt x="3621" y="101"/>
                  </a:cubicBezTo>
                  <a:lnTo>
                    <a:pt x="3621" y="138"/>
                  </a:lnTo>
                  <a:lnTo>
                    <a:pt x="3621" y="542"/>
                  </a:lnTo>
                  <a:lnTo>
                    <a:pt x="3621" y="962"/>
                  </a:lnTo>
                  <a:cubicBezTo>
                    <a:pt x="3621" y="1047"/>
                    <a:pt x="3604" y="1095"/>
                    <a:pt x="3520" y="1148"/>
                  </a:cubicBezTo>
                  <a:cubicBezTo>
                    <a:pt x="3051" y="1414"/>
                    <a:pt x="2578" y="1701"/>
                    <a:pt x="2122" y="1972"/>
                  </a:cubicBezTo>
                  <a:cubicBezTo>
                    <a:pt x="1770" y="2190"/>
                    <a:pt x="1383" y="2408"/>
                    <a:pt x="1011" y="2626"/>
                  </a:cubicBezTo>
                  <a:lnTo>
                    <a:pt x="760" y="2780"/>
                  </a:lnTo>
                  <a:cubicBezTo>
                    <a:pt x="542" y="2913"/>
                    <a:pt x="304" y="3067"/>
                    <a:pt x="70" y="3168"/>
                  </a:cubicBezTo>
                  <a:cubicBezTo>
                    <a:pt x="37" y="3200"/>
                    <a:pt x="1" y="3232"/>
                    <a:pt x="1" y="3269"/>
                  </a:cubicBezTo>
                  <a:cubicBezTo>
                    <a:pt x="1" y="3285"/>
                    <a:pt x="1" y="3285"/>
                    <a:pt x="21" y="3285"/>
                  </a:cubicBezTo>
                  <a:cubicBezTo>
                    <a:pt x="37" y="3248"/>
                    <a:pt x="54" y="3216"/>
                    <a:pt x="86" y="3200"/>
                  </a:cubicBezTo>
                  <a:cubicBezTo>
                    <a:pt x="324" y="3083"/>
                    <a:pt x="558" y="2945"/>
                    <a:pt x="777" y="2812"/>
                  </a:cubicBezTo>
                  <a:cubicBezTo>
                    <a:pt x="861" y="2764"/>
                    <a:pt x="946" y="2695"/>
                    <a:pt x="1031" y="2642"/>
                  </a:cubicBezTo>
                  <a:cubicBezTo>
                    <a:pt x="1399" y="2440"/>
                    <a:pt x="1770" y="2206"/>
                    <a:pt x="2142" y="1988"/>
                  </a:cubicBezTo>
                  <a:cubicBezTo>
                    <a:pt x="2594" y="1717"/>
                    <a:pt x="3067" y="1451"/>
                    <a:pt x="3536" y="1164"/>
                  </a:cubicBezTo>
                  <a:cubicBezTo>
                    <a:pt x="3637" y="1111"/>
                    <a:pt x="3657" y="1063"/>
                    <a:pt x="3657" y="962"/>
                  </a:cubicBezTo>
                  <a:lnTo>
                    <a:pt x="3657" y="542"/>
                  </a:lnTo>
                  <a:lnTo>
                    <a:pt x="3657" y="138"/>
                  </a:lnTo>
                  <a:lnTo>
                    <a:pt x="3657" y="101"/>
                  </a:lnTo>
                  <a:cubicBezTo>
                    <a:pt x="3657" y="69"/>
                    <a:pt x="3657" y="37"/>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6"/>
            <p:cNvSpPr/>
            <p:nvPr/>
          </p:nvSpPr>
          <p:spPr>
            <a:xfrm>
              <a:off x="1523475" y="1786753"/>
              <a:ext cx="177394" cy="378031"/>
            </a:xfrm>
            <a:custGeom>
              <a:rect b="b" l="l" r="r" t="t"/>
              <a:pathLst>
                <a:path extrusionOk="0" h="3806" w="1786">
                  <a:moveTo>
                    <a:pt x="69" y="0"/>
                  </a:moveTo>
                  <a:cubicBezTo>
                    <a:pt x="53" y="0"/>
                    <a:pt x="53" y="16"/>
                    <a:pt x="53" y="16"/>
                  </a:cubicBezTo>
                  <a:cubicBezTo>
                    <a:pt x="0" y="202"/>
                    <a:pt x="16" y="339"/>
                    <a:pt x="117" y="473"/>
                  </a:cubicBezTo>
                  <a:cubicBezTo>
                    <a:pt x="271" y="691"/>
                    <a:pt x="420" y="925"/>
                    <a:pt x="558" y="1147"/>
                  </a:cubicBezTo>
                  <a:cubicBezTo>
                    <a:pt x="590" y="1212"/>
                    <a:pt x="622" y="1264"/>
                    <a:pt x="659" y="1313"/>
                  </a:cubicBezTo>
                  <a:cubicBezTo>
                    <a:pt x="776" y="1483"/>
                    <a:pt x="877" y="1668"/>
                    <a:pt x="994" y="1818"/>
                  </a:cubicBezTo>
                  <a:cubicBezTo>
                    <a:pt x="1026" y="1870"/>
                    <a:pt x="1063" y="1919"/>
                    <a:pt x="1095" y="1971"/>
                  </a:cubicBezTo>
                  <a:cubicBezTo>
                    <a:pt x="1196" y="2137"/>
                    <a:pt x="1297" y="2307"/>
                    <a:pt x="1414" y="2476"/>
                  </a:cubicBezTo>
                  <a:lnTo>
                    <a:pt x="1717" y="2929"/>
                  </a:lnTo>
                  <a:cubicBezTo>
                    <a:pt x="1733" y="2981"/>
                    <a:pt x="1753" y="3030"/>
                    <a:pt x="1753" y="3082"/>
                  </a:cubicBezTo>
                  <a:cubicBezTo>
                    <a:pt x="1770" y="3300"/>
                    <a:pt x="1770" y="3519"/>
                    <a:pt x="1770" y="3737"/>
                  </a:cubicBezTo>
                  <a:cubicBezTo>
                    <a:pt x="1770" y="3737"/>
                    <a:pt x="1753" y="3753"/>
                    <a:pt x="1753" y="3773"/>
                  </a:cubicBezTo>
                  <a:cubicBezTo>
                    <a:pt x="1733" y="3773"/>
                    <a:pt x="1733" y="3773"/>
                    <a:pt x="1733" y="3789"/>
                  </a:cubicBezTo>
                  <a:lnTo>
                    <a:pt x="1733" y="3805"/>
                  </a:lnTo>
                  <a:lnTo>
                    <a:pt x="1753" y="3805"/>
                  </a:lnTo>
                  <a:lnTo>
                    <a:pt x="1753" y="3789"/>
                  </a:lnTo>
                  <a:lnTo>
                    <a:pt x="1770" y="3773"/>
                  </a:lnTo>
                  <a:cubicBezTo>
                    <a:pt x="1786" y="3773"/>
                    <a:pt x="1786" y="3753"/>
                    <a:pt x="1786" y="3737"/>
                  </a:cubicBezTo>
                  <a:lnTo>
                    <a:pt x="1786" y="3082"/>
                  </a:lnTo>
                  <a:cubicBezTo>
                    <a:pt x="1786" y="3014"/>
                    <a:pt x="1770" y="2965"/>
                    <a:pt x="1733" y="2913"/>
                  </a:cubicBezTo>
                  <a:lnTo>
                    <a:pt x="1430" y="2460"/>
                  </a:lnTo>
                  <a:cubicBezTo>
                    <a:pt x="1329" y="2291"/>
                    <a:pt x="1212" y="2121"/>
                    <a:pt x="1111" y="1955"/>
                  </a:cubicBezTo>
                  <a:cubicBezTo>
                    <a:pt x="1079" y="1903"/>
                    <a:pt x="1047" y="1854"/>
                    <a:pt x="1010" y="1818"/>
                  </a:cubicBezTo>
                  <a:cubicBezTo>
                    <a:pt x="909" y="1652"/>
                    <a:pt x="792" y="1483"/>
                    <a:pt x="691" y="1313"/>
                  </a:cubicBezTo>
                  <a:cubicBezTo>
                    <a:pt x="659" y="1248"/>
                    <a:pt x="606" y="1196"/>
                    <a:pt x="574" y="1147"/>
                  </a:cubicBezTo>
                  <a:cubicBezTo>
                    <a:pt x="441" y="909"/>
                    <a:pt x="303" y="675"/>
                    <a:pt x="138" y="457"/>
                  </a:cubicBezTo>
                  <a:cubicBezTo>
                    <a:pt x="37" y="303"/>
                    <a:pt x="37" y="170"/>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6"/>
            <p:cNvSpPr/>
            <p:nvPr/>
          </p:nvSpPr>
          <p:spPr>
            <a:xfrm>
              <a:off x="1792646" y="2244940"/>
              <a:ext cx="5364" cy="65058"/>
            </a:xfrm>
            <a:custGeom>
              <a:rect b="b" l="l" r="r" t="t"/>
              <a:pathLst>
                <a:path extrusionOk="0" h="655" w="54">
                  <a:moveTo>
                    <a:pt x="33" y="0"/>
                  </a:moveTo>
                  <a:cubicBezTo>
                    <a:pt x="33" y="0"/>
                    <a:pt x="17" y="0"/>
                    <a:pt x="17" y="17"/>
                  </a:cubicBezTo>
                  <a:cubicBezTo>
                    <a:pt x="1" y="118"/>
                    <a:pt x="1" y="219"/>
                    <a:pt x="17" y="303"/>
                  </a:cubicBezTo>
                  <a:lnTo>
                    <a:pt x="17" y="505"/>
                  </a:lnTo>
                  <a:cubicBezTo>
                    <a:pt x="1" y="521"/>
                    <a:pt x="17" y="521"/>
                    <a:pt x="17" y="538"/>
                  </a:cubicBezTo>
                  <a:cubicBezTo>
                    <a:pt x="17" y="574"/>
                    <a:pt x="17" y="606"/>
                    <a:pt x="1" y="622"/>
                  </a:cubicBezTo>
                  <a:lnTo>
                    <a:pt x="1" y="639"/>
                  </a:lnTo>
                  <a:lnTo>
                    <a:pt x="17" y="655"/>
                  </a:lnTo>
                  <a:lnTo>
                    <a:pt x="17" y="639"/>
                  </a:lnTo>
                  <a:cubicBezTo>
                    <a:pt x="53" y="606"/>
                    <a:pt x="33" y="574"/>
                    <a:pt x="33" y="538"/>
                  </a:cubicBezTo>
                  <a:lnTo>
                    <a:pt x="33" y="505"/>
                  </a:lnTo>
                  <a:lnTo>
                    <a:pt x="33" y="303"/>
                  </a:lnTo>
                  <a:cubicBezTo>
                    <a:pt x="33" y="219"/>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6"/>
            <p:cNvSpPr/>
            <p:nvPr/>
          </p:nvSpPr>
          <p:spPr>
            <a:xfrm>
              <a:off x="1133823" y="2833540"/>
              <a:ext cx="6953" cy="93564"/>
            </a:xfrm>
            <a:custGeom>
              <a:rect b="b" l="l" r="r" t="t"/>
              <a:pathLst>
                <a:path extrusionOk="0" h="942" w="70">
                  <a:moveTo>
                    <a:pt x="21" y="1"/>
                  </a:moveTo>
                  <a:cubicBezTo>
                    <a:pt x="21" y="17"/>
                    <a:pt x="1" y="17"/>
                    <a:pt x="1" y="17"/>
                  </a:cubicBezTo>
                  <a:cubicBezTo>
                    <a:pt x="37" y="182"/>
                    <a:pt x="21" y="336"/>
                    <a:pt x="21" y="485"/>
                  </a:cubicBezTo>
                  <a:lnTo>
                    <a:pt x="21" y="772"/>
                  </a:lnTo>
                  <a:lnTo>
                    <a:pt x="21" y="809"/>
                  </a:lnTo>
                  <a:cubicBezTo>
                    <a:pt x="21" y="857"/>
                    <a:pt x="21" y="889"/>
                    <a:pt x="53" y="942"/>
                  </a:cubicBezTo>
                  <a:lnTo>
                    <a:pt x="69" y="942"/>
                  </a:lnTo>
                  <a:lnTo>
                    <a:pt x="69" y="910"/>
                  </a:lnTo>
                  <a:cubicBezTo>
                    <a:pt x="53" y="889"/>
                    <a:pt x="53" y="857"/>
                    <a:pt x="53" y="809"/>
                  </a:cubicBezTo>
                  <a:lnTo>
                    <a:pt x="53" y="772"/>
                  </a:lnTo>
                  <a:lnTo>
                    <a:pt x="53" y="485"/>
                  </a:lnTo>
                  <a:cubicBezTo>
                    <a:pt x="53" y="336"/>
                    <a:pt x="53" y="166"/>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6"/>
            <p:cNvSpPr/>
            <p:nvPr/>
          </p:nvSpPr>
          <p:spPr>
            <a:xfrm>
              <a:off x="1140676" y="1460868"/>
              <a:ext cx="5264" cy="53536"/>
            </a:xfrm>
            <a:custGeom>
              <a:rect b="b" l="l" r="r" t="t"/>
              <a:pathLst>
                <a:path extrusionOk="0" h="539" w="53">
                  <a:moveTo>
                    <a:pt x="17" y="1"/>
                  </a:moveTo>
                  <a:lnTo>
                    <a:pt x="0" y="17"/>
                  </a:lnTo>
                  <a:cubicBezTo>
                    <a:pt x="17" y="86"/>
                    <a:pt x="17" y="166"/>
                    <a:pt x="0" y="235"/>
                  </a:cubicBezTo>
                  <a:cubicBezTo>
                    <a:pt x="0" y="336"/>
                    <a:pt x="0" y="437"/>
                    <a:pt x="17" y="538"/>
                  </a:cubicBezTo>
                  <a:lnTo>
                    <a:pt x="33" y="538"/>
                  </a:lnTo>
                  <a:cubicBezTo>
                    <a:pt x="53" y="538"/>
                    <a:pt x="53" y="538"/>
                    <a:pt x="53" y="522"/>
                  </a:cubicBezTo>
                  <a:cubicBezTo>
                    <a:pt x="17" y="437"/>
                    <a:pt x="33" y="336"/>
                    <a:pt x="33" y="235"/>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6"/>
            <p:cNvSpPr/>
            <p:nvPr/>
          </p:nvSpPr>
          <p:spPr>
            <a:xfrm>
              <a:off x="574127" y="3373172"/>
              <a:ext cx="4867" cy="68733"/>
            </a:xfrm>
            <a:custGeom>
              <a:rect b="b" l="l" r="r" t="t"/>
              <a:pathLst>
                <a:path extrusionOk="0" h="692" w="49">
                  <a:moveTo>
                    <a:pt x="17" y="1"/>
                  </a:moveTo>
                  <a:cubicBezTo>
                    <a:pt x="0" y="1"/>
                    <a:pt x="0" y="21"/>
                    <a:pt x="0" y="21"/>
                  </a:cubicBezTo>
                  <a:cubicBezTo>
                    <a:pt x="17" y="154"/>
                    <a:pt x="17" y="304"/>
                    <a:pt x="17" y="441"/>
                  </a:cubicBezTo>
                  <a:lnTo>
                    <a:pt x="17" y="676"/>
                  </a:lnTo>
                  <a:cubicBezTo>
                    <a:pt x="17" y="692"/>
                    <a:pt x="17" y="692"/>
                    <a:pt x="33" y="692"/>
                  </a:cubicBezTo>
                  <a:lnTo>
                    <a:pt x="33" y="676"/>
                  </a:lnTo>
                  <a:lnTo>
                    <a:pt x="33" y="441"/>
                  </a:lnTo>
                  <a:cubicBezTo>
                    <a:pt x="33" y="288"/>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6"/>
            <p:cNvSpPr/>
            <p:nvPr/>
          </p:nvSpPr>
          <p:spPr>
            <a:xfrm>
              <a:off x="1379851" y="2744842"/>
              <a:ext cx="6853" cy="85221"/>
            </a:xfrm>
            <a:custGeom>
              <a:rect b="b" l="l" r="r" t="t"/>
              <a:pathLst>
                <a:path extrusionOk="0" h="858" w="69">
                  <a:moveTo>
                    <a:pt x="0" y="1"/>
                  </a:moveTo>
                  <a:lnTo>
                    <a:pt x="0" y="187"/>
                  </a:lnTo>
                  <a:lnTo>
                    <a:pt x="0" y="671"/>
                  </a:lnTo>
                  <a:cubicBezTo>
                    <a:pt x="0" y="740"/>
                    <a:pt x="16" y="793"/>
                    <a:pt x="32" y="841"/>
                  </a:cubicBezTo>
                  <a:lnTo>
                    <a:pt x="49" y="857"/>
                  </a:lnTo>
                  <a:cubicBezTo>
                    <a:pt x="49" y="857"/>
                    <a:pt x="69" y="841"/>
                    <a:pt x="49" y="841"/>
                  </a:cubicBezTo>
                  <a:cubicBezTo>
                    <a:pt x="32" y="793"/>
                    <a:pt x="32" y="740"/>
                    <a:pt x="32" y="671"/>
                  </a:cubicBezTo>
                  <a:lnTo>
                    <a:pt x="32" y="187"/>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6"/>
            <p:cNvSpPr/>
            <p:nvPr/>
          </p:nvSpPr>
          <p:spPr>
            <a:xfrm>
              <a:off x="1841216" y="3672538"/>
              <a:ext cx="4966" cy="61879"/>
            </a:xfrm>
            <a:custGeom>
              <a:rect b="b" l="l" r="r" t="t"/>
              <a:pathLst>
                <a:path extrusionOk="0" h="623" w="50">
                  <a:moveTo>
                    <a:pt x="33" y="1"/>
                  </a:moveTo>
                  <a:cubicBezTo>
                    <a:pt x="33" y="1"/>
                    <a:pt x="17" y="1"/>
                    <a:pt x="17" y="17"/>
                  </a:cubicBezTo>
                  <a:cubicBezTo>
                    <a:pt x="1" y="138"/>
                    <a:pt x="1" y="271"/>
                    <a:pt x="1" y="388"/>
                  </a:cubicBezTo>
                  <a:cubicBezTo>
                    <a:pt x="17" y="457"/>
                    <a:pt x="17" y="542"/>
                    <a:pt x="1" y="606"/>
                  </a:cubicBezTo>
                  <a:cubicBezTo>
                    <a:pt x="1" y="623"/>
                    <a:pt x="17" y="623"/>
                    <a:pt x="17" y="623"/>
                  </a:cubicBezTo>
                  <a:cubicBezTo>
                    <a:pt x="33" y="623"/>
                    <a:pt x="33" y="623"/>
                    <a:pt x="33" y="606"/>
                  </a:cubicBezTo>
                  <a:lnTo>
                    <a:pt x="33" y="388"/>
                  </a:lnTo>
                  <a:cubicBezTo>
                    <a:pt x="33" y="271"/>
                    <a:pt x="33" y="13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6"/>
            <p:cNvSpPr/>
            <p:nvPr/>
          </p:nvSpPr>
          <p:spPr>
            <a:xfrm>
              <a:off x="1944712" y="3348341"/>
              <a:ext cx="6953" cy="57112"/>
            </a:xfrm>
            <a:custGeom>
              <a:rect b="b" l="l" r="r" t="t"/>
              <a:pathLst>
                <a:path extrusionOk="0" h="575" w="70">
                  <a:moveTo>
                    <a:pt x="37" y="0"/>
                  </a:moveTo>
                  <a:cubicBezTo>
                    <a:pt x="17" y="101"/>
                    <a:pt x="17" y="186"/>
                    <a:pt x="17" y="287"/>
                  </a:cubicBezTo>
                  <a:cubicBezTo>
                    <a:pt x="17" y="372"/>
                    <a:pt x="17" y="453"/>
                    <a:pt x="1" y="554"/>
                  </a:cubicBezTo>
                  <a:lnTo>
                    <a:pt x="17" y="574"/>
                  </a:lnTo>
                  <a:lnTo>
                    <a:pt x="37" y="554"/>
                  </a:lnTo>
                  <a:cubicBezTo>
                    <a:pt x="53" y="473"/>
                    <a:pt x="53" y="372"/>
                    <a:pt x="53" y="287"/>
                  </a:cubicBezTo>
                  <a:cubicBezTo>
                    <a:pt x="37" y="186"/>
                    <a:pt x="37" y="101"/>
                    <a:pt x="53" y="17"/>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6"/>
            <p:cNvSpPr/>
            <p:nvPr/>
          </p:nvSpPr>
          <p:spPr>
            <a:xfrm>
              <a:off x="851343" y="2438723"/>
              <a:ext cx="356477" cy="264502"/>
            </a:xfrm>
            <a:custGeom>
              <a:rect b="b" l="l" r="r" t="t"/>
              <a:pathLst>
                <a:path extrusionOk="0" h="2663" w="3589">
                  <a:moveTo>
                    <a:pt x="3572" y="1"/>
                  </a:moveTo>
                  <a:cubicBezTo>
                    <a:pt x="3386" y="53"/>
                    <a:pt x="3200" y="154"/>
                    <a:pt x="3031" y="219"/>
                  </a:cubicBezTo>
                  <a:cubicBezTo>
                    <a:pt x="2946" y="271"/>
                    <a:pt x="2881" y="304"/>
                    <a:pt x="2796" y="340"/>
                  </a:cubicBezTo>
                  <a:cubicBezTo>
                    <a:pt x="2324" y="542"/>
                    <a:pt x="1835" y="776"/>
                    <a:pt x="1382" y="978"/>
                  </a:cubicBezTo>
                  <a:cubicBezTo>
                    <a:pt x="1229" y="1047"/>
                    <a:pt x="1079" y="1111"/>
                    <a:pt x="926" y="1180"/>
                  </a:cubicBezTo>
                  <a:cubicBezTo>
                    <a:pt x="623" y="1330"/>
                    <a:pt x="340" y="1451"/>
                    <a:pt x="86" y="1584"/>
                  </a:cubicBezTo>
                  <a:lnTo>
                    <a:pt x="70" y="1584"/>
                  </a:lnTo>
                  <a:cubicBezTo>
                    <a:pt x="37" y="1600"/>
                    <a:pt x="1" y="1616"/>
                    <a:pt x="1" y="1669"/>
                  </a:cubicBezTo>
                  <a:lnTo>
                    <a:pt x="1" y="2259"/>
                  </a:lnTo>
                  <a:lnTo>
                    <a:pt x="1" y="2594"/>
                  </a:lnTo>
                  <a:cubicBezTo>
                    <a:pt x="1" y="2610"/>
                    <a:pt x="17" y="2626"/>
                    <a:pt x="17" y="2626"/>
                  </a:cubicBezTo>
                  <a:lnTo>
                    <a:pt x="37" y="2642"/>
                  </a:lnTo>
                  <a:lnTo>
                    <a:pt x="37" y="2663"/>
                  </a:lnTo>
                  <a:lnTo>
                    <a:pt x="53" y="2663"/>
                  </a:lnTo>
                  <a:lnTo>
                    <a:pt x="53" y="2642"/>
                  </a:lnTo>
                  <a:lnTo>
                    <a:pt x="53" y="2626"/>
                  </a:lnTo>
                  <a:cubicBezTo>
                    <a:pt x="37" y="2610"/>
                    <a:pt x="37" y="2594"/>
                    <a:pt x="37" y="2594"/>
                  </a:cubicBezTo>
                  <a:lnTo>
                    <a:pt x="37" y="2259"/>
                  </a:lnTo>
                  <a:lnTo>
                    <a:pt x="37" y="1669"/>
                  </a:lnTo>
                  <a:cubicBezTo>
                    <a:pt x="17" y="1633"/>
                    <a:pt x="53" y="1616"/>
                    <a:pt x="70" y="1616"/>
                  </a:cubicBezTo>
                  <a:lnTo>
                    <a:pt x="86" y="1600"/>
                  </a:lnTo>
                  <a:cubicBezTo>
                    <a:pt x="356" y="1483"/>
                    <a:pt x="643" y="1350"/>
                    <a:pt x="946" y="1212"/>
                  </a:cubicBezTo>
                  <a:cubicBezTo>
                    <a:pt x="1096" y="1148"/>
                    <a:pt x="1249" y="1079"/>
                    <a:pt x="1382" y="1010"/>
                  </a:cubicBezTo>
                  <a:cubicBezTo>
                    <a:pt x="1855" y="792"/>
                    <a:pt x="2324" y="574"/>
                    <a:pt x="2812" y="356"/>
                  </a:cubicBezTo>
                  <a:cubicBezTo>
                    <a:pt x="2881" y="320"/>
                    <a:pt x="2966" y="287"/>
                    <a:pt x="3031" y="255"/>
                  </a:cubicBezTo>
                  <a:cubicBezTo>
                    <a:pt x="3216" y="170"/>
                    <a:pt x="3386" y="85"/>
                    <a:pt x="3572" y="17"/>
                  </a:cubicBezTo>
                  <a:cubicBezTo>
                    <a:pt x="3588" y="17"/>
                    <a:pt x="3588" y="17"/>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6"/>
            <p:cNvSpPr/>
            <p:nvPr/>
          </p:nvSpPr>
          <p:spPr>
            <a:xfrm>
              <a:off x="852932" y="1525926"/>
              <a:ext cx="361245" cy="341181"/>
            </a:xfrm>
            <a:custGeom>
              <a:rect b="b" l="l" r="r" t="t"/>
              <a:pathLst>
                <a:path extrusionOk="0" h="3435" w="3637">
                  <a:moveTo>
                    <a:pt x="3604" y="0"/>
                  </a:moveTo>
                  <a:cubicBezTo>
                    <a:pt x="3588" y="69"/>
                    <a:pt x="3536" y="85"/>
                    <a:pt x="3471" y="117"/>
                  </a:cubicBezTo>
                  <a:cubicBezTo>
                    <a:pt x="3455" y="117"/>
                    <a:pt x="3435" y="138"/>
                    <a:pt x="3402" y="138"/>
                  </a:cubicBezTo>
                  <a:cubicBezTo>
                    <a:pt x="3152" y="303"/>
                    <a:pt x="2865" y="457"/>
                    <a:pt x="2594" y="590"/>
                  </a:cubicBezTo>
                  <a:cubicBezTo>
                    <a:pt x="2409" y="691"/>
                    <a:pt x="2223" y="792"/>
                    <a:pt x="2041" y="909"/>
                  </a:cubicBezTo>
                  <a:cubicBezTo>
                    <a:pt x="1787" y="1047"/>
                    <a:pt x="1516" y="1196"/>
                    <a:pt x="1282" y="1350"/>
                  </a:cubicBezTo>
                  <a:cubicBezTo>
                    <a:pt x="1096" y="1451"/>
                    <a:pt x="930" y="1552"/>
                    <a:pt x="744" y="1653"/>
                  </a:cubicBezTo>
                  <a:cubicBezTo>
                    <a:pt x="591" y="1733"/>
                    <a:pt x="389" y="1854"/>
                    <a:pt x="187" y="1955"/>
                  </a:cubicBezTo>
                  <a:cubicBezTo>
                    <a:pt x="54" y="2020"/>
                    <a:pt x="1" y="2105"/>
                    <a:pt x="21" y="2238"/>
                  </a:cubicBezTo>
                  <a:lnTo>
                    <a:pt x="21" y="2711"/>
                  </a:lnTo>
                  <a:cubicBezTo>
                    <a:pt x="21" y="2929"/>
                    <a:pt x="1" y="3131"/>
                    <a:pt x="37" y="3349"/>
                  </a:cubicBezTo>
                  <a:cubicBezTo>
                    <a:pt x="37" y="3369"/>
                    <a:pt x="21" y="3369"/>
                    <a:pt x="21" y="3386"/>
                  </a:cubicBezTo>
                  <a:cubicBezTo>
                    <a:pt x="21" y="3402"/>
                    <a:pt x="1" y="3402"/>
                    <a:pt x="1" y="3418"/>
                  </a:cubicBezTo>
                  <a:lnTo>
                    <a:pt x="1" y="3434"/>
                  </a:lnTo>
                  <a:lnTo>
                    <a:pt x="21" y="3434"/>
                  </a:lnTo>
                  <a:lnTo>
                    <a:pt x="21" y="3418"/>
                  </a:lnTo>
                  <a:cubicBezTo>
                    <a:pt x="37" y="3418"/>
                    <a:pt x="37" y="3402"/>
                    <a:pt x="37" y="3402"/>
                  </a:cubicBezTo>
                  <a:cubicBezTo>
                    <a:pt x="54" y="3386"/>
                    <a:pt x="70" y="3369"/>
                    <a:pt x="54" y="3349"/>
                  </a:cubicBezTo>
                  <a:cubicBezTo>
                    <a:pt x="37" y="3131"/>
                    <a:pt x="37" y="2929"/>
                    <a:pt x="37" y="2711"/>
                  </a:cubicBezTo>
                  <a:cubicBezTo>
                    <a:pt x="37" y="2561"/>
                    <a:pt x="54" y="2392"/>
                    <a:pt x="37" y="2238"/>
                  </a:cubicBezTo>
                  <a:cubicBezTo>
                    <a:pt x="37" y="2121"/>
                    <a:pt x="70" y="2036"/>
                    <a:pt x="187" y="1988"/>
                  </a:cubicBezTo>
                  <a:cubicBezTo>
                    <a:pt x="405" y="1871"/>
                    <a:pt x="591" y="1770"/>
                    <a:pt x="760" y="1669"/>
                  </a:cubicBezTo>
                  <a:cubicBezTo>
                    <a:pt x="946" y="1568"/>
                    <a:pt x="1112" y="1467"/>
                    <a:pt x="1282" y="1366"/>
                  </a:cubicBezTo>
                  <a:cubicBezTo>
                    <a:pt x="1536" y="1228"/>
                    <a:pt x="1787" y="1079"/>
                    <a:pt x="2057" y="925"/>
                  </a:cubicBezTo>
                  <a:cubicBezTo>
                    <a:pt x="2243" y="824"/>
                    <a:pt x="2425" y="723"/>
                    <a:pt x="2611" y="622"/>
                  </a:cubicBezTo>
                  <a:cubicBezTo>
                    <a:pt x="2881" y="473"/>
                    <a:pt x="3152" y="319"/>
                    <a:pt x="3419" y="170"/>
                  </a:cubicBezTo>
                  <a:cubicBezTo>
                    <a:pt x="3435" y="154"/>
                    <a:pt x="3471" y="154"/>
                    <a:pt x="3487" y="138"/>
                  </a:cubicBezTo>
                  <a:cubicBezTo>
                    <a:pt x="3536" y="117"/>
                    <a:pt x="3604" y="85"/>
                    <a:pt x="3637" y="16"/>
                  </a:cubicBezTo>
                  <a:cubicBezTo>
                    <a:pt x="3637" y="0"/>
                    <a:pt x="3637" y="0"/>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6"/>
            <p:cNvSpPr/>
            <p:nvPr/>
          </p:nvSpPr>
          <p:spPr>
            <a:xfrm>
              <a:off x="794827" y="1795097"/>
              <a:ext cx="4867" cy="93663"/>
            </a:xfrm>
            <a:custGeom>
              <a:rect b="b" l="l" r="r" t="t"/>
              <a:pathLst>
                <a:path extrusionOk="0" h="943" w="49">
                  <a:moveTo>
                    <a:pt x="0" y="1"/>
                  </a:moveTo>
                  <a:lnTo>
                    <a:pt x="0" y="17"/>
                  </a:lnTo>
                  <a:cubicBezTo>
                    <a:pt x="16" y="134"/>
                    <a:pt x="16" y="255"/>
                    <a:pt x="0" y="373"/>
                  </a:cubicBezTo>
                  <a:lnTo>
                    <a:pt x="0" y="591"/>
                  </a:lnTo>
                  <a:cubicBezTo>
                    <a:pt x="16" y="623"/>
                    <a:pt x="0" y="659"/>
                    <a:pt x="0" y="708"/>
                  </a:cubicBezTo>
                  <a:cubicBezTo>
                    <a:pt x="0" y="777"/>
                    <a:pt x="0" y="861"/>
                    <a:pt x="16" y="926"/>
                  </a:cubicBezTo>
                  <a:lnTo>
                    <a:pt x="33" y="942"/>
                  </a:lnTo>
                  <a:lnTo>
                    <a:pt x="49" y="926"/>
                  </a:lnTo>
                  <a:cubicBezTo>
                    <a:pt x="33" y="841"/>
                    <a:pt x="33" y="777"/>
                    <a:pt x="33" y="708"/>
                  </a:cubicBezTo>
                  <a:lnTo>
                    <a:pt x="33" y="591"/>
                  </a:lnTo>
                  <a:lnTo>
                    <a:pt x="33" y="373"/>
                  </a:lnTo>
                  <a:cubicBezTo>
                    <a:pt x="33" y="255"/>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6"/>
            <p:cNvSpPr/>
            <p:nvPr/>
          </p:nvSpPr>
          <p:spPr>
            <a:xfrm>
              <a:off x="1202457" y="3670253"/>
              <a:ext cx="3675" cy="64164"/>
            </a:xfrm>
            <a:custGeom>
              <a:rect b="b" l="l" r="r" t="t"/>
              <a:pathLst>
                <a:path extrusionOk="0" h="646" w="37">
                  <a:moveTo>
                    <a:pt x="12" y="0"/>
                  </a:moveTo>
                  <a:cubicBezTo>
                    <a:pt x="10" y="0"/>
                    <a:pt x="6" y="2"/>
                    <a:pt x="1" y="7"/>
                  </a:cubicBezTo>
                  <a:cubicBezTo>
                    <a:pt x="17" y="141"/>
                    <a:pt x="17" y="278"/>
                    <a:pt x="1" y="395"/>
                  </a:cubicBezTo>
                  <a:lnTo>
                    <a:pt x="1" y="629"/>
                  </a:lnTo>
                  <a:cubicBezTo>
                    <a:pt x="1" y="646"/>
                    <a:pt x="17" y="646"/>
                    <a:pt x="17" y="646"/>
                  </a:cubicBezTo>
                  <a:cubicBezTo>
                    <a:pt x="37" y="646"/>
                    <a:pt x="37" y="646"/>
                    <a:pt x="37" y="629"/>
                  </a:cubicBezTo>
                  <a:lnTo>
                    <a:pt x="37" y="395"/>
                  </a:lnTo>
                  <a:cubicBezTo>
                    <a:pt x="37" y="278"/>
                    <a:pt x="37" y="141"/>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6"/>
            <p:cNvSpPr/>
            <p:nvPr/>
          </p:nvSpPr>
          <p:spPr>
            <a:xfrm>
              <a:off x="574127" y="2452330"/>
              <a:ext cx="4867" cy="51947"/>
            </a:xfrm>
            <a:custGeom>
              <a:rect b="b" l="l" r="r" t="t"/>
              <a:pathLst>
                <a:path extrusionOk="0" h="523" w="49">
                  <a:moveTo>
                    <a:pt x="17" y="1"/>
                  </a:moveTo>
                  <a:lnTo>
                    <a:pt x="17" y="17"/>
                  </a:lnTo>
                  <a:lnTo>
                    <a:pt x="17" y="183"/>
                  </a:lnTo>
                  <a:cubicBezTo>
                    <a:pt x="17" y="304"/>
                    <a:pt x="0" y="405"/>
                    <a:pt x="33" y="506"/>
                  </a:cubicBezTo>
                  <a:lnTo>
                    <a:pt x="33" y="522"/>
                  </a:lnTo>
                  <a:cubicBezTo>
                    <a:pt x="49" y="522"/>
                    <a:pt x="49" y="506"/>
                    <a:pt x="49" y="506"/>
                  </a:cubicBezTo>
                  <a:cubicBezTo>
                    <a:pt x="33" y="405"/>
                    <a:pt x="33" y="304"/>
                    <a:pt x="33" y="183"/>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6"/>
            <p:cNvSpPr/>
            <p:nvPr/>
          </p:nvSpPr>
          <p:spPr>
            <a:xfrm>
              <a:off x="1137498" y="2153064"/>
              <a:ext cx="4867" cy="86711"/>
            </a:xfrm>
            <a:custGeom>
              <a:rect b="b" l="l" r="r" t="t"/>
              <a:pathLst>
                <a:path extrusionOk="0" h="873" w="49">
                  <a:moveTo>
                    <a:pt x="16" y="0"/>
                  </a:moveTo>
                  <a:lnTo>
                    <a:pt x="0" y="16"/>
                  </a:lnTo>
                  <a:cubicBezTo>
                    <a:pt x="16" y="202"/>
                    <a:pt x="16" y="368"/>
                    <a:pt x="16" y="538"/>
                  </a:cubicBezTo>
                  <a:lnTo>
                    <a:pt x="16" y="857"/>
                  </a:lnTo>
                  <a:cubicBezTo>
                    <a:pt x="16" y="857"/>
                    <a:pt x="16" y="873"/>
                    <a:pt x="32" y="873"/>
                  </a:cubicBezTo>
                  <a:lnTo>
                    <a:pt x="32" y="857"/>
                  </a:lnTo>
                  <a:lnTo>
                    <a:pt x="32" y="538"/>
                  </a:lnTo>
                  <a:cubicBezTo>
                    <a:pt x="49" y="368"/>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6"/>
            <p:cNvSpPr/>
            <p:nvPr/>
          </p:nvSpPr>
          <p:spPr>
            <a:xfrm>
              <a:off x="1383029" y="2226465"/>
              <a:ext cx="3675" cy="68733"/>
            </a:xfrm>
            <a:custGeom>
              <a:rect b="b" l="l" r="r" t="t"/>
              <a:pathLst>
                <a:path extrusionOk="0" h="692" w="37">
                  <a:moveTo>
                    <a:pt x="17" y="1"/>
                  </a:moveTo>
                  <a:cubicBezTo>
                    <a:pt x="0" y="1"/>
                    <a:pt x="0" y="1"/>
                    <a:pt x="0" y="17"/>
                  </a:cubicBezTo>
                  <a:lnTo>
                    <a:pt x="0" y="255"/>
                  </a:lnTo>
                  <a:cubicBezTo>
                    <a:pt x="0" y="388"/>
                    <a:pt x="0" y="538"/>
                    <a:pt x="17" y="675"/>
                  </a:cubicBezTo>
                  <a:cubicBezTo>
                    <a:pt x="17" y="675"/>
                    <a:pt x="17" y="691"/>
                    <a:pt x="37" y="691"/>
                  </a:cubicBezTo>
                  <a:lnTo>
                    <a:pt x="37" y="675"/>
                  </a:lnTo>
                  <a:cubicBezTo>
                    <a:pt x="17" y="538"/>
                    <a:pt x="17" y="388"/>
                    <a:pt x="37" y="255"/>
                  </a:cubicBezTo>
                  <a:lnTo>
                    <a:pt x="37" y="17"/>
                  </a:ln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6"/>
            <p:cNvSpPr/>
            <p:nvPr/>
          </p:nvSpPr>
          <p:spPr>
            <a:xfrm>
              <a:off x="1520197" y="1957195"/>
              <a:ext cx="204014" cy="429879"/>
            </a:xfrm>
            <a:custGeom>
              <a:rect b="b" l="l" r="r" t="t"/>
              <a:pathLst>
                <a:path extrusionOk="0" h="4328" w="2054">
                  <a:moveTo>
                    <a:pt x="17" y="1"/>
                  </a:moveTo>
                  <a:lnTo>
                    <a:pt x="1" y="17"/>
                  </a:lnTo>
                  <a:lnTo>
                    <a:pt x="1" y="37"/>
                  </a:lnTo>
                  <a:cubicBezTo>
                    <a:pt x="70" y="86"/>
                    <a:pt x="86" y="154"/>
                    <a:pt x="70" y="239"/>
                  </a:cubicBezTo>
                  <a:cubicBezTo>
                    <a:pt x="49" y="272"/>
                    <a:pt x="49" y="304"/>
                    <a:pt x="49" y="340"/>
                  </a:cubicBezTo>
                  <a:cubicBezTo>
                    <a:pt x="70" y="506"/>
                    <a:pt x="49" y="676"/>
                    <a:pt x="49" y="845"/>
                  </a:cubicBezTo>
                  <a:cubicBezTo>
                    <a:pt x="33" y="979"/>
                    <a:pt x="33" y="1112"/>
                    <a:pt x="33" y="1249"/>
                  </a:cubicBezTo>
                  <a:cubicBezTo>
                    <a:pt x="33" y="1314"/>
                    <a:pt x="49" y="1382"/>
                    <a:pt x="102" y="1451"/>
                  </a:cubicBezTo>
                  <a:lnTo>
                    <a:pt x="118" y="1467"/>
                  </a:lnTo>
                  <a:cubicBezTo>
                    <a:pt x="474" y="1972"/>
                    <a:pt x="825" y="2493"/>
                    <a:pt x="1197" y="3015"/>
                  </a:cubicBezTo>
                  <a:cubicBezTo>
                    <a:pt x="1298" y="3168"/>
                    <a:pt x="1383" y="3318"/>
                    <a:pt x="1484" y="3451"/>
                  </a:cubicBezTo>
                  <a:cubicBezTo>
                    <a:pt x="1585" y="3604"/>
                    <a:pt x="1686" y="3774"/>
                    <a:pt x="1803" y="3923"/>
                  </a:cubicBezTo>
                  <a:cubicBezTo>
                    <a:pt x="1819" y="3956"/>
                    <a:pt x="1851" y="3976"/>
                    <a:pt x="1867" y="4008"/>
                  </a:cubicBezTo>
                  <a:cubicBezTo>
                    <a:pt x="1936" y="4109"/>
                    <a:pt x="2021" y="4194"/>
                    <a:pt x="2021" y="4311"/>
                  </a:cubicBezTo>
                  <a:cubicBezTo>
                    <a:pt x="2021" y="4327"/>
                    <a:pt x="2037" y="4327"/>
                    <a:pt x="2037" y="4327"/>
                  </a:cubicBezTo>
                  <a:cubicBezTo>
                    <a:pt x="2053" y="4327"/>
                    <a:pt x="2053" y="4327"/>
                    <a:pt x="2053" y="4311"/>
                  </a:cubicBezTo>
                  <a:cubicBezTo>
                    <a:pt x="2037" y="4178"/>
                    <a:pt x="1968" y="4093"/>
                    <a:pt x="1887" y="3992"/>
                  </a:cubicBezTo>
                  <a:cubicBezTo>
                    <a:pt x="1867" y="3956"/>
                    <a:pt x="1835" y="3940"/>
                    <a:pt x="1819" y="3907"/>
                  </a:cubicBezTo>
                  <a:cubicBezTo>
                    <a:pt x="1718" y="3754"/>
                    <a:pt x="1617" y="3588"/>
                    <a:pt x="1516" y="3435"/>
                  </a:cubicBezTo>
                  <a:cubicBezTo>
                    <a:pt x="1415" y="3301"/>
                    <a:pt x="1314" y="3148"/>
                    <a:pt x="1213" y="2998"/>
                  </a:cubicBezTo>
                  <a:cubicBezTo>
                    <a:pt x="857" y="2477"/>
                    <a:pt x="490" y="1956"/>
                    <a:pt x="134" y="1451"/>
                  </a:cubicBezTo>
                  <a:lnTo>
                    <a:pt x="118" y="1431"/>
                  </a:lnTo>
                  <a:cubicBezTo>
                    <a:pt x="86" y="1382"/>
                    <a:pt x="70" y="1330"/>
                    <a:pt x="70" y="1249"/>
                  </a:cubicBezTo>
                  <a:cubicBezTo>
                    <a:pt x="49" y="1112"/>
                    <a:pt x="70" y="979"/>
                    <a:pt x="70" y="845"/>
                  </a:cubicBezTo>
                  <a:cubicBezTo>
                    <a:pt x="86" y="676"/>
                    <a:pt x="102" y="506"/>
                    <a:pt x="86" y="320"/>
                  </a:cubicBezTo>
                  <a:lnTo>
                    <a:pt x="86" y="255"/>
                  </a:lnTo>
                  <a:cubicBezTo>
                    <a:pt x="118" y="154"/>
                    <a:pt x="102"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6"/>
            <p:cNvSpPr/>
            <p:nvPr/>
          </p:nvSpPr>
          <p:spPr>
            <a:xfrm>
              <a:off x="1246160" y="3435449"/>
              <a:ext cx="168654" cy="148491"/>
            </a:xfrm>
            <a:custGeom>
              <a:rect b="b" l="l" r="r" t="t"/>
              <a:pathLst>
                <a:path extrusionOk="0" h="1495" w="1698">
                  <a:moveTo>
                    <a:pt x="1698" y="0"/>
                  </a:moveTo>
                  <a:cubicBezTo>
                    <a:pt x="1681" y="0"/>
                    <a:pt x="1681" y="0"/>
                    <a:pt x="1681" y="16"/>
                  </a:cubicBezTo>
                  <a:cubicBezTo>
                    <a:pt x="1649" y="117"/>
                    <a:pt x="1665" y="218"/>
                    <a:pt x="1665" y="319"/>
                  </a:cubicBezTo>
                  <a:lnTo>
                    <a:pt x="1665" y="485"/>
                  </a:lnTo>
                  <a:lnTo>
                    <a:pt x="1665" y="788"/>
                  </a:lnTo>
                  <a:cubicBezTo>
                    <a:pt x="1665" y="909"/>
                    <a:pt x="1649" y="974"/>
                    <a:pt x="1516" y="1010"/>
                  </a:cubicBezTo>
                  <a:cubicBezTo>
                    <a:pt x="1245" y="1075"/>
                    <a:pt x="991" y="1159"/>
                    <a:pt x="740" y="1244"/>
                  </a:cubicBezTo>
                  <a:cubicBezTo>
                    <a:pt x="587" y="1277"/>
                    <a:pt x="437" y="1329"/>
                    <a:pt x="284" y="1378"/>
                  </a:cubicBezTo>
                  <a:cubicBezTo>
                    <a:pt x="203" y="1394"/>
                    <a:pt x="118" y="1430"/>
                    <a:pt x="17" y="1479"/>
                  </a:cubicBezTo>
                  <a:cubicBezTo>
                    <a:pt x="1" y="1479"/>
                    <a:pt x="1" y="1479"/>
                    <a:pt x="1" y="1495"/>
                  </a:cubicBezTo>
                  <a:lnTo>
                    <a:pt x="17" y="1495"/>
                  </a:lnTo>
                  <a:cubicBezTo>
                    <a:pt x="134" y="1462"/>
                    <a:pt x="219" y="1430"/>
                    <a:pt x="304" y="1394"/>
                  </a:cubicBezTo>
                  <a:cubicBezTo>
                    <a:pt x="453" y="1361"/>
                    <a:pt x="607" y="1313"/>
                    <a:pt x="756" y="1260"/>
                  </a:cubicBezTo>
                  <a:cubicBezTo>
                    <a:pt x="991" y="1176"/>
                    <a:pt x="1261" y="1091"/>
                    <a:pt x="1516" y="1026"/>
                  </a:cubicBezTo>
                  <a:cubicBezTo>
                    <a:pt x="1681" y="990"/>
                    <a:pt x="1698" y="909"/>
                    <a:pt x="1681" y="788"/>
                  </a:cubicBezTo>
                  <a:lnTo>
                    <a:pt x="1681" y="485"/>
                  </a:lnTo>
                  <a:cubicBezTo>
                    <a:pt x="1698" y="436"/>
                    <a:pt x="1681" y="368"/>
                    <a:pt x="1681" y="319"/>
                  </a:cubicBezTo>
                  <a:cubicBezTo>
                    <a:pt x="1681" y="218"/>
                    <a:pt x="1681" y="117"/>
                    <a:pt x="1698" y="16"/>
                  </a:cubicBezTo>
                  <a:lnTo>
                    <a:pt x="1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6"/>
            <p:cNvSpPr/>
            <p:nvPr/>
          </p:nvSpPr>
          <p:spPr>
            <a:xfrm>
              <a:off x="1254205" y="1805427"/>
              <a:ext cx="164184" cy="218912"/>
            </a:xfrm>
            <a:custGeom>
              <a:rect b="b" l="l" r="r" t="t"/>
              <a:pathLst>
                <a:path extrusionOk="0" h="2204" w="1653">
                  <a:moveTo>
                    <a:pt x="1557" y="1"/>
                  </a:moveTo>
                  <a:cubicBezTo>
                    <a:pt x="1522" y="1"/>
                    <a:pt x="1485" y="25"/>
                    <a:pt x="1451" y="50"/>
                  </a:cubicBezTo>
                  <a:lnTo>
                    <a:pt x="1435" y="50"/>
                  </a:lnTo>
                  <a:cubicBezTo>
                    <a:pt x="994" y="285"/>
                    <a:pt x="542" y="503"/>
                    <a:pt x="122" y="721"/>
                  </a:cubicBezTo>
                  <a:cubicBezTo>
                    <a:pt x="37" y="757"/>
                    <a:pt x="21" y="806"/>
                    <a:pt x="21" y="907"/>
                  </a:cubicBezTo>
                  <a:cubicBezTo>
                    <a:pt x="21" y="1262"/>
                    <a:pt x="1" y="1614"/>
                    <a:pt x="1" y="1949"/>
                  </a:cubicBezTo>
                  <a:lnTo>
                    <a:pt x="1" y="2034"/>
                  </a:lnTo>
                  <a:cubicBezTo>
                    <a:pt x="21" y="2086"/>
                    <a:pt x="21" y="2135"/>
                    <a:pt x="1" y="2187"/>
                  </a:cubicBezTo>
                  <a:lnTo>
                    <a:pt x="1" y="2204"/>
                  </a:lnTo>
                  <a:lnTo>
                    <a:pt x="21" y="2204"/>
                  </a:lnTo>
                  <a:cubicBezTo>
                    <a:pt x="37" y="2151"/>
                    <a:pt x="37" y="2086"/>
                    <a:pt x="37" y="2034"/>
                  </a:cubicBezTo>
                  <a:cubicBezTo>
                    <a:pt x="37" y="2018"/>
                    <a:pt x="21" y="1985"/>
                    <a:pt x="21" y="1949"/>
                  </a:cubicBezTo>
                  <a:cubicBezTo>
                    <a:pt x="37" y="1614"/>
                    <a:pt x="37" y="1262"/>
                    <a:pt x="37" y="907"/>
                  </a:cubicBezTo>
                  <a:cubicBezTo>
                    <a:pt x="37" y="822"/>
                    <a:pt x="69" y="790"/>
                    <a:pt x="122" y="757"/>
                  </a:cubicBezTo>
                  <a:cubicBezTo>
                    <a:pt x="558" y="535"/>
                    <a:pt x="1011" y="301"/>
                    <a:pt x="1451" y="67"/>
                  </a:cubicBezTo>
                  <a:cubicBezTo>
                    <a:pt x="1504" y="53"/>
                    <a:pt x="1538" y="26"/>
                    <a:pt x="1567" y="26"/>
                  </a:cubicBezTo>
                  <a:cubicBezTo>
                    <a:pt x="1573" y="26"/>
                    <a:pt x="1579" y="27"/>
                    <a:pt x="1584" y="30"/>
                  </a:cubicBezTo>
                  <a:cubicBezTo>
                    <a:pt x="1600" y="200"/>
                    <a:pt x="1584" y="370"/>
                    <a:pt x="1584" y="519"/>
                  </a:cubicBezTo>
                  <a:cubicBezTo>
                    <a:pt x="1568" y="806"/>
                    <a:pt x="1568" y="1093"/>
                    <a:pt x="1617" y="1379"/>
                  </a:cubicBezTo>
                  <a:cubicBezTo>
                    <a:pt x="1617" y="1379"/>
                    <a:pt x="1626" y="1387"/>
                    <a:pt x="1631" y="1387"/>
                  </a:cubicBezTo>
                  <a:cubicBezTo>
                    <a:pt x="1634" y="1387"/>
                    <a:pt x="1637" y="1385"/>
                    <a:pt x="1637" y="1379"/>
                  </a:cubicBezTo>
                  <a:lnTo>
                    <a:pt x="1653" y="1379"/>
                  </a:lnTo>
                  <a:cubicBezTo>
                    <a:pt x="1600" y="1093"/>
                    <a:pt x="1600" y="806"/>
                    <a:pt x="1617" y="519"/>
                  </a:cubicBezTo>
                  <a:lnTo>
                    <a:pt x="1617" y="30"/>
                  </a:lnTo>
                  <a:lnTo>
                    <a:pt x="1600" y="14"/>
                  </a:lnTo>
                  <a:cubicBezTo>
                    <a:pt x="1586" y="5"/>
                    <a:pt x="1572"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6"/>
            <p:cNvSpPr/>
            <p:nvPr/>
          </p:nvSpPr>
          <p:spPr>
            <a:xfrm>
              <a:off x="687655" y="2773349"/>
              <a:ext cx="133691" cy="158622"/>
            </a:xfrm>
            <a:custGeom>
              <a:rect b="b" l="l" r="r" t="t"/>
              <a:pathLst>
                <a:path extrusionOk="0" h="1597" w="1346">
                  <a:moveTo>
                    <a:pt x="1314" y="1"/>
                  </a:moveTo>
                  <a:lnTo>
                    <a:pt x="1297" y="17"/>
                  </a:lnTo>
                  <a:cubicBezTo>
                    <a:pt x="1281" y="49"/>
                    <a:pt x="1297" y="102"/>
                    <a:pt x="1297" y="134"/>
                  </a:cubicBezTo>
                  <a:cubicBezTo>
                    <a:pt x="1314" y="182"/>
                    <a:pt x="1314" y="235"/>
                    <a:pt x="1281" y="267"/>
                  </a:cubicBezTo>
                  <a:cubicBezTo>
                    <a:pt x="1229" y="304"/>
                    <a:pt x="1180" y="320"/>
                    <a:pt x="1112" y="336"/>
                  </a:cubicBezTo>
                  <a:cubicBezTo>
                    <a:pt x="1095" y="352"/>
                    <a:pt x="1059" y="352"/>
                    <a:pt x="1043" y="368"/>
                  </a:cubicBezTo>
                  <a:cubicBezTo>
                    <a:pt x="756" y="485"/>
                    <a:pt x="453" y="623"/>
                    <a:pt x="118" y="740"/>
                  </a:cubicBezTo>
                  <a:cubicBezTo>
                    <a:pt x="33" y="772"/>
                    <a:pt x="1" y="825"/>
                    <a:pt x="1" y="926"/>
                  </a:cubicBezTo>
                  <a:lnTo>
                    <a:pt x="1" y="1192"/>
                  </a:lnTo>
                  <a:cubicBezTo>
                    <a:pt x="1" y="1330"/>
                    <a:pt x="1" y="1447"/>
                    <a:pt x="17" y="1580"/>
                  </a:cubicBezTo>
                  <a:cubicBezTo>
                    <a:pt x="17" y="1596"/>
                    <a:pt x="17" y="1596"/>
                    <a:pt x="33" y="1596"/>
                  </a:cubicBezTo>
                  <a:cubicBezTo>
                    <a:pt x="33" y="1596"/>
                    <a:pt x="49" y="1596"/>
                    <a:pt x="49" y="1580"/>
                  </a:cubicBezTo>
                  <a:cubicBezTo>
                    <a:pt x="33" y="1447"/>
                    <a:pt x="33" y="1314"/>
                    <a:pt x="33" y="1192"/>
                  </a:cubicBezTo>
                  <a:lnTo>
                    <a:pt x="33" y="926"/>
                  </a:lnTo>
                  <a:cubicBezTo>
                    <a:pt x="17" y="841"/>
                    <a:pt x="49" y="809"/>
                    <a:pt x="134" y="772"/>
                  </a:cubicBezTo>
                  <a:cubicBezTo>
                    <a:pt x="453" y="639"/>
                    <a:pt x="756" y="522"/>
                    <a:pt x="1043" y="384"/>
                  </a:cubicBezTo>
                  <a:cubicBezTo>
                    <a:pt x="1079" y="384"/>
                    <a:pt x="1095" y="368"/>
                    <a:pt x="1128" y="352"/>
                  </a:cubicBezTo>
                  <a:cubicBezTo>
                    <a:pt x="1180" y="336"/>
                    <a:pt x="1245" y="320"/>
                    <a:pt x="1297" y="283"/>
                  </a:cubicBezTo>
                  <a:cubicBezTo>
                    <a:pt x="1346" y="235"/>
                    <a:pt x="1330" y="182"/>
                    <a:pt x="1330" y="134"/>
                  </a:cubicBezTo>
                  <a:cubicBezTo>
                    <a:pt x="1314" y="102"/>
                    <a:pt x="1314" y="49"/>
                    <a:pt x="1330" y="17"/>
                  </a:cubicBezTo>
                  <a:lnTo>
                    <a:pt x="13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6"/>
            <p:cNvSpPr/>
            <p:nvPr/>
          </p:nvSpPr>
          <p:spPr>
            <a:xfrm>
              <a:off x="1254205" y="1988979"/>
              <a:ext cx="164184" cy="195869"/>
            </a:xfrm>
            <a:custGeom>
              <a:rect b="b" l="l" r="r" t="t"/>
              <a:pathLst>
                <a:path extrusionOk="0" h="1972" w="1653">
                  <a:moveTo>
                    <a:pt x="1637" y="0"/>
                  </a:moveTo>
                  <a:lnTo>
                    <a:pt x="1350" y="137"/>
                  </a:lnTo>
                  <a:cubicBezTo>
                    <a:pt x="1132" y="255"/>
                    <a:pt x="910" y="356"/>
                    <a:pt x="675" y="473"/>
                  </a:cubicBezTo>
                  <a:cubicBezTo>
                    <a:pt x="627" y="505"/>
                    <a:pt x="558" y="541"/>
                    <a:pt x="489" y="574"/>
                  </a:cubicBezTo>
                  <a:cubicBezTo>
                    <a:pt x="372" y="642"/>
                    <a:pt x="239" y="707"/>
                    <a:pt x="102" y="760"/>
                  </a:cubicBezTo>
                  <a:cubicBezTo>
                    <a:pt x="21" y="808"/>
                    <a:pt x="1" y="844"/>
                    <a:pt x="1" y="929"/>
                  </a:cubicBezTo>
                  <a:lnTo>
                    <a:pt x="1" y="1551"/>
                  </a:lnTo>
                  <a:lnTo>
                    <a:pt x="1" y="1818"/>
                  </a:lnTo>
                  <a:lnTo>
                    <a:pt x="1" y="1854"/>
                  </a:lnTo>
                  <a:cubicBezTo>
                    <a:pt x="1" y="1887"/>
                    <a:pt x="1" y="1919"/>
                    <a:pt x="21" y="1971"/>
                  </a:cubicBezTo>
                  <a:lnTo>
                    <a:pt x="37" y="1971"/>
                  </a:lnTo>
                  <a:cubicBezTo>
                    <a:pt x="53" y="1971"/>
                    <a:pt x="53" y="1955"/>
                    <a:pt x="53" y="1955"/>
                  </a:cubicBezTo>
                  <a:cubicBezTo>
                    <a:pt x="21" y="1919"/>
                    <a:pt x="21" y="1887"/>
                    <a:pt x="21" y="1854"/>
                  </a:cubicBezTo>
                  <a:lnTo>
                    <a:pt x="21" y="1818"/>
                  </a:lnTo>
                  <a:lnTo>
                    <a:pt x="21" y="1551"/>
                  </a:lnTo>
                  <a:cubicBezTo>
                    <a:pt x="37" y="1349"/>
                    <a:pt x="37" y="1131"/>
                    <a:pt x="21" y="929"/>
                  </a:cubicBezTo>
                  <a:cubicBezTo>
                    <a:pt x="21" y="861"/>
                    <a:pt x="37" y="828"/>
                    <a:pt x="122" y="792"/>
                  </a:cubicBezTo>
                  <a:cubicBezTo>
                    <a:pt x="239" y="727"/>
                    <a:pt x="372" y="659"/>
                    <a:pt x="506" y="590"/>
                  </a:cubicBezTo>
                  <a:cubicBezTo>
                    <a:pt x="574" y="558"/>
                    <a:pt x="627" y="525"/>
                    <a:pt x="691" y="489"/>
                  </a:cubicBezTo>
                  <a:cubicBezTo>
                    <a:pt x="910" y="388"/>
                    <a:pt x="1132" y="271"/>
                    <a:pt x="1366" y="170"/>
                  </a:cubicBezTo>
                  <a:lnTo>
                    <a:pt x="1637" y="20"/>
                  </a:lnTo>
                  <a:cubicBezTo>
                    <a:pt x="1653" y="20"/>
                    <a:pt x="1653" y="20"/>
                    <a:pt x="1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6"/>
            <p:cNvSpPr/>
            <p:nvPr/>
          </p:nvSpPr>
          <p:spPr>
            <a:xfrm>
              <a:off x="1819563" y="3348341"/>
              <a:ext cx="4966" cy="61879"/>
            </a:xfrm>
            <a:custGeom>
              <a:rect b="b" l="l" r="r" t="t"/>
              <a:pathLst>
                <a:path extrusionOk="0" h="623" w="50">
                  <a:moveTo>
                    <a:pt x="33" y="0"/>
                  </a:moveTo>
                  <a:lnTo>
                    <a:pt x="17" y="17"/>
                  </a:lnTo>
                  <a:cubicBezTo>
                    <a:pt x="1" y="101"/>
                    <a:pt x="1" y="202"/>
                    <a:pt x="17" y="287"/>
                  </a:cubicBezTo>
                  <a:lnTo>
                    <a:pt x="17" y="473"/>
                  </a:lnTo>
                  <a:lnTo>
                    <a:pt x="17" y="522"/>
                  </a:lnTo>
                  <a:cubicBezTo>
                    <a:pt x="17" y="538"/>
                    <a:pt x="17" y="574"/>
                    <a:pt x="1" y="606"/>
                  </a:cubicBezTo>
                  <a:lnTo>
                    <a:pt x="1" y="623"/>
                  </a:lnTo>
                  <a:lnTo>
                    <a:pt x="17" y="623"/>
                  </a:lnTo>
                  <a:lnTo>
                    <a:pt x="17" y="606"/>
                  </a:lnTo>
                  <a:cubicBezTo>
                    <a:pt x="49" y="574"/>
                    <a:pt x="33" y="538"/>
                    <a:pt x="33" y="505"/>
                  </a:cubicBezTo>
                  <a:lnTo>
                    <a:pt x="33" y="473"/>
                  </a:lnTo>
                  <a:lnTo>
                    <a:pt x="33" y="287"/>
                  </a:lnTo>
                  <a:cubicBezTo>
                    <a:pt x="33" y="202"/>
                    <a:pt x="33" y="101"/>
                    <a:pt x="49" y="17"/>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6"/>
            <p:cNvSpPr/>
            <p:nvPr/>
          </p:nvSpPr>
          <p:spPr>
            <a:xfrm>
              <a:off x="1087339" y="3024144"/>
              <a:ext cx="6456" cy="91975"/>
            </a:xfrm>
            <a:custGeom>
              <a:rect b="b" l="l" r="r" t="t"/>
              <a:pathLst>
                <a:path extrusionOk="0" h="926" w="65">
                  <a:moveTo>
                    <a:pt x="16" y="0"/>
                  </a:moveTo>
                  <a:cubicBezTo>
                    <a:pt x="16" y="0"/>
                    <a:pt x="0" y="0"/>
                    <a:pt x="0" y="17"/>
                  </a:cubicBezTo>
                  <a:cubicBezTo>
                    <a:pt x="32" y="166"/>
                    <a:pt x="16" y="320"/>
                    <a:pt x="16" y="469"/>
                  </a:cubicBezTo>
                  <a:lnTo>
                    <a:pt x="16" y="740"/>
                  </a:lnTo>
                  <a:lnTo>
                    <a:pt x="16" y="756"/>
                  </a:lnTo>
                  <a:cubicBezTo>
                    <a:pt x="16" y="808"/>
                    <a:pt x="16" y="873"/>
                    <a:pt x="49" y="926"/>
                  </a:cubicBezTo>
                  <a:lnTo>
                    <a:pt x="65" y="926"/>
                  </a:lnTo>
                  <a:lnTo>
                    <a:pt x="65" y="909"/>
                  </a:lnTo>
                  <a:cubicBezTo>
                    <a:pt x="49" y="857"/>
                    <a:pt x="49" y="808"/>
                    <a:pt x="49" y="756"/>
                  </a:cubicBezTo>
                  <a:lnTo>
                    <a:pt x="49" y="740"/>
                  </a:lnTo>
                  <a:lnTo>
                    <a:pt x="49" y="469"/>
                  </a:lnTo>
                  <a:cubicBezTo>
                    <a:pt x="49" y="320"/>
                    <a:pt x="49" y="166"/>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6"/>
            <p:cNvSpPr/>
            <p:nvPr/>
          </p:nvSpPr>
          <p:spPr>
            <a:xfrm>
              <a:off x="1815987" y="2602808"/>
              <a:ext cx="5264" cy="55125"/>
            </a:xfrm>
            <a:custGeom>
              <a:rect b="b" l="l" r="r" t="t"/>
              <a:pathLst>
                <a:path extrusionOk="0" h="555" w="53">
                  <a:moveTo>
                    <a:pt x="37" y="1"/>
                  </a:moveTo>
                  <a:cubicBezTo>
                    <a:pt x="20" y="102"/>
                    <a:pt x="20" y="183"/>
                    <a:pt x="20" y="267"/>
                  </a:cubicBezTo>
                  <a:cubicBezTo>
                    <a:pt x="20" y="368"/>
                    <a:pt x="20" y="453"/>
                    <a:pt x="0" y="538"/>
                  </a:cubicBezTo>
                  <a:cubicBezTo>
                    <a:pt x="0" y="554"/>
                    <a:pt x="0" y="554"/>
                    <a:pt x="20" y="554"/>
                  </a:cubicBezTo>
                  <a:lnTo>
                    <a:pt x="37" y="554"/>
                  </a:lnTo>
                  <a:cubicBezTo>
                    <a:pt x="53" y="453"/>
                    <a:pt x="53" y="368"/>
                    <a:pt x="53" y="267"/>
                  </a:cubicBezTo>
                  <a:cubicBezTo>
                    <a:pt x="37" y="183"/>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6"/>
            <p:cNvSpPr/>
            <p:nvPr/>
          </p:nvSpPr>
          <p:spPr>
            <a:xfrm>
              <a:off x="1792646" y="2407038"/>
              <a:ext cx="5364" cy="63469"/>
            </a:xfrm>
            <a:custGeom>
              <a:rect b="b" l="l" r="r" t="t"/>
              <a:pathLst>
                <a:path extrusionOk="0" h="639" w="54">
                  <a:moveTo>
                    <a:pt x="33" y="0"/>
                  </a:moveTo>
                  <a:cubicBezTo>
                    <a:pt x="33" y="0"/>
                    <a:pt x="17" y="0"/>
                    <a:pt x="17" y="17"/>
                  </a:cubicBezTo>
                  <a:cubicBezTo>
                    <a:pt x="1" y="118"/>
                    <a:pt x="1" y="202"/>
                    <a:pt x="17" y="303"/>
                  </a:cubicBezTo>
                  <a:lnTo>
                    <a:pt x="17" y="489"/>
                  </a:lnTo>
                  <a:cubicBezTo>
                    <a:pt x="1" y="505"/>
                    <a:pt x="17" y="522"/>
                    <a:pt x="17" y="538"/>
                  </a:cubicBezTo>
                  <a:cubicBezTo>
                    <a:pt x="17" y="558"/>
                    <a:pt x="17" y="590"/>
                    <a:pt x="1" y="623"/>
                  </a:cubicBezTo>
                  <a:lnTo>
                    <a:pt x="1" y="639"/>
                  </a:lnTo>
                  <a:lnTo>
                    <a:pt x="17" y="639"/>
                  </a:lnTo>
                  <a:cubicBezTo>
                    <a:pt x="53" y="606"/>
                    <a:pt x="33" y="574"/>
                    <a:pt x="33" y="538"/>
                  </a:cubicBezTo>
                  <a:lnTo>
                    <a:pt x="33" y="489"/>
                  </a:lnTo>
                  <a:lnTo>
                    <a:pt x="33" y="303"/>
                  </a:lnTo>
                  <a:cubicBezTo>
                    <a:pt x="33" y="202"/>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6"/>
            <p:cNvSpPr/>
            <p:nvPr/>
          </p:nvSpPr>
          <p:spPr>
            <a:xfrm>
              <a:off x="1583666" y="1741759"/>
              <a:ext cx="5264" cy="60290"/>
            </a:xfrm>
            <a:custGeom>
              <a:rect b="b" l="l" r="r" t="t"/>
              <a:pathLst>
                <a:path extrusionOk="0" h="607" w="53">
                  <a:moveTo>
                    <a:pt x="37" y="1"/>
                  </a:moveTo>
                  <a:cubicBezTo>
                    <a:pt x="37" y="1"/>
                    <a:pt x="16" y="1"/>
                    <a:pt x="16" y="17"/>
                  </a:cubicBezTo>
                  <a:cubicBezTo>
                    <a:pt x="0" y="134"/>
                    <a:pt x="0" y="251"/>
                    <a:pt x="0" y="368"/>
                  </a:cubicBezTo>
                  <a:cubicBezTo>
                    <a:pt x="0" y="453"/>
                    <a:pt x="16" y="522"/>
                    <a:pt x="0" y="590"/>
                  </a:cubicBezTo>
                  <a:cubicBezTo>
                    <a:pt x="0" y="607"/>
                    <a:pt x="16" y="607"/>
                    <a:pt x="16" y="607"/>
                  </a:cubicBezTo>
                  <a:cubicBezTo>
                    <a:pt x="37" y="607"/>
                    <a:pt x="37" y="607"/>
                    <a:pt x="37" y="590"/>
                  </a:cubicBezTo>
                  <a:lnTo>
                    <a:pt x="37" y="368"/>
                  </a:lnTo>
                  <a:cubicBezTo>
                    <a:pt x="37" y="251"/>
                    <a:pt x="37" y="13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6"/>
            <p:cNvSpPr/>
            <p:nvPr/>
          </p:nvSpPr>
          <p:spPr>
            <a:xfrm>
              <a:off x="1970040" y="2671044"/>
              <a:ext cx="4867" cy="53834"/>
            </a:xfrm>
            <a:custGeom>
              <a:rect b="b" l="l" r="r" t="t"/>
              <a:pathLst>
                <a:path extrusionOk="0" h="542" w="49">
                  <a:moveTo>
                    <a:pt x="33" y="1"/>
                  </a:moveTo>
                  <a:lnTo>
                    <a:pt x="17" y="21"/>
                  </a:lnTo>
                  <a:cubicBezTo>
                    <a:pt x="0" y="102"/>
                    <a:pt x="0" y="186"/>
                    <a:pt x="17" y="271"/>
                  </a:cubicBezTo>
                  <a:cubicBezTo>
                    <a:pt x="17" y="356"/>
                    <a:pt x="17" y="441"/>
                    <a:pt x="0" y="526"/>
                  </a:cubicBezTo>
                  <a:lnTo>
                    <a:pt x="0" y="542"/>
                  </a:lnTo>
                  <a:lnTo>
                    <a:pt x="17" y="542"/>
                  </a:lnTo>
                  <a:lnTo>
                    <a:pt x="17" y="526"/>
                  </a:lnTo>
                  <a:cubicBezTo>
                    <a:pt x="33" y="441"/>
                    <a:pt x="33" y="356"/>
                    <a:pt x="33" y="271"/>
                  </a:cubicBezTo>
                  <a:cubicBezTo>
                    <a:pt x="33" y="186"/>
                    <a:pt x="33" y="10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6"/>
            <p:cNvSpPr/>
            <p:nvPr/>
          </p:nvSpPr>
          <p:spPr>
            <a:xfrm>
              <a:off x="1841216" y="3517293"/>
              <a:ext cx="4966" cy="66647"/>
            </a:xfrm>
            <a:custGeom>
              <a:rect b="b" l="l" r="r" t="t"/>
              <a:pathLst>
                <a:path extrusionOk="0" h="671" w="50">
                  <a:moveTo>
                    <a:pt x="33" y="0"/>
                  </a:moveTo>
                  <a:cubicBezTo>
                    <a:pt x="33" y="0"/>
                    <a:pt x="17" y="0"/>
                    <a:pt x="17" y="16"/>
                  </a:cubicBezTo>
                  <a:cubicBezTo>
                    <a:pt x="1" y="117"/>
                    <a:pt x="1" y="218"/>
                    <a:pt x="1" y="319"/>
                  </a:cubicBezTo>
                  <a:cubicBezTo>
                    <a:pt x="17" y="388"/>
                    <a:pt x="17" y="453"/>
                    <a:pt x="1" y="521"/>
                  </a:cubicBezTo>
                  <a:cubicBezTo>
                    <a:pt x="1" y="537"/>
                    <a:pt x="1" y="554"/>
                    <a:pt x="17" y="570"/>
                  </a:cubicBezTo>
                  <a:cubicBezTo>
                    <a:pt x="17" y="606"/>
                    <a:pt x="17" y="622"/>
                    <a:pt x="1" y="655"/>
                  </a:cubicBezTo>
                  <a:lnTo>
                    <a:pt x="1" y="671"/>
                  </a:lnTo>
                  <a:lnTo>
                    <a:pt x="17" y="671"/>
                  </a:lnTo>
                  <a:cubicBezTo>
                    <a:pt x="33" y="638"/>
                    <a:pt x="33" y="606"/>
                    <a:pt x="33" y="570"/>
                  </a:cubicBezTo>
                  <a:lnTo>
                    <a:pt x="33" y="521"/>
                  </a:lnTo>
                  <a:lnTo>
                    <a:pt x="33" y="319"/>
                  </a:lnTo>
                  <a:cubicBezTo>
                    <a:pt x="33" y="218"/>
                    <a:pt x="33" y="117"/>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6"/>
            <p:cNvSpPr/>
            <p:nvPr/>
          </p:nvSpPr>
          <p:spPr>
            <a:xfrm>
              <a:off x="1518608" y="2522553"/>
              <a:ext cx="202325" cy="324296"/>
            </a:xfrm>
            <a:custGeom>
              <a:rect b="b" l="l" r="r" t="t"/>
              <a:pathLst>
                <a:path extrusionOk="0" h="3265" w="2037">
                  <a:moveTo>
                    <a:pt x="86" y="1"/>
                  </a:moveTo>
                  <a:cubicBezTo>
                    <a:pt x="49" y="17"/>
                    <a:pt x="33" y="65"/>
                    <a:pt x="33" y="118"/>
                  </a:cubicBezTo>
                  <a:cubicBezTo>
                    <a:pt x="49" y="166"/>
                    <a:pt x="49" y="219"/>
                    <a:pt x="33" y="251"/>
                  </a:cubicBezTo>
                  <a:cubicBezTo>
                    <a:pt x="1" y="570"/>
                    <a:pt x="102" y="825"/>
                    <a:pt x="336" y="1112"/>
                  </a:cubicBezTo>
                  <a:cubicBezTo>
                    <a:pt x="623" y="1431"/>
                    <a:pt x="894" y="1782"/>
                    <a:pt x="1160" y="2138"/>
                  </a:cubicBezTo>
                  <a:cubicBezTo>
                    <a:pt x="1229" y="2223"/>
                    <a:pt x="1298" y="2303"/>
                    <a:pt x="1362" y="2404"/>
                  </a:cubicBezTo>
                  <a:cubicBezTo>
                    <a:pt x="1415" y="2457"/>
                    <a:pt x="1447" y="2505"/>
                    <a:pt x="1500" y="2558"/>
                  </a:cubicBezTo>
                  <a:cubicBezTo>
                    <a:pt x="1633" y="2744"/>
                    <a:pt x="1782" y="2930"/>
                    <a:pt x="1952" y="3095"/>
                  </a:cubicBezTo>
                  <a:cubicBezTo>
                    <a:pt x="1968" y="3111"/>
                    <a:pt x="1984" y="3148"/>
                    <a:pt x="1984" y="3180"/>
                  </a:cubicBezTo>
                  <a:cubicBezTo>
                    <a:pt x="1984" y="3196"/>
                    <a:pt x="2004" y="3233"/>
                    <a:pt x="2021" y="3249"/>
                  </a:cubicBezTo>
                  <a:lnTo>
                    <a:pt x="2021" y="3265"/>
                  </a:lnTo>
                  <a:lnTo>
                    <a:pt x="2037" y="3265"/>
                  </a:lnTo>
                  <a:lnTo>
                    <a:pt x="2037" y="3233"/>
                  </a:lnTo>
                  <a:cubicBezTo>
                    <a:pt x="2021" y="3212"/>
                    <a:pt x="2021" y="3196"/>
                    <a:pt x="2021" y="3164"/>
                  </a:cubicBezTo>
                  <a:cubicBezTo>
                    <a:pt x="2004" y="3132"/>
                    <a:pt x="2004" y="3095"/>
                    <a:pt x="1968" y="3079"/>
                  </a:cubicBezTo>
                  <a:cubicBezTo>
                    <a:pt x="1802" y="2909"/>
                    <a:pt x="1649" y="2728"/>
                    <a:pt x="1516" y="2542"/>
                  </a:cubicBezTo>
                  <a:cubicBezTo>
                    <a:pt x="1479" y="2489"/>
                    <a:pt x="1431" y="2441"/>
                    <a:pt x="1399" y="2388"/>
                  </a:cubicBezTo>
                  <a:cubicBezTo>
                    <a:pt x="1314" y="2287"/>
                    <a:pt x="1245" y="2202"/>
                    <a:pt x="1176" y="2122"/>
                  </a:cubicBezTo>
                  <a:cubicBezTo>
                    <a:pt x="910" y="1766"/>
                    <a:pt x="639" y="1415"/>
                    <a:pt x="352" y="1075"/>
                  </a:cubicBezTo>
                  <a:cubicBezTo>
                    <a:pt x="118" y="825"/>
                    <a:pt x="33" y="570"/>
                    <a:pt x="65" y="267"/>
                  </a:cubicBezTo>
                  <a:lnTo>
                    <a:pt x="65" y="118"/>
                  </a:lnTo>
                  <a:cubicBezTo>
                    <a:pt x="65" y="65"/>
                    <a:pt x="65" y="33"/>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6"/>
            <p:cNvSpPr/>
            <p:nvPr/>
          </p:nvSpPr>
          <p:spPr>
            <a:xfrm>
              <a:off x="1794334" y="3321424"/>
              <a:ext cx="6853" cy="63965"/>
            </a:xfrm>
            <a:custGeom>
              <a:rect b="b" l="l" r="r" t="t"/>
              <a:pathLst>
                <a:path extrusionOk="0" h="644" w="69">
                  <a:moveTo>
                    <a:pt x="36" y="1"/>
                  </a:moveTo>
                  <a:cubicBezTo>
                    <a:pt x="16" y="102"/>
                    <a:pt x="16" y="203"/>
                    <a:pt x="16" y="288"/>
                  </a:cubicBezTo>
                  <a:lnTo>
                    <a:pt x="16" y="473"/>
                  </a:lnTo>
                  <a:lnTo>
                    <a:pt x="16" y="522"/>
                  </a:lnTo>
                  <a:cubicBezTo>
                    <a:pt x="16" y="558"/>
                    <a:pt x="16" y="591"/>
                    <a:pt x="0" y="607"/>
                  </a:cubicBezTo>
                  <a:cubicBezTo>
                    <a:pt x="0" y="623"/>
                    <a:pt x="0" y="623"/>
                    <a:pt x="16" y="623"/>
                  </a:cubicBezTo>
                  <a:lnTo>
                    <a:pt x="16" y="643"/>
                  </a:lnTo>
                  <a:lnTo>
                    <a:pt x="36" y="623"/>
                  </a:lnTo>
                  <a:cubicBezTo>
                    <a:pt x="53" y="591"/>
                    <a:pt x="53" y="558"/>
                    <a:pt x="53" y="522"/>
                  </a:cubicBezTo>
                  <a:lnTo>
                    <a:pt x="53" y="473"/>
                  </a:lnTo>
                  <a:lnTo>
                    <a:pt x="53" y="288"/>
                  </a:lnTo>
                  <a:cubicBezTo>
                    <a:pt x="53" y="203"/>
                    <a:pt x="36" y="102"/>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6"/>
            <p:cNvSpPr/>
            <p:nvPr/>
          </p:nvSpPr>
          <p:spPr>
            <a:xfrm>
              <a:off x="1185969" y="2299866"/>
              <a:ext cx="4966" cy="85618"/>
            </a:xfrm>
            <a:custGeom>
              <a:rect b="b" l="l" r="r" t="t"/>
              <a:pathLst>
                <a:path extrusionOk="0" h="862" w="50">
                  <a:moveTo>
                    <a:pt x="17" y="1"/>
                  </a:moveTo>
                  <a:cubicBezTo>
                    <a:pt x="1" y="1"/>
                    <a:pt x="1" y="1"/>
                    <a:pt x="1" y="21"/>
                  </a:cubicBezTo>
                  <a:cubicBezTo>
                    <a:pt x="17" y="154"/>
                    <a:pt x="17" y="304"/>
                    <a:pt x="17" y="441"/>
                  </a:cubicBezTo>
                  <a:lnTo>
                    <a:pt x="17" y="708"/>
                  </a:lnTo>
                  <a:lnTo>
                    <a:pt x="17" y="744"/>
                  </a:lnTo>
                  <a:cubicBezTo>
                    <a:pt x="17" y="776"/>
                    <a:pt x="17" y="829"/>
                    <a:pt x="33" y="861"/>
                  </a:cubicBezTo>
                  <a:lnTo>
                    <a:pt x="49" y="861"/>
                  </a:lnTo>
                  <a:lnTo>
                    <a:pt x="49" y="845"/>
                  </a:lnTo>
                  <a:cubicBezTo>
                    <a:pt x="33" y="809"/>
                    <a:pt x="33" y="776"/>
                    <a:pt x="33" y="744"/>
                  </a:cubicBezTo>
                  <a:lnTo>
                    <a:pt x="33" y="708"/>
                  </a:lnTo>
                  <a:lnTo>
                    <a:pt x="33" y="441"/>
                  </a:lnTo>
                  <a:cubicBezTo>
                    <a:pt x="33" y="304"/>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6"/>
            <p:cNvSpPr/>
            <p:nvPr/>
          </p:nvSpPr>
          <p:spPr>
            <a:xfrm>
              <a:off x="1528640" y="1482521"/>
              <a:ext cx="175507" cy="338003"/>
            </a:xfrm>
            <a:custGeom>
              <a:rect b="b" l="l" r="r" t="t"/>
              <a:pathLst>
                <a:path extrusionOk="0" h="3403" w="1767">
                  <a:moveTo>
                    <a:pt x="1" y="1"/>
                  </a:moveTo>
                  <a:lnTo>
                    <a:pt x="1" y="17"/>
                  </a:lnTo>
                  <a:lnTo>
                    <a:pt x="1" y="33"/>
                  </a:lnTo>
                  <a:cubicBezTo>
                    <a:pt x="49" y="33"/>
                    <a:pt x="65" y="70"/>
                    <a:pt x="86" y="102"/>
                  </a:cubicBezTo>
                  <a:lnTo>
                    <a:pt x="86" y="118"/>
                  </a:lnTo>
                  <a:cubicBezTo>
                    <a:pt x="267" y="453"/>
                    <a:pt x="437" y="724"/>
                    <a:pt x="591" y="995"/>
                  </a:cubicBezTo>
                  <a:cubicBezTo>
                    <a:pt x="756" y="1261"/>
                    <a:pt x="926" y="1532"/>
                    <a:pt x="1075" y="1787"/>
                  </a:cubicBezTo>
                  <a:cubicBezTo>
                    <a:pt x="1245" y="2090"/>
                    <a:pt x="1431" y="2392"/>
                    <a:pt x="1601" y="2675"/>
                  </a:cubicBezTo>
                  <a:cubicBezTo>
                    <a:pt x="1734" y="2897"/>
                    <a:pt x="1734" y="3116"/>
                    <a:pt x="1681" y="3382"/>
                  </a:cubicBezTo>
                  <a:cubicBezTo>
                    <a:pt x="1665" y="3382"/>
                    <a:pt x="1681" y="3382"/>
                    <a:pt x="1681" y="3402"/>
                  </a:cubicBezTo>
                  <a:cubicBezTo>
                    <a:pt x="1701" y="3402"/>
                    <a:pt x="1701" y="3382"/>
                    <a:pt x="1701" y="3382"/>
                  </a:cubicBezTo>
                  <a:cubicBezTo>
                    <a:pt x="1766" y="3116"/>
                    <a:pt x="1766" y="2897"/>
                    <a:pt x="1633" y="2675"/>
                  </a:cubicBezTo>
                  <a:cubicBezTo>
                    <a:pt x="1447" y="2372"/>
                    <a:pt x="1261" y="2069"/>
                    <a:pt x="1096" y="1766"/>
                  </a:cubicBezTo>
                  <a:cubicBezTo>
                    <a:pt x="942" y="1516"/>
                    <a:pt x="772" y="1245"/>
                    <a:pt x="623" y="979"/>
                  </a:cubicBezTo>
                  <a:cubicBezTo>
                    <a:pt x="453" y="708"/>
                    <a:pt x="304" y="437"/>
                    <a:pt x="118" y="102"/>
                  </a:cubicBezTo>
                  <a:lnTo>
                    <a:pt x="102" y="86"/>
                  </a:lnTo>
                  <a:cubicBezTo>
                    <a:pt x="86" y="49"/>
                    <a:pt x="65"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6"/>
            <p:cNvSpPr/>
            <p:nvPr/>
          </p:nvSpPr>
          <p:spPr>
            <a:xfrm>
              <a:off x="1381440" y="2383796"/>
              <a:ext cx="5264" cy="91975"/>
            </a:xfrm>
            <a:custGeom>
              <a:rect b="b" l="l" r="r" t="t"/>
              <a:pathLst>
                <a:path extrusionOk="0" h="926" w="53">
                  <a:moveTo>
                    <a:pt x="16" y="0"/>
                  </a:moveTo>
                  <a:cubicBezTo>
                    <a:pt x="0" y="0"/>
                    <a:pt x="0" y="0"/>
                    <a:pt x="0" y="16"/>
                  </a:cubicBezTo>
                  <a:cubicBezTo>
                    <a:pt x="16" y="166"/>
                    <a:pt x="16" y="319"/>
                    <a:pt x="16" y="469"/>
                  </a:cubicBezTo>
                  <a:lnTo>
                    <a:pt x="16" y="756"/>
                  </a:lnTo>
                  <a:lnTo>
                    <a:pt x="16" y="857"/>
                  </a:lnTo>
                  <a:cubicBezTo>
                    <a:pt x="33" y="873"/>
                    <a:pt x="33" y="893"/>
                    <a:pt x="33" y="909"/>
                  </a:cubicBezTo>
                  <a:cubicBezTo>
                    <a:pt x="33" y="925"/>
                    <a:pt x="33" y="925"/>
                    <a:pt x="53" y="925"/>
                  </a:cubicBezTo>
                  <a:lnTo>
                    <a:pt x="53" y="909"/>
                  </a:lnTo>
                  <a:lnTo>
                    <a:pt x="53" y="857"/>
                  </a:lnTo>
                  <a:lnTo>
                    <a:pt x="53" y="756"/>
                  </a:lnTo>
                  <a:cubicBezTo>
                    <a:pt x="33" y="655"/>
                    <a:pt x="33" y="554"/>
                    <a:pt x="53" y="469"/>
                  </a:cubicBezTo>
                  <a:cubicBezTo>
                    <a:pt x="53" y="319"/>
                    <a:pt x="53" y="166"/>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6"/>
            <p:cNvSpPr/>
            <p:nvPr/>
          </p:nvSpPr>
          <p:spPr>
            <a:xfrm>
              <a:off x="1841216" y="2634492"/>
              <a:ext cx="4966" cy="56715"/>
            </a:xfrm>
            <a:custGeom>
              <a:rect b="b" l="l" r="r" t="t"/>
              <a:pathLst>
                <a:path extrusionOk="0" h="571" w="50">
                  <a:moveTo>
                    <a:pt x="17" y="1"/>
                  </a:moveTo>
                  <a:cubicBezTo>
                    <a:pt x="1" y="102"/>
                    <a:pt x="1" y="187"/>
                    <a:pt x="1" y="288"/>
                  </a:cubicBezTo>
                  <a:cubicBezTo>
                    <a:pt x="17" y="369"/>
                    <a:pt x="17" y="453"/>
                    <a:pt x="1" y="554"/>
                  </a:cubicBezTo>
                  <a:lnTo>
                    <a:pt x="1" y="570"/>
                  </a:lnTo>
                  <a:cubicBezTo>
                    <a:pt x="17" y="570"/>
                    <a:pt x="17" y="554"/>
                    <a:pt x="17" y="554"/>
                  </a:cubicBezTo>
                  <a:cubicBezTo>
                    <a:pt x="33" y="470"/>
                    <a:pt x="33" y="369"/>
                    <a:pt x="33" y="288"/>
                  </a:cubicBezTo>
                  <a:cubicBezTo>
                    <a:pt x="33" y="187"/>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6"/>
            <p:cNvSpPr/>
            <p:nvPr/>
          </p:nvSpPr>
          <p:spPr>
            <a:xfrm>
              <a:off x="1379851" y="2915383"/>
              <a:ext cx="4867" cy="96842"/>
            </a:xfrm>
            <a:custGeom>
              <a:rect b="b" l="l" r="r" t="t"/>
              <a:pathLst>
                <a:path extrusionOk="0" h="975" w="49">
                  <a:moveTo>
                    <a:pt x="0" y="1"/>
                  </a:moveTo>
                  <a:cubicBezTo>
                    <a:pt x="16" y="166"/>
                    <a:pt x="0" y="336"/>
                    <a:pt x="0" y="506"/>
                  </a:cubicBezTo>
                  <a:lnTo>
                    <a:pt x="0" y="809"/>
                  </a:lnTo>
                  <a:cubicBezTo>
                    <a:pt x="0" y="841"/>
                    <a:pt x="16" y="873"/>
                    <a:pt x="16" y="910"/>
                  </a:cubicBezTo>
                  <a:lnTo>
                    <a:pt x="16" y="958"/>
                  </a:lnTo>
                  <a:cubicBezTo>
                    <a:pt x="16" y="974"/>
                    <a:pt x="32" y="974"/>
                    <a:pt x="32" y="974"/>
                  </a:cubicBezTo>
                  <a:cubicBezTo>
                    <a:pt x="32" y="974"/>
                    <a:pt x="49" y="974"/>
                    <a:pt x="49" y="958"/>
                  </a:cubicBezTo>
                  <a:cubicBezTo>
                    <a:pt x="49" y="942"/>
                    <a:pt x="49" y="926"/>
                    <a:pt x="32" y="910"/>
                  </a:cubicBezTo>
                  <a:lnTo>
                    <a:pt x="32" y="809"/>
                  </a:lnTo>
                  <a:lnTo>
                    <a:pt x="32" y="506"/>
                  </a:lnTo>
                  <a:cubicBezTo>
                    <a:pt x="32" y="336"/>
                    <a:pt x="32" y="16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6"/>
            <p:cNvSpPr/>
            <p:nvPr/>
          </p:nvSpPr>
          <p:spPr>
            <a:xfrm>
              <a:off x="851343" y="2604397"/>
              <a:ext cx="358067" cy="265794"/>
            </a:xfrm>
            <a:custGeom>
              <a:rect b="b" l="l" r="r" t="t"/>
              <a:pathLst>
                <a:path extrusionOk="0" h="2676" w="3605">
                  <a:moveTo>
                    <a:pt x="3604" y="1"/>
                  </a:moveTo>
                  <a:cubicBezTo>
                    <a:pt x="3588" y="1"/>
                    <a:pt x="3588" y="1"/>
                    <a:pt x="3588" y="17"/>
                  </a:cubicBezTo>
                  <a:cubicBezTo>
                    <a:pt x="3572" y="49"/>
                    <a:pt x="3552" y="66"/>
                    <a:pt x="3503" y="86"/>
                  </a:cubicBezTo>
                  <a:cubicBezTo>
                    <a:pt x="2982" y="304"/>
                    <a:pt x="2441" y="538"/>
                    <a:pt x="1936" y="756"/>
                  </a:cubicBezTo>
                  <a:cubicBezTo>
                    <a:pt x="1617" y="894"/>
                    <a:pt x="1298" y="1027"/>
                    <a:pt x="978" y="1160"/>
                  </a:cubicBezTo>
                  <a:cubicBezTo>
                    <a:pt x="744" y="1277"/>
                    <a:pt x="441" y="1399"/>
                    <a:pt x="138" y="1516"/>
                  </a:cubicBezTo>
                  <a:cubicBezTo>
                    <a:pt x="37" y="1548"/>
                    <a:pt x="1" y="1601"/>
                    <a:pt x="1" y="1702"/>
                  </a:cubicBezTo>
                  <a:lnTo>
                    <a:pt x="1" y="2489"/>
                  </a:lnTo>
                  <a:cubicBezTo>
                    <a:pt x="1" y="2510"/>
                    <a:pt x="1" y="2526"/>
                    <a:pt x="17" y="2558"/>
                  </a:cubicBezTo>
                  <a:cubicBezTo>
                    <a:pt x="17" y="2590"/>
                    <a:pt x="37" y="2627"/>
                    <a:pt x="1" y="2659"/>
                  </a:cubicBezTo>
                  <a:lnTo>
                    <a:pt x="1" y="2675"/>
                  </a:lnTo>
                  <a:lnTo>
                    <a:pt x="37" y="2675"/>
                  </a:lnTo>
                  <a:cubicBezTo>
                    <a:pt x="53" y="2627"/>
                    <a:pt x="53" y="2590"/>
                    <a:pt x="37" y="2542"/>
                  </a:cubicBezTo>
                  <a:cubicBezTo>
                    <a:pt x="37" y="2526"/>
                    <a:pt x="17" y="2510"/>
                    <a:pt x="17" y="2489"/>
                  </a:cubicBezTo>
                  <a:cubicBezTo>
                    <a:pt x="37" y="2239"/>
                    <a:pt x="37" y="1984"/>
                    <a:pt x="37" y="1702"/>
                  </a:cubicBezTo>
                  <a:cubicBezTo>
                    <a:pt x="17" y="1617"/>
                    <a:pt x="53" y="1564"/>
                    <a:pt x="138" y="1532"/>
                  </a:cubicBezTo>
                  <a:cubicBezTo>
                    <a:pt x="457" y="1415"/>
                    <a:pt x="744" y="1298"/>
                    <a:pt x="995" y="1197"/>
                  </a:cubicBezTo>
                  <a:cubicBezTo>
                    <a:pt x="1314" y="1059"/>
                    <a:pt x="1617" y="926"/>
                    <a:pt x="1936" y="793"/>
                  </a:cubicBezTo>
                  <a:cubicBezTo>
                    <a:pt x="2461" y="554"/>
                    <a:pt x="2982" y="336"/>
                    <a:pt x="3503" y="118"/>
                  </a:cubicBezTo>
                  <a:lnTo>
                    <a:pt x="3519" y="102"/>
                  </a:lnTo>
                  <a:cubicBezTo>
                    <a:pt x="3572" y="86"/>
                    <a:pt x="3604" y="66"/>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6"/>
            <p:cNvSpPr/>
            <p:nvPr/>
          </p:nvSpPr>
          <p:spPr>
            <a:xfrm>
              <a:off x="1615351" y="2475672"/>
              <a:ext cx="5264" cy="60290"/>
            </a:xfrm>
            <a:custGeom>
              <a:rect b="b" l="l" r="r" t="t"/>
              <a:pathLst>
                <a:path extrusionOk="0" h="607" w="53">
                  <a:moveTo>
                    <a:pt x="37" y="0"/>
                  </a:moveTo>
                  <a:lnTo>
                    <a:pt x="21" y="16"/>
                  </a:lnTo>
                  <a:cubicBezTo>
                    <a:pt x="0" y="101"/>
                    <a:pt x="0" y="186"/>
                    <a:pt x="21" y="287"/>
                  </a:cubicBezTo>
                  <a:lnTo>
                    <a:pt x="21" y="453"/>
                  </a:lnTo>
                  <a:lnTo>
                    <a:pt x="21" y="489"/>
                  </a:lnTo>
                  <a:cubicBezTo>
                    <a:pt x="21" y="521"/>
                    <a:pt x="21" y="554"/>
                    <a:pt x="0" y="590"/>
                  </a:cubicBezTo>
                  <a:lnTo>
                    <a:pt x="0" y="606"/>
                  </a:lnTo>
                  <a:lnTo>
                    <a:pt x="21" y="606"/>
                  </a:lnTo>
                  <a:cubicBezTo>
                    <a:pt x="53" y="574"/>
                    <a:pt x="37" y="521"/>
                    <a:pt x="37" y="489"/>
                  </a:cubicBezTo>
                  <a:lnTo>
                    <a:pt x="37" y="453"/>
                  </a:lnTo>
                  <a:lnTo>
                    <a:pt x="37" y="287"/>
                  </a:lnTo>
                  <a:cubicBezTo>
                    <a:pt x="37" y="202"/>
                    <a:pt x="37" y="101"/>
                    <a:pt x="53" y="16"/>
                  </a:cubicBezTo>
                  <a:cubicBezTo>
                    <a:pt x="53" y="16"/>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6"/>
            <p:cNvSpPr/>
            <p:nvPr/>
          </p:nvSpPr>
          <p:spPr>
            <a:xfrm>
              <a:off x="1859690" y="3393236"/>
              <a:ext cx="4867" cy="63965"/>
            </a:xfrm>
            <a:custGeom>
              <a:rect b="b" l="l" r="r" t="t"/>
              <a:pathLst>
                <a:path extrusionOk="0" h="644" w="49">
                  <a:moveTo>
                    <a:pt x="33" y="1"/>
                  </a:moveTo>
                  <a:lnTo>
                    <a:pt x="33" y="21"/>
                  </a:lnTo>
                  <a:cubicBezTo>
                    <a:pt x="1" y="122"/>
                    <a:pt x="17" y="203"/>
                    <a:pt x="17" y="304"/>
                  </a:cubicBezTo>
                  <a:lnTo>
                    <a:pt x="17" y="474"/>
                  </a:lnTo>
                  <a:lnTo>
                    <a:pt x="17" y="526"/>
                  </a:lnTo>
                  <a:cubicBezTo>
                    <a:pt x="17" y="558"/>
                    <a:pt x="17" y="591"/>
                    <a:pt x="1" y="627"/>
                  </a:cubicBezTo>
                  <a:lnTo>
                    <a:pt x="1" y="643"/>
                  </a:lnTo>
                  <a:lnTo>
                    <a:pt x="17" y="643"/>
                  </a:lnTo>
                  <a:lnTo>
                    <a:pt x="17" y="627"/>
                  </a:lnTo>
                  <a:cubicBezTo>
                    <a:pt x="33" y="591"/>
                    <a:pt x="33" y="558"/>
                    <a:pt x="33" y="526"/>
                  </a:cubicBezTo>
                  <a:lnTo>
                    <a:pt x="33" y="474"/>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6"/>
            <p:cNvSpPr/>
            <p:nvPr/>
          </p:nvSpPr>
          <p:spPr>
            <a:xfrm>
              <a:off x="1521886" y="3197864"/>
              <a:ext cx="197458" cy="279401"/>
            </a:xfrm>
            <a:custGeom>
              <a:rect b="b" l="l" r="r" t="t"/>
              <a:pathLst>
                <a:path extrusionOk="0" h="2813" w="1988">
                  <a:moveTo>
                    <a:pt x="32" y="1"/>
                  </a:moveTo>
                  <a:cubicBezTo>
                    <a:pt x="32" y="1"/>
                    <a:pt x="16" y="1"/>
                    <a:pt x="16" y="17"/>
                  </a:cubicBezTo>
                  <a:cubicBezTo>
                    <a:pt x="0" y="186"/>
                    <a:pt x="0" y="372"/>
                    <a:pt x="0" y="538"/>
                  </a:cubicBezTo>
                  <a:cubicBezTo>
                    <a:pt x="16" y="639"/>
                    <a:pt x="16" y="740"/>
                    <a:pt x="0" y="857"/>
                  </a:cubicBezTo>
                  <a:cubicBezTo>
                    <a:pt x="0" y="893"/>
                    <a:pt x="32" y="926"/>
                    <a:pt x="69" y="958"/>
                  </a:cubicBezTo>
                  <a:lnTo>
                    <a:pt x="85" y="978"/>
                  </a:lnTo>
                  <a:cubicBezTo>
                    <a:pt x="590" y="1447"/>
                    <a:pt x="1111" y="1936"/>
                    <a:pt x="1616" y="2424"/>
                  </a:cubicBezTo>
                  <a:cubicBezTo>
                    <a:pt x="1632" y="2441"/>
                    <a:pt x="1669" y="2473"/>
                    <a:pt x="1685" y="2493"/>
                  </a:cubicBezTo>
                  <a:cubicBezTo>
                    <a:pt x="1733" y="2542"/>
                    <a:pt x="1786" y="2594"/>
                    <a:pt x="1834" y="2626"/>
                  </a:cubicBezTo>
                  <a:cubicBezTo>
                    <a:pt x="1887" y="2675"/>
                    <a:pt x="1935" y="2727"/>
                    <a:pt x="1951" y="2796"/>
                  </a:cubicBezTo>
                  <a:lnTo>
                    <a:pt x="1971" y="2812"/>
                  </a:lnTo>
                  <a:lnTo>
                    <a:pt x="1988" y="2796"/>
                  </a:lnTo>
                  <a:cubicBezTo>
                    <a:pt x="1951" y="2711"/>
                    <a:pt x="1919" y="2659"/>
                    <a:pt x="1850" y="2610"/>
                  </a:cubicBezTo>
                  <a:cubicBezTo>
                    <a:pt x="1802" y="2558"/>
                    <a:pt x="1749" y="2509"/>
                    <a:pt x="1701" y="2473"/>
                  </a:cubicBezTo>
                  <a:cubicBezTo>
                    <a:pt x="1685" y="2441"/>
                    <a:pt x="1648" y="2424"/>
                    <a:pt x="1632" y="2408"/>
                  </a:cubicBezTo>
                  <a:cubicBezTo>
                    <a:pt x="1127" y="1919"/>
                    <a:pt x="606" y="1431"/>
                    <a:pt x="101" y="942"/>
                  </a:cubicBezTo>
                  <a:lnTo>
                    <a:pt x="85" y="942"/>
                  </a:lnTo>
                  <a:cubicBezTo>
                    <a:pt x="69" y="910"/>
                    <a:pt x="32" y="893"/>
                    <a:pt x="32" y="857"/>
                  </a:cubicBezTo>
                  <a:lnTo>
                    <a:pt x="32" y="538"/>
                  </a:lnTo>
                  <a:cubicBezTo>
                    <a:pt x="32" y="372"/>
                    <a:pt x="32" y="186"/>
                    <a:pt x="53" y="17"/>
                  </a:cubicBezTo>
                  <a:cubicBezTo>
                    <a:pt x="53" y="1"/>
                    <a:pt x="53"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6"/>
            <p:cNvSpPr/>
            <p:nvPr/>
          </p:nvSpPr>
          <p:spPr>
            <a:xfrm>
              <a:off x="1737719" y="2749709"/>
              <a:ext cx="172230" cy="316251"/>
            </a:xfrm>
            <a:custGeom>
              <a:rect b="b" l="l" r="r" t="t"/>
              <a:pathLst>
                <a:path extrusionOk="0" h="3184" w="1734">
                  <a:moveTo>
                    <a:pt x="17" y="0"/>
                  </a:moveTo>
                  <a:cubicBezTo>
                    <a:pt x="0" y="0"/>
                    <a:pt x="0" y="0"/>
                    <a:pt x="0" y="16"/>
                  </a:cubicBezTo>
                  <a:cubicBezTo>
                    <a:pt x="17" y="138"/>
                    <a:pt x="81" y="218"/>
                    <a:pt x="166" y="303"/>
                  </a:cubicBezTo>
                  <a:cubicBezTo>
                    <a:pt x="182" y="319"/>
                    <a:pt x="202" y="356"/>
                    <a:pt x="219" y="372"/>
                  </a:cubicBezTo>
                  <a:cubicBezTo>
                    <a:pt x="453" y="675"/>
                    <a:pt x="687" y="962"/>
                    <a:pt x="909" y="1265"/>
                  </a:cubicBezTo>
                  <a:lnTo>
                    <a:pt x="1229" y="1669"/>
                  </a:lnTo>
                  <a:cubicBezTo>
                    <a:pt x="1277" y="1717"/>
                    <a:pt x="1313" y="1786"/>
                    <a:pt x="1362" y="1834"/>
                  </a:cubicBezTo>
                  <a:cubicBezTo>
                    <a:pt x="1447" y="1955"/>
                    <a:pt x="1532" y="2056"/>
                    <a:pt x="1616" y="2174"/>
                  </a:cubicBezTo>
                  <a:cubicBezTo>
                    <a:pt x="1697" y="2275"/>
                    <a:pt x="1681" y="2376"/>
                    <a:pt x="1681" y="2493"/>
                  </a:cubicBezTo>
                  <a:cubicBezTo>
                    <a:pt x="1681" y="2561"/>
                    <a:pt x="1665" y="2610"/>
                    <a:pt x="1681" y="2679"/>
                  </a:cubicBezTo>
                  <a:cubicBezTo>
                    <a:pt x="1697" y="2844"/>
                    <a:pt x="1717" y="3014"/>
                    <a:pt x="1649" y="3167"/>
                  </a:cubicBezTo>
                  <a:lnTo>
                    <a:pt x="1649" y="3184"/>
                  </a:lnTo>
                  <a:lnTo>
                    <a:pt x="1665" y="3184"/>
                  </a:lnTo>
                  <a:cubicBezTo>
                    <a:pt x="1733" y="3014"/>
                    <a:pt x="1733" y="2844"/>
                    <a:pt x="1697" y="2679"/>
                  </a:cubicBezTo>
                  <a:lnTo>
                    <a:pt x="1697" y="2493"/>
                  </a:lnTo>
                  <a:cubicBezTo>
                    <a:pt x="1717" y="2376"/>
                    <a:pt x="1717" y="2258"/>
                    <a:pt x="1649" y="2157"/>
                  </a:cubicBezTo>
                  <a:cubicBezTo>
                    <a:pt x="1564" y="2036"/>
                    <a:pt x="1463" y="1935"/>
                    <a:pt x="1378" y="1818"/>
                  </a:cubicBezTo>
                  <a:cubicBezTo>
                    <a:pt x="1346" y="1770"/>
                    <a:pt x="1293" y="1701"/>
                    <a:pt x="1245" y="1653"/>
                  </a:cubicBezTo>
                  <a:lnTo>
                    <a:pt x="942" y="1249"/>
                  </a:lnTo>
                  <a:cubicBezTo>
                    <a:pt x="707" y="962"/>
                    <a:pt x="469" y="659"/>
                    <a:pt x="235" y="356"/>
                  </a:cubicBezTo>
                  <a:cubicBezTo>
                    <a:pt x="219" y="340"/>
                    <a:pt x="202" y="303"/>
                    <a:pt x="182" y="287"/>
                  </a:cubicBezTo>
                  <a:cubicBezTo>
                    <a:pt x="118" y="202"/>
                    <a:pt x="33" y="11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6"/>
            <p:cNvSpPr/>
            <p:nvPr/>
          </p:nvSpPr>
          <p:spPr>
            <a:xfrm>
              <a:off x="1765828" y="3289044"/>
              <a:ext cx="5264" cy="67839"/>
            </a:xfrm>
            <a:custGeom>
              <a:rect b="b" l="l" r="r" t="t"/>
              <a:pathLst>
                <a:path extrusionOk="0" h="683" w="53">
                  <a:moveTo>
                    <a:pt x="32" y="1"/>
                  </a:moveTo>
                  <a:cubicBezTo>
                    <a:pt x="28" y="1"/>
                    <a:pt x="20" y="8"/>
                    <a:pt x="20" y="8"/>
                  </a:cubicBezTo>
                  <a:cubicBezTo>
                    <a:pt x="0" y="109"/>
                    <a:pt x="0" y="226"/>
                    <a:pt x="20" y="327"/>
                  </a:cubicBezTo>
                  <a:cubicBezTo>
                    <a:pt x="20" y="395"/>
                    <a:pt x="20" y="464"/>
                    <a:pt x="0" y="529"/>
                  </a:cubicBezTo>
                  <a:cubicBezTo>
                    <a:pt x="0" y="545"/>
                    <a:pt x="0" y="565"/>
                    <a:pt x="20" y="565"/>
                  </a:cubicBezTo>
                  <a:cubicBezTo>
                    <a:pt x="20" y="597"/>
                    <a:pt x="20" y="630"/>
                    <a:pt x="0" y="646"/>
                  </a:cubicBezTo>
                  <a:lnTo>
                    <a:pt x="0" y="682"/>
                  </a:lnTo>
                  <a:lnTo>
                    <a:pt x="20" y="682"/>
                  </a:lnTo>
                  <a:lnTo>
                    <a:pt x="20" y="666"/>
                  </a:lnTo>
                  <a:cubicBezTo>
                    <a:pt x="37" y="630"/>
                    <a:pt x="37" y="597"/>
                    <a:pt x="37" y="565"/>
                  </a:cubicBezTo>
                  <a:lnTo>
                    <a:pt x="37" y="529"/>
                  </a:lnTo>
                  <a:lnTo>
                    <a:pt x="37" y="327"/>
                  </a:lnTo>
                  <a:cubicBezTo>
                    <a:pt x="37" y="226"/>
                    <a:pt x="37" y="125"/>
                    <a:pt x="53" y="8"/>
                  </a:cubicBezTo>
                  <a:lnTo>
                    <a:pt x="37" y="8"/>
                  </a:lnTo>
                  <a:cubicBezTo>
                    <a:pt x="37" y="2"/>
                    <a:pt x="35"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6"/>
            <p:cNvSpPr/>
            <p:nvPr/>
          </p:nvSpPr>
          <p:spPr>
            <a:xfrm>
              <a:off x="1861279" y="2666276"/>
              <a:ext cx="6953" cy="51848"/>
            </a:xfrm>
            <a:custGeom>
              <a:rect b="b" l="l" r="r" t="t"/>
              <a:pathLst>
                <a:path extrusionOk="0" h="522" w="70">
                  <a:moveTo>
                    <a:pt x="49" y="0"/>
                  </a:moveTo>
                  <a:cubicBezTo>
                    <a:pt x="49" y="0"/>
                    <a:pt x="33" y="0"/>
                    <a:pt x="33" y="16"/>
                  </a:cubicBezTo>
                  <a:cubicBezTo>
                    <a:pt x="17" y="101"/>
                    <a:pt x="17" y="186"/>
                    <a:pt x="17" y="250"/>
                  </a:cubicBezTo>
                  <a:cubicBezTo>
                    <a:pt x="17" y="335"/>
                    <a:pt x="33" y="420"/>
                    <a:pt x="17" y="505"/>
                  </a:cubicBezTo>
                  <a:cubicBezTo>
                    <a:pt x="1" y="505"/>
                    <a:pt x="17" y="505"/>
                    <a:pt x="17" y="521"/>
                  </a:cubicBezTo>
                  <a:lnTo>
                    <a:pt x="33" y="505"/>
                  </a:lnTo>
                  <a:cubicBezTo>
                    <a:pt x="49" y="420"/>
                    <a:pt x="49" y="335"/>
                    <a:pt x="49" y="250"/>
                  </a:cubicBezTo>
                  <a:cubicBezTo>
                    <a:pt x="49" y="186"/>
                    <a:pt x="49" y="101"/>
                    <a:pt x="69" y="16"/>
                  </a:cubicBezTo>
                  <a:cubicBezTo>
                    <a:pt x="69" y="16"/>
                    <a:pt x="6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6"/>
            <p:cNvSpPr/>
            <p:nvPr/>
          </p:nvSpPr>
          <p:spPr>
            <a:xfrm>
              <a:off x="852932" y="1711664"/>
              <a:ext cx="359656" cy="334328"/>
            </a:xfrm>
            <a:custGeom>
              <a:rect b="b" l="l" r="r" t="t"/>
              <a:pathLst>
                <a:path extrusionOk="0" h="3366" w="3621">
                  <a:moveTo>
                    <a:pt x="3604" y="1"/>
                  </a:moveTo>
                  <a:cubicBezTo>
                    <a:pt x="3588" y="1"/>
                    <a:pt x="3588" y="17"/>
                    <a:pt x="3588" y="33"/>
                  </a:cubicBezTo>
                  <a:cubicBezTo>
                    <a:pt x="3572" y="49"/>
                    <a:pt x="3572" y="49"/>
                    <a:pt x="3556" y="65"/>
                  </a:cubicBezTo>
                  <a:cubicBezTo>
                    <a:pt x="2461" y="655"/>
                    <a:pt x="1467" y="1176"/>
                    <a:pt x="526" y="1701"/>
                  </a:cubicBezTo>
                  <a:cubicBezTo>
                    <a:pt x="490" y="1718"/>
                    <a:pt x="441" y="1750"/>
                    <a:pt x="405" y="1766"/>
                  </a:cubicBezTo>
                  <a:cubicBezTo>
                    <a:pt x="304" y="1819"/>
                    <a:pt x="203" y="1867"/>
                    <a:pt x="102" y="1936"/>
                  </a:cubicBezTo>
                  <a:cubicBezTo>
                    <a:pt x="37" y="1968"/>
                    <a:pt x="21" y="2004"/>
                    <a:pt x="21" y="2069"/>
                  </a:cubicBezTo>
                  <a:lnTo>
                    <a:pt x="21" y="2558"/>
                  </a:lnTo>
                  <a:cubicBezTo>
                    <a:pt x="21" y="2792"/>
                    <a:pt x="1" y="3047"/>
                    <a:pt x="21" y="3281"/>
                  </a:cubicBezTo>
                  <a:lnTo>
                    <a:pt x="21" y="3333"/>
                  </a:lnTo>
                  <a:cubicBezTo>
                    <a:pt x="1" y="3333"/>
                    <a:pt x="1" y="3350"/>
                    <a:pt x="1" y="3350"/>
                  </a:cubicBezTo>
                  <a:lnTo>
                    <a:pt x="1" y="3366"/>
                  </a:lnTo>
                  <a:lnTo>
                    <a:pt x="21" y="3366"/>
                  </a:lnTo>
                  <a:cubicBezTo>
                    <a:pt x="37" y="3350"/>
                    <a:pt x="37" y="3350"/>
                    <a:pt x="37" y="3333"/>
                  </a:cubicBezTo>
                  <a:cubicBezTo>
                    <a:pt x="54" y="3317"/>
                    <a:pt x="54" y="3297"/>
                    <a:pt x="54" y="3281"/>
                  </a:cubicBezTo>
                  <a:cubicBezTo>
                    <a:pt x="37" y="3047"/>
                    <a:pt x="37" y="2792"/>
                    <a:pt x="37" y="2558"/>
                  </a:cubicBezTo>
                  <a:lnTo>
                    <a:pt x="37" y="2069"/>
                  </a:lnTo>
                  <a:cubicBezTo>
                    <a:pt x="37" y="2020"/>
                    <a:pt x="54" y="1984"/>
                    <a:pt x="122" y="1952"/>
                  </a:cubicBezTo>
                  <a:cubicBezTo>
                    <a:pt x="203" y="1903"/>
                    <a:pt x="324" y="1835"/>
                    <a:pt x="425" y="1782"/>
                  </a:cubicBezTo>
                  <a:cubicBezTo>
                    <a:pt x="457" y="1766"/>
                    <a:pt x="490" y="1750"/>
                    <a:pt x="542" y="1718"/>
                  </a:cubicBezTo>
                  <a:cubicBezTo>
                    <a:pt x="1467" y="1213"/>
                    <a:pt x="2461" y="671"/>
                    <a:pt x="3556" y="85"/>
                  </a:cubicBezTo>
                  <a:cubicBezTo>
                    <a:pt x="3588" y="65"/>
                    <a:pt x="3604" y="49"/>
                    <a:pt x="3604" y="33"/>
                  </a:cubicBezTo>
                  <a:cubicBezTo>
                    <a:pt x="3604" y="33"/>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6"/>
            <p:cNvSpPr/>
            <p:nvPr/>
          </p:nvSpPr>
          <p:spPr>
            <a:xfrm>
              <a:off x="794827" y="2151475"/>
              <a:ext cx="4867" cy="91975"/>
            </a:xfrm>
            <a:custGeom>
              <a:rect b="b" l="l" r="r" t="t"/>
              <a:pathLst>
                <a:path extrusionOk="0" h="926" w="49">
                  <a:moveTo>
                    <a:pt x="0" y="0"/>
                  </a:moveTo>
                  <a:lnTo>
                    <a:pt x="0" y="16"/>
                  </a:lnTo>
                  <a:cubicBezTo>
                    <a:pt x="16" y="166"/>
                    <a:pt x="16" y="319"/>
                    <a:pt x="0" y="485"/>
                  </a:cubicBezTo>
                  <a:lnTo>
                    <a:pt x="0" y="772"/>
                  </a:lnTo>
                  <a:lnTo>
                    <a:pt x="0" y="808"/>
                  </a:lnTo>
                  <a:cubicBezTo>
                    <a:pt x="0" y="840"/>
                    <a:pt x="0" y="889"/>
                    <a:pt x="16" y="925"/>
                  </a:cubicBezTo>
                  <a:lnTo>
                    <a:pt x="33" y="925"/>
                  </a:lnTo>
                  <a:cubicBezTo>
                    <a:pt x="49" y="925"/>
                    <a:pt x="49" y="925"/>
                    <a:pt x="49" y="909"/>
                  </a:cubicBezTo>
                  <a:cubicBezTo>
                    <a:pt x="33" y="873"/>
                    <a:pt x="33" y="840"/>
                    <a:pt x="33" y="808"/>
                  </a:cubicBezTo>
                  <a:lnTo>
                    <a:pt x="33" y="772"/>
                  </a:lnTo>
                  <a:lnTo>
                    <a:pt x="33" y="485"/>
                  </a:lnTo>
                  <a:cubicBezTo>
                    <a:pt x="33" y="319"/>
                    <a:pt x="33" y="166"/>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6"/>
            <p:cNvSpPr/>
            <p:nvPr/>
          </p:nvSpPr>
          <p:spPr>
            <a:xfrm>
              <a:off x="751024" y="2336815"/>
              <a:ext cx="5364" cy="87207"/>
            </a:xfrm>
            <a:custGeom>
              <a:rect b="b" l="l" r="r" t="t"/>
              <a:pathLst>
                <a:path extrusionOk="0" h="878" w="54">
                  <a:moveTo>
                    <a:pt x="17" y="0"/>
                  </a:moveTo>
                  <a:lnTo>
                    <a:pt x="1" y="17"/>
                  </a:lnTo>
                  <a:cubicBezTo>
                    <a:pt x="17" y="170"/>
                    <a:pt x="17" y="303"/>
                    <a:pt x="17" y="437"/>
                  </a:cubicBezTo>
                  <a:lnTo>
                    <a:pt x="17" y="691"/>
                  </a:lnTo>
                  <a:lnTo>
                    <a:pt x="17" y="808"/>
                  </a:lnTo>
                  <a:lnTo>
                    <a:pt x="17" y="861"/>
                  </a:lnTo>
                  <a:lnTo>
                    <a:pt x="17" y="877"/>
                  </a:lnTo>
                  <a:cubicBezTo>
                    <a:pt x="37" y="877"/>
                    <a:pt x="37" y="861"/>
                    <a:pt x="37" y="861"/>
                  </a:cubicBezTo>
                  <a:lnTo>
                    <a:pt x="37" y="808"/>
                  </a:lnTo>
                  <a:lnTo>
                    <a:pt x="37" y="691"/>
                  </a:lnTo>
                  <a:lnTo>
                    <a:pt x="37" y="437"/>
                  </a:lnTo>
                  <a:cubicBezTo>
                    <a:pt x="37" y="303"/>
                    <a:pt x="53" y="154"/>
                    <a:pt x="17"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6"/>
            <p:cNvSpPr/>
            <p:nvPr/>
          </p:nvSpPr>
          <p:spPr>
            <a:xfrm>
              <a:off x="1944712" y="2636181"/>
              <a:ext cx="6953" cy="57013"/>
            </a:xfrm>
            <a:custGeom>
              <a:rect b="b" l="l" r="r" t="t"/>
              <a:pathLst>
                <a:path extrusionOk="0" h="574" w="70">
                  <a:moveTo>
                    <a:pt x="53" y="0"/>
                  </a:moveTo>
                  <a:cubicBezTo>
                    <a:pt x="37" y="0"/>
                    <a:pt x="37" y="16"/>
                    <a:pt x="37" y="16"/>
                  </a:cubicBezTo>
                  <a:cubicBezTo>
                    <a:pt x="17" y="101"/>
                    <a:pt x="17" y="202"/>
                    <a:pt x="17" y="287"/>
                  </a:cubicBezTo>
                  <a:cubicBezTo>
                    <a:pt x="17" y="388"/>
                    <a:pt x="17" y="473"/>
                    <a:pt x="1" y="553"/>
                  </a:cubicBezTo>
                  <a:cubicBezTo>
                    <a:pt x="1" y="574"/>
                    <a:pt x="1" y="574"/>
                    <a:pt x="17" y="574"/>
                  </a:cubicBezTo>
                  <a:lnTo>
                    <a:pt x="37" y="574"/>
                  </a:lnTo>
                  <a:cubicBezTo>
                    <a:pt x="53" y="473"/>
                    <a:pt x="53" y="388"/>
                    <a:pt x="53" y="287"/>
                  </a:cubicBezTo>
                  <a:cubicBezTo>
                    <a:pt x="37" y="202"/>
                    <a:pt x="37" y="117"/>
                    <a:pt x="53" y="16"/>
                  </a:cubicBezTo>
                  <a:cubicBezTo>
                    <a:pt x="70" y="16"/>
                    <a:pt x="53" y="16"/>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6"/>
            <p:cNvSpPr/>
            <p:nvPr/>
          </p:nvSpPr>
          <p:spPr>
            <a:xfrm>
              <a:off x="1416701" y="2831553"/>
              <a:ext cx="85221" cy="92372"/>
            </a:xfrm>
            <a:custGeom>
              <a:rect b="b" l="l" r="r" t="t"/>
              <a:pathLst>
                <a:path extrusionOk="0" h="930" w="858">
                  <a:moveTo>
                    <a:pt x="17" y="0"/>
                  </a:moveTo>
                  <a:cubicBezTo>
                    <a:pt x="1" y="0"/>
                    <a:pt x="1" y="0"/>
                    <a:pt x="1" y="21"/>
                  </a:cubicBezTo>
                  <a:lnTo>
                    <a:pt x="17" y="21"/>
                  </a:lnTo>
                  <a:cubicBezTo>
                    <a:pt x="49" y="21"/>
                    <a:pt x="65" y="53"/>
                    <a:pt x="102" y="69"/>
                  </a:cubicBezTo>
                  <a:cubicBezTo>
                    <a:pt x="102" y="69"/>
                    <a:pt x="102" y="85"/>
                    <a:pt x="118" y="85"/>
                  </a:cubicBezTo>
                  <a:cubicBezTo>
                    <a:pt x="251" y="223"/>
                    <a:pt x="384" y="372"/>
                    <a:pt x="506" y="526"/>
                  </a:cubicBezTo>
                  <a:lnTo>
                    <a:pt x="522" y="542"/>
                  </a:lnTo>
                  <a:lnTo>
                    <a:pt x="623" y="643"/>
                  </a:lnTo>
                  <a:cubicBezTo>
                    <a:pt x="708" y="728"/>
                    <a:pt x="788" y="808"/>
                    <a:pt x="825" y="930"/>
                  </a:cubicBezTo>
                  <a:lnTo>
                    <a:pt x="841" y="930"/>
                  </a:lnTo>
                  <a:cubicBezTo>
                    <a:pt x="841" y="930"/>
                    <a:pt x="857" y="930"/>
                    <a:pt x="857" y="909"/>
                  </a:cubicBezTo>
                  <a:cubicBezTo>
                    <a:pt x="825" y="792"/>
                    <a:pt x="724" y="707"/>
                    <a:pt x="639" y="627"/>
                  </a:cubicBezTo>
                  <a:cubicBezTo>
                    <a:pt x="607" y="590"/>
                    <a:pt x="570" y="558"/>
                    <a:pt x="538" y="526"/>
                  </a:cubicBezTo>
                  <a:lnTo>
                    <a:pt x="538" y="505"/>
                  </a:lnTo>
                  <a:cubicBezTo>
                    <a:pt x="405" y="356"/>
                    <a:pt x="267" y="202"/>
                    <a:pt x="134" y="69"/>
                  </a:cubicBezTo>
                  <a:cubicBezTo>
                    <a:pt x="118" y="69"/>
                    <a:pt x="118" y="53"/>
                    <a:pt x="118" y="53"/>
                  </a:cubicBezTo>
                  <a:cubicBezTo>
                    <a:pt x="82" y="21"/>
                    <a:pt x="65"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6"/>
            <p:cNvSpPr/>
            <p:nvPr/>
          </p:nvSpPr>
          <p:spPr>
            <a:xfrm>
              <a:off x="1336446" y="2930282"/>
              <a:ext cx="4966" cy="98729"/>
            </a:xfrm>
            <a:custGeom>
              <a:rect b="b" l="l" r="r" t="t"/>
              <a:pathLst>
                <a:path extrusionOk="0" h="994" w="50">
                  <a:moveTo>
                    <a:pt x="17" y="0"/>
                  </a:moveTo>
                  <a:cubicBezTo>
                    <a:pt x="1" y="0"/>
                    <a:pt x="1" y="16"/>
                    <a:pt x="1" y="16"/>
                  </a:cubicBezTo>
                  <a:cubicBezTo>
                    <a:pt x="17" y="137"/>
                    <a:pt x="17" y="255"/>
                    <a:pt x="17" y="372"/>
                  </a:cubicBezTo>
                  <a:lnTo>
                    <a:pt x="17" y="558"/>
                  </a:lnTo>
                  <a:lnTo>
                    <a:pt x="17" y="844"/>
                  </a:lnTo>
                  <a:lnTo>
                    <a:pt x="17" y="978"/>
                  </a:lnTo>
                  <a:lnTo>
                    <a:pt x="17" y="994"/>
                  </a:lnTo>
                  <a:cubicBezTo>
                    <a:pt x="33" y="994"/>
                    <a:pt x="33" y="978"/>
                    <a:pt x="33" y="978"/>
                  </a:cubicBezTo>
                  <a:lnTo>
                    <a:pt x="33" y="844"/>
                  </a:lnTo>
                  <a:lnTo>
                    <a:pt x="33" y="558"/>
                  </a:lnTo>
                  <a:lnTo>
                    <a:pt x="33" y="372"/>
                  </a:lnTo>
                  <a:cubicBezTo>
                    <a:pt x="33" y="255"/>
                    <a:pt x="49" y="13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6"/>
            <p:cNvSpPr/>
            <p:nvPr/>
          </p:nvSpPr>
          <p:spPr>
            <a:xfrm>
              <a:off x="1815987" y="2443987"/>
              <a:ext cx="5264" cy="61879"/>
            </a:xfrm>
            <a:custGeom>
              <a:rect b="b" l="l" r="r" t="t"/>
              <a:pathLst>
                <a:path extrusionOk="0" h="623" w="53">
                  <a:moveTo>
                    <a:pt x="53" y="0"/>
                  </a:moveTo>
                  <a:cubicBezTo>
                    <a:pt x="37" y="0"/>
                    <a:pt x="37" y="0"/>
                    <a:pt x="37" y="16"/>
                  </a:cubicBezTo>
                  <a:cubicBezTo>
                    <a:pt x="20" y="101"/>
                    <a:pt x="20" y="202"/>
                    <a:pt x="20" y="287"/>
                  </a:cubicBezTo>
                  <a:lnTo>
                    <a:pt x="20" y="469"/>
                  </a:lnTo>
                  <a:lnTo>
                    <a:pt x="20" y="521"/>
                  </a:lnTo>
                  <a:cubicBezTo>
                    <a:pt x="20" y="537"/>
                    <a:pt x="20" y="570"/>
                    <a:pt x="0" y="606"/>
                  </a:cubicBezTo>
                  <a:lnTo>
                    <a:pt x="20" y="622"/>
                  </a:lnTo>
                  <a:lnTo>
                    <a:pt x="37" y="606"/>
                  </a:lnTo>
                  <a:cubicBezTo>
                    <a:pt x="53" y="570"/>
                    <a:pt x="53" y="537"/>
                    <a:pt x="53" y="505"/>
                  </a:cubicBezTo>
                  <a:lnTo>
                    <a:pt x="53" y="469"/>
                  </a:lnTo>
                  <a:lnTo>
                    <a:pt x="53" y="287"/>
                  </a:lnTo>
                  <a:cubicBezTo>
                    <a:pt x="37" y="202"/>
                    <a:pt x="37" y="10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6"/>
            <p:cNvSpPr/>
            <p:nvPr/>
          </p:nvSpPr>
          <p:spPr>
            <a:xfrm>
              <a:off x="1336446" y="2753285"/>
              <a:ext cx="4966" cy="91975"/>
            </a:xfrm>
            <a:custGeom>
              <a:rect b="b" l="l" r="r" t="t"/>
              <a:pathLst>
                <a:path extrusionOk="0" h="926" w="50">
                  <a:moveTo>
                    <a:pt x="17" y="1"/>
                  </a:moveTo>
                  <a:cubicBezTo>
                    <a:pt x="1" y="1"/>
                    <a:pt x="1" y="17"/>
                    <a:pt x="1" y="17"/>
                  </a:cubicBezTo>
                  <a:cubicBezTo>
                    <a:pt x="17" y="150"/>
                    <a:pt x="17" y="304"/>
                    <a:pt x="17" y="437"/>
                  </a:cubicBezTo>
                  <a:cubicBezTo>
                    <a:pt x="17" y="522"/>
                    <a:pt x="1" y="607"/>
                    <a:pt x="17" y="687"/>
                  </a:cubicBezTo>
                  <a:lnTo>
                    <a:pt x="17" y="756"/>
                  </a:lnTo>
                  <a:cubicBezTo>
                    <a:pt x="17" y="809"/>
                    <a:pt x="1" y="857"/>
                    <a:pt x="33" y="910"/>
                  </a:cubicBezTo>
                  <a:lnTo>
                    <a:pt x="33" y="926"/>
                  </a:lnTo>
                  <a:lnTo>
                    <a:pt x="49" y="926"/>
                  </a:lnTo>
                  <a:lnTo>
                    <a:pt x="49" y="910"/>
                  </a:lnTo>
                  <a:cubicBezTo>
                    <a:pt x="33" y="857"/>
                    <a:pt x="33" y="809"/>
                    <a:pt x="33" y="756"/>
                  </a:cubicBezTo>
                  <a:lnTo>
                    <a:pt x="33" y="687"/>
                  </a:lnTo>
                  <a:lnTo>
                    <a:pt x="33" y="437"/>
                  </a:lnTo>
                  <a:cubicBezTo>
                    <a:pt x="33" y="304"/>
                    <a:pt x="49" y="150"/>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6"/>
            <p:cNvSpPr/>
            <p:nvPr/>
          </p:nvSpPr>
          <p:spPr>
            <a:xfrm>
              <a:off x="852932" y="1203318"/>
              <a:ext cx="359656" cy="324296"/>
            </a:xfrm>
            <a:custGeom>
              <a:rect b="b" l="l" r="r" t="t"/>
              <a:pathLst>
                <a:path extrusionOk="0" h="3265" w="3621">
                  <a:moveTo>
                    <a:pt x="3604" y="0"/>
                  </a:moveTo>
                  <a:cubicBezTo>
                    <a:pt x="3471" y="85"/>
                    <a:pt x="3334" y="170"/>
                    <a:pt x="3200" y="255"/>
                  </a:cubicBezTo>
                  <a:cubicBezTo>
                    <a:pt x="2914" y="421"/>
                    <a:pt x="2611" y="606"/>
                    <a:pt x="2324" y="792"/>
                  </a:cubicBezTo>
                  <a:cubicBezTo>
                    <a:pt x="1904" y="1043"/>
                    <a:pt x="1484" y="1313"/>
                    <a:pt x="1063" y="1568"/>
                  </a:cubicBezTo>
                  <a:cubicBezTo>
                    <a:pt x="744" y="1770"/>
                    <a:pt x="441" y="1952"/>
                    <a:pt x="122" y="2154"/>
                  </a:cubicBezTo>
                  <a:cubicBezTo>
                    <a:pt x="54" y="2206"/>
                    <a:pt x="21" y="2238"/>
                    <a:pt x="21" y="2356"/>
                  </a:cubicBezTo>
                  <a:cubicBezTo>
                    <a:pt x="37" y="2525"/>
                    <a:pt x="21" y="2711"/>
                    <a:pt x="21" y="2881"/>
                  </a:cubicBezTo>
                  <a:lnTo>
                    <a:pt x="21" y="3115"/>
                  </a:lnTo>
                  <a:lnTo>
                    <a:pt x="21" y="3131"/>
                  </a:lnTo>
                  <a:cubicBezTo>
                    <a:pt x="21" y="3184"/>
                    <a:pt x="1" y="3216"/>
                    <a:pt x="54" y="3248"/>
                  </a:cubicBezTo>
                  <a:lnTo>
                    <a:pt x="54" y="3264"/>
                  </a:lnTo>
                  <a:lnTo>
                    <a:pt x="70" y="3248"/>
                  </a:lnTo>
                  <a:lnTo>
                    <a:pt x="70" y="3232"/>
                  </a:lnTo>
                  <a:cubicBezTo>
                    <a:pt x="37" y="3216"/>
                    <a:pt x="37" y="3184"/>
                    <a:pt x="37" y="3131"/>
                  </a:cubicBezTo>
                  <a:lnTo>
                    <a:pt x="37" y="3115"/>
                  </a:lnTo>
                  <a:cubicBezTo>
                    <a:pt x="37" y="3030"/>
                    <a:pt x="54" y="2961"/>
                    <a:pt x="54" y="2881"/>
                  </a:cubicBezTo>
                  <a:lnTo>
                    <a:pt x="54" y="2356"/>
                  </a:lnTo>
                  <a:cubicBezTo>
                    <a:pt x="37" y="2255"/>
                    <a:pt x="70" y="2222"/>
                    <a:pt x="138" y="2174"/>
                  </a:cubicBezTo>
                  <a:cubicBezTo>
                    <a:pt x="457" y="1988"/>
                    <a:pt x="760" y="1786"/>
                    <a:pt x="1080" y="1600"/>
                  </a:cubicBezTo>
                  <a:cubicBezTo>
                    <a:pt x="1500" y="1329"/>
                    <a:pt x="1904" y="1079"/>
                    <a:pt x="2324" y="808"/>
                  </a:cubicBezTo>
                  <a:cubicBezTo>
                    <a:pt x="2627" y="622"/>
                    <a:pt x="2930" y="457"/>
                    <a:pt x="3217" y="271"/>
                  </a:cubicBezTo>
                  <a:cubicBezTo>
                    <a:pt x="3354" y="186"/>
                    <a:pt x="3487" y="101"/>
                    <a:pt x="3621" y="33"/>
                  </a:cubicBezTo>
                  <a:lnTo>
                    <a:pt x="3621" y="17"/>
                  </a:lnTo>
                  <a:cubicBezTo>
                    <a:pt x="3621" y="0"/>
                    <a:pt x="3604" y="0"/>
                    <a:pt x="36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6"/>
            <p:cNvSpPr/>
            <p:nvPr/>
          </p:nvSpPr>
          <p:spPr>
            <a:xfrm>
              <a:off x="2024967" y="3573809"/>
              <a:ext cx="6953" cy="50258"/>
            </a:xfrm>
            <a:custGeom>
              <a:rect b="b" l="l" r="r" t="t"/>
              <a:pathLst>
                <a:path extrusionOk="0" h="506" w="70">
                  <a:moveTo>
                    <a:pt x="37" y="1"/>
                  </a:moveTo>
                  <a:cubicBezTo>
                    <a:pt x="17" y="86"/>
                    <a:pt x="17" y="170"/>
                    <a:pt x="17" y="255"/>
                  </a:cubicBezTo>
                  <a:cubicBezTo>
                    <a:pt x="17" y="340"/>
                    <a:pt x="37" y="425"/>
                    <a:pt x="1" y="490"/>
                  </a:cubicBezTo>
                  <a:cubicBezTo>
                    <a:pt x="1" y="506"/>
                    <a:pt x="17" y="506"/>
                    <a:pt x="17" y="506"/>
                  </a:cubicBezTo>
                  <a:lnTo>
                    <a:pt x="37" y="506"/>
                  </a:lnTo>
                  <a:cubicBezTo>
                    <a:pt x="53" y="425"/>
                    <a:pt x="53" y="340"/>
                    <a:pt x="53" y="255"/>
                  </a:cubicBezTo>
                  <a:cubicBezTo>
                    <a:pt x="53" y="170"/>
                    <a:pt x="37" y="86"/>
                    <a:pt x="70" y="21"/>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6"/>
            <p:cNvSpPr/>
            <p:nvPr/>
          </p:nvSpPr>
          <p:spPr>
            <a:xfrm>
              <a:off x="706130" y="2213255"/>
              <a:ext cx="3278" cy="66647"/>
            </a:xfrm>
            <a:custGeom>
              <a:rect b="b" l="l" r="r" t="t"/>
              <a:pathLst>
                <a:path extrusionOk="0" h="671" w="33">
                  <a:moveTo>
                    <a:pt x="17" y="0"/>
                  </a:moveTo>
                  <a:cubicBezTo>
                    <a:pt x="17" y="0"/>
                    <a:pt x="0" y="0"/>
                    <a:pt x="0" y="16"/>
                  </a:cubicBezTo>
                  <a:lnTo>
                    <a:pt x="0" y="655"/>
                  </a:lnTo>
                  <a:cubicBezTo>
                    <a:pt x="0" y="671"/>
                    <a:pt x="17" y="671"/>
                    <a:pt x="17" y="671"/>
                  </a:cubicBezTo>
                  <a:cubicBezTo>
                    <a:pt x="33" y="671"/>
                    <a:pt x="33" y="671"/>
                    <a:pt x="33" y="655"/>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6"/>
            <p:cNvSpPr/>
            <p:nvPr/>
          </p:nvSpPr>
          <p:spPr>
            <a:xfrm>
              <a:off x="794827" y="1663094"/>
              <a:ext cx="6456" cy="55125"/>
            </a:xfrm>
            <a:custGeom>
              <a:rect b="b" l="l" r="r" t="t"/>
              <a:pathLst>
                <a:path extrusionOk="0" h="555" w="65">
                  <a:moveTo>
                    <a:pt x="16" y="1"/>
                  </a:moveTo>
                  <a:lnTo>
                    <a:pt x="16" y="102"/>
                  </a:lnTo>
                  <a:cubicBezTo>
                    <a:pt x="16" y="150"/>
                    <a:pt x="16" y="219"/>
                    <a:pt x="0" y="288"/>
                  </a:cubicBezTo>
                  <a:cubicBezTo>
                    <a:pt x="0" y="389"/>
                    <a:pt x="16" y="473"/>
                    <a:pt x="33" y="554"/>
                  </a:cubicBezTo>
                  <a:lnTo>
                    <a:pt x="49" y="554"/>
                  </a:lnTo>
                  <a:cubicBezTo>
                    <a:pt x="49" y="554"/>
                    <a:pt x="65" y="554"/>
                    <a:pt x="65" y="538"/>
                  </a:cubicBezTo>
                  <a:cubicBezTo>
                    <a:pt x="33" y="473"/>
                    <a:pt x="33" y="389"/>
                    <a:pt x="33" y="288"/>
                  </a:cubicBezTo>
                  <a:cubicBezTo>
                    <a:pt x="33" y="219"/>
                    <a:pt x="33" y="171"/>
                    <a:pt x="49" y="102"/>
                  </a:cubicBezTo>
                  <a:lnTo>
                    <a:pt x="49" y="17"/>
                  </a:lnTo>
                  <a:cubicBezTo>
                    <a:pt x="49"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6"/>
            <p:cNvSpPr/>
            <p:nvPr/>
          </p:nvSpPr>
          <p:spPr>
            <a:xfrm>
              <a:off x="1815987" y="2121379"/>
              <a:ext cx="5264" cy="61879"/>
            </a:xfrm>
            <a:custGeom>
              <a:rect b="b" l="l" r="r" t="t"/>
              <a:pathLst>
                <a:path extrusionOk="0" h="623" w="53">
                  <a:moveTo>
                    <a:pt x="53" y="0"/>
                  </a:moveTo>
                  <a:cubicBezTo>
                    <a:pt x="37" y="0"/>
                    <a:pt x="37" y="0"/>
                    <a:pt x="37" y="16"/>
                  </a:cubicBezTo>
                  <a:cubicBezTo>
                    <a:pt x="20" y="101"/>
                    <a:pt x="20" y="202"/>
                    <a:pt x="20" y="303"/>
                  </a:cubicBezTo>
                  <a:lnTo>
                    <a:pt x="20" y="469"/>
                  </a:lnTo>
                  <a:lnTo>
                    <a:pt x="20" y="521"/>
                  </a:lnTo>
                  <a:cubicBezTo>
                    <a:pt x="20" y="554"/>
                    <a:pt x="20" y="570"/>
                    <a:pt x="0" y="606"/>
                  </a:cubicBezTo>
                  <a:cubicBezTo>
                    <a:pt x="0" y="606"/>
                    <a:pt x="0" y="622"/>
                    <a:pt x="20" y="622"/>
                  </a:cubicBezTo>
                  <a:lnTo>
                    <a:pt x="37" y="622"/>
                  </a:lnTo>
                  <a:cubicBezTo>
                    <a:pt x="53" y="586"/>
                    <a:pt x="53" y="554"/>
                    <a:pt x="53" y="521"/>
                  </a:cubicBezTo>
                  <a:lnTo>
                    <a:pt x="53" y="469"/>
                  </a:lnTo>
                  <a:lnTo>
                    <a:pt x="53" y="303"/>
                  </a:lnTo>
                  <a:cubicBezTo>
                    <a:pt x="37" y="202"/>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6"/>
            <p:cNvSpPr/>
            <p:nvPr/>
          </p:nvSpPr>
          <p:spPr>
            <a:xfrm>
              <a:off x="1527051" y="2657834"/>
              <a:ext cx="192293" cy="336314"/>
            </a:xfrm>
            <a:custGeom>
              <a:rect b="b" l="l" r="r" t="t"/>
              <a:pathLst>
                <a:path extrusionOk="0" h="3386" w="1936">
                  <a:moveTo>
                    <a:pt x="17" y="0"/>
                  </a:moveTo>
                  <a:cubicBezTo>
                    <a:pt x="17" y="0"/>
                    <a:pt x="1" y="0"/>
                    <a:pt x="1" y="16"/>
                  </a:cubicBezTo>
                  <a:lnTo>
                    <a:pt x="1" y="33"/>
                  </a:lnTo>
                  <a:cubicBezTo>
                    <a:pt x="49" y="69"/>
                    <a:pt x="102" y="117"/>
                    <a:pt x="134" y="170"/>
                  </a:cubicBezTo>
                  <a:cubicBezTo>
                    <a:pt x="687" y="840"/>
                    <a:pt x="1261" y="1531"/>
                    <a:pt x="1818" y="2206"/>
                  </a:cubicBezTo>
                  <a:cubicBezTo>
                    <a:pt x="1883" y="2291"/>
                    <a:pt x="1899" y="2376"/>
                    <a:pt x="1899" y="2456"/>
                  </a:cubicBezTo>
                  <a:lnTo>
                    <a:pt x="1899" y="3030"/>
                  </a:lnTo>
                  <a:lnTo>
                    <a:pt x="1899" y="3216"/>
                  </a:lnTo>
                  <a:lnTo>
                    <a:pt x="1899" y="3232"/>
                  </a:lnTo>
                  <a:cubicBezTo>
                    <a:pt x="1899" y="3284"/>
                    <a:pt x="1899" y="3317"/>
                    <a:pt x="1883" y="3365"/>
                  </a:cubicBezTo>
                  <a:cubicBezTo>
                    <a:pt x="1867" y="3365"/>
                    <a:pt x="1867" y="3385"/>
                    <a:pt x="1883" y="3385"/>
                  </a:cubicBezTo>
                  <a:lnTo>
                    <a:pt x="1899" y="3385"/>
                  </a:lnTo>
                  <a:cubicBezTo>
                    <a:pt x="1936" y="3333"/>
                    <a:pt x="1936" y="3284"/>
                    <a:pt x="1936" y="3232"/>
                  </a:cubicBezTo>
                  <a:lnTo>
                    <a:pt x="1936" y="3216"/>
                  </a:lnTo>
                  <a:lnTo>
                    <a:pt x="1936" y="3014"/>
                  </a:lnTo>
                  <a:cubicBezTo>
                    <a:pt x="1919" y="2844"/>
                    <a:pt x="1919" y="2642"/>
                    <a:pt x="1936" y="2456"/>
                  </a:cubicBezTo>
                  <a:cubicBezTo>
                    <a:pt x="1936" y="2355"/>
                    <a:pt x="1899" y="2275"/>
                    <a:pt x="1835" y="2190"/>
                  </a:cubicBezTo>
                  <a:cubicBezTo>
                    <a:pt x="1277" y="1515"/>
                    <a:pt x="708" y="824"/>
                    <a:pt x="150" y="134"/>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6"/>
            <p:cNvSpPr/>
            <p:nvPr/>
          </p:nvSpPr>
          <p:spPr>
            <a:xfrm>
              <a:off x="1923059" y="2242655"/>
              <a:ext cx="147398" cy="360252"/>
            </a:xfrm>
            <a:custGeom>
              <a:rect b="b" l="l" r="r" t="t"/>
              <a:pathLst>
                <a:path extrusionOk="0" h="3627" w="1484">
                  <a:moveTo>
                    <a:pt x="12" y="0"/>
                  </a:moveTo>
                  <a:cubicBezTo>
                    <a:pt x="10" y="0"/>
                    <a:pt x="6" y="2"/>
                    <a:pt x="1" y="7"/>
                  </a:cubicBezTo>
                  <a:cubicBezTo>
                    <a:pt x="69" y="225"/>
                    <a:pt x="187" y="411"/>
                    <a:pt x="304" y="597"/>
                  </a:cubicBezTo>
                  <a:cubicBezTo>
                    <a:pt x="356" y="678"/>
                    <a:pt x="421" y="763"/>
                    <a:pt x="473" y="847"/>
                  </a:cubicBezTo>
                  <a:cubicBezTo>
                    <a:pt x="724" y="1284"/>
                    <a:pt x="995" y="1724"/>
                    <a:pt x="1245" y="2144"/>
                  </a:cubicBezTo>
                  <a:lnTo>
                    <a:pt x="1399" y="2395"/>
                  </a:lnTo>
                  <a:cubicBezTo>
                    <a:pt x="1415" y="2431"/>
                    <a:pt x="1431" y="2447"/>
                    <a:pt x="1431" y="2479"/>
                  </a:cubicBezTo>
                  <a:lnTo>
                    <a:pt x="1431" y="2698"/>
                  </a:lnTo>
                  <a:cubicBezTo>
                    <a:pt x="1431" y="2883"/>
                    <a:pt x="1431" y="3069"/>
                    <a:pt x="1415" y="3255"/>
                  </a:cubicBezTo>
                  <a:cubicBezTo>
                    <a:pt x="1415" y="3356"/>
                    <a:pt x="1415" y="3473"/>
                    <a:pt x="1447" y="3607"/>
                  </a:cubicBezTo>
                  <a:lnTo>
                    <a:pt x="1467" y="3627"/>
                  </a:lnTo>
                  <a:lnTo>
                    <a:pt x="1483" y="3607"/>
                  </a:lnTo>
                  <a:cubicBezTo>
                    <a:pt x="1447" y="3473"/>
                    <a:pt x="1431" y="3356"/>
                    <a:pt x="1447" y="3255"/>
                  </a:cubicBezTo>
                  <a:cubicBezTo>
                    <a:pt x="1467" y="3069"/>
                    <a:pt x="1467" y="2883"/>
                    <a:pt x="1447" y="2698"/>
                  </a:cubicBezTo>
                  <a:lnTo>
                    <a:pt x="1447" y="2479"/>
                  </a:lnTo>
                  <a:cubicBezTo>
                    <a:pt x="1447" y="2447"/>
                    <a:pt x="1447" y="2415"/>
                    <a:pt x="1431" y="2379"/>
                  </a:cubicBezTo>
                  <a:lnTo>
                    <a:pt x="1281" y="2128"/>
                  </a:lnTo>
                  <a:cubicBezTo>
                    <a:pt x="1011" y="1708"/>
                    <a:pt x="740" y="1268"/>
                    <a:pt x="490" y="847"/>
                  </a:cubicBezTo>
                  <a:cubicBezTo>
                    <a:pt x="437" y="746"/>
                    <a:pt x="389" y="662"/>
                    <a:pt x="320" y="577"/>
                  </a:cubicBezTo>
                  <a:cubicBezTo>
                    <a:pt x="203" y="395"/>
                    <a:pt x="86" y="209"/>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6"/>
            <p:cNvSpPr/>
            <p:nvPr/>
          </p:nvSpPr>
          <p:spPr>
            <a:xfrm>
              <a:off x="1185969" y="2472394"/>
              <a:ext cx="4966" cy="85221"/>
            </a:xfrm>
            <a:custGeom>
              <a:rect b="b" l="l" r="r" t="t"/>
              <a:pathLst>
                <a:path extrusionOk="0" h="858" w="50">
                  <a:moveTo>
                    <a:pt x="17" y="1"/>
                  </a:moveTo>
                  <a:cubicBezTo>
                    <a:pt x="1" y="1"/>
                    <a:pt x="1" y="1"/>
                    <a:pt x="1" y="17"/>
                  </a:cubicBezTo>
                  <a:cubicBezTo>
                    <a:pt x="17" y="150"/>
                    <a:pt x="17" y="304"/>
                    <a:pt x="17" y="437"/>
                  </a:cubicBezTo>
                  <a:lnTo>
                    <a:pt x="17" y="688"/>
                  </a:lnTo>
                  <a:lnTo>
                    <a:pt x="17" y="740"/>
                  </a:lnTo>
                  <a:cubicBezTo>
                    <a:pt x="17" y="772"/>
                    <a:pt x="17" y="809"/>
                    <a:pt x="33" y="857"/>
                  </a:cubicBezTo>
                  <a:lnTo>
                    <a:pt x="49" y="857"/>
                  </a:lnTo>
                  <a:lnTo>
                    <a:pt x="49" y="841"/>
                  </a:lnTo>
                  <a:cubicBezTo>
                    <a:pt x="33" y="809"/>
                    <a:pt x="33" y="772"/>
                    <a:pt x="33" y="740"/>
                  </a:cubicBezTo>
                  <a:lnTo>
                    <a:pt x="33" y="688"/>
                  </a:lnTo>
                  <a:lnTo>
                    <a:pt x="33" y="437"/>
                  </a:lnTo>
                  <a:cubicBezTo>
                    <a:pt x="33" y="304"/>
                    <a:pt x="49" y="150"/>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6"/>
            <p:cNvSpPr/>
            <p:nvPr/>
          </p:nvSpPr>
          <p:spPr>
            <a:xfrm>
              <a:off x="1794334" y="3477166"/>
              <a:ext cx="5264" cy="60290"/>
            </a:xfrm>
            <a:custGeom>
              <a:rect b="b" l="l" r="r" t="t"/>
              <a:pathLst>
                <a:path extrusionOk="0" h="607" w="53">
                  <a:moveTo>
                    <a:pt x="36" y="0"/>
                  </a:moveTo>
                  <a:cubicBezTo>
                    <a:pt x="36" y="0"/>
                    <a:pt x="16" y="0"/>
                    <a:pt x="16" y="16"/>
                  </a:cubicBezTo>
                  <a:lnTo>
                    <a:pt x="16" y="235"/>
                  </a:lnTo>
                  <a:cubicBezTo>
                    <a:pt x="16" y="352"/>
                    <a:pt x="16" y="469"/>
                    <a:pt x="0" y="590"/>
                  </a:cubicBezTo>
                  <a:cubicBezTo>
                    <a:pt x="0" y="606"/>
                    <a:pt x="16" y="606"/>
                    <a:pt x="16" y="606"/>
                  </a:cubicBezTo>
                  <a:cubicBezTo>
                    <a:pt x="36" y="606"/>
                    <a:pt x="36" y="606"/>
                    <a:pt x="36" y="590"/>
                  </a:cubicBezTo>
                  <a:cubicBezTo>
                    <a:pt x="53" y="469"/>
                    <a:pt x="53" y="352"/>
                    <a:pt x="53" y="235"/>
                  </a:cubicBezTo>
                  <a:lnTo>
                    <a:pt x="53" y="16"/>
                  </a:lnTo>
                  <a:cubicBezTo>
                    <a:pt x="53" y="0"/>
                    <a:pt x="36"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6"/>
            <p:cNvSpPr/>
            <p:nvPr/>
          </p:nvSpPr>
          <p:spPr>
            <a:xfrm>
              <a:off x="1521886" y="3366816"/>
              <a:ext cx="190605" cy="257252"/>
            </a:xfrm>
            <a:custGeom>
              <a:rect b="b" l="l" r="r" t="t"/>
              <a:pathLst>
                <a:path extrusionOk="0" h="2590" w="1919">
                  <a:moveTo>
                    <a:pt x="32" y="0"/>
                  </a:moveTo>
                  <a:cubicBezTo>
                    <a:pt x="32" y="0"/>
                    <a:pt x="16" y="0"/>
                    <a:pt x="16" y="16"/>
                  </a:cubicBezTo>
                  <a:cubicBezTo>
                    <a:pt x="0" y="186"/>
                    <a:pt x="0" y="368"/>
                    <a:pt x="0" y="538"/>
                  </a:cubicBezTo>
                  <a:cubicBezTo>
                    <a:pt x="16" y="639"/>
                    <a:pt x="16" y="740"/>
                    <a:pt x="0" y="857"/>
                  </a:cubicBezTo>
                  <a:cubicBezTo>
                    <a:pt x="0" y="893"/>
                    <a:pt x="32" y="909"/>
                    <a:pt x="53" y="942"/>
                  </a:cubicBezTo>
                  <a:lnTo>
                    <a:pt x="69" y="942"/>
                  </a:lnTo>
                  <a:cubicBezTo>
                    <a:pt x="218" y="1075"/>
                    <a:pt x="356" y="1212"/>
                    <a:pt x="505" y="1346"/>
                  </a:cubicBezTo>
                  <a:cubicBezTo>
                    <a:pt x="909" y="1717"/>
                    <a:pt x="1313" y="2105"/>
                    <a:pt x="1733" y="2456"/>
                  </a:cubicBezTo>
                  <a:cubicBezTo>
                    <a:pt x="1749" y="2473"/>
                    <a:pt x="1769" y="2489"/>
                    <a:pt x="1786" y="2509"/>
                  </a:cubicBezTo>
                  <a:cubicBezTo>
                    <a:pt x="1818" y="2541"/>
                    <a:pt x="1850" y="2590"/>
                    <a:pt x="1919" y="2590"/>
                  </a:cubicBezTo>
                  <a:lnTo>
                    <a:pt x="1919" y="2574"/>
                  </a:lnTo>
                  <a:cubicBezTo>
                    <a:pt x="1850" y="2574"/>
                    <a:pt x="1834" y="2541"/>
                    <a:pt x="1802" y="2489"/>
                  </a:cubicBezTo>
                  <a:cubicBezTo>
                    <a:pt x="1786" y="2473"/>
                    <a:pt x="1786" y="2456"/>
                    <a:pt x="1749" y="2440"/>
                  </a:cubicBezTo>
                  <a:cubicBezTo>
                    <a:pt x="1329" y="2085"/>
                    <a:pt x="925" y="1701"/>
                    <a:pt x="521" y="1329"/>
                  </a:cubicBezTo>
                  <a:cubicBezTo>
                    <a:pt x="372" y="1196"/>
                    <a:pt x="234" y="1059"/>
                    <a:pt x="85" y="925"/>
                  </a:cubicBezTo>
                  <a:lnTo>
                    <a:pt x="69" y="909"/>
                  </a:lnTo>
                  <a:cubicBezTo>
                    <a:pt x="53" y="893"/>
                    <a:pt x="32" y="873"/>
                    <a:pt x="32" y="857"/>
                  </a:cubicBezTo>
                  <a:lnTo>
                    <a:pt x="32" y="538"/>
                  </a:lnTo>
                  <a:cubicBezTo>
                    <a:pt x="32" y="368"/>
                    <a:pt x="32" y="186"/>
                    <a:pt x="53" y="16"/>
                  </a:cubicBezTo>
                  <a:cubicBezTo>
                    <a:pt x="53" y="16"/>
                    <a:pt x="53"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6"/>
            <p:cNvSpPr/>
            <p:nvPr/>
          </p:nvSpPr>
          <p:spPr>
            <a:xfrm>
              <a:off x="869817" y="2805033"/>
              <a:ext cx="334328" cy="225666"/>
            </a:xfrm>
            <a:custGeom>
              <a:rect b="b" l="l" r="r" t="t"/>
              <a:pathLst>
                <a:path extrusionOk="0" h="2272" w="3366">
                  <a:moveTo>
                    <a:pt x="3350" y="1"/>
                  </a:moveTo>
                  <a:cubicBezTo>
                    <a:pt x="3216" y="33"/>
                    <a:pt x="3083" y="86"/>
                    <a:pt x="2946" y="134"/>
                  </a:cubicBezTo>
                  <a:cubicBezTo>
                    <a:pt x="2881" y="166"/>
                    <a:pt x="2828" y="187"/>
                    <a:pt x="2760" y="219"/>
                  </a:cubicBezTo>
                  <a:cubicBezTo>
                    <a:pt x="2493" y="320"/>
                    <a:pt x="2222" y="421"/>
                    <a:pt x="1972" y="538"/>
                  </a:cubicBezTo>
                  <a:cubicBezTo>
                    <a:pt x="1851" y="570"/>
                    <a:pt x="1750" y="623"/>
                    <a:pt x="1649" y="655"/>
                  </a:cubicBezTo>
                  <a:cubicBezTo>
                    <a:pt x="1516" y="708"/>
                    <a:pt x="1398" y="756"/>
                    <a:pt x="1265" y="809"/>
                  </a:cubicBezTo>
                  <a:cubicBezTo>
                    <a:pt x="1063" y="894"/>
                    <a:pt x="861" y="974"/>
                    <a:pt x="639" y="1059"/>
                  </a:cubicBezTo>
                  <a:cubicBezTo>
                    <a:pt x="473" y="1128"/>
                    <a:pt x="320" y="1197"/>
                    <a:pt x="154" y="1245"/>
                  </a:cubicBezTo>
                  <a:cubicBezTo>
                    <a:pt x="33" y="1277"/>
                    <a:pt x="1" y="1346"/>
                    <a:pt x="1" y="1447"/>
                  </a:cubicBezTo>
                  <a:lnTo>
                    <a:pt x="1" y="1903"/>
                  </a:lnTo>
                  <a:lnTo>
                    <a:pt x="1" y="2122"/>
                  </a:lnTo>
                  <a:lnTo>
                    <a:pt x="1" y="2138"/>
                  </a:lnTo>
                  <a:cubicBezTo>
                    <a:pt x="1" y="2186"/>
                    <a:pt x="1" y="2223"/>
                    <a:pt x="33" y="2255"/>
                  </a:cubicBezTo>
                  <a:lnTo>
                    <a:pt x="53" y="2271"/>
                  </a:lnTo>
                  <a:lnTo>
                    <a:pt x="53" y="2255"/>
                  </a:lnTo>
                  <a:lnTo>
                    <a:pt x="53" y="2239"/>
                  </a:lnTo>
                  <a:cubicBezTo>
                    <a:pt x="33" y="2223"/>
                    <a:pt x="33" y="2186"/>
                    <a:pt x="33" y="2138"/>
                  </a:cubicBezTo>
                  <a:lnTo>
                    <a:pt x="33" y="2122"/>
                  </a:lnTo>
                  <a:lnTo>
                    <a:pt x="33" y="1903"/>
                  </a:lnTo>
                  <a:lnTo>
                    <a:pt x="33" y="1447"/>
                  </a:lnTo>
                  <a:cubicBezTo>
                    <a:pt x="33" y="1346"/>
                    <a:pt x="53" y="1314"/>
                    <a:pt x="154" y="1277"/>
                  </a:cubicBezTo>
                  <a:cubicBezTo>
                    <a:pt x="320" y="1229"/>
                    <a:pt x="489" y="1160"/>
                    <a:pt x="659" y="1096"/>
                  </a:cubicBezTo>
                  <a:lnTo>
                    <a:pt x="659" y="1075"/>
                  </a:lnTo>
                  <a:cubicBezTo>
                    <a:pt x="861" y="995"/>
                    <a:pt x="1079" y="926"/>
                    <a:pt x="1281" y="841"/>
                  </a:cubicBezTo>
                  <a:cubicBezTo>
                    <a:pt x="1398" y="793"/>
                    <a:pt x="1532" y="740"/>
                    <a:pt x="1669" y="692"/>
                  </a:cubicBezTo>
                  <a:cubicBezTo>
                    <a:pt x="1770" y="639"/>
                    <a:pt x="1871" y="607"/>
                    <a:pt x="1972" y="554"/>
                  </a:cubicBezTo>
                  <a:cubicBezTo>
                    <a:pt x="2239" y="453"/>
                    <a:pt x="2509" y="336"/>
                    <a:pt x="2760" y="235"/>
                  </a:cubicBezTo>
                  <a:cubicBezTo>
                    <a:pt x="2828" y="219"/>
                    <a:pt x="2897" y="187"/>
                    <a:pt x="2946" y="166"/>
                  </a:cubicBezTo>
                  <a:cubicBezTo>
                    <a:pt x="3083" y="102"/>
                    <a:pt x="3216" y="49"/>
                    <a:pt x="3366" y="17"/>
                  </a:cubicBezTo>
                  <a:lnTo>
                    <a:pt x="3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6"/>
            <p:cNvSpPr/>
            <p:nvPr/>
          </p:nvSpPr>
          <p:spPr>
            <a:xfrm>
              <a:off x="1183982" y="2985606"/>
              <a:ext cx="5364" cy="98828"/>
            </a:xfrm>
            <a:custGeom>
              <a:rect b="b" l="l" r="r" t="t"/>
              <a:pathLst>
                <a:path extrusionOk="0" h="995" w="54">
                  <a:moveTo>
                    <a:pt x="21" y="1"/>
                  </a:moveTo>
                  <a:cubicBezTo>
                    <a:pt x="21" y="1"/>
                    <a:pt x="1" y="1"/>
                    <a:pt x="1" y="17"/>
                  </a:cubicBezTo>
                  <a:lnTo>
                    <a:pt x="1" y="219"/>
                  </a:lnTo>
                  <a:lnTo>
                    <a:pt x="1" y="841"/>
                  </a:lnTo>
                  <a:lnTo>
                    <a:pt x="1" y="873"/>
                  </a:lnTo>
                  <a:cubicBezTo>
                    <a:pt x="1" y="910"/>
                    <a:pt x="1" y="942"/>
                    <a:pt x="21" y="974"/>
                  </a:cubicBezTo>
                  <a:lnTo>
                    <a:pt x="37" y="994"/>
                  </a:lnTo>
                  <a:cubicBezTo>
                    <a:pt x="37" y="974"/>
                    <a:pt x="53" y="974"/>
                    <a:pt x="37" y="974"/>
                  </a:cubicBezTo>
                  <a:lnTo>
                    <a:pt x="37" y="873"/>
                  </a:lnTo>
                  <a:lnTo>
                    <a:pt x="37" y="841"/>
                  </a:lnTo>
                  <a:lnTo>
                    <a:pt x="37" y="219"/>
                  </a:lnTo>
                  <a:lnTo>
                    <a:pt x="37" y="17"/>
                  </a:ln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6"/>
            <p:cNvSpPr/>
            <p:nvPr/>
          </p:nvSpPr>
          <p:spPr>
            <a:xfrm>
              <a:off x="1613761" y="3460280"/>
              <a:ext cx="3675" cy="67144"/>
            </a:xfrm>
            <a:custGeom>
              <a:rect b="b" l="l" r="r" t="t"/>
              <a:pathLst>
                <a:path extrusionOk="0" h="676" w="37">
                  <a:moveTo>
                    <a:pt x="16" y="1"/>
                  </a:moveTo>
                  <a:cubicBezTo>
                    <a:pt x="0" y="1"/>
                    <a:pt x="0" y="17"/>
                    <a:pt x="0" y="17"/>
                  </a:cubicBezTo>
                  <a:lnTo>
                    <a:pt x="0" y="675"/>
                  </a:lnTo>
                  <a:lnTo>
                    <a:pt x="37" y="675"/>
                  </a:lnTo>
                  <a:lnTo>
                    <a:pt x="37"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6"/>
            <p:cNvSpPr/>
            <p:nvPr/>
          </p:nvSpPr>
          <p:spPr>
            <a:xfrm>
              <a:off x="1411536" y="3363141"/>
              <a:ext cx="6853" cy="55523"/>
            </a:xfrm>
            <a:custGeom>
              <a:rect b="b" l="l" r="r" t="t"/>
              <a:pathLst>
                <a:path extrusionOk="0" h="559" w="69">
                  <a:moveTo>
                    <a:pt x="33" y="1"/>
                  </a:moveTo>
                  <a:cubicBezTo>
                    <a:pt x="16" y="86"/>
                    <a:pt x="16" y="171"/>
                    <a:pt x="16" y="255"/>
                  </a:cubicBezTo>
                  <a:cubicBezTo>
                    <a:pt x="16" y="304"/>
                    <a:pt x="33" y="356"/>
                    <a:pt x="16" y="405"/>
                  </a:cubicBezTo>
                  <a:lnTo>
                    <a:pt x="16" y="441"/>
                  </a:lnTo>
                  <a:cubicBezTo>
                    <a:pt x="16" y="474"/>
                    <a:pt x="33" y="506"/>
                    <a:pt x="0" y="542"/>
                  </a:cubicBezTo>
                  <a:cubicBezTo>
                    <a:pt x="0" y="558"/>
                    <a:pt x="0" y="558"/>
                    <a:pt x="16" y="558"/>
                  </a:cubicBezTo>
                  <a:lnTo>
                    <a:pt x="33" y="558"/>
                  </a:lnTo>
                  <a:cubicBezTo>
                    <a:pt x="53" y="526"/>
                    <a:pt x="53" y="474"/>
                    <a:pt x="53" y="441"/>
                  </a:cubicBezTo>
                  <a:lnTo>
                    <a:pt x="53" y="405"/>
                  </a:lnTo>
                  <a:lnTo>
                    <a:pt x="53" y="255"/>
                  </a:lnTo>
                  <a:cubicBezTo>
                    <a:pt x="53" y="171"/>
                    <a:pt x="5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6"/>
            <p:cNvSpPr/>
            <p:nvPr/>
          </p:nvSpPr>
          <p:spPr>
            <a:xfrm>
              <a:off x="1841216" y="2935447"/>
              <a:ext cx="4966" cy="50258"/>
            </a:xfrm>
            <a:custGeom>
              <a:rect b="b" l="l" r="r" t="t"/>
              <a:pathLst>
                <a:path extrusionOk="0" h="506" w="50">
                  <a:moveTo>
                    <a:pt x="17" y="1"/>
                  </a:moveTo>
                  <a:cubicBezTo>
                    <a:pt x="1" y="85"/>
                    <a:pt x="1" y="166"/>
                    <a:pt x="1" y="251"/>
                  </a:cubicBezTo>
                  <a:cubicBezTo>
                    <a:pt x="17" y="336"/>
                    <a:pt x="17" y="405"/>
                    <a:pt x="1" y="489"/>
                  </a:cubicBezTo>
                  <a:lnTo>
                    <a:pt x="1" y="506"/>
                  </a:lnTo>
                  <a:lnTo>
                    <a:pt x="17" y="506"/>
                  </a:lnTo>
                  <a:cubicBezTo>
                    <a:pt x="33" y="421"/>
                    <a:pt x="33" y="336"/>
                    <a:pt x="33" y="251"/>
                  </a:cubicBezTo>
                  <a:cubicBezTo>
                    <a:pt x="33" y="166"/>
                    <a:pt x="33" y="85"/>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6"/>
            <p:cNvSpPr/>
            <p:nvPr/>
          </p:nvSpPr>
          <p:spPr>
            <a:xfrm>
              <a:off x="1384619" y="2031093"/>
              <a:ext cx="3675" cy="91975"/>
            </a:xfrm>
            <a:custGeom>
              <a:rect b="b" l="l" r="r" t="t"/>
              <a:pathLst>
                <a:path extrusionOk="0" h="926" w="37">
                  <a:moveTo>
                    <a:pt x="1" y="0"/>
                  </a:moveTo>
                  <a:lnTo>
                    <a:pt x="1" y="16"/>
                  </a:lnTo>
                  <a:cubicBezTo>
                    <a:pt x="21" y="150"/>
                    <a:pt x="21" y="283"/>
                    <a:pt x="21" y="404"/>
                  </a:cubicBezTo>
                  <a:cubicBezTo>
                    <a:pt x="1" y="485"/>
                    <a:pt x="1" y="554"/>
                    <a:pt x="21" y="622"/>
                  </a:cubicBezTo>
                  <a:lnTo>
                    <a:pt x="21" y="824"/>
                  </a:lnTo>
                  <a:lnTo>
                    <a:pt x="21" y="909"/>
                  </a:lnTo>
                  <a:lnTo>
                    <a:pt x="21" y="925"/>
                  </a:lnTo>
                  <a:cubicBezTo>
                    <a:pt x="37" y="925"/>
                    <a:pt x="37" y="925"/>
                    <a:pt x="37" y="909"/>
                  </a:cubicBezTo>
                  <a:lnTo>
                    <a:pt x="37" y="824"/>
                  </a:lnTo>
                  <a:lnTo>
                    <a:pt x="37" y="622"/>
                  </a:lnTo>
                  <a:lnTo>
                    <a:pt x="37" y="420"/>
                  </a:lnTo>
                  <a:cubicBezTo>
                    <a:pt x="37" y="283"/>
                    <a:pt x="37" y="150"/>
                    <a:pt x="21" y="16"/>
                  </a:cubicBezTo>
                  <a:cubicBezTo>
                    <a:pt x="21" y="16"/>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6"/>
            <p:cNvSpPr/>
            <p:nvPr/>
          </p:nvSpPr>
          <p:spPr>
            <a:xfrm>
              <a:off x="1444810" y="1521059"/>
              <a:ext cx="2086" cy="61879"/>
            </a:xfrm>
            <a:custGeom>
              <a:rect b="b" l="l" r="r" t="t"/>
              <a:pathLst>
                <a:path extrusionOk="0" h="623" w="21">
                  <a:moveTo>
                    <a:pt x="1" y="1"/>
                  </a:moveTo>
                  <a:lnTo>
                    <a:pt x="1" y="607"/>
                  </a:lnTo>
                  <a:cubicBezTo>
                    <a:pt x="1" y="607"/>
                    <a:pt x="1" y="623"/>
                    <a:pt x="21" y="623"/>
                  </a:cubicBezTo>
                  <a:lnTo>
                    <a:pt x="21" y="607"/>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6"/>
            <p:cNvSpPr/>
            <p:nvPr/>
          </p:nvSpPr>
          <p:spPr>
            <a:xfrm>
              <a:off x="1740897" y="2133000"/>
              <a:ext cx="162198" cy="344360"/>
            </a:xfrm>
            <a:custGeom>
              <a:rect b="b" l="l" r="r" t="t"/>
              <a:pathLst>
                <a:path extrusionOk="0" h="3467" w="1633">
                  <a:moveTo>
                    <a:pt x="69" y="0"/>
                  </a:moveTo>
                  <a:cubicBezTo>
                    <a:pt x="49" y="0"/>
                    <a:pt x="49" y="16"/>
                    <a:pt x="49" y="16"/>
                  </a:cubicBezTo>
                  <a:cubicBezTo>
                    <a:pt x="1" y="150"/>
                    <a:pt x="17" y="267"/>
                    <a:pt x="118" y="404"/>
                  </a:cubicBezTo>
                  <a:cubicBezTo>
                    <a:pt x="251" y="590"/>
                    <a:pt x="389" y="792"/>
                    <a:pt x="506" y="994"/>
                  </a:cubicBezTo>
                  <a:cubicBezTo>
                    <a:pt x="554" y="1075"/>
                    <a:pt x="623" y="1160"/>
                    <a:pt x="675" y="1245"/>
                  </a:cubicBezTo>
                  <a:lnTo>
                    <a:pt x="825" y="1499"/>
                  </a:lnTo>
                  <a:cubicBezTo>
                    <a:pt x="1027" y="1782"/>
                    <a:pt x="1213" y="2069"/>
                    <a:pt x="1399" y="2372"/>
                  </a:cubicBezTo>
                  <a:cubicBezTo>
                    <a:pt x="1431" y="2424"/>
                    <a:pt x="1447" y="2456"/>
                    <a:pt x="1431" y="2525"/>
                  </a:cubicBezTo>
                  <a:lnTo>
                    <a:pt x="1431" y="2812"/>
                  </a:lnTo>
                  <a:cubicBezTo>
                    <a:pt x="1431" y="2913"/>
                    <a:pt x="1431" y="3030"/>
                    <a:pt x="1415" y="3147"/>
                  </a:cubicBezTo>
                  <a:cubicBezTo>
                    <a:pt x="1399" y="3264"/>
                    <a:pt x="1483" y="3398"/>
                    <a:pt x="1617" y="3466"/>
                  </a:cubicBezTo>
                  <a:lnTo>
                    <a:pt x="1633" y="3466"/>
                  </a:lnTo>
                  <a:lnTo>
                    <a:pt x="1633" y="3450"/>
                  </a:lnTo>
                  <a:lnTo>
                    <a:pt x="1633" y="3434"/>
                  </a:lnTo>
                  <a:cubicBezTo>
                    <a:pt x="1516" y="3382"/>
                    <a:pt x="1431" y="3264"/>
                    <a:pt x="1447" y="3147"/>
                  </a:cubicBezTo>
                  <a:cubicBezTo>
                    <a:pt x="1463" y="3030"/>
                    <a:pt x="1463" y="2913"/>
                    <a:pt x="1463" y="2812"/>
                  </a:cubicBezTo>
                  <a:cubicBezTo>
                    <a:pt x="1463" y="2711"/>
                    <a:pt x="1447" y="2626"/>
                    <a:pt x="1463" y="2525"/>
                  </a:cubicBezTo>
                  <a:cubicBezTo>
                    <a:pt x="1463" y="2456"/>
                    <a:pt x="1447" y="2408"/>
                    <a:pt x="1415" y="2355"/>
                  </a:cubicBezTo>
                  <a:cubicBezTo>
                    <a:pt x="1229" y="2052"/>
                    <a:pt x="1043" y="1766"/>
                    <a:pt x="857" y="1479"/>
                  </a:cubicBezTo>
                  <a:lnTo>
                    <a:pt x="692" y="1228"/>
                  </a:lnTo>
                  <a:cubicBezTo>
                    <a:pt x="639" y="1144"/>
                    <a:pt x="591" y="1059"/>
                    <a:pt x="538" y="974"/>
                  </a:cubicBezTo>
                  <a:cubicBezTo>
                    <a:pt x="405" y="792"/>
                    <a:pt x="271" y="570"/>
                    <a:pt x="134" y="388"/>
                  </a:cubicBezTo>
                  <a:cubicBezTo>
                    <a:pt x="49" y="251"/>
                    <a:pt x="17" y="150"/>
                    <a:pt x="69" y="33"/>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6"/>
            <p:cNvSpPr/>
            <p:nvPr/>
          </p:nvSpPr>
          <p:spPr>
            <a:xfrm>
              <a:off x="852932" y="2087609"/>
              <a:ext cx="359656" cy="282580"/>
            </a:xfrm>
            <a:custGeom>
              <a:rect b="b" l="l" r="r" t="t"/>
              <a:pathLst>
                <a:path extrusionOk="0" h="2845" w="3621">
                  <a:moveTo>
                    <a:pt x="3604" y="1"/>
                  </a:moveTo>
                  <a:cubicBezTo>
                    <a:pt x="3588" y="1"/>
                    <a:pt x="3588" y="17"/>
                    <a:pt x="3588" y="17"/>
                  </a:cubicBezTo>
                  <a:cubicBezTo>
                    <a:pt x="3572" y="37"/>
                    <a:pt x="3572" y="53"/>
                    <a:pt x="3556" y="69"/>
                  </a:cubicBezTo>
                  <a:cubicBezTo>
                    <a:pt x="2998" y="320"/>
                    <a:pt x="2425" y="607"/>
                    <a:pt x="1920" y="861"/>
                  </a:cubicBezTo>
                  <a:cubicBezTo>
                    <a:pt x="1718" y="946"/>
                    <a:pt x="1536" y="1047"/>
                    <a:pt x="1334" y="1148"/>
                  </a:cubicBezTo>
                  <a:cubicBezTo>
                    <a:pt x="946" y="1330"/>
                    <a:pt x="558" y="1532"/>
                    <a:pt x="155" y="1718"/>
                  </a:cubicBezTo>
                  <a:cubicBezTo>
                    <a:pt x="37" y="1770"/>
                    <a:pt x="1" y="1855"/>
                    <a:pt x="1" y="1972"/>
                  </a:cubicBezTo>
                  <a:lnTo>
                    <a:pt x="1" y="2461"/>
                  </a:lnTo>
                  <a:lnTo>
                    <a:pt x="1" y="2711"/>
                  </a:lnTo>
                  <a:lnTo>
                    <a:pt x="1" y="2728"/>
                  </a:lnTo>
                  <a:cubicBezTo>
                    <a:pt x="1" y="2780"/>
                    <a:pt x="1" y="2812"/>
                    <a:pt x="37" y="2845"/>
                  </a:cubicBezTo>
                  <a:lnTo>
                    <a:pt x="54" y="2845"/>
                  </a:lnTo>
                  <a:lnTo>
                    <a:pt x="54" y="2829"/>
                  </a:lnTo>
                  <a:cubicBezTo>
                    <a:pt x="21" y="2812"/>
                    <a:pt x="21" y="2780"/>
                    <a:pt x="21" y="2728"/>
                  </a:cubicBezTo>
                  <a:lnTo>
                    <a:pt x="21" y="2711"/>
                  </a:lnTo>
                  <a:cubicBezTo>
                    <a:pt x="21" y="2627"/>
                    <a:pt x="37" y="2542"/>
                    <a:pt x="37" y="2461"/>
                  </a:cubicBezTo>
                  <a:cubicBezTo>
                    <a:pt x="37" y="2307"/>
                    <a:pt x="37" y="2138"/>
                    <a:pt x="21" y="1972"/>
                  </a:cubicBezTo>
                  <a:cubicBezTo>
                    <a:pt x="21" y="1855"/>
                    <a:pt x="54" y="1786"/>
                    <a:pt x="171" y="1734"/>
                  </a:cubicBezTo>
                  <a:cubicBezTo>
                    <a:pt x="558" y="1552"/>
                    <a:pt x="962" y="1350"/>
                    <a:pt x="1350" y="1164"/>
                  </a:cubicBezTo>
                  <a:cubicBezTo>
                    <a:pt x="1536" y="1063"/>
                    <a:pt x="1738" y="978"/>
                    <a:pt x="1920" y="877"/>
                  </a:cubicBezTo>
                  <a:cubicBezTo>
                    <a:pt x="2425" y="643"/>
                    <a:pt x="2998" y="356"/>
                    <a:pt x="3556" y="86"/>
                  </a:cubicBezTo>
                  <a:cubicBezTo>
                    <a:pt x="3588" y="69"/>
                    <a:pt x="3604" y="53"/>
                    <a:pt x="3604" y="37"/>
                  </a:cubicBezTo>
                  <a:cubicBezTo>
                    <a:pt x="3604" y="17"/>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6"/>
            <p:cNvSpPr/>
            <p:nvPr/>
          </p:nvSpPr>
          <p:spPr>
            <a:xfrm>
              <a:off x="610678" y="3202731"/>
              <a:ext cx="3675" cy="87108"/>
            </a:xfrm>
            <a:custGeom>
              <a:rect b="b" l="l" r="r" t="t"/>
              <a:pathLst>
                <a:path extrusionOk="0" h="877" w="37">
                  <a:moveTo>
                    <a:pt x="0" y="0"/>
                  </a:moveTo>
                  <a:lnTo>
                    <a:pt x="0" y="20"/>
                  </a:lnTo>
                  <a:cubicBezTo>
                    <a:pt x="16" y="186"/>
                    <a:pt x="16" y="372"/>
                    <a:pt x="0" y="541"/>
                  </a:cubicBezTo>
                  <a:lnTo>
                    <a:pt x="0" y="861"/>
                  </a:lnTo>
                  <a:lnTo>
                    <a:pt x="16" y="877"/>
                  </a:lnTo>
                  <a:cubicBezTo>
                    <a:pt x="36" y="877"/>
                    <a:pt x="36" y="861"/>
                    <a:pt x="36" y="861"/>
                  </a:cubicBezTo>
                  <a:lnTo>
                    <a:pt x="36" y="541"/>
                  </a:lnTo>
                  <a:cubicBezTo>
                    <a:pt x="36" y="372"/>
                    <a:pt x="36" y="186"/>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6"/>
            <p:cNvSpPr/>
            <p:nvPr/>
          </p:nvSpPr>
          <p:spPr>
            <a:xfrm>
              <a:off x="1645446" y="2022650"/>
              <a:ext cx="3675" cy="58701"/>
            </a:xfrm>
            <a:custGeom>
              <a:rect b="b" l="l" r="r" t="t"/>
              <a:pathLst>
                <a:path extrusionOk="0" h="591" w="37">
                  <a:moveTo>
                    <a:pt x="21" y="0"/>
                  </a:moveTo>
                  <a:cubicBezTo>
                    <a:pt x="21" y="0"/>
                    <a:pt x="0" y="0"/>
                    <a:pt x="0" y="17"/>
                  </a:cubicBezTo>
                  <a:lnTo>
                    <a:pt x="0" y="570"/>
                  </a:lnTo>
                  <a:cubicBezTo>
                    <a:pt x="0" y="590"/>
                    <a:pt x="21" y="590"/>
                    <a:pt x="21" y="590"/>
                  </a:cubicBezTo>
                  <a:cubicBezTo>
                    <a:pt x="21" y="590"/>
                    <a:pt x="37" y="590"/>
                    <a:pt x="37" y="570"/>
                  </a:cubicBezTo>
                  <a:lnTo>
                    <a:pt x="37" y="17"/>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6"/>
            <p:cNvSpPr/>
            <p:nvPr/>
          </p:nvSpPr>
          <p:spPr>
            <a:xfrm>
              <a:off x="852932" y="1908725"/>
              <a:ext cx="356477" cy="314662"/>
            </a:xfrm>
            <a:custGeom>
              <a:rect b="b" l="l" r="r" t="t"/>
              <a:pathLst>
                <a:path extrusionOk="0" h="3168" w="3589">
                  <a:moveTo>
                    <a:pt x="3556" y="0"/>
                  </a:moveTo>
                  <a:cubicBezTo>
                    <a:pt x="3402" y="85"/>
                    <a:pt x="3253" y="170"/>
                    <a:pt x="3083" y="255"/>
                  </a:cubicBezTo>
                  <a:cubicBezTo>
                    <a:pt x="2748" y="424"/>
                    <a:pt x="2392" y="606"/>
                    <a:pt x="2041" y="792"/>
                  </a:cubicBezTo>
                  <a:cubicBezTo>
                    <a:pt x="1819" y="909"/>
                    <a:pt x="1601" y="1010"/>
                    <a:pt x="1399" y="1131"/>
                  </a:cubicBezTo>
                  <a:cubicBezTo>
                    <a:pt x="979" y="1349"/>
                    <a:pt x="542" y="1568"/>
                    <a:pt x="122" y="1786"/>
                  </a:cubicBezTo>
                  <a:cubicBezTo>
                    <a:pt x="21" y="1838"/>
                    <a:pt x="21" y="1887"/>
                    <a:pt x="21" y="1971"/>
                  </a:cubicBezTo>
                  <a:cubicBezTo>
                    <a:pt x="1" y="2089"/>
                    <a:pt x="21" y="2222"/>
                    <a:pt x="21" y="2343"/>
                  </a:cubicBezTo>
                  <a:cubicBezTo>
                    <a:pt x="21" y="2545"/>
                    <a:pt x="21" y="2763"/>
                    <a:pt x="1" y="2981"/>
                  </a:cubicBezTo>
                  <a:cubicBezTo>
                    <a:pt x="1" y="2998"/>
                    <a:pt x="1" y="3030"/>
                    <a:pt x="21" y="3050"/>
                  </a:cubicBezTo>
                  <a:cubicBezTo>
                    <a:pt x="21" y="3082"/>
                    <a:pt x="37" y="3115"/>
                    <a:pt x="1" y="3151"/>
                  </a:cubicBezTo>
                  <a:lnTo>
                    <a:pt x="1" y="3167"/>
                  </a:lnTo>
                  <a:lnTo>
                    <a:pt x="21" y="3167"/>
                  </a:lnTo>
                  <a:cubicBezTo>
                    <a:pt x="70" y="3115"/>
                    <a:pt x="54" y="3082"/>
                    <a:pt x="37" y="3030"/>
                  </a:cubicBezTo>
                  <a:cubicBezTo>
                    <a:pt x="37" y="3014"/>
                    <a:pt x="21" y="2998"/>
                    <a:pt x="37" y="2981"/>
                  </a:cubicBezTo>
                  <a:cubicBezTo>
                    <a:pt x="54" y="2763"/>
                    <a:pt x="37" y="2545"/>
                    <a:pt x="37" y="2343"/>
                  </a:cubicBezTo>
                  <a:lnTo>
                    <a:pt x="37" y="1971"/>
                  </a:lnTo>
                  <a:cubicBezTo>
                    <a:pt x="37" y="1887"/>
                    <a:pt x="54" y="1854"/>
                    <a:pt x="122" y="1818"/>
                  </a:cubicBezTo>
                  <a:cubicBezTo>
                    <a:pt x="558" y="1600"/>
                    <a:pt x="979" y="1366"/>
                    <a:pt x="1399" y="1147"/>
                  </a:cubicBezTo>
                  <a:cubicBezTo>
                    <a:pt x="1617" y="1046"/>
                    <a:pt x="1839" y="929"/>
                    <a:pt x="2041" y="808"/>
                  </a:cubicBezTo>
                  <a:cubicBezTo>
                    <a:pt x="2392" y="642"/>
                    <a:pt x="2764" y="457"/>
                    <a:pt x="3099" y="271"/>
                  </a:cubicBezTo>
                  <a:cubicBezTo>
                    <a:pt x="3253" y="186"/>
                    <a:pt x="3419" y="121"/>
                    <a:pt x="3572" y="36"/>
                  </a:cubicBezTo>
                  <a:cubicBezTo>
                    <a:pt x="3588" y="36"/>
                    <a:pt x="3588" y="20"/>
                    <a:pt x="3572" y="20"/>
                  </a:cubicBezTo>
                  <a:cubicBezTo>
                    <a:pt x="3572" y="0"/>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6"/>
            <p:cNvSpPr/>
            <p:nvPr/>
          </p:nvSpPr>
          <p:spPr>
            <a:xfrm>
              <a:off x="1740897" y="1942396"/>
              <a:ext cx="169051" cy="401372"/>
            </a:xfrm>
            <a:custGeom>
              <a:rect b="b" l="l" r="r" t="t"/>
              <a:pathLst>
                <a:path extrusionOk="0" h="4041" w="1702">
                  <a:moveTo>
                    <a:pt x="1" y="0"/>
                  </a:moveTo>
                  <a:cubicBezTo>
                    <a:pt x="1" y="134"/>
                    <a:pt x="69" y="219"/>
                    <a:pt x="134" y="303"/>
                  </a:cubicBezTo>
                  <a:cubicBezTo>
                    <a:pt x="134" y="320"/>
                    <a:pt x="150" y="336"/>
                    <a:pt x="150" y="336"/>
                  </a:cubicBezTo>
                  <a:cubicBezTo>
                    <a:pt x="304" y="554"/>
                    <a:pt x="437" y="792"/>
                    <a:pt x="607" y="1059"/>
                  </a:cubicBezTo>
                  <a:cubicBezTo>
                    <a:pt x="776" y="1346"/>
                    <a:pt x="942" y="1616"/>
                    <a:pt x="1112" y="1883"/>
                  </a:cubicBezTo>
                  <a:cubicBezTo>
                    <a:pt x="1261" y="2154"/>
                    <a:pt x="1431" y="2440"/>
                    <a:pt x="1600" y="2711"/>
                  </a:cubicBezTo>
                  <a:cubicBezTo>
                    <a:pt x="1633" y="2776"/>
                    <a:pt x="1649" y="2828"/>
                    <a:pt x="1649" y="2893"/>
                  </a:cubicBezTo>
                  <a:lnTo>
                    <a:pt x="1649" y="3164"/>
                  </a:lnTo>
                  <a:cubicBezTo>
                    <a:pt x="1649" y="3317"/>
                    <a:pt x="1665" y="3483"/>
                    <a:pt x="1649" y="3652"/>
                  </a:cubicBezTo>
                  <a:cubicBezTo>
                    <a:pt x="1633" y="3802"/>
                    <a:pt x="1649" y="3923"/>
                    <a:pt x="1685" y="4040"/>
                  </a:cubicBezTo>
                  <a:lnTo>
                    <a:pt x="1701" y="4040"/>
                  </a:lnTo>
                  <a:lnTo>
                    <a:pt x="1701" y="4024"/>
                  </a:lnTo>
                  <a:cubicBezTo>
                    <a:pt x="1665" y="3923"/>
                    <a:pt x="1665" y="3802"/>
                    <a:pt x="1665" y="3652"/>
                  </a:cubicBezTo>
                  <a:cubicBezTo>
                    <a:pt x="1685" y="3483"/>
                    <a:pt x="1685" y="3317"/>
                    <a:pt x="1685" y="3164"/>
                  </a:cubicBezTo>
                  <a:lnTo>
                    <a:pt x="1685" y="2893"/>
                  </a:lnTo>
                  <a:cubicBezTo>
                    <a:pt x="1685" y="2828"/>
                    <a:pt x="1665" y="2760"/>
                    <a:pt x="1633" y="2711"/>
                  </a:cubicBezTo>
                  <a:cubicBezTo>
                    <a:pt x="1463" y="2424"/>
                    <a:pt x="1298" y="2137"/>
                    <a:pt x="1128" y="1867"/>
                  </a:cubicBezTo>
                  <a:cubicBezTo>
                    <a:pt x="958" y="1600"/>
                    <a:pt x="809" y="1330"/>
                    <a:pt x="639" y="1059"/>
                  </a:cubicBezTo>
                  <a:cubicBezTo>
                    <a:pt x="473" y="772"/>
                    <a:pt x="320" y="538"/>
                    <a:pt x="170" y="320"/>
                  </a:cubicBezTo>
                  <a:cubicBezTo>
                    <a:pt x="170" y="320"/>
                    <a:pt x="150" y="303"/>
                    <a:pt x="150" y="287"/>
                  </a:cubicBezTo>
                  <a:cubicBezTo>
                    <a:pt x="86" y="202"/>
                    <a:pt x="33" y="118"/>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6"/>
            <p:cNvSpPr/>
            <p:nvPr/>
          </p:nvSpPr>
          <p:spPr>
            <a:xfrm>
              <a:off x="1859690" y="3537357"/>
              <a:ext cx="4867" cy="66647"/>
            </a:xfrm>
            <a:custGeom>
              <a:rect b="b" l="l" r="r" t="t"/>
              <a:pathLst>
                <a:path extrusionOk="0" h="671" w="49">
                  <a:moveTo>
                    <a:pt x="33" y="0"/>
                  </a:moveTo>
                  <a:lnTo>
                    <a:pt x="33" y="16"/>
                  </a:lnTo>
                  <a:cubicBezTo>
                    <a:pt x="1" y="117"/>
                    <a:pt x="17" y="218"/>
                    <a:pt x="17" y="319"/>
                  </a:cubicBezTo>
                  <a:lnTo>
                    <a:pt x="17" y="505"/>
                  </a:lnTo>
                  <a:lnTo>
                    <a:pt x="17" y="554"/>
                  </a:lnTo>
                  <a:cubicBezTo>
                    <a:pt x="17" y="590"/>
                    <a:pt x="17" y="622"/>
                    <a:pt x="1" y="655"/>
                  </a:cubicBezTo>
                  <a:lnTo>
                    <a:pt x="1" y="671"/>
                  </a:lnTo>
                  <a:lnTo>
                    <a:pt x="17" y="671"/>
                  </a:lnTo>
                  <a:cubicBezTo>
                    <a:pt x="33" y="638"/>
                    <a:pt x="33" y="590"/>
                    <a:pt x="33" y="554"/>
                  </a:cubicBezTo>
                  <a:lnTo>
                    <a:pt x="33" y="521"/>
                  </a:lnTo>
                  <a:lnTo>
                    <a:pt x="33" y="319"/>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6"/>
            <p:cNvSpPr/>
            <p:nvPr/>
          </p:nvSpPr>
          <p:spPr>
            <a:xfrm>
              <a:off x="1139087" y="1609756"/>
              <a:ext cx="3278" cy="90386"/>
            </a:xfrm>
            <a:custGeom>
              <a:rect b="b" l="l" r="r" t="t"/>
              <a:pathLst>
                <a:path extrusionOk="0" h="910" w="33">
                  <a:moveTo>
                    <a:pt x="0" y="1"/>
                  </a:moveTo>
                  <a:lnTo>
                    <a:pt x="0" y="336"/>
                  </a:lnTo>
                  <a:cubicBezTo>
                    <a:pt x="0" y="522"/>
                    <a:pt x="0" y="708"/>
                    <a:pt x="16" y="889"/>
                  </a:cubicBezTo>
                  <a:lnTo>
                    <a:pt x="16" y="910"/>
                  </a:lnTo>
                  <a:lnTo>
                    <a:pt x="33" y="910"/>
                  </a:lnTo>
                  <a:lnTo>
                    <a:pt x="33" y="889"/>
                  </a:lnTo>
                  <a:cubicBezTo>
                    <a:pt x="16" y="708"/>
                    <a:pt x="16" y="522"/>
                    <a:pt x="16" y="336"/>
                  </a:cubicBezTo>
                  <a:cubicBezTo>
                    <a:pt x="33" y="235"/>
                    <a:pt x="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6"/>
            <p:cNvSpPr/>
            <p:nvPr/>
          </p:nvSpPr>
          <p:spPr>
            <a:xfrm>
              <a:off x="1841216" y="3227959"/>
              <a:ext cx="4966" cy="61879"/>
            </a:xfrm>
            <a:custGeom>
              <a:rect b="b" l="l" r="r" t="t"/>
              <a:pathLst>
                <a:path extrusionOk="0" h="623" w="50">
                  <a:moveTo>
                    <a:pt x="17" y="1"/>
                  </a:moveTo>
                  <a:cubicBezTo>
                    <a:pt x="1" y="102"/>
                    <a:pt x="1" y="186"/>
                    <a:pt x="1" y="287"/>
                  </a:cubicBezTo>
                  <a:cubicBezTo>
                    <a:pt x="17" y="336"/>
                    <a:pt x="17" y="388"/>
                    <a:pt x="1" y="453"/>
                  </a:cubicBezTo>
                  <a:cubicBezTo>
                    <a:pt x="1" y="473"/>
                    <a:pt x="1" y="489"/>
                    <a:pt x="17" y="506"/>
                  </a:cubicBezTo>
                  <a:cubicBezTo>
                    <a:pt x="17" y="538"/>
                    <a:pt x="17" y="574"/>
                    <a:pt x="1" y="590"/>
                  </a:cubicBezTo>
                  <a:lnTo>
                    <a:pt x="1" y="607"/>
                  </a:lnTo>
                  <a:lnTo>
                    <a:pt x="1" y="623"/>
                  </a:lnTo>
                  <a:lnTo>
                    <a:pt x="17" y="607"/>
                  </a:lnTo>
                  <a:cubicBezTo>
                    <a:pt x="33" y="574"/>
                    <a:pt x="33" y="538"/>
                    <a:pt x="33" y="506"/>
                  </a:cubicBezTo>
                  <a:lnTo>
                    <a:pt x="33" y="453"/>
                  </a:lnTo>
                  <a:lnTo>
                    <a:pt x="33" y="287"/>
                  </a:lnTo>
                  <a:cubicBezTo>
                    <a:pt x="33" y="186"/>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6"/>
            <p:cNvSpPr/>
            <p:nvPr/>
          </p:nvSpPr>
          <p:spPr>
            <a:xfrm>
              <a:off x="938451" y="2074399"/>
              <a:ext cx="6953" cy="97239"/>
            </a:xfrm>
            <a:custGeom>
              <a:rect b="b" l="l" r="r" t="t"/>
              <a:pathLst>
                <a:path extrusionOk="0" h="979" w="70">
                  <a:moveTo>
                    <a:pt x="17" y="1"/>
                  </a:moveTo>
                  <a:lnTo>
                    <a:pt x="0" y="17"/>
                  </a:lnTo>
                  <a:cubicBezTo>
                    <a:pt x="17" y="170"/>
                    <a:pt x="17" y="320"/>
                    <a:pt x="17" y="453"/>
                  </a:cubicBezTo>
                  <a:lnTo>
                    <a:pt x="17" y="724"/>
                  </a:lnTo>
                  <a:lnTo>
                    <a:pt x="17" y="808"/>
                  </a:lnTo>
                  <a:cubicBezTo>
                    <a:pt x="17" y="857"/>
                    <a:pt x="17" y="909"/>
                    <a:pt x="33" y="958"/>
                  </a:cubicBezTo>
                  <a:lnTo>
                    <a:pt x="49" y="978"/>
                  </a:lnTo>
                  <a:cubicBezTo>
                    <a:pt x="49" y="978"/>
                    <a:pt x="69" y="958"/>
                    <a:pt x="49" y="958"/>
                  </a:cubicBezTo>
                  <a:cubicBezTo>
                    <a:pt x="33" y="909"/>
                    <a:pt x="33" y="857"/>
                    <a:pt x="49" y="808"/>
                  </a:cubicBezTo>
                  <a:lnTo>
                    <a:pt x="49" y="724"/>
                  </a:lnTo>
                  <a:cubicBezTo>
                    <a:pt x="33" y="639"/>
                    <a:pt x="49" y="554"/>
                    <a:pt x="49" y="453"/>
                  </a:cubicBezTo>
                  <a:cubicBezTo>
                    <a:pt x="49" y="320"/>
                    <a:pt x="49" y="17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6"/>
            <p:cNvSpPr/>
            <p:nvPr/>
          </p:nvSpPr>
          <p:spPr>
            <a:xfrm>
              <a:off x="1944712" y="2784970"/>
              <a:ext cx="6953" cy="50258"/>
            </a:xfrm>
            <a:custGeom>
              <a:rect b="b" l="l" r="r" t="t"/>
              <a:pathLst>
                <a:path extrusionOk="0" h="506" w="70">
                  <a:moveTo>
                    <a:pt x="37" y="1"/>
                  </a:moveTo>
                  <a:cubicBezTo>
                    <a:pt x="17" y="86"/>
                    <a:pt x="17" y="166"/>
                    <a:pt x="17" y="251"/>
                  </a:cubicBezTo>
                  <a:cubicBezTo>
                    <a:pt x="17" y="336"/>
                    <a:pt x="17" y="421"/>
                    <a:pt x="1" y="490"/>
                  </a:cubicBezTo>
                  <a:cubicBezTo>
                    <a:pt x="1" y="506"/>
                    <a:pt x="1" y="506"/>
                    <a:pt x="17" y="506"/>
                  </a:cubicBezTo>
                  <a:lnTo>
                    <a:pt x="37" y="506"/>
                  </a:lnTo>
                  <a:cubicBezTo>
                    <a:pt x="53" y="421"/>
                    <a:pt x="53" y="336"/>
                    <a:pt x="53" y="251"/>
                  </a:cubicBezTo>
                  <a:cubicBezTo>
                    <a:pt x="37" y="166"/>
                    <a:pt x="37" y="86"/>
                    <a:pt x="53" y="17"/>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6"/>
            <p:cNvSpPr/>
            <p:nvPr/>
          </p:nvSpPr>
          <p:spPr>
            <a:xfrm>
              <a:off x="1792646" y="2086020"/>
              <a:ext cx="5364" cy="57112"/>
            </a:xfrm>
            <a:custGeom>
              <a:rect b="b" l="l" r="r" t="t"/>
              <a:pathLst>
                <a:path extrusionOk="0" h="575" w="54">
                  <a:moveTo>
                    <a:pt x="17" y="1"/>
                  </a:moveTo>
                  <a:lnTo>
                    <a:pt x="17" y="17"/>
                  </a:lnTo>
                  <a:cubicBezTo>
                    <a:pt x="1" y="85"/>
                    <a:pt x="1" y="154"/>
                    <a:pt x="17" y="219"/>
                  </a:cubicBezTo>
                  <a:cubicBezTo>
                    <a:pt x="17" y="336"/>
                    <a:pt x="17" y="457"/>
                    <a:pt x="1" y="558"/>
                  </a:cubicBezTo>
                  <a:lnTo>
                    <a:pt x="1" y="574"/>
                  </a:lnTo>
                  <a:lnTo>
                    <a:pt x="17" y="574"/>
                  </a:lnTo>
                  <a:lnTo>
                    <a:pt x="17" y="558"/>
                  </a:lnTo>
                  <a:cubicBezTo>
                    <a:pt x="53" y="457"/>
                    <a:pt x="33" y="336"/>
                    <a:pt x="33" y="219"/>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6"/>
            <p:cNvSpPr/>
            <p:nvPr/>
          </p:nvSpPr>
          <p:spPr>
            <a:xfrm>
              <a:off x="1765828" y="3146115"/>
              <a:ext cx="3675" cy="60290"/>
            </a:xfrm>
            <a:custGeom>
              <a:rect b="b" l="l" r="r" t="t"/>
              <a:pathLst>
                <a:path extrusionOk="0" h="607" w="37">
                  <a:moveTo>
                    <a:pt x="20" y="0"/>
                  </a:moveTo>
                  <a:lnTo>
                    <a:pt x="20" y="17"/>
                  </a:lnTo>
                  <a:cubicBezTo>
                    <a:pt x="0" y="85"/>
                    <a:pt x="0" y="166"/>
                    <a:pt x="20" y="235"/>
                  </a:cubicBezTo>
                  <a:cubicBezTo>
                    <a:pt x="20" y="352"/>
                    <a:pt x="20" y="469"/>
                    <a:pt x="0" y="590"/>
                  </a:cubicBezTo>
                  <a:lnTo>
                    <a:pt x="0" y="606"/>
                  </a:lnTo>
                  <a:lnTo>
                    <a:pt x="20" y="606"/>
                  </a:lnTo>
                  <a:lnTo>
                    <a:pt x="20" y="590"/>
                  </a:lnTo>
                  <a:cubicBezTo>
                    <a:pt x="37" y="469"/>
                    <a:pt x="37" y="352"/>
                    <a:pt x="37" y="235"/>
                  </a:cubicBezTo>
                  <a:lnTo>
                    <a:pt x="37" y="17"/>
                  </a:lnTo>
                  <a:cubicBezTo>
                    <a:pt x="37" y="17"/>
                    <a:pt x="3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6"/>
            <p:cNvSpPr/>
            <p:nvPr/>
          </p:nvSpPr>
          <p:spPr>
            <a:xfrm>
              <a:off x="1521886" y="2146211"/>
              <a:ext cx="180573" cy="342771"/>
            </a:xfrm>
            <a:custGeom>
              <a:rect b="b" l="l" r="r" t="t"/>
              <a:pathLst>
                <a:path extrusionOk="0" h="3451" w="1818">
                  <a:moveTo>
                    <a:pt x="53" y="1"/>
                  </a:moveTo>
                  <a:cubicBezTo>
                    <a:pt x="53" y="1"/>
                    <a:pt x="53" y="17"/>
                    <a:pt x="32" y="17"/>
                  </a:cubicBezTo>
                  <a:cubicBezTo>
                    <a:pt x="16" y="170"/>
                    <a:pt x="0" y="304"/>
                    <a:pt x="133" y="437"/>
                  </a:cubicBezTo>
                  <a:cubicBezTo>
                    <a:pt x="271" y="590"/>
                    <a:pt x="372" y="760"/>
                    <a:pt x="489" y="910"/>
                  </a:cubicBezTo>
                  <a:cubicBezTo>
                    <a:pt x="521" y="994"/>
                    <a:pt x="574" y="1063"/>
                    <a:pt x="638" y="1144"/>
                  </a:cubicBezTo>
                  <a:cubicBezTo>
                    <a:pt x="877" y="1483"/>
                    <a:pt x="1111" y="1835"/>
                    <a:pt x="1366" y="2174"/>
                  </a:cubicBezTo>
                  <a:lnTo>
                    <a:pt x="1382" y="2190"/>
                  </a:lnTo>
                  <a:cubicBezTo>
                    <a:pt x="1430" y="2275"/>
                    <a:pt x="1483" y="2340"/>
                    <a:pt x="1547" y="2424"/>
                  </a:cubicBezTo>
                  <a:cubicBezTo>
                    <a:pt x="1600" y="2509"/>
                    <a:pt x="1648" y="2578"/>
                    <a:pt x="1717" y="2659"/>
                  </a:cubicBezTo>
                  <a:lnTo>
                    <a:pt x="1717" y="2679"/>
                  </a:lnTo>
                  <a:cubicBezTo>
                    <a:pt x="1733" y="2711"/>
                    <a:pt x="1769" y="2727"/>
                    <a:pt x="1769" y="2744"/>
                  </a:cubicBezTo>
                  <a:lnTo>
                    <a:pt x="1769" y="2828"/>
                  </a:lnTo>
                  <a:cubicBezTo>
                    <a:pt x="1786" y="3030"/>
                    <a:pt x="1802" y="3232"/>
                    <a:pt x="1749" y="3434"/>
                  </a:cubicBezTo>
                  <a:cubicBezTo>
                    <a:pt x="1749" y="3450"/>
                    <a:pt x="1749" y="3450"/>
                    <a:pt x="1769" y="3450"/>
                  </a:cubicBezTo>
                  <a:lnTo>
                    <a:pt x="1786" y="3450"/>
                  </a:lnTo>
                  <a:cubicBezTo>
                    <a:pt x="1818" y="3232"/>
                    <a:pt x="1802" y="3030"/>
                    <a:pt x="1802" y="2828"/>
                  </a:cubicBezTo>
                  <a:cubicBezTo>
                    <a:pt x="1786" y="2796"/>
                    <a:pt x="1786" y="2780"/>
                    <a:pt x="1786" y="2744"/>
                  </a:cubicBezTo>
                  <a:cubicBezTo>
                    <a:pt x="1786" y="2727"/>
                    <a:pt x="1769" y="2695"/>
                    <a:pt x="1749" y="2659"/>
                  </a:cubicBezTo>
                  <a:lnTo>
                    <a:pt x="1733" y="2643"/>
                  </a:lnTo>
                  <a:cubicBezTo>
                    <a:pt x="1685" y="2578"/>
                    <a:pt x="1616" y="2493"/>
                    <a:pt x="1568" y="2408"/>
                  </a:cubicBezTo>
                  <a:cubicBezTo>
                    <a:pt x="1515" y="2323"/>
                    <a:pt x="1446" y="2255"/>
                    <a:pt x="1398" y="2174"/>
                  </a:cubicBezTo>
                  <a:lnTo>
                    <a:pt x="1382" y="2154"/>
                  </a:lnTo>
                  <a:cubicBezTo>
                    <a:pt x="1143" y="1818"/>
                    <a:pt x="893" y="1467"/>
                    <a:pt x="659" y="1128"/>
                  </a:cubicBezTo>
                  <a:cubicBezTo>
                    <a:pt x="606" y="1043"/>
                    <a:pt x="558" y="978"/>
                    <a:pt x="505" y="893"/>
                  </a:cubicBezTo>
                  <a:cubicBezTo>
                    <a:pt x="404" y="740"/>
                    <a:pt x="287" y="574"/>
                    <a:pt x="154" y="421"/>
                  </a:cubicBezTo>
                  <a:cubicBezTo>
                    <a:pt x="32" y="287"/>
                    <a:pt x="32"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6"/>
            <p:cNvSpPr/>
            <p:nvPr/>
          </p:nvSpPr>
          <p:spPr>
            <a:xfrm>
              <a:off x="1087339" y="2684651"/>
              <a:ext cx="6456" cy="86810"/>
            </a:xfrm>
            <a:custGeom>
              <a:rect b="b" l="l" r="r" t="t"/>
              <a:pathLst>
                <a:path extrusionOk="0" h="874" w="65">
                  <a:moveTo>
                    <a:pt x="16" y="1"/>
                  </a:moveTo>
                  <a:lnTo>
                    <a:pt x="0" y="17"/>
                  </a:lnTo>
                  <a:cubicBezTo>
                    <a:pt x="16" y="150"/>
                    <a:pt x="16" y="304"/>
                    <a:pt x="16" y="437"/>
                  </a:cubicBezTo>
                  <a:lnTo>
                    <a:pt x="16" y="692"/>
                  </a:lnTo>
                  <a:cubicBezTo>
                    <a:pt x="16" y="740"/>
                    <a:pt x="16" y="772"/>
                    <a:pt x="32" y="809"/>
                  </a:cubicBezTo>
                  <a:lnTo>
                    <a:pt x="32" y="857"/>
                  </a:lnTo>
                  <a:cubicBezTo>
                    <a:pt x="32" y="857"/>
                    <a:pt x="32" y="873"/>
                    <a:pt x="49" y="873"/>
                  </a:cubicBezTo>
                  <a:lnTo>
                    <a:pt x="65" y="857"/>
                  </a:lnTo>
                  <a:cubicBezTo>
                    <a:pt x="49" y="841"/>
                    <a:pt x="49" y="825"/>
                    <a:pt x="49" y="809"/>
                  </a:cubicBezTo>
                  <a:lnTo>
                    <a:pt x="49" y="692"/>
                  </a:lnTo>
                  <a:lnTo>
                    <a:pt x="49" y="437"/>
                  </a:lnTo>
                  <a:cubicBezTo>
                    <a:pt x="49" y="304"/>
                    <a:pt x="49" y="150"/>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6"/>
            <p:cNvSpPr/>
            <p:nvPr/>
          </p:nvSpPr>
          <p:spPr>
            <a:xfrm>
              <a:off x="1737719" y="3411710"/>
              <a:ext cx="170640" cy="244439"/>
            </a:xfrm>
            <a:custGeom>
              <a:rect b="b" l="l" r="r" t="t"/>
              <a:pathLst>
                <a:path extrusionOk="0" h="2461" w="1718">
                  <a:moveTo>
                    <a:pt x="33" y="1"/>
                  </a:moveTo>
                  <a:cubicBezTo>
                    <a:pt x="17" y="1"/>
                    <a:pt x="17" y="17"/>
                    <a:pt x="17" y="17"/>
                  </a:cubicBezTo>
                  <a:cubicBezTo>
                    <a:pt x="0" y="170"/>
                    <a:pt x="0" y="340"/>
                    <a:pt x="0" y="490"/>
                  </a:cubicBezTo>
                  <a:lnTo>
                    <a:pt x="0" y="776"/>
                  </a:lnTo>
                  <a:cubicBezTo>
                    <a:pt x="0" y="825"/>
                    <a:pt x="17" y="845"/>
                    <a:pt x="49" y="861"/>
                  </a:cubicBezTo>
                  <a:cubicBezTo>
                    <a:pt x="49" y="861"/>
                    <a:pt x="65" y="861"/>
                    <a:pt x="65" y="877"/>
                  </a:cubicBezTo>
                  <a:cubicBezTo>
                    <a:pt x="352" y="1128"/>
                    <a:pt x="639" y="1398"/>
                    <a:pt x="926" y="1685"/>
                  </a:cubicBezTo>
                  <a:cubicBezTo>
                    <a:pt x="990" y="1754"/>
                    <a:pt x="1059" y="1819"/>
                    <a:pt x="1128" y="1887"/>
                  </a:cubicBezTo>
                  <a:cubicBezTo>
                    <a:pt x="1293" y="2037"/>
                    <a:pt x="1447" y="2190"/>
                    <a:pt x="1616" y="2340"/>
                  </a:cubicBezTo>
                  <a:cubicBezTo>
                    <a:pt x="1649" y="2376"/>
                    <a:pt x="1665" y="2408"/>
                    <a:pt x="1681" y="2461"/>
                  </a:cubicBezTo>
                  <a:lnTo>
                    <a:pt x="1697" y="2461"/>
                  </a:lnTo>
                  <a:cubicBezTo>
                    <a:pt x="1717" y="2461"/>
                    <a:pt x="1717" y="2461"/>
                    <a:pt x="1717" y="2441"/>
                  </a:cubicBezTo>
                  <a:cubicBezTo>
                    <a:pt x="1697" y="2408"/>
                    <a:pt x="1665" y="2360"/>
                    <a:pt x="1632" y="2324"/>
                  </a:cubicBezTo>
                  <a:cubicBezTo>
                    <a:pt x="1463" y="2174"/>
                    <a:pt x="1313" y="2021"/>
                    <a:pt x="1144" y="1871"/>
                  </a:cubicBezTo>
                  <a:cubicBezTo>
                    <a:pt x="1075" y="1802"/>
                    <a:pt x="1010" y="1734"/>
                    <a:pt x="942" y="1669"/>
                  </a:cubicBezTo>
                  <a:cubicBezTo>
                    <a:pt x="655" y="1382"/>
                    <a:pt x="368" y="1112"/>
                    <a:pt x="81" y="845"/>
                  </a:cubicBezTo>
                  <a:cubicBezTo>
                    <a:pt x="81" y="845"/>
                    <a:pt x="65" y="845"/>
                    <a:pt x="65" y="825"/>
                  </a:cubicBezTo>
                  <a:cubicBezTo>
                    <a:pt x="33" y="809"/>
                    <a:pt x="17" y="809"/>
                    <a:pt x="17" y="776"/>
                  </a:cubicBezTo>
                  <a:cubicBezTo>
                    <a:pt x="33" y="692"/>
                    <a:pt x="33" y="591"/>
                    <a:pt x="17" y="490"/>
                  </a:cubicBezTo>
                  <a:cubicBezTo>
                    <a:pt x="17" y="340"/>
                    <a:pt x="17" y="187"/>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6"/>
            <p:cNvSpPr/>
            <p:nvPr/>
          </p:nvSpPr>
          <p:spPr>
            <a:xfrm>
              <a:off x="1923059" y="2985606"/>
              <a:ext cx="147398" cy="279401"/>
            </a:xfrm>
            <a:custGeom>
              <a:rect b="b" l="l" r="r" t="t"/>
              <a:pathLst>
                <a:path extrusionOk="0" h="2813" w="1484">
                  <a:moveTo>
                    <a:pt x="1" y="1"/>
                  </a:moveTo>
                  <a:lnTo>
                    <a:pt x="1" y="17"/>
                  </a:lnTo>
                  <a:cubicBezTo>
                    <a:pt x="17" y="166"/>
                    <a:pt x="102" y="267"/>
                    <a:pt x="187" y="368"/>
                  </a:cubicBezTo>
                  <a:cubicBezTo>
                    <a:pt x="219" y="405"/>
                    <a:pt x="255" y="437"/>
                    <a:pt x="288" y="489"/>
                  </a:cubicBezTo>
                  <a:cubicBezTo>
                    <a:pt x="574" y="857"/>
                    <a:pt x="861" y="1229"/>
                    <a:pt x="1144" y="1580"/>
                  </a:cubicBezTo>
                  <a:cubicBezTo>
                    <a:pt x="1229" y="1681"/>
                    <a:pt x="1314" y="1782"/>
                    <a:pt x="1399" y="1883"/>
                  </a:cubicBezTo>
                  <a:cubicBezTo>
                    <a:pt x="1431" y="1952"/>
                    <a:pt x="1447" y="2020"/>
                    <a:pt x="1447" y="2105"/>
                  </a:cubicBezTo>
                  <a:cubicBezTo>
                    <a:pt x="1431" y="2222"/>
                    <a:pt x="1431" y="2356"/>
                    <a:pt x="1431" y="2473"/>
                  </a:cubicBezTo>
                  <a:cubicBezTo>
                    <a:pt x="1431" y="2525"/>
                    <a:pt x="1447" y="2590"/>
                    <a:pt x="1431" y="2643"/>
                  </a:cubicBezTo>
                  <a:cubicBezTo>
                    <a:pt x="1431" y="2659"/>
                    <a:pt x="1447" y="2675"/>
                    <a:pt x="1447" y="2675"/>
                  </a:cubicBezTo>
                  <a:cubicBezTo>
                    <a:pt x="1447" y="2727"/>
                    <a:pt x="1447" y="2760"/>
                    <a:pt x="1415" y="2792"/>
                  </a:cubicBezTo>
                  <a:lnTo>
                    <a:pt x="1415" y="2812"/>
                  </a:lnTo>
                  <a:lnTo>
                    <a:pt x="1431" y="2812"/>
                  </a:lnTo>
                  <a:cubicBezTo>
                    <a:pt x="1467" y="2776"/>
                    <a:pt x="1467" y="2727"/>
                    <a:pt x="1467" y="2675"/>
                  </a:cubicBezTo>
                  <a:lnTo>
                    <a:pt x="1467" y="2643"/>
                  </a:lnTo>
                  <a:lnTo>
                    <a:pt x="1467" y="2473"/>
                  </a:lnTo>
                  <a:lnTo>
                    <a:pt x="1467" y="2105"/>
                  </a:lnTo>
                  <a:cubicBezTo>
                    <a:pt x="1483" y="2020"/>
                    <a:pt x="1467" y="1952"/>
                    <a:pt x="1415" y="1867"/>
                  </a:cubicBezTo>
                  <a:cubicBezTo>
                    <a:pt x="1330" y="1766"/>
                    <a:pt x="1245" y="1665"/>
                    <a:pt x="1164" y="1564"/>
                  </a:cubicBezTo>
                  <a:cubicBezTo>
                    <a:pt x="877" y="1213"/>
                    <a:pt x="591" y="841"/>
                    <a:pt x="304" y="469"/>
                  </a:cubicBezTo>
                  <a:cubicBezTo>
                    <a:pt x="271" y="421"/>
                    <a:pt x="235" y="388"/>
                    <a:pt x="219" y="352"/>
                  </a:cubicBezTo>
                  <a:cubicBezTo>
                    <a:pt x="118" y="251"/>
                    <a:pt x="33" y="15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6"/>
            <p:cNvSpPr/>
            <p:nvPr/>
          </p:nvSpPr>
          <p:spPr>
            <a:xfrm>
              <a:off x="1088928" y="3528914"/>
              <a:ext cx="4867" cy="97140"/>
            </a:xfrm>
            <a:custGeom>
              <a:rect b="b" l="l" r="r" t="t"/>
              <a:pathLst>
                <a:path extrusionOk="0" h="978" w="49">
                  <a:moveTo>
                    <a:pt x="16" y="0"/>
                  </a:moveTo>
                  <a:cubicBezTo>
                    <a:pt x="0" y="0"/>
                    <a:pt x="0" y="16"/>
                    <a:pt x="0" y="16"/>
                  </a:cubicBezTo>
                  <a:cubicBezTo>
                    <a:pt x="16" y="170"/>
                    <a:pt x="16" y="319"/>
                    <a:pt x="16" y="453"/>
                  </a:cubicBezTo>
                  <a:lnTo>
                    <a:pt x="16" y="740"/>
                  </a:lnTo>
                  <a:lnTo>
                    <a:pt x="16" y="808"/>
                  </a:lnTo>
                  <a:cubicBezTo>
                    <a:pt x="16" y="857"/>
                    <a:pt x="16" y="909"/>
                    <a:pt x="33" y="958"/>
                  </a:cubicBezTo>
                  <a:lnTo>
                    <a:pt x="49" y="978"/>
                  </a:lnTo>
                  <a:lnTo>
                    <a:pt x="49" y="958"/>
                  </a:lnTo>
                  <a:cubicBezTo>
                    <a:pt x="33" y="909"/>
                    <a:pt x="33" y="857"/>
                    <a:pt x="49" y="808"/>
                  </a:cubicBezTo>
                  <a:lnTo>
                    <a:pt x="49" y="740"/>
                  </a:lnTo>
                  <a:cubicBezTo>
                    <a:pt x="33" y="639"/>
                    <a:pt x="33" y="554"/>
                    <a:pt x="49" y="453"/>
                  </a:cubicBezTo>
                  <a:cubicBezTo>
                    <a:pt x="49" y="319"/>
                    <a:pt x="49" y="170"/>
                    <a:pt x="33" y="16"/>
                  </a:cubicBez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6"/>
            <p:cNvSpPr/>
            <p:nvPr/>
          </p:nvSpPr>
          <p:spPr>
            <a:xfrm>
              <a:off x="702554" y="2373764"/>
              <a:ext cx="5264" cy="66647"/>
            </a:xfrm>
            <a:custGeom>
              <a:rect b="b" l="l" r="r" t="t"/>
              <a:pathLst>
                <a:path extrusionOk="0" h="671" w="53">
                  <a:moveTo>
                    <a:pt x="36" y="0"/>
                  </a:moveTo>
                  <a:cubicBezTo>
                    <a:pt x="20" y="0"/>
                    <a:pt x="20" y="16"/>
                    <a:pt x="20" y="16"/>
                  </a:cubicBezTo>
                  <a:lnTo>
                    <a:pt x="20" y="267"/>
                  </a:lnTo>
                  <a:cubicBezTo>
                    <a:pt x="20" y="388"/>
                    <a:pt x="0" y="537"/>
                    <a:pt x="36" y="671"/>
                  </a:cubicBezTo>
                  <a:lnTo>
                    <a:pt x="53" y="671"/>
                  </a:lnTo>
                  <a:lnTo>
                    <a:pt x="53" y="655"/>
                  </a:lnTo>
                  <a:cubicBezTo>
                    <a:pt x="36" y="521"/>
                    <a:pt x="36" y="388"/>
                    <a:pt x="36" y="267"/>
                  </a:cubicBezTo>
                  <a:cubicBezTo>
                    <a:pt x="36" y="186"/>
                    <a:pt x="53" y="101"/>
                    <a:pt x="36" y="16"/>
                  </a:cubicBez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6"/>
            <p:cNvSpPr/>
            <p:nvPr/>
          </p:nvSpPr>
          <p:spPr>
            <a:xfrm>
              <a:off x="1521886" y="1412398"/>
              <a:ext cx="203914" cy="463053"/>
            </a:xfrm>
            <a:custGeom>
              <a:rect b="b" l="l" r="r" t="t"/>
              <a:pathLst>
                <a:path extrusionOk="0" h="4662" w="2053">
                  <a:moveTo>
                    <a:pt x="16" y="0"/>
                  </a:moveTo>
                  <a:cubicBezTo>
                    <a:pt x="16" y="16"/>
                    <a:pt x="0" y="16"/>
                    <a:pt x="0" y="16"/>
                  </a:cubicBezTo>
                  <a:cubicBezTo>
                    <a:pt x="32" y="117"/>
                    <a:pt x="53" y="218"/>
                    <a:pt x="32" y="303"/>
                  </a:cubicBezTo>
                  <a:lnTo>
                    <a:pt x="32" y="925"/>
                  </a:lnTo>
                  <a:lnTo>
                    <a:pt x="32" y="1244"/>
                  </a:lnTo>
                  <a:cubicBezTo>
                    <a:pt x="32" y="1297"/>
                    <a:pt x="53" y="1345"/>
                    <a:pt x="85" y="1382"/>
                  </a:cubicBezTo>
                  <a:cubicBezTo>
                    <a:pt x="170" y="1531"/>
                    <a:pt x="271" y="1701"/>
                    <a:pt x="372" y="1866"/>
                  </a:cubicBezTo>
                  <a:cubicBezTo>
                    <a:pt x="505" y="2089"/>
                    <a:pt x="659" y="2323"/>
                    <a:pt x="792" y="2557"/>
                  </a:cubicBezTo>
                  <a:cubicBezTo>
                    <a:pt x="893" y="2727"/>
                    <a:pt x="994" y="2897"/>
                    <a:pt x="1079" y="3046"/>
                  </a:cubicBezTo>
                  <a:cubicBezTo>
                    <a:pt x="1265" y="3365"/>
                    <a:pt x="1467" y="3704"/>
                    <a:pt x="1669" y="4007"/>
                  </a:cubicBezTo>
                  <a:cubicBezTo>
                    <a:pt x="1701" y="4056"/>
                    <a:pt x="1733" y="4125"/>
                    <a:pt x="1749" y="4173"/>
                  </a:cubicBezTo>
                  <a:cubicBezTo>
                    <a:pt x="1818" y="4290"/>
                    <a:pt x="1887" y="4411"/>
                    <a:pt x="1988" y="4512"/>
                  </a:cubicBezTo>
                  <a:cubicBezTo>
                    <a:pt x="2004" y="4529"/>
                    <a:pt x="2004" y="4561"/>
                    <a:pt x="2004" y="4593"/>
                  </a:cubicBezTo>
                  <a:cubicBezTo>
                    <a:pt x="2020" y="4613"/>
                    <a:pt x="2020" y="4630"/>
                    <a:pt x="2020" y="4646"/>
                  </a:cubicBezTo>
                  <a:lnTo>
                    <a:pt x="2036" y="4662"/>
                  </a:lnTo>
                  <a:lnTo>
                    <a:pt x="2036" y="4646"/>
                  </a:lnTo>
                  <a:lnTo>
                    <a:pt x="2052" y="4646"/>
                  </a:lnTo>
                  <a:cubicBezTo>
                    <a:pt x="2036" y="4630"/>
                    <a:pt x="2036" y="4613"/>
                    <a:pt x="2036" y="4593"/>
                  </a:cubicBezTo>
                  <a:cubicBezTo>
                    <a:pt x="2036" y="4545"/>
                    <a:pt x="2020" y="4512"/>
                    <a:pt x="2004" y="4476"/>
                  </a:cubicBezTo>
                  <a:cubicBezTo>
                    <a:pt x="1903" y="4391"/>
                    <a:pt x="1834" y="4274"/>
                    <a:pt x="1786" y="4157"/>
                  </a:cubicBezTo>
                  <a:cubicBezTo>
                    <a:pt x="1749" y="4108"/>
                    <a:pt x="1717" y="4056"/>
                    <a:pt x="1685" y="3987"/>
                  </a:cubicBezTo>
                  <a:cubicBezTo>
                    <a:pt x="1483" y="3684"/>
                    <a:pt x="1297" y="3349"/>
                    <a:pt x="1111" y="3030"/>
                  </a:cubicBezTo>
                  <a:cubicBezTo>
                    <a:pt x="1010" y="2876"/>
                    <a:pt x="909" y="2711"/>
                    <a:pt x="808" y="2541"/>
                  </a:cubicBezTo>
                  <a:cubicBezTo>
                    <a:pt x="675" y="2307"/>
                    <a:pt x="537" y="2068"/>
                    <a:pt x="388" y="1850"/>
                  </a:cubicBezTo>
                  <a:cubicBezTo>
                    <a:pt x="303" y="1685"/>
                    <a:pt x="202" y="1531"/>
                    <a:pt x="101" y="1361"/>
                  </a:cubicBezTo>
                  <a:cubicBezTo>
                    <a:pt x="85" y="1329"/>
                    <a:pt x="69" y="1297"/>
                    <a:pt x="69" y="1244"/>
                  </a:cubicBezTo>
                  <a:lnTo>
                    <a:pt x="69" y="925"/>
                  </a:lnTo>
                  <a:cubicBezTo>
                    <a:pt x="53" y="723"/>
                    <a:pt x="53" y="505"/>
                    <a:pt x="69" y="303"/>
                  </a:cubicBezTo>
                  <a:cubicBezTo>
                    <a:pt x="69" y="202"/>
                    <a:pt x="69" y="117"/>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6"/>
            <p:cNvSpPr/>
            <p:nvPr/>
          </p:nvSpPr>
          <p:spPr>
            <a:xfrm>
              <a:off x="1617337" y="2151475"/>
              <a:ext cx="1689" cy="56615"/>
            </a:xfrm>
            <a:custGeom>
              <a:rect b="b" l="l" r="r" t="t"/>
              <a:pathLst>
                <a:path extrusionOk="0" h="570" w="17">
                  <a:moveTo>
                    <a:pt x="1" y="0"/>
                  </a:moveTo>
                  <a:lnTo>
                    <a:pt x="1" y="16"/>
                  </a:lnTo>
                  <a:lnTo>
                    <a:pt x="1" y="554"/>
                  </a:lnTo>
                  <a:lnTo>
                    <a:pt x="1" y="570"/>
                  </a:lnTo>
                  <a:cubicBezTo>
                    <a:pt x="17" y="570"/>
                    <a:pt x="17" y="554"/>
                    <a:pt x="17" y="554"/>
                  </a:cubicBezTo>
                  <a:lnTo>
                    <a:pt x="17" y="16"/>
                  </a:lnTo>
                  <a:cubicBezTo>
                    <a:pt x="17" y="0"/>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6"/>
            <p:cNvSpPr/>
            <p:nvPr/>
          </p:nvSpPr>
          <p:spPr>
            <a:xfrm>
              <a:off x="1336446" y="2402171"/>
              <a:ext cx="6555" cy="92074"/>
            </a:xfrm>
            <a:custGeom>
              <a:rect b="b" l="l" r="r" t="t"/>
              <a:pathLst>
                <a:path extrusionOk="0" h="927" w="66">
                  <a:moveTo>
                    <a:pt x="33" y="1"/>
                  </a:moveTo>
                  <a:cubicBezTo>
                    <a:pt x="17" y="1"/>
                    <a:pt x="17" y="1"/>
                    <a:pt x="17" y="17"/>
                  </a:cubicBezTo>
                  <a:cubicBezTo>
                    <a:pt x="1" y="33"/>
                    <a:pt x="17" y="49"/>
                    <a:pt x="17" y="66"/>
                  </a:cubicBezTo>
                  <a:cubicBezTo>
                    <a:pt x="33" y="82"/>
                    <a:pt x="33" y="82"/>
                    <a:pt x="33" y="102"/>
                  </a:cubicBezTo>
                  <a:lnTo>
                    <a:pt x="33" y="304"/>
                  </a:lnTo>
                  <a:cubicBezTo>
                    <a:pt x="17" y="506"/>
                    <a:pt x="17" y="708"/>
                    <a:pt x="33" y="910"/>
                  </a:cubicBezTo>
                  <a:lnTo>
                    <a:pt x="49" y="926"/>
                  </a:lnTo>
                  <a:lnTo>
                    <a:pt x="65" y="910"/>
                  </a:lnTo>
                  <a:cubicBezTo>
                    <a:pt x="33" y="708"/>
                    <a:pt x="49" y="506"/>
                    <a:pt x="49" y="304"/>
                  </a:cubicBezTo>
                  <a:lnTo>
                    <a:pt x="49" y="102"/>
                  </a:lnTo>
                  <a:lnTo>
                    <a:pt x="49" y="49"/>
                  </a:lnTo>
                  <a:cubicBezTo>
                    <a:pt x="33" y="33"/>
                    <a:pt x="33" y="33"/>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6"/>
            <p:cNvSpPr/>
            <p:nvPr/>
          </p:nvSpPr>
          <p:spPr>
            <a:xfrm>
              <a:off x="1185969" y="2127736"/>
              <a:ext cx="4966" cy="87207"/>
            </a:xfrm>
            <a:custGeom>
              <a:rect b="b" l="l" r="r" t="t"/>
              <a:pathLst>
                <a:path extrusionOk="0" h="878" w="50">
                  <a:moveTo>
                    <a:pt x="17" y="1"/>
                  </a:moveTo>
                  <a:cubicBezTo>
                    <a:pt x="1" y="1"/>
                    <a:pt x="1" y="17"/>
                    <a:pt x="1" y="17"/>
                  </a:cubicBezTo>
                  <a:cubicBezTo>
                    <a:pt x="17" y="170"/>
                    <a:pt x="17" y="304"/>
                    <a:pt x="17" y="441"/>
                  </a:cubicBezTo>
                  <a:lnTo>
                    <a:pt x="17" y="708"/>
                  </a:lnTo>
                  <a:lnTo>
                    <a:pt x="17" y="744"/>
                  </a:lnTo>
                  <a:cubicBezTo>
                    <a:pt x="17" y="793"/>
                    <a:pt x="17" y="825"/>
                    <a:pt x="33" y="861"/>
                  </a:cubicBezTo>
                  <a:lnTo>
                    <a:pt x="33" y="877"/>
                  </a:lnTo>
                  <a:lnTo>
                    <a:pt x="49" y="877"/>
                  </a:lnTo>
                  <a:lnTo>
                    <a:pt x="49" y="845"/>
                  </a:lnTo>
                  <a:cubicBezTo>
                    <a:pt x="33" y="825"/>
                    <a:pt x="33" y="793"/>
                    <a:pt x="33" y="744"/>
                  </a:cubicBezTo>
                  <a:lnTo>
                    <a:pt x="33" y="708"/>
                  </a:lnTo>
                  <a:lnTo>
                    <a:pt x="33" y="441"/>
                  </a:lnTo>
                  <a:cubicBezTo>
                    <a:pt x="33" y="304"/>
                    <a:pt x="49" y="15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6"/>
            <p:cNvSpPr/>
            <p:nvPr/>
          </p:nvSpPr>
          <p:spPr>
            <a:xfrm>
              <a:off x="669181" y="1928788"/>
              <a:ext cx="147398" cy="210668"/>
            </a:xfrm>
            <a:custGeom>
              <a:rect b="b" l="l" r="r" t="t"/>
              <a:pathLst>
                <a:path extrusionOk="0" h="2121" w="1484">
                  <a:moveTo>
                    <a:pt x="1467" y="0"/>
                  </a:moveTo>
                  <a:cubicBezTo>
                    <a:pt x="1346" y="85"/>
                    <a:pt x="1213" y="137"/>
                    <a:pt x="1096" y="202"/>
                  </a:cubicBezTo>
                  <a:cubicBezTo>
                    <a:pt x="1027" y="238"/>
                    <a:pt x="942" y="271"/>
                    <a:pt x="877" y="323"/>
                  </a:cubicBezTo>
                  <a:cubicBezTo>
                    <a:pt x="639" y="457"/>
                    <a:pt x="389" y="574"/>
                    <a:pt x="170" y="707"/>
                  </a:cubicBezTo>
                  <a:lnTo>
                    <a:pt x="102" y="743"/>
                  </a:lnTo>
                  <a:cubicBezTo>
                    <a:pt x="53" y="760"/>
                    <a:pt x="17" y="792"/>
                    <a:pt x="17" y="861"/>
                  </a:cubicBezTo>
                  <a:cubicBezTo>
                    <a:pt x="33" y="994"/>
                    <a:pt x="33" y="1131"/>
                    <a:pt x="33" y="1265"/>
                  </a:cubicBezTo>
                  <a:cubicBezTo>
                    <a:pt x="17" y="1515"/>
                    <a:pt x="17" y="1786"/>
                    <a:pt x="33" y="2040"/>
                  </a:cubicBezTo>
                  <a:cubicBezTo>
                    <a:pt x="33" y="2072"/>
                    <a:pt x="17" y="2072"/>
                    <a:pt x="17" y="2089"/>
                  </a:cubicBezTo>
                  <a:lnTo>
                    <a:pt x="1" y="2105"/>
                  </a:lnTo>
                  <a:lnTo>
                    <a:pt x="1" y="2121"/>
                  </a:lnTo>
                  <a:lnTo>
                    <a:pt x="17" y="2121"/>
                  </a:lnTo>
                  <a:lnTo>
                    <a:pt x="33" y="2105"/>
                  </a:lnTo>
                  <a:cubicBezTo>
                    <a:pt x="53" y="2089"/>
                    <a:pt x="53" y="2072"/>
                    <a:pt x="53" y="2040"/>
                  </a:cubicBezTo>
                  <a:lnTo>
                    <a:pt x="53" y="1265"/>
                  </a:lnTo>
                  <a:lnTo>
                    <a:pt x="53" y="861"/>
                  </a:lnTo>
                  <a:cubicBezTo>
                    <a:pt x="53" y="808"/>
                    <a:pt x="70" y="792"/>
                    <a:pt x="118" y="760"/>
                  </a:cubicBezTo>
                  <a:lnTo>
                    <a:pt x="170" y="727"/>
                  </a:lnTo>
                  <a:cubicBezTo>
                    <a:pt x="405" y="606"/>
                    <a:pt x="659" y="473"/>
                    <a:pt x="877" y="339"/>
                  </a:cubicBezTo>
                  <a:cubicBezTo>
                    <a:pt x="962" y="303"/>
                    <a:pt x="1027" y="271"/>
                    <a:pt x="1112" y="222"/>
                  </a:cubicBezTo>
                  <a:cubicBezTo>
                    <a:pt x="1229" y="170"/>
                    <a:pt x="1366" y="101"/>
                    <a:pt x="1483" y="20"/>
                  </a:cubicBezTo>
                  <a:lnTo>
                    <a:pt x="14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6"/>
            <p:cNvSpPr/>
            <p:nvPr/>
          </p:nvSpPr>
          <p:spPr>
            <a:xfrm>
              <a:off x="1409946" y="2295993"/>
              <a:ext cx="10131" cy="74196"/>
            </a:xfrm>
            <a:custGeom>
              <a:rect b="b" l="l" r="r" t="t"/>
              <a:pathLst>
                <a:path extrusionOk="0" h="747" w="102">
                  <a:moveTo>
                    <a:pt x="81" y="0"/>
                  </a:moveTo>
                  <a:cubicBezTo>
                    <a:pt x="76" y="0"/>
                    <a:pt x="69" y="7"/>
                    <a:pt x="69" y="7"/>
                  </a:cubicBezTo>
                  <a:cubicBezTo>
                    <a:pt x="16" y="125"/>
                    <a:pt x="32" y="242"/>
                    <a:pt x="32" y="363"/>
                  </a:cubicBezTo>
                  <a:lnTo>
                    <a:pt x="32" y="496"/>
                  </a:lnTo>
                  <a:cubicBezTo>
                    <a:pt x="32" y="529"/>
                    <a:pt x="32" y="565"/>
                    <a:pt x="16" y="597"/>
                  </a:cubicBezTo>
                  <a:cubicBezTo>
                    <a:pt x="16" y="646"/>
                    <a:pt x="0" y="698"/>
                    <a:pt x="16" y="747"/>
                  </a:cubicBezTo>
                  <a:lnTo>
                    <a:pt x="32" y="747"/>
                  </a:lnTo>
                  <a:lnTo>
                    <a:pt x="32" y="731"/>
                  </a:lnTo>
                  <a:cubicBezTo>
                    <a:pt x="16" y="698"/>
                    <a:pt x="32" y="646"/>
                    <a:pt x="49" y="597"/>
                  </a:cubicBezTo>
                  <a:cubicBezTo>
                    <a:pt x="49" y="565"/>
                    <a:pt x="69" y="529"/>
                    <a:pt x="69" y="496"/>
                  </a:cubicBezTo>
                  <a:lnTo>
                    <a:pt x="69" y="363"/>
                  </a:lnTo>
                  <a:cubicBezTo>
                    <a:pt x="49" y="242"/>
                    <a:pt x="49" y="125"/>
                    <a:pt x="101" y="24"/>
                  </a:cubicBezTo>
                  <a:cubicBezTo>
                    <a:pt x="101" y="7"/>
                    <a:pt x="101" y="7"/>
                    <a:pt x="85" y="7"/>
                  </a:cubicBezTo>
                  <a:cubicBezTo>
                    <a:pt x="85" y="2"/>
                    <a:pt x="83"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6"/>
            <p:cNvSpPr/>
            <p:nvPr/>
          </p:nvSpPr>
          <p:spPr>
            <a:xfrm>
              <a:off x="1819563" y="3202731"/>
              <a:ext cx="4966" cy="62277"/>
            </a:xfrm>
            <a:custGeom>
              <a:rect b="b" l="l" r="r" t="t"/>
              <a:pathLst>
                <a:path extrusionOk="0" h="627" w="50">
                  <a:moveTo>
                    <a:pt x="33" y="0"/>
                  </a:moveTo>
                  <a:lnTo>
                    <a:pt x="17" y="20"/>
                  </a:lnTo>
                  <a:cubicBezTo>
                    <a:pt x="1" y="101"/>
                    <a:pt x="1" y="202"/>
                    <a:pt x="17" y="303"/>
                  </a:cubicBezTo>
                  <a:lnTo>
                    <a:pt x="17" y="473"/>
                  </a:lnTo>
                  <a:lnTo>
                    <a:pt x="17" y="525"/>
                  </a:lnTo>
                  <a:cubicBezTo>
                    <a:pt x="17" y="558"/>
                    <a:pt x="17" y="574"/>
                    <a:pt x="1" y="606"/>
                  </a:cubicBezTo>
                  <a:lnTo>
                    <a:pt x="1" y="626"/>
                  </a:lnTo>
                  <a:lnTo>
                    <a:pt x="17" y="626"/>
                  </a:lnTo>
                  <a:cubicBezTo>
                    <a:pt x="49" y="590"/>
                    <a:pt x="33" y="558"/>
                    <a:pt x="33" y="525"/>
                  </a:cubicBezTo>
                  <a:lnTo>
                    <a:pt x="33" y="473"/>
                  </a:lnTo>
                  <a:lnTo>
                    <a:pt x="33" y="303"/>
                  </a:lnTo>
                  <a:cubicBezTo>
                    <a:pt x="33" y="202"/>
                    <a:pt x="33" y="121"/>
                    <a:pt x="49" y="20"/>
                  </a:cubicBezTo>
                  <a:cubicBezTo>
                    <a:pt x="49" y="2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6"/>
            <p:cNvSpPr/>
            <p:nvPr/>
          </p:nvSpPr>
          <p:spPr>
            <a:xfrm>
              <a:off x="1521886" y="1283573"/>
              <a:ext cx="203914" cy="446665"/>
            </a:xfrm>
            <a:custGeom>
              <a:rect b="b" l="l" r="r" t="t"/>
              <a:pathLst>
                <a:path extrusionOk="0" h="4497" w="2053">
                  <a:moveTo>
                    <a:pt x="53" y="0"/>
                  </a:moveTo>
                  <a:cubicBezTo>
                    <a:pt x="0" y="33"/>
                    <a:pt x="16" y="85"/>
                    <a:pt x="32" y="134"/>
                  </a:cubicBezTo>
                  <a:lnTo>
                    <a:pt x="32" y="186"/>
                  </a:lnTo>
                  <a:lnTo>
                    <a:pt x="32" y="437"/>
                  </a:lnTo>
                  <a:lnTo>
                    <a:pt x="32" y="760"/>
                  </a:lnTo>
                  <a:cubicBezTo>
                    <a:pt x="16" y="925"/>
                    <a:pt x="101" y="1063"/>
                    <a:pt x="170" y="1180"/>
                  </a:cubicBezTo>
                  <a:cubicBezTo>
                    <a:pt x="186" y="1196"/>
                    <a:pt x="202" y="1228"/>
                    <a:pt x="218" y="1265"/>
                  </a:cubicBezTo>
                  <a:cubicBezTo>
                    <a:pt x="707" y="2121"/>
                    <a:pt x="1228" y="3046"/>
                    <a:pt x="1870" y="4141"/>
                  </a:cubicBezTo>
                  <a:cubicBezTo>
                    <a:pt x="1887" y="4173"/>
                    <a:pt x="1903" y="4194"/>
                    <a:pt x="1919" y="4226"/>
                  </a:cubicBezTo>
                  <a:cubicBezTo>
                    <a:pt x="1971" y="4311"/>
                    <a:pt x="2020" y="4375"/>
                    <a:pt x="2036" y="4476"/>
                  </a:cubicBezTo>
                  <a:cubicBezTo>
                    <a:pt x="2036" y="4496"/>
                    <a:pt x="2036" y="4496"/>
                    <a:pt x="2052" y="4496"/>
                  </a:cubicBezTo>
                  <a:lnTo>
                    <a:pt x="2052" y="4476"/>
                  </a:lnTo>
                  <a:cubicBezTo>
                    <a:pt x="2052" y="4375"/>
                    <a:pt x="2004" y="4294"/>
                    <a:pt x="1951" y="4210"/>
                  </a:cubicBezTo>
                  <a:cubicBezTo>
                    <a:pt x="1935" y="4194"/>
                    <a:pt x="1919" y="4157"/>
                    <a:pt x="1903" y="4141"/>
                  </a:cubicBezTo>
                  <a:cubicBezTo>
                    <a:pt x="1265" y="3030"/>
                    <a:pt x="723" y="2105"/>
                    <a:pt x="234" y="1245"/>
                  </a:cubicBezTo>
                  <a:cubicBezTo>
                    <a:pt x="218" y="1212"/>
                    <a:pt x="202" y="1196"/>
                    <a:pt x="186" y="1164"/>
                  </a:cubicBezTo>
                  <a:cubicBezTo>
                    <a:pt x="117" y="1043"/>
                    <a:pt x="53" y="925"/>
                    <a:pt x="53" y="760"/>
                  </a:cubicBezTo>
                  <a:cubicBezTo>
                    <a:pt x="69" y="659"/>
                    <a:pt x="69" y="538"/>
                    <a:pt x="69" y="437"/>
                  </a:cubicBezTo>
                  <a:lnTo>
                    <a:pt x="69" y="186"/>
                  </a:lnTo>
                  <a:cubicBezTo>
                    <a:pt x="69" y="170"/>
                    <a:pt x="53" y="134"/>
                    <a:pt x="53" y="117"/>
                  </a:cubicBezTo>
                  <a:cubicBezTo>
                    <a:pt x="32" y="85"/>
                    <a:pt x="32"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6"/>
            <p:cNvSpPr/>
            <p:nvPr/>
          </p:nvSpPr>
          <p:spPr>
            <a:xfrm>
              <a:off x="1841216" y="2161507"/>
              <a:ext cx="4966" cy="60290"/>
            </a:xfrm>
            <a:custGeom>
              <a:rect b="b" l="l" r="r" t="t"/>
              <a:pathLst>
                <a:path extrusionOk="0" h="607" w="50">
                  <a:moveTo>
                    <a:pt x="33" y="0"/>
                  </a:moveTo>
                  <a:lnTo>
                    <a:pt x="17" y="16"/>
                  </a:lnTo>
                  <a:cubicBezTo>
                    <a:pt x="1" y="101"/>
                    <a:pt x="1" y="202"/>
                    <a:pt x="1" y="283"/>
                  </a:cubicBezTo>
                  <a:cubicBezTo>
                    <a:pt x="17" y="335"/>
                    <a:pt x="17" y="384"/>
                    <a:pt x="1" y="453"/>
                  </a:cubicBezTo>
                  <a:cubicBezTo>
                    <a:pt x="1" y="469"/>
                    <a:pt x="1" y="485"/>
                    <a:pt x="17" y="485"/>
                  </a:cubicBezTo>
                  <a:cubicBezTo>
                    <a:pt x="17" y="521"/>
                    <a:pt x="17" y="554"/>
                    <a:pt x="1" y="570"/>
                  </a:cubicBezTo>
                  <a:lnTo>
                    <a:pt x="1" y="586"/>
                  </a:lnTo>
                  <a:lnTo>
                    <a:pt x="1" y="606"/>
                  </a:lnTo>
                  <a:lnTo>
                    <a:pt x="17" y="586"/>
                  </a:lnTo>
                  <a:cubicBezTo>
                    <a:pt x="33" y="554"/>
                    <a:pt x="33" y="521"/>
                    <a:pt x="33" y="485"/>
                  </a:cubicBezTo>
                  <a:lnTo>
                    <a:pt x="33" y="453"/>
                  </a:lnTo>
                  <a:lnTo>
                    <a:pt x="33" y="283"/>
                  </a:lnTo>
                  <a:cubicBezTo>
                    <a:pt x="33" y="202"/>
                    <a:pt x="33" y="101"/>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6"/>
            <p:cNvSpPr/>
            <p:nvPr/>
          </p:nvSpPr>
          <p:spPr>
            <a:xfrm>
              <a:off x="1530229" y="1639852"/>
              <a:ext cx="170640" cy="351213"/>
            </a:xfrm>
            <a:custGeom>
              <a:rect b="b" l="l" r="r" t="t"/>
              <a:pathLst>
                <a:path extrusionOk="0" h="3536" w="1718">
                  <a:moveTo>
                    <a:pt x="1" y="1"/>
                  </a:moveTo>
                  <a:lnTo>
                    <a:pt x="1" y="17"/>
                  </a:lnTo>
                  <a:cubicBezTo>
                    <a:pt x="86" y="102"/>
                    <a:pt x="134" y="182"/>
                    <a:pt x="187" y="283"/>
                  </a:cubicBezTo>
                  <a:cubicBezTo>
                    <a:pt x="203" y="320"/>
                    <a:pt x="219" y="352"/>
                    <a:pt x="251" y="384"/>
                  </a:cubicBezTo>
                  <a:cubicBezTo>
                    <a:pt x="405" y="639"/>
                    <a:pt x="554" y="909"/>
                    <a:pt x="708" y="1160"/>
                  </a:cubicBezTo>
                  <a:cubicBezTo>
                    <a:pt x="793" y="1313"/>
                    <a:pt x="878" y="1447"/>
                    <a:pt x="958" y="1580"/>
                  </a:cubicBezTo>
                  <a:cubicBezTo>
                    <a:pt x="1197" y="1984"/>
                    <a:pt x="1431" y="2356"/>
                    <a:pt x="1649" y="2727"/>
                  </a:cubicBezTo>
                  <a:cubicBezTo>
                    <a:pt x="1665" y="2727"/>
                    <a:pt x="1665" y="2743"/>
                    <a:pt x="1665" y="2743"/>
                  </a:cubicBezTo>
                  <a:cubicBezTo>
                    <a:pt x="1685" y="2760"/>
                    <a:pt x="1702" y="2776"/>
                    <a:pt x="1702" y="2792"/>
                  </a:cubicBezTo>
                  <a:lnTo>
                    <a:pt x="1702" y="3010"/>
                  </a:lnTo>
                  <a:lnTo>
                    <a:pt x="1702" y="3467"/>
                  </a:lnTo>
                  <a:cubicBezTo>
                    <a:pt x="1702" y="3483"/>
                    <a:pt x="1685" y="3483"/>
                    <a:pt x="1685" y="3483"/>
                  </a:cubicBezTo>
                  <a:lnTo>
                    <a:pt x="1665" y="3499"/>
                  </a:lnTo>
                  <a:lnTo>
                    <a:pt x="1665" y="3515"/>
                  </a:lnTo>
                  <a:lnTo>
                    <a:pt x="1685" y="3535"/>
                  </a:lnTo>
                  <a:lnTo>
                    <a:pt x="1685" y="3515"/>
                  </a:lnTo>
                  <a:lnTo>
                    <a:pt x="1702" y="3499"/>
                  </a:lnTo>
                  <a:cubicBezTo>
                    <a:pt x="1702" y="3499"/>
                    <a:pt x="1718" y="3483"/>
                    <a:pt x="1718" y="3467"/>
                  </a:cubicBezTo>
                  <a:lnTo>
                    <a:pt x="1718" y="3010"/>
                  </a:lnTo>
                  <a:lnTo>
                    <a:pt x="1718" y="2792"/>
                  </a:lnTo>
                  <a:cubicBezTo>
                    <a:pt x="1718" y="2760"/>
                    <a:pt x="1702" y="2743"/>
                    <a:pt x="1685" y="2727"/>
                  </a:cubicBezTo>
                  <a:lnTo>
                    <a:pt x="1685" y="2707"/>
                  </a:lnTo>
                  <a:cubicBezTo>
                    <a:pt x="1463" y="2356"/>
                    <a:pt x="1229" y="1968"/>
                    <a:pt x="995" y="1580"/>
                  </a:cubicBezTo>
                  <a:cubicBezTo>
                    <a:pt x="910" y="1431"/>
                    <a:pt x="825" y="1293"/>
                    <a:pt x="740" y="1160"/>
                  </a:cubicBezTo>
                  <a:cubicBezTo>
                    <a:pt x="591" y="889"/>
                    <a:pt x="437" y="639"/>
                    <a:pt x="272" y="368"/>
                  </a:cubicBezTo>
                  <a:cubicBezTo>
                    <a:pt x="251" y="336"/>
                    <a:pt x="235" y="304"/>
                    <a:pt x="203" y="267"/>
                  </a:cubicBezTo>
                  <a:cubicBezTo>
                    <a:pt x="150" y="166"/>
                    <a:pt x="102" y="8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6"/>
            <p:cNvSpPr/>
            <p:nvPr/>
          </p:nvSpPr>
          <p:spPr>
            <a:xfrm>
              <a:off x="987021" y="1690011"/>
              <a:ext cx="6456" cy="96842"/>
            </a:xfrm>
            <a:custGeom>
              <a:rect b="b" l="l" r="r" t="t"/>
              <a:pathLst>
                <a:path extrusionOk="0" h="975" w="65">
                  <a:moveTo>
                    <a:pt x="16" y="1"/>
                  </a:moveTo>
                  <a:cubicBezTo>
                    <a:pt x="0" y="1"/>
                    <a:pt x="0" y="1"/>
                    <a:pt x="0" y="17"/>
                  </a:cubicBezTo>
                  <a:cubicBezTo>
                    <a:pt x="16" y="166"/>
                    <a:pt x="16" y="336"/>
                    <a:pt x="16" y="505"/>
                  </a:cubicBezTo>
                  <a:lnTo>
                    <a:pt x="16" y="808"/>
                  </a:lnTo>
                  <a:lnTo>
                    <a:pt x="16" y="841"/>
                  </a:lnTo>
                  <a:cubicBezTo>
                    <a:pt x="16" y="873"/>
                    <a:pt x="16" y="926"/>
                    <a:pt x="49" y="958"/>
                  </a:cubicBezTo>
                  <a:lnTo>
                    <a:pt x="49" y="974"/>
                  </a:lnTo>
                  <a:lnTo>
                    <a:pt x="65" y="958"/>
                  </a:lnTo>
                  <a:lnTo>
                    <a:pt x="65" y="942"/>
                  </a:lnTo>
                  <a:cubicBezTo>
                    <a:pt x="33" y="909"/>
                    <a:pt x="33" y="873"/>
                    <a:pt x="49" y="841"/>
                  </a:cubicBezTo>
                  <a:lnTo>
                    <a:pt x="49" y="808"/>
                  </a:lnTo>
                  <a:cubicBezTo>
                    <a:pt x="33" y="707"/>
                    <a:pt x="33" y="606"/>
                    <a:pt x="49" y="505"/>
                  </a:cubicBezTo>
                  <a:cubicBezTo>
                    <a:pt x="49" y="336"/>
                    <a:pt x="49" y="166"/>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6"/>
            <p:cNvSpPr/>
            <p:nvPr/>
          </p:nvSpPr>
          <p:spPr>
            <a:xfrm>
              <a:off x="1035591" y="3209485"/>
              <a:ext cx="4867" cy="91975"/>
            </a:xfrm>
            <a:custGeom>
              <a:rect b="b" l="l" r="r" t="t"/>
              <a:pathLst>
                <a:path extrusionOk="0" h="926" w="49">
                  <a:moveTo>
                    <a:pt x="16" y="1"/>
                  </a:moveTo>
                  <a:cubicBezTo>
                    <a:pt x="0" y="1"/>
                    <a:pt x="0" y="17"/>
                    <a:pt x="0" y="17"/>
                  </a:cubicBezTo>
                  <a:cubicBezTo>
                    <a:pt x="16" y="154"/>
                    <a:pt x="16" y="288"/>
                    <a:pt x="16" y="405"/>
                  </a:cubicBezTo>
                  <a:lnTo>
                    <a:pt x="16" y="623"/>
                  </a:lnTo>
                  <a:lnTo>
                    <a:pt x="16" y="825"/>
                  </a:lnTo>
                  <a:lnTo>
                    <a:pt x="16" y="910"/>
                  </a:lnTo>
                  <a:cubicBezTo>
                    <a:pt x="16" y="910"/>
                    <a:pt x="16" y="926"/>
                    <a:pt x="32" y="926"/>
                  </a:cubicBezTo>
                  <a:lnTo>
                    <a:pt x="32" y="910"/>
                  </a:lnTo>
                  <a:lnTo>
                    <a:pt x="32" y="825"/>
                  </a:lnTo>
                  <a:cubicBezTo>
                    <a:pt x="32" y="760"/>
                    <a:pt x="49" y="692"/>
                    <a:pt x="32" y="623"/>
                  </a:cubicBezTo>
                  <a:lnTo>
                    <a:pt x="32" y="405"/>
                  </a:lnTo>
                  <a:cubicBezTo>
                    <a:pt x="49" y="288"/>
                    <a:pt x="49" y="154"/>
                    <a:pt x="32" y="17"/>
                  </a:cubicBezTo>
                  <a:cubicBezTo>
                    <a:pt x="32"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6"/>
            <p:cNvSpPr/>
            <p:nvPr/>
          </p:nvSpPr>
          <p:spPr>
            <a:xfrm>
              <a:off x="1792646" y="2873667"/>
              <a:ext cx="5364" cy="50258"/>
            </a:xfrm>
            <a:custGeom>
              <a:rect b="b" l="l" r="r" t="t"/>
              <a:pathLst>
                <a:path extrusionOk="0" h="506" w="54">
                  <a:moveTo>
                    <a:pt x="17" y="1"/>
                  </a:moveTo>
                  <a:cubicBezTo>
                    <a:pt x="1" y="81"/>
                    <a:pt x="1" y="166"/>
                    <a:pt x="17" y="251"/>
                  </a:cubicBezTo>
                  <a:cubicBezTo>
                    <a:pt x="17" y="336"/>
                    <a:pt x="17" y="421"/>
                    <a:pt x="1" y="485"/>
                  </a:cubicBezTo>
                  <a:lnTo>
                    <a:pt x="1" y="506"/>
                  </a:lnTo>
                  <a:lnTo>
                    <a:pt x="17" y="506"/>
                  </a:lnTo>
                  <a:cubicBezTo>
                    <a:pt x="53" y="421"/>
                    <a:pt x="33" y="336"/>
                    <a:pt x="33" y="251"/>
                  </a:cubicBezTo>
                  <a:cubicBezTo>
                    <a:pt x="33" y="166"/>
                    <a:pt x="33" y="81"/>
                    <a:pt x="53" y="17"/>
                  </a:cubicBezTo>
                  <a:cubicBezTo>
                    <a:pt x="53" y="1"/>
                    <a:pt x="5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6"/>
            <p:cNvSpPr/>
            <p:nvPr/>
          </p:nvSpPr>
          <p:spPr>
            <a:xfrm>
              <a:off x="936861" y="2276624"/>
              <a:ext cx="4867" cy="55423"/>
            </a:xfrm>
            <a:custGeom>
              <a:rect b="b" l="l" r="r" t="t"/>
              <a:pathLst>
                <a:path extrusionOk="0" h="558" w="49">
                  <a:moveTo>
                    <a:pt x="16" y="1"/>
                  </a:moveTo>
                  <a:lnTo>
                    <a:pt x="0" y="17"/>
                  </a:lnTo>
                  <a:cubicBezTo>
                    <a:pt x="16" y="85"/>
                    <a:pt x="16" y="154"/>
                    <a:pt x="0" y="219"/>
                  </a:cubicBezTo>
                  <a:cubicBezTo>
                    <a:pt x="0" y="320"/>
                    <a:pt x="0" y="437"/>
                    <a:pt x="16" y="558"/>
                  </a:cubicBezTo>
                  <a:lnTo>
                    <a:pt x="33" y="558"/>
                  </a:lnTo>
                  <a:cubicBezTo>
                    <a:pt x="49" y="558"/>
                    <a:pt x="49" y="558"/>
                    <a:pt x="49" y="538"/>
                  </a:cubicBezTo>
                  <a:cubicBezTo>
                    <a:pt x="33" y="437"/>
                    <a:pt x="33" y="320"/>
                    <a:pt x="33" y="219"/>
                  </a:cubicBezTo>
                  <a:lnTo>
                    <a:pt x="33" y="17"/>
                  </a:lnTo>
                  <a:cubicBezTo>
                    <a:pt x="33" y="17"/>
                    <a:pt x="33"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6"/>
            <p:cNvSpPr/>
            <p:nvPr/>
          </p:nvSpPr>
          <p:spPr>
            <a:xfrm>
              <a:off x="1819563" y="3495640"/>
              <a:ext cx="4966" cy="66647"/>
            </a:xfrm>
            <a:custGeom>
              <a:rect b="b" l="l" r="r" t="t"/>
              <a:pathLst>
                <a:path extrusionOk="0" h="671" w="50">
                  <a:moveTo>
                    <a:pt x="33" y="0"/>
                  </a:moveTo>
                  <a:lnTo>
                    <a:pt x="17" y="16"/>
                  </a:lnTo>
                  <a:cubicBezTo>
                    <a:pt x="1" y="117"/>
                    <a:pt x="1" y="218"/>
                    <a:pt x="17" y="335"/>
                  </a:cubicBezTo>
                  <a:lnTo>
                    <a:pt x="17" y="521"/>
                  </a:lnTo>
                  <a:lnTo>
                    <a:pt x="17" y="570"/>
                  </a:lnTo>
                  <a:cubicBezTo>
                    <a:pt x="17" y="606"/>
                    <a:pt x="17" y="638"/>
                    <a:pt x="1" y="654"/>
                  </a:cubicBezTo>
                  <a:lnTo>
                    <a:pt x="1" y="671"/>
                  </a:lnTo>
                  <a:lnTo>
                    <a:pt x="17" y="671"/>
                  </a:lnTo>
                  <a:cubicBezTo>
                    <a:pt x="49" y="638"/>
                    <a:pt x="33" y="606"/>
                    <a:pt x="33" y="570"/>
                  </a:cubicBezTo>
                  <a:lnTo>
                    <a:pt x="33" y="521"/>
                  </a:lnTo>
                  <a:lnTo>
                    <a:pt x="33" y="335"/>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6"/>
            <p:cNvSpPr/>
            <p:nvPr/>
          </p:nvSpPr>
          <p:spPr>
            <a:xfrm>
              <a:off x="608990" y="2243351"/>
              <a:ext cx="5364" cy="85122"/>
            </a:xfrm>
            <a:custGeom>
              <a:rect b="b" l="l" r="r" t="t"/>
              <a:pathLst>
                <a:path extrusionOk="0" h="857" w="54">
                  <a:moveTo>
                    <a:pt x="1" y="0"/>
                  </a:moveTo>
                  <a:lnTo>
                    <a:pt x="1" y="16"/>
                  </a:lnTo>
                  <a:cubicBezTo>
                    <a:pt x="17" y="150"/>
                    <a:pt x="17" y="303"/>
                    <a:pt x="17" y="437"/>
                  </a:cubicBezTo>
                  <a:cubicBezTo>
                    <a:pt x="17" y="521"/>
                    <a:pt x="1" y="606"/>
                    <a:pt x="17" y="671"/>
                  </a:cubicBezTo>
                  <a:lnTo>
                    <a:pt x="17" y="792"/>
                  </a:lnTo>
                  <a:lnTo>
                    <a:pt x="17" y="840"/>
                  </a:lnTo>
                  <a:lnTo>
                    <a:pt x="17" y="857"/>
                  </a:lnTo>
                  <a:cubicBezTo>
                    <a:pt x="33" y="857"/>
                    <a:pt x="33" y="840"/>
                    <a:pt x="33" y="840"/>
                  </a:cubicBezTo>
                  <a:lnTo>
                    <a:pt x="33" y="792"/>
                  </a:lnTo>
                  <a:lnTo>
                    <a:pt x="33" y="671"/>
                  </a:lnTo>
                  <a:lnTo>
                    <a:pt x="33" y="437"/>
                  </a:lnTo>
                  <a:cubicBezTo>
                    <a:pt x="33" y="303"/>
                    <a:pt x="53" y="150"/>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6"/>
            <p:cNvSpPr/>
            <p:nvPr/>
          </p:nvSpPr>
          <p:spPr>
            <a:xfrm>
              <a:off x="851343" y="2955511"/>
              <a:ext cx="354789" cy="250895"/>
            </a:xfrm>
            <a:custGeom>
              <a:rect b="b" l="l" r="r" t="t"/>
              <a:pathLst>
                <a:path extrusionOk="0" h="2526" w="3572">
                  <a:moveTo>
                    <a:pt x="3552" y="1"/>
                  </a:moveTo>
                  <a:cubicBezTo>
                    <a:pt x="2946" y="219"/>
                    <a:pt x="2340" y="437"/>
                    <a:pt x="1887" y="623"/>
                  </a:cubicBezTo>
                  <a:cubicBezTo>
                    <a:pt x="1532" y="756"/>
                    <a:pt x="1148" y="893"/>
                    <a:pt x="793" y="1027"/>
                  </a:cubicBezTo>
                  <a:cubicBezTo>
                    <a:pt x="643" y="1075"/>
                    <a:pt x="506" y="1128"/>
                    <a:pt x="356" y="1176"/>
                  </a:cubicBezTo>
                  <a:cubicBezTo>
                    <a:pt x="271" y="1213"/>
                    <a:pt x="171" y="1245"/>
                    <a:pt x="86" y="1277"/>
                  </a:cubicBezTo>
                  <a:cubicBezTo>
                    <a:pt x="37" y="1297"/>
                    <a:pt x="1" y="1346"/>
                    <a:pt x="1" y="1415"/>
                  </a:cubicBezTo>
                  <a:lnTo>
                    <a:pt x="1" y="2105"/>
                  </a:lnTo>
                  <a:lnTo>
                    <a:pt x="1" y="2441"/>
                  </a:lnTo>
                  <a:cubicBezTo>
                    <a:pt x="1" y="2457"/>
                    <a:pt x="1" y="2473"/>
                    <a:pt x="17" y="2489"/>
                  </a:cubicBezTo>
                  <a:lnTo>
                    <a:pt x="17" y="2509"/>
                  </a:lnTo>
                  <a:cubicBezTo>
                    <a:pt x="17" y="2509"/>
                    <a:pt x="17" y="2525"/>
                    <a:pt x="37" y="2525"/>
                  </a:cubicBezTo>
                  <a:cubicBezTo>
                    <a:pt x="37" y="2525"/>
                    <a:pt x="53" y="2509"/>
                    <a:pt x="37" y="2509"/>
                  </a:cubicBezTo>
                  <a:lnTo>
                    <a:pt x="37" y="2473"/>
                  </a:lnTo>
                  <a:lnTo>
                    <a:pt x="37" y="2441"/>
                  </a:lnTo>
                  <a:lnTo>
                    <a:pt x="37" y="2105"/>
                  </a:lnTo>
                  <a:lnTo>
                    <a:pt x="37" y="1415"/>
                  </a:lnTo>
                  <a:cubicBezTo>
                    <a:pt x="37" y="1346"/>
                    <a:pt x="53" y="1330"/>
                    <a:pt x="102" y="1297"/>
                  </a:cubicBezTo>
                  <a:cubicBezTo>
                    <a:pt x="187" y="1277"/>
                    <a:pt x="271" y="1245"/>
                    <a:pt x="372" y="1213"/>
                  </a:cubicBezTo>
                  <a:cubicBezTo>
                    <a:pt x="522" y="1160"/>
                    <a:pt x="659" y="1112"/>
                    <a:pt x="809" y="1043"/>
                  </a:cubicBezTo>
                  <a:cubicBezTo>
                    <a:pt x="1164" y="926"/>
                    <a:pt x="1532" y="772"/>
                    <a:pt x="1904" y="639"/>
                  </a:cubicBezTo>
                  <a:cubicBezTo>
                    <a:pt x="2360" y="469"/>
                    <a:pt x="2946" y="235"/>
                    <a:pt x="3572" y="17"/>
                  </a:cubicBezTo>
                  <a:lnTo>
                    <a:pt x="35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6"/>
            <p:cNvSpPr/>
            <p:nvPr/>
          </p:nvSpPr>
          <p:spPr>
            <a:xfrm>
              <a:off x="1841216" y="3077482"/>
              <a:ext cx="4966" cy="61879"/>
            </a:xfrm>
            <a:custGeom>
              <a:rect b="b" l="l" r="r" t="t"/>
              <a:pathLst>
                <a:path extrusionOk="0" h="623" w="50">
                  <a:moveTo>
                    <a:pt x="17" y="1"/>
                  </a:moveTo>
                  <a:cubicBezTo>
                    <a:pt x="1" y="102"/>
                    <a:pt x="1" y="203"/>
                    <a:pt x="1" y="288"/>
                  </a:cubicBezTo>
                  <a:cubicBezTo>
                    <a:pt x="17" y="352"/>
                    <a:pt x="17" y="405"/>
                    <a:pt x="1" y="473"/>
                  </a:cubicBezTo>
                  <a:cubicBezTo>
                    <a:pt x="1" y="490"/>
                    <a:pt x="1" y="506"/>
                    <a:pt x="17" y="506"/>
                  </a:cubicBezTo>
                  <a:cubicBezTo>
                    <a:pt x="17" y="538"/>
                    <a:pt x="17" y="574"/>
                    <a:pt x="1" y="590"/>
                  </a:cubicBezTo>
                  <a:lnTo>
                    <a:pt x="1" y="607"/>
                  </a:lnTo>
                  <a:lnTo>
                    <a:pt x="1" y="623"/>
                  </a:lnTo>
                  <a:lnTo>
                    <a:pt x="17" y="607"/>
                  </a:lnTo>
                  <a:cubicBezTo>
                    <a:pt x="33" y="574"/>
                    <a:pt x="33" y="538"/>
                    <a:pt x="33" y="506"/>
                  </a:cubicBezTo>
                  <a:lnTo>
                    <a:pt x="33" y="473"/>
                  </a:lnTo>
                  <a:lnTo>
                    <a:pt x="33" y="288"/>
                  </a:lnTo>
                  <a:cubicBezTo>
                    <a:pt x="33" y="203"/>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6"/>
            <p:cNvSpPr/>
            <p:nvPr/>
          </p:nvSpPr>
          <p:spPr>
            <a:xfrm>
              <a:off x="1670675" y="2714747"/>
              <a:ext cx="6953" cy="58701"/>
            </a:xfrm>
            <a:custGeom>
              <a:rect b="b" l="l" r="r" t="t"/>
              <a:pathLst>
                <a:path extrusionOk="0" h="591" w="70">
                  <a:moveTo>
                    <a:pt x="49" y="1"/>
                  </a:moveTo>
                  <a:cubicBezTo>
                    <a:pt x="49" y="1"/>
                    <a:pt x="33" y="1"/>
                    <a:pt x="33" y="17"/>
                  </a:cubicBezTo>
                  <a:cubicBezTo>
                    <a:pt x="17" y="102"/>
                    <a:pt x="17" y="187"/>
                    <a:pt x="17" y="267"/>
                  </a:cubicBezTo>
                  <a:cubicBezTo>
                    <a:pt x="17" y="320"/>
                    <a:pt x="33" y="368"/>
                    <a:pt x="17" y="437"/>
                  </a:cubicBezTo>
                  <a:lnTo>
                    <a:pt x="17" y="490"/>
                  </a:lnTo>
                  <a:cubicBezTo>
                    <a:pt x="17" y="522"/>
                    <a:pt x="33" y="538"/>
                    <a:pt x="17" y="570"/>
                  </a:cubicBezTo>
                  <a:cubicBezTo>
                    <a:pt x="1" y="570"/>
                    <a:pt x="17" y="591"/>
                    <a:pt x="17" y="591"/>
                  </a:cubicBezTo>
                  <a:lnTo>
                    <a:pt x="33" y="591"/>
                  </a:lnTo>
                  <a:cubicBezTo>
                    <a:pt x="49" y="554"/>
                    <a:pt x="49" y="522"/>
                    <a:pt x="49" y="469"/>
                  </a:cubicBezTo>
                  <a:lnTo>
                    <a:pt x="49" y="437"/>
                  </a:lnTo>
                  <a:lnTo>
                    <a:pt x="49" y="267"/>
                  </a:lnTo>
                  <a:cubicBezTo>
                    <a:pt x="49" y="187"/>
                    <a:pt x="49" y="102"/>
                    <a:pt x="70" y="17"/>
                  </a:cubicBezTo>
                  <a:cubicBezTo>
                    <a:pt x="70" y="17"/>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6"/>
            <p:cNvSpPr/>
            <p:nvPr/>
          </p:nvSpPr>
          <p:spPr>
            <a:xfrm>
              <a:off x="687655" y="1785065"/>
              <a:ext cx="125348" cy="165873"/>
            </a:xfrm>
            <a:custGeom>
              <a:rect b="b" l="l" r="r" t="t"/>
              <a:pathLst>
                <a:path extrusionOk="0" h="1670" w="1262">
                  <a:moveTo>
                    <a:pt x="1245" y="1"/>
                  </a:moveTo>
                  <a:cubicBezTo>
                    <a:pt x="1180" y="33"/>
                    <a:pt x="1128" y="70"/>
                    <a:pt x="1059" y="86"/>
                  </a:cubicBezTo>
                  <a:cubicBezTo>
                    <a:pt x="926" y="171"/>
                    <a:pt x="792" y="235"/>
                    <a:pt x="655" y="304"/>
                  </a:cubicBezTo>
                  <a:lnTo>
                    <a:pt x="405" y="457"/>
                  </a:lnTo>
                  <a:cubicBezTo>
                    <a:pt x="304" y="522"/>
                    <a:pt x="203" y="575"/>
                    <a:pt x="102" y="623"/>
                  </a:cubicBezTo>
                  <a:lnTo>
                    <a:pt x="85" y="639"/>
                  </a:lnTo>
                  <a:cubicBezTo>
                    <a:pt x="49" y="659"/>
                    <a:pt x="1" y="692"/>
                    <a:pt x="1" y="740"/>
                  </a:cubicBezTo>
                  <a:lnTo>
                    <a:pt x="1" y="1063"/>
                  </a:lnTo>
                  <a:cubicBezTo>
                    <a:pt x="1" y="1265"/>
                    <a:pt x="1" y="1467"/>
                    <a:pt x="17" y="1669"/>
                  </a:cubicBezTo>
                  <a:lnTo>
                    <a:pt x="33" y="1669"/>
                  </a:lnTo>
                  <a:cubicBezTo>
                    <a:pt x="33" y="1669"/>
                    <a:pt x="49" y="1669"/>
                    <a:pt x="49" y="1649"/>
                  </a:cubicBezTo>
                  <a:cubicBezTo>
                    <a:pt x="17" y="1467"/>
                    <a:pt x="33" y="1265"/>
                    <a:pt x="33" y="1063"/>
                  </a:cubicBezTo>
                  <a:lnTo>
                    <a:pt x="33" y="740"/>
                  </a:lnTo>
                  <a:cubicBezTo>
                    <a:pt x="33" y="708"/>
                    <a:pt x="49" y="692"/>
                    <a:pt x="102" y="659"/>
                  </a:cubicBezTo>
                  <a:lnTo>
                    <a:pt x="118" y="659"/>
                  </a:lnTo>
                  <a:cubicBezTo>
                    <a:pt x="219" y="607"/>
                    <a:pt x="320" y="538"/>
                    <a:pt x="421" y="490"/>
                  </a:cubicBezTo>
                  <a:lnTo>
                    <a:pt x="675" y="336"/>
                  </a:lnTo>
                  <a:cubicBezTo>
                    <a:pt x="809" y="255"/>
                    <a:pt x="942" y="187"/>
                    <a:pt x="1079" y="118"/>
                  </a:cubicBezTo>
                  <a:cubicBezTo>
                    <a:pt x="1128" y="86"/>
                    <a:pt x="1196" y="53"/>
                    <a:pt x="1245" y="17"/>
                  </a:cubicBezTo>
                  <a:cubicBezTo>
                    <a:pt x="1261" y="17"/>
                    <a:pt x="1261" y="17"/>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6"/>
            <p:cNvSpPr/>
            <p:nvPr/>
          </p:nvSpPr>
          <p:spPr>
            <a:xfrm>
              <a:off x="1528640" y="2005765"/>
              <a:ext cx="177096" cy="327971"/>
            </a:xfrm>
            <a:custGeom>
              <a:rect b="b" l="l" r="r" t="t"/>
              <a:pathLst>
                <a:path extrusionOk="0" h="3302" w="1783">
                  <a:moveTo>
                    <a:pt x="33" y="1"/>
                  </a:moveTo>
                  <a:cubicBezTo>
                    <a:pt x="17" y="1"/>
                    <a:pt x="17" y="1"/>
                    <a:pt x="17" y="17"/>
                  </a:cubicBezTo>
                  <a:cubicBezTo>
                    <a:pt x="1" y="17"/>
                    <a:pt x="17" y="33"/>
                    <a:pt x="17" y="33"/>
                  </a:cubicBezTo>
                  <a:cubicBezTo>
                    <a:pt x="65" y="53"/>
                    <a:pt x="102" y="102"/>
                    <a:pt x="118" y="154"/>
                  </a:cubicBezTo>
                  <a:lnTo>
                    <a:pt x="134" y="154"/>
                  </a:lnTo>
                  <a:cubicBezTo>
                    <a:pt x="288" y="421"/>
                    <a:pt x="453" y="675"/>
                    <a:pt x="607" y="893"/>
                  </a:cubicBezTo>
                  <a:cubicBezTo>
                    <a:pt x="708" y="1027"/>
                    <a:pt x="793" y="1164"/>
                    <a:pt x="873" y="1281"/>
                  </a:cubicBezTo>
                  <a:cubicBezTo>
                    <a:pt x="1043" y="1532"/>
                    <a:pt x="1213" y="1802"/>
                    <a:pt x="1399" y="2037"/>
                  </a:cubicBezTo>
                  <a:cubicBezTo>
                    <a:pt x="1665" y="2376"/>
                    <a:pt x="1766" y="2728"/>
                    <a:pt x="1718" y="3115"/>
                  </a:cubicBezTo>
                  <a:cubicBezTo>
                    <a:pt x="1701" y="3131"/>
                    <a:pt x="1718" y="3148"/>
                    <a:pt x="1718" y="3164"/>
                  </a:cubicBezTo>
                  <a:cubicBezTo>
                    <a:pt x="1718" y="3216"/>
                    <a:pt x="1718" y="3249"/>
                    <a:pt x="1681" y="3285"/>
                  </a:cubicBezTo>
                  <a:lnTo>
                    <a:pt x="1681" y="3301"/>
                  </a:lnTo>
                  <a:lnTo>
                    <a:pt x="1701" y="3301"/>
                  </a:lnTo>
                  <a:cubicBezTo>
                    <a:pt x="1734" y="3249"/>
                    <a:pt x="1734" y="3216"/>
                    <a:pt x="1734" y="3164"/>
                  </a:cubicBezTo>
                  <a:lnTo>
                    <a:pt x="1734" y="3115"/>
                  </a:lnTo>
                  <a:cubicBezTo>
                    <a:pt x="1782" y="2711"/>
                    <a:pt x="1681" y="2356"/>
                    <a:pt x="1415" y="2021"/>
                  </a:cubicBezTo>
                  <a:cubicBezTo>
                    <a:pt x="1229" y="1786"/>
                    <a:pt x="1059" y="1516"/>
                    <a:pt x="894" y="1281"/>
                  </a:cubicBezTo>
                  <a:cubicBezTo>
                    <a:pt x="809" y="1144"/>
                    <a:pt x="724" y="1011"/>
                    <a:pt x="639" y="877"/>
                  </a:cubicBezTo>
                  <a:cubicBezTo>
                    <a:pt x="469" y="659"/>
                    <a:pt x="304" y="405"/>
                    <a:pt x="150" y="154"/>
                  </a:cubicBezTo>
                  <a:lnTo>
                    <a:pt x="150" y="134"/>
                  </a:lnTo>
                  <a:cubicBezTo>
                    <a:pt x="118" y="86"/>
                    <a:pt x="86" y="3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6"/>
            <p:cNvSpPr/>
            <p:nvPr/>
          </p:nvSpPr>
          <p:spPr>
            <a:xfrm>
              <a:off x="1247848" y="3051558"/>
              <a:ext cx="168952" cy="186532"/>
            </a:xfrm>
            <a:custGeom>
              <a:rect b="b" l="l" r="r" t="t"/>
              <a:pathLst>
                <a:path extrusionOk="0" h="1878" w="1701">
                  <a:moveTo>
                    <a:pt x="1686" y="0"/>
                  </a:moveTo>
                  <a:cubicBezTo>
                    <a:pt x="1683" y="0"/>
                    <a:pt x="1681" y="2"/>
                    <a:pt x="1681" y="7"/>
                  </a:cubicBezTo>
                  <a:lnTo>
                    <a:pt x="1313" y="128"/>
                  </a:lnTo>
                  <a:cubicBezTo>
                    <a:pt x="994" y="246"/>
                    <a:pt x="671" y="363"/>
                    <a:pt x="351" y="480"/>
                  </a:cubicBezTo>
                  <a:cubicBezTo>
                    <a:pt x="267" y="512"/>
                    <a:pt x="186" y="532"/>
                    <a:pt x="85" y="565"/>
                  </a:cubicBezTo>
                  <a:cubicBezTo>
                    <a:pt x="49" y="581"/>
                    <a:pt x="0" y="597"/>
                    <a:pt x="16" y="682"/>
                  </a:cubicBezTo>
                  <a:lnTo>
                    <a:pt x="16" y="1118"/>
                  </a:lnTo>
                  <a:cubicBezTo>
                    <a:pt x="16" y="1340"/>
                    <a:pt x="0" y="1575"/>
                    <a:pt x="16" y="1793"/>
                  </a:cubicBezTo>
                  <a:lnTo>
                    <a:pt x="16" y="1825"/>
                  </a:lnTo>
                  <a:cubicBezTo>
                    <a:pt x="0" y="1845"/>
                    <a:pt x="0" y="1845"/>
                    <a:pt x="0" y="1861"/>
                  </a:cubicBezTo>
                  <a:lnTo>
                    <a:pt x="0" y="1878"/>
                  </a:lnTo>
                  <a:lnTo>
                    <a:pt x="16" y="1878"/>
                  </a:lnTo>
                  <a:lnTo>
                    <a:pt x="16" y="1861"/>
                  </a:lnTo>
                  <a:cubicBezTo>
                    <a:pt x="32" y="1861"/>
                    <a:pt x="32" y="1861"/>
                    <a:pt x="32" y="1845"/>
                  </a:cubicBezTo>
                  <a:cubicBezTo>
                    <a:pt x="49" y="1825"/>
                    <a:pt x="49" y="1809"/>
                    <a:pt x="49" y="1793"/>
                  </a:cubicBezTo>
                  <a:cubicBezTo>
                    <a:pt x="32" y="1575"/>
                    <a:pt x="32" y="1340"/>
                    <a:pt x="32" y="1118"/>
                  </a:cubicBezTo>
                  <a:lnTo>
                    <a:pt x="32" y="682"/>
                  </a:lnTo>
                  <a:cubicBezTo>
                    <a:pt x="32" y="633"/>
                    <a:pt x="49" y="613"/>
                    <a:pt x="101" y="597"/>
                  </a:cubicBezTo>
                  <a:cubicBezTo>
                    <a:pt x="186" y="565"/>
                    <a:pt x="267" y="532"/>
                    <a:pt x="368" y="496"/>
                  </a:cubicBezTo>
                  <a:cubicBezTo>
                    <a:pt x="691" y="379"/>
                    <a:pt x="994" y="278"/>
                    <a:pt x="1313" y="161"/>
                  </a:cubicBezTo>
                  <a:lnTo>
                    <a:pt x="1681" y="27"/>
                  </a:lnTo>
                  <a:cubicBezTo>
                    <a:pt x="1701" y="27"/>
                    <a:pt x="1701" y="7"/>
                    <a:pt x="1701" y="7"/>
                  </a:cubicBezTo>
                  <a:cubicBezTo>
                    <a:pt x="1701" y="7"/>
                    <a:pt x="1692" y="0"/>
                    <a:pt x="1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6"/>
            <p:cNvSpPr/>
            <p:nvPr/>
          </p:nvSpPr>
          <p:spPr>
            <a:xfrm>
              <a:off x="1928324" y="2122969"/>
              <a:ext cx="142134" cy="331150"/>
            </a:xfrm>
            <a:custGeom>
              <a:rect b="b" l="l" r="r" t="t"/>
              <a:pathLst>
                <a:path extrusionOk="0" h="3334" w="1431">
                  <a:moveTo>
                    <a:pt x="0" y="0"/>
                  </a:moveTo>
                  <a:lnTo>
                    <a:pt x="0" y="16"/>
                  </a:lnTo>
                  <a:cubicBezTo>
                    <a:pt x="101" y="85"/>
                    <a:pt x="134" y="166"/>
                    <a:pt x="182" y="267"/>
                  </a:cubicBezTo>
                  <a:cubicBezTo>
                    <a:pt x="202" y="303"/>
                    <a:pt x="218" y="336"/>
                    <a:pt x="235" y="368"/>
                  </a:cubicBezTo>
                  <a:cubicBezTo>
                    <a:pt x="469" y="756"/>
                    <a:pt x="687" y="1144"/>
                    <a:pt x="909" y="1515"/>
                  </a:cubicBezTo>
                  <a:cubicBezTo>
                    <a:pt x="1043" y="1749"/>
                    <a:pt x="1176" y="1968"/>
                    <a:pt x="1313" y="2206"/>
                  </a:cubicBezTo>
                  <a:cubicBezTo>
                    <a:pt x="1362" y="2287"/>
                    <a:pt x="1378" y="2372"/>
                    <a:pt x="1378" y="2440"/>
                  </a:cubicBezTo>
                  <a:cubicBezTo>
                    <a:pt x="1362" y="2525"/>
                    <a:pt x="1362" y="2626"/>
                    <a:pt x="1378" y="2711"/>
                  </a:cubicBezTo>
                  <a:cubicBezTo>
                    <a:pt x="1378" y="2828"/>
                    <a:pt x="1378" y="2961"/>
                    <a:pt x="1346" y="3095"/>
                  </a:cubicBezTo>
                  <a:cubicBezTo>
                    <a:pt x="1346" y="3147"/>
                    <a:pt x="1362" y="3196"/>
                    <a:pt x="1378" y="3248"/>
                  </a:cubicBezTo>
                  <a:cubicBezTo>
                    <a:pt x="1394" y="3281"/>
                    <a:pt x="1394" y="3297"/>
                    <a:pt x="1394" y="3333"/>
                  </a:cubicBezTo>
                  <a:lnTo>
                    <a:pt x="1414" y="3333"/>
                  </a:lnTo>
                  <a:cubicBezTo>
                    <a:pt x="1430" y="3333"/>
                    <a:pt x="1430" y="3333"/>
                    <a:pt x="1430" y="3317"/>
                  </a:cubicBezTo>
                  <a:cubicBezTo>
                    <a:pt x="1430" y="3297"/>
                    <a:pt x="1414" y="3264"/>
                    <a:pt x="1414" y="3248"/>
                  </a:cubicBezTo>
                  <a:cubicBezTo>
                    <a:pt x="1378" y="3196"/>
                    <a:pt x="1362" y="3147"/>
                    <a:pt x="1378" y="3095"/>
                  </a:cubicBezTo>
                  <a:cubicBezTo>
                    <a:pt x="1394" y="2961"/>
                    <a:pt x="1394" y="2828"/>
                    <a:pt x="1394" y="2691"/>
                  </a:cubicBezTo>
                  <a:lnTo>
                    <a:pt x="1394" y="2440"/>
                  </a:lnTo>
                  <a:cubicBezTo>
                    <a:pt x="1414" y="2355"/>
                    <a:pt x="1378" y="2287"/>
                    <a:pt x="1329" y="2186"/>
                  </a:cubicBezTo>
                  <a:cubicBezTo>
                    <a:pt x="1192" y="1968"/>
                    <a:pt x="1059" y="1733"/>
                    <a:pt x="925" y="1499"/>
                  </a:cubicBezTo>
                  <a:cubicBezTo>
                    <a:pt x="707" y="1127"/>
                    <a:pt x="485" y="740"/>
                    <a:pt x="267" y="352"/>
                  </a:cubicBezTo>
                  <a:cubicBezTo>
                    <a:pt x="235" y="319"/>
                    <a:pt x="218" y="287"/>
                    <a:pt x="202" y="251"/>
                  </a:cubicBezTo>
                  <a:cubicBezTo>
                    <a:pt x="166" y="166"/>
                    <a:pt x="117" y="6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6"/>
            <p:cNvSpPr/>
            <p:nvPr/>
          </p:nvSpPr>
          <p:spPr>
            <a:xfrm>
              <a:off x="1923059" y="3136084"/>
              <a:ext cx="148988" cy="282580"/>
            </a:xfrm>
            <a:custGeom>
              <a:rect b="b" l="l" r="r" t="t"/>
              <a:pathLst>
                <a:path extrusionOk="0" h="2845" w="1500">
                  <a:moveTo>
                    <a:pt x="17" y="0"/>
                  </a:moveTo>
                  <a:cubicBezTo>
                    <a:pt x="17" y="0"/>
                    <a:pt x="1" y="0"/>
                    <a:pt x="1" y="17"/>
                  </a:cubicBezTo>
                  <a:cubicBezTo>
                    <a:pt x="1" y="134"/>
                    <a:pt x="86" y="219"/>
                    <a:pt x="154" y="287"/>
                  </a:cubicBezTo>
                  <a:cubicBezTo>
                    <a:pt x="187" y="320"/>
                    <a:pt x="219" y="336"/>
                    <a:pt x="255" y="368"/>
                  </a:cubicBezTo>
                  <a:cubicBezTo>
                    <a:pt x="506" y="691"/>
                    <a:pt x="776" y="1027"/>
                    <a:pt x="1027" y="1330"/>
                  </a:cubicBezTo>
                  <a:cubicBezTo>
                    <a:pt x="1144" y="1479"/>
                    <a:pt x="1265" y="1616"/>
                    <a:pt x="1382" y="1750"/>
                  </a:cubicBezTo>
                  <a:cubicBezTo>
                    <a:pt x="1415" y="1802"/>
                    <a:pt x="1447" y="1867"/>
                    <a:pt x="1447" y="1935"/>
                  </a:cubicBezTo>
                  <a:cubicBezTo>
                    <a:pt x="1431" y="2053"/>
                    <a:pt x="1431" y="2170"/>
                    <a:pt x="1431" y="2287"/>
                  </a:cubicBezTo>
                  <a:lnTo>
                    <a:pt x="1431" y="2558"/>
                  </a:lnTo>
                  <a:lnTo>
                    <a:pt x="1431" y="2574"/>
                  </a:lnTo>
                  <a:cubicBezTo>
                    <a:pt x="1447" y="2590"/>
                    <a:pt x="1447" y="2610"/>
                    <a:pt x="1431" y="2626"/>
                  </a:cubicBezTo>
                  <a:cubicBezTo>
                    <a:pt x="1399" y="2711"/>
                    <a:pt x="1415" y="2776"/>
                    <a:pt x="1483" y="2828"/>
                  </a:cubicBezTo>
                  <a:lnTo>
                    <a:pt x="1500" y="2844"/>
                  </a:lnTo>
                  <a:lnTo>
                    <a:pt x="1500" y="2828"/>
                  </a:lnTo>
                  <a:lnTo>
                    <a:pt x="1500" y="2812"/>
                  </a:lnTo>
                  <a:cubicBezTo>
                    <a:pt x="1431" y="2776"/>
                    <a:pt x="1415" y="2711"/>
                    <a:pt x="1447" y="2642"/>
                  </a:cubicBezTo>
                  <a:cubicBezTo>
                    <a:pt x="1467" y="2610"/>
                    <a:pt x="1467" y="2590"/>
                    <a:pt x="1467" y="2574"/>
                  </a:cubicBezTo>
                  <a:lnTo>
                    <a:pt x="1467" y="2558"/>
                  </a:lnTo>
                  <a:lnTo>
                    <a:pt x="1467" y="2287"/>
                  </a:lnTo>
                  <a:lnTo>
                    <a:pt x="1467" y="1935"/>
                  </a:lnTo>
                  <a:cubicBezTo>
                    <a:pt x="1467" y="1867"/>
                    <a:pt x="1447" y="1802"/>
                    <a:pt x="1399" y="1734"/>
                  </a:cubicBezTo>
                  <a:cubicBezTo>
                    <a:pt x="1281" y="1600"/>
                    <a:pt x="1164" y="1463"/>
                    <a:pt x="1043" y="1313"/>
                  </a:cubicBezTo>
                  <a:cubicBezTo>
                    <a:pt x="793" y="1010"/>
                    <a:pt x="522" y="671"/>
                    <a:pt x="271" y="352"/>
                  </a:cubicBezTo>
                  <a:cubicBezTo>
                    <a:pt x="235" y="320"/>
                    <a:pt x="203" y="287"/>
                    <a:pt x="187" y="267"/>
                  </a:cubicBezTo>
                  <a:cubicBezTo>
                    <a:pt x="102" y="202"/>
                    <a:pt x="33"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6"/>
            <p:cNvSpPr/>
            <p:nvPr/>
          </p:nvSpPr>
          <p:spPr>
            <a:xfrm>
              <a:off x="1033505" y="3042221"/>
              <a:ext cx="6953" cy="97140"/>
            </a:xfrm>
            <a:custGeom>
              <a:rect b="b" l="l" r="r" t="t"/>
              <a:pathLst>
                <a:path extrusionOk="0" h="978" w="70">
                  <a:moveTo>
                    <a:pt x="21" y="0"/>
                  </a:moveTo>
                  <a:cubicBezTo>
                    <a:pt x="1" y="0"/>
                    <a:pt x="1" y="20"/>
                    <a:pt x="1" y="20"/>
                  </a:cubicBezTo>
                  <a:cubicBezTo>
                    <a:pt x="21" y="69"/>
                    <a:pt x="37" y="121"/>
                    <a:pt x="37" y="186"/>
                  </a:cubicBezTo>
                  <a:lnTo>
                    <a:pt x="37" y="760"/>
                  </a:lnTo>
                  <a:lnTo>
                    <a:pt x="37" y="962"/>
                  </a:lnTo>
                  <a:cubicBezTo>
                    <a:pt x="37" y="962"/>
                    <a:pt x="37" y="978"/>
                    <a:pt x="53" y="978"/>
                  </a:cubicBezTo>
                  <a:lnTo>
                    <a:pt x="53" y="962"/>
                  </a:lnTo>
                  <a:lnTo>
                    <a:pt x="53" y="760"/>
                  </a:lnTo>
                  <a:lnTo>
                    <a:pt x="53" y="186"/>
                  </a:lnTo>
                  <a:cubicBezTo>
                    <a:pt x="70" y="121"/>
                    <a:pt x="53" y="6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6"/>
            <p:cNvSpPr/>
            <p:nvPr/>
          </p:nvSpPr>
          <p:spPr>
            <a:xfrm>
              <a:off x="1413125" y="1368993"/>
              <a:ext cx="5264" cy="50258"/>
            </a:xfrm>
            <a:custGeom>
              <a:rect b="b" l="l" r="r" t="t"/>
              <a:pathLst>
                <a:path extrusionOk="0" h="506" w="53">
                  <a:moveTo>
                    <a:pt x="53" y="1"/>
                  </a:moveTo>
                  <a:cubicBezTo>
                    <a:pt x="37" y="1"/>
                    <a:pt x="37" y="1"/>
                    <a:pt x="37" y="17"/>
                  </a:cubicBezTo>
                  <a:cubicBezTo>
                    <a:pt x="0" y="118"/>
                    <a:pt x="0" y="219"/>
                    <a:pt x="0" y="320"/>
                  </a:cubicBezTo>
                  <a:cubicBezTo>
                    <a:pt x="17" y="368"/>
                    <a:pt x="17" y="437"/>
                    <a:pt x="0" y="506"/>
                  </a:cubicBezTo>
                  <a:lnTo>
                    <a:pt x="37" y="506"/>
                  </a:lnTo>
                  <a:lnTo>
                    <a:pt x="37" y="320"/>
                  </a:lnTo>
                  <a:cubicBezTo>
                    <a:pt x="37" y="219"/>
                    <a:pt x="37" y="118"/>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6"/>
            <p:cNvSpPr/>
            <p:nvPr/>
          </p:nvSpPr>
          <p:spPr>
            <a:xfrm>
              <a:off x="1553570" y="2057513"/>
              <a:ext cx="5264" cy="67144"/>
            </a:xfrm>
            <a:custGeom>
              <a:rect b="b" l="l" r="r" t="t"/>
              <a:pathLst>
                <a:path extrusionOk="0" h="676" w="53">
                  <a:moveTo>
                    <a:pt x="16" y="1"/>
                  </a:moveTo>
                  <a:cubicBezTo>
                    <a:pt x="0" y="86"/>
                    <a:pt x="16" y="171"/>
                    <a:pt x="16" y="255"/>
                  </a:cubicBezTo>
                  <a:cubicBezTo>
                    <a:pt x="16" y="389"/>
                    <a:pt x="16" y="522"/>
                    <a:pt x="0" y="659"/>
                  </a:cubicBezTo>
                  <a:cubicBezTo>
                    <a:pt x="0" y="659"/>
                    <a:pt x="0" y="675"/>
                    <a:pt x="16" y="675"/>
                  </a:cubicBezTo>
                  <a:lnTo>
                    <a:pt x="16" y="659"/>
                  </a:ln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6"/>
            <p:cNvSpPr/>
            <p:nvPr/>
          </p:nvSpPr>
          <p:spPr>
            <a:xfrm>
              <a:off x="1861279" y="2196370"/>
              <a:ext cx="6953" cy="58701"/>
            </a:xfrm>
            <a:custGeom>
              <a:rect b="b" l="l" r="r" t="t"/>
              <a:pathLst>
                <a:path extrusionOk="0" h="591" w="70">
                  <a:moveTo>
                    <a:pt x="49" y="1"/>
                  </a:moveTo>
                  <a:cubicBezTo>
                    <a:pt x="49" y="1"/>
                    <a:pt x="33" y="1"/>
                    <a:pt x="33" y="17"/>
                  </a:cubicBezTo>
                  <a:cubicBezTo>
                    <a:pt x="17" y="102"/>
                    <a:pt x="17" y="186"/>
                    <a:pt x="17" y="287"/>
                  </a:cubicBezTo>
                  <a:lnTo>
                    <a:pt x="17" y="457"/>
                  </a:lnTo>
                  <a:lnTo>
                    <a:pt x="17" y="489"/>
                  </a:lnTo>
                  <a:cubicBezTo>
                    <a:pt x="33" y="522"/>
                    <a:pt x="33" y="558"/>
                    <a:pt x="17" y="574"/>
                  </a:cubicBezTo>
                  <a:cubicBezTo>
                    <a:pt x="1" y="590"/>
                    <a:pt x="1" y="590"/>
                    <a:pt x="17" y="590"/>
                  </a:cubicBezTo>
                  <a:lnTo>
                    <a:pt x="33" y="590"/>
                  </a:lnTo>
                  <a:cubicBezTo>
                    <a:pt x="49" y="558"/>
                    <a:pt x="49" y="522"/>
                    <a:pt x="49" y="489"/>
                  </a:cubicBezTo>
                  <a:lnTo>
                    <a:pt x="49" y="457"/>
                  </a:lnTo>
                  <a:lnTo>
                    <a:pt x="49" y="287"/>
                  </a:lnTo>
                  <a:cubicBezTo>
                    <a:pt x="49" y="186"/>
                    <a:pt x="49" y="102"/>
                    <a:pt x="6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6"/>
            <p:cNvSpPr/>
            <p:nvPr/>
          </p:nvSpPr>
          <p:spPr>
            <a:xfrm>
              <a:off x="574127" y="3217927"/>
              <a:ext cx="4867" cy="55125"/>
            </a:xfrm>
            <a:custGeom>
              <a:rect b="b" l="l" r="r" t="t"/>
              <a:pathLst>
                <a:path extrusionOk="0" h="555" w="49">
                  <a:moveTo>
                    <a:pt x="17" y="1"/>
                  </a:moveTo>
                  <a:cubicBezTo>
                    <a:pt x="0" y="1"/>
                    <a:pt x="0" y="17"/>
                    <a:pt x="0" y="17"/>
                  </a:cubicBezTo>
                  <a:cubicBezTo>
                    <a:pt x="17" y="118"/>
                    <a:pt x="17" y="235"/>
                    <a:pt x="17" y="336"/>
                  </a:cubicBezTo>
                  <a:lnTo>
                    <a:pt x="17" y="538"/>
                  </a:lnTo>
                  <a:cubicBezTo>
                    <a:pt x="17" y="554"/>
                    <a:pt x="17" y="554"/>
                    <a:pt x="33" y="554"/>
                  </a:cubicBezTo>
                  <a:lnTo>
                    <a:pt x="33" y="538"/>
                  </a:lnTo>
                  <a:lnTo>
                    <a:pt x="33" y="336"/>
                  </a:lnTo>
                  <a:cubicBezTo>
                    <a:pt x="33" y="235"/>
                    <a:pt x="49" y="11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6"/>
            <p:cNvSpPr/>
            <p:nvPr/>
          </p:nvSpPr>
          <p:spPr>
            <a:xfrm>
              <a:off x="527146" y="3349930"/>
              <a:ext cx="108860" cy="41816"/>
            </a:xfrm>
            <a:custGeom>
              <a:rect b="b" l="l" r="r" t="t"/>
              <a:pathLst>
                <a:path extrusionOk="0" h="421" w="1096">
                  <a:moveTo>
                    <a:pt x="1079" y="1"/>
                  </a:moveTo>
                  <a:cubicBezTo>
                    <a:pt x="942" y="33"/>
                    <a:pt x="825" y="69"/>
                    <a:pt x="724" y="118"/>
                  </a:cubicBezTo>
                  <a:cubicBezTo>
                    <a:pt x="675" y="134"/>
                    <a:pt x="623" y="154"/>
                    <a:pt x="574" y="170"/>
                  </a:cubicBezTo>
                  <a:cubicBezTo>
                    <a:pt x="522" y="186"/>
                    <a:pt x="473" y="203"/>
                    <a:pt x="421" y="219"/>
                  </a:cubicBezTo>
                  <a:cubicBezTo>
                    <a:pt x="271" y="271"/>
                    <a:pt x="134" y="320"/>
                    <a:pt x="1" y="388"/>
                  </a:cubicBezTo>
                  <a:lnTo>
                    <a:pt x="1" y="405"/>
                  </a:lnTo>
                  <a:lnTo>
                    <a:pt x="17" y="421"/>
                  </a:lnTo>
                  <a:lnTo>
                    <a:pt x="17" y="405"/>
                  </a:lnTo>
                  <a:cubicBezTo>
                    <a:pt x="150" y="336"/>
                    <a:pt x="288" y="304"/>
                    <a:pt x="421" y="255"/>
                  </a:cubicBezTo>
                  <a:cubicBezTo>
                    <a:pt x="473" y="235"/>
                    <a:pt x="522" y="219"/>
                    <a:pt x="591" y="203"/>
                  </a:cubicBezTo>
                  <a:cubicBezTo>
                    <a:pt x="639" y="186"/>
                    <a:pt x="675" y="170"/>
                    <a:pt x="724" y="154"/>
                  </a:cubicBezTo>
                  <a:cubicBezTo>
                    <a:pt x="841" y="102"/>
                    <a:pt x="958" y="53"/>
                    <a:pt x="1079" y="33"/>
                  </a:cubicBezTo>
                  <a:cubicBezTo>
                    <a:pt x="1096" y="33"/>
                    <a:pt x="1096" y="33"/>
                    <a:pt x="1096" y="17"/>
                  </a:cubicBezTo>
                  <a:lnTo>
                    <a:pt x="10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6"/>
            <p:cNvSpPr/>
            <p:nvPr/>
          </p:nvSpPr>
          <p:spPr>
            <a:xfrm>
              <a:off x="1530229" y="1434050"/>
              <a:ext cx="193982" cy="424614"/>
            </a:xfrm>
            <a:custGeom>
              <a:rect b="b" l="l" r="r" t="t"/>
              <a:pathLst>
                <a:path extrusionOk="0" h="4275" w="1953">
                  <a:moveTo>
                    <a:pt x="1" y="0"/>
                  </a:moveTo>
                  <a:lnTo>
                    <a:pt x="1" y="16"/>
                  </a:lnTo>
                  <a:cubicBezTo>
                    <a:pt x="102" y="117"/>
                    <a:pt x="150" y="234"/>
                    <a:pt x="219" y="356"/>
                  </a:cubicBezTo>
                  <a:cubicBezTo>
                    <a:pt x="251" y="404"/>
                    <a:pt x="272" y="457"/>
                    <a:pt x="304" y="505"/>
                  </a:cubicBezTo>
                  <a:cubicBezTo>
                    <a:pt x="825" y="1382"/>
                    <a:pt x="1330" y="2254"/>
                    <a:pt x="1718" y="2929"/>
                  </a:cubicBezTo>
                  <a:cubicBezTo>
                    <a:pt x="1750" y="2981"/>
                    <a:pt x="1766" y="3014"/>
                    <a:pt x="1803" y="3062"/>
                  </a:cubicBezTo>
                  <a:cubicBezTo>
                    <a:pt x="1835" y="3131"/>
                    <a:pt x="1867" y="3183"/>
                    <a:pt x="1904" y="3248"/>
                  </a:cubicBezTo>
                  <a:cubicBezTo>
                    <a:pt x="1904" y="3264"/>
                    <a:pt x="1920" y="3301"/>
                    <a:pt x="1920" y="3333"/>
                  </a:cubicBezTo>
                  <a:lnTo>
                    <a:pt x="1920" y="3838"/>
                  </a:lnTo>
                  <a:lnTo>
                    <a:pt x="1920" y="4157"/>
                  </a:lnTo>
                  <a:cubicBezTo>
                    <a:pt x="1920" y="4193"/>
                    <a:pt x="1920" y="4210"/>
                    <a:pt x="1904" y="4226"/>
                  </a:cubicBezTo>
                  <a:lnTo>
                    <a:pt x="1904" y="4258"/>
                  </a:lnTo>
                  <a:lnTo>
                    <a:pt x="1904" y="4274"/>
                  </a:lnTo>
                  <a:lnTo>
                    <a:pt x="1920" y="4258"/>
                  </a:lnTo>
                  <a:lnTo>
                    <a:pt x="1936" y="4242"/>
                  </a:lnTo>
                  <a:cubicBezTo>
                    <a:pt x="1936" y="4210"/>
                    <a:pt x="1952" y="4193"/>
                    <a:pt x="1952" y="4157"/>
                  </a:cubicBezTo>
                  <a:lnTo>
                    <a:pt x="1952" y="3838"/>
                  </a:lnTo>
                  <a:lnTo>
                    <a:pt x="1952" y="3349"/>
                  </a:lnTo>
                  <a:cubicBezTo>
                    <a:pt x="1952" y="3301"/>
                    <a:pt x="1936" y="3248"/>
                    <a:pt x="1920" y="3232"/>
                  </a:cubicBezTo>
                  <a:cubicBezTo>
                    <a:pt x="1887" y="3163"/>
                    <a:pt x="1851" y="3115"/>
                    <a:pt x="1819" y="3046"/>
                  </a:cubicBezTo>
                  <a:cubicBezTo>
                    <a:pt x="1803" y="3014"/>
                    <a:pt x="1766" y="2961"/>
                    <a:pt x="1750" y="2913"/>
                  </a:cubicBezTo>
                  <a:cubicBezTo>
                    <a:pt x="1362" y="2254"/>
                    <a:pt x="841" y="1366"/>
                    <a:pt x="320" y="489"/>
                  </a:cubicBezTo>
                  <a:cubicBezTo>
                    <a:pt x="304" y="436"/>
                    <a:pt x="272" y="388"/>
                    <a:pt x="251" y="335"/>
                  </a:cubicBezTo>
                  <a:cubicBezTo>
                    <a:pt x="187" y="218"/>
                    <a:pt x="118"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6"/>
            <p:cNvSpPr/>
            <p:nvPr/>
          </p:nvSpPr>
          <p:spPr>
            <a:xfrm>
              <a:off x="1643857" y="2679487"/>
              <a:ext cx="6853" cy="61879"/>
            </a:xfrm>
            <a:custGeom>
              <a:rect b="b" l="l" r="r" t="t"/>
              <a:pathLst>
                <a:path extrusionOk="0" h="623" w="69">
                  <a:moveTo>
                    <a:pt x="53" y="0"/>
                  </a:moveTo>
                  <a:cubicBezTo>
                    <a:pt x="53" y="0"/>
                    <a:pt x="37" y="0"/>
                    <a:pt x="37" y="17"/>
                  </a:cubicBezTo>
                  <a:cubicBezTo>
                    <a:pt x="16" y="101"/>
                    <a:pt x="16" y="202"/>
                    <a:pt x="16" y="303"/>
                  </a:cubicBezTo>
                  <a:lnTo>
                    <a:pt x="16" y="473"/>
                  </a:lnTo>
                  <a:lnTo>
                    <a:pt x="16" y="521"/>
                  </a:lnTo>
                  <a:cubicBezTo>
                    <a:pt x="16" y="558"/>
                    <a:pt x="37" y="574"/>
                    <a:pt x="16" y="606"/>
                  </a:cubicBezTo>
                  <a:cubicBezTo>
                    <a:pt x="0" y="606"/>
                    <a:pt x="0" y="622"/>
                    <a:pt x="16" y="622"/>
                  </a:cubicBezTo>
                  <a:lnTo>
                    <a:pt x="37" y="622"/>
                  </a:lnTo>
                  <a:cubicBezTo>
                    <a:pt x="53" y="590"/>
                    <a:pt x="53" y="558"/>
                    <a:pt x="53" y="521"/>
                  </a:cubicBezTo>
                  <a:lnTo>
                    <a:pt x="53" y="473"/>
                  </a:lnTo>
                  <a:lnTo>
                    <a:pt x="53" y="303"/>
                  </a:lnTo>
                  <a:cubicBezTo>
                    <a:pt x="53" y="202"/>
                    <a:pt x="53" y="117"/>
                    <a:pt x="69"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6"/>
            <p:cNvSpPr/>
            <p:nvPr/>
          </p:nvSpPr>
          <p:spPr>
            <a:xfrm>
              <a:off x="1252616" y="3179787"/>
              <a:ext cx="165773" cy="75189"/>
            </a:xfrm>
            <a:custGeom>
              <a:rect b="b" l="l" r="r" t="t"/>
              <a:pathLst>
                <a:path extrusionOk="0" h="757" w="1669">
                  <a:moveTo>
                    <a:pt x="1571" y="1"/>
                  </a:moveTo>
                  <a:cubicBezTo>
                    <a:pt x="1551" y="1"/>
                    <a:pt x="1525" y="5"/>
                    <a:pt x="1499" y="13"/>
                  </a:cubicBezTo>
                  <a:cubicBezTo>
                    <a:pt x="1249" y="82"/>
                    <a:pt x="994" y="166"/>
                    <a:pt x="760" y="251"/>
                  </a:cubicBezTo>
                  <a:lnTo>
                    <a:pt x="303" y="401"/>
                  </a:lnTo>
                  <a:cubicBezTo>
                    <a:pt x="239" y="417"/>
                    <a:pt x="170" y="433"/>
                    <a:pt x="101" y="469"/>
                  </a:cubicBezTo>
                  <a:lnTo>
                    <a:pt x="17" y="486"/>
                  </a:lnTo>
                  <a:lnTo>
                    <a:pt x="1" y="502"/>
                  </a:lnTo>
                  <a:cubicBezTo>
                    <a:pt x="1" y="518"/>
                    <a:pt x="17" y="518"/>
                    <a:pt x="17" y="518"/>
                  </a:cubicBezTo>
                  <a:lnTo>
                    <a:pt x="118" y="486"/>
                  </a:lnTo>
                  <a:cubicBezTo>
                    <a:pt x="186" y="469"/>
                    <a:pt x="255" y="453"/>
                    <a:pt x="320" y="417"/>
                  </a:cubicBezTo>
                  <a:cubicBezTo>
                    <a:pt x="473" y="368"/>
                    <a:pt x="606" y="332"/>
                    <a:pt x="760" y="284"/>
                  </a:cubicBezTo>
                  <a:cubicBezTo>
                    <a:pt x="1010" y="199"/>
                    <a:pt x="1265" y="114"/>
                    <a:pt x="1499" y="29"/>
                  </a:cubicBezTo>
                  <a:cubicBezTo>
                    <a:pt x="1514" y="24"/>
                    <a:pt x="1528" y="22"/>
                    <a:pt x="1540" y="22"/>
                  </a:cubicBezTo>
                  <a:cubicBezTo>
                    <a:pt x="1570" y="22"/>
                    <a:pt x="1593" y="35"/>
                    <a:pt x="1616" y="49"/>
                  </a:cubicBezTo>
                  <a:cubicBezTo>
                    <a:pt x="1633" y="65"/>
                    <a:pt x="1633" y="82"/>
                    <a:pt x="1633" y="114"/>
                  </a:cubicBezTo>
                  <a:cubicBezTo>
                    <a:pt x="1633" y="267"/>
                    <a:pt x="1616" y="417"/>
                    <a:pt x="1600" y="554"/>
                  </a:cubicBezTo>
                  <a:cubicBezTo>
                    <a:pt x="1600" y="619"/>
                    <a:pt x="1584" y="671"/>
                    <a:pt x="1584" y="736"/>
                  </a:cubicBezTo>
                  <a:cubicBezTo>
                    <a:pt x="1584" y="736"/>
                    <a:pt x="1584" y="756"/>
                    <a:pt x="1600" y="756"/>
                  </a:cubicBezTo>
                  <a:lnTo>
                    <a:pt x="1616" y="736"/>
                  </a:lnTo>
                  <a:cubicBezTo>
                    <a:pt x="1616" y="671"/>
                    <a:pt x="1616" y="619"/>
                    <a:pt x="1633" y="554"/>
                  </a:cubicBezTo>
                  <a:cubicBezTo>
                    <a:pt x="1633" y="417"/>
                    <a:pt x="1653" y="267"/>
                    <a:pt x="1669" y="114"/>
                  </a:cubicBezTo>
                  <a:cubicBezTo>
                    <a:pt x="1669" y="82"/>
                    <a:pt x="1653" y="49"/>
                    <a:pt x="1616" y="13"/>
                  </a:cubicBezTo>
                  <a:cubicBezTo>
                    <a:pt x="1608" y="5"/>
                    <a:pt x="1592" y="1"/>
                    <a:pt x="15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6"/>
            <p:cNvSpPr/>
            <p:nvPr/>
          </p:nvSpPr>
          <p:spPr>
            <a:xfrm>
              <a:off x="1132234" y="3515704"/>
              <a:ext cx="5364" cy="96743"/>
            </a:xfrm>
            <a:custGeom>
              <a:rect b="b" l="l" r="r" t="t"/>
              <a:pathLst>
                <a:path extrusionOk="0" h="974" w="54">
                  <a:moveTo>
                    <a:pt x="17" y="0"/>
                  </a:moveTo>
                  <a:cubicBezTo>
                    <a:pt x="1" y="0"/>
                    <a:pt x="1" y="16"/>
                    <a:pt x="1" y="16"/>
                  </a:cubicBezTo>
                  <a:cubicBezTo>
                    <a:pt x="17" y="166"/>
                    <a:pt x="17" y="303"/>
                    <a:pt x="17" y="452"/>
                  </a:cubicBezTo>
                  <a:cubicBezTo>
                    <a:pt x="17" y="537"/>
                    <a:pt x="1" y="622"/>
                    <a:pt x="17" y="723"/>
                  </a:cubicBezTo>
                  <a:lnTo>
                    <a:pt x="17" y="788"/>
                  </a:lnTo>
                  <a:cubicBezTo>
                    <a:pt x="1" y="856"/>
                    <a:pt x="1" y="909"/>
                    <a:pt x="37" y="957"/>
                  </a:cubicBezTo>
                  <a:lnTo>
                    <a:pt x="37" y="974"/>
                  </a:lnTo>
                  <a:cubicBezTo>
                    <a:pt x="53" y="974"/>
                    <a:pt x="53" y="957"/>
                    <a:pt x="53" y="957"/>
                  </a:cubicBezTo>
                  <a:cubicBezTo>
                    <a:pt x="37" y="909"/>
                    <a:pt x="37" y="856"/>
                    <a:pt x="37" y="788"/>
                  </a:cubicBezTo>
                  <a:lnTo>
                    <a:pt x="37" y="723"/>
                  </a:lnTo>
                  <a:lnTo>
                    <a:pt x="37" y="452"/>
                  </a:lnTo>
                  <a:cubicBezTo>
                    <a:pt x="37" y="303"/>
                    <a:pt x="53" y="149"/>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6"/>
            <p:cNvSpPr/>
            <p:nvPr/>
          </p:nvSpPr>
          <p:spPr>
            <a:xfrm>
              <a:off x="1523475" y="3701044"/>
              <a:ext cx="50258" cy="33373"/>
            </a:xfrm>
            <a:custGeom>
              <a:rect b="b" l="l" r="r" t="t"/>
              <a:pathLst>
                <a:path extrusionOk="0" h="336" w="506">
                  <a:moveTo>
                    <a:pt x="0" y="0"/>
                  </a:moveTo>
                  <a:cubicBezTo>
                    <a:pt x="0" y="17"/>
                    <a:pt x="0" y="17"/>
                    <a:pt x="16" y="17"/>
                  </a:cubicBezTo>
                  <a:cubicBezTo>
                    <a:pt x="101" y="69"/>
                    <a:pt x="186" y="134"/>
                    <a:pt x="255" y="202"/>
                  </a:cubicBezTo>
                  <a:cubicBezTo>
                    <a:pt x="287" y="235"/>
                    <a:pt x="340" y="271"/>
                    <a:pt x="372" y="303"/>
                  </a:cubicBezTo>
                  <a:cubicBezTo>
                    <a:pt x="404" y="319"/>
                    <a:pt x="441" y="336"/>
                    <a:pt x="489" y="336"/>
                  </a:cubicBezTo>
                  <a:cubicBezTo>
                    <a:pt x="505" y="336"/>
                    <a:pt x="505" y="336"/>
                    <a:pt x="505" y="319"/>
                  </a:cubicBezTo>
                  <a:cubicBezTo>
                    <a:pt x="505" y="319"/>
                    <a:pt x="505" y="303"/>
                    <a:pt x="489" y="303"/>
                  </a:cubicBezTo>
                  <a:cubicBezTo>
                    <a:pt x="457" y="303"/>
                    <a:pt x="420" y="303"/>
                    <a:pt x="388" y="271"/>
                  </a:cubicBezTo>
                  <a:cubicBezTo>
                    <a:pt x="356" y="255"/>
                    <a:pt x="303" y="202"/>
                    <a:pt x="271" y="170"/>
                  </a:cubicBezTo>
                  <a:cubicBezTo>
                    <a:pt x="202" y="101"/>
                    <a:pt x="117" y="3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6"/>
            <p:cNvSpPr/>
            <p:nvPr/>
          </p:nvSpPr>
          <p:spPr>
            <a:xfrm>
              <a:off x="700865" y="3038944"/>
              <a:ext cx="5364" cy="58701"/>
            </a:xfrm>
            <a:custGeom>
              <a:rect b="b" l="l" r="r" t="t"/>
              <a:pathLst>
                <a:path extrusionOk="0" h="591" w="54">
                  <a:moveTo>
                    <a:pt x="17" y="1"/>
                  </a:moveTo>
                  <a:lnTo>
                    <a:pt x="1" y="17"/>
                  </a:lnTo>
                  <a:lnTo>
                    <a:pt x="1" y="219"/>
                  </a:lnTo>
                  <a:cubicBezTo>
                    <a:pt x="1" y="336"/>
                    <a:pt x="1" y="457"/>
                    <a:pt x="17" y="575"/>
                  </a:cubicBezTo>
                  <a:cubicBezTo>
                    <a:pt x="17" y="575"/>
                    <a:pt x="17" y="591"/>
                    <a:pt x="37" y="591"/>
                  </a:cubicBezTo>
                  <a:lnTo>
                    <a:pt x="53" y="575"/>
                  </a:lnTo>
                  <a:cubicBezTo>
                    <a:pt x="17" y="457"/>
                    <a:pt x="37" y="336"/>
                    <a:pt x="37" y="219"/>
                  </a:cubicBezTo>
                  <a:lnTo>
                    <a:pt x="3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6"/>
            <p:cNvSpPr/>
            <p:nvPr/>
          </p:nvSpPr>
          <p:spPr>
            <a:xfrm>
              <a:off x="1342902" y="1323700"/>
              <a:ext cx="3675" cy="68733"/>
            </a:xfrm>
            <a:custGeom>
              <a:rect b="b" l="l" r="r" t="t"/>
              <a:pathLst>
                <a:path extrusionOk="0" h="692" w="37">
                  <a:moveTo>
                    <a:pt x="17" y="0"/>
                  </a:moveTo>
                  <a:cubicBezTo>
                    <a:pt x="0" y="0"/>
                    <a:pt x="0" y="16"/>
                    <a:pt x="0" y="16"/>
                  </a:cubicBezTo>
                  <a:lnTo>
                    <a:pt x="0" y="271"/>
                  </a:lnTo>
                  <a:cubicBezTo>
                    <a:pt x="0" y="404"/>
                    <a:pt x="0" y="538"/>
                    <a:pt x="17" y="675"/>
                  </a:cubicBezTo>
                  <a:lnTo>
                    <a:pt x="17" y="691"/>
                  </a:lnTo>
                  <a:lnTo>
                    <a:pt x="37" y="691"/>
                  </a:lnTo>
                  <a:lnTo>
                    <a:pt x="37" y="675"/>
                  </a:lnTo>
                  <a:cubicBezTo>
                    <a:pt x="17" y="538"/>
                    <a:pt x="17" y="404"/>
                    <a:pt x="17" y="271"/>
                  </a:cubicBezTo>
                  <a:cubicBezTo>
                    <a:pt x="37" y="186"/>
                    <a:pt x="37" y="101"/>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6"/>
            <p:cNvSpPr/>
            <p:nvPr/>
          </p:nvSpPr>
          <p:spPr>
            <a:xfrm>
              <a:off x="851343" y="2776527"/>
              <a:ext cx="356477" cy="262516"/>
            </a:xfrm>
            <a:custGeom>
              <a:rect b="b" l="l" r="r" t="t"/>
              <a:pathLst>
                <a:path extrusionOk="0" h="2643" w="3589">
                  <a:moveTo>
                    <a:pt x="3552" y="1"/>
                  </a:moveTo>
                  <a:lnTo>
                    <a:pt x="3552" y="33"/>
                  </a:lnTo>
                  <a:cubicBezTo>
                    <a:pt x="3552" y="49"/>
                    <a:pt x="3552" y="70"/>
                    <a:pt x="3519" y="70"/>
                  </a:cubicBezTo>
                  <a:cubicBezTo>
                    <a:pt x="2663" y="405"/>
                    <a:pt x="1887" y="708"/>
                    <a:pt x="1128" y="1011"/>
                  </a:cubicBezTo>
                  <a:cubicBezTo>
                    <a:pt x="978" y="1080"/>
                    <a:pt x="809" y="1144"/>
                    <a:pt x="643" y="1197"/>
                  </a:cubicBezTo>
                  <a:cubicBezTo>
                    <a:pt x="473" y="1261"/>
                    <a:pt x="288" y="1346"/>
                    <a:pt x="102" y="1415"/>
                  </a:cubicBezTo>
                  <a:cubicBezTo>
                    <a:pt x="37" y="1447"/>
                    <a:pt x="1" y="1463"/>
                    <a:pt x="1" y="1532"/>
                  </a:cubicBezTo>
                  <a:lnTo>
                    <a:pt x="1" y="2611"/>
                  </a:lnTo>
                  <a:cubicBezTo>
                    <a:pt x="1" y="2611"/>
                    <a:pt x="1" y="2627"/>
                    <a:pt x="17" y="2627"/>
                  </a:cubicBezTo>
                  <a:lnTo>
                    <a:pt x="17" y="2643"/>
                  </a:lnTo>
                  <a:lnTo>
                    <a:pt x="37" y="2643"/>
                  </a:lnTo>
                  <a:cubicBezTo>
                    <a:pt x="37" y="2643"/>
                    <a:pt x="53" y="2627"/>
                    <a:pt x="37" y="2627"/>
                  </a:cubicBezTo>
                  <a:lnTo>
                    <a:pt x="37" y="2611"/>
                  </a:lnTo>
                  <a:lnTo>
                    <a:pt x="37" y="1532"/>
                  </a:lnTo>
                  <a:cubicBezTo>
                    <a:pt x="37" y="1484"/>
                    <a:pt x="53" y="1463"/>
                    <a:pt x="118" y="1431"/>
                  </a:cubicBezTo>
                  <a:cubicBezTo>
                    <a:pt x="288" y="1362"/>
                    <a:pt x="473" y="1298"/>
                    <a:pt x="659" y="1229"/>
                  </a:cubicBezTo>
                  <a:cubicBezTo>
                    <a:pt x="809" y="1160"/>
                    <a:pt x="978" y="1096"/>
                    <a:pt x="1148" y="1027"/>
                  </a:cubicBezTo>
                  <a:cubicBezTo>
                    <a:pt x="1904" y="724"/>
                    <a:pt x="2679" y="421"/>
                    <a:pt x="3536" y="102"/>
                  </a:cubicBezTo>
                  <a:cubicBezTo>
                    <a:pt x="3588" y="86"/>
                    <a:pt x="3588" y="49"/>
                    <a:pt x="3588" y="33"/>
                  </a:cubicBezTo>
                  <a:lnTo>
                    <a:pt x="3588" y="17"/>
                  </a:lnTo>
                  <a:cubicBezTo>
                    <a:pt x="3588" y="17"/>
                    <a:pt x="3588" y="1"/>
                    <a:pt x="3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6"/>
            <p:cNvSpPr/>
            <p:nvPr/>
          </p:nvSpPr>
          <p:spPr>
            <a:xfrm>
              <a:off x="981756" y="2562680"/>
              <a:ext cx="6953" cy="85221"/>
            </a:xfrm>
            <a:custGeom>
              <a:rect b="b" l="l" r="r" t="t"/>
              <a:pathLst>
                <a:path extrusionOk="0" h="858" w="70">
                  <a:moveTo>
                    <a:pt x="37" y="1"/>
                  </a:moveTo>
                  <a:cubicBezTo>
                    <a:pt x="17" y="1"/>
                    <a:pt x="17" y="17"/>
                    <a:pt x="17" y="17"/>
                  </a:cubicBezTo>
                  <a:lnTo>
                    <a:pt x="17" y="203"/>
                  </a:lnTo>
                  <a:lnTo>
                    <a:pt x="17" y="708"/>
                  </a:lnTo>
                  <a:lnTo>
                    <a:pt x="17" y="740"/>
                  </a:lnTo>
                  <a:cubicBezTo>
                    <a:pt x="17" y="772"/>
                    <a:pt x="1" y="825"/>
                    <a:pt x="53" y="857"/>
                  </a:cubicBezTo>
                  <a:lnTo>
                    <a:pt x="69" y="857"/>
                  </a:lnTo>
                  <a:lnTo>
                    <a:pt x="69" y="825"/>
                  </a:lnTo>
                  <a:cubicBezTo>
                    <a:pt x="37" y="809"/>
                    <a:pt x="37" y="772"/>
                    <a:pt x="37" y="740"/>
                  </a:cubicBezTo>
                  <a:lnTo>
                    <a:pt x="37" y="708"/>
                  </a:lnTo>
                  <a:lnTo>
                    <a:pt x="37" y="203"/>
                  </a:ln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6"/>
            <p:cNvSpPr/>
            <p:nvPr/>
          </p:nvSpPr>
          <p:spPr>
            <a:xfrm>
              <a:off x="1413125" y="2468818"/>
              <a:ext cx="5264" cy="55423"/>
            </a:xfrm>
            <a:custGeom>
              <a:rect b="b" l="l" r="r" t="t"/>
              <a:pathLst>
                <a:path extrusionOk="0" h="558" w="53">
                  <a:moveTo>
                    <a:pt x="37" y="1"/>
                  </a:moveTo>
                  <a:cubicBezTo>
                    <a:pt x="37" y="1"/>
                    <a:pt x="17" y="1"/>
                    <a:pt x="17" y="17"/>
                  </a:cubicBezTo>
                  <a:cubicBezTo>
                    <a:pt x="0" y="202"/>
                    <a:pt x="0" y="372"/>
                    <a:pt x="17" y="542"/>
                  </a:cubicBezTo>
                  <a:cubicBezTo>
                    <a:pt x="17" y="558"/>
                    <a:pt x="37" y="558"/>
                    <a:pt x="37" y="558"/>
                  </a:cubicBezTo>
                  <a:cubicBezTo>
                    <a:pt x="53" y="558"/>
                    <a:pt x="53" y="558"/>
                    <a:pt x="53" y="542"/>
                  </a:cubicBezTo>
                  <a:cubicBezTo>
                    <a:pt x="17" y="372"/>
                    <a:pt x="17" y="2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6"/>
            <p:cNvSpPr/>
            <p:nvPr/>
          </p:nvSpPr>
          <p:spPr>
            <a:xfrm>
              <a:off x="1520197" y="2997227"/>
              <a:ext cx="183950" cy="291022"/>
            </a:xfrm>
            <a:custGeom>
              <a:rect b="b" l="l" r="r" t="t"/>
              <a:pathLst>
                <a:path extrusionOk="0" h="2930" w="1852">
                  <a:moveTo>
                    <a:pt x="70" y="1"/>
                  </a:moveTo>
                  <a:cubicBezTo>
                    <a:pt x="70" y="1"/>
                    <a:pt x="49" y="1"/>
                    <a:pt x="49" y="17"/>
                  </a:cubicBezTo>
                  <a:cubicBezTo>
                    <a:pt x="1" y="134"/>
                    <a:pt x="1" y="251"/>
                    <a:pt x="134" y="372"/>
                  </a:cubicBezTo>
                  <a:cubicBezTo>
                    <a:pt x="336" y="574"/>
                    <a:pt x="538" y="793"/>
                    <a:pt x="724" y="1011"/>
                  </a:cubicBezTo>
                  <a:cubicBezTo>
                    <a:pt x="825" y="1096"/>
                    <a:pt x="910" y="1197"/>
                    <a:pt x="995" y="1281"/>
                  </a:cubicBezTo>
                  <a:cubicBezTo>
                    <a:pt x="1043" y="1346"/>
                    <a:pt x="1096" y="1415"/>
                    <a:pt x="1160" y="1463"/>
                  </a:cubicBezTo>
                  <a:cubicBezTo>
                    <a:pt x="1298" y="1617"/>
                    <a:pt x="1431" y="1786"/>
                    <a:pt x="1585" y="1920"/>
                  </a:cubicBezTo>
                  <a:cubicBezTo>
                    <a:pt x="1750" y="2069"/>
                    <a:pt x="1819" y="2239"/>
                    <a:pt x="1803" y="2509"/>
                  </a:cubicBezTo>
                  <a:cubicBezTo>
                    <a:pt x="1786" y="2558"/>
                    <a:pt x="1786" y="2610"/>
                    <a:pt x="1803" y="2659"/>
                  </a:cubicBezTo>
                  <a:cubicBezTo>
                    <a:pt x="1803" y="2744"/>
                    <a:pt x="1803" y="2829"/>
                    <a:pt x="1766" y="2913"/>
                  </a:cubicBezTo>
                  <a:lnTo>
                    <a:pt x="1766" y="2930"/>
                  </a:lnTo>
                  <a:lnTo>
                    <a:pt x="1786" y="2930"/>
                  </a:lnTo>
                  <a:cubicBezTo>
                    <a:pt x="1835" y="2829"/>
                    <a:pt x="1819" y="2744"/>
                    <a:pt x="1819" y="2659"/>
                  </a:cubicBezTo>
                  <a:lnTo>
                    <a:pt x="1819" y="2509"/>
                  </a:lnTo>
                  <a:cubicBezTo>
                    <a:pt x="1851" y="2239"/>
                    <a:pt x="1786" y="2053"/>
                    <a:pt x="1601" y="1903"/>
                  </a:cubicBezTo>
                  <a:cubicBezTo>
                    <a:pt x="1447" y="1766"/>
                    <a:pt x="1314" y="1600"/>
                    <a:pt x="1181" y="1447"/>
                  </a:cubicBezTo>
                  <a:cubicBezTo>
                    <a:pt x="1128" y="1398"/>
                    <a:pt x="1059" y="1330"/>
                    <a:pt x="1011" y="1261"/>
                  </a:cubicBezTo>
                  <a:cubicBezTo>
                    <a:pt x="926" y="1180"/>
                    <a:pt x="841" y="1079"/>
                    <a:pt x="756" y="995"/>
                  </a:cubicBezTo>
                  <a:cubicBezTo>
                    <a:pt x="554" y="776"/>
                    <a:pt x="352" y="554"/>
                    <a:pt x="150" y="352"/>
                  </a:cubicBezTo>
                  <a:cubicBezTo>
                    <a:pt x="33" y="235"/>
                    <a:pt x="33" y="134"/>
                    <a:pt x="86" y="17"/>
                  </a:cubicBezTo>
                  <a:cubicBezTo>
                    <a:pt x="86" y="17"/>
                    <a:pt x="70" y="17"/>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6"/>
            <p:cNvSpPr/>
            <p:nvPr/>
          </p:nvSpPr>
          <p:spPr>
            <a:xfrm>
              <a:off x="1583666" y="3100823"/>
              <a:ext cx="3675" cy="61879"/>
            </a:xfrm>
            <a:custGeom>
              <a:rect b="b" l="l" r="r" t="t"/>
              <a:pathLst>
                <a:path extrusionOk="0" h="623" w="37">
                  <a:moveTo>
                    <a:pt x="16" y="0"/>
                  </a:moveTo>
                  <a:lnTo>
                    <a:pt x="0" y="16"/>
                  </a:lnTo>
                  <a:lnTo>
                    <a:pt x="0" y="606"/>
                  </a:lnTo>
                  <a:cubicBezTo>
                    <a:pt x="0" y="622"/>
                    <a:pt x="16" y="622"/>
                    <a:pt x="16" y="622"/>
                  </a:cubicBezTo>
                  <a:cubicBezTo>
                    <a:pt x="37" y="622"/>
                    <a:pt x="37" y="622"/>
                    <a:pt x="37" y="606"/>
                  </a:cubicBezTo>
                  <a:lnTo>
                    <a:pt x="37" y="16"/>
                  </a:lnTo>
                  <a:cubicBezTo>
                    <a:pt x="37" y="16"/>
                    <a:pt x="37"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6"/>
            <p:cNvSpPr/>
            <p:nvPr/>
          </p:nvSpPr>
          <p:spPr>
            <a:xfrm>
              <a:off x="1859690" y="3252890"/>
              <a:ext cx="4867" cy="57013"/>
            </a:xfrm>
            <a:custGeom>
              <a:rect b="b" l="l" r="r" t="t"/>
              <a:pathLst>
                <a:path extrusionOk="0" h="574" w="49">
                  <a:moveTo>
                    <a:pt x="33" y="0"/>
                  </a:moveTo>
                  <a:cubicBezTo>
                    <a:pt x="1" y="101"/>
                    <a:pt x="17" y="186"/>
                    <a:pt x="17" y="271"/>
                  </a:cubicBezTo>
                  <a:lnTo>
                    <a:pt x="17" y="424"/>
                  </a:lnTo>
                  <a:lnTo>
                    <a:pt x="17" y="473"/>
                  </a:lnTo>
                  <a:cubicBezTo>
                    <a:pt x="17" y="505"/>
                    <a:pt x="17" y="541"/>
                    <a:pt x="1" y="558"/>
                  </a:cubicBezTo>
                  <a:lnTo>
                    <a:pt x="1" y="574"/>
                  </a:lnTo>
                  <a:lnTo>
                    <a:pt x="17" y="574"/>
                  </a:lnTo>
                  <a:cubicBezTo>
                    <a:pt x="49" y="541"/>
                    <a:pt x="33" y="505"/>
                    <a:pt x="33" y="473"/>
                  </a:cubicBezTo>
                  <a:lnTo>
                    <a:pt x="33" y="440"/>
                  </a:lnTo>
                  <a:lnTo>
                    <a:pt x="33" y="271"/>
                  </a:lnTo>
                  <a:cubicBezTo>
                    <a:pt x="33" y="186"/>
                    <a:pt x="33" y="101"/>
                    <a:pt x="49" y="20"/>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6"/>
            <p:cNvSpPr/>
            <p:nvPr/>
          </p:nvSpPr>
          <p:spPr>
            <a:xfrm>
              <a:off x="1520197" y="2983123"/>
              <a:ext cx="197557" cy="319926"/>
            </a:xfrm>
            <a:custGeom>
              <a:rect b="b" l="l" r="r" t="t"/>
              <a:pathLst>
                <a:path extrusionOk="0" h="3221" w="1989">
                  <a:moveTo>
                    <a:pt x="12" y="0"/>
                  </a:moveTo>
                  <a:cubicBezTo>
                    <a:pt x="10" y="0"/>
                    <a:pt x="6" y="3"/>
                    <a:pt x="1" y="9"/>
                  </a:cubicBezTo>
                  <a:lnTo>
                    <a:pt x="1" y="26"/>
                  </a:lnTo>
                  <a:cubicBezTo>
                    <a:pt x="1" y="26"/>
                    <a:pt x="1" y="42"/>
                    <a:pt x="17" y="58"/>
                  </a:cubicBezTo>
                  <a:cubicBezTo>
                    <a:pt x="17" y="90"/>
                    <a:pt x="33" y="143"/>
                    <a:pt x="49" y="159"/>
                  </a:cubicBezTo>
                  <a:cubicBezTo>
                    <a:pt x="235" y="292"/>
                    <a:pt x="389" y="478"/>
                    <a:pt x="522" y="632"/>
                  </a:cubicBezTo>
                  <a:cubicBezTo>
                    <a:pt x="607" y="716"/>
                    <a:pt x="676" y="797"/>
                    <a:pt x="740" y="882"/>
                  </a:cubicBezTo>
                  <a:cubicBezTo>
                    <a:pt x="995" y="1137"/>
                    <a:pt x="1245" y="1423"/>
                    <a:pt x="1484" y="1674"/>
                  </a:cubicBezTo>
                  <a:cubicBezTo>
                    <a:pt x="1617" y="1827"/>
                    <a:pt x="1750" y="1961"/>
                    <a:pt x="1887" y="2094"/>
                  </a:cubicBezTo>
                  <a:cubicBezTo>
                    <a:pt x="1920" y="2146"/>
                    <a:pt x="1952" y="2195"/>
                    <a:pt x="1952" y="2264"/>
                  </a:cubicBezTo>
                  <a:lnTo>
                    <a:pt x="1952" y="3120"/>
                  </a:lnTo>
                  <a:cubicBezTo>
                    <a:pt x="1952" y="3156"/>
                    <a:pt x="1952" y="3173"/>
                    <a:pt x="1936" y="3189"/>
                  </a:cubicBezTo>
                  <a:lnTo>
                    <a:pt x="1936" y="3205"/>
                  </a:lnTo>
                  <a:lnTo>
                    <a:pt x="1936" y="3221"/>
                  </a:lnTo>
                  <a:lnTo>
                    <a:pt x="1952" y="3205"/>
                  </a:lnTo>
                  <a:cubicBezTo>
                    <a:pt x="1968" y="3189"/>
                    <a:pt x="1988" y="3156"/>
                    <a:pt x="1988" y="3120"/>
                  </a:cubicBezTo>
                  <a:lnTo>
                    <a:pt x="1988" y="2264"/>
                  </a:lnTo>
                  <a:cubicBezTo>
                    <a:pt x="1988" y="2195"/>
                    <a:pt x="1936" y="2130"/>
                    <a:pt x="1904" y="2078"/>
                  </a:cubicBezTo>
                  <a:cubicBezTo>
                    <a:pt x="1766" y="1944"/>
                    <a:pt x="1633" y="1807"/>
                    <a:pt x="1516" y="1658"/>
                  </a:cubicBezTo>
                  <a:cubicBezTo>
                    <a:pt x="1261" y="1387"/>
                    <a:pt x="1011" y="1120"/>
                    <a:pt x="756" y="850"/>
                  </a:cubicBezTo>
                  <a:cubicBezTo>
                    <a:pt x="692" y="781"/>
                    <a:pt x="623" y="696"/>
                    <a:pt x="554" y="615"/>
                  </a:cubicBezTo>
                  <a:cubicBezTo>
                    <a:pt x="405" y="462"/>
                    <a:pt x="251" y="276"/>
                    <a:pt x="70" y="143"/>
                  </a:cubicBezTo>
                  <a:cubicBezTo>
                    <a:pt x="49" y="127"/>
                    <a:pt x="49" y="90"/>
                    <a:pt x="33" y="58"/>
                  </a:cubicBezTo>
                  <a:cubicBezTo>
                    <a:pt x="33" y="42"/>
                    <a:pt x="33" y="26"/>
                    <a:pt x="17" y="9"/>
                  </a:cubicBezTo>
                  <a:cubicBezTo>
                    <a:pt x="17" y="9"/>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6"/>
            <p:cNvSpPr/>
            <p:nvPr/>
          </p:nvSpPr>
          <p:spPr>
            <a:xfrm>
              <a:off x="608990" y="1900679"/>
              <a:ext cx="5364" cy="90386"/>
            </a:xfrm>
            <a:custGeom>
              <a:rect b="b" l="l" r="r" t="t"/>
              <a:pathLst>
                <a:path extrusionOk="0" h="910" w="54">
                  <a:moveTo>
                    <a:pt x="17" y="0"/>
                  </a:moveTo>
                  <a:cubicBezTo>
                    <a:pt x="1" y="0"/>
                    <a:pt x="1" y="0"/>
                    <a:pt x="1" y="16"/>
                  </a:cubicBezTo>
                  <a:cubicBezTo>
                    <a:pt x="17" y="150"/>
                    <a:pt x="17" y="303"/>
                    <a:pt x="17" y="453"/>
                  </a:cubicBezTo>
                  <a:cubicBezTo>
                    <a:pt x="17" y="538"/>
                    <a:pt x="1" y="639"/>
                    <a:pt x="17" y="723"/>
                  </a:cubicBezTo>
                  <a:lnTo>
                    <a:pt x="17" y="772"/>
                  </a:lnTo>
                  <a:cubicBezTo>
                    <a:pt x="1" y="824"/>
                    <a:pt x="1" y="857"/>
                    <a:pt x="17" y="909"/>
                  </a:cubicBezTo>
                  <a:lnTo>
                    <a:pt x="53" y="909"/>
                  </a:lnTo>
                  <a:lnTo>
                    <a:pt x="53" y="889"/>
                  </a:lnTo>
                  <a:cubicBezTo>
                    <a:pt x="33" y="857"/>
                    <a:pt x="33" y="824"/>
                    <a:pt x="33" y="772"/>
                  </a:cubicBezTo>
                  <a:lnTo>
                    <a:pt x="33" y="723"/>
                  </a:lnTo>
                  <a:lnTo>
                    <a:pt x="33" y="453"/>
                  </a:lnTo>
                  <a:cubicBezTo>
                    <a:pt x="33" y="303"/>
                    <a:pt x="33" y="15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6"/>
            <p:cNvSpPr/>
            <p:nvPr/>
          </p:nvSpPr>
          <p:spPr>
            <a:xfrm>
              <a:off x="518703" y="2535863"/>
              <a:ext cx="120481" cy="165376"/>
            </a:xfrm>
            <a:custGeom>
              <a:rect b="b" l="l" r="r" t="t"/>
              <a:pathLst>
                <a:path extrusionOk="0" h="1665" w="1213">
                  <a:moveTo>
                    <a:pt x="1181" y="0"/>
                  </a:moveTo>
                  <a:lnTo>
                    <a:pt x="1164" y="16"/>
                  </a:lnTo>
                  <a:lnTo>
                    <a:pt x="1164" y="32"/>
                  </a:lnTo>
                  <a:cubicBezTo>
                    <a:pt x="1197" y="49"/>
                    <a:pt x="1197" y="69"/>
                    <a:pt x="1197" y="101"/>
                  </a:cubicBezTo>
                  <a:lnTo>
                    <a:pt x="1197" y="117"/>
                  </a:lnTo>
                  <a:lnTo>
                    <a:pt x="1197" y="352"/>
                  </a:lnTo>
                  <a:lnTo>
                    <a:pt x="1197" y="994"/>
                  </a:lnTo>
                  <a:cubicBezTo>
                    <a:pt x="1197" y="1059"/>
                    <a:pt x="1181" y="1095"/>
                    <a:pt x="1112" y="1127"/>
                  </a:cubicBezTo>
                  <a:cubicBezTo>
                    <a:pt x="825" y="1244"/>
                    <a:pt x="558" y="1382"/>
                    <a:pt x="304" y="1499"/>
                  </a:cubicBezTo>
                  <a:cubicBezTo>
                    <a:pt x="203" y="1547"/>
                    <a:pt x="102" y="1600"/>
                    <a:pt x="1" y="1632"/>
                  </a:cubicBezTo>
                  <a:lnTo>
                    <a:pt x="1" y="1648"/>
                  </a:lnTo>
                  <a:lnTo>
                    <a:pt x="17" y="1664"/>
                  </a:lnTo>
                  <a:cubicBezTo>
                    <a:pt x="118" y="1616"/>
                    <a:pt x="219" y="1563"/>
                    <a:pt x="304" y="1531"/>
                  </a:cubicBezTo>
                  <a:cubicBezTo>
                    <a:pt x="575" y="1398"/>
                    <a:pt x="841" y="1281"/>
                    <a:pt x="1112" y="1160"/>
                  </a:cubicBezTo>
                  <a:cubicBezTo>
                    <a:pt x="1197" y="1111"/>
                    <a:pt x="1213" y="1079"/>
                    <a:pt x="1213" y="994"/>
                  </a:cubicBezTo>
                  <a:lnTo>
                    <a:pt x="1213" y="352"/>
                  </a:lnTo>
                  <a:lnTo>
                    <a:pt x="1213" y="117"/>
                  </a:lnTo>
                  <a:lnTo>
                    <a:pt x="1213" y="101"/>
                  </a:lnTo>
                  <a:cubicBezTo>
                    <a:pt x="1213" y="69"/>
                    <a:pt x="1213" y="32"/>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6"/>
            <p:cNvSpPr/>
            <p:nvPr/>
          </p:nvSpPr>
          <p:spPr>
            <a:xfrm>
              <a:off x="1133823" y="3343077"/>
              <a:ext cx="5364" cy="97239"/>
            </a:xfrm>
            <a:custGeom>
              <a:rect b="b" l="l" r="r" t="t"/>
              <a:pathLst>
                <a:path extrusionOk="0" h="979" w="54">
                  <a:moveTo>
                    <a:pt x="1" y="1"/>
                  </a:moveTo>
                  <a:lnTo>
                    <a:pt x="1" y="21"/>
                  </a:lnTo>
                  <a:cubicBezTo>
                    <a:pt x="21" y="203"/>
                    <a:pt x="21" y="405"/>
                    <a:pt x="1" y="591"/>
                  </a:cubicBezTo>
                  <a:lnTo>
                    <a:pt x="1" y="744"/>
                  </a:lnTo>
                  <a:lnTo>
                    <a:pt x="1" y="777"/>
                  </a:lnTo>
                  <a:lnTo>
                    <a:pt x="1" y="979"/>
                  </a:lnTo>
                  <a:lnTo>
                    <a:pt x="21" y="979"/>
                  </a:lnTo>
                  <a:cubicBezTo>
                    <a:pt x="37" y="979"/>
                    <a:pt x="37" y="979"/>
                    <a:pt x="37" y="962"/>
                  </a:cubicBezTo>
                  <a:lnTo>
                    <a:pt x="37" y="777"/>
                  </a:lnTo>
                  <a:lnTo>
                    <a:pt x="37" y="744"/>
                  </a:lnTo>
                  <a:lnTo>
                    <a:pt x="37" y="591"/>
                  </a:lnTo>
                  <a:cubicBezTo>
                    <a:pt x="37" y="405"/>
                    <a:pt x="53" y="203"/>
                    <a:pt x="21" y="21"/>
                  </a:cubicBezTo>
                  <a:cubicBezTo>
                    <a:pt x="21" y="21"/>
                    <a:pt x="2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6"/>
            <p:cNvSpPr/>
            <p:nvPr/>
          </p:nvSpPr>
          <p:spPr>
            <a:xfrm>
              <a:off x="875081" y="3647707"/>
              <a:ext cx="332739" cy="87207"/>
            </a:xfrm>
            <a:custGeom>
              <a:rect b="b" l="l" r="r" t="t"/>
              <a:pathLst>
                <a:path extrusionOk="0" h="878" w="3350">
                  <a:moveTo>
                    <a:pt x="3297" y="0"/>
                  </a:moveTo>
                  <a:cubicBezTo>
                    <a:pt x="3147" y="32"/>
                    <a:pt x="2994" y="85"/>
                    <a:pt x="2860" y="117"/>
                  </a:cubicBezTo>
                  <a:cubicBezTo>
                    <a:pt x="2525" y="218"/>
                    <a:pt x="2186" y="303"/>
                    <a:pt x="1834" y="404"/>
                  </a:cubicBezTo>
                  <a:cubicBezTo>
                    <a:pt x="1665" y="453"/>
                    <a:pt x="1479" y="505"/>
                    <a:pt x="1293" y="554"/>
                  </a:cubicBezTo>
                  <a:cubicBezTo>
                    <a:pt x="1059" y="622"/>
                    <a:pt x="788" y="691"/>
                    <a:pt x="537" y="755"/>
                  </a:cubicBezTo>
                  <a:cubicBezTo>
                    <a:pt x="505" y="772"/>
                    <a:pt x="469" y="772"/>
                    <a:pt x="436" y="792"/>
                  </a:cubicBezTo>
                  <a:cubicBezTo>
                    <a:pt x="334" y="817"/>
                    <a:pt x="229" y="851"/>
                    <a:pt x="119" y="851"/>
                  </a:cubicBezTo>
                  <a:cubicBezTo>
                    <a:pt x="85" y="851"/>
                    <a:pt x="51" y="848"/>
                    <a:pt x="16" y="840"/>
                  </a:cubicBezTo>
                  <a:lnTo>
                    <a:pt x="16" y="856"/>
                  </a:lnTo>
                  <a:cubicBezTo>
                    <a:pt x="0" y="873"/>
                    <a:pt x="16" y="873"/>
                    <a:pt x="16" y="873"/>
                  </a:cubicBezTo>
                  <a:lnTo>
                    <a:pt x="117" y="873"/>
                  </a:lnTo>
                  <a:cubicBezTo>
                    <a:pt x="234" y="873"/>
                    <a:pt x="335" y="840"/>
                    <a:pt x="453" y="808"/>
                  </a:cubicBezTo>
                  <a:cubicBezTo>
                    <a:pt x="485" y="808"/>
                    <a:pt x="521" y="792"/>
                    <a:pt x="554" y="772"/>
                  </a:cubicBezTo>
                  <a:cubicBezTo>
                    <a:pt x="808" y="707"/>
                    <a:pt x="1059" y="638"/>
                    <a:pt x="1313" y="570"/>
                  </a:cubicBezTo>
                  <a:cubicBezTo>
                    <a:pt x="1495" y="521"/>
                    <a:pt x="1665" y="469"/>
                    <a:pt x="1850" y="420"/>
                  </a:cubicBezTo>
                  <a:cubicBezTo>
                    <a:pt x="2186" y="335"/>
                    <a:pt x="2525" y="234"/>
                    <a:pt x="2860" y="150"/>
                  </a:cubicBezTo>
                  <a:cubicBezTo>
                    <a:pt x="3010" y="101"/>
                    <a:pt x="3147" y="65"/>
                    <a:pt x="3297" y="16"/>
                  </a:cubicBezTo>
                  <a:cubicBezTo>
                    <a:pt x="3313" y="101"/>
                    <a:pt x="3313" y="150"/>
                    <a:pt x="3297" y="202"/>
                  </a:cubicBezTo>
                  <a:cubicBezTo>
                    <a:pt x="3147" y="234"/>
                    <a:pt x="3010" y="287"/>
                    <a:pt x="2893" y="319"/>
                  </a:cubicBezTo>
                  <a:cubicBezTo>
                    <a:pt x="2775" y="352"/>
                    <a:pt x="2674" y="388"/>
                    <a:pt x="2557" y="404"/>
                  </a:cubicBezTo>
                  <a:cubicBezTo>
                    <a:pt x="2424" y="453"/>
                    <a:pt x="2287" y="489"/>
                    <a:pt x="2169" y="521"/>
                  </a:cubicBezTo>
                  <a:cubicBezTo>
                    <a:pt x="1951" y="590"/>
                    <a:pt x="1733" y="638"/>
                    <a:pt x="1515" y="691"/>
                  </a:cubicBezTo>
                  <a:cubicBezTo>
                    <a:pt x="1446" y="707"/>
                    <a:pt x="1362" y="739"/>
                    <a:pt x="1293" y="772"/>
                  </a:cubicBezTo>
                  <a:cubicBezTo>
                    <a:pt x="1177" y="812"/>
                    <a:pt x="1058" y="851"/>
                    <a:pt x="941" y="851"/>
                  </a:cubicBezTo>
                  <a:cubicBezTo>
                    <a:pt x="908" y="851"/>
                    <a:pt x="874" y="848"/>
                    <a:pt x="840" y="840"/>
                  </a:cubicBezTo>
                  <a:cubicBezTo>
                    <a:pt x="824" y="840"/>
                    <a:pt x="824" y="856"/>
                    <a:pt x="824" y="856"/>
                  </a:cubicBezTo>
                  <a:lnTo>
                    <a:pt x="824" y="873"/>
                  </a:lnTo>
                  <a:cubicBezTo>
                    <a:pt x="852" y="876"/>
                    <a:pt x="880" y="877"/>
                    <a:pt x="906" y="877"/>
                  </a:cubicBezTo>
                  <a:cubicBezTo>
                    <a:pt x="1055" y="877"/>
                    <a:pt x="1183" y="833"/>
                    <a:pt x="1313" y="792"/>
                  </a:cubicBezTo>
                  <a:cubicBezTo>
                    <a:pt x="1378" y="772"/>
                    <a:pt x="1446" y="739"/>
                    <a:pt x="1531" y="723"/>
                  </a:cubicBezTo>
                  <a:cubicBezTo>
                    <a:pt x="1749" y="671"/>
                    <a:pt x="1951" y="606"/>
                    <a:pt x="2169" y="554"/>
                  </a:cubicBezTo>
                  <a:cubicBezTo>
                    <a:pt x="2303" y="505"/>
                    <a:pt x="2440" y="469"/>
                    <a:pt x="2557" y="436"/>
                  </a:cubicBezTo>
                  <a:cubicBezTo>
                    <a:pt x="2674" y="404"/>
                    <a:pt x="2792" y="368"/>
                    <a:pt x="2893" y="335"/>
                  </a:cubicBezTo>
                  <a:cubicBezTo>
                    <a:pt x="3030" y="303"/>
                    <a:pt x="3163" y="267"/>
                    <a:pt x="3297" y="234"/>
                  </a:cubicBezTo>
                  <a:lnTo>
                    <a:pt x="3313" y="218"/>
                  </a:lnTo>
                  <a:cubicBezTo>
                    <a:pt x="3349" y="166"/>
                    <a:pt x="3333" y="85"/>
                    <a:pt x="3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6"/>
            <p:cNvSpPr/>
            <p:nvPr/>
          </p:nvSpPr>
          <p:spPr>
            <a:xfrm>
              <a:off x="888292" y="2930282"/>
              <a:ext cx="3278" cy="55423"/>
            </a:xfrm>
            <a:custGeom>
              <a:rect b="b" l="l" r="r" t="t"/>
              <a:pathLst>
                <a:path extrusionOk="0" h="558" w="33">
                  <a:moveTo>
                    <a:pt x="0" y="0"/>
                  </a:moveTo>
                  <a:lnTo>
                    <a:pt x="0" y="16"/>
                  </a:lnTo>
                  <a:cubicBezTo>
                    <a:pt x="17" y="137"/>
                    <a:pt x="17" y="238"/>
                    <a:pt x="17" y="356"/>
                  </a:cubicBezTo>
                  <a:cubicBezTo>
                    <a:pt x="0" y="404"/>
                    <a:pt x="0" y="473"/>
                    <a:pt x="17" y="541"/>
                  </a:cubicBezTo>
                  <a:lnTo>
                    <a:pt x="17" y="558"/>
                  </a:lnTo>
                  <a:cubicBezTo>
                    <a:pt x="33" y="558"/>
                    <a:pt x="33" y="558"/>
                    <a:pt x="33" y="541"/>
                  </a:cubicBezTo>
                  <a:lnTo>
                    <a:pt x="33" y="356"/>
                  </a:lnTo>
                  <a:cubicBezTo>
                    <a:pt x="33" y="238"/>
                    <a:pt x="33" y="117"/>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6"/>
            <p:cNvSpPr/>
            <p:nvPr/>
          </p:nvSpPr>
          <p:spPr>
            <a:xfrm>
              <a:off x="1252616" y="3001896"/>
              <a:ext cx="160609" cy="57211"/>
            </a:xfrm>
            <a:custGeom>
              <a:rect b="b" l="l" r="r" t="t"/>
              <a:pathLst>
                <a:path extrusionOk="0" h="576" w="1617">
                  <a:moveTo>
                    <a:pt x="1560" y="1"/>
                  </a:moveTo>
                  <a:cubicBezTo>
                    <a:pt x="1537" y="1"/>
                    <a:pt x="1518" y="11"/>
                    <a:pt x="1499" y="22"/>
                  </a:cubicBezTo>
                  <a:cubicBezTo>
                    <a:pt x="1483" y="22"/>
                    <a:pt x="1483" y="22"/>
                    <a:pt x="1467" y="39"/>
                  </a:cubicBezTo>
                  <a:cubicBezTo>
                    <a:pt x="1148" y="140"/>
                    <a:pt x="825" y="273"/>
                    <a:pt x="505" y="390"/>
                  </a:cubicBezTo>
                  <a:cubicBezTo>
                    <a:pt x="372" y="443"/>
                    <a:pt x="239" y="491"/>
                    <a:pt x="85" y="544"/>
                  </a:cubicBezTo>
                  <a:lnTo>
                    <a:pt x="37" y="544"/>
                  </a:lnTo>
                  <a:cubicBezTo>
                    <a:pt x="37" y="560"/>
                    <a:pt x="17" y="560"/>
                    <a:pt x="17" y="560"/>
                  </a:cubicBezTo>
                  <a:cubicBezTo>
                    <a:pt x="1" y="560"/>
                    <a:pt x="1" y="560"/>
                    <a:pt x="1" y="576"/>
                  </a:cubicBezTo>
                  <a:lnTo>
                    <a:pt x="53" y="576"/>
                  </a:lnTo>
                  <a:cubicBezTo>
                    <a:pt x="69" y="576"/>
                    <a:pt x="85" y="576"/>
                    <a:pt x="101" y="560"/>
                  </a:cubicBezTo>
                  <a:cubicBezTo>
                    <a:pt x="239" y="507"/>
                    <a:pt x="388" y="459"/>
                    <a:pt x="522" y="406"/>
                  </a:cubicBezTo>
                  <a:cubicBezTo>
                    <a:pt x="845" y="289"/>
                    <a:pt x="1164" y="172"/>
                    <a:pt x="1483" y="55"/>
                  </a:cubicBezTo>
                  <a:cubicBezTo>
                    <a:pt x="1483" y="55"/>
                    <a:pt x="1499" y="55"/>
                    <a:pt x="1515" y="39"/>
                  </a:cubicBezTo>
                  <a:cubicBezTo>
                    <a:pt x="1523" y="31"/>
                    <a:pt x="1537" y="26"/>
                    <a:pt x="1552" y="26"/>
                  </a:cubicBezTo>
                  <a:cubicBezTo>
                    <a:pt x="1567" y="26"/>
                    <a:pt x="1584" y="31"/>
                    <a:pt x="1600" y="39"/>
                  </a:cubicBezTo>
                  <a:lnTo>
                    <a:pt x="1616" y="39"/>
                  </a:lnTo>
                  <a:lnTo>
                    <a:pt x="1616" y="22"/>
                  </a:lnTo>
                  <a:cubicBezTo>
                    <a:pt x="1595" y="7"/>
                    <a:pt x="157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6"/>
            <p:cNvSpPr/>
            <p:nvPr/>
          </p:nvSpPr>
          <p:spPr>
            <a:xfrm>
              <a:off x="1553570" y="3069039"/>
              <a:ext cx="5264" cy="65554"/>
            </a:xfrm>
            <a:custGeom>
              <a:rect b="b" l="l" r="r" t="t"/>
              <a:pathLst>
                <a:path extrusionOk="0" h="660" w="53">
                  <a:moveTo>
                    <a:pt x="37" y="1"/>
                  </a:moveTo>
                  <a:cubicBezTo>
                    <a:pt x="16" y="1"/>
                    <a:pt x="16" y="1"/>
                    <a:pt x="16" y="17"/>
                  </a:cubicBezTo>
                  <a:lnTo>
                    <a:pt x="16" y="255"/>
                  </a:lnTo>
                  <a:cubicBezTo>
                    <a:pt x="16" y="389"/>
                    <a:pt x="16" y="522"/>
                    <a:pt x="0" y="639"/>
                  </a:cubicBezTo>
                  <a:cubicBezTo>
                    <a:pt x="0" y="659"/>
                    <a:pt x="0" y="659"/>
                    <a:pt x="16" y="659"/>
                  </a:cubicBez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6"/>
            <p:cNvSpPr/>
            <p:nvPr/>
          </p:nvSpPr>
          <p:spPr>
            <a:xfrm>
              <a:off x="1739308" y="2282783"/>
              <a:ext cx="169051" cy="350220"/>
            </a:xfrm>
            <a:custGeom>
              <a:rect b="b" l="l" r="r" t="t"/>
              <a:pathLst>
                <a:path extrusionOk="0" h="3526" w="1702">
                  <a:moveTo>
                    <a:pt x="28" y="0"/>
                  </a:moveTo>
                  <a:cubicBezTo>
                    <a:pt x="26" y="0"/>
                    <a:pt x="22" y="2"/>
                    <a:pt x="17" y="7"/>
                  </a:cubicBezTo>
                  <a:cubicBezTo>
                    <a:pt x="17" y="7"/>
                    <a:pt x="1" y="7"/>
                    <a:pt x="1" y="23"/>
                  </a:cubicBezTo>
                  <a:cubicBezTo>
                    <a:pt x="49" y="209"/>
                    <a:pt x="166" y="359"/>
                    <a:pt x="287" y="496"/>
                  </a:cubicBezTo>
                  <a:cubicBezTo>
                    <a:pt x="336" y="561"/>
                    <a:pt x="388" y="629"/>
                    <a:pt x="437" y="698"/>
                  </a:cubicBezTo>
                  <a:cubicBezTo>
                    <a:pt x="691" y="1102"/>
                    <a:pt x="958" y="1506"/>
                    <a:pt x="1229" y="1890"/>
                  </a:cubicBezTo>
                  <a:cubicBezTo>
                    <a:pt x="1362" y="2075"/>
                    <a:pt x="1479" y="2277"/>
                    <a:pt x="1616" y="2463"/>
                  </a:cubicBezTo>
                  <a:cubicBezTo>
                    <a:pt x="1649" y="2516"/>
                    <a:pt x="1665" y="2580"/>
                    <a:pt x="1665" y="2665"/>
                  </a:cubicBezTo>
                  <a:cubicBezTo>
                    <a:pt x="1649" y="2782"/>
                    <a:pt x="1649" y="2900"/>
                    <a:pt x="1665" y="3001"/>
                  </a:cubicBezTo>
                  <a:cubicBezTo>
                    <a:pt x="1665" y="3122"/>
                    <a:pt x="1665" y="3239"/>
                    <a:pt x="1649" y="3356"/>
                  </a:cubicBezTo>
                  <a:lnTo>
                    <a:pt x="1649" y="3388"/>
                  </a:lnTo>
                  <a:cubicBezTo>
                    <a:pt x="1649" y="3425"/>
                    <a:pt x="1649" y="3473"/>
                    <a:pt x="1616" y="3506"/>
                  </a:cubicBezTo>
                  <a:lnTo>
                    <a:pt x="1616" y="3526"/>
                  </a:lnTo>
                  <a:lnTo>
                    <a:pt x="1633" y="3526"/>
                  </a:lnTo>
                  <a:cubicBezTo>
                    <a:pt x="1681" y="3473"/>
                    <a:pt x="1681" y="3425"/>
                    <a:pt x="1681" y="3388"/>
                  </a:cubicBezTo>
                  <a:lnTo>
                    <a:pt x="1681" y="3356"/>
                  </a:lnTo>
                  <a:cubicBezTo>
                    <a:pt x="1701" y="3239"/>
                    <a:pt x="1681" y="3122"/>
                    <a:pt x="1681" y="3001"/>
                  </a:cubicBezTo>
                  <a:lnTo>
                    <a:pt x="1681" y="2681"/>
                  </a:lnTo>
                  <a:cubicBezTo>
                    <a:pt x="1701" y="2580"/>
                    <a:pt x="1681" y="2516"/>
                    <a:pt x="1633" y="2447"/>
                  </a:cubicBezTo>
                  <a:cubicBezTo>
                    <a:pt x="1516" y="2261"/>
                    <a:pt x="1378" y="2075"/>
                    <a:pt x="1245" y="1890"/>
                  </a:cubicBezTo>
                  <a:cubicBezTo>
                    <a:pt x="994" y="1486"/>
                    <a:pt x="708" y="1102"/>
                    <a:pt x="453" y="698"/>
                  </a:cubicBezTo>
                  <a:cubicBezTo>
                    <a:pt x="405" y="613"/>
                    <a:pt x="352" y="544"/>
                    <a:pt x="304" y="476"/>
                  </a:cubicBezTo>
                  <a:cubicBezTo>
                    <a:pt x="186" y="342"/>
                    <a:pt x="85" y="193"/>
                    <a:pt x="33" y="7"/>
                  </a:cubicBezTo>
                  <a:cubicBezTo>
                    <a:pt x="33" y="7"/>
                    <a:pt x="33"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6"/>
            <p:cNvSpPr/>
            <p:nvPr/>
          </p:nvSpPr>
          <p:spPr>
            <a:xfrm>
              <a:off x="1643857" y="2515799"/>
              <a:ext cx="6853" cy="61879"/>
            </a:xfrm>
            <a:custGeom>
              <a:rect b="b" l="l" r="r" t="t"/>
              <a:pathLst>
                <a:path extrusionOk="0" h="623" w="69">
                  <a:moveTo>
                    <a:pt x="53" y="0"/>
                  </a:moveTo>
                  <a:cubicBezTo>
                    <a:pt x="53" y="0"/>
                    <a:pt x="37" y="0"/>
                    <a:pt x="37" y="16"/>
                  </a:cubicBezTo>
                  <a:cubicBezTo>
                    <a:pt x="16" y="101"/>
                    <a:pt x="16" y="202"/>
                    <a:pt x="16" y="287"/>
                  </a:cubicBezTo>
                  <a:lnTo>
                    <a:pt x="16" y="453"/>
                  </a:lnTo>
                  <a:lnTo>
                    <a:pt x="16" y="505"/>
                  </a:lnTo>
                  <a:cubicBezTo>
                    <a:pt x="16" y="537"/>
                    <a:pt x="37" y="574"/>
                    <a:pt x="16" y="606"/>
                  </a:cubicBezTo>
                  <a:cubicBezTo>
                    <a:pt x="0" y="606"/>
                    <a:pt x="0" y="622"/>
                    <a:pt x="16" y="622"/>
                  </a:cubicBezTo>
                  <a:lnTo>
                    <a:pt x="37" y="622"/>
                  </a:lnTo>
                  <a:cubicBezTo>
                    <a:pt x="53" y="590"/>
                    <a:pt x="53" y="537"/>
                    <a:pt x="53" y="505"/>
                  </a:cubicBezTo>
                  <a:lnTo>
                    <a:pt x="53" y="473"/>
                  </a:lnTo>
                  <a:lnTo>
                    <a:pt x="53" y="287"/>
                  </a:lnTo>
                  <a:cubicBezTo>
                    <a:pt x="53" y="202"/>
                    <a:pt x="53" y="101"/>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6"/>
            <p:cNvSpPr/>
            <p:nvPr/>
          </p:nvSpPr>
          <p:spPr>
            <a:xfrm>
              <a:off x="889881" y="2438723"/>
              <a:ext cx="5364" cy="58701"/>
            </a:xfrm>
            <a:custGeom>
              <a:rect b="b" l="l" r="r" t="t"/>
              <a:pathLst>
                <a:path extrusionOk="0" h="591" w="54">
                  <a:moveTo>
                    <a:pt x="17" y="1"/>
                  </a:moveTo>
                  <a:cubicBezTo>
                    <a:pt x="17" y="17"/>
                    <a:pt x="1" y="17"/>
                    <a:pt x="1" y="17"/>
                  </a:cubicBezTo>
                  <a:cubicBezTo>
                    <a:pt x="17" y="138"/>
                    <a:pt x="17" y="255"/>
                    <a:pt x="17" y="372"/>
                  </a:cubicBezTo>
                  <a:lnTo>
                    <a:pt x="17" y="574"/>
                  </a:lnTo>
                  <a:cubicBezTo>
                    <a:pt x="17" y="590"/>
                    <a:pt x="33" y="590"/>
                    <a:pt x="33" y="590"/>
                  </a:cubicBezTo>
                  <a:cubicBezTo>
                    <a:pt x="33" y="590"/>
                    <a:pt x="53" y="590"/>
                    <a:pt x="53" y="574"/>
                  </a:cubicBezTo>
                  <a:lnTo>
                    <a:pt x="53" y="372"/>
                  </a:lnTo>
                  <a:cubicBezTo>
                    <a:pt x="53" y="255"/>
                    <a:pt x="53" y="13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6"/>
            <p:cNvSpPr/>
            <p:nvPr/>
          </p:nvSpPr>
          <p:spPr>
            <a:xfrm>
              <a:off x="1523475" y="1582839"/>
              <a:ext cx="200736" cy="443089"/>
            </a:xfrm>
            <a:custGeom>
              <a:rect b="b" l="l" r="r" t="t"/>
              <a:pathLst>
                <a:path extrusionOk="0" h="4461" w="2021">
                  <a:moveTo>
                    <a:pt x="0" y="1"/>
                  </a:moveTo>
                  <a:cubicBezTo>
                    <a:pt x="0" y="134"/>
                    <a:pt x="69" y="219"/>
                    <a:pt x="117" y="304"/>
                  </a:cubicBezTo>
                  <a:cubicBezTo>
                    <a:pt x="154" y="336"/>
                    <a:pt x="170" y="352"/>
                    <a:pt x="186" y="389"/>
                  </a:cubicBezTo>
                  <a:cubicBezTo>
                    <a:pt x="723" y="1281"/>
                    <a:pt x="1265" y="2170"/>
                    <a:pt x="1802" y="3031"/>
                  </a:cubicBezTo>
                  <a:lnTo>
                    <a:pt x="1935" y="3265"/>
                  </a:lnTo>
                  <a:cubicBezTo>
                    <a:pt x="1972" y="3334"/>
                    <a:pt x="1988" y="3382"/>
                    <a:pt x="1988" y="3435"/>
                  </a:cubicBezTo>
                  <a:lnTo>
                    <a:pt x="1988" y="4311"/>
                  </a:lnTo>
                  <a:cubicBezTo>
                    <a:pt x="1988" y="4360"/>
                    <a:pt x="1988" y="4412"/>
                    <a:pt x="1955" y="4445"/>
                  </a:cubicBezTo>
                  <a:lnTo>
                    <a:pt x="1955" y="4461"/>
                  </a:lnTo>
                  <a:lnTo>
                    <a:pt x="1972" y="4461"/>
                  </a:lnTo>
                  <a:cubicBezTo>
                    <a:pt x="2004" y="4412"/>
                    <a:pt x="2020" y="4360"/>
                    <a:pt x="2020" y="4311"/>
                  </a:cubicBezTo>
                  <a:lnTo>
                    <a:pt x="2020" y="3435"/>
                  </a:lnTo>
                  <a:cubicBezTo>
                    <a:pt x="2020" y="3366"/>
                    <a:pt x="2004" y="3317"/>
                    <a:pt x="1972" y="3249"/>
                  </a:cubicBezTo>
                  <a:lnTo>
                    <a:pt x="1818" y="3015"/>
                  </a:lnTo>
                  <a:cubicBezTo>
                    <a:pt x="1281" y="2154"/>
                    <a:pt x="744" y="1261"/>
                    <a:pt x="202" y="373"/>
                  </a:cubicBezTo>
                  <a:cubicBezTo>
                    <a:pt x="186" y="336"/>
                    <a:pt x="170" y="320"/>
                    <a:pt x="154" y="288"/>
                  </a:cubicBezTo>
                  <a:cubicBezTo>
                    <a:pt x="85" y="203"/>
                    <a:pt x="16" y="118"/>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6"/>
            <p:cNvSpPr/>
            <p:nvPr/>
          </p:nvSpPr>
          <p:spPr>
            <a:xfrm>
              <a:off x="702554" y="2527420"/>
              <a:ext cx="5264" cy="85519"/>
            </a:xfrm>
            <a:custGeom>
              <a:rect b="b" l="l" r="r" t="t"/>
              <a:pathLst>
                <a:path extrusionOk="0" h="861" w="53">
                  <a:moveTo>
                    <a:pt x="20" y="0"/>
                  </a:moveTo>
                  <a:cubicBezTo>
                    <a:pt x="0" y="0"/>
                    <a:pt x="0" y="16"/>
                    <a:pt x="0" y="16"/>
                  </a:cubicBezTo>
                  <a:cubicBezTo>
                    <a:pt x="20" y="154"/>
                    <a:pt x="20" y="303"/>
                    <a:pt x="20" y="437"/>
                  </a:cubicBezTo>
                  <a:lnTo>
                    <a:pt x="20" y="691"/>
                  </a:lnTo>
                  <a:lnTo>
                    <a:pt x="20" y="792"/>
                  </a:lnTo>
                  <a:cubicBezTo>
                    <a:pt x="20" y="808"/>
                    <a:pt x="36" y="824"/>
                    <a:pt x="36" y="841"/>
                  </a:cubicBezTo>
                  <a:lnTo>
                    <a:pt x="36" y="861"/>
                  </a:lnTo>
                  <a:cubicBezTo>
                    <a:pt x="53" y="861"/>
                    <a:pt x="53" y="861"/>
                    <a:pt x="53" y="841"/>
                  </a:cubicBezTo>
                  <a:lnTo>
                    <a:pt x="53" y="792"/>
                  </a:lnTo>
                  <a:cubicBezTo>
                    <a:pt x="53" y="760"/>
                    <a:pt x="36" y="723"/>
                    <a:pt x="36" y="691"/>
                  </a:cubicBezTo>
                  <a:lnTo>
                    <a:pt x="36" y="437"/>
                  </a:lnTo>
                  <a:cubicBezTo>
                    <a:pt x="53" y="303"/>
                    <a:pt x="53" y="154"/>
                    <a:pt x="36" y="16"/>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6"/>
            <p:cNvSpPr/>
            <p:nvPr/>
          </p:nvSpPr>
          <p:spPr>
            <a:xfrm>
              <a:off x="1246160" y="3416975"/>
              <a:ext cx="257351" cy="197061"/>
            </a:xfrm>
            <a:custGeom>
              <a:rect b="b" l="l" r="r" t="t"/>
              <a:pathLst>
                <a:path extrusionOk="0" h="1984" w="2591">
                  <a:moveTo>
                    <a:pt x="1665" y="0"/>
                  </a:moveTo>
                  <a:lnTo>
                    <a:pt x="17" y="489"/>
                  </a:lnTo>
                  <a:lnTo>
                    <a:pt x="1" y="489"/>
                  </a:lnTo>
                  <a:lnTo>
                    <a:pt x="1" y="942"/>
                  </a:lnTo>
                  <a:cubicBezTo>
                    <a:pt x="1" y="1176"/>
                    <a:pt x="1" y="1414"/>
                    <a:pt x="17" y="1648"/>
                  </a:cubicBezTo>
                  <a:lnTo>
                    <a:pt x="33" y="1648"/>
                  </a:lnTo>
                  <a:cubicBezTo>
                    <a:pt x="17" y="1414"/>
                    <a:pt x="17" y="1176"/>
                    <a:pt x="33" y="942"/>
                  </a:cubicBezTo>
                  <a:lnTo>
                    <a:pt x="33" y="505"/>
                  </a:lnTo>
                  <a:lnTo>
                    <a:pt x="1665" y="16"/>
                  </a:lnTo>
                  <a:cubicBezTo>
                    <a:pt x="1681" y="49"/>
                    <a:pt x="1665" y="65"/>
                    <a:pt x="1665" y="85"/>
                  </a:cubicBezTo>
                  <a:cubicBezTo>
                    <a:pt x="1649" y="117"/>
                    <a:pt x="1633" y="134"/>
                    <a:pt x="1649" y="166"/>
                  </a:cubicBezTo>
                  <a:cubicBezTo>
                    <a:pt x="1799" y="267"/>
                    <a:pt x="1952" y="404"/>
                    <a:pt x="2085" y="521"/>
                  </a:cubicBezTo>
                  <a:cubicBezTo>
                    <a:pt x="2122" y="570"/>
                    <a:pt x="2170" y="606"/>
                    <a:pt x="2223" y="655"/>
                  </a:cubicBezTo>
                  <a:cubicBezTo>
                    <a:pt x="2255" y="691"/>
                    <a:pt x="2271" y="723"/>
                    <a:pt x="2271" y="772"/>
                  </a:cubicBezTo>
                  <a:cubicBezTo>
                    <a:pt x="2255" y="909"/>
                    <a:pt x="2255" y="1043"/>
                    <a:pt x="2255" y="1176"/>
                  </a:cubicBezTo>
                  <a:lnTo>
                    <a:pt x="2255" y="1515"/>
                  </a:lnTo>
                  <a:cubicBezTo>
                    <a:pt x="2239" y="1632"/>
                    <a:pt x="2271" y="1681"/>
                    <a:pt x="2356" y="1749"/>
                  </a:cubicBezTo>
                  <a:cubicBezTo>
                    <a:pt x="2372" y="1766"/>
                    <a:pt x="2404" y="1782"/>
                    <a:pt x="2425" y="1802"/>
                  </a:cubicBezTo>
                  <a:cubicBezTo>
                    <a:pt x="2489" y="1834"/>
                    <a:pt x="2558" y="1883"/>
                    <a:pt x="2574" y="1968"/>
                  </a:cubicBezTo>
                  <a:lnTo>
                    <a:pt x="2574" y="1984"/>
                  </a:lnTo>
                  <a:cubicBezTo>
                    <a:pt x="2590" y="1984"/>
                    <a:pt x="2590" y="1968"/>
                    <a:pt x="2590" y="1968"/>
                  </a:cubicBezTo>
                  <a:cubicBezTo>
                    <a:pt x="2574" y="1867"/>
                    <a:pt x="2505" y="1818"/>
                    <a:pt x="2441" y="1766"/>
                  </a:cubicBezTo>
                  <a:cubicBezTo>
                    <a:pt x="2404" y="1766"/>
                    <a:pt x="2388" y="1749"/>
                    <a:pt x="2372" y="1733"/>
                  </a:cubicBezTo>
                  <a:cubicBezTo>
                    <a:pt x="2287" y="1665"/>
                    <a:pt x="2271" y="1616"/>
                    <a:pt x="2271" y="1531"/>
                  </a:cubicBezTo>
                  <a:cubicBezTo>
                    <a:pt x="2287" y="1414"/>
                    <a:pt x="2287" y="1277"/>
                    <a:pt x="2287" y="1176"/>
                  </a:cubicBezTo>
                  <a:cubicBezTo>
                    <a:pt x="2287" y="1043"/>
                    <a:pt x="2287" y="909"/>
                    <a:pt x="2303" y="772"/>
                  </a:cubicBezTo>
                  <a:cubicBezTo>
                    <a:pt x="2303" y="723"/>
                    <a:pt x="2287" y="671"/>
                    <a:pt x="2239" y="639"/>
                  </a:cubicBezTo>
                  <a:cubicBezTo>
                    <a:pt x="2186" y="590"/>
                    <a:pt x="2138" y="554"/>
                    <a:pt x="2101" y="505"/>
                  </a:cubicBezTo>
                  <a:cubicBezTo>
                    <a:pt x="1968" y="388"/>
                    <a:pt x="1835" y="251"/>
                    <a:pt x="1665" y="150"/>
                  </a:cubicBezTo>
                  <a:cubicBezTo>
                    <a:pt x="1665" y="134"/>
                    <a:pt x="1665" y="117"/>
                    <a:pt x="1681" y="101"/>
                  </a:cubicBezTo>
                  <a:cubicBezTo>
                    <a:pt x="1698" y="85"/>
                    <a:pt x="1718" y="49"/>
                    <a:pt x="1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6"/>
            <p:cNvSpPr/>
            <p:nvPr/>
          </p:nvSpPr>
          <p:spPr>
            <a:xfrm>
              <a:off x="1289565" y="1711664"/>
              <a:ext cx="8443" cy="95253"/>
            </a:xfrm>
            <a:custGeom>
              <a:rect b="b" l="l" r="r" t="t"/>
              <a:pathLst>
                <a:path extrusionOk="0" h="959" w="85">
                  <a:moveTo>
                    <a:pt x="49" y="1"/>
                  </a:moveTo>
                  <a:cubicBezTo>
                    <a:pt x="16" y="287"/>
                    <a:pt x="0" y="623"/>
                    <a:pt x="49" y="958"/>
                  </a:cubicBezTo>
                  <a:lnTo>
                    <a:pt x="69" y="958"/>
                  </a:lnTo>
                  <a:cubicBezTo>
                    <a:pt x="69" y="958"/>
                    <a:pt x="85" y="958"/>
                    <a:pt x="85" y="942"/>
                  </a:cubicBezTo>
                  <a:cubicBezTo>
                    <a:pt x="16" y="623"/>
                    <a:pt x="49" y="287"/>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6"/>
            <p:cNvSpPr/>
            <p:nvPr/>
          </p:nvSpPr>
          <p:spPr>
            <a:xfrm>
              <a:off x="1765828" y="2207991"/>
              <a:ext cx="5264" cy="55523"/>
            </a:xfrm>
            <a:custGeom>
              <a:rect b="b" l="l" r="r" t="t"/>
              <a:pathLst>
                <a:path extrusionOk="0" h="559" w="53">
                  <a:moveTo>
                    <a:pt x="37" y="1"/>
                  </a:moveTo>
                  <a:lnTo>
                    <a:pt x="20" y="17"/>
                  </a:lnTo>
                  <a:cubicBezTo>
                    <a:pt x="0" y="138"/>
                    <a:pt x="0" y="239"/>
                    <a:pt x="20" y="356"/>
                  </a:cubicBezTo>
                  <a:lnTo>
                    <a:pt x="20" y="542"/>
                  </a:lnTo>
                  <a:cubicBezTo>
                    <a:pt x="0" y="558"/>
                    <a:pt x="20" y="558"/>
                    <a:pt x="20" y="558"/>
                  </a:cubicBezTo>
                  <a:lnTo>
                    <a:pt x="37" y="558"/>
                  </a:lnTo>
                  <a:lnTo>
                    <a:pt x="37" y="356"/>
                  </a:lnTo>
                  <a:cubicBezTo>
                    <a:pt x="37" y="239"/>
                    <a:pt x="37" y="138"/>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6"/>
            <p:cNvSpPr/>
            <p:nvPr/>
          </p:nvSpPr>
          <p:spPr>
            <a:xfrm>
              <a:off x="1520197" y="3027323"/>
              <a:ext cx="199147" cy="291022"/>
            </a:xfrm>
            <a:custGeom>
              <a:rect b="b" l="l" r="r" t="t"/>
              <a:pathLst>
                <a:path extrusionOk="0" h="2930" w="2005">
                  <a:moveTo>
                    <a:pt x="49" y="1"/>
                  </a:moveTo>
                  <a:cubicBezTo>
                    <a:pt x="17" y="33"/>
                    <a:pt x="17" y="69"/>
                    <a:pt x="17" y="102"/>
                  </a:cubicBezTo>
                  <a:lnTo>
                    <a:pt x="17" y="288"/>
                  </a:lnTo>
                  <a:lnTo>
                    <a:pt x="17" y="453"/>
                  </a:lnTo>
                  <a:cubicBezTo>
                    <a:pt x="1" y="591"/>
                    <a:pt x="1" y="724"/>
                    <a:pt x="33" y="841"/>
                  </a:cubicBezTo>
                  <a:cubicBezTo>
                    <a:pt x="86" y="958"/>
                    <a:pt x="203" y="1059"/>
                    <a:pt x="304" y="1160"/>
                  </a:cubicBezTo>
                  <a:cubicBezTo>
                    <a:pt x="352" y="1196"/>
                    <a:pt x="389" y="1245"/>
                    <a:pt x="437" y="1281"/>
                  </a:cubicBezTo>
                  <a:cubicBezTo>
                    <a:pt x="724" y="1584"/>
                    <a:pt x="1027" y="1903"/>
                    <a:pt x="1330" y="2206"/>
                  </a:cubicBezTo>
                  <a:lnTo>
                    <a:pt x="1665" y="2542"/>
                  </a:lnTo>
                  <a:cubicBezTo>
                    <a:pt x="1686" y="2574"/>
                    <a:pt x="1718" y="2610"/>
                    <a:pt x="1750" y="2627"/>
                  </a:cubicBezTo>
                  <a:cubicBezTo>
                    <a:pt x="1851" y="2728"/>
                    <a:pt x="1936" y="2796"/>
                    <a:pt x="1968" y="2930"/>
                  </a:cubicBezTo>
                  <a:lnTo>
                    <a:pt x="1988" y="2930"/>
                  </a:lnTo>
                  <a:cubicBezTo>
                    <a:pt x="1988" y="2930"/>
                    <a:pt x="2005" y="2930"/>
                    <a:pt x="2005" y="2913"/>
                  </a:cubicBezTo>
                  <a:cubicBezTo>
                    <a:pt x="1952" y="2776"/>
                    <a:pt x="1851" y="2695"/>
                    <a:pt x="1766" y="2610"/>
                  </a:cubicBezTo>
                  <a:cubicBezTo>
                    <a:pt x="1734" y="2594"/>
                    <a:pt x="1718" y="2558"/>
                    <a:pt x="1686" y="2526"/>
                  </a:cubicBezTo>
                  <a:lnTo>
                    <a:pt x="1346" y="2190"/>
                  </a:lnTo>
                  <a:cubicBezTo>
                    <a:pt x="1043" y="1887"/>
                    <a:pt x="756" y="1564"/>
                    <a:pt x="453" y="1261"/>
                  </a:cubicBezTo>
                  <a:cubicBezTo>
                    <a:pt x="421" y="1213"/>
                    <a:pt x="373" y="1180"/>
                    <a:pt x="320" y="1144"/>
                  </a:cubicBezTo>
                  <a:cubicBezTo>
                    <a:pt x="219" y="1043"/>
                    <a:pt x="118" y="942"/>
                    <a:pt x="70" y="825"/>
                  </a:cubicBezTo>
                  <a:cubicBezTo>
                    <a:pt x="17" y="724"/>
                    <a:pt x="33" y="591"/>
                    <a:pt x="33" y="453"/>
                  </a:cubicBezTo>
                  <a:cubicBezTo>
                    <a:pt x="49" y="405"/>
                    <a:pt x="49" y="336"/>
                    <a:pt x="49" y="288"/>
                  </a:cubicBezTo>
                  <a:lnTo>
                    <a:pt x="49" y="102"/>
                  </a:lnTo>
                  <a:cubicBezTo>
                    <a:pt x="49" y="69"/>
                    <a:pt x="49" y="3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6"/>
            <p:cNvSpPr/>
            <p:nvPr/>
          </p:nvSpPr>
          <p:spPr>
            <a:xfrm>
              <a:off x="608990" y="2074399"/>
              <a:ext cx="5364" cy="90386"/>
            </a:xfrm>
            <a:custGeom>
              <a:rect b="b" l="l" r="r" t="t"/>
              <a:pathLst>
                <a:path extrusionOk="0" h="910" w="54">
                  <a:moveTo>
                    <a:pt x="1" y="1"/>
                  </a:moveTo>
                  <a:lnTo>
                    <a:pt x="1" y="17"/>
                  </a:lnTo>
                  <a:cubicBezTo>
                    <a:pt x="17" y="134"/>
                    <a:pt x="17" y="251"/>
                    <a:pt x="17" y="372"/>
                  </a:cubicBezTo>
                  <a:cubicBezTo>
                    <a:pt x="17" y="453"/>
                    <a:pt x="1" y="538"/>
                    <a:pt x="17" y="606"/>
                  </a:cubicBezTo>
                  <a:lnTo>
                    <a:pt x="17" y="707"/>
                  </a:lnTo>
                  <a:cubicBezTo>
                    <a:pt x="1" y="776"/>
                    <a:pt x="1" y="841"/>
                    <a:pt x="17" y="893"/>
                  </a:cubicBezTo>
                  <a:lnTo>
                    <a:pt x="33" y="909"/>
                  </a:lnTo>
                  <a:cubicBezTo>
                    <a:pt x="53" y="909"/>
                    <a:pt x="53" y="893"/>
                    <a:pt x="53" y="893"/>
                  </a:cubicBezTo>
                  <a:cubicBezTo>
                    <a:pt x="33" y="825"/>
                    <a:pt x="33" y="776"/>
                    <a:pt x="33" y="707"/>
                  </a:cubicBezTo>
                  <a:lnTo>
                    <a:pt x="33" y="606"/>
                  </a:lnTo>
                  <a:lnTo>
                    <a:pt x="33" y="372"/>
                  </a:lnTo>
                  <a:cubicBezTo>
                    <a:pt x="33" y="251"/>
                    <a:pt x="33" y="134"/>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6"/>
            <p:cNvSpPr/>
            <p:nvPr/>
          </p:nvSpPr>
          <p:spPr>
            <a:xfrm>
              <a:off x="1254205" y="1746626"/>
              <a:ext cx="159019" cy="83930"/>
            </a:xfrm>
            <a:custGeom>
              <a:rect b="b" l="l" r="r" t="t"/>
              <a:pathLst>
                <a:path extrusionOk="0" h="845" w="1601">
                  <a:moveTo>
                    <a:pt x="1584" y="0"/>
                  </a:moveTo>
                  <a:cubicBezTo>
                    <a:pt x="1467" y="16"/>
                    <a:pt x="1366" y="85"/>
                    <a:pt x="1265" y="137"/>
                  </a:cubicBezTo>
                  <a:cubicBezTo>
                    <a:pt x="1233" y="170"/>
                    <a:pt x="1180" y="186"/>
                    <a:pt x="1148" y="218"/>
                  </a:cubicBezTo>
                  <a:cubicBezTo>
                    <a:pt x="877" y="356"/>
                    <a:pt x="590" y="505"/>
                    <a:pt x="324" y="642"/>
                  </a:cubicBezTo>
                  <a:cubicBezTo>
                    <a:pt x="223" y="707"/>
                    <a:pt x="122" y="760"/>
                    <a:pt x="1" y="824"/>
                  </a:cubicBezTo>
                  <a:lnTo>
                    <a:pt x="1" y="844"/>
                  </a:lnTo>
                  <a:lnTo>
                    <a:pt x="21" y="844"/>
                  </a:lnTo>
                  <a:cubicBezTo>
                    <a:pt x="122" y="776"/>
                    <a:pt x="239" y="723"/>
                    <a:pt x="340" y="675"/>
                  </a:cubicBezTo>
                  <a:cubicBezTo>
                    <a:pt x="607" y="521"/>
                    <a:pt x="877" y="372"/>
                    <a:pt x="1164" y="238"/>
                  </a:cubicBezTo>
                  <a:cubicBezTo>
                    <a:pt x="1196" y="218"/>
                    <a:pt x="1249" y="186"/>
                    <a:pt x="1281" y="170"/>
                  </a:cubicBezTo>
                  <a:cubicBezTo>
                    <a:pt x="1366" y="101"/>
                    <a:pt x="1467" y="53"/>
                    <a:pt x="1584" y="36"/>
                  </a:cubicBezTo>
                  <a:lnTo>
                    <a:pt x="1600" y="16"/>
                  </a:lnTo>
                  <a:lnTo>
                    <a:pt x="15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6"/>
            <p:cNvSpPr/>
            <p:nvPr/>
          </p:nvSpPr>
          <p:spPr>
            <a:xfrm>
              <a:off x="848164" y="3480344"/>
              <a:ext cx="354392" cy="223978"/>
            </a:xfrm>
            <a:custGeom>
              <a:rect b="b" l="l" r="r" t="t"/>
              <a:pathLst>
                <a:path extrusionOk="0" h="2255" w="3568">
                  <a:moveTo>
                    <a:pt x="3568" y="1"/>
                  </a:moveTo>
                  <a:cubicBezTo>
                    <a:pt x="3467" y="1"/>
                    <a:pt x="3382" y="17"/>
                    <a:pt x="3301" y="53"/>
                  </a:cubicBezTo>
                  <a:cubicBezTo>
                    <a:pt x="3281" y="53"/>
                    <a:pt x="3248" y="69"/>
                    <a:pt x="3216" y="85"/>
                  </a:cubicBezTo>
                  <a:cubicBezTo>
                    <a:pt x="2828" y="186"/>
                    <a:pt x="2440" y="304"/>
                    <a:pt x="2053" y="421"/>
                  </a:cubicBezTo>
                  <a:cubicBezTo>
                    <a:pt x="1786" y="505"/>
                    <a:pt x="1515" y="590"/>
                    <a:pt x="1245" y="675"/>
                  </a:cubicBezTo>
                  <a:cubicBezTo>
                    <a:pt x="1079" y="724"/>
                    <a:pt x="893" y="776"/>
                    <a:pt x="724" y="825"/>
                  </a:cubicBezTo>
                  <a:lnTo>
                    <a:pt x="170" y="978"/>
                  </a:lnTo>
                  <a:cubicBezTo>
                    <a:pt x="85" y="1010"/>
                    <a:pt x="1" y="1043"/>
                    <a:pt x="1" y="1164"/>
                  </a:cubicBezTo>
                  <a:cubicBezTo>
                    <a:pt x="17" y="1313"/>
                    <a:pt x="17" y="1447"/>
                    <a:pt x="1" y="1584"/>
                  </a:cubicBezTo>
                  <a:cubicBezTo>
                    <a:pt x="1" y="1802"/>
                    <a:pt x="1" y="2004"/>
                    <a:pt x="17" y="2222"/>
                  </a:cubicBezTo>
                  <a:lnTo>
                    <a:pt x="17" y="2239"/>
                  </a:lnTo>
                  <a:cubicBezTo>
                    <a:pt x="1" y="2255"/>
                    <a:pt x="17" y="2255"/>
                    <a:pt x="17" y="2255"/>
                  </a:cubicBezTo>
                  <a:lnTo>
                    <a:pt x="33" y="2255"/>
                  </a:lnTo>
                  <a:lnTo>
                    <a:pt x="33" y="2239"/>
                  </a:lnTo>
                  <a:cubicBezTo>
                    <a:pt x="49" y="2239"/>
                    <a:pt x="49" y="2239"/>
                    <a:pt x="49" y="2222"/>
                  </a:cubicBezTo>
                  <a:cubicBezTo>
                    <a:pt x="33" y="2004"/>
                    <a:pt x="33" y="1802"/>
                    <a:pt x="33" y="1584"/>
                  </a:cubicBezTo>
                  <a:lnTo>
                    <a:pt x="33" y="1164"/>
                  </a:lnTo>
                  <a:cubicBezTo>
                    <a:pt x="33" y="1063"/>
                    <a:pt x="102" y="1027"/>
                    <a:pt x="170" y="1010"/>
                  </a:cubicBezTo>
                  <a:cubicBezTo>
                    <a:pt x="352" y="962"/>
                    <a:pt x="538" y="893"/>
                    <a:pt x="724" y="841"/>
                  </a:cubicBezTo>
                  <a:cubicBezTo>
                    <a:pt x="893" y="792"/>
                    <a:pt x="1079" y="740"/>
                    <a:pt x="1261" y="691"/>
                  </a:cubicBezTo>
                  <a:cubicBezTo>
                    <a:pt x="1515" y="606"/>
                    <a:pt x="1786" y="538"/>
                    <a:pt x="2053" y="457"/>
                  </a:cubicBezTo>
                  <a:cubicBezTo>
                    <a:pt x="2440" y="336"/>
                    <a:pt x="2844" y="219"/>
                    <a:pt x="3232" y="102"/>
                  </a:cubicBezTo>
                  <a:cubicBezTo>
                    <a:pt x="3248" y="102"/>
                    <a:pt x="3281" y="85"/>
                    <a:pt x="3317" y="69"/>
                  </a:cubicBezTo>
                  <a:cubicBezTo>
                    <a:pt x="3402" y="53"/>
                    <a:pt x="3467" y="17"/>
                    <a:pt x="3568" y="17"/>
                  </a:cubicBez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6"/>
            <p:cNvSpPr/>
            <p:nvPr/>
          </p:nvSpPr>
          <p:spPr>
            <a:xfrm>
              <a:off x="1416701" y="3540138"/>
              <a:ext cx="53536" cy="37446"/>
            </a:xfrm>
            <a:custGeom>
              <a:rect b="b" l="l" r="r" t="t"/>
              <a:pathLst>
                <a:path extrusionOk="0" h="377" w="539">
                  <a:moveTo>
                    <a:pt x="42" y="0"/>
                  </a:moveTo>
                  <a:cubicBezTo>
                    <a:pt x="34" y="0"/>
                    <a:pt x="26" y="2"/>
                    <a:pt x="17" y="4"/>
                  </a:cubicBezTo>
                  <a:cubicBezTo>
                    <a:pt x="1" y="4"/>
                    <a:pt x="1" y="4"/>
                    <a:pt x="1" y="21"/>
                  </a:cubicBezTo>
                  <a:lnTo>
                    <a:pt x="17" y="21"/>
                  </a:lnTo>
                  <a:cubicBezTo>
                    <a:pt x="49" y="21"/>
                    <a:pt x="82" y="37"/>
                    <a:pt x="118" y="73"/>
                  </a:cubicBezTo>
                  <a:lnTo>
                    <a:pt x="134" y="89"/>
                  </a:lnTo>
                  <a:cubicBezTo>
                    <a:pt x="183" y="122"/>
                    <a:pt x="219" y="158"/>
                    <a:pt x="251" y="190"/>
                  </a:cubicBezTo>
                  <a:cubicBezTo>
                    <a:pt x="336" y="259"/>
                    <a:pt x="421" y="340"/>
                    <a:pt x="522" y="376"/>
                  </a:cubicBezTo>
                  <a:lnTo>
                    <a:pt x="538" y="376"/>
                  </a:lnTo>
                  <a:lnTo>
                    <a:pt x="538" y="360"/>
                  </a:lnTo>
                  <a:cubicBezTo>
                    <a:pt x="437" y="307"/>
                    <a:pt x="352" y="239"/>
                    <a:pt x="267" y="174"/>
                  </a:cubicBezTo>
                  <a:cubicBezTo>
                    <a:pt x="235" y="138"/>
                    <a:pt x="203" y="105"/>
                    <a:pt x="150" y="73"/>
                  </a:cubicBezTo>
                  <a:cubicBezTo>
                    <a:pt x="150" y="57"/>
                    <a:pt x="134" y="57"/>
                    <a:pt x="134" y="57"/>
                  </a:cubicBezTo>
                  <a:cubicBezTo>
                    <a:pt x="108" y="27"/>
                    <a:pt x="78"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6"/>
            <p:cNvSpPr/>
            <p:nvPr/>
          </p:nvSpPr>
          <p:spPr>
            <a:xfrm>
              <a:off x="1670675" y="2550662"/>
              <a:ext cx="6953" cy="62277"/>
            </a:xfrm>
            <a:custGeom>
              <a:rect b="b" l="l" r="r" t="t"/>
              <a:pathLst>
                <a:path extrusionOk="0" h="627" w="70">
                  <a:moveTo>
                    <a:pt x="49" y="1"/>
                  </a:moveTo>
                  <a:cubicBezTo>
                    <a:pt x="49" y="1"/>
                    <a:pt x="33" y="1"/>
                    <a:pt x="33" y="21"/>
                  </a:cubicBezTo>
                  <a:cubicBezTo>
                    <a:pt x="17" y="102"/>
                    <a:pt x="17" y="203"/>
                    <a:pt x="17" y="287"/>
                  </a:cubicBezTo>
                  <a:cubicBezTo>
                    <a:pt x="17" y="340"/>
                    <a:pt x="33" y="405"/>
                    <a:pt x="17" y="457"/>
                  </a:cubicBezTo>
                  <a:lnTo>
                    <a:pt x="17" y="506"/>
                  </a:lnTo>
                  <a:cubicBezTo>
                    <a:pt x="33" y="542"/>
                    <a:pt x="33" y="574"/>
                    <a:pt x="17" y="607"/>
                  </a:cubicBezTo>
                  <a:cubicBezTo>
                    <a:pt x="1" y="607"/>
                    <a:pt x="17" y="627"/>
                    <a:pt x="17" y="627"/>
                  </a:cubicBezTo>
                  <a:lnTo>
                    <a:pt x="33" y="627"/>
                  </a:lnTo>
                  <a:cubicBezTo>
                    <a:pt x="49" y="574"/>
                    <a:pt x="49" y="542"/>
                    <a:pt x="49" y="506"/>
                  </a:cubicBezTo>
                  <a:lnTo>
                    <a:pt x="49" y="457"/>
                  </a:lnTo>
                  <a:lnTo>
                    <a:pt x="49" y="287"/>
                  </a:lnTo>
                  <a:cubicBezTo>
                    <a:pt x="49" y="203"/>
                    <a:pt x="49" y="102"/>
                    <a:pt x="70" y="21"/>
                  </a:cubicBezTo>
                  <a:cubicBezTo>
                    <a:pt x="70" y="2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6"/>
            <p:cNvSpPr/>
            <p:nvPr/>
          </p:nvSpPr>
          <p:spPr>
            <a:xfrm>
              <a:off x="1291154" y="2253382"/>
              <a:ext cx="5264" cy="83532"/>
            </a:xfrm>
            <a:custGeom>
              <a:rect b="b" l="l" r="r" t="t"/>
              <a:pathLst>
                <a:path extrusionOk="0" h="841" w="53">
                  <a:moveTo>
                    <a:pt x="0" y="0"/>
                  </a:moveTo>
                  <a:lnTo>
                    <a:pt x="0" y="16"/>
                  </a:lnTo>
                  <a:cubicBezTo>
                    <a:pt x="16" y="150"/>
                    <a:pt x="16" y="303"/>
                    <a:pt x="0" y="436"/>
                  </a:cubicBezTo>
                  <a:lnTo>
                    <a:pt x="0" y="691"/>
                  </a:lnTo>
                  <a:lnTo>
                    <a:pt x="0" y="723"/>
                  </a:lnTo>
                  <a:cubicBezTo>
                    <a:pt x="0" y="756"/>
                    <a:pt x="0" y="808"/>
                    <a:pt x="16" y="840"/>
                  </a:cubicBezTo>
                  <a:lnTo>
                    <a:pt x="33" y="840"/>
                  </a:lnTo>
                  <a:cubicBezTo>
                    <a:pt x="53" y="840"/>
                    <a:pt x="53" y="840"/>
                    <a:pt x="53" y="824"/>
                  </a:cubicBezTo>
                  <a:cubicBezTo>
                    <a:pt x="33" y="792"/>
                    <a:pt x="33" y="756"/>
                    <a:pt x="33" y="723"/>
                  </a:cubicBezTo>
                  <a:lnTo>
                    <a:pt x="33" y="691"/>
                  </a:lnTo>
                  <a:lnTo>
                    <a:pt x="33" y="436"/>
                  </a:lnTo>
                  <a:cubicBezTo>
                    <a:pt x="33" y="287"/>
                    <a:pt x="33" y="150"/>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6"/>
            <p:cNvSpPr/>
            <p:nvPr/>
          </p:nvSpPr>
          <p:spPr>
            <a:xfrm>
              <a:off x="2080390" y="2978753"/>
              <a:ext cx="8542" cy="50258"/>
            </a:xfrm>
            <a:custGeom>
              <a:rect b="b" l="l" r="r" t="t"/>
              <a:pathLst>
                <a:path extrusionOk="0" h="506" w="86">
                  <a:moveTo>
                    <a:pt x="85" y="1"/>
                  </a:moveTo>
                  <a:cubicBezTo>
                    <a:pt x="65" y="1"/>
                    <a:pt x="65" y="1"/>
                    <a:pt x="65" y="17"/>
                  </a:cubicBezTo>
                  <a:cubicBezTo>
                    <a:pt x="17" y="70"/>
                    <a:pt x="33" y="134"/>
                    <a:pt x="33" y="203"/>
                  </a:cubicBezTo>
                  <a:lnTo>
                    <a:pt x="33" y="304"/>
                  </a:lnTo>
                  <a:lnTo>
                    <a:pt x="33" y="356"/>
                  </a:lnTo>
                  <a:cubicBezTo>
                    <a:pt x="33" y="405"/>
                    <a:pt x="33" y="457"/>
                    <a:pt x="0" y="490"/>
                  </a:cubicBezTo>
                  <a:cubicBezTo>
                    <a:pt x="0" y="490"/>
                    <a:pt x="0" y="506"/>
                    <a:pt x="17" y="506"/>
                  </a:cubicBezTo>
                  <a:lnTo>
                    <a:pt x="33" y="506"/>
                  </a:lnTo>
                  <a:cubicBezTo>
                    <a:pt x="49" y="457"/>
                    <a:pt x="49" y="405"/>
                    <a:pt x="49" y="356"/>
                  </a:cubicBezTo>
                  <a:cubicBezTo>
                    <a:pt x="49" y="336"/>
                    <a:pt x="49" y="320"/>
                    <a:pt x="65" y="304"/>
                  </a:cubicBezTo>
                  <a:cubicBezTo>
                    <a:pt x="65" y="272"/>
                    <a:pt x="65" y="235"/>
                    <a:pt x="49" y="203"/>
                  </a:cubicBezTo>
                  <a:cubicBezTo>
                    <a:pt x="49" y="134"/>
                    <a:pt x="49" y="86"/>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6"/>
            <p:cNvSpPr/>
            <p:nvPr/>
          </p:nvSpPr>
          <p:spPr>
            <a:xfrm>
              <a:off x="1180804" y="3677008"/>
              <a:ext cx="3278" cy="57410"/>
            </a:xfrm>
            <a:custGeom>
              <a:rect b="b" l="l" r="r" t="t"/>
              <a:pathLst>
                <a:path extrusionOk="0" h="578" w="33">
                  <a:moveTo>
                    <a:pt x="12" y="1"/>
                  </a:moveTo>
                  <a:cubicBezTo>
                    <a:pt x="9" y="1"/>
                    <a:pt x="6" y="3"/>
                    <a:pt x="0" y="8"/>
                  </a:cubicBezTo>
                  <a:cubicBezTo>
                    <a:pt x="17" y="125"/>
                    <a:pt x="17" y="242"/>
                    <a:pt x="17" y="360"/>
                  </a:cubicBezTo>
                  <a:cubicBezTo>
                    <a:pt x="0" y="428"/>
                    <a:pt x="0" y="497"/>
                    <a:pt x="17" y="561"/>
                  </a:cubicBezTo>
                  <a:lnTo>
                    <a:pt x="17" y="578"/>
                  </a:lnTo>
                  <a:cubicBezTo>
                    <a:pt x="33" y="578"/>
                    <a:pt x="33" y="578"/>
                    <a:pt x="33" y="561"/>
                  </a:cubicBezTo>
                  <a:lnTo>
                    <a:pt x="33" y="360"/>
                  </a:lnTo>
                  <a:cubicBezTo>
                    <a:pt x="33" y="242"/>
                    <a:pt x="33" y="12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6"/>
            <p:cNvSpPr/>
            <p:nvPr/>
          </p:nvSpPr>
          <p:spPr>
            <a:xfrm>
              <a:off x="1287876" y="2948657"/>
              <a:ext cx="4966" cy="97239"/>
            </a:xfrm>
            <a:custGeom>
              <a:rect b="b" l="l" r="r" t="t"/>
              <a:pathLst>
                <a:path extrusionOk="0" h="979" w="50">
                  <a:moveTo>
                    <a:pt x="17" y="1"/>
                  </a:moveTo>
                  <a:lnTo>
                    <a:pt x="1" y="17"/>
                  </a:lnTo>
                  <a:cubicBezTo>
                    <a:pt x="17" y="134"/>
                    <a:pt x="17" y="272"/>
                    <a:pt x="17" y="389"/>
                  </a:cubicBezTo>
                  <a:lnTo>
                    <a:pt x="17" y="575"/>
                  </a:lnTo>
                  <a:lnTo>
                    <a:pt x="17" y="841"/>
                  </a:lnTo>
                  <a:lnTo>
                    <a:pt x="17" y="962"/>
                  </a:lnTo>
                  <a:cubicBezTo>
                    <a:pt x="17" y="979"/>
                    <a:pt x="17" y="979"/>
                    <a:pt x="33" y="979"/>
                  </a:cubicBezTo>
                  <a:lnTo>
                    <a:pt x="33" y="962"/>
                  </a:lnTo>
                  <a:lnTo>
                    <a:pt x="33" y="841"/>
                  </a:lnTo>
                  <a:lnTo>
                    <a:pt x="33" y="575"/>
                  </a:lnTo>
                  <a:lnTo>
                    <a:pt x="33" y="389"/>
                  </a:lnTo>
                  <a:cubicBezTo>
                    <a:pt x="49" y="272"/>
                    <a:pt x="49" y="134"/>
                    <a:pt x="33" y="17"/>
                  </a:cubicBezTo>
                  <a:cubicBezTo>
                    <a:pt x="17" y="17"/>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6"/>
            <p:cNvSpPr/>
            <p:nvPr/>
          </p:nvSpPr>
          <p:spPr>
            <a:xfrm>
              <a:off x="2010167" y="3553745"/>
              <a:ext cx="4867" cy="55523"/>
            </a:xfrm>
            <a:custGeom>
              <a:rect b="b" l="l" r="r" t="t"/>
              <a:pathLst>
                <a:path extrusionOk="0" h="559" w="49">
                  <a:moveTo>
                    <a:pt x="33" y="1"/>
                  </a:moveTo>
                  <a:cubicBezTo>
                    <a:pt x="33" y="1"/>
                    <a:pt x="33" y="21"/>
                    <a:pt x="17" y="21"/>
                  </a:cubicBezTo>
                  <a:cubicBezTo>
                    <a:pt x="0" y="102"/>
                    <a:pt x="0" y="187"/>
                    <a:pt x="17" y="288"/>
                  </a:cubicBezTo>
                  <a:cubicBezTo>
                    <a:pt x="17" y="372"/>
                    <a:pt x="17" y="457"/>
                    <a:pt x="0" y="542"/>
                  </a:cubicBezTo>
                  <a:lnTo>
                    <a:pt x="0" y="558"/>
                  </a:lnTo>
                  <a:lnTo>
                    <a:pt x="17" y="558"/>
                  </a:lnTo>
                  <a:lnTo>
                    <a:pt x="17" y="542"/>
                  </a:lnTo>
                  <a:cubicBezTo>
                    <a:pt x="49" y="457"/>
                    <a:pt x="33" y="372"/>
                    <a:pt x="33" y="271"/>
                  </a:cubicBezTo>
                  <a:cubicBezTo>
                    <a:pt x="33" y="203"/>
                    <a:pt x="33" y="102"/>
                    <a:pt x="49" y="21"/>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6"/>
            <p:cNvSpPr/>
            <p:nvPr/>
          </p:nvSpPr>
          <p:spPr>
            <a:xfrm>
              <a:off x="1033505" y="2539041"/>
              <a:ext cx="8542" cy="83930"/>
            </a:xfrm>
            <a:custGeom>
              <a:rect b="b" l="l" r="r" t="t"/>
              <a:pathLst>
                <a:path extrusionOk="0" h="845" w="86">
                  <a:moveTo>
                    <a:pt x="21" y="0"/>
                  </a:moveTo>
                  <a:cubicBezTo>
                    <a:pt x="1" y="0"/>
                    <a:pt x="1" y="17"/>
                    <a:pt x="1" y="17"/>
                  </a:cubicBezTo>
                  <a:cubicBezTo>
                    <a:pt x="37" y="53"/>
                    <a:pt x="37" y="101"/>
                    <a:pt x="37" y="154"/>
                  </a:cubicBezTo>
                  <a:lnTo>
                    <a:pt x="37" y="707"/>
                  </a:lnTo>
                  <a:lnTo>
                    <a:pt x="37" y="724"/>
                  </a:lnTo>
                  <a:cubicBezTo>
                    <a:pt x="37" y="760"/>
                    <a:pt x="37" y="808"/>
                    <a:pt x="70" y="845"/>
                  </a:cubicBezTo>
                  <a:lnTo>
                    <a:pt x="86" y="845"/>
                  </a:lnTo>
                  <a:lnTo>
                    <a:pt x="86" y="825"/>
                  </a:lnTo>
                  <a:cubicBezTo>
                    <a:pt x="53" y="792"/>
                    <a:pt x="53" y="760"/>
                    <a:pt x="53" y="724"/>
                  </a:cubicBezTo>
                  <a:lnTo>
                    <a:pt x="53" y="707"/>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6"/>
            <p:cNvSpPr/>
            <p:nvPr/>
          </p:nvSpPr>
          <p:spPr>
            <a:xfrm>
              <a:off x="1923059" y="2555926"/>
              <a:ext cx="145809" cy="305822"/>
            </a:xfrm>
            <a:custGeom>
              <a:rect b="b" l="l" r="r" t="t"/>
              <a:pathLst>
                <a:path extrusionOk="0" h="3079" w="1468">
                  <a:moveTo>
                    <a:pt x="17" y="0"/>
                  </a:moveTo>
                  <a:lnTo>
                    <a:pt x="1" y="16"/>
                  </a:lnTo>
                  <a:cubicBezTo>
                    <a:pt x="1" y="117"/>
                    <a:pt x="69" y="186"/>
                    <a:pt x="118" y="251"/>
                  </a:cubicBezTo>
                  <a:cubicBezTo>
                    <a:pt x="134" y="271"/>
                    <a:pt x="134" y="287"/>
                    <a:pt x="154" y="303"/>
                  </a:cubicBezTo>
                  <a:cubicBezTo>
                    <a:pt x="288" y="489"/>
                    <a:pt x="405" y="675"/>
                    <a:pt x="522" y="857"/>
                  </a:cubicBezTo>
                  <a:cubicBezTo>
                    <a:pt x="591" y="958"/>
                    <a:pt x="659" y="1059"/>
                    <a:pt x="724" y="1160"/>
                  </a:cubicBezTo>
                  <a:cubicBezTo>
                    <a:pt x="962" y="1499"/>
                    <a:pt x="1164" y="1818"/>
                    <a:pt x="1382" y="2121"/>
                  </a:cubicBezTo>
                  <a:cubicBezTo>
                    <a:pt x="1415" y="2169"/>
                    <a:pt x="1431" y="2222"/>
                    <a:pt x="1431" y="2307"/>
                  </a:cubicBezTo>
                  <a:lnTo>
                    <a:pt x="1431" y="2541"/>
                  </a:lnTo>
                  <a:cubicBezTo>
                    <a:pt x="1431" y="2711"/>
                    <a:pt x="1415" y="2876"/>
                    <a:pt x="1431" y="3030"/>
                  </a:cubicBezTo>
                  <a:lnTo>
                    <a:pt x="1431" y="3046"/>
                  </a:lnTo>
                  <a:lnTo>
                    <a:pt x="1415" y="3062"/>
                  </a:lnTo>
                  <a:lnTo>
                    <a:pt x="1415" y="3078"/>
                  </a:lnTo>
                  <a:lnTo>
                    <a:pt x="1431" y="3078"/>
                  </a:lnTo>
                  <a:lnTo>
                    <a:pt x="1447" y="3062"/>
                  </a:lnTo>
                  <a:cubicBezTo>
                    <a:pt x="1447" y="3062"/>
                    <a:pt x="1467" y="3046"/>
                    <a:pt x="1467" y="3030"/>
                  </a:cubicBezTo>
                  <a:cubicBezTo>
                    <a:pt x="1447" y="2860"/>
                    <a:pt x="1447" y="2711"/>
                    <a:pt x="1447" y="2541"/>
                  </a:cubicBezTo>
                  <a:lnTo>
                    <a:pt x="1447" y="2307"/>
                  </a:lnTo>
                  <a:cubicBezTo>
                    <a:pt x="1447" y="2222"/>
                    <a:pt x="1431" y="2153"/>
                    <a:pt x="1399" y="2105"/>
                  </a:cubicBezTo>
                  <a:cubicBezTo>
                    <a:pt x="1197" y="1802"/>
                    <a:pt x="978" y="1483"/>
                    <a:pt x="740" y="1143"/>
                  </a:cubicBezTo>
                  <a:cubicBezTo>
                    <a:pt x="675" y="1042"/>
                    <a:pt x="623" y="941"/>
                    <a:pt x="558" y="840"/>
                  </a:cubicBezTo>
                  <a:cubicBezTo>
                    <a:pt x="421" y="675"/>
                    <a:pt x="304" y="473"/>
                    <a:pt x="187" y="303"/>
                  </a:cubicBezTo>
                  <a:cubicBezTo>
                    <a:pt x="170" y="271"/>
                    <a:pt x="154" y="251"/>
                    <a:pt x="134" y="234"/>
                  </a:cubicBezTo>
                  <a:cubicBezTo>
                    <a:pt x="86" y="170"/>
                    <a:pt x="33" y="101"/>
                    <a:pt x="33" y="16"/>
                  </a:cubicBezTo>
                  <a:cubicBezTo>
                    <a:pt x="33" y="16"/>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6"/>
            <p:cNvSpPr/>
            <p:nvPr/>
          </p:nvSpPr>
          <p:spPr>
            <a:xfrm>
              <a:off x="2095190" y="3522061"/>
              <a:ext cx="5364" cy="48669"/>
            </a:xfrm>
            <a:custGeom>
              <a:rect b="b" l="l" r="r" t="t"/>
              <a:pathLst>
                <a:path extrusionOk="0" h="490" w="54">
                  <a:moveTo>
                    <a:pt x="53" y="1"/>
                  </a:moveTo>
                  <a:cubicBezTo>
                    <a:pt x="37" y="1"/>
                    <a:pt x="37" y="1"/>
                    <a:pt x="37" y="17"/>
                  </a:cubicBezTo>
                  <a:cubicBezTo>
                    <a:pt x="17" y="85"/>
                    <a:pt x="17" y="170"/>
                    <a:pt x="17" y="255"/>
                  </a:cubicBezTo>
                  <a:cubicBezTo>
                    <a:pt x="17" y="320"/>
                    <a:pt x="17" y="405"/>
                    <a:pt x="1" y="473"/>
                  </a:cubicBezTo>
                  <a:cubicBezTo>
                    <a:pt x="1" y="489"/>
                    <a:pt x="1" y="489"/>
                    <a:pt x="17" y="489"/>
                  </a:cubicBezTo>
                  <a:lnTo>
                    <a:pt x="37" y="473"/>
                  </a:lnTo>
                  <a:cubicBezTo>
                    <a:pt x="53" y="405"/>
                    <a:pt x="53" y="320"/>
                    <a:pt x="53" y="255"/>
                  </a:cubicBezTo>
                  <a:cubicBezTo>
                    <a:pt x="37" y="170"/>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6"/>
            <p:cNvSpPr/>
            <p:nvPr/>
          </p:nvSpPr>
          <p:spPr>
            <a:xfrm>
              <a:off x="1408258" y="2731235"/>
              <a:ext cx="6555" cy="90386"/>
            </a:xfrm>
            <a:custGeom>
              <a:rect b="b" l="l" r="r" t="t"/>
              <a:pathLst>
                <a:path extrusionOk="0" h="910" w="66">
                  <a:moveTo>
                    <a:pt x="66" y="0"/>
                  </a:moveTo>
                  <a:cubicBezTo>
                    <a:pt x="49" y="0"/>
                    <a:pt x="49" y="21"/>
                    <a:pt x="49" y="21"/>
                  </a:cubicBezTo>
                  <a:cubicBezTo>
                    <a:pt x="17" y="170"/>
                    <a:pt x="33" y="324"/>
                    <a:pt x="33" y="473"/>
                  </a:cubicBezTo>
                  <a:lnTo>
                    <a:pt x="33" y="728"/>
                  </a:lnTo>
                  <a:lnTo>
                    <a:pt x="33" y="744"/>
                  </a:lnTo>
                  <a:cubicBezTo>
                    <a:pt x="33" y="792"/>
                    <a:pt x="33" y="845"/>
                    <a:pt x="1" y="893"/>
                  </a:cubicBezTo>
                  <a:cubicBezTo>
                    <a:pt x="1" y="893"/>
                    <a:pt x="1" y="909"/>
                    <a:pt x="17" y="909"/>
                  </a:cubicBezTo>
                  <a:lnTo>
                    <a:pt x="33" y="909"/>
                  </a:lnTo>
                  <a:cubicBezTo>
                    <a:pt x="49" y="861"/>
                    <a:pt x="49" y="808"/>
                    <a:pt x="49" y="744"/>
                  </a:cubicBezTo>
                  <a:lnTo>
                    <a:pt x="49" y="728"/>
                  </a:lnTo>
                  <a:cubicBezTo>
                    <a:pt x="66" y="643"/>
                    <a:pt x="49" y="558"/>
                    <a:pt x="49" y="473"/>
                  </a:cubicBezTo>
                  <a:cubicBezTo>
                    <a:pt x="49" y="324"/>
                    <a:pt x="49" y="170"/>
                    <a:pt x="66" y="21"/>
                  </a:cubicBezTo>
                  <a:lnTo>
                    <a:pt x="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6"/>
            <p:cNvSpPr/>
            <p:nvPr/>
          </p:nvSpPr>
          <p:spPr>
            <a:xfrm>
              <a:off x="1247848" y="2874561"/>
              <a:ext cx="168952" cy="191399"/>
            </a:xfrm>
            <a:custGeom>
              <a:rect b="b" l="l" r="r" t="t"/>
              <a:pathLst>
                <a:path extrusionOk="0" h="1927" w="1701">
                  <a:moveTo>
                    <a:pt x="1686" y="1"/>
                  </a:moveTo>
                  <a:cubicBezTo>
                    <a:pt x="1683" y="1"/>
                    <a:pt x="1681" y="2"/>
                    <a:pt x="1681" y="8"/>
                  </a:cubicBezTo>
                  <a:cubicBezTo>
                    <a:pt x="1479" y="93"/>
                    <a:pt x="1277" y="173"/>
                    <a:pt x="1075" y="242"/>
                  </a:cubicBezTo>
                  <a:cubicBezTo>
                    <a:pt x="974" y="274"/>
                    <a:pt x="873" y="311"/>
                    <a:pt x="772" y="343"/>
                  </a:cubicBezTo>
                  <a:cubicBezTo>
                    <a:pt x="570" y="428"/>
                    <a:pt x="351" y="513"/>
                    <a:pt x="117" y="597"/>
                  </a:cubicBezTo>
                  <a:cubicBezTo>
                    <a:pt x="32" y="614"/>
                    <a:pt x="0" y="662"/>
                    <a:pt x="16" y="763"/>
                  </a:cubicBezTo>
                  <a:lnTo>
                    <a:pt x="16" y="1183"/>
                  </a:lnTo>
                  <a:cubicBezTo>
                    <a:pt x="0" y="1405"/>
                    <a:pt x="0" y="1624"/>
                    <a:pt x="32" y="1858"/>
                  </a:cubicBezTo>
                  <a:cubicBezTo>
                    <a:pt x="32" y="1858"/>
                    <a:pt x="32" y="1874"/>
                    <a:pt x="16" y="1890"/>
                  </a:cubicBezTo>
                  <a:lnTo>
                    <a:pt x="0" y="1910"/>
                  </a:lnTo>
                  <a:lnTo>
                    <a:pt x="0" y="1927"/>
                  </a:lnTo>
                  <a:lnTo>
                    <a:pt x="16" y="1927"/>
                  </a:lnTo>
                  <a:lnTo>
                    <a:pt x="32" y="1910"/>
                  </a:lnTo>
                  <a:cubicBezTo>
                    <a:pt x="49" y="1890"/>
                    <a:pt x="65" y="1874"/>
                    <a:pt x="65" y="1842"/>
                  </a:cubicBezTo>
                  <a:cubicBezTo>
                    <a:pt x="32" y="1624"/>
                    <a:pt x="32" y="1405"/>
                    <a:pt x="32" y="1183"/>
                  </a:cubicBezTo>
                  <a:cubicBezTo>
                    <a:pt x="32" y="1050"/>
                    <a:pt x="49" y="900"/>
                    <a:pt x="32" y="747"/>
                  </a:cubicBezTo>
                  <a:cubicBezTo>
                    <a:pt x="32" y="678"/>
                    <a:pt x="49" y="646"/>
                    <a:pt x="117" y="614"/>
                  </a:cubicBezTo>
                  <a:cubicBezTo>
                    <a:pt x="368" y="529"/>
                    <a:pt x="590" y="460"/>
                    <a:pt x="792" y="375"/>
                  </a:cubicBezTo>
                  <a:cubicBezTo>
                    <a:pt x="873" y="343"/>
                    <a:pt x="974" y="311"/>
                    <a:pt x="1075" y="258"/>
                  </a:cubicBezTo>
                  <a:cubicBezTo>
                    <a:pt x="1277" y="194"/>
                    <a:pt x="1499" y="109"/>
                    <a:pt x="1701" y="24"/>
                  </a:cubicBezTo>
                  <a:lnTo>
                    <a:pt x="1701" y="8"/>
                  </a:lnTo>
                  <a:cubicBezTo>
                    <a:pt x="1701" y="8"/>
                    <a:pt x="1692" y="1"/>
                    <a:pt x="1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6"/>
            <p:cNvSpPr/>
            <p:nvPr/>
          </p:nvSpPr>
          <p:spPr>
            <a:xfrm>
              <a:off x="1521886" y="2350026"/>
              <a:ext cx="200636" cy="343168"/>
            </a:xfrm>
            <a:custGeom>
              <a:rect b="b" l="l" r="r" t="t"/>
              <a:pathLst>
                <a:path extrusionOk="0" h="3455" w="2020">
                  <a:moveTo>
                    <a:pt x="53" y="1"/>
                  </a:moveTo>
                  <a:cubicBezTo>
                    <a:pt x="32" y="21"/>
                    <a:pt x="0" y="53"/>
                    <a:pt x="0" y="86"/>
                  </a:cubicBezTo>
                  <a:lnTo>
                    <a:pt x="0" y="223"/>
                  </a:lnTo>
                  <a:lnTo>
                    <a:pt x="0" y="728"/>
                  </a:lnTo>
                  <a:cubicBezTo>
                    <a:pt x="0" y="793"/>
                    <a:pt x="53" y="845"/>
                    <a:pt x="85" y="894"/>
                  </a:cubicBezTo>
                  <a:cubicBezTo>
                    <a:pt x="101" y="910"/>
                    <a:pt x="117" y="930"/>
                    <a:pt x="117" y="930"/>
                  </a:cubicBezTo>
                  <a:cubicBezTo>
                    <a:pt x="335" y="1233"/>
                    <a:pt x="574" y="1516"/>
                    <a:pt x="792" y="1802"/>
                  </a:cubicBezTo>
                  <a:cubicBezTo>
                    <a:pt x="1010" y="2089"/>
                    <a:pt x="1244" y="2392"/>
                    <a:pt x="1467" y="2679"/>
                  </a:cubicBezTo>
                  <a:cubicBezTo>
                    <a:pt x="1499" y="2728"/>
                    <a:pt x="1547" y="2780"/>
                    <a:pt x="1584" y="2829"/>
                  </a:cubicBezTo>
                  <a:cubicBezTo>
                    <a:pt x="1701" y="2982"/>
                    <a:pt x="1802" y="3132"/>
                    <a:pt x="1935" y="3285"/>
                  </a:cubicBezTo>
                  <a:cubicBezTo>
                    <a:pt x="1971" y="3301"/>
                    <a:pt x="1971" y="3334"/>
                    <a:pt x="1988" y="3386"/>
                  </a:cubicBezTo>
                  <a:lnTo>
                    <a:pt x="1988" y="3455"/>
                  </a:lnTo>
                  <a:lnTo>
                    <a:pt x="2004" y="3455"/>
                  </a:lnTo>
                  <a:cubicBezTo>
                    <a:pt x="2020" y="3455"/>
                    <a:pt x="2020" y="3455"/>
                    <a:pt x="2020" y="3434"/>
                  </a:cubicBezTo>
                  <a:cubicBezTo>
                    <a:pt x="2020" y="3418"/>
                    <a:pt x="2004" y="3402"/>
                    <a:pt x="2004" y="3386"/>
                  </a:cubicBezTo>
                  <a:cubicBezTo>
                    <a:pt x="2004" y="3334"/>
                    <a:pt x="1988" y="3285"/>
                    <a:pt x="1951" y="3269"/>
                  </a:cubicBezTo>
                  <a:cubicBezTo>
                    <a:pt x="1834" y="3115"/>
                    <a:pt x="1717" y="2966"/>
                    <a:pt x="1600" y="2812"/>
                  </a:cubicBezTo>
                  <a:cubicBezTo>
                    <a:pt x="1568" y="2764"/>
                    <a:pt x="1531" y="2711"/>
                    <a:pt x="1483" y="2663"/>
                  </a:cubicBezTo>
                  <a:cubicBezTo>
                    <a:pt x="1265" y="2376"/>
                    <a:pt x="1042" y="2073"/>
                    <a:pt x="824" y="1786"/>
                  </a:cubicBezTo>
                  <a:cubicBezTo>
                    <a:pt x="590" y="1499"/>
                    <a:pt x="372" y="1213"/>
                    <a:pt x="133" y="910"/>
                  </a:cubicBezTo>
                  <a:cubicBezTo>
                    <a:pt x="133" y="910"/>
                    <a:pt x="117" y="894"/>
                    <a:pt x="117" y="877"/>
                  </a:cubicBezTo>
                  <a:cubicBezTo>
                    <a:pt x="69" y="845"/>
                    <a:pt x="32" y="793"/>
                    <a:pt x="32" y="728"/>
                  </a:cubicBezTo>
                  <a:lnTo>
                    <a:pt x="32" y="223"/>
                  </a:lnTo>
                  <a:lnTo>
                    <a:pt x="32" y="86"/>
                  </a:lnTo>
                  <a:cubicBezTo>
                    <a:pt x="32" y="69"/>
                    <a:pt x="53" y="37"/>
                    <a:pt x="69" y="21"/>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6"/>
            <p:cNvSpPr/>
            <p:nvPr/>
          </p:nvSpPr>
          <p:spPr>
            <a:xfrm>
              <a:off x="610678" y="2896909"/>
              <a:ext cx="1689" cy="57112"/>
            </a:xfrm>
            <a:custGeom>
              <a:rect b="b" l="l" r="r" t="t"/>
              <a:pathLst>
                <a:path extrusionOk="0" h="575" w="17">
                  <a:moveTo>
                    <a:pt x="0" y="1"/>
                  </a:moveTo>
                  <a:lnTo>
                    <a:pt x="0" y="17"/>
                  </a:lnTo>
                  <a:lnTo>
                    <a:pt x="0" y="554"/>
                  </a:lnTo>
                  <a:lnTo>
                    <a:pt x="0" y="574"/>
                  </a:lnTo>
                  <a:cubicBezTo>
                    <a:pt x="16" y="574"/>
                    <a:pt x="16" y="554"/>
                    <a:pt x="16" y="554"/>
                  </a:cubicBezTo>
                  <a:lnTo>
                    <a:pt x="16" y="17"/>
                  </a:lnTo>
                  <a:cubicBezTo>
                    <a:pt x="16" y="17"/>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6"/>
            <p:cNvSpPr/>
            <p:nvPr/>
          </p:nvSpPr>
          <p:spPr>
            <a:xfrm>
              <a:off x="1742487" y="1791918"/>
              <a:ext cx="167462" cy="394519"/>
            </a:xfrm>
            <a:custGeom>
              <a:rect b="b" l="l" r="r" t="t"/>
              <a:pathLst>
                <a:path extrusionOk="0" h="3972" w="1686">
                  <a:moveTo>
                    <a:pt x="17" y="1"/>
                  </a:moveTo>
                  <a:cubicBezTo>
                    <a:pt x="1" y="1"/>
                    <a:pt x="1" y="1"/>
                    <a:pt x="1" y="17"/>
                  </a:cubicBezTo>
                  <a:cubicBezTo>
                    <a:pt x="1" y="134"/>
                    <a:pt x="70" y="235"/>
                    <a:pt x="134" y="320"/>
                  </a:cubicBezTo>
                  <a:cubicBezTo>
                    <a:pt x="171" y="352"/>
                    <a:pt x="187" y="388"/>
                    <a:pt x="203" y="437"/>
                  </a:cubicBezTo>
                  <a:cubicBezTo>
                    <a:pt x="474" y="893"/>
                    <a:pt x="740" y="1362"/>
                    <a:pt x="1011" y="1818"/>
                  </a:cubicBezTo>
                  <a:cubicBezTo>
                    <a:pt x="1128" y="2004"/>
                    <a:pt x="1245" y="2206"/>
                    <a:pt x="1346" y="2388"/>
                  </a:cubicBezTo>
                  <a:cubicBezTo>
                    <a:pt x="1383" y="2441"/>
                    <a:pt x="1399" y="2489"/>
                    <a:pt x="1431" y="2525"/>
                  </a:cubicBezTo>
                  <a:cubicBezTo>
                    <a:pt x="1467" y="2610"/>
                    <a:pt x="1516" y="2691"/>
                    <a:pt x="1568" y="2760"/>
                  </a:cubicBezTo>
                  <a:cubicBezTo>
                    <a:pt x="1617" y="2845"/>
                    <a:pt x="1633" y="2929"/>
                    <a:pt x="1633" y="3030"/>
                  </a:cubicBezTo>
                  <a:lnTo>
                    <a:pt x="1633" y="3281"/>
                  </a:lnTo>
                  <a:cubicBezTo>
                    <a:pt x="1633" y="3434"/>
                    <a:pt x="1649" y="3584"/>
                    <a:pt x="1617" y="3721"/>
                  </a:cubicBezTo>
                  <a:cubicBezTo>
                    <a:pt x="1601" y="3770"/>
                    <a:pt x="1617" y="3838"/>
                    <a:pt x="1649" y="3887"/>
                  </a:cubicBezTo>
                  <a:cubicBezTo>
                    <a:pt x="1649" y="3903"/>
                    <a:pt x="1649" y="3939"/>
                    <a:pt x="1669" y="3955"/>
                  </a:cubicBezTo>
                  <a:cubicBezTo>
                    <a:pt x="1669" y="3955"/>
                    <a:pt x="1669" y="3972"/>
                    <a:pt x="1685" y="3972"/>
                  </a:cubicBezTo>
                  <a:lnTo>
                    <a:pt x="1685" y="3955"/>
                  </a:lnTo>
                  <a:cubicBezTo>
                    <a:pt x="1685" y="3923"/>
                    <a:pt x="1669" y="3903"/>
                    <a:pt x="1669" y="3871"/>
                  </a:cubicBezTo>
                  <a:cubicBezTo>
                    <a:pt x="1649" y="3822"/>
                    <a:pt x="1633" y="3770"/>
                    <a:pt x="1633" y="3721"/>
                  </a:cubicBezTo>
                  <a:cubicBezTo>
                    <a:pt x="1669" y="3584"/>
                    <a:pt x="1669" y="3434"/>
                    <a:pt x="1669" y="3281"/>
                  </a:cubicBezTo>
                  <a:cubicBezTo>
                    <a:pt x="1669" y="3196"/>
                    <a:pt x="1649" y="3115"/>
                    <a:pt x="1669" y="3030"/>
                  </a:cubicBezTo>
                  <a:cubicBezTo>
                    <a:pt x="1669" y="2913"/>
                    <a:pt x="1649" y="2828"/>
                    <a:pt x="1584" y="2744"/>
                  </a:cubicBezTo>
                  <a:cubicBezTo>
                    <a:pt x="1532" y="2675"/>
                    <a:pt x="1500" y="2590"/>
                    <a:pt x="1447" y="2525"/>
                  </a:cubicBezTo>
                  <a:cubicBezTo>
                    <a:pt x="1431" y="2473"/>
                    <a:pt x="1399" y="2424"/>
                    <a:pt x="1383" y="2372"/>
                  </a:cubicBezTo>
                  <a:cubicBezTo>
                    <a:pt x="1265" y="2186"/>
                    <a:pt x="1144" y="1984"/>
                    <a:pt x="1043" y="1802"/>
                  </a:cubicBezTo>
                  <a:cubicBezTo>
                    <a:pt x="777" y="1346"/>
                    <a:pt x="490" y="873"/>
                    <a:pt x="235" y="421"/>
                  </a:cubicBezTo>
                  <a:cubicBezTo>
                    <a:pt x="203" y="388"/>
                    <a:pt x="187" y="336"/>
                    <a:pt x="154" y="304"/>
                  </a:cubicBezTo>
                  <a:cubicBezTo>
                    <a:pt x="86" y="219"/>
                    <a:pt x="17"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6"/>
            <p:cNvSpPr/>
            <p:nvPr/>
          </p:nvSpPr>
          <p:spPr>
            <a:xfrm>
              <a:off x="1553570" y="2226465"/>
              <a:ext cx="5264" cy="63469"/>
            </a:xfrm>
            <a:custGeom>
              <a:rect b="b" l="l" r="r" t="t"/>
              <a:pathLst>
                <a:path extrusionOk="0" h="639" w="53">
                  <a:moveTo>
                    <a:pt x="37" y="1"/>
                  </a:moveTo>
                  <a:cubicBezTo>
                    <a:pt x="0" y="102"/>
                    <a:pt x="16" y="203"/>
                    <a:pt x="16" y="304"/>
                  </a:cubicBezTo>
                  <a:lnTo>
                    <a:pt x="16" y="489"/>
                  </a:lnTo>
                  <a:lnTo>
                    <a:pt x="16" y="538"/>
                  </a:lnTo>
                  <a:cubicBezTo>
                    <a:pt x="16" y="574"/>
                    <a:pt x="16" y="607"/>
                    <a:pt x="0" y="623"/>
                  </a:cubicBezTo>
                  <a:lnTo>
                    <a:pt x="0" y="639"/>
                  </a:lnTo>
                  <a:lnTo>
                    <a:pt x="16" y="639"/>
                  </a:lnTo>
                  <a:cubicBezTo>
                    <a:pt x="53" y="607"/>
                    <a:pt x="37" y="574"/>
                    <a:pt x="37" y="538"/>
                  </a:cubicBezTo>
                  <a:lnTo>
                    <a:pt x="37" y="506"/>
                  </a:lnTo>
                  <a:lnTo>
                    <a:pt x="37" y="304"/>
                  </a:lnTo>
                  <a:cubicBezTo>
                    <a:pt x="37" y="203"/>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6"/>
            <p:cNvSpPr/>
            <p:nvPr/>
          </p:nvSpPr>
          <p:spPr>
            <a:xfrm>
              <a:off x="1643857" y="2355290"/>
              <a:ext cx="6853" cy="61879"/>
            </a:xfrm>
            <a:custGeom>
              <a:rect b="b" l="l" r="r" t="t"/>
              <a:pathLst>
                <a:path extrusionOk="0" h="623" w="69">
                  <a:moveTo>
                    <a:pt x="53" y="0"/>
                  </a:moveTo>
                  <a:cubicBezTo>
                    <a:pt x="53" y="0"/>
                    <a:pt x="37" y="0"/>
                    <a:pt x="37" y="16"/>
                  </a:cubicBezTo>
                  <a:cubicBezTo>
                    <a:pt x="16" y="101"/>
                    <a:pt x="16" y="202"/>
                    <a:pt x="16" y="287"/>
                  </a:cubicBezTo>
                  <a:lnTo>
                    <a:pt x="16" y="473"/>
                  </a:lnTo>
                  <a:lnTo>
                    <a:pt x="16" y="521"/>
                  </a:lnTo>
                  <a:cubicBezTo>
                    <a:pt x="16" y="538"/>
                    <a:pt x="37" y="574"/>
                    <a:pt x="16" y="606"/>
                  </a:cubicBezTo>
                  <a:cubicBezTo>
                    <a:pt x="0" y="606"/>
                    <a:pt x="0" y="606"/>
                    <a:pt x="16" y="622"/>
                  </a:cubicBezTo>
                  <a:lnTo>
                    <a:pt x="37" y="606"/>
                  </a:lnTo>
                  <a:cubicBezTo>
                    <a:pt x="53" y="574"/>
                    <a:pt x="53" y="538"/>
                    <a:pt x="53" y="505"/>
                  </a:cubicBezTo>
                  <a:lnTo>
                    <a:pt x="53" y="473"/>
                  </a:lnTo>
                  <a:lnTo>
                    <a:pt x="53" y="287"/>
                  </a:lnTo>
                  <a:cubicBezTo>
                    <a:pt x="53" y="202"/>
                    <a:pt x="53" y="101"/>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6"/>
            <p:cNvSpPr/>
            <p:nvPr/>
          </p:nvSpPr>
          <p:spPr>
            <a:xfrm>
              <a:off x="869817" y="2978753"/>
              <a:ext cx="334328" cy="219210"/>
            </a:xfrm>
            <a:custGeom>
              <a:rect b="b" l="l" r="r" t="t"/>
              <a:pathLst>
                <a:path extrusionOk="0" h="2207" w="3366">
                  <a:moveTo>
                    <a:pt x="3350" y="1"/>
                  </a:moveTo>
                  <a:cubicBezTo>
                    <a:pt x="3200" y="33"/>
                    <a:pt x="3063" y="86"/>
                    <a:pt x="2929" y="154"/>
                  </a:cubicBezTo>
                  <a:cubicBezTo>
                    <a:pt x="2881" y="171"/>
                    <a:pt x="2828" y="187"/>
                    <a:pt x="2780" y="203"/>
                  </a:cubicBezTo>
                  <a:cubicBezTo>
                    <a:pt x="2392" y="356"/>
                    <a:pt x="2004" y="490"/>
                    <a:pt x="1633" y="639"/>
                  </a:cubicBezTo>
                  <a:cubicBezTo>
                    <a:pt x="1415" y="724"/>
                    <a:pt x="1180" y="809"/>
                    <a:pt x="962" y="894"/>
                  </a:cubicBezTo>
                  <a:cubicBezTo>
                    <a:pt x="792" y="962"/>
                    <a:pt x="623" y="1011"/>
                    <a:pt x="473" y="1080"/>
                  </a:cubicBezTo>
                  <a:cubicBezTo>
                    <a:pt x="356" y="1128"/>
                    <a:pt x="235" y="1164"/>
                    <a:pt x="118" y="1213"/>
                  </a:cubicBezTo>
                  <a:cubicBezTo>
                    <a:pt x="33" y="1245"/>
                    <a:pt x="1" y="1298"/>
                    <a:pt x="1" y="1383"/>
                  </a:cubicBezTo>
                  <a:cubicBezTo>
                    <a:pt x="17" y="1568"/>
                    <a:pt x="1" y="1734"/>
                    <a:pt x="1" y="1920"/>
                  </a:cubicBezTo>
                  <a:lnTo>
                    <a:pt x="1" y="2053"/>
                  </a:lnTo>
                  <a:cubicBezTo>
                    <a:pt x="1" y="2106"/>
                    <a:pt x="1" y="2154"/>
                    <a:pt x="33" y="2207"/>
                  </a:cubicBezTo>
                  <a:lnTo>
                    <a:pt x="53" y="2207"/>
                  </a:lnTo>
                  <a:cubicBezTo>
                    <a:pt x="69" y="2207"/>
                    <a:pt x="69" y="2190"/>
                    <a:pt x="53" y="2190"/>
                  </a:cubicBezTo>
                  <a:cubicBezTo>
                    <a:pt x="33" y="2138"/>
                    <a:pt x="33" y="2106"/>
                    <a:pt x="33" y="2053"/>
                  </a:cubicBezTo>
                  <a:lnTo>
                    <a:pt x="33" y="1920"/>
                  </a:lnTo>
                  <a:lnTo>
                    <a:pt x="33" y="1383"/>
                  </a:lnTo>
                  <a:cubicBezTo>
                    <a:pt x="33" y="1298"/>
                    <a:pt x="53" y="1265"/>
                    <a:pt x="134" y="1229"/>
                  </a:cubicBezTo>
                  <a:cubicBezTo>
                    <a:pt x="255" y="1197"/>
                    <a:pt x="356" y="1144"/>
                    <a:pt x="473" y="1112"/>
                  </a:cubicBezTo>
                  <a:cubicBezTo>
                    <a:pt x="639" y="1043"/>
                    <a:pt x="809" y="979"/>
                    <a:pt x="978" y="926"/>
                  </a:cubicBezTo>
                  <a:cubicBezTo>
                    <a:pt x="1196" y="841"/>
                    <a:pt x="1415" y="740"/>
                    <a:pt x="1649" y="659"/>
                  </a:cubicBezTo>
                  <a:cubicBezTo>
                    <a:pt x="2020" y="522"/>
                    <a:pt x="2408" y="373"/>
                    <a:pt x="2780" y="235"/>
                  </a:cubicBezTo>
                  <a:cubicBezTo>
                    <a:pt x="2828" y="219"/>
                    <a:pt x="2897" y="187"/>
                    <a:pt x="2946" y="171"/>
                  </a:cubicBezTo>
                  <a:cubicBezTo>
                    <a:pt x="3083" y="118"/>
                    <a:pt x="3216" y="53"/>
                    <a:pt x="3366" y="33"/>
                  </a:cubicBezTo>
                  <a:lnTo>
                    <a:pt x="3366" y="17"/>
                  </a:lnTo>
                  <a:cubicBezTo>
                    <a:pt x="3366" y="1"/>
                    <a:pt x="3366" y="1"/>
                    <a:pt x="33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6"/>
            <p:cNvSpPr/>
            <p:nvPr/>
          </p:nvSpPr>
          <p:spPr>
            <a:xfrm>
              <a:off x="1257880" y="1238579"/>
              <a:ext cx="160509" cy="204014"/>
            </a:xfrm>
            <a:custGeom>
              <a:rect b="b" l="l" r="r" t="t"/>
              <a:pathLst>
                <a:path extrusionOk="0" h="2054" w="1616">
                  <a:moveTo>
                    <a:pt x="1600" y="1"/>
                  </a:moveTo>
                  <a:lnTo>
                    <a:pt x="1277" y="183"/>
                  </a:lnTo>
                  <a:cubicBezTo>
                    <a:pt x="994" y="352"/>
                    <a:pt x="707" y="522"/>
                    <a:pt x="436" y="688"/>
                  </a:cubicBezTo>
                  <a:cubicBezTo>
                    <a:pt x="388" y="724"/>
                    <a:pt x="351" y="740"/>
                    <a:pt x="319" y="772"/>
                  </a:cubicBezTo>
                  <a:cubicBezTo>
                    <a:pt x="250" y="809"/>
                    <a:pt x="186" y="857"/>
                    <a:pt x="101" y="890"/>
                  </a:cubicBezTo>
                  <a:cubicBezTo>
                    <a:pt x="32" y="926"/>
                    <a:pt x="0" y="974"/>
                    <a:pt x="0" y="1043"/>
                  </a:cubicBezTo>
                  <a:lnTo>
                    <a:pt x="0" y="1968"/>
                  </a:lnTo>
                  <a:cubicBezTo>
                    <a:pt x="0" y="1984"/>
                    <a:pt x="16" y="2001"/>
                    <a:pt x="16" y="2021"/>
                  </a:cubicBezTo>
                  <a:cubicBezTo>
                    <a:pt x="32" y="2037"/>
                    <a:pt x="32" y="2037"/>
                    <a:pt x="32" y="2053"/>
                  </a:cubicBezTo>
                  <a:lnTo>
                    <a:pt x="48" y="2053"/>
                  </a:lnTo>
                  <a:cubicBezTo>
                    <a:pt x="48" y="2053"/>
                    <a:pt x="65" y="2037"/>
                    <a:pt x="48" y="2037"/>
                  </a:cubicBezTo>
                  <a:lnTo>
                    <a:pt x="48" y="2021"/>
                  </a:lnTo>
                  <a:cubicBezTo>
                    <a:pt x="32" y="2001"/>
                    <a:pt x="32" y="1984"/>
                    <a:pt x="32" y="1968"/>
                  </a:cubicBezTo>
                  <a:lnTo>
                    <a:pt x="32" y="1043"/>
                  </a:lnTo>
                  <a:cubicBezTo>
                    <a:pt x="32" y="974"/>
                    <a:pt x="48" y="942"/>
                    <a:pt x="117" y="910"/>
                  </a:cubicBezTo>
                  <a:cubicBezTo>
                    <a:pt x="186" y="873"/>
                    <a:pt x="250" y="841"/>
                    <a:pt x="319" y="789"/>
                  </a:cubicBezTo>
                  <a:cubicBezTo>
                    <a:pt x="368" y="756"/>
                    <a:pt x="404" y="740"/>
                    <a:pt x="436" y="708"/>
                  </a:cubicBezTo>
                  <a:cubicBezTo>
                    <a:pt x="723" y="538"/>
                    <a:pt x="1010" y="385"/>
                    <a:pt x="1297" y="219"/>
                  </a:cubicBezTo>
                  <a:lnTo>
                    <a:pt x="1600" y="33"/>
                  </a:lnTo>
                  <a:cubicBezTo>
                    <a:pt x="1616" y="17"/>
                    <a:pt x="1616" y="17"/>
                    <a:pt x="1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6"/>
            <p:cNvSpPr/>
            <p:nvPr/>
          </p:nvSpPr>
          <p:spPr>
            <a:xfrm>
              <a:off x="871406" y="1393923"/>
              <a:ext cx="339592" cy="280891"/>
            </a:xfrm>
            <a:custGeom>
              <a:rect b="b" l="l" r="r" t="t"/>
              <a:pathLst>
                <a:path extrusionOk="0" h="2828" w="3419">
                  <a:moveTo>
                    <a:pt x="3402" y="0"/>
                  </a:moveTo>
                  <a:cubicBezTo>
                    <a:pt x="3233" y="69"/>
                    <a:pt x="3083" y="170"/>
                    <a:pt x="2930" y="255"/>
                  </a:cubicBezTo>
                  <a:cubicBezTo>
                    <a:pt x="2881" y="303"/>
                    <a:pt x="2812" y="336"/>
                    <a:pt x="2764" y="372"/>
                  </a:cubicBezTo>
                  <a:cubicBezTo>
                    <a:pt x="2174" y="707"/>
                    <a:pt x="1601" y="1042"/>
                    <a:pt x="1047" y="1382"/>
                  </a:cubicBezTo>
                  <a:lnTo>
                    <a:pt x="623" y="1632"/>
                  </a:lnTo>
                  <a:cubicBezTo>
                    <a:pt x="558" y="1669"/>
                    <a:pt x="490" y="1701"/>
                    <a:pt x="421" y="1733"/>
                  </a:cubicBezTo>
                  <a:cubicBezTo>
                    <a:pt x="320" y="1802"/>
                    <a:pt x="203" y="1887"/>
                    <a:pt x="69" y="1951"/>
                  </a:cubicBezTo>
                  <a:cubicBezTo>
                    <a:pt x="37" y="1972"/>
                    <a:pt x="1" y="1988"/>
                    <a:pt x="1" y="2036"/>
                  </a:cubicBezTo>
                  <a:lnTo>
                    <a:pt x="1" y="2323"/>
                  </a:lnTo>
                  <a:cubicBezTo>
                    <a:pt x="1" y="2493"/>
                    <a:pt x="1" y="2658"/>
                    <a:pt x="17" y="2812"/>
                  </a:cubicBezTo>
                  <a:cubicBezTo>
                    <a:pt x="17" y="2828"/>
                    <a:pt x="17" y="2828"/>
                    <a:pt x="37" y="2828"/>
                  </a:cubicBezTo>
                  <a:lnTo>
                    <a:pt x="53" y="2812"/>
                  </a:lnTo>
                  <a:cubicBezTo>
                    <a:pt x="17" y="2658"/>
                    <a:pt x="37" y="2493"/>
                    <a:pt x="37" y="2323"/>
                  </a:cubicBezTo>
                  <a:lnTo>
                    <a:pt x="37" y="2036"/>
                  </a:lnTo>
                  <a:cubicBezTo>
                    <a:pt x="37" y="2004"/>
                    <a:pt x="53" y="1988"/>
                    <a:pt x="86" y="1972"/>
                  </a:cubicBezTo>
                  <a:cubicBezTo>
                    <a:pt x="203" y="1903"/>
                    <a:pt x="320" y="1834"/>
                    <a:pt x="441" y="1770"/>
                  </a:cubicBezTo>
                  <a:cubicBezTo>
                    <a:pt x="506" y="1717"/>
                    <a:pt x="574" y="1685"/>
                    <a:pt x="623" y="1648"/>
                  </a:cubicBezTo>
                  <a:lnTo>
                    <a:pt x="1047" y="1398"/>
                  </a:lnTo>
                  <a:cubicBezTo>
                    <a:pt x="1617" y="1079"/>
                    <a:pt x="2190" y="723"/>
                    <a:pt x="2764" y="388"/>
                  </a:cubicBezTo>
                  <a:cubicBezTo>
                    <a:pt x="2829" y="356"/>
                    <a:pt x="2897" y="319"/>
                    <a:pt x="2946" y="287"/>
                  </a:cubicBezTo>
                  <a:cubicBezTo>
                    <a:pt x="3099" y="186"/>
                    <a:pt x="3249" y="101"/>
                    <a:pt x="3418" y="33"/>
                  </a:cubicBezTo>
                  <a:lnTo>
                    <a:pt x="3418" y="16"/>
                  </a:lnTo>
                  <a:cubicBezTo>
                    <a:pt x="3418" y="0"/>
                    <a:pt x="3402" y="0"/>
                    <a:pt x="3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6"/>
            <p:cNvSpPr/>
            <p:nvPr/>
          </p:nvSpPr>
          <p:spPr>
            <a:xfrm>
              <a:off x="936861" y="2418659"/>
              <a:ext cx="4867" cy="83930"/>
            </a:xfrm>
            <a:custGeom>
              <a:rect b="b" l="l" r="r" t="t"/>
              <a:pathLst>
                <a:path extrusionOk="0" h="845" w="49">
                  <a:moveTo>
                    <a:pt x="0" y="1"/>
                  </a:moveTo>
                  <a:lnTo>
                    <a:pt x="0" y="17"/>
                  </a:lnTo>
                  <a:cubicBezTo>
                    <a:pt x="16" y="154"/>
                    <a:pt x="16" y="287"/>
                    <a:pt x="0" y="421"/>
                  </a:cubicBezTo>
                  <a:lnTo>
                    <a:pt x="0" y="691"/>
                  </a:lnTo>
                  <a:cubicBezTo>
                    <a:pt x="16" y="691"/>
                    <a:pt x="0" y="707"/>
                    <a:pt x="0" y="724"/>
                  </a:cubicBezTo>
                  <a:cubicBezTo>
                    <a:pt x="0" y="760"/>
                    <a:pt x="0" y="808"/>
                    <a:pt x="33" y="845"/>
                  </a:cubicBezTo>
                  <a:lnTo>
                    <a:pt x="49" y="845"/>
                  </a:lnTo>
                  <a:lnTo>
                    <a:pt x="49" y="825"/>
                  </a:lnTo>
                  <a:cubicBezTo>
                    <a:pt x="33" y="792"/>
                    <a:pt x="33" y="760"/>
                    <a:pt x="33" y="724"/>
                  </a:cubicBezTo>
                  <a:lnTo>
                    <a:pt x="33" y="691"/>
                  </a:lnTo>
                  <a:lnTo>
                    <a:pt x="33" y="421"/>
                  </a:lnTo>
                  <a:cubicBezTo>
                    <a:pt x="33" y="287"/>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6"/>
            <p:cNvSpPr/>
            <p:nvPr/>
          </p:nvSpPr>
          <p:spPr>
            <a:xfrm>
              <a:off x="687655" y="2637770"/>
              <a:ext cx="127335" cy="135678"/>
            </a:xfrm>
            <a:custGeom>
              <a:rect b="b" l="l" r="r" t="t"/>
              <a:pathLst>
                <a:path extrusionOk="0" h="1366" w="1282">
                  <a:moveTo>
                    <a:pt x="1261" y="0"/>
                  </a:moveTo>
                  <a:cubicBezTo>
                    <a:pt x="1128" y="53"/>
                    <a:pt x="978" y="117"/>
                    <a:pt x="841" y="186"/>
                  </a:cubicBezTo>
                  <a:cubicBezTo>
                    <a:pt x="740" y="235"/>
                    <a:pt x="639" y="271"/>
                    <a:pt x="538" y="319"/>
                  </a:cubicBezTo>
                  <a:cubicBezTo>
                    <a:pt x="421" y="356"/>
                    <a:pt x="304" y="420"/>
                    <a:pt x="203" y="473"/>
                  </a:cubicBezTo>
                  <a:cubicBezTo>
                    <a:pt x="170" y="489"/>
                    <a:pt x="150" y="489"/>
                    <a:pt x="118" y="505"/>
                  </a:cubicBezTo>
                  <a:lnTo>
                    <a:pt x="102" y="505"/>
                  </a:lnTo>
                  <a:cubicBezTo>
                    <a:pt x="69" y="537"/>
                    <a:pt x="1" y="558"/>
                    <a:pt x="1" y="622"/>
                  </a:cubicBezTo>
                  <a:lnTo>
                    <a:pt x="1" y="877"/>
                  </a:lnTo>
                  <a:cubicBezTo>
                    <a:pt x="1" y="1026"/>
                    <a:pt x="1" y="1196"/>
                    <a:pt x="17" y="1366"/>
                  </a:cubicBezTo>
                  <a:lnTo>
                    <a:pt x="33" y="1366"/>
                  </a:lnTo>
                  <a:cubicBezTo>
                    <a:pt x="33" y="1366"/>
                    <a:pt x="49" y="1366"/>
                    <a:pt x="49" y="1345"/>
                  </a:cubicBezTo>
                  <a:cubicBezTo>
                    <a:pt x="17" y="1196"/>
                    <a:pt x="33" y="1026"/>
                    <a:pt x="33" y="877"/>
                  </a:cubicBezTo>
                  <a:lnTo>
                    <a:pt x="33" y="622"/>
                  </a:lnTo>
                  <a:cubicBezTo>
                    <a:pt x="33" y="574"/>
                    <a:pt x="69" y="558"/>
                    <a:pt x="118" y="537"/>
                  </a:cubicBezTo>
                  <a:lnTo>
                    <a:pt x="134" y="521"/>
                  </a:lnTo>
                  <a:cubicBezTo>
                    <a:pt x="150" y="521"/>
                    <a:pt x="186" y="505"/>
                    <a:pt x="219" y="489"/>
                  </a:cubicBezTo>
                  <a:cubicBezTo>
                    <a:pt x="320" y="437"/>
                    <a:pt x="437" y="388"/>
                    <a:pt x="554" y="336"/>
                  </a:cubicBezTo>
                  <a:cubicBezTo>
                    <a:pt x="655" y="303"/>
                    <a:pt x="756" y="255"/>
                    <a:pt x="857" y="202"/>
                  </a:cubicBezTo>
                  <a:cubicBezTo>
                    <a:pt x="994" y="134"/>
                    <a:pt x="1128" y="69"/>
                    <a:pt x="1281" y="33"/>
                  </a:cubicBezTo>
                  <a:lnTo>
                    <a:pt x="1281" y="16"/>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6"/>
            <p:cNvSpPr/>
            <p:nvPr/>
          </p:nvSpPr>
          <p:spPr>
            <a:xfrm>
              <a:off x="540455" y="3329867"/>
              <a:ext cx="97140" cy="33373"/>
            </a:xfrm>
            <a:custGeom>
              <a:rect b="b" l="l" r="r" t="t"/>
              <a:pathLst>
                <a:path extrusionOk="0" h="336" w="978">
                  <a:moveTo>
                    <a:pt x="962" y="1"/>
                  </a:moveTo>
                  <a:cubicBezTo>
                    <a:pt x="776" y="53"/>
                    <a:pt x="606" y="118"/>
                    <a:pt x="440" y="186"/>
                  </a:cubicBezTo>
                  <a:cubicBezTo>
                    <a:pt x="356" y="203"/>
                    <a:pt x="271" y="235"/>
                    <a:pt x="202" y="271"/>
                  </a:cubicBezTo>
                  <a:cubicBezTo>
                    <a:pt x="186" y="271"/>
                    <a:pt x="170" y="271"/>
                    <a:pt x="154" y="287"/>
                  </a:cubicBezTo>
                  <a:cubicBezTo>
                    <a:pt x="101" y="304"/>
                    <a:pt x="69" y="320"/>
                    <a:pt x="16" y="320"/>
                  </a:cubicBezTo>
                  <a:cubicBezTo>
                    <a:pt x="0" y="320"/>
                    <a:pt x="0" y="320"/>
                    <a:pt x="0" y="336"/>
                  </a:cubicBezTo>
                  <a:lnTo>
                    <a:pt x="16" y="336"/>
                  </a:lnTo>
                  <a:cubicBezTo>
                    <a:pt x="69" y="336"/>
                    <a:pt x="117" y="320"/>
                    <a:pt x="154" y="304"/>
                  </a:cubicBezTo>
                  <a:cubicBezTo>
                    <a:pt x="170" y="304"/>
                    <a:pt x="186" y="304"/>
                    <a:pt x="202" y="287"/>
                  </a:cubicBezTo>
                  <a:cubicBezTo>
                    <a:pt x="287" y="271"/>
                    <a:pt x="372" y="235"/>
                    <a:pt x="440" y="203"/>
                  </a:cubicBezTo>
                  <a:cubicBezTo>
                    <a:pt x="606" y="134"/>
                    <a:pt x="792" y="69"/>
                    <a:pt x="962" y="33"/>
                  </a:cubicBezTo>
                  <a:cubicBezTo>
                    <a:pt x="978" y="33"/>
                    <a:pt x="978" y="17"/>
                    <a:pt x="978" y="17"/>
                  </a:cubicBezTo>
                  <a:cubicBezTo>
                    <a:pt x="978" y="17"/>
                    <a:pt x="978" y="1"/>
                    <a:pt x="9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6"/>
            <p:cNvSpPr/>
            <p:nvPr/>
          </p:nvSpPr>
          <p:spPr>
            <a:xfrm>
              <a:off x="1413125" y="1562080"/>
              <a:ext cx="5264" cy="47775"/>
            </a:xfrm>
            <a:custGeom>
              <a:rect b="b" l="l" r="r" t="t"/>
              <a:pathLst>
                <a:path extrusionOk="0" h="481" w="53">
                  <a:moveTo>
                    <a:pt x="31" y="1"/>
                  </a:moveTo>
                  <a:cubicBezTo>
                    <a:pt x="26" y="1"/>
                    <a:pt x="17" y="8"/>
                    <a:pt x="17" y="8"/>
                  </a:cubicBezTo>
                  <a:cubicBezTo>
                    <a:pt x="0" y="109"/>
                    <a:pt x="0" y="210"/>
                    <a:pt x="0" y="311"/>
                  </a:cubicBezTo>
                  <a:cubicBezTo>
                    <a:pt x="0" y="359"/>
                    <a:pt x="17" y="412"/>
                    <a:pt x="0" y="481"/>
                  </a:cubicBezTo>
                  <a:lnTo>
                    <a:pt x="37" y="481"/>
                  </a:lnTo>
                  <a:lnTo>
                    <a:pt x="37" y="311"/>
                  </a:lnTo>
                  <a:cubicBezTo>
                    <a:pt x="37" y="210"/>
                    <a:pt x="37" y="109"/>
                    <a:pt x="53" y="8"/>
                  </a:cubicBezTo>
                  <a:lnTo>
                    <a:pt x="37" y="8"/>
                  </a:lnTo>
                  <a:cubicBezTo>
                    <a:pt x="37" y="3"/>
                    <a:pt x="34"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6"/>
            <p:cNvSpPr/>
            <p:nvPr/>
          </p:nvSpPr>
          <p:spPr>
            <a:xfrm>
              <a:off x="1583666" y="1928788"/>
              <a:ext cx="3675" cy="55423"/>
            </a:xfrm>
            <a:custGeom>
              <a:rect b="b" l="l" r="r" t="t"/>
              <a:pathLst>
                <a:path extrusionOk="0" h="558" w="37">
                  <a:moveTo>
                    <a:pt x="0" y="0"/>
                  </a:moveTo>
                  <a:lnTo>
                    <a:pt x="0" y="558"/>
                  </a:lnTo>
                  <a:lnTo>
                    <a:pt x="37" y="558"/>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6"/>
            <p:cNvSpPr/>
            <p:nvPr/>
          </p:nvSpPr>
          <p:spPr>
            <a:xfrm>
              <a:off x="891470" y="2106083"/>
              <a:ext cx="5364" cy="88797"/>
            </a:xfrm>
            <a:custGeom>
              <a:rect b="b" l="l" r="r" t="t"/>
              <a:pathLst>
                <a:path extrusionOk="0" h="894" w="54">
                  <a:moveTo>
                    <a:pt x="1" y="1"/>
                  </a:moveTo>
                  <a:lnTo>
                    <a:pt x="1" y="203"/>
                  </a:lnTo>
                  <a:lnTo>
                    <a:pt x="1" y="760"/>
                  </a:lnTo>
                  <a:lnTo>
                    <a:pt x="1" y="776"/>
                  </a:lnTo>
                  <a:cubicBezTo>
                    <a:pt x="1" y="809"/>
                    <a:pt x="1" y="861"/>
                    <a:pt x="17" y="893"/>
                  </a:cubicBezTo>
                  <a:lnTo>
                    <a:pt x="37" y="893"/>
                  </a:lnTo>
                  <a:cubicBezTo>
                    <a:pt x="53" y="893"/>
                    <a:pt x="53" y="893"/>
                    <a:pt x="37" y="877"/>
                  </a:cubicBezTo>
                  <a:lnTo>
                    <a:pt x="37" y="776"/>
                  </a:lnTo>
                  <a:lnTo>
                    <a:pt x="37" y="760"/>
                  </a:lnTo>
                  <a:lnTo>
                    <a:pt x="37" y="203"/>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6"/>
            <p:cNvSpPr/>
            <p:nvPr/>
          </p:nvSpPr>
          <p:spPr>
            <a:xfrm>
              <a:off x="1815987" y="1976564"/>
              <a:ext cx="5264" cy="42610"/>
            </a:xfrm>
            <a:custGeom>
              <a:rect b="b" l="l" r="r" t="t"/>
              <a:pathLst>
                <a:path extrusionOk="0" h="429" w="53">
                  <a:moveTo>
                    <a:pt x="41" y="1"/>
                  </a:moveTo>
                  <a:cubicBezTo>
                    <a:pt x="37" y="1"/>
                    <a:pt x="37" y="8"/>
                    <a:pt x="37" y="8"/>
                  </a:cubicBezTo>
                  <a:cubicBezTo>
                    <a:pt x="20" y="77"/>
                    <a:pt x="20" y="145"/>
                    <a:pt x="20" y="210"/>
                  </a:cubicBezTo>
                  <a:cubicBezTo>
                    <a:pt x="20" y="279"/>
                    <a:pt x="20" y="347"/>
                    <a:pt x="0" y="412"/>
                  </a:cubicBezTo>
                  <a:cubicBezTo>
                    <a:pt x="0" y="428"/>
                    <a:pt x="0" y="428"/>
                    <a:pt x="20" y="428"/>
                  </a:cubicBezTo>
                  <a:lnTo>
                    <a:pt x="37" y="428"/>
                  </a:lnTo>
                  <a:cubicBezTo>
                    <a:pt x="53" y="363"/>
                    <a:pt x="53" y="279"/>
                    <a:pt x="53" y="210"/>
                  </a:cubicBezTo>
                  <a:cubicBezTo>
                    <a:pt x="37" y="145"/>
                    <a:pt x="37" y="77"/>
                    <a:pt x="53" y="24"/>
                  </a:cubicBezTo>
                  <a:lnTo>
                    <a:pt x="53" y="8"/>
                  </a:lnTo>
                  <a:cubicBezTo>
                    <a:pt x="47" y="3"/>
                    <a:pt x="44"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6"/>
            <p:cNvSpPr/>
            <p:nvPr/>
          </p:nvSpPr>
          <p:spPr>
            <a:xfrm>
              <a:off x="1182393" y="3328277"/>
              <a:ext cx="5364" cy="97239"/>
            </a:xfrm>
            <a:custGeom>
              <a:rect b="b" l="l" r="r" t="t"/>
              <a:pathLst>
                <a:path extrusionOk="0" h="979" w="54">
                  <a:moveTo>
                    <a:pt x="17" y="0"/>
                  </a:moveTo>
                  <a:cubicBezTo>
                    <a:pt x="17" y="0"/>
                    <a:pt x="1" y="0"/>
                    <a:pt x="1" y="17"/>
                  </a:cubicBezTo>
                  <a:cubicBezTo>
                    <a:pt x="37" y="134"/>
                    <a:pt x="17" y="251"/>
                    <a:pt x="17" y="372"/>
                  </a:cubicBezTo>
                  <a:lnTo>
                    <a:pt x="17" y="574"/>
                  </a:lnTo>
                  <a:lnTo>
                    <a:pt x="17" y="841"/>
                  </a:lnTo>
                  <a:lnTo>
                    <a:pt x="17" y="958"/>
                  </a:lnTo>
                  <a:lnTo>
                    <a:pt x="37" y="978"/>
                  </a:lnTo>
                  <a:lnTo>
                    <a:pt x="53" y="958"/>
                  </a:lnTo>
                  <a:lnTo>
                    <a:pt x="53" y="841"/>
                  </a:lnTo>
                  <a:lnTo>
                    <a:pt x="53" y="574"/>
                  </a:lnTo>
                  <a:lnTo>
                    <a:pt x="53" y="372"/>
                  </a:lnTo>
                  <a:cubicBezTo>
                    <a:pt x="53" y="251"/>
                    <a:pt x="53" y="13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6"/>
            <p:cNvSpPr/>
            <p:nvPr/>
          </p:nvSpPr>
          <p:spPr>
            <a:xfrm>
              <a:off x="1923059" y="2398595"/>
              <a:ext cx="145809" cy="324693"/>
            </a:xfrm>
            <a:custGeom>
              <a:rect b="b" l="l" r="r" t="t"/>
              <a:pathLst>
                <a:path extrusionOk="0" h="3269" w="1468">
                  <a:moveTo>
                    <a:pt x="1" y="1"/>
                  </a:moveTo>
                  <a:cubicBezTo>
                    <a:pt x="1" y="118"/>
                    <a:pt x="53" y="203"/>
                    <a:pt x="118" y="287"/>
                  </a:cubicBezTo>
                  <a:cubicBezTo>
                    <a:pt x="134" y="304"/>
                    <a:pt x="154" y="340"/>
                    <a:pt x="170" y="372"/>
                  </a:cubicBezTo>
                  <a:cubicBezTo>
                    <a:pt x="558" y="978"/>
                    <a:pt x="978" y="1633"/>
                    <a:pt x="1399" y="2291"/>
                  </a:cubicBezTo>
                  <a:cubicBezTo>
                    <a:pt x="1415" y="2323"/>
                    <a:pt x="1431" y="2376"/>
                    <a:pt x="1431" y="2408"/>
                  </a:cubicBezTo>
                  <a:lnTo>
                    <a:pt x="1431" y="2695"/>
                  </a:lnTo>
                  <a:cubicBezTo>
                    <a:pt x="1431" y="2845"/>
                    <a:pt x="1415" y="2982"/>
                    <a:pt x="1431" y="3131"/>
                  </a:cubicBezTo>
                  <a:cubicBezTo>
                    <a:pt x="1447" y="3147"/>
                    <a:pt x="1431" y="3184"/>
                    <a:pt x="1415" y="3200"/>
                  </a:cubicBezTo>
                  <a:cubicBezTo>
                    <a:pt x="1415" y="3216"/>
                    <a:pt x="1399" y="3232"/>
                    <a:pt x="1399" y="3248"/>
                  </a:cubicBezTo>
                  <a:cubicBezTo>
                    <a:pt x="1399" y="3248"/>
                    <a:pt x="1399" y="3269"/>
                    <a:pt x="1415" y="3269"/>
                  </a:cubicBezTo>
                  <a:lnTo>
                    <a:pt x="1431" y="3248"/>
                  </a:lnTo>
                  <a:cubicBezTo>
                    <a:pt x="1431" y="3248"/>
                    <a:pt x="1431" y="3232"/>
                    <a:pt x="1447" y="3216"/>
                  </a:cubicBezTo>
                  <a:cubicBezTo>
                    <a:pt x="1447" y="3184"/>
                    <a:pt x="1467" y="3147"/>
                    <a:pt x="1467" y="3131"/>
                  </a:cubicBezTo>
                  <a:cubicBezTo>
                    <a:pt x="1447" y="2982"/>
                    <a:pt x="1447" y="2845"/>
                    <a:pt x="1447" y="2695"/>
                  </a:cubicBezTo>
                  <a:lnTo>
                    <a:pt x="1447" y="2408"/>
                  </a:lnTo>
                  <a:cubicBezTo>
                    <a:pt x="1447" y="2360"/>
                    <a:pt x="1447" y="2323"/>
                    <a:pt x="1415" y="2275"/>
                  </a:cubicBezTo>
                  <a:cubicBezTo>
                    <a:pt x="995" y="1616"/>
                    <a:pt x="591" y="962"/>
                    <a:pt x="203" y="356"/>
                  </a:cubicBezTo>
                  <a:cubicBezTo>
                    <a:pt x="187" y="320"/>
                    <a:pt x="154" y="287"/>
                    <a:pt x="134" y="271"/>
                  </a:cubicBezTo>
                  <a:cubicBezTo>
                    <a:pt x="86" y="186"/>
                    <a:pt x="17" y="118"/>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6"/>
            <p:cNvSpPr/>
            <p:nvPr/>
          </p:nvSpPr>
          <p:spPr>
            <a:xfrm>
              <a:off x="2153791" y="2945479"/>
              <a:ext cx="6953" cy="48669"/>
            </a:xfrm>
            <a:custGeom>
              <a:rect b="b" l="l" r="r" t="t"/>
              <a:pathLst>
                <a:path extrusionOk="0" h="490" w="70">
                  <a:moveTo>
                    <a:pt x="53" y="1"/>
                  </a:moveTo>
                  <a:cubicBezTo>
                    <a:pt x="53" y="1"/>
                    <a:pt x="33" y="1"/>
                    <a:pt x="33" y="17"/>
                  </a:cubicBezTo>
                  <a:cubicBezTo>
                    <a:pt x="17" y="85"/>
                    <a:pt x="17" y="166"/>
                    <a:pt x="17" y="251"/>
                  </a:cubicBezTo>
                  <a:cubicBezTo>
                    <a:pt x="17" y="320"/>
                    <a:pt x="33" y="405"/>
                    <a:pt x="17" y="469"/>
                  </a:cubicBezTo>
                  <a:cubicBezTo>
                    <a:pt x="1" y="469"/>
                    <a:pt x="17" y="489"/>
                    <a:pt x="17" y="489"/>
                  </a:cubicBezTo>
                  <a:lnTo>
                    <a:pt x="33" y="469"/>
                  </a:lnTo>
                  <a:cubicBezTo>
                    <a:pt x="53" y="405"/>
                    <a:pt x="53" y="320"/>
                    <a:pt x="53" y="235"/>
                  </a:cubicBezTo>
                  <a:cubicBezTo>
                    <a:pt x="53" y="166"/>
                    <a:pt x="33" y="85"/>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6"/>
            <p:cNvSpPr/>
            <p:nvPr/>
          </p:nvSpPr>
          <p:spPr>
            <a:xfrm>
              <a:off x="1491790" y="1230236"/>
              <a:ext cx="8443" cy="102007"/>
            </a:xfrm>
            <a:custGeom>
              <a:rect b="b" l="l" r="r" t="t"/>
              <a:pathLst>
                <a:path extrusionOk="0" h="1027" w="85">
                  <a:moveTo>
                    <a:pt x="53" y="0"/>
                  </a:moveTo>
                  <a:cubicBezTo>
                    <a:pt x="16" y="32"/>
                    <a:pt x="32" y="85"/>
                    <a:pt x="32" y="117"/>
                  </a:cubicBezTo>
                  <a:lnTo>
                    <a:pt x="32" y="150"/>
                  </a:lnTo>
                  <a:lnTo>
                    <a:pt x="32" y="420"/>
                  </a:lnTo>
                  <a:cubicBezTo>
                    <a:pt x="53" y="553"/>
                    <a:pt x="53" y="691"/>
                    <a:pt x="16" y="824"/>
                  </a:cubicBezTo>
                  <a:cubicBezTo>
                    <a:pt x="0" y="873"/>
                    <a:pt x="16" y="925"/>
                    <a:pt x="32" y="957"/>
                  </a:cubicBezTo>
                  <a:cubicBezTo>
                    <a:pt x="53" y="974"/>
                    <a:pt x="53" y="1010"/>
                    <a:pt x="53" y="1026"/>
                  </a:cubicBezTo>
                  <a:lnTo>
                    <a:pt x="69" y="1026"/>
                  </a:lnTo>
                  <a:cubicBezTo>
                    <a:pt x="85" y="1026"/>
                    <a:pt x="85" y="1026"/>
                    <a:pt x="85" y="1010"/>
                  </a:cubicBezTo>
                  <a:cubicBezTo>
                    <a:pt x="69" y="994"/>
                    <a:pt x="69" y="974"/>
                    <a:pt x="69" y="957"/>
                  </a:cubicBezTo>
                  <a:cubicBezTo>
                    <a:pt x="53" y="909"/>
                    <a:pt x="32" y="873"/>
                    <a:pt x="53" y="840"/>
                  </a:cubicBezTo>
                  <a:cubicBezTo>
                    <a:pt x="69" y="691"/>
                    <a:pt x="69" y="553"/>
                    <a:pt x="69" y="420"/>
                  </a:cubicBezTo>
                  <a:lnTo>
                    <a:pt x="69" y="150"/>
                  </a:lnTo>
                  <a:lnTo>
                    <a:pt x="69" y="101"/>
                  </a:lnTo>
                  <a:cubicBezTo>
                    <a:pt x="53" y="65"/>
                    <a:pt x="53" y="49"/>
                    <a:pt x="69" y="32"/>
                  </a:cubicBezTo>
                  <a:lnTo>
                    <a:pt x="85" y="16"/>
                  </a:ln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6"/>
            <p:cNvSpPr/>
            <p:nvPr/>
          </p:nvSpPr>
          <p:spPr>
            <a:xfrm>
              <a:off x="1734143" y="3369994"/>
              <a:ext cx="174216" cy="276124"/>
            </a:xfrm>
            <a:custGeom>
              <a:rect b="b" l="l" r="r" t="t"/>
              <a:pathLst>
                <a:path extrusionOk="0" h="2780" w="1754">
                  <a:moveTo>
                    <a:pt x="16" y="1"/>
                  </a:moveTo>
                  <a:cubicBezTo>
                    <a:pt x="0" y="1"/>
                    <a:pt x="0" y="1"/>
                    <a:pt x="0" y="17"/>
                  </a:cubicBezTo>
                  <a:cubicBezTo>
                    <a:pt x="36" y="118"/>
                    <a:pt x="101" y="186"/>
                    <a:pt x="186" y="255"/>
                  </a:cubicBezTo>
                  <a:cubicBezTo>
                    <a:pt x="218" y="271"/>
                    <a:pt x="238" y="304"/>
                    <a:pt x="271" y="320"/>
                  </a:cubicBezTo>
                  <a:cubicBezTo>
                    <a:pt x="622" y="691"/>
                    <a:pt x="978" y="1043"/>
                    <a:pt x="1329" y="1398"/>
                  </a:cubicBezTo>
                  <a:lnTo>
                    <a:pt x="1632" y="1701"/>
                  </a:lnTo>
                  <a:cubicBezTo>
                    <a:pt x="1632" y="1717"/>
                    <a:pt x="1652" y="1717"/>
                    <a:pt x="1652" y="1717"/>
                  </a:cubicBezTo>
                  <a:cubicBezTo>
                    <a:pt x="1685" y="1770"/>
                    <a:pt x="1733" y="1802"/>
                    <a:pt x="1717" y="1851"/>
                  </a:cubicBezTo>
                  <a:cubicBezTo>
                    <a:pt x="1701" y="2020"/>
                    <a:pt x="1701" y="2174"/>
                    <a:pt x="1701" y="2340"/>
                  </a:cubicBezTo>
                  <a:cubicBezTo>
                    <a:pt x="1701" y="2424"/>
                    <a:pt x="1717" y="2525"/>
                    <a:pt x="1701" y="2610"/>
                  </a:cubicBezTo>
                  <a:lnTo>
                    <a:pt x="1701" y="2643"/>
                  </a:lnTo>
                  <a:cubicBezTo>
                    <a:pt x="1701" y="2679"/>
                    <a:pt x="1701" y="2727"/>
                    <a:pt x="1685" y="2760"/>
                  </a:cubicBezTo>
                  <a:lnTo>
                    <a:pt x="1685" y="2780"/>
                  </a:lnTo>
                  <a:lnTo>
                    <a:pt x="1701" y="2780"/>
                  </a:lnTo>
                  <a:cubicBezTo>
                    <a:pt x="1733" y="2727"/>
                    <a:pt x="1733" y="2679"/>
                    <a:pt x="1733" y="2643"/>
                  </a:cubicBezTo>
                  <a:lnTo>
                    <a:pt x="1733" y="2610"/>
                  </a:lnTo>
                  <a:lnTo>
                    <a:pt x="1733" y="2340"/>
                  </a:lnTo>
                  <a:cubicBezTo>
                    <a:pt x="1733" y="2174"/>
                    <a:pt x="1733" y="2020"/>
                    <a:pt x="1753" y="1871"/>
                  </a:cubicBezTo>
                  <a:cubicBezTo>
                    <a:pt x="1753" y="1786"/>
                    <a:pt x="1717" y="1750"/>
                    <a:pt x="1668" y="1701"/>
                  </a:cubicBezTo>
                  <a:cubicBezTo>
                    <a:pt x="1668" y="1701"/>
                    <a:pt x="1652" y="1701"/>
                    <a:pt x="1652" y="1685"/>
                  </a:cubicBezTo>
                  <a:lnTo>
                    <a:pt x="1349" y="1382"/>
                  </a:lnTo>
                  <a:cubicBezTo>
                    <a:pt x="994" y="1027"/>
                    <a:pt x="642" y="675"/>
                    <a:pt x="287" y="304"/>
                  </a:cubicBezTo>
                  <a:cubicBezTo>
                    <a:pt x="255" y="287"/>
                    <a:pt x="238" y="255"/>
                    <a:pt x="202" y="235"/>
                  </a:cubicBezTo>
                  <a:cubicBezTo>
                    <a:pt x="117" y="170"/>
                    <a:pt x="53" y="102"/>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6"/>
            <p:cNvSpPr/>
            <p:nvPr/>
          </p:nvSpPr>
          <p:spPr>
            <a:xfrm>
              <a:off x="2153791" y="3463459"/>
              <a:ext cx="6953" cy="43902"/>
            </a:xfrm>
            <a:custGeom>
              <a:rect b="b" l="l" r="r" t="t"/>
              <a:pathLst>
                <a:path extrusionOk="0" h="442" w="70">
                  <a:moveTo>
                    <a:pt x="33" y="1"/>
                  </a:moveTo>
                  <a:cubicBezTo>
                    <a:pt x="17" y="86"/>
                    <a:pt x="17" y="154"/>
                    <a:pt x="17" y="223"/>
                  </a:cubicBezTo>
                  <a:cubicBezTo>
                    <a:pt x="17" y="288"/>
                    <a:pt x="33" y="356"/>
                    <a:pt x="17" y="425"/>
                  </a:cubicBezTo>
                  <a:cubicBezTo>
                    <a:pt x="1" y="425"/>
                    <a:pt x="17" y="425"/>
                    <a:pt x="17" y="441"/>
                  </a:cubicBezTo>
                  <a:lnTo>
                    <a:pt x="33" y="425"/>
                  </a:lnTo>
                  <a:cubicBezTo>
                    <a:pt x="53" y="356"/>
                    <a:pt x="53" y="288"/>
                    <a:pt x="53" y="223"/>
                  </a:cubicBezTo>
                  <a:cubicBezTo>
                    <a:pt x="53" y="154"/>
                    <a:pt x="3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6"/>
            <p:cNvSpPr/>
            <p:nvPr/>
          </p:nvSpPr>
          <p:spPr>
            <a:xfrm>
              <a:off x="1249437" y="2701835"/>
              <a:ext cx="250796" cy="206795"/>
            </a:xfrm>
            <a:custGeom>
              <a:rect b="b" l="l" r="r" t="t"/>
              <a:pathLst>
                <a:path extrusionOk="0" h="2082" w="2525">
                  <a:moveTo>
                    <a:pt x="1632" y="1"/>
                  </a:moveTo>
                  <a:cubicBezTo>
                    <a:pt x="1597" y="1"/>
                    <a:pt x="1558" y="11"/>
                    <a:pt x="1515" y="30"/>
                  </a:cubicBezTo>
                  <a:lnTo>
                    <a:pt x="1244" y="131"/>
                  </a:lnTo>
                  <a:cubicBezTo>
                    <a:pt x="877" y="280"/>
                    <a:pt x="489" y="434"/>
                    <a:pt x="101" y="583"/>
                  </a:cubicBezTo>
                  <a:lnTo>
                    <a:pt x="85" y="583"/>
                  </a:lnTo>
                  <a:cubicBezTo>
                    <a:pt x="49" y="599"/>
                    <a:pt x="16" y="620"/>
                    <a:pt x="16" y="668"/>
                  </a:cubicBezTo>
                  <a:cubicBezTo>
                    <a:pt x="0" y="1056"/>
                    <a:pt x="0" y="1428"/>
                    <a:pt x="16" y="1795"/>
                  </a:cubicBezTo>
                  <a:lnTo>
                    <a:pt x="33" y="1811"/>
                  </a:lnTo>
                  <a:lnTo>
                    <a:pt x="49" y="1795"/>
                  </a:lnTo>
                  <a:cubicBezTo>
                    <a:pt x="16" y="1428"/>
                    <a:pt x="33" y="1056"/>
                    <a:pt x="49" y="668"/>
                  </a:cubicBezTo>
                  <a:cubicBezTo>
                    <a:pt x="49" y="636"/>
                    <a:pt x="69" y="636"/>
                    <a:pt x="101" y="620"/>
                  </a:cubicBezTo>
                  <a:cubicBezTo>
                    <a:pt x="489" y="466"/>
                    <a:pt x="877" y="317"/>
                    <a:pt x="1244" y="163"/>
                  </a:cubicBezTo>
                  <a:lnTo>
                    <a:pt x="1531" y="46"/>
                  </a:lnTo>
                  <a:cubicBezTo>
                    <a:pt x="1563" y="36"/>
                    <a:pt x="1593" y="31"/>
                    <a:pt x="1621" y="31"/>
                  </a:cubicBezTo>
                  <a:cubicBezTo>
                    <a:pt x="1684" y="31"/>
                    <a:pt x="1739" y="56"/>
                    <a:pt x="1786" y="115"/>
                  </a:cubicBezTo>
                  <a:cubicBezTo>
                    <a:pt x="2036" y="397"/>
                    <a:pt x="2238" y="636"/>
                    <a:pt x="2424" y="854"/>
                  </a:cubicBezTo>
                  <a:cubicBezTo>
                    <a:pt x="2472" y="902"/>
                    <a:pt x="2493" y="955"/>
                    <a:pt x="2493" y="1040"/>
                  </a:cubicBezTo>
                  <a:lnTo>
                    <a:pt x="2493" y="1630"/>
                  </a:lnTo>
                  <a:lnTo>
                    <a:pt x="2493" y="1933"/>
                  </a:lnTo>
                  <a:lnTo>
                    <a:pt x="2493" y="1949"/>
                  </a:lnTo>
                  <a:cubicBezTo>
                    <a:pt x="2493" y="1997"/>
                    <a:pt x="2493" y="2034"/>
                    <a:pt x="2472" y="2050"/>
                  </a:cubicBezTo>
                  <a:lnTo>
                    <a:pt x="2472" y="2066"/>
                  </a:lnTo>
                  <a:lnTo>
                    <a:pt x="2472" y="2082"/>
                  </a:lnTo>
                  <a:lnTo>
                    <a:pt x="2493" y="2066"/>
                  </a:lnTo>
                  <a:cubicBezTo>
                    <a:pt x="2525" y="2034"/>
                    <a:pt x="2525" y="1997"/>
                    <a:pt x="2525" y="1949"/>
                  </a:cubicBezTo>
                  <a:lnTo>
                    <a:pt x="2525" y="1933"/>
                  </a:lnTo>
                  <a:lnTo>
                    <a:pt x="2525" y="1630"/>
                  </a:lnTo>
                  <a:lnTo>
                    <a:pt x="2525" y="1040"/>
                  </a:lnTo>
                  <a:cubicBezTo>
                    <a:pt x="2525" y="955"/>
                    <a:pt x="2509" y="886"/>
                    <a:pt x="2456" y="838"/>
                  </a:cubicBezTo>
                  <a:cubicBezTo>
                    <a:pt x="2254" y="620"/>
                    <a:pt x="2052" y="381"/>
                    <a:pt x="1802" y="94"/>
                  </a:cubicBezTo>
                  <a:cubicBezTo>
                    <a:pt x="1748" y="31"/>
                    <a:pt x="1694" y="1"/>
                    <a:pt x="1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6"/>
            <p:cNvSpPr/>
            <p:nvPr/>
          </p:nvSpPr>
          <p:spPr>
            <a:xfrm>
              <a:off x="2081979" y="2792518"/>
              <a:ext cx="100418" cy="244935"/>
            </a:xfrm>
            <a:custGeom>
              <a:rect b="b" l="l" r="r" t="t"/>
              <a:pathLst>
                <a:path extrusionOk="0" h="2466" w="1011">
                  <a:moveTo>
                    <a:pt x="21" y="1"/>
                  </a:moveTo>
                  <a:cubicBezTo>
                    <a:pt x="18" y="1"/>
                    <a:pt x="17" y="3"/>
                    <a:pt x="17" y="10"/>
                  </a:cubicBezTo>
                  <a:cubicBezTo>
                    <a:pt x="1" y="10"/>
                    <a:pt x="1" y="10"/>
                    <a:pt x="1" y="26"/>
                  </a:cubicBezTo>
                  <a:cubicBezTo>
                    <a:pt x="49" y="228"/>
                    <a:pt x="33" y="430"/>
                    <a:pt x="17" y="648"/>
                  </a:cubicBezTo>
                  <a:lnTo>
                    <a:pt x="17" y="834"/>
                  </a:lnTo>
                  <a:cubicBezTo>
                    <a:pt x="1" y="1020"/>
                    <a:pt x="49" y="1185"/>
                    <a:pt x="186" y="1355"/>
                  </a:cubicBezTo>
                  <a:cubicBezTo>
                    <a:pt x="336" y="1557"/>
                    <a:pt x="489" y="1775"/>
                    <a:pt x="639" y="1993"/>
                  </a:cubicBezTo>
                  <a:cubicBezTo>
                    <a:pt x="707" y="2110"/>
                    <a:pt x="792" y="2231"/>
                    <a:pt x="877" y="2349"/>
                  </a:cubicBezTo>
                  <a:cubicBezTo>
                    <a:pt x="877" y="2349"/>
                    <a:pt x="877" y="2365"/>
                    <a:pt x="893" y="2381"/>
                  </a:cubicBezTo>
                  <a:cubicBezTo>
                    <a:pt x="909" y="2413"/>
                    <a:pt x="926" y="2450"/>
                    <a:pt x="994" y="2466"/>
                  </a:cubicBezTo>
                  <a:cubicBezTo>
                    <a:pt x="994" y="2466"/>
                    <a:pt x="994" y="2450"/>
                    <a:pt x="1010" y="2450"/>
                  </a:cubicBezTo>
                  <a:cubicBezTo>
                    <a:pt x="1010" y="2433"/>
                    <a:pt x="994" y="2433"/>
                    <a:pt x="994" y="2433"/>
                  </a:cubicBezTo>
                  <a:cubicBezTo>
                    <a:pt x="942" y="2433"/>
                    <a:pt x="926" y="2397"/>
                    <a:pt x="909" y="2365"/>
                  </a:cubicBezTo>
                  <a:cubicBezTo>
                    <a:pt x="909" y="2349"/>
                    <a:pt x="893" y="2349"/>
                    <a:pt x="893" y="2332"/>
                  </a:cubicBezTo>
                  <a:cubicBezTo>
                    <a:pt x="808" y="2211"/>
                    <a:pt x="740" y="2094"/>
                    <a:pt x="655" y="1977"/>
                  </a:cubicBezTo>
                  <a:cubicBezTo>
                    <a:pt x="505" y="1775"/>
                    <a:pt x="352" y="1541"/>
                    <a:pt x="202" y="1339"/>
                  </a:cubicBezTo>
                  <a:cubicBezTo>
                    <a:pt x="85" y="1169"/>
                    <a:pt x="33" y="1020"/>
                    <a:pt x="33" y="834"/>
                  </a:cubicBezTo>
                  <a:cubicBezTo>
                    <a:pt x="33" y="765"/>
                    <a:pt x="49" y="717"/>
                    <a:pt x="49" y="648"/>
                  </a:cubicBezTo>
                  <a:cubicBezTo>
                    <a:pt x="69" y="430"/>
                    <a:pt x="69" y="228"/>
                    <a:pt x="33" y="10"/>
                  </a:cubicBezTo>
                  <a:cubicBezTo>
                    <a:pt x="33" y="10"/>
                    <a:pt x="26"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6"/>
            <p:cNvSpPr/>
            <p:nvPr/>
          </p:nvSpPr>
          <p:spPr>
            <a:xfrm>
              <a:off x="1520197" y="2816654"/>
              <a:ext cx="199147" cy="346048"/>
            </a:xfrm>
            <a:custGeom>
              <a:rect b="b" l="l" r="r" t="t"/>
              <a:pathLst>
                <a:path extrusionOk="0" h="3484" w="2005">
                  <a:moveTo>
                    <a:pt x="17" y="1"/>
                  </a:moveTo>
                  <a:lnTo>
                    <a:pt x="17" y="17"/>
                  </a:lnTo>
                  <a:cubicBezTo>
                    <a:pt x="1" y="102"/>
                    <a:pt x="49" y="150"/>
                    <a:pt x="118" y="187"/>
                  </a:cubicBezTo>
                  <a:cubicBezTo>
                    <a:pt x="134" y="203"/>
                    <a:pt x="150" y="219"/>
                    <a:pt x="171" y="235"/>
                  </a:cubicBezTo>
                  <a:cubicBezTo>
                    <a:pt x="272" y="373"/>
                    <a:pt x="389" y="490"/>
                    <a:pt x="490" y="607"/>
                  </a:cubicBezTo>
                  <a:cubicBezTo>
                    <a:pt x="538" y="655"/>
                    <a:pt x="575" y="708"/>
                    <a:pt x="623" y="756"/>
                  </a:cubicBezTo>
                  <a:cubicBezTo>
                    <a:pt x="724" y="878"/>
                    <a:pt x="825" y="995"/>
                    <a:pt x="910" y="1096"/>
                  </a:cubicBezTo>
                  <a:cubicBezTo>
                    <a:pt x="1213" y="1431"/>
                    <a:pt x="1516" y="1786"/>
                    <a:pt x="1803" y="2138"/>
                  </a:cubicBezTo>
                  <a:cubicBezTo>
                    <a:pt x="1819" y="2154"/>
                    <a:pt x="1835" y="2170"/>
                    <a:pt x="1867" y="2190"/>
                  </a:cubicBezTo>
                  <a:cubicBezTo>
                    <a:pt x="1920" y="2239"/>
                    <a:pt x="1968" y="2308"/>
                    <a:pt x="1968" y="2392"/>
                  </a:cubicBezTo>
                  <a:lnTo>
                    <a:pt x="1968" y="2760"/>
                  </a:lnTo>
                  <a:cubicBezTo>
                    <a:pt x="1968" y="2962"/>
                    <a:pt x="1988" y="3180"/>
                    <a:pt x="1936" y="3382"/>
                  </a:cubicBezTo>
                  <a:cubicBezTo>
                    <a:pt x="1936" y="3418"/>
                    <a:pt x="1936" y="3451"/>
                    <a:pt x="1968" y="3483"/>
                  </a:cubicBezTo>
                  <a:lnTo>
                    <a:pt x="1988" y="3483"/>
                  </a:lnTo>
                  <a:cubicBezTo>
                    <a:pt x="2005" y="3467"/>
                    <a:pt x="2005" y="3467"/>
                    <a:pt x="1988" y="3467"/>
                  </a:cubicBezTo>
                  <a:cubicBezTo>
                    <a:pt x="1968" y="3451"/>
                    <a:pt x="1968" y="3418"/>
                    <a:pt x="1968" y="3382"/>
                  </a:cubicBezTo>
                  <a:cubicBezTo>
                    <a:pt x="2005" y="3180"/>
                    <a:pt x="2005" y="2962"/>
                    <a:pt x="2005" y="2760"/>
                  </a:cubicBezTo>
                  <a:cubicBezTo>
                    <a:pt x="1988" y="2643"/>
                    <a:pt x="1988" y="2526"/>
                    <a:pt x="2005" y="2392"/>
                  </a:cubicBezTo>
                  <a:cubicBezTo>
                    <a:pt x="2005" y="2291"/>
                    <a:pt x="1936" y="2223"/>
                    <a:pt x="1887" y="2170"/>
                  </a:cubicBezTo>
                  <a:cubicBezTo>
                    <a:pt x="1867" y="2154"/>
                    <a:pt x="1835" y="2138"/>
                    <a:pt x="1835" y="2122"/>
                  </a:cubicBezTo>
                  <a:cubicBezTo>
                    <a:pt x="1532" y="1766"/>
                    <a:pt x="1229" y="1415"/>
                    <a:pt x="942" y="1080"/>
                  </a:cubicBezTo>
                  <a:cubicBezTo>
                    <a:pt x="841" y="979"/>
                    <a:pt x="740" y="857"/>
                    <a:pt x="639" y="740"/>
                  </a:cubicBezTo>
                  <a:cubicBezTo>
                    <a:pt x="591" y="692"/>
                    <a:pt x="554" y="639"/>
                    <a:pt x="506" y="591"/>
                  </a:cubicBezTo>
                  <a:cubicBezTo>
                    <a:pt x="405" y="474"/>
                    <a:pt x="288" y="336"/>
                    <a:pt x="187" y="219"/>
                  </a:cubicBezTo>
                  <a:cubicBezTo>
                    <a:pt x="171" y="203"/>
                    <a:pt x="150" y="187"/>
                    <a:pt x="134" y="171"/>
                  </a:cubicBezTo>
                  <a:cubicBezTo>
                    <a:pt x="86" y="118"/>
                    <a:pt x="33" y="86"/>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6"/>
            <p:cNvSpPr/>
            <p:nvPr/>
          </p:nvSpPr>
          <p:spPr>
            <a:xfrm>
              <a:off x="1384619" y="1708088"/>
              <a:ext cx="5364" cy="46981"/>
            </a:xfrm>
            <a:custGeom>
              <a:rect b="b" l="l" r="r" t="t"/>
              <a:pathLst>
                <a:path extrusionOk="0" h="473" w="54">
                  <a:moveTo>
                    <a:pt x="21" y="0"/>
                  </a:moveTo>
                  <a:lnTo>
                    <a:pt x="21" y="20"/>
                  </a:lnTo>
                  <a:lnTo>
                    <a:pt x="21" y="186"/>
                  </a:lnTo>
                  <a:cubicBezTo>
                    <a:pt x="1" y="271"/>
                    <a:pt x="1" y="372"/>
                    <a:pt x="21" y="457"/>
                  </a:cubicBezTo>
                  <a:cubicBezTo>
                    <a:pt x="21" y="473"/>
                    <a:pt x="37" y="473"/>
                    <a:pt x="37" y="473"/>
                  </a:cubicBezTo>
                  <a:cubicBezTo>
                    <a:pt x="53" y="473"/>
                    <a:pt x="53" y="473"/>
                    <a:pt x="53" y="457"/>
                  </a:cubicBezTo>
                  <a:cubicBezTo>
                    <a:pt x="37" y="372"/>
                    <a:pt x="37" y="271"/>
                    <a:pt x="37" y="186"/>
                  </a:cubicBezTo>
                  <a:lnTo>
                    <a:pt x="37" y="20"/>
                  </a:lnTo>
                  <a:cubicBezTo>
                    <a:pt x="37" y="0"/>
                    <a:pt x="37"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6"/>
            <p:cNvSpPr/>
            <p:nvPr/>
          </p:nvSpPr>
          <p:spPr>
            <a:xfrm>
              <a:off x="2095190" y="3649296"/>
              <a:ext cx="5364" cy="48669"/>
            </a:xfrm>
            <a:custGeom>
              <a:rect b="b" l="l" r="r" t="t"/>
              <a:pathLst>
                <a:path extrusionOk="0" h="490" w="54">
                  <a:moveTo>
                    <a:pt x="37" y="0"/>
                  </a:moveTo>
                  <a:cubicBezTo>
                    <a:pt x="17" y="85"/>
                    <a:pt x="17" y="170"/>
                    <a:pt x="17" y="235"/>
                  </a:cubicBezTo>
                  <a:cubicBezTo>
                    <a:pt x="17" y="319"/>
                    <a:pt x="17" y="388"/>
                    <a:pt x="1" y="473"/>
                  </a:cubicBezTo>
                  <a:lnTo>
                    <a:pt x="17" y="489"/>
                  </a:lnTo>
                  <a:lnTo>
                    <a:pt x="37" y="473"/>
                  </a:lnTo>
                  <a:cubicBezTo>
                    <a:pt x="53" y="388"/>
                    <a:pt x="53" y="319"/>
                    <a:pt x="53" y="235"/>
                  </a:cubicBezTo>
                  <a:cubicBezTo>
                    <a:pt x="37" y="170"/>
                    <a:pt x="37" y="85"/>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6"/>
            <p:cNvSpPr/>
            <p:nvPr/>
          </p:nvSpPr>
          <p:spPr>
            <a:xfrm>
              <a:off x="852932" y="1198452"/>
              <a:ext cx="364920" cy="337606"/>
            </a:xfrm>
            <a:custGeom>
              <a:rect b="b" l="l" r="r" t="t"/>
              <a:pathLst>
                <a:path extrusionOk="0" h="3399" w="3674">
                  <a:moveTo>
                    <a:pt x="3637" y="1"/>
                  </a:moveTo>
                  <a:cubicBezTo>
                    <a:pt x="3621" y="1"/>
                    <a:pt x="3621" y="1"/>
                    <a:pt x="3621" y="17"/>
                  </a:cubicBezTo>
                  <a:lnTo>
                    <a:pt x="3621" y="251"/>
                  </a:lnTo>
                  <a:cubicBezTo>
                    <a:pt x="3621" y="421"/>
                    <a:pt x="3604" y="607"/>
                    <a:pt x="3621" y="789"/>
                  </a:cubicBezTo>
                  <a:cubicBezTo>
                    <a:pt x="3657" y="1043"/>
                    <a:pt x="3572" y="1193"/>
                    <a:pt x="3318" y="1330"/>
                  </a:cubicBezTo>
                  <a:cubicBezTo>
                    <a:pt x="2562" y="1782"/>
                    <a:pt x="1787" y="2255"/>
                    <a:pt x="1031" y="2728"/>
                  </a:cubicBezTo>
                  <a:cubicBezTo>
                    <a:pt x="760" y="2893"/>
                    <a:pt x="474" y="3063"/>
                    <a:pt x="187" y="3249"/>
                  </a:cubicBezTo>
                  <a:cubicBezTo>
                    <a:pt x="171" y="3249"/>
                    <a:pt x="138" y="3265"/>
                    <a:pt x="122" y="3265"/>
                  </a:cubicBezTo>
                  <a:cubicBezTo>
                    <a:pt x="70" y="3281"/>
                    <a:pt x="21" y="3313"/>
                    <a:pt x="1" y="3382"/>
                  </a:cubicBezTo>
                  <a:cubicBezTo>
                    <a:pt x="1" y="3398"/>
                    <a:pt x="1" y="3398"/>
                    <a:pt x="21" y="3398"/>
                  </a:cubicBezTo>
                  <a:cubicBezTo>
                    <a:pt x="37" y="3334"/>
                    <a:pt x="86" y="3313"/>
                    <a:pt x="138" y="3297"/>
                  </a:cubicBezTo>
                  <a:cubicBezTo>
                    <a:pt x="155" y="3281"/>
                    <a:pt x="171" y="3281"/>
                    <a:pt x="203" y="3265"/>
                  </a:cubicBezTo>
                  <a:cubicBezTo>
                    <a:pt x="474" y="3095"/>
                    <a:pt x="760" y="2909"/>
                    <a:pt x="1047" y="2744"/>
                  </a:cubicBezTo>
                  <a:cubicBezTo>
                    <a:pt x="1803" y="2287"/>
                    <a:pt x="2562" y="1799"/>
                    <a:pt x="3334" y="1362"/>
                  </a:cubicBezTo>
                  <a:cubicBezTo>
                    <a:pt x="3588" y="1213"/>
                    <a:pt x="3673" y="1059"/>
                    <a:pt x="3657" y="772"/>
                  </a:cubicBezTo>
                  <a:cubicBezTo>
                    <a:pt x="3637" y="607"/>
                    <a:pt x="3637" y="421"/>
                    <a:pt x="3637" y="251"/>
                  </a:cubicBezTo>
                  <a:cubicBezTo>
                    <a:pt x="3637" y="167"/>
                    <a:pt x="3657" y="82"/>
                    <a:pt x="3657" y="17"/>
                  </a:cubicBezTo>
                  <a:cubicBezTo>
                    <a:pt x="3657" y="1"/>
                    <a:pt x="3637" y="1"/>
                    <a:pt x="3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6"/>
            <p:cNvSpPr/>
            <p:nvPr/>
          </p:nvSpPr>
          <p:spPr>
            <a:xfrm>
              <a:off x="515525" y="3648104"/>
              <a:ext cx="122070" cy="86313"/>
            </a:xfrm>
            <a:custGeom>
              <a:rect b="b" l="l" r="r" t="t"/>
              <a:pathLst>
                <a:path extrusionOk="0" h="869" w="1229">
                  <a:moveTo>
                    <a:pt x="1174" y="0"/>
                  </a:moveTo>
                  <a:cubicBezTo>
                    <a:pt x="1157" y="0"/>
                    <a:pt x="1136" y="4"/>
                    <a:pt x="1112" y="12"/>
                  </a:cubicBezTo>
                  <a:cubicBezTo>
                    <a:pt x="893" y="81"/>
                    <a:pt x="671" y="146"/>
                    <a:pt x="453" y="214"/>
                  </a:cubicBezTo>
                  <a:cubicBezTo>
                    <a:pt x="336" y="247"/>
                    <a:pt x="219" y="283"/>
                    <a:pt x="85" y="315"/>
                  </a:cubicBezTo>
                  <a:cubicBezTo>
                    <a:pt x="65" y="331"/>
                    <a:pt x="65" y="331"/>
                    <a:pt x="49" y="331"/>
                  </a:cubicBezTo>
                  <a:lnTo>
                    <a:pt x="17" y="331"/>
                  </a:lnTo>
                  <a:cubicBezTo>
                    <a:pt x="17" y="331"/>
                    <a:pt x="1" y="331"/>
                    <a:pt x="1" y="348"/>
                  </a:cubicBezTo>
                  <a:cubicBezTo>
                    <a:pt x="11" y="348"/>
                    <a:pt x="15" y="355"/>
                    <a:pt x="16" y="355"/>
                  </a:cubicBezTo>
                  <a:cubicBezTo>
                    <a:pt x="17" y="355"/>
                    <a:pt x="17" y="353"/>
                    <a:pt x="17" y="348"/>
                  </a:cubicBezTo>
                  <a:lnTo>
                    <a:pt x="85" y="348"/>
                  </a:lnTo>
                  <a:cubicBezTo>
                    <a:pt x="219" y="315"/>
                    <a:pt x="352" y="263"/>
                    <a:pt x="469" y="230"/>
                  </a:cubicBezTo>
                  <a:cubicBezTo>
                    <a:pt x="691" y="182"/>
                    <a:pt x="910" y="113"/>
                    <a:pt x="1112" y="45"/>
                  </a:cubicBezTo>
                  <a:cubicBezTo>
                    <a:pt x="1160" y="28"/>
                    <a:pt x="1176" y="28"/>
                    <a:pt x="1196" y="28"/>
                  </a:cubicBezTo>
                  <a:cubicBezTo>
                    <a:pt x="1213" y="45"/>
                    <a:pt x="1213" y="61"/>
                    <a:pt x="1213" y="97"/>
                  </a:cubicBezTo>
                  <a:lnTo>
                    <a:pt x="1213" y="634"/>
                  </a:lnTo>
                  <a:lnTo>
                    <a:pt x="1213" y="852"/>
                  </a:lnTo>
                  <a:cubicBezTo>
                    <a:pt x="1213" y="869"/>
                    <a:pt x="1213" y="869"/>
                    <a:pt x="1229" y="869"/>
                  </a:cubicBezTo>
                  <a:lnTo>
                    <a:pt x="1229" y="852"/>
                  </a:lnTo>
                  <a:lnTo>
                    <a:pt x="1229" y="634"/>
                  </a:lnTo>
                  <a:lnTo>
                    <a:pt x="1229" y="97"/>
                  </a:lnTo>
                  <a:cubicBezTo>
                    <a:pt x="1229" y="45"/>
                    <a:pt x="1229" y="28"/>
                    <a:pt x="1213" y="12"/>
                  </a:cubicBezTo>
                  <a:cubicBezTo>
                    <a:pt x="1204" y="4"/>
                    <a:pt x="1191"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6"/>
            <p:cNvSpPr/>
            <p:nvPr/>
          </p:nvSpPr>
          <p:spPr>
            <a:xfrm>
              <a:off x="789563" y="3296593"/>
              <a:ext cx="5364" cy="81943"/>
            </a:xfrm>
            <a:custGeom>
              <a:rect b="b" l="l" r="r" t="t"/>
              <a:pathLst>
                <a:path extrusionOk="0" h="825" w="54">
                  <a:moveTo>
                    <a:pt x="1" y="0"/>
                  </a:moveTo>
                  <a:lnTo>
                    <a:pt x="1" y="186"/>
                  </a:lnTo>
                  <a:lnTo>
                    <a:pt x="1" y="671"/>
                  </a:lnTo>
                  <a:lnTo>
                    <a:pt x="1" y="707"/>
                  </a:lnTo>
                  <a:cubicBezTo>
                    <a:pt x="1" y="740"/>
                    <a:pt x="1" y="792"/>
                    <a:pt x="17" y="824"/>
                  </a:cubicBezTo>
                  <a:lnTo>
                    <a:pt x="33" y="824"/>
                  </a:lnTo>
                  <a:cubicBezTo>
                    <a:pt x="53" y="824"/>
                    <a:pt x="53" y="824"/>
                    <a:pt x="33" y="808"/>
                  </a:cubicBezTo>
                  <a:lnTo>
                    <a:pt x="33" y="707"/>
                  </a:lnTo>
                  <a:lnTo>
                    <a:pt x="33" y="671"/>
                  </a:lnTo>
                  <a:lnTo>
                    <a:pt x="33" y="186"/>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6"/>
            <p:cNvSpPr/>
            <p:nvPr/>
          </p:nvSpPr>
          <p:spPr>
            <a:xfrm>
              <a:off x="697687" y="3647707"/>
              <a:ext cx="3278" cy="41816"/>
            </a:xfrm>
            <a:custGeom>
              <a:rect b="b" l="l" r="r" t="t"/>
              <a:pathLst>
                <a:path extrusionOk="0" h="421" w="33">
                  <a:moveTo>
                    <a:pt x="1" y="0"/>
                  </a:moveTo>
                  <a:lnTo>
                    <a:pt x="1" y="16"/>
                  </a:lnTo>
                  <a:cubicBezTo>
                    <a:pt x="17" y="101"/>
                    <a:pt x="17" y="186"/>
                    <a:pt x="17" y="251"/>
                  </a:cubicBezTo>
                  <a:cubicBezTo>
                    <a:pt x="17" y="303"/>
                    <a:pt x="1" y="352"/>
                    <a:pt x="17" y="404"/>
                  </a:cubicBezTo>
                  <a:lnTo>
                    <a:pt x="17" y="420"/>
                  </a:lnTo>
                  <a:cubicBezTo>
                    <a:pt x="33" y="420"/>
                    <a:pt x="33" y="404"/>
                    <a:pt x="33" y="404"/>
                  </a:cubicBezTo>
                  <a:lnTo>
                    <a:pt x="33" y="251"/>
                  </a:lnTo>
                  <a:cubicBezTo>
                    <a:pt x="33" y="166"/>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6"/>
            <p:cNvSpPr/>
            <p:nvPr/>
          </p:nvSpPr>
          <p:spPr>
            <a:xfrm>
              <a:off x="1409946" y="1288738"/>
              <a:ext cx="83532" cy="192293"/>
            </a:xfrm>
            <a:custGeom>
              <a:rect b="b" l="l" r="r" t="t"/>
              <a:pathLst>
                <a:path extrusionOk="0" h="1936" w="841">
                  <a:moveTo>
                    <a:pt x="32" y="1"/>
                  </a:moveTo>
                  <a:cubicBezTo>
                    <a:pt x="0" y="235"/>
                    <a:pt x="16" y="453"/>
                    <a:pt x="16" y="671"/>
                  </a:cubicBezTo>
                  <a:lnTo>
                    <a:pt x="16" y="708"/>
                  </a:lnTo>
                  <a:cubicBezTo>
                    <a:pt x="16" y="756"/>
                    <a:pt x="49" y="772"/>
                    <a:pt x="69" y="789"/>
                  </a:cubicBezTo>
                  <a:cubicBezTo>
                    <a:pt x="186" y="890"/>
                    <a:pt x="271" y="1043"/>
                    <a:pt x="335" y="1176"/>
                  </a:cubicBezTo>
                  <a:cubicBezTo>
                    <a:pt x="388" y="1277"/>
                    <a:pt x="452" y="1378"/>
                    <a:pt x="521" y="1463"/>
                  </a:cubicBezTo>
                  <a:cubicBezTo>
                    <a:pt x="574" y="1516"/>
                    <a:pt x="606" y="1597"/>
                    <a:pt x="638" y="1665"/>
                  </a:cubicBezTo>
                  <a:cubicBezTo>
                    <a:pt x="691" y="1766"/>
                    <a:pt x="739" y="1867"/>
                    <a:pt x="824" y="1936"/>
                  </a:cubicBezTo>
                  <a:lnTo>
                    <a:pt x="840" y="1936"/>
                  </a:lnTo>
                  <a:lnTo>
                    <a:pt x="840" y="1920"/>
                  </a:lnTo>
                  <a:cubicBezTo>
                    <a:pt x="755" y="1851"/>
                    <a:pt x="707" y="1750"/>
                    <a:pt x="654" y="1649"/>
                  </a:cubicBezTo>
                  <a:cubicBezTo>
                    <a:pt x="622" y="1580"/>
                    <a:pt x="590" y="1516"/>
                    <a:pt x="537" y="1447"/>
                  </a:cubicBezTo>
                  <a:cubicBezTo>
                    <a:pt x="473" y="1362"/>
                    <a:pt x="420" y="1261"/>
                    <a:pt x="372" y="1160"/>
                  </a:cubicBezTo>
                  <a:cubicBezTo>
                    <a:pt x="287" y="1027"/>
                    <a:pt x="202" y="873"/>
                    <a:pt x="85" y="772"/>
                  </a:cubicBezTo>
                  <a:cubicBezTo>
                    <a:pt x="69" y="756"/>
                    <a:pt x="49" y="740"/>
                    <a:pt x="49" y="708"/>
                  </a:cubicBezTo>
                  <a:lnTo>
                    <a:pt x="49" y="671"/>
                  </a:lnTo>
                  <a:cubicBezTo>
                    <a:pt x="32" y="453"/>
                    <a:pt x="32" y="235"/>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6"/>
            <p:cNvSpPr/>
            <p:nvPr/>
          </p:nvSpPr>
          <p:spPr>
            <a:xfrm>
              <a:off x="1520197" y="3167073"/>
              <a:ext cx="180672" cy="281686"/>
            </a:xfrm>
            <a:custGeom>
              <a:rect b="b" l="l" r="r" t="t"/>
              <a:pathLst>
                <a:path extrusionOk="0" h="2836" w="1819">
                  <a:moveTo>
                    <a:pt x="64" y="0"/>
                  </a:moveTo>
                  <a:cubicBezTo>
                    <a:pt x="58" y="0"/>
                    <a:pt x="49" y="8"/>
                    <a:pt x="49" y="8"/>
                  </a:cubicBezTo>
                  <a:cubicBezTo>
                    <a:pt x="1" y="157"/>
                    <a:pt x="1" y="258"/>
                    <a:pt x="150" y="379"/>
                  </a:cubicBezTo>
                  <a:cubicBezTo>
                    <a:pt x="352" y="561"/>
                    <a:pt x="538" y="747"/>
                    <a:pt x="724" y="949"/>
                  </a:cubicBezTo>
                  <a:cubicBezTo>
                    <a:pt x="793" y="1018"/>
                    <a:pt x="857" y="1086"/>
                    <a:pt x="926" y="1151"/>
                  </a:cubicBezTo>
                  <a:cubicBezTo>
                    <a:pt x="1027" y="1252"/>
                    <a:pt x="1128" y="1353"/>
                    <a:pt x="1213" y="1454"/>
                  </a:cubicBezTo>
                  <a:cubicBezTo>
                    <a:pt x="1399" y="1623"/>
                    <a:pt x="1564" y="1809"/>
                    <a:pt x="1750" y="1975"/>
                  </a:cubicBezTo>
                  <a:cubicBezTo>
                    <a:pt x="1786" y="2011"/>
                    <a:pt x="1803" y="2027"/>
                    <a:pt x="1803" y="2060"/>
                  </a:cubicBezTo>
                  <a:lnTo>
                    <a:pt x="1803" y="2751"/>
                  </a:lnTo>
                  <a:cubicBezTo>
                    <a:pt x="1803" y="2767"/>
                    <a:pt x="1786" y="2783"/>
                    <a:pt x="1786" y="2803"/>
                  </a:cubicBezTo>
                  <a:cubicBezTo>
                    <a:pt x="1766" y="2803"/>
                    <a:pt x="1766" y="2819"/>
                    <a:pt x="1766" y="2819"/>
                  </a:cubicBezTo>
                  <a:lnTo>
                    <a:pt x="1766" y="2835"/>
                  </a:lnTo>
                  <a:lnTo>
                    <a:pt x="1803" y="2835"/>
                  </a:lnTo>
                  <a:lnTo>
                    <a:pt x="1803" y="2819"/>
                  </a:lnTo>
                  <a:cubicBezTo>
                    <a:pt x="1819" y="2803"/>
                    <a:pt x="1819" y="2767"/>
                    <a:pt x="1819" y="2751"/>
                  </a:cubicBezTo>
                  <a:lnTo>
                    <a:pt x="1819" y="2060"/>
                  </a:lnTo>
                  <a:cubicBezTo>
                    <a:pt x="1819" y="2027"/>
                    <a:pt x="1803" y="1995"/>
                    <a:pt x="1766" y="1959"/>
                  </a:cubicBezTo>
                  <a:cubicBezTo>
                    <a:pt x="1585" y="1793"/>
                    <a:pt x="1415" y="1607"/>
                    <a:pt x="1245" y="1422"/>
                  </a:cubicBezTo>
                  <a:cubicBezTo>
                    <a:pt x="1144" y="1337"/>
                    <a:pt x="1043" y="1236"/>
                    <a:pt x="958" y="1135"/>
                  </a:cubicBezTo>
                  <a:cubicBezTo>
                    <a:pt x="878" y="1066"/>
                    <a:pt x="809" y="1001"/>
                    <a:pt x="740" y="933"/>
                  </a:cubicBezTo>
                  <a:cubicBezTo>
                    <a:pt x="554" y="731"/>
                    <a:pt x="373" y="529"/>
                    <a:pt x="171" y="359"/>
                  </a:cubicBezTo>
                  <a:cubicBezTo>
                    <a:pt x="33" y="242"/>
                    <a:pt x="33" y="157"/>
                    <a:pt x="86" y="24"/>
                  </a:cubicBezTo>
                  <a:cubicBezTo>
                    <a:pt x="86" y="8"/>
                    <a:pt x="70" y="8"/>
                    <a:pt x="70" y="8"/>
                  </a:cubicBezTo>
                  <a:cubicBezTo>
                    <a:pt x="70" y="2"/>
                    <a:pt x="67"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6"/>
            <p:cNvSpPr/>
            <p:nvPr/>
          </p:nvSpPr>
          <p:spPr>
            <a:xfrm>
              <a:off x="1133823" y="3004081"/>
              <a:ext cx="6953" cy="96743"/>
            </a:xfrm>
            <a:custGeom>
              <a:rect b="b" l="l" r="r" t="t"/>
              <a:pathLst>
                <a:path extrusionOk="0" h="974" w="70">
                  <a:moveTo>
                    <a:pt x="1" y="0"/>
                  </a:moveTo>
                  <a:lnTo>
                    <a:pt x="1" y="17"/>
                  </a:lnTo>
                  <a:cubicBezTo>
                    <a:pt x="21" y="81"/>
                    <a:pt x="21" y="150"/>
                    <a:pt x="21" y="202"/>
                  </a:cubicBezTo>
                  <a:lnTo>
                    <a:pt x="21" y="788"/>
                  </a:lnTo>
                  <a:lnTo>
                    <a:pt x="21" y="825"/>
                  </a:lnTo>
                  <a:lnTo>
                    <a:pt x="21" y="857"/>
                  </a:lnTo>
                  <a:cubicBezTo>
                    <a:pt x="21" y="889"/>
                    <a:pt x="21" y="942"/>
                    <a:pt x="53" y="974"/>
                  </a:cubicBezTo>
                  <a:lnTo>
                    <a:pt x="69" y="974"/>
                  </a:lnTo>
                  <a:lnTo>
                    <a:pt x="69" y="958"/>
                  </a:lnTo>
                  <a:cubicBezTo>
                    <a:pt x="53" y="926"/>
                    <a:pt x="53" y="889"/>
                    <a:pt x="53" y="857"/>
                  </a:cubicBezTo>
                  <a:lnTo>
                    <a:pt x="53" y="825"/>
                  </a:lnTo>
                  <a:lnTo>
                    <a:pt x="53" y="788"/>
                  </a:lnTo>
                  <a:lnTo>
                    <a:pt x="53" y="202"/>
                  </a:lnTo>
                  <a:cubicBezTo>
                    <a:pt x="53" y="150"/>
                    <a:pt x="53" y="81"/>
                    <a:pt x="21" y="17"/>
                  </a:cubicBezTo>
                  <a:cubicBezTo>
                    <a:pt x="21" y="0"/>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6"/>
            <p:cNvSpPr/>
            <p:nvPr/>
          </p:nvSpPr>
          <p:spPr>
            <a:xfrm>
              <a:off x="2028642" y="2900187"/>
              <a:ext cx="4867" cy="48570"/>
            </a:xfrm>
            <a:custGeom>
              <a:rect b="b" l="l" r="r" t="t"/>
              <a:pathLst>
                <a:path extrusionOk="0" h="489" w="49">
                  <a:moveTo>
                    <a:pt x="33" y="0"/>
                  </a:moveTo>
                  <a:cubicBezTo>
                    <a:pt x="0" y="85"/>
                    <a:pt x="16" y="170"/>
                    <a:pt x="16" y="239"/>
                  </a:cubicBezTo>
                  <a:cubicBezTo>
                    <a:pt x="16" y="319"/>
                    <a:pt x="16" y="388"/>
                    <a:pt x="0" y="473"/>
                  </a:cubicBezTo>
                  <a:cubicBezTo>
                    <a:pt x="0" y="473"/>
                    <a:pt x="0" y="489"/>
                    <a:pt x="16" y="489"/>
                  </a:cubicBezTo>
                  <a:lnTo>
                    <a:pt x="33" y="473"/>
                  </a:lnTo>
                  <a:cubicBezTo>
                    <a:pt x="49" y="388"/>
                    <a:pt x="49" y="319"/>
                    <a:pt x="33" y="239"/>
                  </a:cubicBezTo>
                  <a:cubicBezTo>
                    <a:pt x="33" y="170"/>
                    <a:pt x="33" y="85"/>
                    <a:pt x="49"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6"/>
            <p:cNvSpPr/>
            <p:nvPr/>
          </p:nvSpPr>
          <p:spPr>
            <a:xfrm>
              <a:off x="1525064" y="1604591"/>
              <a:ext cx="200736" cy="444678"/>
            </a:xfrm>
            <a:custGeom>
              <a:rect b="b" l="l" r="r" t="t"/>
              <a:pathLst>
                <a:path extrusionOk="0" h="4477" w="2021">
                  <a:moveTo>
                    <a:pt x="37" y="0"/>
                  </a:moveTo>
                  <a:cubicBezTo>
                    <a:pt x="0" y="53"/>
                    <a:pt x="0" y="85"/>
                    <a:pt x="0" y="133"/>
                  </a:cubicBezTo>
                  <a:lnTo>
                    <a:pt x="0" y="170"/>
                  </a:lnTo>
                  <a:lnTo>
                    <a:pt x="0" y="707"/>
                  </a:lnTo>
                  <a:lnTo>
                    <a:pt x="0" y="1127"/>
                  </a:lnTo>
                  <a:cubicBezTo>
                    <a:pt x="0" y="1196"/>
                    <a:pt x="21" y="1244"/>
                    <a:pt x="53" y="1313"/>
                  </a:cubicBezTo>
                  <a:cubicBezTo>
                    <a:pt x="154" y="1466"/>
                    <a:pt x="255" y="1616"/>
                    <a:pt x="340" y="1769"/>
                  </a:cubicBezTo>
                  <a:cubicBezTo>
                    <a:pt x="526" y="2052"/>
                    <a:pt x="691" y="2339"/>
                    <a:pt x="877" y="2626"/>
                  </a:cubicBezTo>
                  <a:cubicBezTo>
                    <a:pt x="994" y="2796"/>
                    <a:pt x="1111" y="2981"/>
                    <a:pt x="1212" y="3163"/>
                  </a:cubicBezTo>
                  <a:cubicBezTo>
                    <a:pt x="1350" y="3365"/>
                    <a:pt x="1467" y="3587"/>
                    <a:pt x="1600" y="3769"/>
                  </a:cubicBezTo>
                  <a:cubicBezTo>
                    <a:pt x="1637" y="3822"/>
                    <a:pt x="1669" y="3870"/>
                    <a:pt x="1685" y="3923"/>
                  </a:cubicBezTo>
                  <a:cubicBezTo>
                    <a:pt x="1754" y="4040"/>
                    <a:pt x="1818" y="4157"/>
                    <a:pt x="1919" y="4242"/>
                  </a:cubicBezTo>
                  <a:cubicBezTo>
                    <a:pt x="1972" y="4294"/>
                    <a:pt x="1988" y="4395"/>
                    <a:pt x="1972" y="4460"/>
                  </a:cubicBezTo>
                  <a:cubicBezTo>
                    <a:pt x="1972" y="4460"/>
                    <a:pt x="1972" y="4476"/>
                    <a:pt x="1988" y="4476"/>
                  </a:cubicBezTo>
                  <a:cubicBezTo>
                    <a:pt x="1988" y="4476"/>
                    <a:pt x="2004" y="4476"/>
                    <a:pt x="2004" y="4460"/>
                  </a:cubicBezTo>
                  <a:cubicBezTo>
                    <a:pt x="2020" y="4359"/>
                    <a:pt x="1988" y="4274"/>
                    <a:pt x="1939" y="4226"/>
                  </a:cubicBezTo>
                  <a:cubicBezTo>
                    <a:pt x="1838" y="4141"/>
                    <a:pt x="1770" y="4024"/>
                    <a:pt x="1717" y="3923"/>
                  </a:cubicBezTo>
                  <a:cubicBezTo>
                    <a:pt x="1685" y="3870"/>
                    <a:pt x="1653" y="3805"/>
                    <a:pt x="1616" y="3769"/>
                  </a:cubicBezTo>
                  <a:cubicBezTo>
                    <a:pt x="1499" y="3567"/>
                    <a:pt x="1366" y="3349"/>
                    <a:pt x="1249" y="3147"/>
                  </a:cubicBezTo>
                  <a:cubicBezTo>
                    <a:pt x="1132" y="2981"/>
                    <a:pt x="1031" y="2779"/>
                    <a:pt x="909" y="2610"/>
                  </a:cubicBezTo>
                  <a:cubicBezTo>
                    <a:pt x="728" y="2323"/>
                    <a:pt x="542" y="2036"/>
                    <a:pt x="372" y="1749"/>
                  </a:cubicBezTo>
                  <a:cubicBezTo>
                    <a:pt x="271" y="1600"/>
                    <a:pt x="170" y="1446"/>
                    <a:pt x="85" y="1297"/>
                  </a:cubicBezTo>
                  <a:cubicBezTo>
                    <a:pt x="37" y="1244"/>
                    <a:pt x="37" y="1196"/>
                    <a:pt x="37" y="1127"/>
                  </a:cubicBezTo>
                  <a:lnTo>
                    <a:pt x="37" y="707"/>
                  </a:lnTo>
                  <a:lnTo>
                    <a:pt x="37" y="170"/>
                  </a:lnTo>
                  <a:lnTo>
                    <a:pt x="37" y="133"/>
                  </a:lnTo>
                  <a:cubicBezTo>
                    <a:pt x="21" y="101"/>
                    <a:pt x="21" y="53"/>
                    <a:pt x="53" y="32"/>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6"/>
            <p:cNvSpPr/>
            <p:nvPr/>
          </p:nvSpPr>
          <p:spPr>
            <a:xfrm>
              <a:off x="849753" y="2262918"/>
              <a:ext cx="364423" cy="279799"/>
            </a:xfrm>
            <a:custGeom>
              <a:rect b="b" l="l" r="r" t="t"/>
              <a:pathLst>
                <a:path extrusionOk="0" h="2817" w="3669">
                  <a:moveTo>
                    <a:pt x="3583" y="1"/>
                  </a:moveTo>
                  <a:cubicBezTo>
                    <a:pt x="3529" y="1"/>
                    <a:pt x="3480" y="27"/>
                    <a:pt x="3451" y="54"/>
                  </a:cubicBezTo>
                  <a:cubicBezTo>
                    <a:pt x="3434" y="54"/>
                    <a:pt x="3418" y="70"/>
                    <a:pt x="3386" y="90"/>
                  </a:cubicBezTo>
                  <a:cubicBezTo>
                    <a:pt x="2493" y="510"/>
                    <a:pt x="1568" y="946"/>
                    <a:pt x="675" y="1367"/>
                  </a:cubicBezTo>
                  <a:lnTo>
                    <a:pt x="372" y="1520"/>
                  </a:lnTo>
                  <a:cubicBezTo>
                    <a:pt x="356" y="1520"/>
                    <a:pt x="356" y="1520"/>
                    <a:pt x="356" y="1536"/>
                  </a:cubicBezTo>
                  <a:lnTo>
                    <a:pt x="336" y="1536"/>
                  </a:lnTo>
                  <a:cubicBezTo>
                    <a:pt x="102" y="1585"/>
                    <a:pt x="1" y="1722"/>
                    <a:pt x="33" y="1989"/>
                  </a:cubicBezTo>
                  <a:lnTo>
                    <a:pt x="33" y="2461"/>
                  </a:lnTo>
                  <a:cubicBezTo>
                    <a:pt x="17" y="2530"/>
                    <a:pt x="17" y="2595"/>
                    <a:pt x="17" y="2663"/>
                  </a:cubicBezTo>
                  <a:lnTo>
                    <a:pt x="17" y="2696"/>
                  </a:lnTo>
                  <a:cubicBezTo>
                    <a:pt x="17" y="2732"/>
                    <a:pt x="17" y="2780"/>
                    <a:pt x="33" y="2817"/>
                  </a:cubicBezTo>
                  <a:lnTo>
                    <a:pt x="53" y="2817"/>
                  </a:lnTo>
                  <a:cubicBezTo>
                    <a:pt x="53" y="2817"/>
                    <a:pt x="69" y="2797"/>
                    <a:pt x="53" y="2797"/>
                  </a:cubicBezTo>
                  <a:cubicBezTo>
                    <a:pt x="33" y="2764"/>
                    <a:pt x="53" y="2732"/>
                    <a:pt x="53" y="2696"/>
                  </a:cubicBezTo>
                  <a:lnTo>
                    <a:pt x="53" y="2663"/>
                  </a:lnTo>
                  <a:lnTo>
                    <a:pt x="53" y="2461"/>
                  </a:lnTo>
                  <a:cubicBezTo>
                    <a:pt x="69" y="2312"/>
                    <a:pt x="69" y="2142"/>
                    <a:pt x="53" y="1989"/>
                  </a:cubicBezTo>
                  <a:cubicBezTo>
                    <a:pt x="33" y="1738"/>
                    <a:pt x="118" y="1605"/>
                    <a:pt x="336" y="1569"/>
                  </a:cubicBezTo>
                  <a:lnTo>
                    <a:pt x="372" y="1536"/>
                  </a:lnTo>
                  <a:lnTo>
                    <a:pt x="691" y="1383"/>
                  </a:lnTo>
                  <a:cubicBezTo>
                    <a:pt x="1584" y="963"/>
                    <a:pt x="2493" y="526"/>
                    <a:pt x="3402" y="106"/>
                  </a:cubicBezTo>
                  <a:cubicBezTo>
                    <a:pt x="3418" y="90"/>
                    <a:pt x="3434" y="90"/>
                    <a:pt x="3451" y="70"/>
                  </a:cubicBezTo>
                  <a:cubicBezTo>
                    <a:pt x="3503" y="38"/>
                    <a:pt x="3552" y="21"/>
                    <a:pt x="3604" y="21"/>
                  </a:cubicBezTo>
                  <a:cubicBezTo>
                    <a:pt x="3636" y="207"/>
                    <a:pt x="3636" y="223"/>
                    <a:pt x="3467" y="292"/>
                  </a:cubicBezTo>
                  <a:cubicBezTo>
                    <a:pt x="3350" y="357"/>
                    <a:pt x="3216" y="409"/>
                    <a:pt x="3083" y="474"/>
                  </a:cubicBezTo>
                  <a:cubicBezTo>
                    <a:pt x="2946" y="542"/>
                    <a:pt x="2796" y="611"/>
                    <a:pt x="2659" y="676"/>
                  </a:cubicBezTo>
                  <a:cubicBezTo>
                    <a:pt x="2542" y="728"/>
                    <a:pt x="2408" y="797"/>
                    <a:pt x="2291" y="862"/>
                  </a:cubicBezTo>
                  <a:cubicBezTo>
                    <a:pt x="2138" y="930"/>
                    <a:pt x="1988" y="1015"/>
                    <a:pt x="1835" y="1080"/>
                  </a:cubicBezTo>
                  <a:cubicBezTo>
                    <a:pt x="1516" y="1233"/>
                    <a:pt x="1196" y="1383"/>
                    <a:pt x="877" y="1520"/>
                  </a:cubicBezTo>
                  <a:cubicBezTo>
                    <a:pt x="691" y="1621"/>
                    <a:pt x="489" y="1706"/>
                    <a:pt x="304" y="1787"/>
                  </a:cubicBezTo>
                  <a:cubicBezTo>
                    <a:pt x="235" y="1823"/>
                    <a:pt x="203" y="1872"/>
                    <a:pt x="203" y="1956"/>
                  </a:cubicBezTo>
                  <a:lnTo>
                    <a:pt x="203" y="2259"/>
                  </a:lnTo>
                  <a:lnTo>
                    <a:pt x="203" y="2514"/>
                  </a:lnTo>
                  <a:lnTo>
                    <a:pt x="203" y="2562"/>
                  </a:lnTo>
                  <a:cubicBezTo>
                    <a:pt x="203" y="2615"/>
                    <a:pt x="203" y="2663"/>
                    <a:pt x="235" y="2716"/>
                  </a:cubicBezTo>
                  <a:lnTo>
                    <a:pt x="255" y="2716"/>
                  </a:lnTo>
                  <a:lnTo>
                    <a:pt x="255" y="2696"/>
                  </a:lnTo>
                  <a:cubicBezTo>
                    <a:pt x="219" y="2663"/>
                    <a:pt x="235" y="2615"/>
                    <a:pt x="235" y="2562"/>
                  </a:cubicBezTo>
                  <a:lnTo>
                    <a:pt x="235" y="2514"/>
                  </a:lnTo>
                  <a:lnTo>
                    <a:pt x="235" y="2259"/>
                  </a:lnTo>
                  <a:lnTo>
                    <a:pt x="235" y="1956"/>
                  </a:lnTo>
                  <a:cubicBezTo>
                    <a:pt x="235" y="1888"/>
                    <a:pt x="255" y="1839"/>
                    <a:pt x="304" y="1823"/>
                  </a:cubicBezTo>
                  <a:cubicBezTo>
                    <a:pt x="506" y="1722"/>
                    <a:pt x="691" y="1637"/>
                    <a:pt x="893" y="1552"/>
                  </a:cubicBezTo>
                  <a:cubicBezTo>
                    <a:pt x="1213" y="1403"/>
                    <a:pt x="1532" y="1249"/>
                    <a:pt x="1851" y="1100"/>
                  </a:cubicBezTo>
                  <a:cubicBezTo>
                    <a:pt x="2004" y="1031"/>
                    <a:pt x="2154" y="946"/>
                    <a:pt x="2307" y="878"/>
                  </a:cubicBezTo>
                  <a:cubicBezTo>
                    <a:pt x="2424" y="813"/>
                    <a:pt x="2542" y="761"/>
                    <a:pt x="2679" y="696"/>
                  </a:cubicBezTo>
                  <a:cubicBezTo>
                    <a:pt x="2812" y="627"/>
                    <a:pt x="2962" y="559"/>
                    <a:pt x="3099" y="494"/>
                  </a:cubicBezTo>
                  <a:cubicBezTo>
                    <a:pt x="3216" y="441"/>
                    <a:pt x="3350" y="373"/>
                    <a:pt x="3487" y="324"/>
                  </a:cubicBezTo>
                  <a:cubicBezTo>
                    <a:pt x="3653" y="240"/>
                    <a:pt x="3669" y="223"/>
                    <a:pt x="3620" y="21"/>
                  </a:cubicBezTo>
                  <a:lnTo>
                    <a:pt x="3620" y="5"/>
                  </a:lnTo>
                  <a:cubicBezTo>
                    <a:pt x="3608" y="2"/>
                    <a:pt x="3595" y="1"/>
                    <a:pt x="3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6"/>
            <p:cNvSpPr/>
            <p:nvPr/>
          </p:nvSpPr>
          <p:spPr>
            <a:xfrm>
              <a:off x="751024" y="2042714"/>
              <a:ext cx="5364" cy="46583"/>
            </a:xfrm>
            <a:custGeom>
              <a:rect b="b" l="l" r="r" t="t"/>
              <a:pathLst>
                <a:path extrusionOk="0" h="469" w="54">
                  <a:moveTo>
                    <a:pt x="37" y="0"/>
                  </a:moveTo>
                  <a:lnTo>
                    <a:pt x="37" y="17"/>
                  </a:lnTo>
                  <a:cubicBezTo>
                    <a:pt x="1" y="166"/>
                    <a:pt x="1" y="320"/>
                    <a:pt x="37" y="453"/>
                  </a:cubicBezTo>
                  <a:lnTo>
                    <a:pt x="37" y="469"/>
                  </a:lnTo>
                  <a:cubicBezTo>
                    <a:pt x="53" y="469"/>
                    <a:pt x="53" y="453"/>
                    <a:pt x="53" y="453"/>
                  </a:cubicBezTo>
                  <a:cubicBezTo>
                    <a:pt x="37" y="320"/>
                    <a:pt x="37" y="166"/>
                    <a:pt x="53" y="17"/>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6"/>
            <p:cNvSpPr/>
            <p:nvPr/>
          </p:nvSpPr>
          <p:spPr>
            <a:xfrm>
              <a:off x="2006592" y="2873667"/>
              <a:ext cx="5264" cy="48272"/>
            </a:xfrm>
            <a:custGeom>
              <a:rect b="b" l="l" r="r" t="t"/>
              <a:pathLst>
                <a:path extrusionOk="0" h="486" w="53">
                  <a:moveTo>
                    <a:pt x="36" y="1"/>
                  </a:moveTo>
                  <a:cubicBezTo>
                    <a:pt x="20" y="81"/>
                    <a:pt x="20" y="166"/>
                    <a:pt x="20" y="235"/>
                  </a:cubicBezTo>
                  <a:cubicBezTo>
                    <a:pt x="20" y="320"/>
                    <a:pt x="20" y="384"/>
                    <a:pt x="0" y="469"/>
                  </a:cubicBezTo>
                  <a:lnTo>
                    <a:pt x="20" y="485"/>
                  </a:lnTo>
                  <a:lnTo>
                    <a:pt x="36" y="469"/>
                  </a:lnTo>
                  <a:cubicBezTo>
                    <a:pt x="53" y="384"/>
                    <a:pt x="53" y="320"/>
                    <a:pt x="53" y="235"/>
                  </a:cubicBezTo>
                  <a:cubicBezTo>
                    <a:pt x="36" y="166"/>
                    <a:pt x="36" y="81"/>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6"/>
            <p:cNvSpPr/>
            <p:nvPr/>
          </p:nvSpPr>
          <p:spPr>
            <a:xfrm>
              <a:off x="672458" y="1751791"/>
              <a:ext cx="144121" cy="207192"/>
            </a:xfrm>
            <a:custGeom>
              <a:rect b="b" l="l" r="r" t="t"/>
              <a:pathLst>
                <a:path extrusionOk="0" h="2086" w="1451">
                  <a:moveTo>
                    <a:pt x="1434" y="1"/>
                  </a:moveTo>
                  <a:cubicBezTo>
                    <a:pt x="1414" y="33"/>
                    <a:pt x="1398" y="33"/>
                    <a:pt x="1366" y="49"/>
                  </a:cubicBezTo>
                  <a:cubicBezTo>
                    <a:pt x="1349" y="49"/>
                    <a:pt x="1333" y="65"/>
                    <a:pt x="1333" y="65"/>
                  </a:cubicBezTo>
                  <a:cubicBezTo>
                    <a:pt x="1131" y="186"/>
                    <a:pt x="909" y="304"/>
                    <a:pt x="707" y="421"/>
                  </a:cubicBezTo>
                  <a:cubicBezTo>
                    <a:pt x="505" y="538"/>
                    <a:pt x="287" y="671"/>
                    <a:pt x="69" y="792"/>
                  </a:cubicBezTo>
                  <a:cubicBezTo>
                    <a:pt x="20" y="809"/>
                    <a:pt x="0" y="825"/>
                    <a:pt x="0" y="893"/>
                  </a:cubicBezTo>
                  <a:lnTo>
                    <a:pt x="0" y="1362"/>
                  </a:lnTo>
                  <a:lnTo>
                    <a:pt x="0" y="2037"/>
                  </a:lnTo>
                  <a:cubicBezTo>
                    <a:pt x="0" y="2053"/>
                    <a:pt x="0" y="2053"/>
                    <a:pt x="20" y="2069"/>
                  </a:cubicBezTo>
                  <a:lnTo>
                    <a:pt x="20" y="2085"/>
                  </a:lnTo>
                  <a:lnTo>
                    <a:pt x="37" y="2085"/>
                  </a:lnTo>
                  <a:cubicBezTo>
                    <a:pt x="53" y="2085"/>
                    <a:pt x="53" y="2069"/>
                    <a:pt x="53" y="2069"/>
                  </a:cubicBezTo>
                  <a:lnTo>
                    <a:pt x="37" y="2053"/>
                  </a:lnTo>
                  <a:lnTo>
                    <a:pt x="20" y="2037"/>
                  </a:lnTo>
                  <a:lnTo>
                    <a:pt x="20" y="1362"/>
                  </a:lnTo>
                  <a:lnTo>
                    <a:pt x="20" y="893"/>
                  </a:lnTo>
                  <a:cubicBezTo>
                    <a:pt x="20" y="841"/>
                    <a:pt x="37" y="841"/>
                    <a:pt x="69" y="825"/>
                  </a:cubicBezTo>
                  <a:lnTo>
                    <a:pt x="85" y="809"/>
                  </a:lnTo>
                  <a:cubicBezTo>
                    <a:pt x="287" y="691"/>
                    <a:pt x="505" y="570"/>
                    <a:pt x="727" y="437"/>
                  </a:cubicBezTo>
                  <a:cubicBezTo>
                    <a:pt x="929" y="320"/>
                    <a:pt x="1131" y="203"/>
                    <a:pt x="1333" y="85"/>
                  </a:cubicBezTo>
                  <a:lnTo>
                    <a:pt x="1382" y="85"/>
                  </a:lnTo>
                  <a:cubicBezTo>
                    <a:pt x="1398" y="65"/>
                    <a:pt x="1434" y="49"/>
                    <a:pt x="1450" y="17"/>
                  </a:cubicBezTo>
                  <a:lnTo>
                    <a:pt x="1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6"/>
            <p:cNvSpPr/>
            <p:nvPr/>
          </p:nvSpPr>
          <p:spPr>
            <a:xfrm>
              <a:off x="1521886" y="1766690"/>
              <a:ext cx="202325" cy="429779"/>
            </a:xfrm>
            <a:custGeom>
              <a:rect b="b" l="l" r="r" t="t"/>
              <a:pathLst>
                <a:path extrusionOk="0" h="4327" w="2037">
                  <a:moveTo>
                    <a:pt x="16" y="0"/>
                  </a:moveTo>
                  <a:lnTo>
                    <a:pt x="0" y="16"/>
                  </a:lnTo>
                  <a:cubicBezTo>
                    <a:pt x="16" y="117"/>
                    <a:pt x="69" y="186"/>
                    <a:pt x="117" y="271"/>
                  </a:cubicBezTo>
                  <a:cubicBezTo>
                    <a:pt x="133" y="287"/>
                    <a:pt x="154" y="303"/>
                    <a:pt x="170" y="339"/>
                  </a:cubicBezTo>
                  <a:cubicBezTo>
                    <a:pt x="319" y="574"/>
                    <a:pt x="473" y="808"/>
                    <a:pt x="622" y="1046"/>
                  </a:cubicBezTo>
                  <a:cubicBezTo>
                    <a:pt x="962" y="1567"/>
                    <a:pt x="1313" y="2121"/>
                    <a:pt x="1648" y="2642"/>
                  </a:cubicBezTo>
                  <a:cubicBezTo>
                    <a:pt x="1685" y="2711"/>
                    <a:pt x="1717" y="2763"/>
                    <a:pt x="1749" y="2812"/>
                  </a:cubicBezTo>
                  <a:cubicBezTo>
                    <a:pt x="1850" y="2929"/>
                    <a:pt x="1935" y="3066"/>
                    <a:pt x="1971" y="3216"/>
                  </a:cubicBezTo>
                  <a:cubicBezTo>
                    <a:pt x="2004" y="3349"/>
                    <a:pt x="1988" y="3486"/>
                    <a:pt x="1988" y="3636"/>
                  </a:cubicBezTo>
                  <a:lnTo>
                    <a:pt x="1988" y="3789"/>
                  </a:lnTo>
                  <a:cubicBezTo>
                    <a:pt x="1971" y="3838"/>
                    <a:pt x="1988" y="3906"/>
                    <a:pt x="1988" y="3955"/>
                  </a:cubicBezTo>
                  <a:cubicBezTo>
                    <a:pt x="1988" y="4076"/>
                    <a:pt x="1988" y="4193"/>
                    <a:pt x="1971" y="4310"/>
                  </a:cubicBezTo>
                  <a:lnTo>
                    <a:pt x="1971" y="4327"/>
                  </a:lnTo>
                  <a:lnTo>
                    <a:pt x="1988" y="4327"/>
                  </a:lnTo>
                  <a:lnTo>
                    <a:pt x="1988" y="4310"/>
                  </a:lnTo>
                  <a:cubicBezTo>
                    <a:pt x="2020" y="4193"/>
                    <a:pt x="2004" y="4076"/>
                    <a:pt x="2004" y="3955"/>
                  </a:cubicBezTo>
                  <a:lnTo>
                    <a:pt x="2004" y="3789"/>
                  </a:lnTo>
                  <a:cubicBezTo>
                    <a:pt x="2004" y="3737"/>
                    <a:pt x="2004" y="3688"/>
                    <a:pt x="2020" y="3636"/>
                  </a:cubicBezTo>
                  <a:cubicBezTo>
                    <a:pt x="2020" y="3486"/>
                    <a:pt x="2036" y="3349"/>
                    <a:pt x="2004" y="3200"/>
                  </a:cubicBezTo>
                  <a:cubicBezTo>
                    <a:pt x="1971" y="3046"/>
                    <a:pt x="1870" y="2929"/>
                    <a:pt x="1769" y="2796"/>
                  </a:cubicBezTo>
                  <a:cubicBezTo>
                    <a:pt x="1733" y="2743"/>
                    <a:pt x="1701" y="2695"/>
                    <a:pt x="1669" y="2642"/>
                  </a:cubicBezTo>
                  <a:cubicBezTo>
                    <a:pt x="1329" y="2105"/>
                    <a:pt x="978" y="1567"/>
                    <a:pt x="659" y="1046"/>
                  </a:cubicBezTo>
                  <a:cubicBezTo>
                    <a:pt x="505" y="792"/>
                    <a:pt x="356" y="558"/>
                    <a:pt x="202" y="319"/>
                  </a:cubicBezTo>
                  <a:cubicBezTo>
                    <a:pt x="186" y="303"/>
                    <a:pt x="154" y="271"/>
                    <a:pt x="133" y="255"/>
                  </a:cubicBezTo>
                  <a:cubicBezTo>
                    <a:pt x="85" y="170"/>
                    <a:pt x="32" y="117"/>
                    <a:pt x="32" y="16"/>
                  </a:cubicBez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6"/>
            <p:cNvSpPr/>
            <p:nvPr/>
          </p:nvSpPr>
          <p:spPr>
            <a:xfrm>
              <a:off x="1411536" y="2376943"/>
              <a:ext cx="90386" cy="195869"/>
            </a:xfrm>
            <a:custGeom>
              <a:rect b="b" l="l" r="r" t="t"/>
              <a:pathLst>
                <a:path extrusionOk="0" h="1972" w="910">
                  <a:moveTo>
                    <a:pt x="33" y="0"/>
                  </a:moveTo>
                  <a:cubicBezTo>
                    <a:pt x="0" y="33"/>
                    <a:pt x="0" y="85"/>
                    <a:pt x="0" y="118"/>
                  </a:cubicBezTo>
                  <a:lnTo>
                    <a:pt x="0" y="154"/>
                  </a:lnTo>
                  <a:lnTo>
                    <a:pt x="0" y="675"/>
                  </a:lnTo>
                  <a:cubicBezTo>
                    <a:pt x="0" y="792"/>
                    <a:pt x="0" y="893"/>
                    <a:pt x="134" y="994"/>
                  </a:cubicBezTo>
                  <a:cubicBezTo>
                    <a:pt x="218" y="1043"/>
                    <a:pt x="271" y="1127"/>
                    <a:pt x="336" y="1212"/>
                  </a:cubicBezTo>
                  <a:cubicBezTo>
                    <a:pt x="372" y="1265"/>
                    <a:pt x="404" y="1313"/>
                    <a:pt x="457" y="1346"/>
                  </a:cubicBezTo>
                  <a:cubicBezTo>
                    <a:pt x="505" y="1414"/>
                    <a:pt x="558" y="1483"/>
                    <a:pt x="590" y="1548"/>
                  </a:cubicBezTo>
                  <a:cubicBezTo>
                    <a:pt x="659" y="1632"/>
                    <a:pt x="739" y="1733"/>
                    <a:pt x="824" y="1818"/>
                  </a:cubicBezTo>
                  <a:cubicBezTo>
                    <a:pt x="840" y="1834"/>
                    <a:pt x="861" y="1871"/>
                    <a:pt x="861" y="1903"/>
                  </a:cubicBezTo>
                  <a:cubicBezTo>
                    <a:pt x="861" y="1919"/>
                    <a:pt x="877" y="1935"/>
                    <a:pt x="877" y="1952"/>
                  </a:cubicBezTo>
                  <a:lnTo>
                    <a:pt x="893" y="1972"/>
                  </a:lnTo>
                  <a:lnTo>
                    <a:pt x="909" y="1952"/>
                  </a:lnTo>
                  <a:cubicBezTo>
                    <a:pt x="893" y="1935"/>
                    <a:pt x="893" y="1919"/>
                    <a:pt x="893" y="1903"/>
                  </a:cubicBezTo>
                  <a:cubicBezTo>
                    <a:pt x="877" y="1871"/>
                    <a:pt x="877" y="1818"/>
                    <a:pt x="840" y="1802"/>
                  </a:cubicBezTo>
                  <a:cubicBezTo>
                    <a:pt x="760" y="1717"/>
                    <a:pt x="691" y="1616"/>
                    <a:pt x="622" y="1531"/>
                  </a:cubicBezTo>
                  <a:cubicBezTo>
                    <a:pt x="574" y="1467"/>
                    <a:pt x="521" y="1398"/>
                    <a:pt x="473" y="1329"/>
                  </a:cubicBezTo>
                  <a:cubicBezTo>
                    <a:pt x="420" y="1297"/>
                    <a:pt x="388" y="1245"/>
                    <a:pt x="356" y="1196"/>
                  </a:cubicBezTo>
                  <a:cubicBezTo>
                    <a:pt x="287" y="1111"/>
                    <a:pt x="235" y="1027"/>
                    <a:pt x="154" y="962"/>
                  </a:cubicBezTo>
                  <a:cubicBezTo>
                    <a:pt x="16" y="893"/>
                    <a:pt x="16" y="792"/>
                    <a:pt x="16" y="675"/>
                  </a:cubicBezTo>
                  <a:lnTo>
                    <a:pt x="16" y="154"/>
                  </a:lnTo>
                  <a:lnTo>
                    <a:pt x="16" y="118"/>
                  </a:lnTo>
                  <a:cubicBezTo>
                    <a:pt x="16" y="85"/>
                    <a:pt x="16" y="53"/>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6"/>
            <p:cNvSpPr/>
            <p:nvPr/>
          </p:nvSpPr>
          <p:spPr>
            <a:xfrm>
              <a:off x="1334459" y="3102412"/>
              <a:ext cx="5364" cy="97140"/>
            </a:xfrm>
            <a:custGeom>
              <a:rect b="b" l="l" r="r" t="t"/>
              <a:pathLst>
                <a:path extrusionOk="0" h="978" w="54">
                  <a:moveTo>
                    <a:pt x="37" y="0"/>
                  </a:moveTo>
                  <a:cubicBezTo>
                    <a:pt x="21" y="0"/>
                    <a:pt x="21" y="0"/>
                    <a:pt x="21" y="20"/>
                  </a:cubicBezTo>
                  <a:lnTo>
                    <a:pt x="21" y="222"/>
                  </a:lnTo>
                  <a:cubicBezTo>
                    <a:pt x="1" y="424"/>
                    <a:pt x="1" y="626"/>
                    <a:pt x="1" y="828"/>
                  </a:cubicBezTo>
                  <a:lnTo>
                    <a:pt x="1" y="844"/>
                  </a:lnTo>
                  <a:cubicBezTo>
                    <a:pt x="1" y="893"/>
                    <a:pt x="1" y="929"/>
                    <a:pt x="21" y="962"/>
                  </a:cubicBezTo>
                  <a:lnTo>
                    <a:pt x="37" y="978"/>
                  </a:lnTo>
                  <a:cubicBezTo>
                    <a:pt x="37" y="962"/>
                    <a:pt x="53" y="962"/>
                    <a:pt x="37" y="962"/>
                  </a:cubicBezTo>
                  <a:cubicBezTo>
                    <a:pt x="21" y="929"/>
                    <a:pt x="37" y="893"/>
                    <a:pt x="37" y="861"/>
                  </a:cubicBezTo>
                  <a:lnTo>
                    <a:pt x="37" y="828"/>
                  </a:lnTo>
                  <a:lnTo>
                    <a:pt x="37" y="222"/>
                  </a:lnTo>
                  <a:lnTo>
                    <a:pt x="37" y="20"/>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6"/>
            <p:cNvSpPr/>
            <p:nvPr/>
          </p:nvSpPr>
          <p:spPr>
            <a:xfrm>
              <a:off x="2083569" y="3192699"/>
              <a:ext cx="103596" cy="158920"/>
            </a:xfrm>
            <a:custGeom>
              <a:rect b="b" l="l" r="r" t="t"/>
              <a:pathLst>
                <a:path extrusionOk="0" h="1600" w="1043">
                  <a:moveTo>
                    <a:pt x="17" y="0"/>
                  </a:moveTo>
                  <a:cubicBezTo>
                    <a:pt x="1" y="0"/>
                    <a:pt x="1" y="0"/>
                    <a:pt x="1" y="20"/>
                  </a:cubicBezTo>
                  <a:cubicBezTo>
                    <a:pt x="1" y="101"/>
                    <a:pt x="17" y="154"/>
                    <a:pt x="69" y="202"/>
                  </a:cubicBezTo>
                  <a:cubicBezTo>
                    <a:pt x="118" y="255"/>
                    <a:pt x="170" y="303"/>
                    <a:pt x="203" y="356"/>
                  </a:cubicBezTo>
                  <a:cubicBezTo>
                    <a:pt x="287" y="457"/>
                    <a:pt x="356" y="541"/>
                    <a:pt x="421" y="642"/>
                  </a:cubicBezTo>
                  <a:cubicBezTo>
                    <a:pt x="574" y="844"/>
                    <a:pt x="740" y="1046"/>
                    <a:pt x="893" y="1232"/>
                  </a:cubicBezTo>
                  <a:cubicBezTo>
                    <a:pt x="994" y="1349"/>
                    <a:pt x="1027" y="1450"/>
                    <a:pt x="978" y="1584"/>
                  </a:cubicBezTo>
                  <a:lnTo>
                    <a:pt x="978" y="1600"/>
                  </a:lnTo>
                  <a:lnTo>
                    <a:pt x="994" y="1600"/>
                  </a:lnTo>
                  <a:cubicBezTo>
                    <a:pt x="1043" y="1450"/>
                    <a:pt x="1027" y="1349"/>
                    <a:pt x="926" y="1212"/>
                  </a:cubicBezTo>
                  <a:cubicBezTo>
                    <a:pt x="760" y="1030"/>
                    <a:pt x="590" y="828"/>
                    <a:pt x="437" y="626"/>
                  </a:cubicBezTo>
                  <a:cubicBezTo>
                    <a:pt x="372" y="525"/>
                    <a:pt x="304" y="440"/>
                    <a:pt x="219" y="339"/>
                  </a:cubicBezTo>
                  <a:cubicBezTo>
                    <a:pt x="186" y="287"/>
                    <a:pt x="134" y="238"/>
                    <a:pt x="85" y="186"/>
                  </a:cubicBezTo>
                  <a:cubicBezTo>
                    <a:pt x="33" y="154"/>
                    <a:pt x="17" y="85"/>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6"/>
            <p:cNvSpPr/>
            <p:nvPr/>
          </p:nvSpPr>
          <p:spPr>
            <a:xfrm>
              <a:off x="1923059" y="3323013"/>
              <a:ext cx="147398" cy="229242"/>
            </a:xfrm>
            <a:custGeom>
              <a:rect b="b" l="l" r="r" t="t"/>
              <a:pathLst>
                <a:path extrusionOk="0" h="2308" w="1484">
                  <a:moveTo>
                    <a:pt x="53" y="1"/>
                  </a:moveTo>
                  <a:lnTo>
                    <a:pt x="33" y="21"/>
                  </a:lnTo>
                  <a:cubicBezTo>
                    <a:pt x="17" y="102"/>
                    <a:pt x="17" y="187"/>
                    <a:pt x="17" y="272"/>
                  </a:cubicBezTo>
                  <a:cubicBezTo>
                    <a:pt x="17" y="340"/>
                    <a:pt x="33" y="405"/>
                    <a:pt x="17" y="474"/>
                  </a:cubicBezTo>
                  <a:cubicBezTo>
                    <a:pt x="1" y="607"/>
                    <a:pt x="53" y="708"/>
                    <a:pt x="154" y="829"/>
                  </a:cubicBezTo>
                  <a:cubicBezTo>
                    <a:pt x="457" y="1148"/>
                    <a:pt x="740" y="1467"/>
                    <a:pt x="1063" y="1819"/>
                  </a:cubicBezTo>
                  <a:cubicBezTo>
                    <a:pt x="1096" y="1855"/>
                    <a:pt x="1144" y="1888"/>
                    <a:pt x="1180" y="1940"/>
                  </a:cubicBezTo>
                  <a:cubicBezTo>
                    <a:pt x="1245" y="2005"/>
                    <a:pt x="1314" y="2073"/>
                    <a:pt x="1366" y="2158"/>
                  </a:cubicBezTo>
                  <a:cubicBezTo>
                    <a:pt x="1415" y="2207"/>
                    <a:pt x="1431" y="2259"/>
                    <a:pt x="1447" y="2291"/>
                  </a:cubicBezTo>
                  <a:lnTo>
                    <a:pt x="1467" y="2308"/>
                  </a:lnTo>
                  <a:cubicBezTo>
                    <a:pt x="1483" y="2308"/>
                    <a:pt x="1483" y="2291"/>
                    <a:pt x="1483" y="2291"/>
                  </a:cubicBezTo>
                  <a:cubicBezTo>
                    <a:pt x="1467" y="2243"/>
                    <a:pt x="1431" y="2190"/>
                    <a:pt x="1382" y="2142"/>
                  </a:cubicBezTo>
                  <a:cubicBezTo>
                    <a:pt x="1330" y="2057"/>
                    <a:pt x="1265" y="1989"/>
                    <a:pt x="1197" y="1920"/>
                  </a:cubicBezTo>
                  <a:cubicBezTo>
                    <a:pt x="1164" y="1871"/>
                    <a:pt x="1112" y="1839"/>
                    <a:pt x="1079" y="1803"/>
                  </a:cubicBezTo>
                  <a:cubicBezTo>
                    <a:pt x="776" y="1451"/>
                    <a:pt x="473" y="1132"/>
                    <a:pt x="187" y="809"/>
                  </a:cubicBezTo>
                  <a:cubicBezTo>
                    <a:pt x="69" y="692"/>
                    <a:pt x="33" y="591"/>
                    <a:pt x="53" y="474"/>
                  </a:cubicBezTo>
                  <a:lnTo>
                    <a:pt x="53" y="272"/>
                  </a:lnTo>
                  <a:cubicBezTo>
                    <a:pt x="53" y="187"/>
                    <a:pt x="53" y="102"/>
                    <a:pt x="69" y="21"/>
                  </a:cubicBezTo>
                  <a:cubicBezTo>
                    <a:pt x="69" y="21"/>
                    <a:pt x="53" y="2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6"/>
            <p:cNvSpPr/>
            <p:nvPr/>
          </p:nvSpPr>
          <p:spPr>
            <a:xfrm>
              <a:off x="1132234" y="3172635"/>
              <a:ext cx="6953" cy="95551"/>
            </a:xfrm>
            <a:custGeom>
              <a:rect b="b" l="l" r="r" t="t"/>
              <a:pathLst>
                <a:path extrusionOk="0" h="962" w="70">
                  <a:moveTo>
                    <a:pt x="17" y="0"/>
                  </a:moveTo>
                  <a:cubicBezTo>
                    <a:pt x="1" y="36"/>
                    <a:pt x="17" y="53"/>
                    <a:pt x="17" y="69"/>
                  </a:cubicBezTo>
                  <a:cubicBezTo>
                    <a:pt x="37" y="69"/>
                    <a:pt x="37" y="85"/>
                    <a:pt x="37" y="101"/>
                  </a:cubicBezTo>
                  <a:lnTo>
                    <a:pt x="37" y="271"/>
                  </a:lnTo>
                  <a:cubicBezTo>
                    <a:pt x="17" y="489"/>
                    <a:pt x="17" y="727"/>
                    <a:pt x="37" y="945"/>
                  </a:cubicBezTo>
                  <a:lnTo>
                    <a:pt x="53" y="962"/>
                  </a:lnTo>
                  <a:cubicBezTo>
                    <a:pt x="69" y="962"/>
                    <a:pt x="69" y="945"/>
                    <a:pt x="69" y="945"/>
                  </a:cubicBezTo>
                  <a:cubicBezTo>
                    <a:pt x="53" y="707"/>
                    <a:pt x="53" y="489"/>
                    <a:pt x="53" y="271"/>
                  </a:cubicBezTo>
                  <a:lnTo>
                    <a:pt x="53" y="101"/>
                  </a:lnTo>
                  <a:lnTo>
                    <a:pt x="53" y="53"/>
                  </a:lnTo>
                  <a:cubicBezTo>
                    <a:pt x="37" y="36"/>
                    <a:pt x="37" y="20"/>
                    <a:pt x="37" y="20"/>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6"/>
            <p:cNvSpPr/>
            <p:nvPr/>
          </p:nvSpPr>
          <p:spPr>
            <a:xfrm>
              <a:off x="1734143" y="3706209"/>
              <a:ext cx="21752" cy="28208"/>
            </a:xfrm>
            <a:custGeom>
              <a:rect b="b" l="l" r="r" t="t"/>
              <a:pathLst>
                <a:path extrusionOk="0" h="284" w="219">
                  <a:moveTo>
                    <a:pt x="53" y="1"/>
                  </a:moveTo>
                  <a:lnTo>
                    <a:pt x="36" y="17"/>
                  </a:lnTo>
                  <a:cubicBezTo>
                    <a:pt x="0" y="102"/>
                    <a:pt x="16" y="183"/>
                    <a:pt x="53" y="267"/>
                  </a:cubicBezTo>
                  <a:lnTo>
                    <a:pt x="69" y="284"/>
                  </a:lnTo>
                  <a:lnTo>
                    <a:pt x="202" y="284"/>
                  </a:lnTo>
                  <a:cubicBezTo>
                    <a:pt x="218" y="284"/>
                    <a:pt x="218" y="284"/>
                    <a:pt x="218" y="267"/>
                  </a:cubicBezTo>
                  <a:cubicBezTo>
                    <a:pt x="218" y="267"/>
                    <a:pt x="218" y="251"/>
                    <a:pt x="202" y="251"/>
                  </a:cubicBezTo>
                  <a:lnTo>
                    <a:pt x="69" y="251"/>
                  </a:lnTo>
                  <a:cubicBezTo>
                    <a:pt x="53" y="183"/>
                    <a:pt x="36" y="102"/>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6"/>
            <p:cNvSpPr/>
            <p:nvPr/>
          </p:nvSpPr>
          <p:spPr>
            <a:xfrm>
              <a:off x="1520197" y="3343077"/>
              <a:ext cx="182261" cy="266191"/>
            </a:xfrm>
            <a:custGeom>
              <a:rect b="b" l="l" r="r" t="t"/>
              <a:pathLst>
                <a:path extrusionOk="0" h="2680" w="1835">
                  <a:moveTo>
                    <a:pt x="33" y="1"/>
                  </a:moveTo>
                  <a:cubicBezTo>
                    <a:pt x="17" y="122"/>
                    <a:pt x="1" y="223"/>
                    <a:pt x="134" y="288"/>
                  </a:cubicBezTo>
                  <a:cubicBezTo>
                    <a:pt x="203" y="340"/>
                    <a:pt x="272" y="405"/>
                    <a:pt x="320" y="457"/>
                  </a:cubicBezTo>
                  <a:cubicBezTo>
                    <a:pt x="352" y="490"/>
                    <a:pt x="389" y="526"/>
                    <a:pt x="405" y="542"/>
                  </a:cubicBezTo>
                  <a:lnTo>
                    <a:pt x="692" y="829"/>
                  </a:lnTo>
                  <a:cubicBezTo>
                    <a:pt x="1027" y="1148"/>
                    <a:pt x="1383" y="1484"/>
                    <a:pt x="1734" y="1819"/>
                  </a:cubicBezTo>
                  <a:cubicBezTo>
                    <a:pt x="1766" y="1839"/>
                    <a:pt x="1803" y="1871"/>
                    <a:pt x="1786" y="1904"/>
                  </a:cubicBezTo>
                  <a:cubicBezTo>
                    <a:pt x="1786" y="1988"/>
                    <a:pt x="1786" y="2073"/>
                    <a:pt x="1803" y="2174"/>
                  </a:cubicBezTo>
                  <a:cubicBezTo>
                    <a:pt x="1803" y="2324"/>
                    <a:pt x="1803" y="2510"/>
                    <a:pt x="1786" y="2663"/>
                  </a:cubicBezTo>
                  <a:lnTo>
                    <a:pt x="1786" y="2679"/>
                  </a:lnTo>
                  <a:lnTo>
                    <a:pt x="1803" y="2679"/>
                  </a:lnTo>
                  <a:cubicBezTo>
                    <a:pt x="1835" y="2510"/>
                    <a:pt x="1819" y="2324"/>
                    <a:pt x="1819" y="2174"/>
                  </a:cubicBezTo>
                  <a:lnTo>
                    <a:pt x="1819" y="1904"/>
                  </a:lnTo>
                  <a:cubicBezTo>
                    <a:pt x="1819" y="1855"/>
                    <a:pt x="1786" y="1839"/>
                    <a:pt x="1750" y="1803"/>
                  </a:cubicBezTo>
                  <a:lnTo>
                    <a:pt x="1750" y="1787"/>
                  </a:lnTo>
                  <a:cubicBezTo>
                    <a:pt x="1399" y="1467"/>
                    <a:pt x="1059" y="1132"/>
                    <a:pt x="708" y="809"/>
                  </a:cubicBezTo>
                  <a:lnTo>
                    <a:pt x="421" y="526"/>
                  </a:lnTo>
                  <a:cubicBezTo>
                    <a:pt x="405" y="506"/>
                    <a:pt x="373" y="474"/>
                    <a:pt x="352" y="441"/>
                  </a:cubicBezTo>
                  <a:cubicBezTo>
                    <a:pt x="288" y="389"/>
                    <a:pt x="219" y="324"/>
                    <a:pt x="150" y="272"/>
                  </a:cubicBezTo>
                  <a:cubicBezTo>
                    <a:pt x="33" y="203"/>
                    <a:pt x="33" y="122"/>
                    <a:pt x="70" y="21"/>
                  </a:cubicBezTo>
                  <a:cubicBezTo>
                    <a:pt x="70" y="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6"/>
            <p:cNvSpPr/>
            <p:nvPr/>
          </p:nvSpPr>
          <p:spPr>
            <a:xfrm>
              <a:off x="1413125" y="3610758"/>
              <a:ext cx="60290" cy="123660"/>
            </a:xfrm>
            <a:custGeom>
              <a:rect b="b" l="l" r="r" t="t"/>
              <a:pathLst>
                <a:path extrusionOk="0" h="1245" w="607">
                  <a:moveTo>
                    <a:pt x="17" y="0"/>
                  </a:moveTo>
                  <a:cubicBezTo>
                    <a:pt x="0" y="0"/>
                    <a:pt x="0" y="0"/>
                    <a:pt x="0" y="17"/>
                  </a:cubicBezTo>
                  <a:lnTo>
                    <a:pt x="0" y="33"/>
                  </a:lnTo>
                  <a:cubicBezTo>
                    <a:pt x="101" y="69"/>
                    <a:pt x="186" y="134"/>
                    <a:pt x="271" y="202"/>
                  </a:cubicBezTo>
                  <a:cubicBezTo>
                    <a:pt x="320" y="255"/>
                    <a:pt x="372" y="303"/>
                    <a:pt x="441" y="336"/>
                  </a:cubicBezTo>
                  <a:cubicBezTo>
                    <a:pt x="542" y="404"/>
                    <a:pt x="590" y="505"/>
                    <a:pt x="574" y="659"/>
                  </a:cubicBezTo>
                  <a:lnTo>
                    <a:pt x="574" y="909"/>
                  </a:lnTo>
                  <a:cubicBezTo>
                    <a:pt x="574" y="1010"/>
                    <a:pt x="574" y="1127"/>
                    <a:pt x="558" y="1228"/>
                  </a:cubicBezTo>
                  <a:cubicBezTo>
                    <a:pt x="558" y="1245"/>
                    <a:pt x="574" y="1245"/>
                    <a:pt x="574" y="1245"/>
                  </a:cubicBezTo>
                  <a:cubicBezTo>
                    <a:pt x="574" y="1245"/>
                    <a:pt x="590" y="1245"/>
                    <a:pt x="590" y="1228"/>
                  </a:cubicBezTo>
                  <a:cubicBezTo>
                    <a:pt x="606" y="1127"/>
                    <a:pt x="606" y="1010"/>
                    <a:pt x="606" y="909"/>
                  </a:cubicBezTo>
                  <a:cubicBezTo>
                    <a:pt x="606" y="825"/>
                    <a:pt x="590" y="740"/>
                    <a:pt x="606" y="675"/>
                  </a:cubicBezTo>
                  <a:cubicBezTo>
                    <a:pt x="606" y="505"/>
                    <a:pt x="574" y="388"/>
                    <a:pt x="441" y="320"/>
                  </a:cubicBezTo>
                  <a:cubicBezTo>
                    <a:pt x="388" y="287"/>
                    <a:pt x="340" y="235"/>
                    <a:pt x="287" y="186"/>
                  </a:cubicBezTo>
                  <a:cubicBezTo>
                    <a:pt x="202"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6"/>
            <p:cNvSpPr/>
            <p:nvPr/>
          </p:nvSpPr>
          <p:spPr>
            <a:xfrm>
              <a:off x="706130" y="2031093"/>
              <a:ext cx="4867" cy="81943"/>
            </a:xfrm>
            <a:custGeom>
              <a:rect b="b" l="l" r="r" t="t"/>
              <a:pathLst>
                <a:path extrusionOk="0" h="825" w="49">
                  <a:moveTo>
                    <a:pt x="0" y="0"/>
                  </a:moveTo>
                  <a:cubicBezTo>
                    <a:pt x="17" y="101"/>
                    <a:pt x="0" y="218"/>
                    <a:pt x="0" y="303"/>
                  </a:cubicBezTo>
                  <a:cubicBezTo>
                    <a:pt x="0" y="469"/>
                    <a:pt x="0" y="655"/>
                    <a:pt x="17" y="824"/>
                  </a:cubicBezTo>
                  <a:lnTo>
                    <a:pt x="49" y="824"/>
                  </a:lnTo>
                  <a:cubicBezTo>
                    <a:pt x="33" y="655"/>
                    <a:pt x="33" y="469"/>
                    <a:pt x="33" y="319"/>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6"/>
            <p:cNvSpPr/>
            <p:nvPr/>
          </p:nvSpPr>
          <p:spPr>
            <a:xfrm>
              <a:off x="1923059" y="3281297"/>
              <a:ext cx="147398" cy="259338"/>
            </a:xfrm>
            <a:custGeom>
              <a:rect b="b" l="l" r="r" t="t"/>
              <a:pathLst>
                <a:path extrusionOk="0" h="2611" w="1484">
                  <a:moveTo>
                    <a:pt x="17" y="1"/>
                  </a:moveTo>
                  <a:cubicBezTo>
                    <a:pt x="17" y="1"/>
                    <a:pt x="1" y="1"/>
                    <a:pt x="1" y="17"/>
                  </a:cubicBezTo>
                  <a:cubicBezTo>
                    <a:pt x="17" y="138"/>
                    <a:pt x="86" y="203"/>
                    <a:pt x="170" y="272"/>
                  </a:cubicBezTo>
                  <a:cubicBezTo>
                    <a:pt x="203" y="288"/>
                    <a:pt x="235" y="320"/>
                    <a:pt x="255" y="356"/>
                  </a:cubicBezTo>
                  <a:lnTo>
                    <a:pt x="304" y="421"/>
                  </a:lnTo>
                  <a:cubicBezTo>
                    <a:pt x="607" y="776"/>
                    <a:pt x="910" y="1164"/>
                    <a:pt x="1245" y="1500"/>
                  </a:cubicBezTo>
                  <a:cubicBezTo>
                    <a:pt x="1399" y="1653"/>
                    <a:pt x="1467" y="1819"/>
                    <a:pt x="1447" y="2057"/>
                  </a:cubicBezTo>
                  <a:cubicBezTo>
                    <a:pt x="1431" y="2122"/>
                    <a:pt x="1431" y="2190"/>
                    <a:pt x="1447" y="2259"/>
                  </a:cubicBezTo>
                  <a:cubicBezTo>
                    <a:pt x="1447" y="2376"/>
                    <a:pt x="1447" y="2477"/>
                    <a:pt x="1415" y="2594"/>
                  </a:cubicBezTo>
                  <a:lnTo>
                    <a:pt x="1415" y="2610"/>
                  </a:lnTo>
                  <a:lnTo>
                    <a:pt x="1431" y="2610"/>
                  </a:lnTo>
                  <a:lnTo>
                    <a:pt x="1431" y="2594"/>
                  </a:lnTo>
                  <a:cubicBezTo>
                    <a:pt x="1483" y="2493"/>
                    <a:pt x="1467" y="2376"/>
                    <a:pt x="1467" y="2259"/>
                  </a:cubicBezTo>
                  <a:lnTo>
                    <a:pt x="1467" y="2073"/>
                  </a:lnTo>
                  <a:cubicBezTo>
                    <a:pt x="1483" y="1819"/>
                    <a:pt x="1431" y="1653"/>
                    <a:pt x="1265" y="1483"/>
                  </a:cubicBezTo>
                  <a:cubicBezTo>
                    <a:pt x="942" y="1148"/>
                    <a:pt x="623" y="760"/>
                    <a:pt x="336" y="405"/>
                  </a:cubicBezTo>
                  <a:lnTo>
                    <a:pt x="271" y="340"/>
                  </a:lnTo>
                  <a:cubicBezTo>
                    <a:pt x="255" y="304"/>
                    <a:pt x="219" y="272"/>
                    <a:pt x="187" y="255"/>
                  </a:cubicBezTo>
                  <a:cubicBezTo>
                    <a:pt x="118" y="187"/>
                    <a:pt x="33" y="11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6"/>
            <p:cNvSpPr/>
            <p:nvPr/>
          </p:nvSpPr>
          <p:spPr>
            <a:xfrm>
              <a:off x="575716" y="2096052"/>
              <a:ext cx="6555" cy="88797"/>
            </a:xfrm>
            <a:custGeom>
              <a:rect b="b" l="l" r="r" t="t"/>
              <a:pathLst>
                <a:path extrusionOk="0" h="894" w="66">
                  <a:moveTo>
                    <a:pt x="17" y="1"/>
                  </a:moveTo>
                  <a:cubicBezTo>
                    <a:pt x="17" y="1"/>
                    <a:pt x="1" y="1"/>
                    <a:pt x="17" y="17"/>
                  </a:cubicBezTo>
                  <a:cubicBezTo>
                    <a:pt x="33" y="170"/>
                    <a:pt x="33" y="304"/>
                    <a:pt x="17" y="457"/>
                  </a:cubicBezTo>
                  <a:lnTo>
                    <a:pt x="17" y="724"/>
                  </a:lnTo>
                  <a:lnTo>
                    <a:pt x="17" y="776"/>
                  </a:lnTo>
                  <a:cubicBezTo>
                    <a:pt x="17" y="809"/>
                    <a:pt x="17" y="841"/>
                    <a:pt x="33" y="877"/>
                  </a:cubicBezTo>
                  <a:lnTo>
                    <a:pt x="49" y="893"/>
                  </a:lnTo>
                  <a:cubicBezTo>
                    <a:pt x="65" y="893"/>
                    <a:pt x="65" y="877"/>
                    <a:pt x="65" y="877"/>
                  </a:cubicBezTo>
                  <a:cubicBezTo>
                    <a:pt x="49" y="841"/>
                    <a:pt x="49" y="809"/>
                    <a:pt x="49" y="776"/>
                  </a:cubicBezTo>
                  <a:lnTo>
                    <a:pt x="49" y="724"/>
                  </a:lnTo>
                  <a:lnTo>
                    <a:pt x="49" y="457"/>
                  </a:lnTo>
                  <a:cubicBezTo>
                    <a:pt x="49" y="304"/>
                    <a:pt x="49" y="154"/>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6"/>
            <p:cNvSpPr/>
            <p:nvPr/>
          </p:nvSpPr>
          <p:spPr>
            <a:xfrm>
              <a:off x="2080390" y="3346752"/>
              <a:ext cx="106774" cy="193882"/>
            </a:xfrm>
            <a:custGeom>
              <a:rect b="b" l="l" r="r" t="t"/>
              <a:pathLst>
                <a:path extrusionOk="0" h="1952" w="1075">
                  <a:moveTo>
                    <a:pt x="85" y="0"/>
                  </a:moveTo>
                  <a:cubicBezTo>
                    <a:pt x="65" y="0"/>
                    <a:pt x="65" y="0"/>
                    <a:pt x="65" y="16"/>
                  </a:cubicBezTo>
                  <a:cubicBezTo>
                    <a:pt x="49" y="16"/>
                    <a:pt x="49" y="16"/>
                    <a:pt x="49" y="33"/>
                  </a:cubicBezTo>
                  <a:cubicBezTo>
                    <a:pt x="49" y="49"/>
                    <a:pt x="33" y="65"/>
                    <a:pt x="33" y="85"/>
                  </a:cubicBezTo>
                  <a:cubicBezTo>
                    <a:pt x="0" y="186"/>
                    <a:pt x="65" y="251"/>
                    <a:pt x="134" y="319"/>
                  </a:cubicBezTo>
                  <a:cubicBezTo>
                    <a:pt x="150" y="336"/>
                    <a:pt x="166" y="336"/>
                    <a:pt x="166" y="352"/>
                  </a:cubicBezTo>
                  <a:cubicBezTo>
                    <a:pt x="287" y="489"/>
                    <a:pt x="388" y="622"/>
                    <a:pt x="489" y="756"/>
                  </a:cubicBezTo>
                  <a:cubicBezTo>
                    <a:pt x="655" y="942"/>
                    <a:pt x="808" y="1160"/>
                    <a:pt x="994" y="1329"/>
                  </a:cubicBezTo>
                  <a:cubicBezTo>
                    <a:pt x="1010" y="1362"/>
                    <a:pt x="1026" y="1378"/>
                    <a:pt x="1026" y="1398"/>
                  </a:cubicBezTo>
                  <a:lnTo>
                    <a:pt x="1026" y="1580"/>
                  </a:lnTo>
                  <a:cubicBezTo>
                    <a:pt x="1043" y="1701"/>
                    <a:pt x="1043" y="1834"/>
                    <a:pt x="1010" y="1935"/>
                  </a:cubicBezTo>
                  <a:lnTo>
                    <a:pt x="1010" y="1951"/>
                  </a:lnTo>
                  <a:lnTo>
                    <a:pt x="1026" y="1951"/>
                  </a:lnTo>
                  <a:cubicBezTo>
                    <a:pt x="1075" y="1834"/>
                    <a:pt x="1059" y="1701"/>
                    <a:pt x="1059" y="1580"/>
                  </a:cubicBezTo>
                  <a:lnTo>
                    <a:pt x="1059" y="1398"/>
                  </a:lnTo>
                  <a:cubicBezTo>
                    <a:pt x="1059" y="1362"/>
                    <a:pt x="1026" y="1329"/>
                    <a:pt x="1010" y="1313"/>
                  </a:cubicBezTo>
                  <a:cubicBezTo>
                    <a:pt x="824" y="1144"/>
                    <a:pt x="671" y="925"/>
                    <a:pt x="521" y="740"/>
                  </a:cubicBezTo>
                  <a:cubicBezTo>
                    <a:pt x="404" y="606"/>
                    <a:pt x="303" y="469"/>
                    <a:pt x="186" y="336"/>
                  </a:cubicBezTo>
                  <a:cubicBezTo>
                    <a:pt x="186" y="319"/>
                    <a:pt x="166" y="303"/>
                    <a:pt x="150" y="303"/>
                  </a:cubicBezTo>
                  <a:cubicBezTo>
                    <a:pt x="85" y="235"/>
                    <a:pt x="33" y="186"/>
                    <a:pt x="65" y="85"/>
                  </a:cubicBezTo>
                  <a:cubicBezTo>
                    <a:pt x="65" y="65"/>
                    <a:pt x="65" y="49"/>
                    <a:pt x="85" y="33"/>
                  </a:cubicBezTo>
                  <a:lnTo>
                    <a:pt x="85" y="16"/>
                  </a:ln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6"/>
            <p:cNvSpPr/>
            <p:nvPr/>
          </p:nvSpPr>
          <p:spPr>
            <a:xfrm>
              <a:off x="1284300" y="3470312"/>
              <a:ext cx="6953" cy="97239"/>
            </a:xfrm>
            <a:custGeom>
              <a:rect b="b" l="l" r="r" t="t"/>
              <a:pathLst>
                <a:path extrusionOk="0" h="979" w="70">
                  <a:moveTo>
                    <a:pt x="21" y="1"/>
                  </a:moveTo>
                  <a:cubicBezTo>
                    <a:pt x="21" y="1"/>
                    <a:pt x="1" y="1"/>
                    <a:pt x="1" y="17"/>
                  </a:cubicBezTo>
                  <a:cubicBezTo>
                    <a:pt x="21" y="154"/>
                    <a:pt x="21" y="304"/>
                    <a:pt x="21" y="457"/>
                  </a:cubicBezTo>
                  <a:lnTo>
                    <a:pt x="21" y="724"/>
                  </a:lnTo>
                  <a:lnTo>
                    <a:pt x="21" y="792"/>
                  </a:lnTo>
                  <a:cubicBezTo>
                    <a:pt x="21" y="861"/>
                    <a:pt x="21" y="909"/>
                    <a:pt x="37" y="962"/>
                  </a:cubicBezTo>
                  <a:lnTo>
                    <a:pt x="53" y="978"/>
                  </a:lnTo>
                  <a:cubicBezTo>
                    <a:pt x="53" y="962"/>
                    <a:pt x="69" y="962"/>
                    <a:pt x="53" y="962"/>
                  </a:cubicBezTo>
                  <a:cubicBezTo>
                    <a:pt x="37" y="909"/>
                    <a:pt x="53" y="861"/>
                    <a:pt x="53" y="808"/>
                  </a:cubicBezTo>
                  <a:lnTo>
                    <a:pt x="53" y="724"/>
                  </a:lnTo>
                  <a:lnTo>
                    <a:pt x="53" y="457"/>
                  </a:lnTo>
                  <a:cubicBezTo>
                    <a:pt x="53" y="304"/>
                    <a:pt x="53" y="154"/>
                    <a:pt x="37" y="17"/>
                  </a:cubicBez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6"/>
            <p:cNvSpPr/>
            <p:nvPr/>
          </p:nvSpPr>
          <p:spPr>
            <a:xfrm>
              <a:off x="1993282" y="3543713"/>
              <a:ext cx="5364" cy="45491"/>
            </a:xfrm>
            <a:custGeom>
              <a:rect b="b" l="l" r="r" t="t"/>
              <a:pathLst>
                <a:path extrusionOk="0" h="458" w="54">
                  <a:moveTo>
                    <a:pt x="33" y="1"/>
                  </a:moveTo>
                  <a:cubicBezTo>
                    <a:pt x="17" y="1"/>
                    <a:pt x="17" y="1"/>
                    <a:pt x="17" y="21"/>
                  </a:cubicBezTo>
                  <a:lnTo>
                    <a:pt x="17" y="187"/>
                  </a:lnTo>
                  <a:cubicBezTo>
                    <a:pt x="17" y="271"/>
                    <a:pt x="17" y="356"/>
                    <a:pt x="1" y="441"/>
                  </a:cubicBezTo>
                  <a:cubicBezTo>
                    <a:pt x="1" y="457"/>
                    <a:pt x="1" y="457"/>
                    <a:pt x="17" y="457"/>
                  </a:cubicBezTo>
                  <a:lnTo>
                    <a:pt x="33" y="457"/>
                  </a:lnTo>
                  <a:cubicBezTo>
                    <a:pt x="53" y="356"/>
                    <a:pt x="53" y="271"/>
                    <a:pt x="53" y="170"/>
                  </a:cubicBezTo>
                  <a:cubicBezTo>
                    <a:pt x="33" y="122"/>
                    <a:pt x="33" y="69"/>
                    <a:pt x="53" y="21"/>
                  </a:cubicBezTo>
                  <a:cubicBezTo>
                    <a:pt x="53"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6"/>
            <p:cNvSpPr/>
            <p:nvPr/>
          </p:nvSpPr>
          <p:spPr>
            <a:xfrm>
              <a:off x="985431" y="1870584"/>
              <a:ext cx="4867" cy="95153"/>
            </a:xfrm>
            <a:custGeom>
              <a:rect b="b" l="l" r="r" t="t"/>
              <a:pathLst>
                <a:path extrusionOk="0" h="958" w="49">
                  <a:moveTo>
                    <a:pt x="16" y="0"/>
                  </a:moveTo>
                  <a:cubicBezTo>
                    <a:pt x="16" y="0"/>
                    <a:pt x="0" y="0"/>
                    <a:pt x="0" y="17"/>
                  </a:cubicBezTo>
                  <a:lnTo>
                    <a:pt x="0" y="219"/>
                  </a:lnTo>
                  <a:lnTo>
                    <a:pt x="0" y="808"/>
                  </a:lnTo>
                  <a:lnTo>
                    <a:pt x="0" y="841"/>
                  </a:lnTo>
                  <a:cubicBezTo>
                    <a:pt x="0" y="873"/>
                    <a:pt x="0" y="925"/>
                    <a:pt x="16" y="958"/>
                  </a:cubicBezTo>
                  <a:lnTo>
                    <a:pt x="32" y="958"/>
                  </a:lnTo>
                  <a:cubicBezTo>
                    <a:pt x="49" y="958"/>
                    <a:pt x="49" y="942"/>
                    <a:pt x="49" y="942"/>
                  </a:cubicBezTo>
                  <a:cubicBezTo>
                    <a:pt x="32" y="909"/>
                    <a:pt x="32" y="873"/>
                    <a:pt x="32" y="857"/>
                  </a:cubicBezTo>
                  <a:lnTo>
                    <a:pt x="32" y="808"/>
                  </a:lnTo>
                  <a:lnTo>
                    <a:pt x="32" y="219"/>
                  </a:lnTo>
                  <a:lnTo>
                    <a:pt x="32" y="17"/>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6"/>
            <p:cNvSpPr/>
            <p:nvPr/>
          </p:nvSpPr>
          <p:spPr>
            <a:xfrm>
              <a:off x="1744175" y="1813571"/>
              <a:ext cx="138856" cy="312675"/>
            </a:xfrm>
            <a:custGeom>
              <a:rect b="b" l="l" r="r" t="t"/>
              <a:pathLst>
                <a:path extrusionOk="0" h="3148" w="1398">
                  <a:moveTo>
                    <a:pt x="16" y="1"/>
                  </a:moveTo>
                  <a:lnTo>
                    <a:pt x="16" y="437"/>
                  </a:lnTo>
                  <a:lnTo>
                    <a:pt x="16" y="776"/>
                  </a:lnTo>
                  <a:cubicBezTo>
                    <a:pt x="0" y="893"/>
                    <a:pt x="36" y="1011"/>
                    <a:pt x="101" y="1112"/>
                  </a:cubicBezTo>
                  <a:cubicBezTo>
                    <a:pt x="303" y="1415"/>
                    <a:pt x="489" y="1750"/>
                    <a:pt x="675" y="2069"/>
                  </a:cubicBezTo>
                  <a:cubicBezTo>
                    <a:pt x="743" y="2190"/>
                    <a:pt x="808" y="2291"/>
                    <a:pt x="877" y="2408"/>
                  </a:cubicBezTo>
                  <a:cubicBezTo>
                    <a:pt x="925" y="2493"/>
                    <a:pt x="978" y="2574"/>
                    <a:pt x="1026" y="2659"/>
                  </a:cubicBezTo>
                  <a:cubicBezTo>
                    <a:pt x="1111" y="2776"/>
                    <a:pt x="1180" y="2897"/>
                    <a:pt x="1248" y="3030"/>
                  </a:cubicBezTo>
                  <a:cubicBezTo>
                    <a:pt x="1281" y="3079"/>
                    <a:pt x="1313" y="3131"/>
                    <a:pt x="1366" y="3148"/>
                  </a:cubicBezTo>
                  <a:lnTo>
                    <a:pt x="1382" y="3148"/>
                  </a:lnTo>
                  <a:cubicBezTo>
                    <a:pt x="1398" y="3148"/>
                    <a:pt x="1382" y="3131"/>
                    <a:pt x="1382" y="3131"/>
                  </a:cubicBezTo>
                  <a:cubicBezTo>
                    <a:pt x="1329" y="3115"/>
                    <a:pt x="1313" y="3063"/>
                    <a:pt x="1281" y="3014"/>
                  </a:cubicBezTo>
                  <a:cubicBezTo>
                    <a:pt x="1212" y="2897"/>
                    <a:pt x="1127" y="2760"/>
                    <a:pt x="1046" y="2643"/>
                  </a:cubicBezTo>
                  <a:cubicBezTo>
                    <a:pt x="994" y="2558"/>
                    <a:pt x="945" y="2473"/>
                    <a:pt x="909" y="2392"/>
                  </a:cubicBezTo>
                  <a:cubicBezTo>
                    <a:pt x="844" y="2271"/>
                    <a:pt x="776" y="2170"/>
                    <a:pt x="707" y="2053"/>
                  </a:cubicBezTo>
                  <a:cubicBezTo>
                    <a:pt x="521" y="1734"/>
                    <a:pt x="319" y="1415"/>
                    <a:pt x="117" y="1095"/>
                  </a:cubicBezTo>
                  <a:cubicBezTo>
                    <a:pt x="53" y="994"/>
                    <a:pt x="36" y="893"/>
                    <a:pt x="36" y="776"/>
                  </a:cubicBezTo>
                  <a:cubicBezTo>
                    <a:pt x="53" y="655"/>
                    <a:pt x="53" y="538"/>
                    <a:pt x="36" y="437"/>
                  </a:cubicBezTo>
                  <a:cubicBezTo>
                    <a:pt x="36" y="288"/>
                    <a:pt x="36" y="150"/>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6"/>
            <p:cNvSpPr/>
            <p:nvPr/>
          </p:nvSpPr>
          <p:spPr>
            <a:xfrm>
              <a:off x="2095190" y="3390952"/>
              <a:ext cx="5364" cy="47775"/>
            </a:xfrm>
            <a:custGeom>
              <a:rect b="b" l="l" r="r" t="t"/>
              <a:pathLst>
                <a:path extrusionOk="0" h="481" w="54">
                  <a:moveTo>
                    <a:pt x="42" y="1"/>
                  </a:moveTo>
                  <a:cubicBezTo>
                    <a:pt x="37" y="1"/>
                    <a:pt x="37" y="8"/>
                    <a:pt x="37" y="8"/>
                  </a:cubicBezTo>
                  <a:cubicBezTo>
                    <a:pt x="17" y="93"/>
                    <a:pt x="17" y="161"/>
                    <a:pt x="17" y="246"/>
                  </a:cubicBezTo>
                  <a:cubicBezTo>
                    <a:pt x="17" y="311"/>
                    <a:pt x="17" y="396"/>
                    <a:pt x="1" y="464"/>
                  </a:cubicBezTo>
                  <a:cubicBezTo>
                    <a:pt x="1" y="480"/>
                    <a:pt x="1" y="480"/>
                    <a:pt x="17" y="480"/>
                  </a:cubicBezTo>
                  <a:lnTo>
                    <a:pt x="37" y="480"/>
                  </a:lnTo>
                  <a:cubicBezTo>
                    <a:pt x="53" y="396"/>
                    <a:pt x="53" y="327"/>
                    <a:pt x="53" y="246"/>
                  </a:cubicBezTo>
                  <a:cubicBezTo>
                    <a:pt x="37" y="177"/>
                    <a:pt x="37" y="93"/>
                    <a:pt x="53" y="24"/>
                  </a:cubicBezTo>
                  <a:lnTo>
                    <a:pt x="53" y="8"/>
                  </a:lnTo>
                  <a:cubicBezTo>
                    <a:pt x="48" y="2"/>
                    <a:pt x="44"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6"/>
            <p:cNvSpPr/>
            <p:nvPr/>
          </p:nvSpPr>
          <p:spPr>
            <a:xfrm>
              <a:off x="2028642" y="3037355"/>
              <a:ext cx="4867" cy="40227"/>
            </a:xfrm>
            <a:custGeom>
              <a:rect b="b" l="l" r="r" t="t"/>
              <a:pathLst>
                <a:path extrusionOk="0" h="405" w="49">
                  <a:moveTo>
                    <a:pt x="33" y="1"/>
                  </a:moveTo>
                  <a:cubicBezTo>
                    <a:pt x="0" y="69"/>
                    <a:pt x="16" y="134"/>
                    <a:pt x="16" y="203"/>
                  </a:cubicBezTo>
                  <a:cubicBezTo>
                    <a:pt x="16" y="271"/>
                    <a:pt x="16" y="336"/>
                    <a:pt x="0" y="389"/>
                  </a:cubicBezTo>
                  <a:cubicBezTo>
                    <a:pt x="0" y="405"/>
                    <a:pt x="0" y="405"/>
                    <a:pt x="16" y="405"/>
                  </a:cubicBezTo>
                  <a:lnTo>
                    <a:pt x="33" y="405"/>
                  </a:lnTo>
                  <a:cubicBezTo>
                    <a:pt x="49" y="336"/>
                    <a:pt x="49" y="271"/>
                    <a:pt x="33" y="203"/>
                  </a:cubicBezTo>
                  <a:cubicBezTo>
                    <a:pt x="33" y="134"/>
                    <a:pt x="33" y="69"/>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6"/>
            <p:cNvSpPr/>
            <p:nvPr/>
          </p:nvSpPr>
          <p:spPr>
            <a:xfrm>
              <a:off x="983346" y="2729646"/>
              <a:ext cx="3774" cy="83930"/>
            </a:xfrm>
            <a:custGeom>
              <a:rect b="b" l="l" r="r" t="t"/>
              <a:pathLst>
                <a:path extrusionOk="0" h="845" w="38">
                  <a:moveTo>
                    <a:pt x="21" y="0"/>
                  </a:moveTo>
                  <a:cubicBezTo>
                    <a:pt x="1" y="0"/>
                    <a:pt x="1" y="0"/>
                    <a:pt x="1" y="16"/>
                  </a:cubicBezTo>
                  <a:lnTo>
                    <a:pt x="1" y="186"/>
                  </a:lnTo>
                  <a:lnTo>
                    <a:pt x="1" y="691"/>
                  </a:lnTo>
                  <a:lnTo>
                    <a:pt x="1" y="723"/>
                  </a:lnTo>
                  <a:cubicBezTo>
                    <a:pt x="1" y="760"/>
                    <a:pt x="1" y="792"/>
                    <a:pt x="21" y="824"/>
                  </a:cubicBezTo>
                  <a:lnTo>
                    <a:pt x="21" y="845"/>
                  </a:lnTo>
                  <a:lnTo>
                    <a:pt x="37" y="824"/>
                  </a:lnTo>
                  <a:lnTo>
                    <a:pt x="37" y="808"/>
                  </a:lnTo>
                  <a:cubicBezTo>
                    <a:pt x="21" y="792"/>
                    <a:pt x="21" y="760"/>
                    <a:pt x="21" y="723"/>
                  </a:cubicBezTo>
                  <a:lnTo>
                    <a:pt x="21" y="691"/>
                  </a:lnTo>
                  <a:lnTo>
                    <a:pt x="21" y="186"/>
                  </a:lnTo>
                  <a:lnTo>
                    <a:pt x="21"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6"/>
            <p:cNvSpPr/>
            <p:nvPr/>
          </p:nvSpPr>
          <p:spPr>
            <a:xfrm>
              <a:off x="1520197" y="2861649"/>
              <a:ext cx="193982" cy="291022"/>
            </a:xfrm>
            <a:custGeom>
              <a:rect b="b" l="l" r="r" t="t"/>
              <a:pathLst>
                <a:path extrusionOk="0" h="2930" w="1953">
                  <a:moveTo>
                    <a:pt x="49" y="0"/>
                  </a:moveTo>
                  <a:cubicBezTo>
                    <a:pt x="17" y="37"/>
                    <a:pt x="17" y="69"/>
                    <a:pt x="17" y="122"/>
                  </a:cubicBezTo>
                  <a:lnTo>
                    <a:pt x="17" y="138"/>
                  </a:lnTo>
                  <a:cubicBezTo>
                    <a:pt x="17" y="186"/>
                    <a:pt x="17" y="223"/>
                    <a:pt x="33" y="271"/>
                  </a:cubicBezTo>
                  <a:cubicBezTo>
                    <a:pt x="33" y="356"/>
                    <a:pt x="33" y="441"/>
                    <a:pt x="17" y="526"/>
                  </a:cubicBezTo>
                  <a:cubicBezTo>
                    <a:pt x="1" y="744"/>
                    <a:pt x="70" y="929"/>
                    <a:pt x="251" y="1095"/>
                  </a:cubicBezTo>
                  <a:cubicBezTo>
                    <a:pt x="421" y="1265"/>
                    <a:pt x="591" y="1451"/>
                    <a:pt x="740" y="1636"/>
                  </a:cubicBezTo>
                  <a:cubicBezTo>
                    <a:pt x="878" y="1786"/>
                    <a:pt x="995" y="1939"/>
                    <a:pt x="1144" y="2073"/>
                  </a:cubicBezTo>
                  <a:cubicBezTo>
                    <a:pt x="1245" y="2190"/>
                    <a:pt x="1330" y="2291"/>
                    <a:pt x="1431" y="2392"/>
                  </a:cubicBezTo>
                  <a:cubicBezTo>
                    <a:pt x="1585" y="2578"/>
                    <a:pt x="1750" y="2763"/>
                    <a:pt x="1936" y="2913"/>
                  </a:cubicBezTo>
                  <a:lnTo>
                    <a:pt x="1936" y="2929"/>
                  </a:lnTo>
                  <a:lnTo>
                    <a:pt x="1952" y="2913"/>
                  </a:lnTo>
                  <a:lnTo>
                    <a:pt x="1952" y="2897"/>
                  </a:lnTo>
                  <a:cubicBezTo>
                    <a:pt x="1766" y="2747"/>
                    <a:pt x="1601" y="2562"/>
                    <a:pt x="1447" y="2376"/>
                  </a:cubicBezTo>
                  <a:cubicBezTo>
                    <a:pt x="1346" y="2275"/>
                    <a:pt x="1261" y="2158"/>
                    <a:pt x="1160" y="2057"/>
                  </a:cubicBezTo>
                  <a:cubicBezTo>
                    <a:pt x="1027" y="1919"/>
                    <a:pt x="894" y="1770"/>
                    <a:pt x="756" y="1616"/>
                  </a:cubicBezTo>
                  <a:cubicBezTo>
                    <a:pt x="607" y="1434"/>
                    <a:pt x="437" y="1249"/>
                    <a:pt x="272" y="1079"/>
                  </a:cubicBezTo>
                  <a:cubicBezTo>
                    <a:pt x="86" y="909"/>
                    <a:pt x="33" y="744"/>
                    <a:pt x="49" y="526"/>
                  </a:cubicBezTo>
                  <a:lnTo>
                    <a:pt x="49" y="271"/>
                  </a:lnTo>
                  <a:lnTo>
                    <a:pt x="49" y="138"/>
                  </a:lnTo>
                  <a:lnTo>
                    <a:pt x="49" y="122"/>
                  </a:lnTo>
                  <a:cubicBezTo>
                    <a:pt x="49" y="69"/>
                    <a:pt x="49" y="37"/>
                    <a:pt x="70" y="21"/>
                  </a:cubicBezTo>
                  <a:lnTo>
                    <a:pt x="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6"/>
            <p:cNvSpPr/>
            <p:nvPr/>
          </p:nvSpPr>
          <p:spPr>
            <a:xfrm>
              <a:off x="674445" y="1964049"/>
              <a:ext cx="143723" cy="172230"/>
            </a:xfrm>
            <a:custGeom>
              <a:rect b="b" l="l" r="r" t="t"/>
              <a:pathLst>
                <a:path extrusionOk="0" h="1734" w="1447">
                  <a:moveTo>
                    <a:pt x="1394" y="1"/>
                  </a:moveTo>
                  <a:cubicBezTo>
                    <a:pt x="1414" y="170"/>
                    <a:pt x="1414" y="336"/>
                    <a:pt x="1414" y="506"/>
                  </a:cubicBezTo>
                  <a:cubicBezTo>
                    <a:pt x="1414" y="607"/>
                    <a:pt x="1394" y="708"/>
                    <a:pt x="1414" y="809"/>
                  </a:cubicBezTo>
                  <a:lnTo>
                    <a:pt x="1414" y="841"/>
                  </a:lnTo>
                  <a:cubicBezTo>
                    <a:pt x="1414" y="877"/>
                    <a:pt x="1414" y="926"/>
                    <a:pt x="1430" y="978"/>
                  </a:cubicBezTo>
                  <a:lnTo>
                    <a:pt x="17" y="1717"/>
                  </a:lnTo>
                  <a:cubicBezTo>
                    <a:pt x="0" y="1717"/>
                    <a:pt x="0" y="1717"/>
                    <a:pt x="0" y="1734"/>
                  </a:cubicBezTo>
                  <a:lnTo>
                    <a:pt x="17" y="1734"/>
                  </a:lnTo>
                  <a:lnTo>
                    <a:pt x="1447" y="994"/>
                  </a:lnTo>
                  <a:lnTo>
                    <a:pt x="1447" y="978"/>
                  </a:lnTo>
                  <a:cubicBezTo>
                    <a:pt x="1430" y="926"/>
                    <a:pt x="1430" y="877"/>
                    <a:pt x="1430" y="841"/>
                  </a:cubicBezTo>
                  <a:lnTo>
                    <a:pt x="1430" y="809"/>
                  </a:lnTo>
                  <a:lnTo>
                    <a:pt x="1430" y="506"/>
                  </a:lnTo>
                  <a:cubicBezTo>
                    <a:pt x="1430" y="336"/>
                    <a:pt x="1447" y="170"/>
                    <a:pt x="1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6"/>
            <p:cNvSpPr/>
            <p:nvPr/>
          </p:nvSpPr>
          <p:spPr>
            <a:xfrm>
              <a:off x="1087339" y="2343669"/>
              <a:ext cx="6456" cy="88697"/>
            </a:xfrm>
            <a:custGeom>
              <a:rect b="b" l="l" r="r" t="t"/>
              <a:pathLst>
                <a:path extrusionOk="0" h="893" w="65">
                  <a:moveTo>
                    <a:pt x="16" y="0"/>
                  </a:moveTo>
                  <a:lnTo>
                    <a:pt x="0" y="16"/>
                  </a:lnTo>
                  <a:lnTo>
                    <a:pt x="0" y="202"/>
                  </a:lnTo>
                  <a:lnTo>
                    <a:pt x="0" y="707"/>
                  </a:lnTo>
                  <a:cubicBezTo>
                    <a:pt x="0" y="772"/>
                    <a:pt x="16" y="840"/>
                    <a:pt x="32" y="893"/>
                  </a:cubicBezTo>
                  <a:lnTo>
                    <a:pt x="49" y="893"/>
                  </a:lnTo>
                  <a:cubicBezTo>
                    <a:pt x="49" y="893"/>
                    <a:pt x="65" y="893"/>
                    <a:pt x="49" y="873"/>
                  </a:cubicBezTo>
                  <a:cubicBezTo>
                    <a:pt x="32" y="824"/>
                    <a:pt x="32" y="772"/>
                    <a:pt x="32" y="707"/>
                  </a:cubicBezTo>
                  <a:lnTo>
                    <a:pt x="32" y="202"/>
                  </a:lnTo>
                  <a:lnTo>
                    <a:pt x="32" y="16"/>
                  </a:ln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6"/>
            <p:cNvSpPr/>
            <p:nvPr/>
          </p:nvSpPr>
          <p:spPr>
            <a:xfrm>
              <a:off x="686066" y="3261630"/>
              <a:ext cx="138956" cy="151769"/>
            </a:xfrm>
            <a:custGeom>
              <a:rect b="b" l="l" r="r" t="t"/>
              <a:pathLst>
                <a:path extrusionOk="0" h="1528" w="1399">
                  <a:moveTo>
                    <a:pt x="1354" y="1"/>
                  </a:moveTo>
                  <a:cubicBezTo>
                    <a:pt x="1350" y="1"/>
                    <a:pt x="1346" y="5"/>
                    <a:pt x="1346" y="13"/>
                  </a:cubicBezTo>
                  <a:cubicBezTo>
                    <a:pt x="1330" y="49"/>
                    <a:pt x="1330" y="98"/>
                    <a:pt x="1346" y="134"/>
                  </a:cubicBezTo>
                  <a:cubicBezTo>
                    <a:pt x="1346" y="183"/>
                    <a:pt x="1362" y="215"/>
                    <a:pt x="1313" y="235"/>
                  </a:cubicBezTo>
                  <a:cubicBezTo>
                    <a:pt x="1277" y="268"/>
                    <a:pt x="1229" y="268"/>
                    <a:pt x="1176" y="284"/>
                  </a:cubicBezTo>
                  <a:cubicBezTo>
                    <a:pt x="1160" y="284"/>
                    <a:pt x="1128" y="300"/>
                    <a:pt x="1095" y="300"/>
                  </a:cubicBezTo>
                  <a:cubicBezTo>
                    <a:pt x="974" y="352"/>
                    <a:pt x="857" y="385"/>
                    <a:pt x="740" y="437"/>
                  </a:cubicBezTo>
                  <a:cubicBezTo>
                    <a:pt x="554" y="486"/>
                    <a:pt x="368" y="571"/>
                    <a:pt x="186" y="619"/>
                  </a:cubicBezTo>
                  <a:cubicBezTo>
                    <a:pt x="49" y="671"/>
                    <a:pt x="0" y="740"/>
                    <a:pt x="17" y="857"/>
                  </a:cubicBezTo>
                  <a:lnTo>
                    <a:pt x="17" y="1209"/>
                  </a:lnTo>
                  <a:lnTo>
                    <a:pt x="17" y="1378"/>
                  </a:lnTo>
                  <a:lnTo>
                    <a:pt x="17" y="1411"/>
                  </a:lnTo>
                  <a:cubicBezTo>
                    <a:pt x="17" y="1447"/>
                    <a:pt x="17" y="1496"/>
                    <a:pt x="49" y="1528"/>
                  </a:cubicBezTo>
                  <a:lnTo>
                    <a:pt x="65" y="1528"/>
                  </a:lnTo>
                  <a:lnTo>
                    <a:pt x="65" y="1512"/>
                  </a:lnTo>
                  <a:cubicBezTo>
                    <a:pt x="33" y="1479"/>
                    <a:pt x="49" y="1447"/>
                    <a:pt x="49" y="1411"/>
                  </a:cubicBezTo>
                  <a:lnTo>
                    <a:pt x="49" y="1378"/>
                  </a:lnTo>
                  <a:lnTo>
                    <a:pt x="49" y="1209"/>
                  </a:lnTo>
                  <a:lnTo>
                    <a:pt x="49" y="857"/>
                  </a:lnTo>
                  <a:cubicBezTo>
                    <a:pt x="33" y="740"/>
                    <a:pt x="65" y="688"/>
                    <a:pt x="186" y="655"/>
                  </a:cubicBezTo>
                  <a:cubicBezTo>
                    <a:pt x="368" y="587"/>
                    <a:pt x="570" y="518"/>
                    <a:pt x="756" y="453"/>
                  </a:cubicBezTo>
                  <a:cubicBezTo>
                    <a:pt x="873" y="417"/>
                    <a:pt x="994" y="369"/>
                    <a:pt x="1111" y="336"/>
                  </a:cubicBezTo>
                  <a:cubicBezTo>
                    <a:pt x="1128" y="316"/>
                    <a:pt x="1160" y="316"/>
                    <a:pt x="1196" y="300"/>
                  </a:cubicBezTo>
                  <a:cubicBezTo>
                    <a:pt x="1245" y="300"/>
                    <a:pt x="1297" y="284"/>
                    <a:pt x="1330" y="251"/>
                  </a:cubicBezTo>
                  <a:cubicBezTo>
                    <a:pt x="1398" y="215"/>
                    <a:pt x="1378" y="167"/>
                    <a:pt x="1362" y="114"/>
                  </a:cubicBezTo>
                  <a:cubicBezTo>
                    <a:pt x="1362" y="82"/>
                    <a:pt x="1346" y="49"/>
                    <a:pt x="1362" y="33"/>
                  </a:cubicBezTo>
                  <a:cubicBezTo>
                    <a:pt x="1378" y="13"/>
                    <a:pt x="1362" y="13"/>
                    <a:pt x="1362" y="13"/>
                  </a:cubicBezTo>
                  <a:cubicBezTo>
                    <a:pt x="1362" y="5"/>
                    <a:pt x="1358" y="1"/>
                    <a:pt x="1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6"/>
            <p:cNvSpPr/>
            <p:nvPr/>
          </p:nvSpPr>
          <p:spPr>
            <a:xfrm>
              <a:off x="1792646" y="3020569"/>
              <a:ext cx="5364" cy="48570"/>
            </a:xfrm>
            <a:custGeom>
              <a:rect b="b" l="l" r="r" t="t"/>
              <a:pathLst>
                <a:path extrusionOk="0" h="489" w="54">
                  <a:moveTo>
                    <a:pt x="33" y="0"/>
                  </a:moveTo>
                  <a:cubicBezTo>
                    <a:pt x="33" y="0"/>
                    <a:pt x="17" y="0"/>
                    <a:pt x="17" y="16"/>
                  </a:cubicBezTo>
                  <a:cubicBezTo>
                    <a:pt x="1" y="101"/>
                    <a:pt x="1" y="202"/>
                    <a:pt x="17" y="303"/>
                  </a:cubicBezTo>
                  <a:lnTo>
                    <a:pt x="17" y="473"/>
                  </a:lnTo>
                  <a:lnTo>
                    <a:pt x="17" y="489"/>
                  </a:lnTo>
                  <a:cubicBezTo>
                    <a:pt x="33" y="489"/>
                    <a:pt x="33" y="489"/>
                    <a:pt x="33" y="473"/>
                  </a:cubicBezTo>
                  <a:lnTo>
                    <a:pt x="33" y="303"/>
                  </a:lnTo>
                  <a:cubicBezTo>
                    <a:pt x="33" y="202"/>
                    <a:pt x="33" y="117"/>
                    <a:pt x="53" y="16"/>
                  </a:cubicBezTo>
                  <a:cubicBezTo>
                    <a:pt x="53" y="16"/>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6"/>
            <p:cNvSpPr/>
            <p:nvPr/>
          </p:nvSpPr>
          <p:spPr>
            <a:xfrm>
              <a:off x="1416701" y="3234813"/>
              <a:ext cx="85221" cy="195472"/>
            </a:xfrm>
            <a:custGeom>
              <a:rect b="b" l="l" r="r" t="t"/>
              <a:pathLst>
                <a:path extrusionOk="0" h="1968" w="858">
                  <a:moveTo>
                    <a:pt x="1" y="0"/>
                  </a:moveTo>
                  <a:lnTo>
                    <a:pt x="1" y="16"/>
                  </a:lnTo>
                  <a:cubicBezTo>
                    <a:pt x="65" y="81"/>
                    <a:pt x="134" y="134"/>
                    <a:pt x="203" y="202"/>
                  </a:cubicBezTo>
                  <a:cubicBezTo>
                    <a:pt x="368" y="352"/>
                    <a:pt x="538" y="521"/>
                    <a:pt x="708" y="671"/>
                  </a:cubicBezTo>
                  <a:cubicBezTo>
                    <a:pt x="788" y="756"/>
                    <a:pt x="825" y="841"/>
                    <a:pt x="825" y="958"/>
                  </a:cubicBezTo>
                  <a:lnTo>
                    <a:pt x="825" y="1547"/>
                  </a:lnTo>
                  <a:lnTo>
                    <a:pt x="825" y="1818"/>
                  </a:lnTo>
                  <a:lnTo>
                    <a:pt x="825" y="1850"/>
                  </a:lnTo>
                  <a:cubicBezTo>
                    <a:pt x="825" y="1883"/>
                    <a:pt x="825" y="1919"/>
                    <a:pt x="809" y="1935"/>
                  </a:cubicBezTo>
                  <a:lnTo>
                    <a:pt x="809" y="1968"/>
                  </a:lnTo>
                  <a:lnTo>
                    <a:pt x="825" y="1968"/>
                  </a:lnTo>
                  <a:cubicBezTo>
                    <a:pt x="857" y="1919"/>
                    <a:pt x="857" y="1883"/>
                    <a:pt x="857" y="1850"/>
                  </a:cubicBezTo>
                  <a:lnTo>
                    <a:pt x="857" y="1818"/>
                  </a:lnTo>
                  <a:cubicBezTo>
                    <a:pt x="857" y="1733"/>
                    <a:pt x="857" y="1632"/>
                    <a:pt x="841" y="1547"/>
                  </a:cubicBezTo>
                  <a:cubicBezTo>
                    <a:pt x="841" y="1345"/>
                    <a:pt x="841" y="1143"/>
                    <a:pt x="857" y="958"/>
                  </a:cubicBezTo>
                  <a:cubicBezTo>
                    <a:pt x="857" y="824"/>
                    <a:pt x="825" y="740"/>
                    <a:pt x="724" y="655"/>
                  </a:cubicBezTo>
                  <a:cubicBezTo>
                    <a:pt x="554" y="505"/>
                    <a:pt x="384" y="336"/>
                    <a:pt x="219" y="182"/>
                  </a:cubicBezTo>
                  <a:cubicBezTo>
                    <a:pt x="150" y="117"/>
                    <a:pt x="82" y="6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6"/>
            <p:cNvSpPr/>
            <p:nvPr/>
          </p:nvSpPr>
          <p:spPr>
            <a:xfrm>
              <a:off x="871406" y="1559597"/>
              <a:ext cx="338003" cy="289036"/>
            </a:xfrm>
            <a:custGeom>
              <a:rect b="b" l="l" r="r" t="t"/>
              <a:pathLst>
                <a:path extrusionOk="0" h="2910" w="3403">
                  <a:moveTo>
                    <a:pt x="3386" y="1"/>
                  </a:moveTo>
                  <a:cubicBezTo>
                    <a:pt x="3184" y="118"/>
                    <a:pt x="2966" y="235"/>
                    <a:pt x="2764" y="352"/>
                  </a:cubicBezTo>
                  <a:cubicBezTo>
                    <a:pt x="2461" y="522"/>
                    <a:pt x="2138" y="687"/>
                    <a:pt x="1855" y="873"/>
                  </a:cubicBezTo>
                  <a:cubicBezTo>
                    <a:pt x="1399" y="1144"/>
                    <a:pt x="946" y="1394"/>
                    <a:pt x="490" y="1633"/>
                  </a:cubicBezTo>
                  <a:cubicBezTo>
                    <a:pt x="372" y="1697"/>
                    <a:pt x="239" y="1782"/>
                    <a:pt x="102" y="1851"/>
                  </a:cubicBezTo>
                  <a:cubicBezTo>
                    <a:pt x="37" y="1883"/>
                    <a:pt x="1" y="1919"/>
                    <a:pt x="1" y="2020"/>
                  </a:cubicBezTo>
                  <a:lnTo>
                    <a:pt x="1" y="2643"/>
                  </a:lnTo>
                  <a:lnTo>
                    <a:pt x="1" y="2760"/>
                  </a:lnTo>
                  <a:cubicBezTo>
                    <a:pt x="1" y="2808"/>
                    <a:pt x="1" y="2861"/>
                    <a:pt x="37" y="2909"/>
                  </a:cubicBezTo>
                  <a:lnTo>
                    <a:pt x="53" y="2909"/>
                  </a:lnTo>
                  <a:lnTo>
                    <a:pt x="53" y="2893"/>
                  </a:lnTo>
                  <a:cubicBezTo>
                    <a:pt x="37" y="2861"/>
                    <a:pt x="37" y="2808"/>
                    <a:pt x="37" y="2760"/>
                  </a:cubicBezTo>
                  <a:lnTo>
                    <a:pt x="37" y="2643"/>
                  </a:lnTo>
                  <a:lnTo>
                    <a:pt x="37" y="2000"/>
                  </a:lnTo>
                  <a:cubicBezTo>
                    <a:pt x="17" y="1936"/>
                    <a:pt x="53" y="1899"/>
                    <a:pt x="118" y="1867"/>
                  </a:cubicBezTo>
                  <a:cubicBezTo>
                    <a:pt x="255" y="1798"/>
                    <a:pt x="372" y="1734"/>
                    <a:pt x="506" y="1649"/>
                  </a:cubicBezTo>
                  <a:cubicBezTo>
                    <a:pt x="962" y="1415"/>
                    <a:pt x="1415" y="1160"/>
                    <a:pt x="1855" y="889"/>
                  </a:cubicBezTo>
                  <a:cubicBezTo>
                    <a:pt x="2158" y="724"/>
                    <a:pt x="2477" y="538"/>
                    <a:pt x="2780" y="384"/>
                  </a:cubicBezTo>
                  <a:cubicBezTo>
                    <a:pt x="2982" y="267"/>
                    <a:pt x="3200" y="150"/>
                    <a:pt x="3402"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6"/>
            <p:cNvSpPr/>
            <p:nvPr/>
          </p:nvSpPr>
          <p:spPr>
            <a:xfrm>
              <a:off x="2165412" y="2963953"/>
              <a:ext cx="5364" cy="40227"/>
            </a:xfrm>
            <a:custGeom>
              <a:rect b="b" l="l" r="r" t="t"/>
              <a:pathLst>
                <a:path extrusionOk="0" h="405" w="54">
                  <a:moveTo>
                    <a:pt x="37" y="0"/>
                  </a:moveTo>
                  <a:lnTo>
                    <a:pt x="37" y="17"/>
                  </a:lnTo>
                  <a:cubicBezTo>
                    <a:pt x="1" y="101"/>
                    <a:pt x="17" y="182"/>
                    <a:pt x="17" y="251"/>
                  </a:cubicBezTo>
                  <a:lnTo>
                    <a:pt x="17" y="404"/>
                  </a:lnTo>
                  <a:lnTo>
                    <a:pt x="37" y="404"/>
                  </a:lnTo>
                  <a:lnTo>
                    <a:pt x="37" y="251"/>
                  </a:lnTo>
                  <a:cubicBezTo>
                    <a:pt x="37" y="182"/>
                    <a:pt x="37" y="101"/>
                    <a:pt x="53" y="17"/>
                  </a:cubicBezTo>
                  <a:cubicBezTo>
                    <a:pt x="53" y="17"/>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6"/>
            <p:cNvSpPr/>
            <p:nvPr/>
          </p:nvSpPr>
          <p:spPr>
            <a:xfrm>
              <a:off x="1287876" y="2772455"/>
              <a:ext cx="4966" cy="94458"/>
            </a:xfrm>
            <a:custGeom>
              <a:rect b="b" l="l" r="r" t="t"/>
              <a:pathLst>
                <a:path extrusionOk="0" h="951" w="50">
                  <a:moveTo>
                    <a:pt x="18" y="1"/>
                  </a:moveTo>
                  <a:cubicBezTo>
                    <a:pt x="17" y="1"/>
                    <a:pt x="17" y="3"/>
                    <a:pt x="17" y="10"/>
                  </a:cubicBezTo>
                  <a:lnTo>
                    <a:pt x="1" y="10"/>
                  </a:lnTo>
                  <a:cubicBezTo>
                    <a:pt x="17" y="143"/>
                    <a:pt x="17" y="260"/>
                    <a:pt x="17" y="377"/>
                  </a:cubicBezTo>
                  <a:lnTo>
                    <a:pt x="17" y="579"/>
                  </a:lnTo>
                  <a:lnTo>
                    <a:pt x="17" y="834"/>
                  </a:lnTo>
                  <a:lnTo>
                    <a:pt x="17" y="951"/>
                  </a:lnTo>
                  <a:lnTo>
                    <a:pt x="33" y="951"/>
                  </a:lnTo>
                  <a:lnTo>
                    <a:pt x="33" y="834"/>
                  </a:lnTo>
                  <a:lnTo>
                    <a:pt x="33" y="579"/>
                  </a:lnTo>
                  <a:lnTo>
                    <a:pt x="33" y="377"/>
                  </a:lnTo>
                  <a:cubicBezTo>
                    <a:pt x="49" y="260"/>
                    <a:pt x="49" y="143"/>
                    <a:pt x="33" y="10"/>
                  </a:cubicBezTo>
                  <a:cubicBezTo>
                    <a:pt x="23" y="10"/>
                    <a:pt x="19"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6"/>
            <p:cNvSpPr/>
            <p:nvPr/>
          </p:nvSpPr>
          <p:spPr>
            <a:xfrm>
              <a:off x="791152" y="2485704"/>
              <a:ext cx="5364" cy="81943"/>
            </a:xfrm>
            <a:custGeom>
              <a:rect b="b" l="l" r="r" t="t"/>
              <a:pathLst>
                <a:path extrusionOk="0" h="825" w="54">
                  <a:moveTo>
                    <a:pt x="17" y="0"/>
                  </a:moveTo>
                  <a:cubicBezTo>
                    <a:pt x="1" y="0"/>
                    <a:pt x="1" y="0"/>
                    <a:pt x="1" y="16"/>
                  </a:cubicBezTo>
                  <a:cubicBezTo>
                    <a:pt x="17" y="133"/>
                    <a:pt x="17" y="251"/>
                    <a:pt x="17" y="372"/>
                  </a:cubicBezTo>
                  <a:lnTo>
                    <a:pt x="17" y="606"/>
                  </a:lnTo>
                  <a:lnTo>
                    <a:pt x="17" y="675"/>
                  </a:lnTo>
                  <a:cubicBezTo>
                    <a:pt x="17" y="707"/>
                    <a:pt x="1" y="756"/>
                    <a:pt x="37" y="808"/>
                  </a:cubicBezTo>
                  <a:lnTo>
                    <a:pt x="37" y="824"/>
                  </a:lnTo>
                  <a:lnTo>
                    <a:pt x="53" y="824"/>
                  </a:lnTo>
                  <a:lnTo>
                    <a:pt x="53" y="808"/>
                  </a:lnTo>
                  <a:cubicBezTo>
                    <a:pt x="37" y="756"/>
                    <a:pt x="37" y="707"/>
                    <a:pt x="37" y="675"/>
                  </a:cubicBezTo>
                  <a:lnTo>
                    <a:pt x="37" y="606"/>
                  </a:lnTo>
                  <a:lnTo>
                    <a:pt x="37" y="372"/>
                  </a:lnTo>
                  <a:cubicBezTo>
                    <a:pt x="37" y="251"/>
                    <a:pt x="53" y="1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6"/>
            <p:cNvSpPr/>
            <p:nvPr/>
          </p:nvSpPr>
          <p:spPr>
            <a:xfrm>
              <a:off x="2120518" y="3672538"/>
              <a:ext cx="4867" cy="48669"/>
            </a:xfrm>
            <a:custGeom>
              <a:rect b="b" l="l" r="r" t="t"/>
              <a:pathLst>
                <a:path extrusionOk="0" h="490" w="49">
                  <a:moveTo>
                    <a:pt x="33" y="1"/>
                  </a:moveTo>
                  <a:cubicBezTo>
                    <a:pt x="33" y="1"/>
                    <a:pt x="16" y="1"/>
                    <a:pt x="16" y="17"/>
                  </a:cubicBezTo>
                  <a:cubicBezTo>
                    <a:pt x="0" y="85"/>
                    <a:pt x="0" y="170"/>
                    <a:pt x="0" y="255"/>
                  </a:cubicBezTo>
                  <a:cubicBezTo>
                    <a:pt x="16" y="320"/>
                    <a:pt x="16" y="405"/>
                    <a:pt x="0" y="473"/>
                  </a:cubicBezTo>
                  <a:lnTo>
                    <a:pt x="0" y="489"/>
                  </a:lnTo>
                  <a:lnTo>
                    <a:pt x="16" y="473"/>
                  </a:lnTo>
                  <a:cubicBezTo>
                    <a:pt x="33" y="405"/>
                    <a:pt x="33" y="320"/>
                    <a:pt x="33" y="255"/>
                  </a:cubicBezTo>
                  <a:cubicBezTo>
                    <a:pt x="33" y="170"/>
                    <a:pt x="33" y="8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6"/>
            <p:cNvSpPr/>
            <p:nvPr/>
          </p:nvSpPr>
          <p:spPr>
            <a:xfrm>
              <a:off x="1734143" y="3547786"/>
              <a:ext cx="157331" cy="186632"/>
            </a:xfrm>
            <a:custGeom>
              <a:rect b="b" l="l" r="r" t="t"/>
              <a:pathLst>
                <a:path extrusionOk="0" h="1879" w="1584">
                  <a:moveTo>
                    <a:pt x="71" y="0"/>
                  </a:moveTo>
                  <a:cubicBezTo>
                    <a:pt x="69" y="0"/>
                    <a:pt x="69" y="4"/>
                    <a:pt x="69" y="12"/>
                  </a:cubicBezTo>
                  <a:cubicBezTo>
                    <a:pt x="0" y="113"/>
                    <a:pt x="16" y="198"/>
                    <a:pt x="137" y="283"/>
                  </a:cubicBezTo>
                  <a:cubicBezTo>
                    <a:pt x="303" y="432"/>
                    <a:pt x="473" y="602"/>
                    <a:pt x="642" y="768"/>
                  </a:cubicBezTo>
                  <a:cubicBezTo>
                    <a:pt x="675" y="804"/>
                    <a:pt x="707" y="836"/>
                    <a:pt x="760" y="869"/>
                  </a:cubicBezTo>
                  <a:cubicBezTo>
                    <a:pt x="792" y="921"/>
                    <a:pt x="824" y="954"/>
                    <a:pt x="877" y="990"/>
                  </a:cubicBezTo>
                  <a:cubicBezTo>
                    <a:pt x="1079" y="1192"/>
                    <a:pt x="1281" y="1394"/>
                    <a:pt x="1499" y="1576"/>
                  </a:cubicBezTo>
                  <a:cubicBezTo>
                    <a:pt x="1551" y="1628"/>
                    <a:pt x="1551" y="1697"/>
                    <a:pt x="1551" y="1761"/>
                  </a:cubicBezTo>
                  <a:cubicBezTo>
                    <a:pt x="1551" y="1798"/>
                    <a:pt x="1531" y="1830"/>
                    <a:pt x="1551" y="1862"/>
                  </a:cubicBezTo>
                  <a:cubicBezTo>
                    <a:pt x="1551" y="1879"/>
                    <a:pt x="1551" y="1879"/>
                    <a:pt x="1568" y="1879"/>
                  </a:cubicBezTo>
                  <a:lnTo>
                    <a:pt x="1568" y="1862"/>
                  </a:lnTo>
                  <a:lnTo>
                    <a:pt x="1568" y="1761"/>
                  </a:lnTo>
                  <a:cubicBezTo>
                    <a:pt x="1584" y="1697"/>
                    <a:pt x="1584" y="1628"/>
                    <a:pt x="1515" y="1560"/>
                  </a:cubicBezTo>
                  <a:cubicBezTo>
                    <a:pt x="1297" y="1374"/>
                    <a:pt x="1095" y="1172"/>
                    <a:pt x="893" y="970"/>
                  </a:cubicBezTo>
                  <a:cubicBezTo>
                    <a:pt x="844" y="937"/>
                    <a:pt x="808" y="905"/>
                    <a:pt x="776" y="853"/>
                  </a:cubicBezTo>
                  <a:cubicBezTo>
                    <a:pt x="743" y="820"/>
                    <a:pt x="691" y="788"/>
                    <a:pt x="659" y="752"/>
                  </a:cubicBezTo>
                  <a:cubicBezTo>
                    <a:pt x="489" y="586"/>
                    <a:pt x="319" y="416"/>
                    <a:pt x="154" y="263"/>
                  </a:cubicBezTo>
                  <a:cubicBezTo>
                    <a:pt x="53" y="182"/>
                    <a:pt x="36" y="113"/>
                    <a:pt x="85" y="28"/>
                  </a:cubicBezTo>
                  <a:lnTo>
                    <a:pt x="85" y="12"/>
                  </a:lnTo>
                  <a:cubicBezTo>
                    <a:pt x="77" y="4"/>
                    <a:pt x="73"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6"/>
            <p:cNvSpPr/>
            <p:nvPr/>
          </p:nvSpPr>
          <p:spPr>
            <a:xfrm>
              <a:off x="754699" y="1826881"/>
              <a:ext cx="3278" cy="88697"/>
            </a:xfrm>
            <a:custGeom>
              <a:rect b="b" l="l" r="r" t="t"/>
              <a:pathLst>
                <a:path extrusionOk="0" h="893" w="33">
                  <a:moveTo>
                    <a:pt x="0" y="0"/>
                  </a:moveTo>
                  <a:lnTo>
                    <a:pt x="0" y="877"/>
                  </a:lnTo>
                  <a:lnTo>
                    <a:pt x="16" y="893"/>
                  </a:lnTo>
                  <a:cubicBezTo>
                    <a:pt x="33" y="893"/>
                    <a:pt x="33" y="877"/>
                    <a:pt x="33" y="877"/>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6"/>
            <p:cNvSpPr/>
            <p:nvPr/>
          </p:nvSpPr>
          <p:spPr>
            <a:xfrm>
              <a:off x="2096779" y="2860059"/>
              <a:ext cx="3774" cy="45392"/>
            </a:xfrm>
            <a:custGeom>
              <a:rect b="b" l="l" r="r" t="t"/>
              <a:pathLst>
                <a:path extrusionOk="0" h="457" w="38">
                  <a:moveTo>
                    <a:pt x="21" y="0"/>
                  </a:moveTo>
                  <a:cubicBezTo>
                    <a:pt x="1" y="101"/>
                    <a:pt x="1" y="186"/>
                    <a:pt x="1" y="287"/>
                  </a:cubicBezTo>
                  <a:lnTo>
                    <a:pt x="1" y="441"/>
                  </a:lnTo>
                  <a:cubicBezTo>
                    <a:pt x="1" y="457"/>
                    <a:pt x="1" y="457"/>
                    <a:pt x="21" y="457"/>
                  </a:cubicBezTo>
                  <a:cubicBezTo>
                    <a:pt x="21" y="457"/>
                    <a:pt x="37" y="457"/>
                    <a:pt x="37" y="441"/>
                  </a:cubicBezTo>
                  <a:lnTo>
                    <a:pt x="37" y="287"/>
                  </a:lnTo>
                  <a:cubicBezTo>
                    <a:pt x="21" y="186"/>
                    <a:pt x="21" y="101"/>
                    <a:pt x="37"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6"/>
            <p:cNvSpPr/>
            <p:nvPr/>
          </p:nvSpPr>
          <p:spPr>
            <a:xfrm>
              <a:off x="1246160" y="3533682"/>
              <a:ext cx="172230" cy="200736"/>
            </a:xfrm>
            <a:custGeom>
              <a:rect b="b" l="l" r="r" t="t"/>
              <a:pathLst>
                <a:path extrusionOk="0" h="2021" w="1734">
                  <a:moveTo>
                    <a:pt x="1649" y="1"/>
                  </a:moveTo>
                  <a:lnTo>
                    <a:pt x="1649" y="21"/>
                  </a:lnTo>
                  <a:cubicBezTo>
                    <a:pt x="1665" y="21"/>
                    <a:pt x="1665" y="37"/>
                    <a:pt x="1681" y="37"/>
                  </a:cubicBezTo>
                  <a:cubicBezTo>
                    <a:pt x="1698" y="53"/>
                    <a:pt x="1698" y="69"/>
                    <a:pt x="1698" y="86"/>
                  </a:cubicBezTo>
                  <a:cubicBezTo>
                    <a:pt x="1681" y="187"/>
                    <a:pt x="1681" y="271"/>
                    <a:pt x="1681" y="372"/>
                  </a:cubicBezTo>
                  <a:cubicBezTo>
                    <a:pt x="1681" y="389"/>
                    <a:pt x="1698" y="425"/>
                    <a:pt x="1698" y="457"/>
                  </a:cubicBezTo>
                  <a:cubicBezTo>
                    <a:pt x="1698" y="542"/>
                    <a:pt x="1665" y="574"/>
                    <a:pt x="1597" y="591"/>
                  </a:cubicBezTo>
                  <a:cubicBezTo>
                    <a:pt x="1447" y="627"/>
                    <a:pt x="1314" y="675"/>
                    <a:pt x="1160" y="708"/>
                  </a:cubicBezTo>
                  <a:cubicBezTo>
                    <a:pt x="825" y="793"/>
                    <a:pt x="486" y="894"/>
                    <a:pt x="150" y="978"/>
                  </a:cubicBezTo>
                  <a:cubicBezTo>
                    <a:pt x="33" y="1011"/>
                    <a:pt x="1" y="1047"/>
                    <a:pt x="1" y="1164"/>
                  </a:cubicBezTo>
                  <a:lnTo>
                    <a:pt x="1" y="1770"/>
                  </a:lnTo>
                  <a:lnTo>
                    <a:pt x="1" y="2004"/>
                  </a:lnTo>
                  <a:cubicBezTo>
                    <a:pt x="1" y="2021"/>
                    <a:pt x="1" y="2021"/>
                    <a:pt x="17" y="2021"/>
                  </a:cubicBezTo>
                  <a:cubicBezTo>
                    <a:pt x="17" y="2021"/>
                    <a:pt x="33" y="2021"/>
                    <a:pt x="33" y="2004"/>
                  </a:cubicBezTo>
                  <a:lnTo>
                    <a:pt x="33" y="1770"/>
                  </a:lnTo>
                  <a:lnTo>
                    <a:pt x="33" y="1164"/>
                  </a:lnTo>
                  <a:cubicBezTo>
                    <a:pt x="17" y="1063"/>
                    <a:pt x="49" y="1031"/>
                    <a:pt x="150" y="1011"/>
                  </a:cubicBezTo>
                  <a:cubicBezTo>
                    <a:pt x="486" y="910"/>
                    <a:pt x="841" y="829"/>
                    <a:pt x="1176" y="728"/>
                  </a:cubicBezTo>
                  <a:cubicBezTo>
                    <a:pt x="1314" y="692"/>
                    <a:pt x="1463" y="659"/>
                    <a:pt x="1597" y="627"/>
                  </a:cubicBezTo>
                  <a:cubicBezTo>
                    <a:pt x="1681" y="591"/>
                    <a:pt x="1718" y="542"/>
                    <a:pt x="1718" y="457"/>
                  </a:cubicBezTo>
                  <a:lnTo>
                    <a:pt x="1718" y="372"/>
                  </a:lnTo>
                  <a:cubicBezTo>
                    <a:pt x="1718" y="271"/>
                    <a:pt x="1718" y="187"/>
                    <a:pt x="1734" y="86"/>
                  </a:cubicBezTo>
                  <a:cubicBezTo>
                    <a:pt x="1734" y="53"/>
                    <a:pt x="1718" y="37"/>
                    <a:pt x="1698" y="21"/>
                  </a:cubicBezTo>
                  <a:cubicBezTo>
                    <a:pt x="1681" y="21"/>
                    <a:pt x="1681" y="1"/>
                    <a:pt x="16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6"/>
            <p:cNvSpPr/>
            <p:nvPr/>
          </p:nvSpPr>
          <p:spPr>
            <a:xfrm>
              <a:off x="1923059" y="2704715"/>
              <a:ext cx="145809" cy="294201"/>
            </a:xfrm>
            <a:custGeom>
              <a:rect b="b" l="l" r="r" t="t"/>
              <a:pathLst>
                <a:path extrusionOk="0" h="2962" w="1468">
                  <a:moveTo>
                    <a:pt x="1" y="1"/>
                  </a:moveTo>
                  <a:lnTo>
                    <a:pt x="1" y="17"/>
                  </a:lnTo>
                  <a:cubicBezTo>
                    <a:pt x="33" y="166"/>
                    <a:pt x="134" y="304"/>
                    <a:pt x="235" y="437"/>
                  </a:cubicBezTo>
                  <a:cubicBezTo>
                    <a:pt x="288" y="490"/>
                    <a:pt x="336" y="538"/>
                    <a:pt x="372" y="607"/>
                  </a:cubicBezTo>
                  <a:cubicBezTo>
                    <a:pt x="607" y="942"/>
                    <a:pt x="841" y="1277"/>
                    <a:pt x="1079" y="1617"/>
                  </a:cubicBezTo>
                  <a:cubicBezTo>
                    <a:pt x="1180" y="1766"/>
                    <a:pt x="1281" y="1904"/>
                    <a:pt x="1382" y="2053"/>
                  </a:cubicBezTo>
                  <a:cubicBezTo>
                    <a:pt x="1415" y="2106"/>
                    <a:pt x="1431" y="2154"/>
                    <a:pt x="1431" y="2207"/>
                  </a:cubicBezTo>
                  <a:cubicBezTo>
                    <a:pt x="1447" y="2457"/>
                    <a:pt x="1447" y="2691"/>
                    <a:pt x="1431" y="2893"/>
                  </a:cubicBezTo>
                  <a:lnTo>
                    <a:pt x="1431" y="2930"/>
                  </a:lnTo>
                  <a:cubicBezTo>
                    <a:pt x="1415" y="2930"/>
                    <a:pt x="1415" y="2946"/>
                    <a:pt x="1415" y="2946"/>
                  </a:cubicBezTo>
                  <a:lnTo>
                    <a:pt x="1415" y="2962"/>
                  </a:lnTo>
                  <a:lnTo>
                    <a:pt x="1431" y="2962"/>
                  </a:lnTo>
                  <a:lnTo>
                    <a:pt x="1447" y="2946"/>
                  </a:lnTo>
                  <a:cubicBezTo>
                    <a:pt x="1447" y="2930"/>
                    <a:pt x="1467" y="2913"/>
                    <a:pt x="1467" y="2893"/>
                  </a:cubicBezTo>
                  <a:lnTo>
                    <a:pt x="1467" y="2207"/>
                  </a:lnTo>
                  <a:cubicBezTo>
                    <a:pt x="1467" y="2154"/>
                    <a:pt x="1447" y="2085"/>
                    <a:pt x="1415" y="2037"/>
                  </a:cubicBezTo>
                  <a:cubicBezTo>
                    <a:pt x="1314" y="1883"/>
                    <a:pt x="1197" y="1750"/>
                    <a:pt x="1096" y="1601"/>
                  </a:cubicBezTo>
                  <a:cubicBezTo>
                    <a:pt x="861" y="1261"/>
                    <a:pt x="623" y="926"/>
                    <a:pt x="405" y="591"/>
                  </a:cubicBezTo>
                  <a:cubicBezTo>
                    <a:pt x="356" y="522"/>
                    <a:pt x="304" y="469"/>
                    <a:pt x="271" y="421"/>
                  </a:cubicBezTo>
                  <a:cubicBezTo>
                    <a:pt x="170" y="288"/>
                    <a:pt x="69" y="166"/>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6"/>
            <p:cNvSpPr/>
            <p:nvPr/>
          </p:nvSpPr>
          <p:spPr>
            <a:xfrm>
              <a:off x="1264237" y="3075098"/>
              <a:ext cx="150577" cy="149782"/>
            </a:xfrm>
            <a:custGeom>
              <a:rect b="b" l="l" r="r" t="t"/>
              <a:pathLst>
                <a:path extrusionOk="0" h="1508" w="1516">
                  <a:moveTo>
                    <a:pt x="1429" y="0"/>
                  </a:moveTo>
                  <a:cubicBezTo>
                    <a:pt x="1403" y="0"/>
                    <a:pt x="1374" y="9"/>
                    <a:pt x="1350" y="25"/>
                  </a:cubicBezTo>
                  <a:lnTo>
                    <a:pt x="893" y="174"/>
                  </a:lnTo>
                  <a:lnTo>
                    <a:pt x="659" y="259"/>
                  </a:lnTo>
                  <a:cubicBezTo>
                    <a:pt x="607" y="275"/>
                    <a:pt x="558" y="295"/>
                    <a:pt x="506" y="328"/>
                  </a:cubicBezTo>
                  <a:cubicBezTo>
                    <a:pt x="388" y="360"/>
                    <a:pt x="271" y="413"/>
                    <a:pt x="138" y="445"/>
                  </a:cubicBezTo>
                  <a:cubicBezTo>
                    <a:pt x="21" y="477"/>
                    <a:pt x="1" y="546"/>
                    <a:pt x="1" y="647"/>
                  </a:cubicBezTo>
                  <a:lnTo>
                    <a:pt x="1" y="1119"/>
                  </a:lnTo>
                  <a:lnTo>
                    <a:pt x="1" y="1370"/>
                  </a:lnTo>
                  <a:cubicBezTo>
                    <a:pt x="1" y="1406"/>
                    <a:pt x="21" y="1422"/>
                    <a:pt x="21" y="1455"/>
                  </a:cubicBezTo>
                  <a:lnTo>
                    <a:pt x="21" y="1487"/>
                  </a:lnTo>
                  <a:cubicBezTo>
                    <a:pt x="21" y="1507"/>
                    <a:pt x="37" y="1507"/>
                    <a:pt x="37" y="1507"/>
                  </a:cubicBezTo>
                  <a:cubicBezTo>
                    <a:pt x="37" y="1507"/>
                    <a:pt x="53" y="1507"/>
                    <a:pt x="53" y="1487"/>
                  </a:cubicBezTo>
                  <a:cubicBezTo>
                    <a:pt x="53" y="1471"/>
                    <a:pt x="37" y="1471"/>
                    <a:pt x="37" y="1455"/>
                  </a:cubicBezTo>
                  <a:lnTo>
                    <a:pt x="37" y="1370"/>
                  </a:lnTo>
                  <a:lnTo>
                    <a:pt x="37" y="1119"/>
                  </a:lnTo>
                  <a:lnTo>
                    <a:pt x="37" y="647"/>
                  </a:lnTo>
                  <a:cubicBezTo>
                    <a:pt x="37" y="546"/>
                    <a:pt x="53" y="497"/>
                    <a:pt x="138" y="477"/>
                  </a:cubicBezTo>
                  <a:cubicBezTo>
                    <a:pt x="271" y="445"/>
                    <a:pt x="405" y="396"/>
                    <a:pt x="526" y="344"/>
                  </a:cubicBezTo>
                  <a:cubicBezTo>
                    <a:pt x="574" y="328"/>
                    <a:pt x="627" y="312"/>
                    <a:pt x="675" y="295"/>
                  </a:cubicBezTo>
                  <a:lnTo>
                    <a:pt x="910" y="211"/>
                  </a:lnTo>
                  <a:cubicBezTo>
                    <a:pt x="1047" y="158"/>
                    <a:pt x="1196" y="93"/>
                    <a:pt x="1350" y="41"/>
                  </a:cubicBezTo>
                  <a:cubicBezTo>
                    <a:pt x="1374" y="33"/>
                    <a:pt x="1399" y="29"/>
                    <a:pt x="1421" y="29"/>
                  </a:cubicBezTo>
                  <a:cubicBezTo>
                    <a:pt x="1442" y="29"/>
                    <a:pt x="1459" y="33"/>
                    <a:pt x="1467" y="41"/>
                  </a:cubicBezTo>
                  <a:cubicBezTo>
                    <a:pt x="1483" y="57"/>
                    <a:pt x="1499" y="73"/>
                    <a:pt x="1499" y="93"/>
                  </a:cubicBezTo>
                  <a:cubicBezTo>
                    <a:pt x="1467" y="275"/>
                    <a:pt x="1483" y="445"/>
                    <a:pt x="1483" y="631"/>
                  </a:cubicBezTo>
                  <a:lnTo>
                    <a:pt x="1483" y="917"/>
                  </a:lnTo>
                  <a:cubicBezTo>
                    <a:pt x="1483" y="966"/>
                    <a:pt x="1467" y="1018"/>
                    <a:pt x="1451" y="1051"/>
                  </a:cubicBezTo>
                  <a:cubicBezTo>
                    <a:pt x="1451" y="1067"/>
                    <a:pt x="1451" y="1067"/>
                    <a:pt x="1467" y="1067"/>
                  </a:cubicBezTo>
                  <a:lnTo>
                    <a:pt x="1483" y="1067"/>
                  </a:lnTo>
                  <a:cubicBezTo>
                    <a:pt x="1499" y="1018"/>
                    <a:pt x="1499" y="966"/>
                    <a:pt x="1499" y="934"/>
                  </a:cubicBezTo>
                  <a:cubicBezTo>
                    <a:pt x="1516" y="833"/>
                    <a:pt x="1499" y="715"/>
                    <a:pt x="1499" y="631"/>
                  </a:cubicBezTo>
                  <a:cubicBezTo>
                    <a:pt x="1499" y="445"/>
                    <a:pt x="1499" y="275"/>
                    <a:pt x="1516" y="110"/>
                  </a:cubicBezTo>
                  <a:cubicBezTo>
                    <a:pt x="1516" y="57"/>
                    <a:pt x="1499" y="41"/>
                    <a:pt x="1483" y="25"/>
                  </a:cubicBezTo>
                  <a:cubicBezTo>
                    <a:pt x="1475" y="9"/>
                    <a:pt x="1454"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6"/>
            <p:cNvSpPr/>
            <p:nvPr/>
          </p:nvSpPr>
          <p:spPr>
            <a:xfrm>
              <a:off x="1266223" y="2368699"/>
              <a:ext cx="212357" cy="158821"/>
            </a:xfrm>
            <a:custGeom>
              <a:rect b="b" l="l" r="r" t="t"/>
              <a:pathLst>
                <a:path extrusionOk="0" h="1599" w="2138">
                  <a:moveTo>
                    <a:pt x="1439" y="1"/>
                  </a:moveTo>
                  <a:cubicBezTo>
                    <a:pt x="1420" y="1"/>
                    <a:pt x="1401" y="8"/>
                    <a:pt x="1378" y="15"/>
                  </a:cubicBezTo>
                  <a:cubicBezTo>
                    <a:pt x="942" y="237"/>
                    <a:pt x="570" y="403"/>
                    <a:pt x="219" y="540"/>
                  </a:cubicBezTo>
                  <a:cubicBezTo>
                    <a:pt x="33" y="621"/>
                    <a:pt x="1" y="722"/>
                    <a:pt x="17" y="891"/>
                  </a:cubicBezTo>
                  <a:lnTo>
                    <a:pt x="17" y="1178"/>
                  </a:lnTo>
                  <a:cubicBezTo>
                    <a:pt x="17" y="1295"/>
                    <a:pt x="17" y="1429"/>
                    <a:pt x="33" y="1550"/>
                  </a:cubicBezTo>
                  <a:cubicBezTo>
                    <a:pt x="33" y="1566"/>
                    <a:pt x="33" y="1566"/>
                    <a:pt x="49" y="1566"/>
                  </a:cubicBezTo>
                  <a:lnTo>
                    <a:pt x="49" y="1550"/>
                  </a:lnTo>
                  <a:cubicBezTo>
                    <a:pt x="33" y="1429"/>
                    <a:pt x="33" y="1295"/>
                    <a:pt x="49" y="1178"/>
                  </a:cubicBezTo>
                  <a:cubicBezTo>
                    <a:pt x="49" y="1077"/>
                    <a:pt x="49" y="976"/>
                    <a:pt x="33" y="891"/>
                  </a:cubicBezTo>
                  <a:cubicBezTo>
                    <a:pt x="33" y="722"/>
                    <a:pt x="49" y="641"/>
                    <a:pt x="235" y="572"/>
                  </a:cubicBezTo>
                  <a:cubicBezTo>
                    <a:pt x="570" y="419"/>
                    <a:pt x="958" y="253"/>
                    <a:pt x="1378" y="51"/>
                  </a:cubicBezTo>
                  <a:cubicBezTo>
                    <a:pt x="1402" y="35"/>
                    <a:pt x="1422" y="26"/>
                    <a:pt x="1439" y="26"/>
                  </a:cubicBezTo>
                  <a:cubicBezTo>
                    <a:pt x="1460" y="26"/>
                    <a:pt x="1478" y="39"/>
                    <a:pt x="1496" y="67"/>
                  </a:cubicBezTo>
                  <a:cubicBezTo>
                    <a:pt x="1597" y="184"/>
                    <a:pt x="1698" y="318"/>
                    <a:pt x="1799" y="439"/>
                  </a:cubicBezTo>
                  <a:cubicBezTo>
                    <a:pt x="2101" y="807"/>
                    <a:pt x="2101" y="807"/>
                    <a:pt x="2085" y="1279"/>
                  </a:cubicBezTo>
                  <a:cubicBezTo>
                    <a:pt x="2085" y="1311"/>
                    <a:pt x="2101" y="1348"/>
                    <a:pt x="2101" y="1364"/>
                  </a:cubicBezTo>
                  <a:cubicBezTo>
                    <a:pt x="2101" y="1449"/>
                    <a:pt x="2101" y="1513"/>
                    <a:pt x="2069" y="1582"/>
                  </a:cubicBezTo>
                  <a:lnTo>
                    <a:pt x="2069" y="1598"/>
                  </a:lnTo>
                  <a:lnTo>
                    <a:pt x="2085" y="1598"/>
                  </a:lnTo>
                  <a:cubicBezTo>
                    <a:pt x="2138" y="1513"/>
                    <a:pt x="2138" y="1449"/>
                    <a:pt x="2122" y="1364"/>
                  </a:cubicBezTo>
                  <a:lnTo>
                    <a:pt x="2122" y="1279"/>
                  </a:lnTo>
                  <a:cubicBezTo>
                    <a:pt x="2122" y="790"/>
                    <a:pt x="2122" y="790"/>
                    <a:pt x="1835" y="419"/>
                  </a:cubicBezTo>
                  <a:lnTo>
                    <a:pt x="1819" y="419"/>
                  </a:lnTo>
                  <a:cubicBezTo>
                    <a:pt x="1718" y="302"/>
                    <a:pt x="1617" y="168"/>
                    <a:pt x="1516" y="51"/>
                  </a:cubicBezTo>
                  <a:cubicBezTo>
                    <a:pt x="1486" y="12"/>
                    <a:pt x="1463" y="1"/>
                    <a:pt x="1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6"/>
            <p:cNvSpPr/>
            <p:nvPr/>
          </p:nvSpPr>
          <p:spPr>
            <a:xfrm>
              <a:off x="2167002" y="3477166"/>
              <a:ext cx="6953" cy="44994"/>
            </a:xfrm>
            <a:custGeom>
              <a:rect b="b" l="l" r="r" t="t"/>
              <a:pathLst>
                <a:path extrusionOk="0" h="453" w="70">
                  <a:moveTo>
                    <a:pt x="53" y="0"/>
                  </a:moveTo>
                  <a:cubicBezTo>
                    <a:pt x="53" y="0"/>
                    <a:pt x="37" y="0"/>
                    <a:pt x="37" y="16"/>
                  </a:cubicBezTo>
                  <a:cubicBezTo>
                    <a:pt x="21" y="85"/>
                    <a:pt x="21" y="150"/>
                    <a:pt x="21" y="235"/>
                  </a:cubicBezTo>
                  <a:cubicBezTo>
                    <a:pt x="21" y="303"/>
                    <a:pt x="37" y="368"/>
                    <a:pt x="21" y="437"/>
                  </a:cubicBezTo>
                  <a:cubicBezTo>
                    <a:pt x="1" y="453"/>
                    <a:pt x="21" y="453"/>
                    <a:pt x="21" y="453"/>
                  </a:cubicBezTo>
                  <a:lnTo>
                    <a:pt x="37" y="453"/>
                  </a:lnTo>
                  <a:cubicBezTo>
                    <a:pt x="53" y="368"/>
                    <a:pt x="53" y="303"/>
                    <a:pt x="53" y="235"/>
                  </a:cubicBezTo>
                  <a:cubicBezTo>
                    <a:pt x="53" y="150"/>
                    <a:pt x="53" y="85"/>
                    <a:pt x="70" y="16"/>
                  </a:cubicBezTo>
                  <a:cubicBezTo>
                    <a:pt x="70" y="0"/>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6"/>
            <p:cNvSpPr/>
            <p:nvPr/>
          </p:nvSpPr>
          <p:spPr>
            <a:xfrm>
              <a:off x="574127" y="3528914"/>
              <a:ext cx="4867" cy="81943"/>
            </a:xfrm>
            <a:custGeom>
              <a:rect b="b" l="l" r="r" t="t"/>
              <a:pathLst>
                <a:path extrusionOk="0" h="825" w="49">
                  <a:moveTo>
                    <a:pt x="17" y="0"/>
                  </a:moveTo>
                  <a:cubicBezTo>
                    <a:pt x="0" y="0"/>
                    <a:pt x="0" y="16"/>
                    <a:pt x="0" y="16"/>
                  </a:cubicBezTo>
                  <a:cubicBezTo>
                    <a:pt x="17" y="186"/>
                    <a:pt x="17" y="352"/>
                    <a:pt x="17" y="521"/>
                  </a:cubicBezTo>
                  <a:lnTo>
                    <a:pt x="17" y="808"/>
                  </a:lnTo>
                  <a:cubicBezTo>
                    <a:pt x="17" y="824"/>
                    <a:pt x="17" y="824"/>
                    <a:pt x="33" y="824"/>
                  </a:cubicBezTo>
                  <a:lnTo>
                    <a:pt x="33" y="808"/>
                  </a:lnTo>
                  <a:lnTo>
                    <a:pt x="33" y="521"/>
                  </a:lnTo>
                  <a:cubicBezTo>
                    <a:pt x="33" y="352"/>
                    <a:pt x="49" y="186"/>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6"/>
            <p:cNvSpPr/>
            <p:nvPr/>
          </p:nvSpPr>
          <p:spPr>
            <a:xfrm>
              <a:off x="985431" y="2051157"/>
              <a:ext cx="4867" cy="95153"/>
            </a:xfrm>
            <a:custGeom>
              <a:rect b="b" l="l" r="r" t="t"/>
              <a:pathLst>
                <a:path extrusionOk="0" h="958" w="49">
                  <a:moveTo>
                    <a:pt x="0" y="0"/>
                  </a:moveTo>
                  <a:lnTo>
                    <a:pt x="0" y="16"/>
                  </a:lnTo>
                  <a:cubicBezTo>
                    <a:pt x="16" y="117"/>
                    <a:pt x="0" y="235"/>
                    <a:pt x="0" y="352"/>
                  </a:cubicBezTo>
                  <a:lnTo>
                    <a:pt x="0" y="570"/>
                  </a:lnTo>
                  <a:cubicBezTo>
                    <a:pt x="16" y="622"/>
                    <a:pt x="0" y="655"/>
                    <a:pt x="0" y="707"/>
                  </a:cubicBezTo>
                  <a:cubicBezTo>
                    <a:pt x="0" y="788"/>
                    <a:pt x="0" y="857"/>
                    <a:pt x="16" y="941"/>
                  </a:cubicBezTo>
                  <a:lnTo>
                    <a:pt x="32" y="958"/>
                  </a:lnTo>
                  <a:cubicBezTo>
                    <a:pt x="49" y="958"/>
                    <a:pt x="49" y="941"/>
                    <a:pt x="49" y="941"/>
                  </a:cubicBezTo>
                  <a:cubicBezTo>
                    <a:pt x="32" y="857"/>
                    <a:pt x="32" y="772"/>
                    <a:pt x="32" y="707"/>
                  </a:cubicBezTo>
                  <a:lnTo>
                    <a:pt x="32" y="570"/>
                  </a:lnTo>
                  <a:lnTo>
                    <a:pt x="32" y="352"/>
                  </a:lnTo>
                  <a:cubicBezTo>
                    <a:pt x="32" y="235"/>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6"/>
            <p:cNvSpPr/>
            <p:nvPr/>
          </p:nvSpPr>
          <p:spPr>
            <a:xfrm>
              <a:off x="1520197" y="3152572"/>
              <a:ext cx="197557" cy="310987"/>
            </a:xfrm>
            <a:custGeom>
              <a:rect b="b" l="l" r="r" t="t"/>
              <a:pathLst>
                <a:path extrusionOk="0" h="3131" w="1989">
                  <a:moveTo>
                    <a:pt x="17" y="0"/>
                  </a:moveTo>
                  <a:cubicBezTo>
                    <a:pt x="1" y="0"/>
                    <a:pt x="1" y="0"/>
                    <a:pt x="1" y="20"/>
                  </a:cubicBezTo>
                  <a:cubicBezTo>
                    <a:pt x="1" y="101"/>
                    <a:pt x="70" y="137"/>
                    <a:pt x="118" y="186"/>
                  </a:cubicBezTo>
                  <a:cubicBezTo>
                    <a:pt x="134" y="202"/>
                    <a:pt x="150" y="222"/>
                    <a:pt x="171" y="238"/>
                  </a:cubicBezTo>
                  <a:cubicBezTo>
                    <a:pt x="272" y="323"/>
                    <a:pt x="352" y="424"/>
                    <a:pt x="453" y="525"/>
                  </a:cubicBezTo>
                  <a:cubicBezTo>
                    <a:pt x="554" y="642"/>
                    <a:pt x="676" y="760"/>
                    <a:pt x="793" y="877"/>
                  </a:cubicBezTo>
                  <a:cubicBezTo>
                    <a:pt x="1160" y="1248"/>
                    <a:pt x="1516" y="1600"/>
                    <a:pt x="1867" y="1955"/>
                  </a:cubicBezTo>
                  <a:cubicBezTo>
                    <a:pt x="1936" y="2020"/>
                    <a:pt x="1952" y="2072"/>
                    <a:pt x="1952" y="2173"/>
                  </a:cubicBezTo>
                  <a:cubicBezTo>
                    <a:pt x="1952" y="2424"/>
                    <a:pt x="1952" y="2695"/>
                    <a:pt x="1936" y="3014"/>
                  </a:cubicBezTo>
                  <a:cubicBezTo>
                    <a:pt x="1936" y="3050"/>
                    <a:pt x="1936" y="3066"/>
                    <a:pt x="1920" y="3099"/>
                  </a:cubicBezTo>
                  <a:lnTo>
                    <a:pt x="1920" y="3115"/>
                  </a:lnTo>
                  <a:lnTo>
                    <a:pt x="1920" y="3131"/>
                  </a:lnTo>
                  <a:lnTo>
                    <a:pt x="1936" y="3131"/>
                  </a:lnTo>
                  <a:lnTo>
                    <a:pt x="1936" y="3115"/>
                  </a:lnTo>
                  <a:lnTo>
                    <a:pt x="1952" y="3115"/>
                  </a:lnTo>
                  <a:cubicBezTo>
                    <a:pt x="1952" y="3082"/>
                    <a:pt x="1968" y="3050"/>
                    <a:pt x="1968" y="3014"/>
                  </a:cubicBezTo>
                  <a:cubicBezTo>
                    <a:pt x="1968" y="2695"/>
                    <a:pt x="1968" y="2424"/>
                    <a:pt x="1988" y="2173"/>
                  </a:cubicBezTo>
                  <a:cubicBezTo>
                    <a:pt x="1988" y="2072"/>
                    <a:pt x="1952" y="2004"/>
                    <a:pt x="1887" y="1939"/>
                  </a:cubicBezTo>
                  <a:cubicBezTo>
                    <a:pt x="1532" y="1584"/>
                    <a:pt x="1181" y="1232"/>
                    <a:pt x="809" y="844"/>
                  </a:cubicBezTo>
                  <a:cubicBezTo>
                    <a:pt x="692" y="743"/>
                    <a:pt x="575" y="606"/>
                    <a:pt x="474" y="505"/>
                  </a:cubicBezTo>
                  <a:cubicBezTo>
                    <a:pt x="373" y="404"/>
                    <a:pt x="288" y="303"/>
                    <a:pt x="203" y="222"/>
                  </a:cubicBezTo>
                  <a:cubicBezTo>
                    <a:pt x="171" y="202"/>
                    <a:pt x="150" y="186"/>
                    <a:pt x="134" y="170"/>
                  </a:cubicBezTo>
                  <a:cubicBezTo>
                    <a:pt x="86" y="121"/>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6"/>
            <p:cNvSpPr/>
            <p:nvPr/>
          </p:nvSpPr>
          <p:spPr>
            <a:xfrm>
              <a:off x="2095190" y="3127641"/>
              <a:ext cx="5364" cy="40227"/>
            </a:xfrm>
            <a:custGeom>
              <a:rect b="b" l="l" r="r" t="t"/>
              <a:pathLst>
                <a:path extrusionOk="0" h="405" w="54">
                  <a:moveTo>
                    <a:pt x="53" y="1"/>
                  </a:moveTo>
                  <a:cubicBezTo>
                    <a:pt x="37" y="1"/>
                    <a:pt x="37" y="1"/>
                    <a:pt x="37" y="17"/>
                  </a:cubicBezTo>
                  <a:cubicBezTo>
                    <a:pt x="17" y="85"/>
                    <a:pt x="17" y="150"/>
                    <a:pt x="17" y="203"/>
                  </a:cubicBezTo>
                  <a:cubicBezTo>
                    <a:pt x="17" y="271"/>
                    <a:pt x="17" y="336"/>
                    <a:pt x="1" y="388"/>
                  </a:cubicBezTo>
                  <a:cubicBezTo>
                    <a:pt x="1" y="405"/>
                    <a:pt x="1" y="405"/>
                    <a:pt x="17" y="405"/>
                  </a:cubicBezTo>
                  <a:lnTo>
                    <a:pt x="37" y="405"/>
                  </a:lnTo>
                  <a:cubicBezTo>
                    <a:pt x="53" y="336"/>
                    <a:pt x="53" y="271"/>
                    <a:pt x="53" y="203"/>
                  </a:cubicBezTo>
                  <a:cubicBezTo>
                    <a:pt x="37" y="134"/>
                    <a:pt x="37" y="85"/>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6"/>
            <p:cNvSpPr/>
            <p:nvPr/>
          </p:nvSpPr>
          <p:spPr>
            <a:xfrm>
              <a:off x="2080390" y="3607579"/>
              <a:ext cx="98828" cy="126838"/>
            </a:xfrm>
            <a:custGeom>
              <a:rect b="b" l="l" r="r" t="t"/>
              <a:pathLst>
                <a:path extrusionOk="0" h="1277" w="995">
                  <a:moveTo>
                    <a:pt x="65" y="0"/>
                  </a:moveTo>
                  <a:cubicBezTo>
                    <a:pt x="0" y="101"/>
                    <a:pt x="17" y="186"/>
                    <a:pt x="85" y="251"/>
                  </a:cubicBezTo>
                  <a:cubicBezTo>
                    <a:pt x="186" y="335"/>
                    <a:pt x="287" y="453"/>
                    <a:pt x="368" y="554"/>
                  </a:cubicBezTo>
                  <a:lnTo>
                    <a:pt x="521" y="707"/>
                  </a:lnTo>
                  <a:lnTo>
                    <a:pt x="554" y="739"/>
                  </a:lnTo>
                  <a:cubicBezTo>
                    <a:pt x="707" y="893"/>
                    <a:pt x="857" y="1042"/>
                    <a:pt x="925" y="1260"/>
                  </a:cubicBezTo>
                  <a:lnTo>
                    <a:pt x="942" y="1277"/>
                  </a:lnTo>
                  <a:lnTo>
                    <a:pt x="974" y="1277"/>
                  </a:lnTo>
                  <a:cubicBezTo>
                    <a:pt x="994" y="1277"/>
                    <a:pt x="994" y="1260"/>
                    <a:pt x="994" y="1260"/>
                  </a:cubicBezTo>
                  <a:cubicBezTo>
                    <a:pt x="994" y="1244"/>
                    <a:pt x="974" y="1244"/>
                    <a:pt x="974" y="1244"/>
                  </a:cubicBezTo>
                  <a:lnTo>
                    <a:pt x="958" y="1244"/>
                  </a:lnTo>
                  <a:lnTo>
                    <a:pt x="958" y="1260"/>
                  </a:lnTo>
                  <a:lnTo>
                    <a:pt x="942" y="1244"/>
                  </a:lnTo>
                  <a:cubicBezTo>
                    <a:pt x="873" y="1026"/>
                    <a:pt x="723" y="873"/>
                    <a:pt x="570" y="723"/>
                  </a:cubicBezTo>
                  <a:lnTo>
                    <a:pt x="538" y="691"/>
                  </a:lnTo>
                  <a:cubicBezTo>
                    <a:pt x="489" y="638"/>
                    <a:pt x="437" y="590"/>
                    <a:pt x="404" y="537"/>
                  </a:cubicBezTo>
                  <a:cubicBezTo>
                    <a:pt x="303" y="420"/>
                    <a:pt x="202" y="319"/>
                    <a:pt x="101" y="218"/>
                  </a:cubicBezTo>
                  <a:cubicBezTo>
                    <a:pt x="33" y="166"/>
                    <a:pt x="49" y="85"/>
                    <a:pt x="85" y="16"/>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6"/>
            <p:cNvSpPr/>
            <p:nvPr/>
          </p:nvSpPr>
          <p:spPr>
            <a:xfrm>
              <a:off x="1411536" y="1420741"/>
              <a:ext cx="63469" cy="217224"/>
            </a:xfrm>
            <a:custGeom>
              <a:rect b="b" l="l" r="r" t="t"/>
              <a:pathLst>
                <a:path extrusionOk="0" h="2187" w="639">
                  <a:moveTo>
                    <a:pt x="53" y="1"/>
                  </a:moveTo>
                  <a:cubicBezTo>
                    <a:pt x="53" y="1"/>
                    <a:pt x="33" y="1"/>
                    <a:pt x="33" y="17"/>
                  </a:cubicBezTo>
                  <a:cubicBezTo>
                    <a:pt x="16" y="187"/>
                    <a:pt x="0" y="320"/>
                    <a:pt x="0" y="469"/>
                  </a:cubicBezTo>
                  <a:lnTo>
                    <a:pt x="0" y="1197"/>
                  </a:lnTo>
                  <a:cubicBezTo>
                    <a:pt x="0" y="1298"/>
                    <a:pt x="33" y="1378"/>
                    <a:pt x="117" y="1463"/>
                  </a:cubicBezTo>
                  <a:cubicBezTo>
                    <a:pt x="202" y="1548"/>
                    <a:pt x="271" y="1665"/>
                    <a:pt x="319" y="1766"/>
                  </a:cubicBezTo>
                  <a:cubicBezTo>
                    <a:pt x="356" y="1819"/>
                    <a:pt x="388" y="1867"/>
                    <a:pt x="420" y="1920"/>
                  </a:cubicBezTo>
                  <a:cubicBezTo>
                    <a:pt x="436" y="1936"/>
                    <a:pt x="457" y="1968"/>
                    <a:pt x="473" y="1984"/>
                  </a:cubicBezTo>
                  <a:cubicBezTo>
                    <a:pt x="505" y="2069"/>
                    <a:pt x="558" y="2138"/>
                    <a:pt x="622" y="2186"/>
                  </a:cubicBezTo>
                  <a:lnTo>
                    <a:pt x="638" y="2186"/>
                  </a:lnTo>
                  <a:lnTo>
                    <a:pt x="638" y="2170"/>
                  </a:lnTo>
                  <a:cubicBezTo>
                    <a:pt x="574" y="2122"/>
                    <a:pt x="521" y="2053"/>
                    <a:pt x="489" y="1984"/>
                  </a:cubicBezTo>
                  <a:cubicBezTo>
                    <a:pt x="473" y="1952"/>
                    <a:pt x="457" y="1920"/>
                    <a:pt x="436" y="1904"/>
                  </a:cubicBezTo>
                  <a:cubicBezTo>
                    <a:pt x="404" y="1851"/>
                    <a:pt x="388" y="1803"/>
                    <a:pt x="356" y="1750"/>
                  </a:cubicBezTo>
                  <a:cubicBezTo>
                    <a:pt x="287" y="1649"/>
                    <a:pt x="218" y="1532"/>
                    <a:pt x="134" y="1447"/>
                  </a:cubicBezTo>
                  <a:cubicBezTo>
                    <a:pt x="53" y="1362"/>
                    <a:pt x="16" y="1298"/>
                    <a:pt x="16" y="1197"/>
                  </a:cubicBezTo>
                  <a:lnTo>
                    <a:pt x="16" y="469"/>
                  </a:lnTo>
                  <a:cubicBezTo>
                    <a:pt x="16" y="320"/>
                    <a:pt x="33" y="187"/>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6"/>
            <p:cNvSpPr/>
            <p:nvPr/>
          </p:nvSpPr>
          <p:spPr>
            <a:xfrm>
              <a:off x="480264" y="2855193"/>
              <a:ext cx="160609" cy="163787"/>
            </a:xfrm>
            <a:custGeom>
              <a:rect b="b" l="l" r="r" t="t"/>
              <a:pathLst>
                <a:path extrusionOk="0" h="1649" w="1617">
                  <a:moveTo>
                    <a:pt x="1551" y="1"/>
                  </a:moveTo>
                  <a:lnTo>
                    <a:pt x="1551" y="33"/>
                  </a:lnTo>
                  <a:cubicBezTo>
                    <a:pt x="1600" y="86"/>
                    <a:pt x="1584" y="150"/>
                    <a:pt x="1584" y="219"/>
                  </a:cubicBezTo>
                  <a:cubicBezTo>
                    <a:pt x="1568" y="267"/>
                    <a:pt x="1568" y="304"/>
                    <a:pt x="1568" y="336"/>
                  </a:cubicBezTo>
                  <a:cubicBezTo>
                    <a:pt x="1584" y="453"/>
                    <a:pt x="1584" y="591"/>
                    <a:pt x="1584" y="708"/>
                  </a:cubicBezTo>
                  <a:lnTo>
                    <a:pt x="1584" y="893"/>
                  </a:lnTo>
                  <a:cubicBezTo>
                    <a:pt x="1584" y="958"/>
                    <a:pt x="1551" y="1011"/>
                    <a:pt x="1499" y="1027"/>
                  </a:cubicBezTo>
                  <a:cubicBezTo>
                    <a:pt x="1095" y="1196"/>
                    <a:pt x="707" y="1346"/>
                    <a:pt x="303" y="1499"/>
                  </a:cubicBezTo>
                  <a:lnTo>
                    <a:pt x="0" y="1633"/>
                  </a:lnTo>
                  <a:lnTo>
                    <a:pt x="0" y="1649"/>
                  </a:lnTo>
                  <a:lnTo>
                    <a:pt x="16" y="1649"/>
                  </a:lnTo>
                  <a:lnTo>
                    <a:pt x="319" y="1532"/>
                  </a:lnTo>
                  <a:cubicBezTo>
                    <a:pt x="707" y="1378"/>
                    <a:pt x="1111" y="1213"/>
                    <a:pt x="1499" y="1059"/>
                  </a:cubicBezTo>
                  <a:cubicBezTo>
                    <a:pt x="1568" y="1027"/>
                    <a:pt x="1600" y="974"/>
                    <a:pt x="1600" y="893"/>
                  </a:cubicBezTo>
                  <a:lnTo>
                    <a:pt x="1600" y="708"/>
                  </a:lnTo>
                  <a:cubicBezTo>
                    <a:pt x="1616" y="591"/>
                    <a:pt x="1616" y="453"/>
                    <a:pt x="1600" y="336"/>
                  </a:cubicBezTo>
                  <a:lnTo>
                    <a:pt x="1600" y="219"/>
                  </a:lnTo>
                  <a:cubicBezTo>
                    <a:pt x="1616" y="150"/>
                    <a:pt x="1616" y="86"/>
                    <a:pt x="1584" y="17"/>
                  </a:cubicBezTo>
                  <a:cubicBezTo>
                    <a:pt x="1568" y="1"/>
                    <a:pt x="1568" y="1"/>
                    <a:pt x="1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2088833" y="2560694"/>
              <a:ext cx="98332" cy="207589"/>
            </a:xfrm>
            <a:custGeom>
              <a:rect b="b" l="l" r="r" t="t"/>
              <a:pathLst>
                <a:path extrusionOk="0" h="2090" w="990">
                  <a:moveTo>
                    <a:pt x="0" y="1"/>
                  </a:moveTo>
                  <a:lnTo>
                    <a:pt x="0" y="21"/>
                  </a:lnTo>
                  <a:cubicBezTo>
                    <a:pt x="101" y="138"/>
                    <a:pt x="166" y="271"/>
                    <a:pt x="251" y="388"/>
                  </a:cubicBezTo>
                  <a:cubicBezTo>
                    <a:pt x="283" y="473"/>
                    <a:pt x="335" y="558"/>
                    <a:pt x="384" y="627"/>
                  </a:cubicBezTo>
                  <a:cubicBezTo>
                    <a:pt x="453" y="728"/>
                    <a:pt x="521" y="829"/>
                    <a:pt x="570" y="946"/>
                  </a:cubicBezTo>
                  <a:cubicBezTo>
                    <a:pt x="671" y="1112"/>
                    <a:pt x="772" y="1281"/>
                    <a:pt x="909" y="1435"/>
                  </a:cubicBezTo>
                  <a:cubicBezTo>
                    <a:pt x="925" y="1467"/>
                    <a:pt x="941" y="1483"/>
                    <a:pt x="941" y="1515"/>
                  </a:cubicBezTo>
                  <a:lnTo>
                    <a:pt x="941" y="1701"/>
                  </a:lnTo>
                  <a:cubicBezTo>
                    <a:pt x="958" y="1839"/>
                    <a:pt x="958" y="1956"/>
                    <a:pt x="925" y="2073"/>
                  </a:cubicBezTo>
                  <a:lnTo>
                    <a:pt x="925" y="2089"/>
                  </a:lnTo>
                  <a:lnTo>
                    <a:pt x="941" y="2089"/>
                  </a:lnTo>
                  <a:cubicBezTo>
                    <a:pt x="990" y="1956"/>
                    <a:pt x="974" y="1839"/>
                    <a:pt x="974" y="1701"/>
                  </a:cubicBezTo>
                  <a:lnTo>
                    <a:pt x="974" y="1515"/>
                  </a:lnTo>
                  <a:cubicBezTo>
                    <a:pt x="974" y="1467"/>
                    <a:pt x="941" y="1435"/>
                    <a:pt x="925" y="1414"/>
                  </a:cubicBezTo>
                  <a:cubicBezTo>
                    <a:pt x="788" y="1265"/>
                    <a:pt x="687" y="1095"/>
                    <a:pt x="606" y="930"/>
                  </a:cubicBezTo>
                  <a:cubicBezTo>
                    <a:pt x="537" y="829"/>
                    <a:pt x="469" y="708"/>
                    <a:pt x="404" y="607"/>
                  </a:cubicBezTo>
                  <a:cubicBezTo>
                    <a:pt x="352" y="542"/>
                    <a:pt x="303" y="457"/>
                    <a:pt x="267" y="372"/>
                  </a:cubicBezTo>
                  <a:cubicBezTo>
                    <a:pt x="182" y="255"/>
                    <a:pt x="117" y="12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2167002" y="3602315"/>
              <a:ext cx="6953" cy="48669"/>
            </a:xfrm>
            <a:custGeom>
              <a:rect b="b" l="l" r="r" t="t"/>
              <a:pathLst>
                <a:path extrusionOk="0" h="490" w="70">
                  <a:moveTo>
                    <a:pt x="53" y="1"/>
                  </a:moveTo>
                  <a:lnTo>
                    <a:pt x="37" y="17"/>
                  </a:lnTo>
                  <a:cubicBezTo>
                    <a:pt x="21" y="102"/>
                    <a:pt x="21" y="170"/>
                    <a:pt x="21" y="255"/>
                  </a:cubicBezTo>
                  <a:cubicBezTo>
                    <a:pt x="21" y="320"/>
                    <a:pt x="37" y="405"/>
                    <a:pt x="21" y="473"/>
                  </a:cubicBezTo>
                  <a:cubicBezTo>
                    <a:pt x="1" y="489"/>
                    <a:pt x="21" y="489"/>
                    <a:pt x="21" y="489"/>
                  </a:cubicBezTo>
                  <a:lnTo>
                    <a:pt x="37" y="489"/>
                  </a:lnTo>
                  <a:cubicBezTo>
                    <a:pt x="53" y="405"/>
                    <a:pt x="53" y="320"/>
                    <a:pt x="53" y="255"/>
                  </a:cubicBezTo>
                  <a:cubicBezTo>
                    <a:pt x="53" y="170"/>
                    <a:pt x="53" y="102"/>
                    <a:pt x="70"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a:off x="1338035" y="2052746"/>
              <a:ext cx="6555" cy="88797"/>
            </a:xfrm>
            <a:custGeom>
              <a:rect b="b" l="l" r="r" t="t"/>
              <a:pathLst>
                <a:path extrusionOk="0" h="894" w="66">
                  <a:moveTo>
                    <a:pt x="17" y="0"/>
                  </a:moveTo>
                  <a:lnTo>
                    <a:pt x="1" y="17"/>
                  </a:lnTo>
                  <a:cubicBezTo>
                    <a:pt x="33" y="166"/>
                    <a:pt x="17" y="303"/>
                    <a:pt x="17" y="453"/>
                  </a:cubicBezTo>
                  <a:lnTo>
                    <a:pt x="17" y="723"/>
                  </a:lnTo>
                  <a:lnTo>
                    <a:pt x="17" y="772"/>
                  </a:lnTo>
                  <a:cubicBezTo>
                    <a:pt x="17" y="808"/>
                    <a:pt x="17" y="841"/>
                    <a:pt x="33" y="893"/>
                  </a:cubicBezTo>
                  <a:lnTo>
                    <a:pt x="49" y="893"/>
                  </a:lnTo>
                  <a:cubicBezTo>
                    <a:pt x="66" y="893"/>
                    <a:pt x="66" y="893"/>
                    <a:pt x="66" y="873"/>
                  </a:cubicBezTo>
                  <a:cubicBezTo>
                    <a:pt x="49" y="841"/>
                    <a:pt x="49" y="808"/>
                    <a:pt x="49" y="772"/>
                  </a:cubicBezTo>
                  <a:lnTo>
                    <a:pt x="49" y="723"/>
                  </a:lnTo>
                  <a:lnTo>
                    <a:pt x="49" y="453"/>
                  </a:lnTo>
                  <a:cubicBezTo>
                    <a:pt x="49" y="303"/>
                    <a:pt x="49" y="166"/>
                    <a:pt x="33" y="17"/>
                  </a:cubicBezTo>
                  <a:cubicBezTo>
                    <a:pt x="33" y="17"/>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a:off x="513936" y="2719614"/>
              <a:ext cx="126937" cy="132102"/>
            </a:xfrm>
            <a:custGeom>
              <a:rect b="b" l="l" r="r" t="t"/>
              <a:pathLst>
                <a:path extrusionOk="0" h="1330" w="1278">
                  <a:moveTo>
                    <a:pt x="1245" y="0"/>
                  </a:moveTo>
                  <a:cubicBezTo>
                    <a:pt x="1229" y="0"/>
                    <a:pt x="1229" y="16"/>
                    <a:pt x="1229" y="16"/>
                  </a:cubicBezTo>
                  <a:cubicBezTo>
                    <a:pt x="1245" y="170"/>
                    <a:pt x="1245" y="319"/>
                    <a:pt x="1245" y="473"/>
                  </a:cubicBezTo>
                  <a:cubicBezTo>
                    <a:pt x="1245" y="558"/>
                    <a:pt x="1229" y="643"/>
                    <a:pt x="1245" y="723"/>
                  </a:cubicBezTo>
                  <a:cubicBezTo>
                    <a:pt x="1245" y="776"/>
                    <a:pt x="1212" y="792"/>
                    <a:pt x="1144" y="808"/>
                  </a:cubicBezTo>
                  <a:lnTo>
                    <a:pt x="1144" y="824"/>
                  </a:lnTo>
                  <a:cubicBezTo>
                    <a:pt x="857" y="946"/>
                    <a:pt x="554" y="1063"/>
                    <a:pt x="283" y="1180"/>
                  </a:cubicBezTo>
                  <a:lnTo>
                    <a:pt x="0" y="1297"/>
                  </a:lnTo>
                  <a:lnTo>
                    <a:pt x="0" y="1313"/>
                  </a:lnTo>
                  <a:lnTo>
                    <a:pt x="17" y="1329"/>
                  </a:lnTo>
                  <a:lnTo>
                    <a:pt x="283" y="1212"/>
                  </a:lnTo>
                  <a:cubicBezTo>
                    <a:pt x="570" y="1095"/>
                    <a:pt x="857" y="962"/>
                    <a:pt x="1144" y="845"/>
                  </a:cubicBezTo>
                  <a:lnTo>
                    <a:pt x="1160" y="845"/>
                  </a:lnTo>
                  <a:cubicBezTo>
                    <a:pt x="1212" y="808"/>
                    <a:pt x="1261" y="792"/>
                    <a:pt x="1261" y="723"/>
                  </a:cubicBezTo>
                  <a:lnTo>
                    <a:pt x="1261" y="473"/>
                  </a:lnTo>
                  <a:cubicBezTo>
                    <a:pt x="1261" y="319"/>
                    <a:pt x="1277" y="170"/>
                    <a:pt x="1245" y="16"/>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6"/>
            <p:cNvSpPr/>
            <p:nvPr/>
          </p:nvSpPr>
          <p:spPr>
            <a:xfrm>
              <a:off x="1861279" y="2816654"/>
              <a:ext cx="4966" cy="45094"/>
            </a:xfrm>
            <a:custGeom>
              <a:rect b="b" l="l" r="r" t="t"/>
              <a:pathLst>
                <a:path extrusionOk="0" h="454" w="50">
                  <a:moveTo>
                    <a:pt x="33" y="1"/>
                  </a:moveTo>
                  <a:cubicBezTo>
                    <a:pt x="33" y="1"/>
                    <a:pt x="17" y="1"/>
                    <a:pt x="17" y="17"/>
                  </a:cubicBezTo>
                  <a:lnTo>
                    <a:pt x="17" y="171"/>
                  </a:lnTo>
                  <a:cubicBezTo>
                    <a:pt x="17" y="272"/>
                    <a:pt x="33" y="352"/>
                    <a:pt x="17" y="437"/>
                  </a:cubicBezTo>
                  <a:cubicBezTo>
                    <a:pt x="1" y="453"/>
                    <a:pt x="17" y="453"/>
                    <a:pt x="17" y="453"/>
                  </a:cubicBezTo>
                  <a:lnTo>
                    <a:pt x="33" y="453"/>
                  </a:lnTo>
                  <a:cubicBezTo>
                    <a:pt x="49" y="352"/>
                    <a:pt x="49" y="272"/>
                    <a:pt x="49" y="171"/>
                  </a:cubicBezTo>
                  <a:lnTo>
                    <a:pt x="49" y="17"/>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6"/>
            <p:cNvSpPr/>
            <p:nvPr/>
          </p:nvSpPr>
          <p:spPr>
            <a:xfrm>
              <a:off x="491885" y="2392139"/>
              <a:ext cx="144121" cy="70322"/>
            </a:xfrm>
            <a:custGeom>
              <a:rect b="b" l="l" r="r" t="t"/>
              <a:pathLst>
                <a:path extrusionOk="0" h="708" w="1451">
                  <a:moveTo>
                    <a:pt x="1434" y="1"/>
                  </a:moveTo>
                  <a:cubicBezTo>
                    <a:pt x="1232" y="82"/>
                    <a:pt x="1047" y="167"/>
                    <a:pt x="877" y="268"/>
                  </a:cubicBezTo>
                  <a:cubicBezTo>
                    <a:pt x="808" y="304"/>
                    <a:pt x="760" y="320"/>
                    <a:pt x="691" y="352"/>
                  </a:cubicBezTo>
                  <a:cubicBezTo>
                    <a:pt x="542" y="437"/>
                    <a:pt x="372" y="506"/>
                    <a:pt x="222" y="587"/>
                  </a:cubicBezTo>
                  <a:cubicBezTo>
                    <a:pt x="154" y="623"/>
                    <a:pt x="85" y="655"/>
                    <a:pt x="0" y="688"/>
                  </a:cubicBezTo>
                  <a:lnTo>
                    <a:pt x="0" y="708"/>
                  </a:lnTo>
                  <a:lnTo>
                    <a:pt x="20" y="708"/>
                  </a:lnTo>
                  <a:cubicBezTo>
                    <a:pt x="85" y="672"/>
                    <a:pt x="154" y="639"/>
                    <a:pt x="239" y="607"/>
                  </a:cubicBezTo>
                  <a:cubicBezTo>
                    <a:pt x="388" y="538"/>
                    <a:pt x="558" y="453"/>
                    <a:pt x="707" y="385"/>
                  </a:cubicBezTo>
                  <a:cubicBezTo>
                    <a:pt x="776" y="352"/>
                    <a:pt x="828" y="320"/>
                    <a:pt x="877" y="284"/>
                  </a:cubicBezTo>
                  <a:cubicBezTo>
                    <a:pt x="1063" y="203"/>
                    <a:pt x="1249" y="102"/>
                    <a:pt x="1434" y="33"/>
                  </a:cubicBezTo>
                  <a:cubicBezTo>
                    <a:pt x="1451" y="33"/>
                    <a:pt x="1451" y="17"/>
                    <a:pt x="1451" y="17"/>
                  </a:cubicBez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6"/>
            <p:cNvSpPr/>
            <p:nvPr/>
          </p:nvSpPr>
          <p:spPr>
            <a:xfrm>
              <a:off x="686066" y="1700043"/>
              <a:ext cx="6555" cy="81943"/>
            </a:xfrm>
            <a:custGeom>
              <a:rect b="b" l="l" r="r" t="t"/>
              <a:pathLst>
                <a:path extrusionOk="0" h="825" w="66">
                  <a:moveTo>
                    <a:pt x="49" y="1"/>
                  </a:moveTo>
                  <a:cubicBezTo>
                    <a:pt x="33" y="1"/>
                    <a:pt x="33" y="1"/>
                    <a:pt x="33" y="17"/>
                  </a:cubicBezTo>
                  <a:lnTo>
                    <a:pt x="33" y="118"/>
                  </a:lnTo>
                  <a:cubicBezTo>
                    <a:pt x="17" y="336"/>
                    <a:pt x="0" y="586"/>
                    <a:pt x="49" y="808"/>
                  </a:cubicBezTo>
                  <a:cubicBezTo>
                    <a:pt x="49" y="825"/>
                    <a:pt x="49" y="825"/>
                    <a:pt x="65" y="825"/>
                  </a:cubicBezTo>
                  <a:lnTo>
                    <a:pt x="65" y="808"/>
                  </a:lnTo>
                  <a:cubicBezTo>
                    <a:pt x="33" y="586"/>
                    <a:pt x="33" y="336"/>
                    <a:pt x="49" y="118"/>
                  </a:cubicBezTo>
                  <a:cubicBezTo>
                    <a:pt x="49" y="81"/>
                    <a:pt x="49" y="49"/>
                    <a:pt x="65"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6"/>
            <p:cNvSpPr/>
            <p:nvPr/>
          </p:nvSpPr>
          <p:spPr>
            <a:xfrm>
              <a:off x="2118928" y="3028912"/>
              <a:ext cx="3278" cy="40227"/>
            </a:xfrm>
            <a:custGeom>
              <a:rect b="b" l="l" r="r" t="t"/>
              <a:pathLst>
                <a:path extrusionOk="0" h="405" w="33">
                  <a:moveTo>
                    <a:pt x="16" y="1"/>
                  </a:moveTo>
                  <a:cubicBezTo>
                    <a:pt x="0" y="86"/>
                    <a:pt x="0" y="171"/>
                    <a:pt x="0" y="255"/>
                  </a:cubicBezTo>
                  <a:lnTo>
                    <a:pt x="0" y="389"/>
                  </a:lnTo>
                  <a:cubicBezTo>
                    <a:pt x="0" y="389"/>
                    <a:pt x="0" y="405"/>
                    <a:pt x="16" y="405"/>
                  </a:cubicBezTo>
                  <a:lnTo>
                    <a:pt x="16" y="389"/>
                  </a:lnTo>
                  <a:cubicBezTo>
                    <a:pt x="32" y="336"/>
                    <a:pt x="16" y="304"/>
                    <a:pt x="16" y="255"/>
                  </a:cubicBezTo>
                  <a:cubicBezTo>
                    <a:pt x="16" y="171"/>
                    <a:pt x="16" y="86"/>
                    <a:pt x="32"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6"/>
            <p:cNvSpPr/>
            <p:nvPr/>
          </p:nvSpPr>
          <p:spPr>
            <a:xfrm>
              <a:off x="1923059" y="2846750"/>
              <a:ext cx="145809" cy="280990"/>
            </a:xfrm>
            <a:custGeom>
              <a:rect b="b" l="l" r="r" t="t"/>
              <a:pathLst>
                <a:path extrusionOk="0" h="2829" w="1468">
                  <a:moveTo>
                    <a:pt x="1" y="1"/>
                  </a:moveTo>
                  <a:cubicBezTo>
                    <a:pt x="1" y="150"/>
                    <a:pt x="86" y="251"/>
                    <a:pt x="170" y="352"/>
                  </a:cubicBezTo>
                  <a:cubicBezTo>
                    <a:pt x="203" y="389"/>
                    <a:pt x="235" y="437"/>
                    <a:pt x="271" y="474"/>
                  </a:cubicBezTo>
                  <a:cubicBezTo>
                    <a:pt x="591" y="926"/>
                    <a:pt x="926" y="1382"/>
                    <a:pt x="1245" y="1819"/>
                  </a:cubicBezTo>
                  <a:lnTo>
                    <a:pt x="1382" y="1988"/>
                  </a:lnTo>
                  <a:cubicBezTo>
                    <a:pt x="1415" y="2053"/>
                    <a:pt x="1447" y="2106"/>
                    <a:pt x="1447" y="2190"/>
                  </a:cubicBezTo>
                  <a:cubicBezTo>
                    <a:pt x="1431" y="2291"/>
                    <a:pt x="1431" y="2409"/>
                    <a:pt x="1431" y="2526"/>
                  </a:cubicBezTo>
                  <a:cubicBezTo>
                    <a:pt x="1447" y="2574"/>
                    <a:pt x="1447" y="2643"/>
                    <a:pt x="1447" y="2695"/>
                  </a:cubicBezTo>
                  <a:lnTo>
                    <a:pt x="1447" y="2712"/>
                  </a:lnTo>
                  <a:cubicBezTo>
                    <a:pt x="1447" y="2760"/>
                    <a:pt x="1447" y="2776"/>
                    <a:pt x="1415" y="2813"/>
                  </a:cubicBezTo>
                  <a:lnTo>
                    <a:pt x="1415" y="2829"/>
                  </a:lnTo>
                  <a:lnTo>
                    <a:pt x="1431" y="2829"/>
                  </a:lnTo>
                  <a:cubicBezTo>
                    <a:pt x="1467" y="2796"/>
                    <a:pt x="1467" y="2760"/>
                    <a:pt x="1467" y="2712"/>
                  </a:cubicBezTo>
                  <a:lnTo>
                    <a:pt x="1467" y="2695"/>
                  </a:lnTo>
                  <a:lnTo>
                    <a:pt x="1467" y="2510"/>
                  </a:lnTo>
                  <a:lnTo>
                    <a:pt x="1467" y="2190"/>
                  </a:lnTo>
                  <a:cubicBezTo>
                    <a:pt x="1467" y="2106"/>
                    <a:pt x="1447" y="2037"/>
                    <a:pt x="1399" y="1968"/>
                  </a:cubicBezTo>
                  <a:lnTo>
                    <a:pt x="1265" y="1803"/>
                  </a:lnTo>
                  <a:cubicBezTo>
                    <a:pt x="942" y="1362"/>
                    <a:pt x="607" y="910"/>
                    <a:pt x="288" y="453"/>
                  </a:cubicBezTo>
                  <a:cubicBezTo>
                    <a:pt x="271" y="421"/>
                    <a:pt x="235" y="373"/>
                    <a:pt x="203" y="336"/>
                  </a:cubicBezTo>
                  <a:cubicBezTo>
                    <a:pt x="118" y="251"/>
                    <a:pt x="33" y="15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6"/>
            <p:cNvSpPr/>
            <p:nvPr/>
          </p:nvSpPr>
          <p:spPr>
            <a:xfrm>
              <a:off x="751024" y="2171539"/>
              <a:ext cx="6953" cy="95153"/>
            </a:xfrm>
            <a:custGeom>
              <a:rect b="b" l="l" r="r" t="t"/>
              <a:pathLst>
                <a:path extrusionOk="0" h="958" w="70">
                  <a:moveTo>
                    <a:pt x="17" y="0"/>
                  </a:moveTo>
                  <a:cubicBezTo>
                    <a:pt x="1" y="0"/>
                    <a:pt x="1" y="0"/>
                    <a:pt x="1" y="16"/>
                  </a:cubicBezTo>
                  <a:cubicBezTo>
                    <a:pt x="17" y="166"/>
                    <a:pt x="17" y="335"/>
                    <a:pt x="17" y="505"/>
                  </a:cubicBezTo>
                  <a:lnTo>
                    <a:pt x="17" y="788"/>
                  </a:lnTo>
                  <a:lnTo>
                    <a:pt x="17" y="824"/>
                  </a:lnTo>
                  <a:cubicBezTo>
                    <a:pt x="17" y="873"/>
                    <a:pt x="1" y="909"/>
                    <a:pt x="53" y="958"/>
                  </a:cubicBezTo>
                  <a:lnTo>
                    <a:pt x="70" y="958"/>
                  </a:lnTo>
                  <a:lnTo>
                    <a:pt x="70" y="941"/>
                  </a:lnTo>
                  <a:cubicBezTo>
                    <a:pt x="37" y="909"/>
                    <a:pt x="37" y="873"/>
                    <a:pt x="37" y="824"/>
                  </a:cubicBezTo>
                  <a:lnTo>
                    <a:pt x="37" y="788"/>
                  </a:lnTo>
                  <a:lnTo>
                    <a:pt x="37" y="505"/>
                  </a:lnTo>
                  <a:cubicBezTo>
                    <a:pt x="37" y="335"/>
                    <a:pt x="53" y="166"/>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6"/>
            <p:cNvSpPr/>
            <p:nvPr/>
          </p:nvSpPr>
          <p:spPr>
            <a:xfrm>
              <a:off x="2088833" y="3501997"/>
              <a:ext cx="95153" cy="103993"/>
            </a:xfrm>
            <a:custGeom>
              <a:rect b="b" l="l" r="r" t="t"/>
              <a:pathLst>
                <a:path extrusionOk="0" h="1047" w="958">
                  <a:moveTo>
                    <a:pt x="0" y="1"/>
                  </a:moveTo>
                  <a:lnTo>
                    <a:pt x="0" y="37"/>
                  </a:lnTo>
                  <a:cubicBezTo>
                    <a:pt x="117" y="138"/>
                    <a:pt x="218" y="271"/>
                    <a:pt x="319" y="388"/>
                  </a:cubicBezTo>
                  <a:cubicBezTo>
                    <a:pt x="404" y="473"/>
                    <a:pt x="469" y="558"/>
                    <a:pt x="537" y="643"/>
                  </a:cubicBezTo>
                  <a:cubicBezTo>
                    <a:pt x="586" y="675"/>
                    <a:pt x="622" y="724"/>
                    <a:pt x="671" y="776"/>
                  </a:cubicBezTo>
                  <a:cubicBezTo>
                    <a:pt x="739" y="877"/>
                    <a:pt x="824" y="978"/>
                    <a:pt x="941" y="1047"/>
                  </a:cubicBezTo>
                  <a:lnTo>
                    <a:pt x="958" y="1047"/>
                  </a:lnTo>
                  <a:lnTo>
                    <a:pt x="958" y="1011"/>
                  </a:lnTo>
                  <a:cubicBezTo>
                    <a:pt x="840" y="962"/>
                    <a:pt x="756" y="861"/>
                    <a:pt x="687" y="760"/>
                  </a:cubicBezTo>
                  <a:cubicBezTo>
                    <a:pt x="638" y="708"/>
                    <a:pt x="606" y="659"/>
                    <a:pt x="570" y="623"/>
                  </a:cubicBezTo>
                  <a:cubicBezTo>
                    <a:pt x="485" y="542"/>
                    <a:pt x="420" y="457"/>
                    <a:pt x="352" y="372"/>
                  </a:cubicBezTo>
                  <a:cubicBezTo>
                    <a:pt x="234" y="255"/>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6"/>
            <p:cNvSpPr/>
            <p:nvPr/>
          </p:nvSpPr>
          <p:spPr>
            <a:xfrm>
              <a:off x="1815987" y="2903762"/>
              <a:ext cx="6853" cy="46683"/>
            </a:xfrm>
            <a:custGeom>
              <a:rect b="b" l="l" r="r" t="t"/>
              <a:pathLst>
                <a:path extrusionOk="0" h="470" w="69">
                  <a:moveTo>
                    <a:pt x="69" y="1"/>
                  </a:moveTo>
                  <a:cubicBezTo>
                    <a:pt x="53" y="1"/>
                    <a:pt x="53" y="1"/>
                    <a:pt x="53" y="17"/>
                  </a:cubicBezTo>
                  <a:cubicBezTo>
                    <a:pt x="0" y="102"/>
                    <a:pt x="20" y="203"/>
                    <a:pt x="20" y="303"/>
                  </a:cubicBezTo>
                  <a:lnTo>
                    <a:pt x="20" y="453"/>
                  </a:lnTo>
                  <a:cubicBezTo>
                    <a:pt x="20" y="469"/>
                    <a:pt x="20" y="469"/>
                    <a:pt x="37" y="469"/>
                  </a:cubicBezTo>
                  <a:lnTo>
                    <a:pt x="53" y="469"/>
                  </a:lnTo>
                  <a:lnTo>
                    <a:pt x="53" y="303"/>
                  </a:lnTo>
                  <a:cubicBezTo>
                    <a:pt x="37" y="203"/>
                    <a:pt x="37" y="118"/>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6"/>
            <p:cNvSpPr/>
            <p:nvPr/>
          </p:nvSpPr>
          <p:spPr>
            <a:xfrm>
              <a:off x="2153791" y="3079071"/>
              <a:ext cx="6953" cy="47080"/>
            </a:xfrm>
            <a:custGeom>
              <a:rect b="b" l="l" r="r" t="t"/>
              <a:pathLst>
                <a:path extrusionOk="0" h="474" w="70">
                  <a:moveTo>
                    <a:pt x="53" y="1"/>
                  </a:moveTo>
                  <a:cubicBezTo>
                    <a:pt x="53" y="1"/>
                    <a:pt x="33" y="1"/>
                    <a:pt x="33" y="17"/>
                  </a:cubicBezTo>
                  <a:cubicBezTo>
                    <a:pt x="17" y="86"/>
                    <a:pt x="17" y="171"/>
                    <a:pt x="17" y="235"/>
                  </a:cubicBezTo>
                  <a:cubicBezTo>
                    <a:pt x="17" y="304"/>
                    <a:pt x="33" y="373"/>
                    <a:pt x="17" y="457"/>
                  </a:cubicBezTo>
                  <a:cubicBezTo>
                    <a:pt x="1" y="457"/>
                    <a:pt x="17" y="457"/>
                    <a:pt x="17" y="474"/>
                  </a:cubicBezTo>
                  <a:lnTo>
                    <a:pt x="33" y="457"/>
                  </a:lnTo>
                  <a:cubicBezTo>
                    <a:pt x="53" y="389"/>
                    <a:pt x="53" y="304"/>
                    <a:pt x="53" y="235"/>
                  </a:cubicBezTo>
                  <a:cubicBezTo>
                    <a:pt x="53" y="171"/>
                    <a:pt x="53" y="86"/>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6"/>
            <p:cNvSpPr/>
            <p:nvPr/>
          </p:nvSpPr>
          <p:spPr>
            <a:xfrm>
              <a:off x="1521886" y="2316752"/>
              <a:ext cx="178984" cy="327872"/>
            </a:xfrm>
            <a:custGeom>
              <a:rect b="b" l="l" r="r" t="t"/>
              <a:pathLst>
                <a:path extrusionOk="0" h="3301" w="1802">
                  <a:moveTo>
                    <a:pt x="69" y="0"/>
                  </a:moveTo>
                  <a:cubicBezTo>
                    <a:pt x="53" y="0"/>
                    <a:pt x="53" y="17"/>
                    <a:pt x="53" y="17"/>
                  </a:cubicBezTo>
                  <a:cubicBezTo>
                    <a:pt x="0" y="170"/>
                    <a:pt x="0" y="271"/>
                    <a:pt x="133" y="404"/>
                  </a:cubicBezTo>
                  <a:cubicBezTo>
                    <a:pt x="271" y="538"/>
                    <a:pt x="372" y="707"/>
                    <a:pt x="489" y="861"/>
                  </a:cubicBezTo>
                  <a:cubicBezTo>
                    <a:pt x="537" y="926"/>
                    <a:pt x="574" y="978"/>
                    <a:pt x="622" y="1043"/>
                  </a:cubicBezTo>
                  <a:lnTo>
                    <a:pt x="1079" y="1649"/>
                  </a:lnTo>
                  <a:cubicBezTo>
                    <a:pt x="1281" y="1935"/>
                    <a:pt x="1483" y="2222"/>
                    <a:pt x="1701" y="2509"/>
                  </a:cubicBezTo>
                  <a:cubicBezTo>
                    <a:pt x="1749" y="2594"/>
                    <a:pt x="1786" y="2679"/>
                    <a:pt x="1786" y="2760"/>
                  </a:cubicBezTo>
                  <a:cubicBezTo>
                    <a:pt x="1769" y="2844"/>
                    <a:pt x="1786" y="2929"/>
                    <a:pt x="1786" y="3014"/>
                  </a:cubicBezTo>
                  <a:lnTo>
                    <a:pt x="1786" y="3147"/>
                  </a:lnTo>
                  <a:lnTo>
                    <a:pt x="1786" y="3184"/>
                  </a:lnTo>
                  <a:cubicBezTo>
                    <a:pt x="1786" y="3216"/>
                    <a:pt x="1786" y="3248"/>
                    <a:pt x="1749" y="3285"/>
                  </a:cubicBezTo>
                  <a:lnTo>
                    <a:pt x="1749" y="3301"/>
                  </a:lnTo>
                  <a:lnTo>
                    <a:pt x="1769" y="3301"/>
                  </a:lnTo>
                  <a:cubicBezTo>
                    <a:pt x="1802" y="3265"/>
                    <a:pt x="1802" y="3216"/>
                    <a:pt x="1802" y="3184"/>
                  </a:cubicBezTo>
                  <a:lnTo>
                    <a:pt x="1802" y="3147"/>
                  </a:lnTo>
                  <a:lnTo>
                    <a:pt x="1802" y="3014"/>
                  </a:lnTo>
                  <a:lnTo>
                    <a:pt x="1802" y="2760"/>
                  </a:lnTo>
                  <a:cubicBezTo>
                    <a:pt x="1802" y="2659"/>
                    <a:pt x="1786" y="2578"/>
                    <a:pt x="1717" y="2493"/>
                  </a:cubicBezTo>
                  <a:cubicBezTo>
                    <a:pt x="1515" y="2206"/>
                    <a:pt x="1297" y="1919"/>
                    <a:pt x="1095" y="1633"/>
                  </a:cubicBezTo>
                  <a:lnTo>
                    <a:pt x="638" y="1027"/>
                  </a:lnTo>
                  <a:cubicBezTo>
                    <a:pt x="590" y="978"/>
                    <a:pt x="558" y="909"/>
                    <a:pt x="505" y="861"/>
                  </a:cubicBezTo>
                  <a:cubicBezTo>
                    <a:pt x="404" y="691"/>
                    <a:pt x="287" y="522"/>
                    <a:pt x="154" y="388"/>
                  </a:cubicBezTo>
                  <a:cubicBezTo>
                    <a:pt x="32" y="271"/>
                    <a:pt x="32" y="170"/>
                    <a:pt x="69" y="17"/>
                  </a:cubicBezTo>
                  <a:cubicBezTo>
                    <a:pt x="85" y="17"/>
                    <a:pt x="69" y="17"/>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6"/>
            <p:cNvSpPr/>
            <p:nvPr/>
          </p:nvSpPr>
          <p:spPr>
            <a:xfrm>
              <a:off x="1737719" y="2331948"/>
              <a:ext cx="145312" cy="270959"/>
            </a:xfrm>
            <a:custGeom>
              <a:rect b="b" l="l" r="r" t="t"/>
              <a:pathLst>
                <a:path extrusionOk="0" h="2728" w="1463">
                  <a:moveTo>
                    <a:pt x="101" y="1"/>
                  </a:moveTo>
                  <a:lnTo>
                    <a:pt x="81" y="17"/>
                  </a:lnTo>
                  <a:cubicBezTo>
                    <a:pt x="49" y="66"/>
                    <a:pt x="49" y="118"/>
                    <a:pt x="49" y="167"/>
                  </a:cubicBezTo>
                  <a:lnTo>
                    <a:pt x="49" y="251"/>
                  </a:lnTo>
                  <a:cubicBezTo>
                    <a:pt x="0" y="607"/>
                    <a:pt x="101" y="890"/>
                    <a:pt x="336" y="1213"/>
                  </a:cubicBezTo>
                  <a:cubicBezTo>
                    <a:pt x="586" y="1516"/>
                    <a:pt x="808" y="1851"/>
                    <a:pt x="1027" y="2186"/>
                  </a:cubicBezTo>
                  <a:cubicBezTo>
                    <a:pt x="1128" y="2324"/>
                    <a:pt x="1229" y="2473"/>
                    <a:pt x="1330" y="2627"/>
                  </a:cubicBezTo>
                  <a:cubicBezTo>
                    <a:pt x="1330" y="2627"/>
                    <a:pt x="1330" y="2643"/>
                    <a:pt x="1346" y="2643"/>
                  </a:cubicBezTo>
                  <a:cubicBezTo>
                    <a:pt x="1362" y="2675"/>
                    <a:pt x="1378" y="2728"/>
                    <a:pt x="1447" y="2728"/>
                  </a:cubicBezTo>
                  <a:cubicBezTo>
                    <a:pt x="1463" y="2708"/>
                    <a:pt x="1447" y="2708"/>
                    <a:pt x="1447" y="2708"/>
                  </a:cubicBezTo>
                  <a:cubicBezTo>
                    <a:pt x="1394" y="2691"/>
                    <a:pt x="1378" y="2659"/>
                    <a:pt x="1362" y="2627"/>
                  </a:cubicBezTo>
                  <a:lnTo>
                    <a:pt x="1346" y="2607"/>
                  </a:lnTo>
                  <a:cubicBezTo>
                    <a:pt x="1245" y="2457"/>
                    <a:pt x="1144" y="2304"/>
                    <a:pt x="1059" y="2170"/>
                  </a:cubicBezTo>
                  <a:cubicBezTo>
                    <a:pt x="841" y="1851"/>
                    <a:pt x="606" y="1496"/>
                    <a:pt x="368" y="1193"/>
                  </a:cubicBezTo>
                  <a:cubicBezTo>
                    <a:pt x="118" y="874"/>
                    <a:pt x="33" y="587"/>
                    <a:pt x="81" y="268"/>
                  </a:cubicBezTo>
                  <a:lnTo>
                    <a:pt x="81" y="167"/>
                  </a:lnTo>
                  <a:cubicBezTo>
                    <a:pt x="65" y="118"/>
                    <a:pt x="65" y="66"/>
                    <a:pt x="101" y="17"/>
                  </a:cubicBezTo>
                  <a:lnTo>
                    <a:pt x="1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6"/>
            <p:cNvSpPr/>
            <p:nvPr/>
          </p:nvSpPr>
          <p:spPr>
            <a:xfrm>
              <a:off x="1088928" y="3191010"/>
              <a:ext cx="4867" cy="88797"/>
            </a:xfrm>
            <a:custGeom>
              <a:rect b="b" l="l" r="r" t="t"/>
              <a:pathLst>
                <a:path extrusionOk="0" h="894" w="49">
                  <a:moveTo>
                    <a:pt x="16" y="1"/>
                  </a:moveTo>
                  <a:cubicBezTo>
                    <a:pt x="0" y="1"/>
                    <a:pt x="0" y="1"/>
                    <a:pt x="0" y="17"/>
                  </a:cubicBezTo>
                  <a:cubicBezTo>
                    <a:pt x="16" y="154"/>
                    <a:pt x="16" y="304"/>
                    <a:pt x="16" y="441"/>
                  </a:cubicBezTo>
                  <a:lnTo>
                    <a:pt x="16" y="724"/>
                  </a:lnTo>
                  <a:lnTo>
                    <a:pt x="16" y="760"/>
                  </a:lnTo>
                  <a:cubicBezTo>
                    <a:pt x="16" y="809"/>
                    <a:pt x="16" y="845"/>
                    <a:pt x="33" y="878"/>
                  </a:cubicBezTo>
                  <a:lnTo>
                    <a:pt x="49" y="894"/>
                  </a:lnTo>
                  <a:lnTo>
                    <a:pt x="49" y="878"/>
                  </a:lnTo>
                  <a:cubicBezTo>
                    <a:pt x="33" y="845"/>
                    <a:pt x="33" y="809"/>
                    <a:pt x="49" y="760"/>
                  </a:cubicBezTo>
                  <a:lnTo>
                    <a:pt x="49" y="708"/>
                  </a:lnTo>
                  <a:cubicBezTo>
                    <a:pt x="33" y="623"/>
                    <a:pt x="33" y="542"/>
                    <a:pt x="49" y="441"/>
                  </a:cubicBezTo>
                  <a:cubicBezTo>
                    <a:pt x="49" y="304"/>
                    <a:pt x="49" y="15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6"/>
            <p:cNvSpPr/>
            <p:nvPr/>
          </p:nvSpPr>
          <p:spPr>
            <a:xfrm>
              <a:off x="2080390" y="2951935"/>
              <a:ext cx="102007" cy="147299"/>
            </a:xfrm>
            <a:custGeom>
              <a:rect b="b" l="l" r="r" t="t"/>
              <a:pathLst>
                <a:path extrusionOk="0" h="1483" w="1027">
                  <a:moveTo>
                    <a:pt x="85" y="0"/>
                  </a:moveTo>
                  <a:cubicBezTo>
                    <a:pt x="65" y="0"/>
                    <a:pt x="65" y="0"/>
                    <a:pt x="65" y="20"/>
                  </a:cubicBezTo>
                  <a:cubicBezTo>
                    <a:pt x="0" y="138"/>
                    <a:pt x="49" y="222"/>
                    <a:pt x="117" y="303"/>
                  </a:cubicBezTo>
                  <a:cubicBezTo>
                    <a:pt x="235" y="473"/>
                    <a:pt x="352" y="643"/>
                    <a:pt x="469" y="808"/>
                  </a:cubicBezTo>
                  <a:cubicBezTo>
                    <a:pt x="521" y="861"/>
                    <a:pt x="554" y="929"/>
                    <a:pt x="606" y="978"/>
                  </a:cubicBezTo>
                  <a:cubicBezTo>
                    <a:pt x="691" y="1111"/>
                    <a:pt x="792" y="1249"/>
                    <a:pt x="893" y="1398"/>
                  </a:cubicBezTo>
                  <a:lnTo>
                    <a:pt x="909" y="1414"/>
                  </a:lnTo>
                  <a:cubicBezTo>
                    <a:pt x="925" y="1451"/>
                    <a:pt x="958" y="1483"/>
                    <a:pt x="1010" y="1483"/>
                  </a:cubicBezTo>
                  <a:lnTo>
                    <a:pt x="1026" y="1483"/>
                  </a:lnTo>
                  <a:lnTo>
                    <a:pt x="1026" y="1467"/>
                  </a:lnTo>
                  <a:lnTo>
                    <a:pt x="1010" y="1467"/>
                  </a:lnTo>
                  <a:cubicBezTo>
                    <a:pt x="974" y="1467"/>
                    <a:pt x="958" y="1434"/>
                    <a:pt x="925" y="1398"/>
                  </a:cubicBezTo>
                  <a:lnTo>
                    <a:pt x="925" y="1382"/>
                  </a:lnTo>
                  <a:cubicBezTo>
                    <a:pt x="808" y="1232"/>
                    <a:pt x="707" y="1095"/>
                    <a:pt x="622" y="962"/>
                  </a:cubicBezTo>
                  <a:cubicBezTo>
                    <a:pt x="590" y="909"/>
                    <a:pt x="538" y="845"/>
                    <a:pt x="505" y="792"/>
                  </a:cubicBezTo>
                  <a:cubicBezTo>
                    <a:pt x="388" y="626"/>
                    <a:pt x="251" y="457"/>
                    <a:pt x="134" y="287"/>
                  </a:cubicBezTo>
                  <a:cubicBezTo>
                    <a:pt x="65" y="202"/>
                    <a:pt x="33" y="138"/>
                    <a:pt x="85" y="20"/>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6"/>
            <p:cNvSpPr/>
            <p:nvPr/>
          </p:nvSpPr>
          <p:spPr>
            <a:xfrm>
              <a:off x="517114" y="2846750"/>
              <a:ext cx="123759" cy="57112"/>
            </a:xfrm>
            <a:custGeom>
              <a:rect b="b" l="l" r="r" t="t"/>
              <a:pathLst>
                <a:path extrusionOk="0" h="575" w="1246">
                  <a:moveTo>
                    <a:pt x="1213" y="1"/>
                  </a:moveTo>
                  <a:cubicBezTo>
                    <a:pt x="1213" y="70"/>
                    <a:pt x="1160" y="86"/>
                    <a:pt x="1112" y="86"/>
                  </a:cubicBezTo>
                  <a:cubicBezTo>
                    <a:pt x="1096" y="86"/>
                    <a:pt x="1079" y="102"/>
                    <a:pt x="1043" y="102"/>
                  </a:cubicBezTo>
                  <a:cubicBezTo>
                    <a:pt x="793" y="219"/>
                    <a:pt x="538" y="320"/>
                    <a:pt x="288" y="437"/>
                  </a:cubicBezTo>
                  <a:lnTo>
                    <a:pt x="17" y="554"/>
                  </a:lnTo>
                  <a:cubicBezTo>
                    <a:pt x="1" y="554"/>
                    <a:pt x="1" y="554"/>
                    <a:pt x="1" y="575"/>
                  </a:cubicBezTo>
                  <a:lnTo>
                    <a:pt x="17" y="575"/>
                  </a:lnTo>
                  <a:lnTo>
                    <a:pt x="304" y="453"/>
                  </a:lnTo>
                  <a:cubicBezTo>
                    <a:pt x="554" y="352"/>
                    <a:pt x="809" y="235"/>
                    <a:pt x="1059" y="134"/>
                  </a:cubicBezTo>
                  <a:cubicBezTo>
                    <a:pt x="1079" y="118"/>
                    <a:pt x="1096" y="118"/>
                    <a:pt x="1128" y="118"/>
                  </a:cubicBezTo>
                  <a:cubicBezTo>
                    <a:pt x="1180" y="102"/>
                    <a:pt x="1229" y="102"/>
                    <a:pt x="1245" y="17"/>
                  </a:cubicBezTo>
                  <a:cubicBezTo>
                    <a:pt x="1245" y="1"/>
                    <a:pt x="1245" y="1"/>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6"/>
            <p:cNvSpPr/>
            <p:nvPr/>
          </p:nvSpPr>
          <p:spPr>
            <a:xfrm>
              <a:off x="1861279" y="2054335"/>
              <a:ext cx="6953" cy="40227"/>
            </a:xfrm>
            <a:custGeom>
              <a:rect b="b" l="l" r="r" t="t"/>
              <a:pathLst>
                <a:path extrusionOk="0" h="405" w="70">
                  <a:moveTo>
                    <a:pt x="49" y="1"/>
                  </a:moveTo>
                  <a:cubicBezTo>
                    <a:pt x="49" y="1"/>
                    <a:pt x="33" y="1"/>
                    <a:pt x="33" y="17"/>
                  </a:cubicBezTo>
                  <a:cubicBezTo>
                    <a:pt x="17" y="69"/>
                    <a:pt x="17" y="134"/>
                    <a:pt x="17" y="203"/>
                  </a:cubicBezTo>
                  <a:cubicBezTo>
                    <a:pt x="17" y="271"/>
                    <a:pt x="33" y="336"/>
                    <a:pt x="17" y="388"/>
                  </a:cubicBezTo>
                  <a:cubicBezTo>
                    <a:pt x="1" y="404"/>
                    <a:pt x="17" y="404"/>
                    <a:pt x="17" y="404"/>
                  </a:cubicBezTo>
                  <a:lnTo>
                    <a:pt x="33" y="404"/>
                  </a:lnTo>
                  <a:cubicBezTo>
                    <a:pt x="49" y="336"/>
                    <a:pt x="49" y="271"/>
                    <a:pt x="49" y="203"/>
                  </a:cubicBezTo>
                  <a:cubicBezTo>
                    <a:pt x="49" y="134"/>
                    <a:pt x="49" y="85"/>
                    <a:pt x="69" y="17"/>
                  </a:cubicBezTo>
                  <a:cubicBezTo>
                    <a:pt x="69" y="17"/>
                    <a:pt x="69"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6"/>
            <p:cNvSpPr/>
            <p:nvPr/>
          </p:nvSpPr>
          <p:spPr>
            <a:xfrm>
              <a:off x="980167" y="2893731"/>
              <a:ext cx="5364" cy="95153"/>
            </a:xfrm>
            <a:custGeom>
              <a:rect b="b" l="l" r="r" t="t"/>
              <a:pathLst>
                <a:path extrusionOk="0" h="958" w="54">
                  <a:moveTo>
                    <a:pt x="17" y="1"/>
                  </a:moveTo>
                  <a:cubicBezTo>
                    <a:pt x="1" y="1"/>
                    <a:pt x="1" y="17"/>
                    <a:pt x="1" y="17"/>
                  </a:cubicBezTo>
                  <a:cubicBezTo>
                    <a:pt x="33" y="49"/>
                    <a:pt x="33" y="102"/>
                    <a:pt x="33" y="150"/>
                  </a:cubicBezTo>
                  <a:lnTo>
                    <a:pt x="33" y="740"/>
                  </a:lnTo>
                  <a:lnTo>
                    <a:pt x="33" y="942"/>
                  </a:lnTo>
                  <a:cubicBezTo>
                    <a:pt x="33" y="942"/>
                    <a:pt x="33" y="958"/>
                    <a:pt x="53" y="958"/>
                  </a:cubicBezTo>
                  <a:lnTo>
                    <a:pt x="53" y="942"/>
                  </a:lnTo>
                  <a:lnTo>
                    <a:pt x="53" y="740"/>
                  </a:lnTo>
                  <a:lnTo>
                    <a:pt x="53" y="150"/>
                  </a:lnTo>
                  <a:cubicBezTo>
                    <a:pt x="53" y="102"/>
                    <a:pt x="53" y="4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6"/>
            <p:cNvSpPr/>
            <p:nvPr/>
          </p:nvSpPr>
          <p:spPr>
            <a:xfrm>
              <a:off x="749435" y="2507356"/>
              <a:ext cx="6953" cy="81943"/>
            </a:xfrm>
            <a:custGeom>
              <a:rect b="b" l="l" r="r" t="t"/>
              <a:pathLst>
                <a:path extrusionOk="0" h="825" w="70">
                  <a:moveTo>
                    <a:pt x="33" y="0"/>
                  </a:moveTo>
                  <a:cubicBezTo>
                    <a:pt x="17" y="0"/>
                    <a:pt x="17" y="16"/>
                    <a:pt x="17" y="16"/>
                  </a:cubicBezTo>
                  <a:cubicBezTo>
                    <a:pt x="33" y="134"/>
                    <a:pt x="33" y="255"/>
                    <a:pt x="17" y="372"/>
                  </a:cubicBezTo>
                  <a:cubicBezTo>
                    <a:pt x="17" y="473"/>
                    <a:pt x="1" y="574"/>
                    <a:pt x="17" y="675"/>
                  </a:cubicBezTo>
                  <a:lnTo>
                    <a:pt x="17" y="776"/>
                  </a:lnTo>
                  <a:lnTo>
                    <a:pt x="33" y="824"/>
                  </a:lnTo>
                  <a:lnTo>
                    <a:pt x="53" y="824"/>
                  </a:lnTo>
                  <a:lnTo>
                    <a:pt x="53" y="808"/>
                  </a:lnTo>
                  <a:lnTo>
                    <a:pt x="53" y="776"/>
                  </a:lnTo>
                  <a:cubicBezTo>
                    <a:pt x="53" y="740"/>
                    <a:pt x="53" y="707"/>
                    <a:pt x="33" y="675"/>
                  </a:cubicBezTo>
                  <a:cubicBezTo>
                    <a:pt x="33" y="574"/>
                    <a:pt x="33" y="473"/>
                    <a:pt x="53" y="372"/>
                  </a:cubicBezTo>
                  <a:cubicBezTo>
                    <a:pt x="53" y="255"/>
                    <a:pt x="69" y="134"/>
                    <a:pt x="33" y="16"/>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6"/>
            <p:cNvSpPr/>
            <p:nvPr/>
          </p:nvSpPr>
          <p:spPr>
            <a:xfrm>
              <a:off x="2081979" y="2382108"/>
              <a:ext cx="100418" cy="193982"/>
            </a:xfrm>
            <a:custGeom>
              <a:rect b="b" l="l" r="r" t="t"/>
              <a:pathLst>
                <a:path extrusionOk="0" h="1953" w="1011">
                  <a:moveTo>
                    <a:pt x="33" y="1"/>
                  </a:moveTo>
                  <a:cubicBezTo>
                    <a:pt x="17" y="1"/>
                    <a:pt x="17" y="1"/>
                    <a:pt x="17" y="17"/>
                  </a:cubicBezTo>
                  <a:cubicBezTo>
                    <a:pt x="33" y="82"/>
                    <a:pt x="33" y="167"/>
                    <a:pt x="17" y="235"/>
                  </a:cubicBezTo>
                  <a:cubicBezTo>
                    <a:pt x="1" y="369"/>
                    <a:pt x="33" y="470"/>
                    <a:pt x="101" y="571"/>
                  </a:cubicBezTo>
                  <a:cubicBezTo>
                    <a:pt x="219" y="708"/>
                    <a:pt x="303" y="874"/>
                    <a:pt x="404" y="1043"/>
                  </a:cubicBezTo>
                  <a:cubicBezTo>
                    <a:pt x="437" y="1128"/>
                    <a:pt x="489" y="1213"/>
                    <a:pt x="538" y="1294"/>
                  </a:cubicBezTo>
                  <a:cubicBezTo>
                    <a:pt x="574" y="1346"/>
                    <a:pt x="606" y="1395"/>
                    <a:pt x="639" y="1447"/>
                  </a:cubicBezTo>
                  <a:cubicBezTo>
                    <a:pt x="724" y="1580"/>
                    <a:pt x="808" y="1734"/>
                    <a:pt x="877" y="1883"/>
                  </a:cubicBezTo>
                  <a:cubicBezTo>
                    <a:pt x="893" y="1920"/>
                    <a:pt x="926" y="1952"/>
                    <a:pt x="978" y="1952"/>
                  </a:cubicBezTo>
                  <a:cubicBezTo>
                    <a:pt x="994" y="1952"/>
                    <a:pt x="994" y="1952"/>
                    <a:pt x="1010" y="1936"/>
                  </a:cubicBezTo>
                  <a:cubicBezTo>
                    <a:pt x="1010" y="1920"/>
                    <a:pt x="1010" y="1920"/>
                    <a:pt x="994" y="1920"/>
                  </a:cubicBezTo>
                  <a:cubicBezTo>
                    <a:pt x="987" y="1922"/>
                    <a:pt x="981" y="1923"/>
                    <a:pt x="975" y="1923"/>
                  </a:cubicBezTo>
                  <a:cubicBezTo>
                    <a:pt x="934" y="1923"/>
                    <a:pt x="909" y="1881"/>
                    <a:pt x="909" y="1867"/>
                  </a:cubicBezTo>
                  <a:cubicBezTo>
                    <a:pt x="825" y="1718"/>
                    <a:pt x="740" y="1564"/>
                    <a:pt x="655" y="1431"/>
                  </a:cubicBezTo>
                  <a:cubicBezTo>
                    <a:pt x="623" y="1378"/>
                    <a:pt x="590" y="1330"/>
                    <a:pt x="574" y="1294"/>
                  </a:cubicBezTo>
                  <a:cubicBezTo>
                    <a:pt x="522" y="1193"/>
                    <a:pt x="473" y="1112"/>
                    <a:pt x="421" y="1027"/>
                  </a:cubicBezTo>
                  <a:cubicBezTo>
                    <a:pt x="336" y="874"/>
                    <a:pt x="235" y="708"/>
                    <a:pt x="134" y="554"/>
                  </a:cubicBezTo>
                  <a:cubicBezTo>
                    <a:pt x="49" y="453"/>
                    <a:pt x="33" y="369"/>
                    <a:pt x="49" y="235"/>
                  </a:cubicBezTo>
                  <a:lnTo>
                    <a:pt x="49" y="1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6"/>
            <p:cNvSpPr/>
            <p:nvPr/>
          </p:nvSpPr>
          <p:spPr>
            <a:xfrm>
              <a:off x="1132234" y="3690317"/>
              <a:ext cx="5364" cy="44100"/>
            </a:xfrm>
            <a:custGeom>
              <a:rect b="b" l="l" r="r" t="t"/>
              <a:pathLst>
                <a:path extrusionOk="0" h="444" w="54">
                  <a:moveTo>
                    <a:pt x="12" y="0"/>
                  </a:moveTo>
                  <a:cubicBezTo>
                    <a:pt x="10" y="0"/>
                    <a:pt x="6" y="2"/>
                    <a:pt x="1" y="7"/>
                  </a:cubicBezTo>
                  <a:cubicBezTo>
                    <a:pt x="17" y="108"/>
                    <a:pt x="17" y="193"/>
                    <a:pt x="17" y="278"/>
                  </a:cubicBezTo>
                  <a:lnTo>
                    <a:pt x="17" y="427"/>
                  </a:lnTo>
                  <a:lnTo>
                    <a:pt x="17" y="444"/>
                  </a:lnTo>
                  <a:cubicBezTo>
                    <a:pt x="37" y="444"/>
                    <a:pt x="37" y="444"/>
                    <a:pt x="37" y="427"/>
                  </a:cubicBezTo>
                  <a:lnTo>
                    <a:pt x="37" y="278"/>
                  </a:lnTo>
                  <a:cubicBezTo>
                    <a:pt x="37" y="193"/>
                    <a:pt x="53" y="108"/>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6"/>
            <p:cNvSpPr/>
            <p:nvPr/>
          </p:nvSpPr>
          <p:spPr>
            <a:xfrm>
              <a:off x="852932" y="2094462"/>
              <a:ext cx="361245" cy="284169"/>
            </a:xfrm>
            <a:custGeom>
              <a:rect b="b" l="l" r="r" t="t"/>
              <a:pathLst>
                <a:path extrusionOk="0" h="2861" w="3637">
                  <a:moveTo>
                    <a:pt x="3572" y="0"/>
                  </a:moveTo>
                  <a:lnTo>
                    <a:pt x="3572" y="17"/>
                  </a:lnTo>
                  <a:cubicBezTo>
                    <a:pt x="3604" y="85"/>
                    <a:pt x="3604" y="150"/>
                    <a:pt x="3588" y="235"/>
                  </a:cubicBezTo>
                  <a:lnTo>
                    <a:pt x="3588" y="352"/>
                  </a:lnTo>
                  <a:cubicBezTo>
                    <a:pt x="3604" y="538"/>
                    <a:pt x="3604" y="724"/>
                    <a:pt x="3604" y="893"/>
                  </a:cubicBezTo>
                  <a:cubicBezTo>
                    <a:pt x="3588" y="942"/>
                    <a:pt x="3588" y="994"/>
                    <a:pt x="3588" y="1043"/>
                  </a:cubicBezTo>
                  <a:cubicBezTo>
                    <a:pt x="3588" y="1111"/>
                    <a:pt x="3556" y="1144"/>
                    <a:pt x="3487" y="1160"/>
                  </a:cubicBezTo>
                  <a:cubicBezTo>
                    <a:pt x="3233" y="1281"/>
                    <a:pt x="2998" y="1398"/>
                    <a:pt x="2764" y="1515"/>
                  </a:cubicBezTo>
                  <a:cubicBezTo>
                    <a:pt x="2679" y="1548"/>
                    <a:pt x="2578" y="1600"/>
                    <a:pt x="2493" y="1633"/>
                  </a:cubicBezTo>
                  <a:cubicBezTo>
                    <a:pt x="2376" y="1701"/>
                    <a:pt x="2259" y="1750"/>
                    <a:pt x="2158" y="1802"/>
                  </a:cubicBezTo>
                  <a:cubicBezTo>
                    <a:pt x="1855" y="1952"/>
                    <a:pt x="1552" y="2089"/>
                    <a:pt x="1249" y="2238"/>
                  </a:cubicBezTo>
                  <a:cubicBezTo>
                    <a:pt x="1063" y="2323"/>
                    <a:pt x="878" y="2408"/>
                    <a:pt x="692" y="2493"/>
                  </a:cubicBezTo>
                  <a:cubicBezTo>
                    <a:pt x="542" y="2558"/>
                    <a:pt x="373" y="2642"/>
                    <a:pt x="223" y="2711"/>
                  </a:cubicBezTo>
                  <a:cubicBezTo>
                    <a:pt x="171" y="2727"/>
                    <a:pt x="122" y="2760"/>
                    <a:pt x="70" y="2796"/>
                  </a:cubicBezTo>
                  <a:cubicBezTo>
                    <a:pt x="54" y="2796"/>
                    <a:pt x="37" y="2812"/>
                    <a:pt x="1" y="2828"/>
                  </a:cubicBezTo>
                  <a:lnTo>
                    <a:pt x="1" y="2844"/>
                  </a:lnTo>
                  <a:lnTo>
                    <a:pt x="21" y="2861"/>
                  </a:lnTo>
                  <a:lnTo>
                    <a:pt x="21" y="2844"/>
                  </a:lnTo>
                  <a:cubicBezTo>
                    <a:pt x="37" y="2844"/>
                    <a:pt x="70" y="2828"/>
                    <a:pt x="86" y="2812"/>
                  </a:cubicBezTo>
                  <a:cubicBezTo>
                    <a:pt x="138" y="2776"/>
                    <a:pt x="187" y="2760"/>
                    <a:pt x="239" y="2727"/>
                  </a:cubicBezTo>
                  <a:cubicBezTo>
                    <a:pt x="389" y="2659"/>
                    <a:pt x="542" y="2594"/>
                    <a:pt x="708" y="2509"/>
                  </a:cubicBezTo>
                  <a:cubicBezTo>
                    <a:pt x="894" y="2424"/>
                    <a:pt x="1080" y="2339"/>
                    <a:pt x="1265" y="2255"/>
                  </a:cubicBezTo>
                  <a:cubicBezTo>
                    <a:pt x="1568" y="2121"/>
                    <a:pt x="1871" y="1968"/>
                    <a:pt x="2158" y="1835"/>
                  </a:cubicBezTo>
                  <a:cubicBezTo>
                    <a:pt x="2275" y="1766"/>
                    <a:pt x="2392" y="1717"/>
                    <a:pt x="2510" y="1665"/>
                  </a:cubicBezTo>
                  <a:cubicBezTo>
                    <a:pt x="2594" y="1616"/>
                    <a:pt x="2695" y="1584"/>
                    <a:pt x="2780" y="1532"/>
                  </a:cubicBezTo>
                  <a:cubicBezTo>
                    <a:pt x="3015" y="1414"/>
                    <a:pt x="3253" y="1297"/>
                    <a:pt x="3487" y="1196"/>
                  </a:cubicBezTo>
                  <a:cubicBezTo>
                    <a:pt x="3556" y="1160"/>
                    <a:pt x="3621" y="1128"/>
                    <a:pt x="3621" y="1043"/>
                  </a:cubicBezTo>
                  <a:lnTo>
                    <a:pt x="3621" y="893"/>
                  </a:lnTo>
                  <a:cubicBezTo>
                    <a:pt x="3621" y="724"/>
                    <a:pt x="3637" y="538"/>
                    <a:pt x="3621" y="352"/>
                  </a:cubicBezTo>
                  <a:cubicBezTo>
                    <a:pt x="3604" y="320"/>
                    <a:pt x="3621" y="271"/>
                    <a:pt x="3621" y="235"/>
                  </a:cubicBezTo>
                  <a:cubicBezTo>
                    <a:pt x="3621" y="170"/>
                    <a:pt x="3637" y="85"/>
                    <a:pt x="3588" y="17"/>
                  </a:cubicBezTo>
                  <a:cubicBezTo>
                    <a:pt x="3588" y="0"/>
                    <a:pt x="3588" y="0"/>
                    <a:pt x="3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6"/>
            <p:cNvSpPr/>
            <p:nvPr/>
          </p:nvSpPr>
          <p:spPr>
            <a:xfrm>
              <a:off x="2096779" y="2998816"/>
              <a:ext cx="3774" cy="40227"/>
            </a:xfrm>
            <a:custGeom>
              <a:rect b="b" l="l" r="r" t="t"/>
              <a:pathLst>
                <a:path extrusionOk="0" h="405" w="38">
                  <a:moveTo>
                    <a:pt x="37" y="1"/>
                  </a:moveTo>
                  <a:cubicBezTo>
                    <a:pt x="21" y="1"/>
                    <a:pt x="21" y="1"/>
                    <a:pt x="21" y="17"/>
                  </a:cubicBezTo>
                  <a:cubicBezTo>
                    <a:pt x="1" y="102"/>
                    <a:pt x="1" y="171"/>
                    <a:pt x="1" y="255"/>
                  </a:cubicBezTo>
                  <a:lnTo>
                    <a:pt x="1" y="389"/>
                  </a:lnTo>
                  <a:cubicBezTo>
                    <a:pt x="1" y="405"/>
                    <a:pt x="1" y="405"/>
                    <a:pt x="21" y="405"/>
                  </a:cubicBezTo>
                  <a:cubicBezTo>
                    <a:pt x="21" y="405"/>
                    <a:pt x="37" y="405"/>
                    <a:pt x="37" y="389"/>
                  </a:cubicBezTo>
                  <a:lnTo>
                    <a:pt x="37" y="255"/>
                  </a:lnTo>
                  <a:cubicBezTo>
                    <a:pt x="21" y="187"/>
                    <a:pt x="21" y="102"/>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6"/>
            <p:cNvSpPr/>
            <p:nvPr/>
          </p:nvSpPr>
          <p:spPr>
            <a:xfrm>
              <a:off x="978578" y="3227959"/>
              <a:ext cx="6953" cy="88797"/>
            </a:xfrm>
            <a:custGeom>
              <a:rect b="b" l="l" r="r" t="t"/>
              <a:pathLst>
                <a:path extrusionOk="0" h="894" w="70">
                  <a:moveTo>
                    <a:pt x="17" y="1"/>
                  </a:moveTo>
                  <a:lnTo>
                    <a:pt x="0" y="17"/>
                  </a:lnTo>
                  <a:cubicBezTo>
                    <a:pt x="17" y="170"/>
                    <a:pt x="17" y="320"/>
                    <a:pt x="17" y="473"/>
                  </a:cubicBezTo>
                  <a:lnTo>
                    <a:pt x="17" y="740"/>
                  </a:lnTo>
                  <a:lnTo>
                    <a:pt x="17" y="776"/>
                  </a:lnTo>
                  <a:cubicBezTo>
                    <a:pt x="17" y="809"/>
                    <a:pt x="17" y="857"/>
                    <a:pt x="33" y="893"/>
                  </a:cubicBezTo>
                  <a:lnTo>
                    <a:pt x="49" y="893"/>
                  </a:lnTo>
                  <a:cubicBezTo>
                    <a:pt x="49" y="893"/>
                    <a:pt x="69" y="893"/>
                    <a:pt x="49" y="877"/>
                  </a:cubicBezTo>
                  <a:lnTo>
                    <a:pt x="49" y="776"/>
                  </a:lnTo>
                  <a:lnTo>
                    <a:pt x="49" y="740"/>
                  </a:lnTo>
                  <a:lnTo>
                    <a:pt x="49" y="473"/>
                  </a:lnTo>
                  <a:cubicBezTo>
                    <a:pt x="49" y="320"/>
                    <a:pt x="49" y="170"/>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6"/>
            <p:cNvSpPr/>
            <p:nvPr/>
          </p:nvSpPr>
          <p:spPr>
            <a:xfrm>
              <a:off x="2080390" y="3211074"/>
              <a:ext cx="105185" cy="244538"/>
            </a:xfrm>
            <a:custGeom>
              <a:rect b="b" l="l" r="r" t="t"/>
              <a:pathLst>
                <a:path extrusionOk="0" h="2462" w="1059">
                  <a:moveTo>
                    <a:pt x="65" y="1"/>
                  </a:moveTo>
                  <a:cubicBezTo>
                    <a:pt x="0" y="171"/>
                    <a:pt x="33" y="272"/>
                    <a:pt x="134" y="373"/>
                  </a:cubicBezTo>
                  <a:cubicBezTo>
                    <a:pt x="251" y="542"/>
                    <a:pt x="388" y="692"/>
                    <a:pt x="505" y="845"/>
                  </a:cubicBezTo>
                  <a:cubicBezTo>
                    <a:pt x="606" y="979"/>
                    <a:pt x="707" y="1112"/>
                    <a:pt x="808" y="1249"/>
                  </a:cubicBezTo>
                  <a:cubicBezTo>
                    <a:pt x="824" y="1265"/>
                    <a:pt x="824" y="1265"/>
                    <a:pt x="841" y="1281"/>
                  </a:cubicBezTo>
                  <a:cubicBezTo>
                    <a:pt x="873" y="1330"/>
                    <a:pt x="925" y="1399"/>
                    <a:pt x="974" y="1431"/>
                  </a:cubicBezTo>
                  <a:cubicBezTo>
                    <a:pt x="1026" y="1467"/>
                    <a:pt x="1043" y="1516"/>
                    <a:pt x="1026" y="1601"/>
                  </a:cubicBezTo>
                  <a:lnTo>
                    <a:pt x="1026" y="1770"/>
                  </a:lnTo>
                  <a:cubicBezTo>
                    <a:pt x="1026" y="1855"/>
                    <a:pt x="1026" y="1936"/>
                    <a:pt x="1010" y="2021"/>
                  </a:cubicBezTo>
                  <a:cubicBezTo>
                    <a:pt x="1010" y="2073"/>
                    <a:pt x="1010" y="2122"/>
                    <a:pt x="1026" y="2190"/>
                  </a:cubicBezTo>
                  <a:lnTo>
                    <a:pt x="1026" y="2291"/>
                  </a:lnTo>
                  <a:cubicBezTo>
                    <a:pt x="1026" y="2340"/>
                    <a:pt x="1026" y="2392"/>
                    <a:pt x="1010" y="2441"/>
                  </a:cubicBezTo>
                  <a:lnTo>
                    <a:pt x="1010" y="2461"/>
                  </a:lnTo>
                  <a:lnTo>
                    <a:pt x="1026" y="2461"/>
                  </a:lnTo>
                  <a:cubicBezTo>
                    <a:pt x="1059" y="2409"/>
                    <a:pt x="1059" y="2360"/>
                    <a:pt x="1059" y="2291"/>
                  </a:cubicBezTo>
                  <a:cubicBezTo>
                    <a:pt x="1059" y="2259"/>
                    <a:pt x="1059" y="2223"/>
                    <a:pt x="1043" y="2190"/>
                  </a:cubicBezTo>
                  <a:cubicBezTo>
                    <a:pt x="1043" y="2122"/>
                    <a:pt x="1026" y="2073"/>
                    <a:pt x="1043" y="2021"/>
                  </a:cubicBezTo>
                  <a:cubicBezTo>
                    <a:pt x="1059" y="1936"/>
                    <a:pt x="1059" y="1855"/>
                    <a:pt x="1059" y="1770"/>
                  </a:cubicBezTo>
                  <a:lnTo>
                    <a:pt x="1059" y="1601"/>
                  </a:lnTo>
                  <a:cubicBezTo>
                    <a:pt x="1059" y="1500"/>
                    <a:pt x="1043" y="1451"/>
                    <a:pt x="994" y="1415"/>
                  </a:cubicBezTo>
                  <a:cubicBezTo>
                    <a:pt x="942" y="1366"/>
                    <a:pt x="893" y="1314"/>
                    <a:pt x="857" y="1265"/>
                  </a:cubicBezTo>
                  <a:lnTo>
                    <a:pt x="824" y="1229"/>
                  </a:lnTo>
                  <a:cubicBezTo>
                    <a:pt x="723" y="1096"/>
                    <a:pt x="622" y="962"/>
                    <a:pt x="521" y="845"/>
                  </a:cubicBezTo>
                  <a:cubicBezTo>
                    <a:pt x="404" y="676"/>
                    <a:pt x="267" y="522"/>
                    <a:pt x="150" y="356"/>
                  </a:cubicBezTo>
                  <a:cubicBezTo>
                    <a:pt x="49" y="239"/>
                    <a:pt x="33" y="154"/>
                    <a:pt x="101" y="17"/>
                  </a:cubicBezTo>
                  <a:cubicBezTo>
                    <a:pt x="101" y="17"/>
                    <a:pt x="101" y="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6"/>
            <p:cNvSpPr/>
            <p:nvPr/>
          </p:nvSpPr>
          <p:spPr>
            <a:xfrm>
              <a:off x="1734143" y="3697071"/>
              <a:ext cx="48570" cy="37346"/>
            </a:xfrm>
            <a:custGeom>
              <a:rect b="b" l="l" r="r" t="t"/>
              <a:pathLst>
                <a:path extrusionOk="0" h="376" w="489">
                  <a:moveTo>
                    <a:pt x="22" y="1"/>
                  </a:moveTo>
                  <a:cubicBezTo>
                    <a:pt x="19" y="1"/>
                    <a:pt x="16" y="3"/>
                    <a:pt x="16" y="8"/>
                  </a:cubicBezTo>
                  <a:cubicBezTo>
                    <a:pt x="0" y="8"/>
                    <a:pt x="0" y="8"/>
                    <a:pt x="0" y="24"/>
                  </a:cubicBezTo>
                  <a:cubicBezTo>
                    <a:pt x="53" y="93"/>
                    <a:pt x="117" y="141"/>
                    <a:pt x="186" y="194"/>
                  </a:cubicBezTo>
                  <a:cubicBezTo>
                    <a:pt x="218" y="226"/>
                    <a:pt x="255" y="242"/>
                    <a:pt x="287" y="275"/>
                  </a:cubicBezTo>
                  <a:cubicBezTo>
                    <a:pt x="303" y="295"/>
                    <a:pt x="303" y="295"/>
                    <a:pt x="319" y="311"/>
                  </a:cubicBezTo>
                  <a:cubicBezTo>
                    <a:pt x="356" y="343"/>
                    <a:pt x="388" y="376"/>
                    <a:pt x="440" y="376"/>
                  </a:cubicBezTo>
                  <a:lnTo>
                    <a:pt x="489" y="376"/>
                  </a:lnTo>
                  <a:lnTo>
                    <a:pt x="489" y="359"/>
                  </a:lnTo>
                  <a:cubicBezTo>
                    <a:pt x="489" y="359"/>
                    <a:pt x="489" y="343"/>
                    <a:pt x="473" y="343"/>
                  </a:cubicBezTo>
                  <a:cubicBezTo>
                    <a:pt x="457" y="351"/>
                    <a:pt x="443" y="354"/>
                    <a:pt x="430" y="354"/>
                  </a:cubicBezTo>
                  <a:cubicBezTo>
                    <a:pt x="389" y="354"/>
                    <a:pt x="364" y="320"/>
                    <a:pt x="339" y="295"/>
                  </a:cubicBezTo>
                  <a:cubicBezTo>
                    <a:pt x="339" y="275"/>
                    <a:pt x="319" y="275"/>
                    <a:pt x="303" y="258"/>
                  </a:cubicBezTo>
                  <a:cubicBezTo>
                    <a:pt x="271" y="226"/>
                    <a:pt x="238" y="194"/>
                    <a:pt x="202" y="174"/>
                  </a:cubicBezTo>
                  <a:cubicBezTo>
                    <a:pt x="137" y="125"/>
                    <a:pt x="69" y="73"/>
                    <a:pt x="36" y="8"/>
                  </a:cubicBezTo>
                  <a:cubicBezTo>
                    <a:pt x="36" y="8"/>
                    <a:pt x="27"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6"/>
            <p:cNvSpPr/>
            <p:nvPr/>
          </p:nvSpPr>
          <p:spPr>
            <a:xfrm>
              <a:off x="478576" y="2559105"/>
              <a:ext cx="157430" cy="75487"/>
            </a:xfrm>
            <a:custGeom>
              <a:rect b="b" l="l" r="r" t="t"/>
              <a:pathLst>
                <a:path extrusionOk="0" h="760" w="1585">
                  <a:moveTo>
                    <a:pt x="1568" y="0"/>
                  </a:moveTo>
                  <a:cubicBezTo>
                    <a:pt x="1500" y="17"/>
                    <a:pt x="1431" y="53"/>
                    <a:pt x="1366" y="85"/>
                  </a:cubicBezTo>
                  <a:cubicBezTo>
                    <a:pt x="1346" y="85"/>
                    <a:pt x="1330" y="101"/>
                    <a:pt x="1298" y="101"/>
                  </a:cubicBezTo>
                  <a:cubicBezTo>
                    <a:pt x="1144" y="186"/>
                    <a:pt x="979" y="271"/>
                    <a:pt x="809" y="340"/>
                  </a:cubicBezTo>
                  <a:cubicBezTo>
                    <a:pt x="538" y="457"/>
                    <a:pt x="272" y="590"/>
                    <a:pt x="1" y="724"/>
                  </a:cubicBezTo>
                  <a:lnTo>
                    <a:pt x="1" y="744"/>
                  </a:lnTo>
                  <a:lnTo>
                    <a:pt x="17" y="760"/>
                  </a:lnTo>
                  <a:cubicBezTo>
                    <a:pt x="288" y="606"/>
                    <a:pt x="558" y="489"/>
                    <a:pt x="825" y="372"/>
                  </a:cubicBezTo>
                  <a:cubicBezTo>
                    <a:pt x="979" y="287"/>
                    <a:pt x="1144" y="219"/>
                    <a:pt x="1314" y="138"/>
                  </a:cubicBezTo>
                  <a:cubicBezTo>
                    <a:pt x="1330" y="118"/>
                    <a:pt x="1366" y="118"/>
                    <a:pt x="1383" y="101"/>
                  </a:cubicBezTo>
                  <a:cubicBezTo>
                    <a:pt x="1447" y="69"/>
                    <a:pt x="1500" y="37"/>
                    <a:pt x="1568" y="17"/>
                  </a:cubicBezTo>
                  <a:lnTo>
                    <a:pt x="1585" y="17"/>
                  </a:lnTo>
                  <a:cubicBezTo>
                    <a:pt x="1585" y="0"/>
                    <a:pt x="1568" y="0"/>
                    <a:pt x="1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6"/>
            <p:cNvSpPr/>
            <p:nvPr/>
          </p:nvSpPr>
          <p:spPr>
            <a:xfrm>
              <a:off x="851343" y="2288245"/>
              <a:ext cx="361245" cy="257748"/>
            </a:xfrm>
            <a:custGeom>
              <a:rect b="b" l="l" r="r" t="t"/>
              <a:pathLst>
                <a:path extrusionOk="0" h="2595" w="3637">
                  <a:moveTo>
                    <a:pt x="3604" y="1"/>
                  </a:moveTo>
                  <a:cubicBezTo>
                    <a:pt x="3588" y="1"/>
                    <a:pt x="3588" y="1"/>
                    <a:pt x="3588" y="17"/>
                  </a:cubicBezTo>
                  <a:cubicBezTo>
                    <a:pt x="3604" y="186"/>
                    <a:pt x="3604" y="356"/>
                    <a:pt x="3604" y="522"/>
                  </a:cubicBezTo>
                  <a:cubicBezTo>
                    <a:pt x="3604" y="623"/>
                    <a:pt x="3588" y="724"/>
                    <a:pt x="3604" y="845"/>
                  </a:cubicBezTo>
                  <a:cubicBezTo>
                    <a:pt x="3604" y="893"/>
                    <a:pt x="3552" y="910"/>
                    <a:pt x="3519" y="926"/>
                  </a:cubicBezTo>
                  <a:lnTo>
                    <a:pt x="3503" y="946"/>
                  </a:lnTo>
                  <a:lnTo>
                    <a:pt x="3386" y="994"/>
                  </a:lnTo>
                  <a:cubicBezTo>
                    <a:pt x="3200" y="1079"/>
                    <a:pt x="3014" y="1180"/>
                    <a:pt x="2812" y="1265"/>
                  </a:cubicBezTo>
                  <a:cubicBezTo>
                    <a:pt x="2679" y="1330"/>
                    <a:pt x="2542" y="1398"/>
                    <a:pt x="2408" y="1451"/>
                  </a:cubicBezTo>
                  <a:cubicBezTo>
                    <a:pt x="2275" y="1516"/>
                    <a:pt x="2158" y="1568"/>
                    <a:pt x="2037" y="1617"/>
                  </a:cubicBezTo>
                  <a:cubicBezTo>
                    <a:pt x="1584" y="1835"/>
                    <a:pt x="1112" y="2037"/>
                    <a:pt x="659" y="2259"/>
                  </a:cubicBezTo>
                  <a:cubicBezTo>
                    <a:pt x="522" y="2323"/>
                    <a:pt x="389" y="2376"/>
                    <a:pt x="255" y="2441"/>
                  </a:cubicBezTo>
                  <a:cubicBezTo>
                    <a:pt x="203" y="2477"/>
                    <a:pt x="138" y="2493"/>
                    <a:pt x="86" y="2525"/>
                  </a:cubicBezTo>
                  <a:cubicBezTo>
                    <a:pt x="70" y="2542"/>
                    <a:pt x="37" y="2562"/>
                    <a:pt x="17" y="2562"/>
                  </a:cubicBezTo>
                  <a:lnTo>
                    <a:pt x="1" y="2578"/>
                  </a:lnTo>
                  <a:lnTo>
                    <a:pt x="17" y="2594"/>
                  </a:lnTo>
                  <a:cubicBezTo>
                    <a:pt x="53" y="2578"/>
                    <a:pt x="70" y="2562"/>
                    <a:pt x="102" y="2542"/>
                  </a:cubicBezTo>
                  <a:cubicBezTo>
                    <a:pt x="154" y="2525"/>
                    <a:pt x="203" y="2493"/>
                    <a:pt x="271" y="2477"/>
                  </a:cubicBezTo>
                  <a:cubicBezTo>
                    <a:pt x="405" y="2408"/>
                    <a:pt x="542" y="2340"/>
                    <a:pt x="675" y="2275"/>
                  </a:cubicBezTo>
                  <a:cubicBezTo>
                    <a:pt x="1128" y="2073"/>
                    <a:pt x="1584" y="1855"/>
                    <a:pt x="2057" y="1653"/>
                  </a:cubicBezTo>
                  <a:cubicBezTo>
                    <a:pt x="2174" y="1584"/>
                    <a:pt x="2291" y="1532"/>
                    <a:pt x="2408" y="1483"/>
                  </a:cubicBezTo>
                  <a:cubicBezTo>
                    <a:pt x="2542" y="1415"/>
                    <a:pt x="2695" y="1350"/>
                    <a:pt x="2829" y="1281"/>
                  </a:cubicBezTo>
                  <a:cubicBezTo>
                    <a:pt x="3014" y="1196"/>
                    <a:pt x="3216" y="1112"/>
                    <a:pt x="3402" y="1011"/>
                  </a:cubicBezTo>
                  <a:lnTo>
                    <a:pt x="3519" y="962"/>
                  </a:lnTo>
                  <a:cubicBezTo>
                    <a:pt x="3572" y="946"/>
                    <a:pt x="3620" y="910"/>
                    <a:pt x="3620" y="825"/>
                  </a:cubicBezTo>
                  <a:lnTo>
                    <a:pt x="3620" y="522"/>
                  </a:lnTo>
                  <a:cubicBezTo>
                    <a:pt x="3620" y="356"/>
                    <a:pt x="3637" y="186"/>
                    <a:pt x="3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6"/>
            <p:cNvSpPr/>
            <p:nvPr/>
          </p:nvSpPr>
          <p:spPr>
            <a:xfrm>
              <a:off x="1033505" y="2871680"/>
              <a:ext cx="6953" cy="95551"/>
            </a:xfrm>
            <a:custGeom>
              <a:rect b="b" l="l" r="r" t="t"/>
              <a:pathLst>
                <a:path extrusionOk="0" h="962" w="70">
                  <a:moveTo>
                    <a:pt x="21" y="0"/>
                  </a:moveTo>
                  <a:cubicBezTo>
                    <a:pt x="1" y="0"/>
                    <a:pt x="1" y="21"/>
                    <a:pt x="1" y="21"/>
                  </a:cubicBezTo>
                  <a:cubicBezTo>
                    <a:pt x="37" y="101"/>
                    <a:pt x="37" y="186"/>
                    <a:pt x="37" y="271"/>
                  </a:cubicBezTo>
                  <a:lnTo>
                    <a:pt x="37" y="340"/>
                  </a:lnTo>
                  <a:lnTo>
                    <a:pt x="37" y="760"/>
                  </a:lnTo>
                  <a:lnTo>
                    <a:pt x="37" y="946"/>
                  </a:lnTo>
                  <a:cubicBezTo>
                    <a:pt x="37" y="962"/>
                    <a:pt x="37" y="962"/>
                    <a:pt x="53" y="962"/>
                  </a:cubicBezTo>
                  <a:lnTo>
                    <a:pt x="53" y="946"/>
                  </a:lnTo>
                  <a:lnTo>
                    <a:pt x="53" y="760"/>
                  </a:lnTo>
                  <a:lnTo>
                    <a:pt x="53" y="340"/>
                  </a:lnTo>
                  <a:lnTo>
                    <a:pt x="53" y="271"/>
                  </a:lnTo>
                  <a:cubicBezTo>
                    <a:pt x="70" y="186"/>
                    <a:pt x="70" y="85"/>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6"/>
            <p:cNvSpPr/>
            <p:nvPr/>
          </p:nvSpPr>
          <p:spPr>
            <a:xfrm>
              <a:off x="746257" y="3159326"/>
              <a:ext cx="6555" cy="81943"/>
            </a:xfrm>
            <a:custGeom>
              <a:rect b="b" l="l" r="r" t="t"/>
              <a:pathLst>
                <a:path extrusionOk="0" h="825" w="66">
                  <a:moveTo>
                    <a:pt x="49" y="1"/>
                  </a:moveTo>
                  <a:cubicBezTo>
                    <a:pt x="33" y="1"/>
                    <a:pt x="33" y="17"/>
                    <a:pt x="33" y="17"/>
                  </a:cubicBezTo>
                  <a:cubicBezTo>
                    <a:pt x="33" y="69"/>
                    <a:pt x="33" y="118"/>
                    <a:pt x="17" y="170"/>
                  </a:cubicBezTo>
                  <a:cubicBezTo>
                    <a:pt x="17" y="389"/>
                    <a:pt x="0" y="607"/>
                    <a:pt x="17" y="825"/>
                  </a:cubicBezTo>
                  <a:lnTo>
                    <a:pt x="49" y="825"/>
                  </a:lnTo>
                  <a:cubicBezTo>
                    <a:pt x="17" y="607"/>
                    <a:pt x="33" y="389"/>
                    <a:pt x="49" y="170"/>
                  </a:cubicBezTo>
                  <a:cubicBezTo>
                    <a:pt x="49" y="118"/>
                    <a:pt x="49" y="69"/>
                    <a:pt x="65" y="17"/>
                  </a:cubicBezTo>
                  <a:cubicBezTo>
                    <a:pt x="65" y="17"/>
                    <a:pt x="49" y="17"/>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6"/>
            <p:cNvSpPr/>
            <p:nvPr/>
          </p:nvSpPr>
          <p:spPr>
            <a:xfrm>
              <a:off x="2120518" y="3547388"/>
              <a:ext cx="4867" cy="41816"/>
            </a:xfrm>
            <a:custGeom>
              <a:rect b="b" l="l" r="r" t="t"/>
              <a:pathLst>
                <a:path extrusionOk="0" h="421" w="49">
                  <a:moveTo>
                    <a:pt x="16" y="0"/>
                  </a:moveTo>
                  <a:cubicBezTo>
                    <a:pt x="0" y="85"/>
                    <a:pt x="0" y="186"/>
                    <a:pt x="0" y="267"/>
                  </a:cubicBezTo>
                  <a:cubicBezTo>
                    <a:pt x="16" y="303"/>
                    <a:pt x="16" y="368"/>
                    <a:pt x="0" y="404"/>
                  </a:cubicBezTo>
                  <a:cubicBezTo>
                    <a:pt x="0" y="420"/>
                    <a:pt x="16" y="420"/>
                    <a:pt x="16" y="420"/>
                  </a:cubicBezTo>
                  <a:lnTo>
                    <a:pt x="33" y="420"/>
                  </a:lnTo>
                  <a:lnTo>
                    <a:pt x="33" y="251"/>
                  </a:lnTo>
                  <a:cubicBezTo>
                    <a:pt x="33" y="186"/>
                    <a:pt x="33" y="101"/>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6"/>
            <p:cNvSpPr/>
            <p:nvPr/>
          </p:nvSpPr>
          <p:spPr>
            <a:xfrm>
              <a:off x="2153791" y="3206306"/>
              <a:ext cx="6953" cy="40227"/>
            </a:xfrm>
            <a:custGeom>
              <a:rect b="b" l="l" r="r" t="t"/>
              <a:pathLst>
                <a:path extrusionOk="0" h="405" w="70">
                  <a:moveTo>
                    <a:pt x="33" y="0"/>
                  </a:moveTo>
                  <a:cubicBezTo>
                    <a:pt x="17" y="65"/>
                    <a:pt x="17" y="134"/>
                    <a:pt x="17" y="202"/>
                  </a:cubicBezTo>
                  <a:cubicBezTo>
                    <a:pt x="17" y="267"/>
                    <a:pt x="33" y="320"/>
                    <a:pt x="17" y="388"/>
                  </a:cubicBezTo>
                  <a:cubicBezTo>
                    <a:pt x="1" y="388"/>
                    <a:pt x="17" y="404"/>
                    <a:pt x="17" y="404"/>
                  </a:cubicBezTo>
                  <a:lnTo>
                    <a:pt x="33" y="388"/>
                  </a:lnTo>
                  <a:cubicBezTo>
                    <a:pt x="53" y="320"/>
                    <a:pt x="53" y="267"/>
                    <a:pt x="53" y="202"/>
                  </a:cubicBezTo>
                  <a:cubicBezTo>
                    <a:pt x="53" y="134"/>
                    <a:pt x="53" y="65"/>
                    <a:pt x="69" y="17"/>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6"/>
            <p:cNvSpPr/>
            <p:nvPr/>
          </p:nvSpPr>
          <p:spPr>
            <a:xfrm>
              <a:off x="1135809" y="2664588"/>
              <a:ext cx="6555" cy="86810"/>
            </a:xfrm>
            <a:custGeom>
              <a:rect b="b" l="l" r="r" t="t"/>
              <a:pathLst>
                <a:path extrusionOk="0" h="874" w="66">
                  <a:moveTo>
                    <a:pt x="1" y="1"/>
                  </a:moveTo>
                  <a:lnTo>
                    <a:pt x="1" y="187"/>
                  </a:lnTo>
                  <a:lnTo>
                    <a:pt x="1" y="692"/>
                  </a:lnTo>
                  <a:cubicBezTo>
                    <a:pt x="1" y="756"/>
                    <a:pt x="17" y="825"/>
                    <a:pt x="33" y="873"/>
                  </a:cubicBezTo>
                  <a:lnTo>
                    <a:pt x="49" y="873"/>
                  </a:lnTo>
                  <a:cubicBezTo>
                    <a:pt x="49" y="873"/>
                    <a:pt x="66" y="873"/>
                    <a:pt x="49" y="857"/>
                  </a:cubicBezTo>
                  <a:cubicBezTo>
                    <a:pt x="33" y="809"/>
                    <a:pt x="33" y="756"/>
                    <a:pt x="33" y="692"/>
                  </a:cubicBezTo>
                  <a:lnTo>
                    <a:pt x="33" y="18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6"/>
            <p:cNvSpPr/>
            <p:nvPr/>
          </p:nvSpPr>
          <p:spPr>
            <a:xfrm>
              <a:off x="856607" y="1720106"/>
              <a:ext cx="355981" cy="319131"/>
            </a:xfrm>
            <a:custGeom>
              <a:rect b="b" l="l" r="r" t="t"/>
              <a:pathLst>
                <a:path extrusionOk="0" h="3213" w="3584">
                  <a:moveTo>
                    <a:pt x="3535" y="0"/>
                  </a:moveTo>
                  <a:lnTo>
                    <a:pt x="3535" y="17"/>
                  </a:lnTo>
                  <a:cubicBezTo>
                    <a:pt x="3567" y="33"/>
                    <a:pt x="3551" y="65"/>
                    <a:pt x="3551" y="101"/>
                  </a:cubicBezTo>
                  <a:lnTo>
                    <a:pt x="3551" y="118"/>
                  </a:lnTo>
                  <a:lnTo>
                    <a:pt x="3551" y="437"/>
                  </a:lnTo>
                  <a:cubicBezTo>
                    <a:pt x="3551" y="687"/>
                    <a:pt x="3551" y="958"/>
                    <a:pt x="3567" y="1212"/>
                  </a:cubicBezTo>
                  <a:cubicBezTo>
                    <a:pt x="3567" y="1293"/>
                    <a:pt x="3535" y="1330"/>
                    <a:pt x="3466" y="1362"/>
                  </a:cubicBezTo>
                  <a:cubicBezTo>
                    <a:pt x="2913" y="1665"/>
                    <a:pt x="2339" y="1968"/>
                    <a:pt x="1851" y="2222"/>
                  </a:cubicBezTo>
                  <a:cubicBezTo>
                    <a:pt x="1531" y="2388"/>
                    <a:pt x="1228" y="2558"/>
                    <a:pt x="909" y="2707"/>
                  </a:cubicBezTo>
                  <a:lnTo>
                    <a:pt x="352" y="3010"/>
                  </a:lnTo>
                  <a:cubicBezTo>
                    <a:pt x="267" y="3063"/>
                    <a:pt x="202" y="3095"/>
                    <a:pt x="118" y="3131"/>
                  </a:cubicBezTo>
                  <a:lnTo>
                    <a:pt x="17" y="3196"/>
                  </a:lnTo>
                  <a:cubicBezTo>
                    <a:pt x="0" y="3196"/>
                    <a:pt x="0" y="3196"/>
                    <a:pt x="0" y="3212"/>
                  </a:cubicBezTo>
                  <a:lnTo>
                    <a:pt x="17" y="3212"/>
                  </a:lnTo>
                  <a:lnTo>
                    <a:pt x="134" y="3164"/>
                  </a:lnTo>
                  <a:cubicBezTo>
                    <a:pt x="202" y="3111"/>
                    <a:pt x="287" y="3079"/>
                    <a:pt x="368" y="3046"/>
                  </a:cubicBezTo>
                  <a:lnTo>
                    <a:pt x="925" y="2743"/>
                  </a:lnTo>
                  <a:cubicBezTo>
                    <a:pt x="1245" y="2574"/>
                    <a:pt x="1548" y="2404"/>
                    <a:pt x="1867" y="2238"/>
                  </a:cubicBezTo>
                  <a:cubicBezTo>
                    <a:pt x="2339" y="1984"/>
                    <a:pt x="2913" y="1681"/>
                    <a:pt x="3483" y="1394"/>
                  </a:cubicBezTo>
                  <a:cubicBezTo>
                    <a:pt x="3551" y="1362"/>
                    <a:pt x="3584" y="1313"/>
                    <a:pt x="3584" y="1212"/>
                  </a:cubicBezTo>
                  <a:lnTo>
                    <a:pt x="3584" y="437"/>
                  </a:lnTo>
                  <a:lnTo>
                    <a:pt x="3584" y="118"/>
                  </a:lnTo>
                  <a:lnTo>
                    <a:pt x="3584" y="101"/>
                  </a:lnTo>
                  <a:cubicBezTo>
                    <a:pt x="3584" y="65"/>
                    <a:pt x="3584" y="33"/>
                    <a:pt x="3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6"/>
            <p:cNvSpPr/>
            <p:nvPr/>
          </p:nvSpPr>
          <p:spPr>
            <a:xfrm>
              <a:off x="1582077" y="3425417"/>
              <a:ext cx="6853" cy="81943"/>
            </a:xfrm>
            <a:custGeom>
              <a:rect b="b" l="l" r="r" t="t"/>
              <a:pathLst>
                <a:path extrusionOk="0" h="825" w="69">
                  <a:moveTo>
                    <a:pt x="53" y="0"/>
                  </a:moveTo>
                  <a:lnTo>
                    <a:pt x="32" y="16"/>
                  </a:lnTo>
                  <a:cubicBezTo>
                    <a:pt x="16" y="150"/>
                    <a:pt x="16" y="283"/>
                    <a:pt x="16" y="404"/>
                  </a:cubicBezTo>
                  <a:cubicBezTo>
                    <a:pt x="16" y="485"/>
                    <a:pt x="32" y="570"/>
                    <a:pt x="16" y="655"/>
                  </a:cubicBezTo>
                  <a:lnTo>
                    <a:pt x="16" y="707"/>
                  </a:lnTo>
                  <a:cubicBezTo>
                    <a:pt x="32" y="739"/>
                    <a:pt x="32" y="772"/>
                    <a:pt x="16" y="788"/>
                  </a:cubicBezTo>
                  <a:cubicBezTo>
                    <a:pt x="0" y="808"/>
                    <a:pt x="16" y="808"/>
                    <a:pt x="16" y="808"/>
                  </a:cubicBezTo>
                  <a:lnTo>
                    <a:pt x="16" y="824"/>
                  </a:lnTo>
                  <a:lnTo>
                    <a:pt x="32" y="808"/>
                  </a:lnTo>
                  <a:cubicBezTo>
                    <a:pt x="53" y="772"/>
                    <a:pt x="53" y="739"/>
                    <a:pt x="53" y="707"/>
                  </a:cubicBezTo>
                  <a:lnTo>
                    <a:pt x="53" y="655"/>
                  </a:lnTo>
                  <a:lnTo>
                    <a:pt x="53" y="404"/>
                  </a:lnTo>
                  <a:cubicBezTo>
                    <a:pt x="53" y="283"/>
                    <a:pt x="53" y="150"/>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6"/>
            <p:cNvSpPr/>
            <p:nvPr/>
          </p:nvSpPr>
          <p:spPr>
            <a:xfrm>
              <a:off x="672458" y="2958689"/>
              <a:ext cx="147299" cy="152166"/>
            </a:xfrm>
            <a:custGeom>
              <a:rect b="b" l="l" r="r" t="t"/>
              <a:pathLst>
                <a:path extrusionOk="0" h="1532" w="1483">
                  <a:moveTo>
                    <a:pt x="1450" y="1"/>
                  </a:moveTo>
                  <a:lnTo>
                    <a:pt x="1434" y="17"/>
                  </a:lnTo>
                  <a:cubicBezTo>
                    <a:pt x="1467" y="203"/>
                    <a:pt x="1450" y="389"/>
                    <a:pt x="1450" y="575"/>
                  </a:cubicBezTo>
                  <a:lnTo>
                    <a:pt x="1450" y="910"/>
                  </a:lnTo>
                  <a:cubicBezTo>
                    <a:pt x="1450" y="962"/>
                    <a:pt x="1414" y="979"/>
                    <a:pt x="1366" y="995"/>
                  </a:cubicBezTo>
                  <a:lnTo>
                    <a:pt x="1349" y="995"/>
                  </a:lnTo>
                  <a:cubicBezTo>
                    <a:pt x="978" y="1144"/>
                    <a:pt x="606" y="1282"/>
                    <a:pt x="271" y="1431"/>
                  </a:cubicBezTo>
                  <a:cubicBezTo>
                    <a:pt x="255" y="1431"/>
                    <a:pt x="238" y="1447"/>
                    <a:pt x="222" y="1447"/>
                  </a:cubicBezTo>
                  <a:cubicBezTo>
                    <a:pt x="166" y="1477"/>
                    <a:pt x="110" y="1504"/>
                    <a:pt x="56" y="1504"/>
                  </a:cubicBezTo>
                  <a:cubicBezTo>
                    <a:pt x="44" y="1504"/>
                    <a:pt x="32" y="1503"/>
                    <a:pt x="20" y="1500"/>
                  </a:cubicBezTo>
                  <a:cubicBezTo>
                    <a:pt x="20" y="1500"/>
                    <a:pt x="0" y="1500"/>
                    <a:pt x="0" y="1516"/>
                  </a:cubicBezTo>
                  <a:lnTo>
                    <a:pt x="20" y="1532"/>
                  </a:lnTo>
                  <a:lnTo>
                    <a:pt x="37" y="1532"/>
                  </a:lnTo>
                  <a:cubicBezTo>
                    <a:pt x="121" y="1532"/>
                    <a:pt x="170" y="1500"/>
                    <a:pt x="238" y="1467"/>
                  </a:cubicBezTo>
                  <a:cubicBezTo>
                    <a:pt x="255" y="1467"/>
                    <a:pt x="271" y="1467"/>
                    <a:pt x="287" y="1447"/>
                  </a:cubicBezTo>
                  <a:cubicBezTo>
                    <a:pt x="626" y="1314"/>
                    <a:pt x="994" y="1164"/>
                    <a:pt x="1366" y="1027"/>
                  </a:cubicBezTo>
                  <a:lnTo>
                    <a:pt x="1382" y="1011"/>
                  </a:lnTo>
                  <a:cubicBezTo>
                    <a:pt x="1414" y="1011"/>
                    <a:pt x="1483" y="979"/>
                    <a:pt x="1483" y="910"/>
                  </a:cubicBezTo>
                  <a:lnTo>
                    <a:pt x="1483" y="575"/>
                  </a:lnTo>
                  <a:cubicBezTo>
                    <a:pt x="1483" y="389"/>
                    <a:pt x="1483" y="203"/>
                    <a:pt x="1467" y="17"/>
                  </a:cubicBezTo>
                  <a:cubicBezTo>
                    <a:pt x="1467" y="1"/>
                    <a:pt x="1467" y="1"/>
                    <a:pt x="1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6"/>
            <p:cNvSpPr/>
            <p:nvPr/>
          </p:nvSpPr>
          <p:spPr>
            <a:xfrm>
              <a:off x="1740897" y="2305131"/>
              <a:ext cx="169051" cy="347935"/>
            </a:xfrm>
            <a:custGeom>
              <a:rect b="b" l="l" r="r" t="t"/>
              <a:pathLst>
                <a:path extrusionOk="0" h="3503" w="1702">
                  <a:moveTo>
                    <a:pt x="69" y="0"/>
                  </a:moveTo>
                  <a:cubicBezTo>
                    <a:pt x="49" y="0"/>
                    <a:pt x="49" y="0"/>
                    <a:pt x="49" y="16"/>
                  </a:cubicBezTo>
                  <a:cubicBezTo>
                    <a:pt x="1" y="117"/>
                    <a:pt x="17" y="218"/>
                    <a:pt x="102" y="303"/>
                  </a:cubicBezTo>
                  <a:cubicBezTo>
                    <a:pt x="187" y="404"/>
                    <a:pt x="251" y="505"/>
                    <a:pt x="320" y="622"/>
                  </a:cubicBezTo>
                  <a:cubicBezTo>
                    <a:pt x="352" y="675"/>
                    <a:pt x="389" y="723"/>
                    <a:pt x="421" y="776"/>
                  </a:cubicBezTo>
                  <a:cubicBezTo>
                    <a:pt x="639" y="1079"/>
                    <a:pt x="857" y="1398"/>
                    <a:pt x="1059" y="1717"/>
                  </a:cubicBezTo>
                  <a:cubicBezTo>
                    <a:pt x="1180" y="1887"/>
                    <a:pt x="1281" y="2052"/>
                    <a:pt x="1399" y="2222"/>
                  </a:cubicBezTo>
                  <a:cubicBezTo>
                    <a:pt x="1415" y="2254"/>
                    <a:pt x="1431" y="2291"/>
                    <a:pt x="1431" y="2307"/>
                  </a:cubicBezTo>
                  <a:lnTo>
                    <a:pt x="1431" y="2541"/>
                  </a:lnTo>
                  <a:cubicBezTo>
                    <a:pt x="1447" y="2675"/>
                    <a:pt x="1447" y="2828"/>
                    <a:pt x="1415" y="2961"/>
                  </a:cubicBezTo>
                  <a:cubicBezTo>
                    <a:pt x="1399" y="3062"/>
                    <a:pt x="1463" y="3147"/>
                    <a:pt x="1516" y="3216"/>
                  </a:cubicBezTo>
                  <a:cubicBezTo>
                    <a:pt x="1600" y="3301"/>
                    <a:pt x="1633" y="3402"/>
                    <a:pt x="1665" y="3483"/>
                  </a:cubicBezTo>
                  <a:lnTo>
                    <a:pt x="1685" y="3503"/>
                  </a:lnTo>
                  <a:lnTo>
                    <a:pt x="1701" y="3483"/>
                  </a:lnTo>
                  <a:cubicBezTo>
                    <a:pt x="1665" y="3382"/>
                    <a:pt x="1633" y="3281"/>
                    <a:pt x="1548" y="3200"/>
                  </a:cubicBezTo>
                  <a:cubicBezTo>
                    <a:pt x="1483" y="3131"/>
                    <a:pt x="1431" y="3062"/>
                    <a:pt x="1447" y="2961"/>
                  </a:cubicBezTo>
                  <a:cubicBezTo>
                    <a:pt x="1463" y="2828"/>
                    <a:pt x="1463" y="2675"/>
                    <a:pt x="1463" y="2541"/>
                  </a:cubicBezTo>
                  <a:lnTo>
                    <a:pt x="1463" y="2307"/>
                  </a:lnTo>
                  <a:cubicBezTo>
                    <a:pt x="1463" y="2271"/>
                    <a:pt x="1447" y="2238"/>
                    <a:pt x="1415" y="2206"/>
                  </a:cubicBezTo>
                  <a:cubicBezTo>
                    <a:pt x="1314" y="2036"/>
                    <a:pt x="1197" y="1867"/>
                    <a:pt x="1079" y="1701"/>
                  </a:cubicBezTo>
                  <a:cubicBezTo>
                    <a:pt x="877" y="1398"/>
                    <a:pt x="655" y="1059"/>
                    <a:pt x="437" y="756"/>
                  </a:cubicBezTo>
                  <a:cubicBezTo>
                    <a:pt x="405" y="707"/>
                    <a:pt x="372" y="655"/>
                    <a:pt x="352" y="606"/>
                  </a:cubicBezTo>
                  <a:cubicBezTo>
                    <a:pt x="288" y="489"/>
                    <a:pt x="219" y="388"/>
                    <a:pt x="118" y="287"/>
                  </a:cubicBezTo>
                  <a:cubicBezTo>
                    <a:pt x="33" y="202"/>
                    <a:pt x="17" y="117"/>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6"/>
            <p:cNvSpPr/>
            <p:nvPr/>
          </p:nvSpPr>
          <p:spPr>
            <a:xfrm>
              <a:off x="1087339" y="1999011"/>
              <a:ext cx="4867" cy="95551"/>
            </a:xfrm>
            <a:custGeom>
              <a:rect b="b" l="l" r="r" t="t"/>
              <a:pathLst>
                <a:path extrusionOk="0" h="962" w="49">
                  <a:moveTo>
                    <a:pt x="0" y="0"/>
                  </a:moveTo>
                  <a:lnTo>
                    <a:pt x="0" y="20"/>
                  </a:lnTo>
                  <a:cubicBezTo>
                    <a:pt x="16" y="137"/>
                    <a:pt x="16" y="255"/>
                    <a:pt x="0" y="372"/>
                  </a:cubicBezTo>
                  <a:lnTo>
                    <a:pt x="0" y="590"/>
                  </a:lnTo>
                  <a:cubicBezTo>
                    <a:pt x="16" y="626"/>
                    <a:pt x="0" y="675"/>
                    <a:pt x="0" y="707"/>
                  </a:cubicBezTo>
                  <a:cubicBezTo>
                    <a:pt x="0" y="792"/>
                    <a:pt x="0" y="877"/>
                    <a:pt x="16" y="961"/>
                  </a:cubicBezTo>
                  <a:lnTo>
                    <a:pt x="32" y="961"/>
                  </a:lnTo>
                  <a:cubicBezTo>
                    <a:pt x="49" y="961"/>
                    <a:pt x="49" y="961"/>
                    <a:pt x="49" y="945"/>
                  </a:cubicBezTo>
                  <a:cubicBezTo>
                    <a:pt x="32" y="877"/>
                    <a:pt x="32" y="792"/>
                    <a:pt x="32" y="707"/>
                  </a:cubicBezTo>
                  <a:lnTo>
                    <a:pt x="32" y="590"/>
                  </a:lnTo>
                  <a:lnTo>
                    <a:pt x="32" y="372"/>
                  </a:lnTo>
                  <a:cubicBezTo>
                    <a:pt x="32" y="255"/>
                    <a:pt x="32" y="137"/>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6"/>
            <p:cNvSpPr/>
            <p:nvPr/>
          </p:nvSpPr>
          <p:spPr>
            <a:xfrm>
              <a:off x="669181" y="3099135"/>
              <a:ext cx="153854" cy="175905"/>
            </a:xfrm>
            <a:custGeom>
              <a:rect b="b" l="l" r="r" t="t"/>
              <a:pathLst>
                <a:path extrusionOk="0" h="1771" w="1549">
                  <a:moveTo>
                    <a:pt x="1483" y="33"/>
                  </a:moveTo>
                  <a:cubicBezTo>
                    <a:pt x="1500" y="102"/>
                    <a:pt x="1500" y="187"/>
                    <a:pt x="1500" y="272"/>
                  </a:cubicBezTo>
                  <a:lnTo>
                    <a:pt x="1500" y="405"/>
                  </a:lnTo>
                  <a:lnTo>
                    <a:pt x="1500" y="675"/>
                  </a:lnTo>
                  <a:cubicBezTo>
                    <a:pt x="1500" y="793"/>
                    <a:pt x="1500" y="926"/>
                    <a:pt x="1516" y="1043"/>
                  </a:cubicBezTo>
                  <a:cubicBezTo>
                    <a:pt x="1532" y="1164"/>
                    <a:pt x="1500" y="1213"/>
                    <a:pt x="1382" y="1245"/>
                  </a:cubicBezTo>
                  <a:cubicBezTo>
                    <a:pt x="1265" y="1281"/>
                    <a:pt x="1144" y="1330"/>
                    <a:pt x="1027" y="1366"/>
                  </a:cubicBezTo>
                  <a:cubicBezTo>
                    <a:pt x="926" y="1415"/>
                    <a:pt x="825" y="1447"/>
                    <a:pt x="724" y="1483"/>
                  </a:cubicBezTo>
                  <a:cubicBezTo>
                    <a:pt x="639" y="1500"/>
                    <a:pt x="558" y="1532"/>
                    <a:pt x="490" y="1568"/>
                  </a:cubicBezTo>
                  <a:cubicBezTo>
                    <a:pt x="336" y="1617"/>
                    <a:pt x="203" y="1685"/>
                    <a:pt x="53" y="1718"/>
                  </a:cubicBezTo>
                  <a:cubicBezTo>
                    <a:pt x="53" y="1685"/>
                    <a:pt x="33" y="1669"/>
                    <a:pt x="33" y="1633"/>
                  </a:cubicBezTo>
                  <a:cubicBezTo>
                    <a:pt x="33" y="1617"/>
                    <a:pt x="17" y="1601"/>
                    <a:pt x="17" y="1568"/>
                  </a:cubicBezTo>
                  <a:cubicBezTo>
                    <a:pt x="33" y="1245"/>
                    <a:pt x="33" y="978"/>
                    <a:pt x="17" y="708"/>
                  </a:cubicBezTo>
                  <a:cubicBezTo>
                    <a:pt x="17" y="607"/>
                    <a:pt x="53" y="558"/>
                    <a:pt x="154" y="522"/>
                  </a:cubicBezTo>
                  <a:cubicBezTo>
                    <a:pt x="490" y="405"/>
                    <a:pt x="825" y="272"/>
                    <a:pt x="1164" y="154"/>
                  </a:cubicBezTo>
                  <a:lnTo>
                    <a:pt x="1483" y="33"/>
                  </a:lnTo>
                  <a:close/>
                  <a:moveTo>
                    <a:pt x="1483" y="1"/>
                  </a:moveTo>
                  <a:lnTo>
                    <a:pt x="1144" y="118"/>
                  </a:lnTo>
                  <a:cubicBezTo>
                    <a:pt x="809" y="255"/>
                    <a:pt x="473" y="372"/>
                    <a:pt x="134" y="490"/>
                  </a:cubicBezTo>
                  <a:cubicBezTo>
                    <a:pt x="33" y="538"/>
                    <a:pt x="1" y="591"/>
                    <a:pt x="1" y="708"/>
                  </a:cubicBezTo>
                  <a:lnTo>
                    <a:pt x="1" y="1568"/>
                  </a:lnTo>
                  <a:lnTo>
                    <a:pt x="1" y="1649"/>
                  </a:lnTo>
                  <a:cubicBezTo>
                    <a:pt x="17" y="1685"/>
                    <a:pt x="33" y="1718"/>
                    <a:pt x="1" y="1750"/>
                  </a:cubicBezTo>
                  <a:lnTo>
                    <a:pt x="1" y="1770"/>
                  </a:lnTo>
                  <a:lnTo>
                    <a:pt x="17" y="1770"/>
                  </a:lnTo>
                  <a:cubicBezTo>
                    <a:pt x="33" y="1750"/>
                    <a:pt x="33" y="1734"/>
                    <a:pt x="33" y="1734"/>
                  </a:cubicBezTo>
                  <a:lnTo>
                    <a:pt x="53" y="1734"/>
                  </a:lnTo>
                  <a:cubicBezTo>
                    <a:pt x="203" y="1702"/>
                    <a:pt x="356" y="1649"/>
                    <a:pt x="490" y="1601"/>
                  </a:cubicBezTo>
                  <a:cubicBezTo>
                    <a:pt x="574" y="1568"/>
                    <a:pt x="659" y="1532"/>
                    <a:pt x="724" y="1500"/>
                  </a:cubicBezTo>
                  <a:cubicBezTo>
                    <a:pt x="825" y="1467"/>
                    <a:pt x="926" y="1431"/>
                    <a:pt x="1027" y="1399"/>
                  </a:cubicBezTo>
                  <a:cubicBezTo>
                    <a:pt x="1144" y="1346"/>
                    <a:pt x="1281" y="1298"/>
                    <a:pt x="1399" y="1265"/>
                  </a:cubicBezTo>
                  <a:cubicBezTo>
                    <a:pt x="1516" y="1229"/>
                    <a:pt x="1548" y="1164"/>
                    <a:pt x="1532" y="1043"/>
                  </a:cubicBezTo>
                  <a:cubicBezTo>
                    <a:pt x="1516" y="926"/>
                    <a:pt x="1516" y="793"/>
                    <a:pt x="1532" y="675"/>
                  </a:cubicBezTo>
                  <a:lnTo>
                    <a:pt x="1532" y="405"/>
                  </a:lnTo>
                  <a:cubicBezTo>
                    <a:pt x="1516" y="356"/>
                    <a:pt x="1516" y="320"/>
                    <a:pt x="1532" y="272"/>
                  </a:cubicBezTo>
                  <a:cubicBezTo>
                    <a:pt x="1532" y="187"/>
                    <a:pt x="1532" y="102"/>
                    <a:pt x="1500" y="17"/>
                  </a:cubicBezTo>
                  <a:lnTo>
                    <a:pt x="15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a:off x="2165412" y="2696372"/>
              <a:ext cx="5364" cy="40127"/>
            </a:xfrm>
            <a:custGeom>
              <a:rect b="b" l="l" r="r" t="t"/>
              <a:pathLst>
                <a:path extrusionOk="0" h="404" w="54">
                  <a:moveTo>
                    <a:pt x="37" y="0"/>
                  </a:moveTo>
                  <a:cubicBezTo>
                    <a:pt x="1" y="85"/>
                    <a:pt x="17" y="170"/>
                    <a:pt x="17" y="250"/>
                  </a:cubicBezTo>
                  <a:lnTo>
                    <a:pt x="17" y="388"/>
                  </a:lnTo>
                  <a:lnTo>
                    <a:pt x="17" y="404"/>
                  </a:lnTo>
                  <a:cubicBezTo>
                    <a:pt x="37" y="404"/>
                    <a:pt x="37" y="388"/>
                    <a:pt x="37" y="388"/>
                  </a:cubicBezTo>
                  <a:lnTo>
                    <a:pt x="37" y="250"/>
                  </a:lnTo>
                  <a:cubicBezTo>
                    <a:pt x="37" y="170"/>
                    <a:pt x="37" y="85"/>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a:off x="1970040" y="2958689"/>
              <a:ext cx="4867" cy="43504"/>
            </a:xfrm>
            <a:custGeom>
              <a:rect b="b" l="l" r="r" t="t"/>
              <a:pathLst>
                <a:path extrusionOk="0" h="438" w="49">
                  <a:moveTo>
                    <a:pt x="33" y="1"/>
                  </a:moveTo>
                  <a:cubicBezTo>
                    <a:pt x="33" y="1"/>
                    <a:pt x="17" y="1"/>
                    <a:pt x="17" y="17"/>
                  </a:cubicBezTo>
                  <a:cubicBezTo>
                    <a:pt x="0" y="86"/>
                    <a:pt x="0" y="154"/>
                    <a:pt x="17" y="219"/>
                  </a:cubicBezTo>
                  <a:cubicBezTo>
                    <a:pt x="17" y="288"/>
                    <a:pt x="17" y="356"/>
                    <a:pt x="0" y="421"/>
                  </a:cubicBezTo>
                  <a:lnTo>
                    <a:pt x="0" y="437"/>
                  </a:lnTo>
                  <a:lnTo>
                    <a:pt x="17" y="437"/>
                  </a:lnTo>
                  <a:lnTo>
                    <a:pt x="17" y="421"/>
                  </a:lnTo>
                  <a:cubicBezTo>
                    <a:pt x="33" y="356"/>
                    <a:pt x="33" y="288"/>
                    <a:pt x="33" y="219"/>
                  </a:cubicBezTo>
                  <a:cubicBezTo>
                    <a:pt x="33" y="154"/>
                    <a:pt x="33" y="86"/>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a:off x="501917" y="3193791"/>
              <a:ext cx="132500" cy="51152"/>
            </a:xfrm>
            <a:custGeom>
              <a:rect b="b" l="l" r="r" t="t"/>
              <a:pathLst>
                <a:path extrusionOk="0" h="515" w="1334">
                  <a:moveTo>
                    <a:pt x="1318" y="0"/>
                  </a:moveTo>
                  <a:cubicBezTo>
                    <a:pt x="1315" y="0"/>
                    <a:pt x="1313" y="3"/>
                    <a:pt x="1313" y="9"/>
                  </a:cubicBezTo>
                  <a:cubicBezTo>
                    <a:pt x="861" y="159"/>
                    <a:pt x="424" y="312"/>
                    <a:pt x="20" y="494"/>
                  </a:cubicBezTo>
                  <a:cubicBezTo>
                    <a:pt x="0" y="494"/>
                    <a:pt x="0" y="494"/>
                    <a:pt x="0" y="514"/>
                  </a:cubicBezTo>
                  <a:lnTo>
                    <a:pt x="20" y="514"/>
                  </a:lnTo>
                  <a:cubicBezTo>
                    <a:pt x="441" y="345"/>
                    <a:pt x="877" y="175"/>
                    <a:pt x="1333" y="25"/>
                  </a:cubicBezTo>
                  <a:lnTo>
                    <a:pt x="1333" y="9"/>
                  </a:lnTo>
                  <a:cubicBezTo>
                    <a:pt x="1333" y="9"/>
                    <a:pt x="1324" y="0"/>
                    <a:pt x="1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6"/>
            <p:cNvSpPr/>
            <p:nvPr/>
          </p:nvSpPr>
          <p:spPr>
            <a:xfrm>
              <a:off x="1246160" y="3232826"/>
              <a:ext cx="167065" cy="172627"/>
            </a:xfrm>
            <a:custGeom>
              <a:rect b="b" l="l" r="r" t="t"/>
              <a:pathLst>
                <a:path extrusionOk="0" h="1738" w="1682">
                  <a:moveTo>
                    <a:pt x="1649" y="0"/>
                  </a:moveTo>
                  <a:cubicBezTo>
                    <a:pt x="1532" y="36"/>
                    <a:pt x="1395" y="85"/>
                    <a:pt x="1277" y="121"/>
                  </a:cubicBezTo>
                  <a:cubicBezTo>
                    <a:pt x="910" y="238"/>
                    <a:pt x="506" y="372"/>
                    <a:pt x="118" y="489"/>
                  </a:cubicBezTo>
                  <a:cubicBezTo>
                    <a:pt x="49" y="525"/>
                    <a:pt x="33" y="541"/>
                    <a:pt x="33" y="606"/>
                  </a:cubicBezTo>
                  <a:cubicBezTo>
                    <a:pt x="17" y="808"/>
                    <a:pt x="17" y="1010"/>
                    <a:pt x="17" y="1212"/>
                  </a:cubicBezTo>
                  <a:cubicBezTo>
                    <a:pt x="17" y="1349"/>
                    <a:pt x="1" y="1483"/>
                    <a:pt x="1" y="1616"/>
                  </a:cubicBezTo>
                  <a:lnTo>
                    <a:pt x="1" y="1685"/>
                  </a:lnTo>
                  <a:cubicBezTo>
                    <a:pt x="1" y="1701"/>
                    <a:pt x="17" y="1717"/>
                    <a:pt x="17" y="1717"/>
                  </a:cubicBezTo>
                  <a:lnTo>
                    <a:pt x="17" y="1737"/>
                  </a:lnTo>
                  <a:lnTo>
                    <a:pt x="66" y="1737"/>
                  </a:lnTo>
                  <a:cubicBezTo>
                    <a:pt x="118" y="1737"/>
                    <a:pt x="166" y="1717"/>
                    <a:pt x="219" y="1701"/>
                  </a:cubicBezTo>
                  <a:cubicBezTo>
                    <a:pt x="235" y="1701"/>
                    <a:pt x="251" y="1685"/>
                    <a:pt x="267" y="1685"/>
                  </a:cubicBezTo>
                  <a:cubicBezTo>
                    <a:pt x="437" y="1636"/>
                    <a:pt x="607" y="1584"/>
                    <a:pt x="756" y="1535"/>
                  </a:cubicBezTo>
                  <a:cubicBezTo>
                    <a:pt x="1011" y="1466"/>
                    <a:pt x="1277" y="1382"/>
                    <a:pt x="1532" y="1297"/>
                  </a:cubicBezTo>
                  <a:cubicBezTo>
                    <a:pt x="1564" y="1281"/>
                    <a:pt x="1580" y="1281"/>
                    <a:pt x="1617" y="1281"/>
                  </a:cubicBezTo>
                  <a:lnTo>
                    <a:pt x="1665" y="1281"/>
                  </a:lnTo>
                  <a:cubicBezTo>
                    <a:pt x="1665" y="1281"/>
                    <a:pt x="1681" y="1281"/>
                    <a:pt x="1681" y="1264"/>
                  </a:cubicBezTo>
                  <a:lnTo>
                    <a:pt x="1665" y="1248"/>
                  </a:lnTo>
                  <a:cubicBezTo>
                    <a:pt x="1649" y="1264"/>
                    <a:pt x="1633" y="1264"/>
                    <a:pt x="1617" y="1264"/>
                  </a:cubicBezTo>
                  <a:lnTo>
                    <a:pt x="1532" y="1264"/>
                  </a:lnTo>
                  <a:cubicBezTo>
                    <a:pt x="1261" y="1365"/>
                    <a:pt x="1011" y="1434"/>
                    <a:pt x="740" y="1515"/>
                  </a:cubicBezTo>
                  <a:cubicBezTo>
                    <a:pt x="587" y="1567"/>
                    <a:pt x="421" y="1600"/>
                    <a:pt x="267" y="1652"/>
                  </a:cubicBezTo>
                  <a:cubicBezTo>
                    <a:pt x="251" y="1668"/>
                    <a:pt x="235" y="1668"/>
                    <a:pt x="203" y="1685"/>
                  </a:cubicBezTo>
                  <a:cubicBezTo>
                    <a:pt x="150" y="1701"/>
                    <a:pt x="102" y="1717"/>
                    <a:pt x="33" y="1717"/>
                  </a:cubicBezTo>
                  <a:lnTo>
                    <a:pt x="33" y="1685"/>
                  </a:lnTo>
                  <a:lnTo>
                    <a:pt x="33" y="1616"/>
                  </a:lnTo>
                  <a:lnTo>
                    <a:pt x="33" y="1212"/>
                  </a:lnTo>
                  <a:cubicBezTo>
                    <a:pt x="49" y="1010"/>
                    <a:pt x="49" y="808"/>
                    <a:pt x="49" y="606"/>
                  </a:cubicBezTo>
                  <a:cubicBezTo>
                    <a:pt x="49" y="558"/>
                    <a:pt x="66" y="541"/>
                    <a:pt x="118" y="525"/>
                  </a:cubicBezTo>
                  <a:cubicBezTo>
                    <a:pt x="522" y="404"/>
                    <a:pt x="910" y="271"/>
                    <a:pt x="1294" y="137"/>
                  </a:cubicBezTo>
                  <a:cubicBezTo>
                    <a:pt x="1415" y="101"/>
                    <a:pt x="1532" y="69"/>
                    <a:pt x="1649" y="20"/>
                  </a:cubicBezTo>
                  <a:cubicBezTo>
                    <a:pt x="1665" y="20"/>
                    <a:pt x="1665" y="20"/>
                    <a:pt x="1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1287876" y="2600821"/>
              <a:ext cx="4966" cy="88797"/>
            </a:xfrm>
            <a:custGeom>
              <a:rect b="b" l="l" r="r" t="t"/>
              <a:pathLst>
                <a:path extrusionOk="0" h="894" w="50">
                  <a:moveTo>
                    <a:pt x="17" y="1"/>
                  </a:moveTo>
                  <a:cubicBezTo>
                    <a:pt x="1" y="1"/>
                    <a:pt x="1" y="1"/>
                    <a:pt x="1" y="21"/>
                  </a:cubicBezTo>
                  <a:cubicBezTo>
                    <a:pt x="17" y="154"/>
                    <a:pt x="17" y="304"/>
                    <a:pt x="17" y="457"/>
                  </a:cubicBezTo>
                  <a:lnTo>
                    <a:pt x="17" y="728"/>
                  </a:lnTo>
                  <a:lnTo>
                    <a:pt x="17" y="776"/>
                  </a:lnTo>
                  <a:cubicBezTo>
                    <a:pt x="17" y="809"/>
                    <a:pt x="17" y="845"/>
                    <a:pt x="33" y="877"/>
                  </a:cubicBezTo>
                  <a:lnTo>
                    <a:pt x="33" y="893"/>
                  </a:lnTo>
                  <a:lnTo>
                    <a:pt x="49" y="893"/>
                  </a:lnTo>
                  <a:lnTo>
                    <a:pt x="49" y="877"/>
                  </a:lnTo>
                  <a:cubicBezTo>
                    <a:pt x="33" y="845"/>
                    <a:pt x="33" y="809"/>
                    <a:pt x="33" y="776"/>
                  </a:cubicBezTo>
                  <a:lnTo>
                    <a:pt x="33" y="728"/>
                  </a:lnTo>
                  <a:lnTo>
                    <a:pt x="33" y="457"/>
                  </a:lnTo>
                  <a:cubicBezTo>
                    <a:pt x="33" y="304"/>
                    <a:pt x="49" y="15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6"/>
            <p:cNvSpPr/>
            <p:nvPr/>
          </p:nvSpPr>
          <p:spPr>
            <a:xfrm>
              <a:off x="2070358" y="2246529"/>
              <a:ext cx="116806" cy="302643"/>
            </a:xfrm>
            <a:custGeom>
              <a:rect b="b" l="l" r="r" t="t"/>
              <a:pathLst>
                <a:path extrusionOk="0" h="3047" w="1176">
                  <a:moveTo>
                    <a:pt x="0" y="1"/>
                  </a:moveTo>
                  <a:lnTo>
                    <a:pt x="0" y="17"/>
                  </a:lnTo>
                  <a:cubicBezTo>
                    <a:pt x="85" y="102"/>
                    <a:pt x="118" y="203"/>
                    <a:pt x="166" y="320"/>
                  </a:cubicBezTo>
                  <a:cubicBezTo>
                    <a:pt x="202" y="372"/>
                    <a:pt x="235" y="437"/>
                    <a:pt x="267" y="489"/>
                  </a:cubicBezTo>
                  <a:cubicBezTo>
                    <a:pt x="303" y="522"/>
                    <a:pt x="319" y="558"/>
                    <a:pt x="336" y="590"/>
                  </a:cubicBezTo>
                  <a:cubicBezTo>
                    <a:pt x="388" y="675"/>
                    <a:pt x="420" y="740"/>
                    <a:pt x="453" y="825"/>
                  </a:cubicBezTo>
                  <a:cubicBezTo>
                    <a:pt x="622" y="1144"/>
                    <a:pt x="808" y="1467"/>
                    <a:pt x="1010" y="1770"/>
                  </a:cubicBezTo>
                  <a:cubicBezTo>
                    <a:pt x="1160" y="1988"/>
                    <a:pt x="1144" y="2206"/>
                    <a:pt x="1127" y="2440"/>
                  </a:cubicBezTo>
                  <a:cubicBezTo>
                    <a:pt x="1127" y="2509"/>
                    <a:pt x="1111" y="2558"/>
                    <a:pt x="1111" y="2626"/>
                  </a:cubicBezTo>
                  <a:cubicBezTo>
                    <a:pt x="1111" y="2659"/>
                    <a:pt x="1111" y="2711"/>
                    <a:pt x="1127" y="2760"/>
                  </a:cubicBezTo>
                  <a:cubicBezTo>
                    <a:pt x="1144" y="2844"/>
                    <a:pt x="1144" y="2929"/>
                    <a:pt x="1111" y="3030"/>
                  </a:cubicBezTo>
                  <a:lnTo>
                    <a:pt x="1111" y="3046"/>
                  </a:lnTo>
                  <a:lnTo>
                    <a:pt x="1127" y="3046"/>
                  </a:lnTo>
                  <a:lnTo>
                    <a:pt x="1127" y="3030"/>
                  </a:lnTo>
                  <a:cubicBezTo>
                    <a:pt x="1176" y="2945"/>
                    <a:pt x="1160" y="2844"/>
                    <a:pt x="1144" y="2743"/>
                  </a:cubicBezTo>
                  <a:lnTo>
                    <a:pt x="1144" y="2626"/>
                  </a:lnTo>
                  <a:lnTo>
                    <a:pt x="1144" y="2457"/>
                  </a:lnTo>
                  <a:cubicBezTo>
                    <a:pt x="1160" y="2222"/>
                    <a:pt x="1176" y="1988"/>
                    <a:pt x="1026" y="1750"/>
                  </a:cubicBezTo>
                  <a:cubicBezTo>
                    <a:pt x="824" y="1447"/>
                    <a:pt x="655" y="1128"/>
                    <a:pt x="489" y="808"/>
                  </a:cubicBezTo>
                  <a:cubicBezTo>
                    <a:pt x="437" y="740"/>
                    <a:pt x="404" y="659"/>
                    <a:pt x="368" y="590"/>
                  </a:cubicBezTo>
                  <a:cubicBezTo>
                    <a:pt x="336" y="538"/>
                    <a:pt x="319" y="505"/>
                    <a:pt x="287" y="473"/>
                  </a:cubicBezTo>
                  <a:cubicBezTo>
                    <a:pt x="251" y="421"/>
                    <a:pt x="218" y="372"/>
                    <a:pt x="202" y="304"/>
                  </a:cubicBezTo>
                  <a:cubicBezTo>
                    <a:pt x="150" y="186"/>
                    <a:pt x="101" y="85"/>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6"/>
            <p:cNvSpPr/>
            <p:nvPr/>
          </p:nvSpPr>
          <p:spPr>
            <a:xfrm>
              <a:off x="744668" y="3630821"/>
              <a:ext cx="6456" cy="102007"/>
            </a:xfrm>
            <a:custGeom>
              <a:rect b="b" l="l" r="r" t="t"/>
              <a:pathLst>
                <a:path extrusionOk="0" h="1027" w="65">
                  <a:moveTo>
                    <a:pt x="0" y="0"/>
                  </a:moveTo>
                  <a:lnTo>
                    <a:pt x="0" y="17"/>
                  </a:lnTo>
                  <a:cubicBezTo>
                    <a:pt x="33" y="186"/>
                    <a:pt x="33" y="336"/>
                    <a:pt x="33" y="505"/>
                  </a:cubicBezTo>
                  <a:cubicBezTo>
                    <a:pt x="16" y="558"/>
                    <a:pt x="16" y="590"/>
                    <a:pt x="16" y="639"/>
                  </a:cubicBezTo>
                  <a:lnTo>
                    <a:pt x="16" y="707"/>
                  </a:lnTo>
                  <a:lnTo>
                    <a:pt x="16" y="1026"/>
                  </a:lnTo>
                  <a:lnTo>
                    <a:pt x="33" y="1026"/>
                  </a:lnTo>
                  <a:cubicBezTo>
                    <a:pt x="49" y="1026"/>
                    <a:pt x="49" y="1026"/>
                    <a:pt x="49" y="1010"/>
                  </a:cubicBezTo>
                  <a:cubicBezTo>
                    <a:pt x="33" y="909"/>
                    <a:pt x="33" y="808"/>
                    <a:pt x="49" y="707"/>
                  </a:cubicBezTo>
                  <a:lnTo>
                    <a:pt x="49" y="639"/>
                  </a:lnTo>
                  <a:lnTo>
                    <a:pt x="49" y="505"/>
                  </a:lnTo>
                  <a:cubicBezTo>
                    <a:pt x="65" y="336"/>
                    <a:pt x="65" y="17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1183982" y="2811490"/>
              <a:ext cx="5364" cy="95551"/>
            </a:xfrm>
            <a:custGeom>
              <a:rect b="b" l="l" r="r" t="t"/>
              <a:pathLst>
                <a:path extrusionOk="0" h="962" w="54">
                  <a:moveTo>
                    <a:pt x="21" y="0"/>
                  </a:moveTo>
                  <a:cubicBezTo>
                    <a:pt x="21" y="0"/>
                    <a:pt x="1" y="0"/>
                    <a:pt x="1" y="21"/>
                  </a:cubicBezTo>
                  <a:lnTo>
                    <a:pt x="1" y="223"/>
                  </a:lnTo>
                  <a:lnTo>
                    <a:pt x="1" y="792"/>
                  </a:lnTo>
                  <a:lnTo>
                    <a:pt x="1" y="808"/>
                  </a:lnTo>
                  <a:cubicBezTo>
                    <a:pt x="1" y="861"/>
                    <a:pt x="1" y="909"/>
                    <a:pt x="37" y="946"/>
                  </a:cubicBezTo>
                  <a:lnTo>
                    <a:pt x="53" y="962"/>
                  </a:lnTo>
                  <a:lnTo>
                    <a:pt x="53" y="946"/>
                  </a:lnTo>
                  <a:cubicBezTo>
                    <a:pt x="37" y="893"/>
                    <a:pt x="37" y="845"/>
                    <a:pt x="37" y="808"/>
                  </a:cubicBezTo>
                  <a:lnTo>
                    <a:pt x="37" y="792"/>
                  </a:lnTo>
                  <a:lnTo>
                    <a:pt x="37" y="223"/>
                  </a:lnTo>
                  <a:lnTo>
                    <a:pt x="37" y="21"/>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1792646" y="1935542"/>
              <a:ext cx="5364" cy="41816"/>
            </a:xfrm>
            <a:custGeom>
              <a:rect b="b" l="l" r="r" t="t"/>
              <a:pathLst>
                <a:path extrusionOk="0" h="421" w="54">
                  <a:moveTo>
                    <a:pt x="33" y="1"/>
                  </a:moveTo>
                  <a:cubicBezTo>
                    <a:pt x="33" y="1"/>
                    <a:pt x="33" y="17"/>
                    <a:pt x="17" y="17"/>
                  </a:cubicBezTo>
                  <a:cubicBezTo>
                    <a:pt x="1" y="86"/>
                    <a:pt x="1" y="154"/>
                    <a:pt x="17" y="219"/>
                  </a:cubicBezTo>
                  <a:cubicBezTo>
                    <a:pt x="17" y="271"/>
                    <a:pt x="17" y="336"/>
                    <a:pt x="1" y="389"/>
                  </a:cubicBezTo>
                  <a:lnTo>
                    <a:pt x="1" y="405"/>
                  </a:lnTo>
                  <a:lnTo>
                    <a:pt x="17" y="421"/>
                  </a:lnTo>
                  <a:lnTo>
                    <a:pt x="17" y="405"/>
                  </a:lnTo>
                  <a:cubicBezTo>
                    <a:pt x="53" y="336"/>
                    <a:pt x="33" y="271"/>
                    <a:pt x="33" y="203"/>
                  </a:cubicBezTo>
                  <a:cubicBezTo>
                    <a:pt x="33" y="154"/>
                    <a:pt x="33" y="86"/>
                    <a:pt x="5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6"/>
            <p:cNvSpPr/>
            <p:nvPr/>
          </p:nvSpPr>
          <p:spPr>
            <a:xfrm>
              <a:off x="852932" y="3477166"/>
              <a:ext cx="353200" cy="223978"/>
            </a:xfrm>
            <a:custGeom>
              <a:rect b="b" l="l" r="r" t="t"/>
              <a:pathLst>
                <a:path extrusionOk="0" h="2255" w="3556">
                  <a:moveTo>
                    <a:pt x="3536" y="0"/>
                  </a:moveTo>
                  <a:cubicBezTo>
                    <a:pt x="3536" y="0"/>
                    <a:pt x="3520" y="0"/>
                    <a:pt x="3520" y="16"/>
                  </a:cubicBezTo>
                  <a:lnTo>
                    <a:pt x="3520" y="287"/>
                  </a:lnTo>
                  <a:lnTo>
                    <a:pt x="3520" y="1095"/>
                  </a:lnTo>
                  <a:cubicBezTo>
                    <a:pt x="3520" y="1160"/>
                    <a:pt x="3520" y="1176"/>
                    <a:pt x="3435" y="1212"/>
                  </a:cubicBezTo>
                  <a:cubicBezTo>
                    <a:pt x="3152" y="1297"/>
                    <a:pt x="2849" y="1378"/>
                    <a:pt x="2562" y="1479"/>
                  </a:cubicBezTo>
                  <a:cubicBezTo>
                    <a:pt x="2376" y="1531"/>
                    <a:pt x="2190" y="1580"/>
                    <a:pt x="1989" y="1648"/>
                  </a:cubicBezTo>
                  <a:lnTo>
                    <a:pt x="1972" y="1648"/>
                  </a:lnTo>
                  <a:cubicBezTo>
                    <a:pt x="1435" y="1818"/>
                    <a:pt x="878" y="1984"/>
                    <a:pt x="324" y="2137"/>
                  </a:cubicBezTo>
                  <a:cubicBezTo>
                    <a:pt x="288" y="2153"/>
                    <a:pt x="255" y="2170"/>
                    <a:pt x="223" y="2186"/>
                  </a:cubicBezTo>
                  <a:cubicBezTo>
                    <a:pt x="167" y="2202"/>
                    <a:pt x="112" y="2226"/>
                    <a:pt x="58" y="2226"/>
                  </a:cubicBezTo>
                  <a:cubicBezTo>
                    <a:pt x="46" y="2226"/>
                    <a:pt x="33" y="2225"/>
                    <a:pt x="21" y="2222"/>
                  </a:cubicBezTo>
                  <a:cubicBezTo>
                    <a:pt x="1" y="2222"/>
                    <a:pt x="1" y="2238"/>
                    <a:pt x="1" y="2238"/>
                  </a:cubicBezTo>
                  <a:cubicBezTo>
                    <a:pt x="1" y="2254"/>
                    <a:pt x="1" y="2254"/>
                    <a:pt x="21" y="2254"/>
                  </a:cubicBezTo>
                  <a:lnTo>
                    <a:pt x="37" y="2254"/>
                  </a:lnTo>
                  <a:cubicBezTo>
                    <a:pt x="102" y="2254"/>
                    <a:pt x="171" y="2222"/>
                    <a:pt x="239" y="2206"/>
                  </a:cubicBezTo>
                  <a:cubicBezTo>
                    <a:pt x="255" y="2186"/>
                    <a:pt x="288" y="2170"/>
                    <a:pt x="324" y="2170"/>
                  </a:cubicBezTo>
                  <a:cubicBezTo>
                    <a:pt x="878" y="2020"/>
                    <a:pt x="1435" y="1850"/>
                    <a:pt x="1972" y="1681"/>
                  </a:cubicBezTo>
                  <a:lnTo>
                    <a:pt x="2005" y="1665"/>
                  </a:lnTo>
                  <a:cubicBezTo>
                    <a:pt x="2190" y="1616"/>
                    <a:pt x="2376" y="1564"/>
                    <a:pt x="2562" y="1499"/>
                  </a:cubicBezTo>
                  <a:cubicBezTo>
                    <a:pt x="2849" y="1414"/>
                    <a:pt x="3152" y="1313"/>
                    <a:pt x="3455" y="1228"/>
                  </a:cubicBezTo>
                  <a:cubicBezTo>
                    <a:pt x="3536" y="1212"/>
                    <a:pt x="3556" y="1160"/>
                    <a:pt x="3556" y="1095"/>
                  </a:cubicBezTo>
                  <a:lnTo>
                    <a:pt x="3556" y="287"/>
                  </a:lnTo>
                  <a:lnTo>
                    <a:pt x="3556" y="16"/>
                  </a:lnTo>
                  <a:cubicBezTo>
                    <a:pt x="3556" y="0"/>
                    <a:pt x="3556" y="0"/>
                    <a:pt x="3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6"/>
            <p:cNvSpPr/>
            <p:nvPr/>
          </p:nvSpPr>
          <p:spPr>
            <a:xfrm>
              <a:off x="574127" y="2589200"/>
              <a:ext cx="4867" cy="80354"/>
            </a:xfrm>
            <a:custGeom>
              <a:rect b="b" l="l" r="r" t="t"/>
              <a:pathLst>
                <a:path extrusionOk="0" h="809" w="49">
                  <a:moveTo>
                    <a:pt x="17" y="0"/>
                  </a:moveTo>
                  <a:cubicBezTo>
                    <a:pt x="0" y="0"/>
                    <a:pt x="0" y="17"/>
                    <a:pt x="0" y="17"/>
                  </a:cubicBezTo>
                  <a:cubicBezTo>
                    <a:pt x="17" y="154"/>
                    <a:pt x="17" y="287"/>
                    <a:pt x="17" y="404"/>
                  </a:cubicBezTo>
                  <a:lnTo>
                    <a:pt x="17" y="643"/>
                  </a:lnTo>
                  <a:lnTo>
                    <a:pt x="17" y="691"/>
                  </a:lnTo>
                  <a:cubicBezTo>
                    <a:pt x="17" y="724"/>
                    <a:pt x="17" y="776"/>
                    <a:pt x="33" y="808"/>
                  </a:cubicBezTo>
                  <a:lnTo>
                    <a:pt x="49" y="808"/>
                  </a:lnTo>
                  <a:lnTo>
                    <a:pt x="49" y="792"/>
                  </a:lnTo>
                  <a:cubicBezTo>
                    <a:pt x="33" y="760"/>
                    <a:pt x="33" y="724"/>
                    <a:pt x="33" y="691"/>
                  </a:cubicBezTo>
                  <a:lnTo>
                    <a:pt x="33" y="643"/>
                  </a:lnTo>
                  <a:lnTo>
                    <a:pt x="33" y="404"/>
                  </a:lnTo>
                  <a:cubicBezTo>
                    <a:pt x="33" y="287"/>
                    <a:pt x="49" y="154"/>
                    <a:pt x="33" y="17"/>
                  </a:cubicBezTo>
                  <a:cubicBezTo>
                    <a:pt x="17" y="17"/>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6"/>
            <p:cNvSpPr/>
            <p:nvPr/>
          </p:nvSpPr>
          <p:spPr>
            <a:xfrm>
              <a:off x="871406" y="1748215"/>
              <a:ext cx="338003" cy="280990"/>
            </a:xfrm>
            <a:custGeom>
              <a:rect b="b" l="l" r="r" t="t"/>
              <a:pathLst>
                <a:path extrusionOk="0" h="2829" w="3403">
                  <a:moveTo>
                    <a:pt x="3370" y="0"/>
                  </a:moveTo>
                  <a:cubicBezTo>
                    <a:pt x="3301" y="53"/>
                    <a:pt x="3216" y="85"/>
                    <a:pt x="3132" y="138"/>
                  </a:cubicBezTo>
                  <a:cubicBezTo>
                    <a:pt x="2966" y="222"/>
                    <a:pt x="2780" y="323"/>
                    <a:pt x="2610" y="404"/>
                  </a:cubicBezTo>
                  <a:cubicBezTo>
                    <a:pt x="2392" y="525"/>
                    <a:pt x="2174" y="643"/>
                    <a:pt x="1972" y="760"/>
                  </a:cubicBezTo>
                  <a:cubicBezTo>
                    <a:pt x="1835" y="828"/>
                    <a:pt x="1702" y="909"/>
                    <a:pt x="1568" y="978"/>
                  </a:cubicBezTo>
                  <a:cubicBezTo>
                    <a:pt x="1197" y="1180"/>
                    <a:pt x="825" y="1382"/>
                    <a:pt x="473" y="1568"/>
                  </a:cubicBezTo>
                  <a:lnTo>
                    <a:pt x="17" y="1818"/>
                  </a:lnTo>
                  <a:lnTo>
                    <a:pt x="1" y="1838"/>
                  </a:lnTo>
                  <a:lnTo>
                    <a:pt x="1" y="2056"/>
                  </a:lnTo>
                  <a:lnTo>
                    <a:pt x="1" y="2646"/>
                  </a:lnTo>
                  <a:lnTo>
                    <a:pt x="1" y="2662"/>
                  </a:lnTo>
                  <a:cubicBezTo>
                    <a:pt x="1" y="2711"/>
                    <a:pt x="1" y="2780"/>
                    <a:pt x="37" y="2812"/>
                  </a:cubicBezTo>
                  <a:lnTo>
                    <a:pt x="53" y="2828"/>
                  </a:lnTo>
                  <a:lnTo>
                    <a:pt x="53" y="2812"/>
                  </a:lnTo>
                  <a:cubicBezTo>
                    <a:pt x="37" y="2763"/>
                    <a:pt x="37" y="2711"/>
                    <a:pt x="37" y="2662"/>
                  </a:cubicBezTo>
                  <a:lnTo>
                    <a:pt x="37" y="2646"/>
                  </a:lnTo>
                  <a:lnTo>
                    <a:pt x="37" y="2056"/>
                  </a:lnTo>
                  <a:lnTo>
                    <a:pt x="37" y="1838"/>
                  </a:lnTo>
                  <a:lnTo>
                    <a:pt x="473" y="1600"/>
                  </a:lnTo>
                  <a:cubicBezTo>
                    <a:pt x="845" y="1398"/>
                    <a:pt x="1213" y="1196"/>
                    <a:pt x="1584" y="994"/>
                  </a:cubicBezTo>
                  <a:cubicBezTo>
                    <a:pt x="1718" y="929"/>
                    <a:pt x="1835" y="861"/>
                    <a:pt x="1972" y="776"/>
                  </a:cubicBezTo>
                  <a:cubicBezTo>
                    <a:pt x="2190" y="675"/>
                    <a:pt x="2408" y="558"/>
                    <a:pt x="2610" y="441"/>
                  </a:cubicBezTo>
                  <a:cubicBezTo>
                    <a:pt x="2796" y="340"/>
                    <a:pt x="2982" y="239"/>
                    <a:pt x="3148" y="154"/>
                  </a:cubicBezTo>
                  <a:cubicBezTo>
                    <a:pt x="3233" y="101"/>
                    <a:pt x="3301" y="69"/>
                    <a:pt x="3386" y="37"/>
                  </a:cubicBezTo>
                  <a:cubicBezTo>
                    <a:pt x="3402" y="20"/>
                    <a:pt x="3402" y="20"/>
                    <a:pt x="3386" y="20"/>
                  </a:cubicBezTo>
                  <a:cubicBezTo>
                    <a:pt x="3386" y="0"/>
                    <a:pt x="3386"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6"/>
            <p:cNvSpPr/>
            <p:nvPr/>
          </p:nvSpPr>
          <p:spPr>
            <a:xfrm>
              <a:off x="2088833" y="2811490"/>
              <a:ext cx="98332" cy="266092"/>
            </a:xfrm>
            <a:custGeom>
              <a:rect b="b" l="l" r="r" t="t"/>
              <a:pathLst>
                <a:path extrusionOk="0" h="2679" w="990">
                  <a:moveTo>
                    <a:pt x="0" y="0"/>
                  </a:moveTo>
                  <a:lnTo>
                    <a:pt x="0" y="21"/>
                  </a:lnTo>
                  <a:cubicBezTo>
                    <a:pt x="81" y="101"/>
                    <a:pt x="150" y="186"/>
                    <a:pt x="202" y="287"/>
                  </a:cubicBezTo>
                  <a:cubicBezTo>
                    <a:pt x="234" y="340"/>
                    <a:pt x="251" y="388"/>
                    <a:pt x="283" y="425"/>
                  </a:cubicBezTo>
                  <a:cubicBezTo>
                    <a:pt x="368" y="542"/>
                    <a:pt x="453" y="659"/>
                    <a:pt x="521" y="760"/>
                  </a:cubicBezTo>
                  <a:cubicBezTo>
                    <a:pt x="622" y="930"/>
                    <a:pt x="739" y="1095"/>
                    <a:pt x="857" y="1249"/>
                  </a:cubicBezTo>
                  <a:cubicBezTo>
                    <a:pt x="925" y="1333"/>
                    <a:pt x="958" y="1414"/>
                    <a:pt x="941" y="1535"/>
                  </a:cubicBezTo>
                  <a:cubicBezTo>
                    <a:pt x="925" y="1552"/>
                    <a:pt x="925" y="1584"/>
                    <a:pt x="925" y="1600"/>
                  </a:cubicBezTo>
                  <a:cubicBezTo>
                    <a:pt x="958" y="1786"/>
                    <a:pt x="941" y="1956"/>
                    <a:pt x="941" y="2121"/>
                  </a:cubicBezTo>
                  <a:lnTo>
                    <a:pt x="941" y="2562"/>
                  </a:lnTo>
                  <a:cubicBezTo>
                    <a:pt x="958" y="2578"/>
                    <a:pt x="941" y="2610"/>
                    <a:pt x="925" y="2626"/>
                  </a:cubicBezTo>
                  <a:lnTo>
                    <a:pt x="925" y="2663"/>
                  </a:lnTo>
                  <a:lnTo>
                    <a:pt x="925" y="2679"/>
                  </a:lnTo>
                  <a:lnTo>
                    <a:pt x="941" y="2679"/>
                  </a:lnTo>
                  <a:lnTo>
                    <a:pt x="941" y="2663"/>
                  </a:lnTo>
                  <a:lnTo>
                    <a:pt x="958" y="2646"/>
                  </a:lnTo>
                  <a:cubicBezTo>
                    <a:pt x="958" y="2610"/>
                    <a:pt x="974" y="2594"/>
                    <a:pt x="974" y="2545"/>
                  </a:cubicBezTo>
                  <a:cubicBezTo>
                    <a:pt x="958" y="2408"/>
                    <a:pt x="958" y="2259"/>
                    <a:pt x="974" y="2121"/>
                  </a:cubicBezTo>
                  <a:cubicBezTo>
                    <a:pt x="974" y="1956"/>
                    <a:pt x="974" y="1770"/>
                    <a:pt x="958" y="1600"/>
                  </a:cubicBezTo>
                  <a:lnTo>
                    <a:pt x="958" y="1552"/>
                  </a:lnTo>
                  <a:cubicBezTo>
                    <a:pt x="990" y="1414"/>
                    <a:pt x="958" y="1333"/>
                    <a:pt x="873" y="1232"/>
                  </a:cubicBezTo>
                  <a:cubicBezTo>
                    <a:pt x="756" y="1079"/>
                    <a:pt x="655" y="909"/>
                    <a:pt x="537" y="744"/>
                  </a:cubicBezTo>
                  <a:cubicBezTo>
                    <a:pt x="469" y="643"/>
                    <a:pt x="384" y="526"/>
                    <a:pt x="303" y="404"/>
                  </a:cubicBezTo>
                  <a:cubicBezTo>
                    <a:pt x="283" y="372"/>
                    <a:pt x="251" y="324"/>
                    <a:pt x="218" y="271"/>
                  </a:cubicBezTo>
                  <a:cubicBezTo>
                    <a:pt x="166" y="186"/>
                    <a:pt x="101"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a:off x="2138992" y="3315961"/>
              <a:ext cx="4867" cy="40922"/>
            </a:xfrm>
            <a:custGeom>
              <a:rect b="b" l="l" r="r" t="t"/>
              <a:pathLst>
                <a:path extrusionOk="0" h="412" w="49">
                  <a:moveTo>
                    <a:pt x="32" y="0"/>
                  </a:moveTo>
                  <a:cubicBezTo>
                    <a:pt x="31" y="0"/>
                    <a:pt x="27" y="7"/>
                    <a:pt x="16" y="7"/>
                  </a:cubicBezTo>
                  <a:cubicBezTo>
                    <a:pt x="0" y="72"/>
                    <a:pt x="0" y="141"/>
                    <a:pt x="16" y="209"/>
                  </a:cubicBezTo>
                  <a:cubicBezTo>
                    <a:pt x="16" y="258"/>
                    <a:pt x="16" y="326"/>
                    <a:pt x="0" y="395"/>
                  </a:cubicBezTo>
                  <a:lnTo>
                    <a:pt x="0" y="411"/>
                  </a:lnTo>
                  <a:lnTo>
                    <a:pt x="16" y="411"/>
                  </a:lnTo>
                  <a:lnTo>
                    <a:pt x="16" y="395"/>
                  </a:lnTo>
                  <a:cubicBezTo>
                    <a:pt x="49" y="326"/>
                    <a:pt x="32" y="258"/>
                    <a:pt x="32" y="209"/>
                  </a:cubicBezTo>
                  <a:cubicBezTo>
                    <a:pt x="32" y="141"/>
                    <a:pt x="32" y="72"/>
                    <a:pt x="49" y="24"/>
                  </a:cubicBezTo>
                  <a:cubicBezTo>
                    <a:pt x="49" y="7"/>
                    <a:pt x="49" y="7"/>
                    <a:pt x="32" y="7"/>
                  </a:cubicBezTo>
                  <a:cubicBezTo>
                    <a:pt x="32" y="2"/>
                    <a:pt x="32"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6"/>
            <p:cNvSpPr/>
            <p:nvPr/>
          </p:nvSpPr>
          <p:spPr>
            <a:xfrm>
              <a:off x="1732455" y="3533682"/>
              <a:ext cx="175905" cy="200736"/>
            </a:xfrm>
            <a:custGeom>
              <a:rect b="b" l="l" r="r" t="t"/>
              <a:pathLst>
                <a:path extrusionOk="0" h="2021" w="1771">
                  <a:moveTo>
                    <a:pt x="1" y="1"/>
                  </a:moveTo>
                  <a:lnTo>
                    <a:pt x="1" y="21"/>
                  </a:lnTo>
                  <a:cubicBezTo>
                    <a:pt x="53" y="86"/>
                    <a:pt x="118" y="154"/>
                    <a:pt x="203" y="239"/>
                  </a:cubicBezTo>
                  <a:cubicBezTo>
                    <a:pt x="356" y="389"/>
                    <a:pt x="522" y="542"/>
                    <a:pt x="692" y="708"/>
                  </a:cubicBezTo>
                  <a:cubicBezTo>
                    <a:pt x="962" y="962"/>
                    <a:pt x="1245" y="1249"/>
                    <a:pt x="1532" y="1500"/>
                  </a:cubicBezTo>
                  <a:cubicBezTo>
                    <a:pt x="1685" y="1637"/>
                    <a:pt x="1750" y="1786"/>
                    <a:pt x="1718" y="1988"/>
                  </a:cubicBezTo>
                  <a:lnTo>
                    <a:pt x="1718" y="2004"/>
                  </a:lnTo>
                  <a:cubicBezTo>
                    <a:pt x="1718" y="2021"/>
                    <a:pt x="1734" y="2021"/>
                    <a:pt x="1734" y="2021"/>
                  </a:cubicBezTo>
                  <a:cubicBezTo>
                    <a:pt x="1750" y="2021"/>
                    <a:pt x="1750" y="2021"/>
                    <a:pt x="1750" y="2004"/>
                  </a:cubicBezTo>
                  <a:lnTo>
                    <a:pt x="1750" y="1988"/>
                  </a:lnTo>
                  <a:cubicBezTo>
                    <a:pt x="1770" y="1770"/>
                    <a:pt x="1718" y="1637"/>
                    <a:pt x="1548" y="1483"/>
                  </a:cubicBezTo>
                  <a:cubicBezTo>
                    <a:pt x="1265" y="1213"/>
                    <a:pt x="979" y="946"/>
                    <a:pt x="708" y="675"/>
                  </a:cubicBezTo>
                  <a:cubicBezTo>
                    <a:pt x="538" y="526"/>
                    <a:pt x="389" y="372"/>
                    <a:pt x="219" y="223"/>
                  </a:cubicBezTo>
                  <a:cubicBezTo>
                    <a:pt x="134" y="138"/>
                    <a:pt x="70" y="69"/>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6"/>
            <p:cNvSpPr/>
            <p:nvPr/>
          </p:nvSpPr>
          <p:spPr>
            <a:xfrm>
              <a:off x="1338035" y="2228054"/>
              <a:ext cx="4966" cy="88797"/>
            </a:xfrm>
            <a:custGeom>
              <a:rect b="b" l="l" r="r" t="t"/>
              <a:pathLst>
                <a:path extrusionOk="0" h="894" w="50">
                  <a:moveTo>
                    <a:pt x="17" y="1"/>
                  </a:moveTo>
                  <a:cubicBezTo>
                    <a:pt x="17" y="1"/>
                    <a:pt x="1" y="1"/>
                    <a:pt x="1" y="17"/>
                  </a:cubicBezTo>
                  <a:cubicBezTo>
                    <a:pt x="33" y="138"/>
                    <a:pt x="17" y="288"/>
                    <a:pt x="17" y="405"/>
                  </a:cubicBezTo>
                  <a:lnTo>
                    <a:pt x="17" y="643"/>
                  </a:lnTo>
                  <a:lnTo>
                    <a:pt x="17" y="809"/>
                  </a:lnTo>
                  <a:lnTo>
                    <a:pt x="17" y="877"/>
                  </a:lnTo>
                  <a:lnTo>
                    <a:pt x="33" y="893"/>
                  </a:lnTo>
                  <a:lnTo>
                    <a:pt x="49" y="877"/>
                  </a:lnTo>
                  <a:lnTo>
                    <a:pt x="49" y="809"/>
                  </a:lnTo>
                  <a:lnTo>
                    <a:pt x="49" y="643"/>
                  </a:lnTo>
                  <a:lnTo>
                    <a:pt x="49" y="405"/>
                  </a:lnTo>
                  <a:cubicBezTo>
                    <a:pt x="49" y="288"/>
                    <a:pt x="49"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6"/>
            <p:cNvSpPr/>
            <p:nvPr/>
          </p:nvSpPr>
          <p:spPr>
            <a:xfrm>
              <a:off x="2081979" y="3630821"/>
              <a:ext cx="50258" cy="103596"/>
            </a:xfrm>
            <a:custGeom>
              <a:rect b="b" l="l" r="r" t="t"/>
              <a:pathLst>
                <a:path extrusionOk="0" h="1043" w="506">
                  <a:moveTo>
                    <a:pt x="69" y="0"/>
                  </a:moveTo>
                  <a:cubicBezTo>
                    <a:pt x="49" y="0"/>
                    <a:pt x="49" y="0"/>
                    <a:pt x="49" y="17"/>
                  </a:cubicBezTo>
                  <a:cubicBezTo>
                    <a:pt x="1" y="134"/>
                    <a:pt x="17" y="255"/>
                    <a:pt x="17" y="388"/>
                  </a:cubicBezTo>
                  <a:lnTo>
                    <a:pt x="17" y="590"/>
                  </a:lnTo>
                  <a:lnTo>
                    <a:pt x="17" y="606"/>
                  </a:lnTo>
                  <a:cubicBezTo>
                    <a:pt x="85" y="659"/>
                    <a:pt x="134" y="724"/>
                    <a:pt x="186" y="776"/>
                  </a:cubicBezTo>
                  <a:cubicBezTo>
                    <a:pt x="271" y="877"/>
                    <a:pt x="372" y="978"/>
                    <a:pt x="489" y="1043"/>
                  </a:cubicBezTo>
                  <a:lnTo>
                    <a:pt x="505" y="1026"/>
                  </a:lnTo>
                  <a:cubicBezTo>
                    <a:pt x="505" y="1026"/>
                    <a:pt x="505" y="1010"/>
                    <a:pt x="489" y="1010"/>
                  </a:cubicBezTo>
                  <a:cubicBezTo>
                    <a:pt x="388" y="942"/>
                    <a:pt x="287" y="861"/>
                    <a:pt x="202" y="760"/>
                  </a:cubicBezTo>
                  <a:cubicBezTo>
                    <a:pt x="150" y="707"/>
                    <a:pt x="101" y="639"/>
                    <a:pt x="49" y="590"/>
                  </a:cubicBezTo>
                  <a:lnTo>
                    <a:pt x="49" y="372"/>
                  </a:lnTo>
                  <a:cubicBezTo>
                    <a:pt x="33" y="255"/>
                    <a:pt x="33" y="134"/>
                    <a:pt x="69"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6"/>
            <p:cNvSpPr/>
            <p:nvPr/>
          </p:nvSpPr>
          <p:spPr>
            <a:xfrm>
              <a:off x="787973" y="3137673"/>
              <a:ext cx="6953" cy="88797"/>
            </a:xfrm>
            <a:custGeom>
              <a:rect b="b" l="l" r="r" t="t"/>
              <a:pathLst>
                <a:path extrusionOk="0" h="894" w="70">
                  <a:moveTo>
                    <a:pt x="17" y="1"/>
                  </a:moveTo>
                  <a:cubicBezTo>
                    <a:pt x="17" y="1"/>
                    <a:pt x="1" y="1"/>
                    <a:pt x="1" y="17"/>
                  </a:cubicBezTo>
                  <a:cubicBezTo>
                    <a:pt x="17" y="170"/>
                    <a:pt x="17" y="304"/>
                    <a:pt x="17" y="453"/>
                  </a:cubicBezTo>
                  <a:lnTo>
                    <a:pt x="17" y="724"/>
                  </a:lnTo>
                  <a:lnTo>
                    <a:pt x="17" y="776"/>
                  </a:lnTo>
                  <a:cubicBezTo>
                    <a:pt x="17" y="809"/>
                    <a:pt x="17" y="841"/>
                    <a:pt x="33" y="877"/>
                  </a:cubicBezTo>
                  <a:lnTo>
                    <a:pt x="49" y="893"/>
                  </a:lnTo>
                  <a:cubicBezTo>
                    <a:pt x="49" y="893"/>
                    <a:pt x="69" y="877"/>
                    <a:pt x="49" y="877"/>
                  </a:cubicBezTo>
                  <a:lnTo>
                    <a:pt x="49" y="776"/>
                  </a:lnTo>
                  <a:lnTo>
                    <a:pt x="49" y="724"/>
                  </a:lnTo>
                  <a:lnTo>
                    <a:pt x="49" y="453"/>
                  </a:lnTo>
                  <a:cubicBezTo>
                    <a:pt x="49" y="304"/>
                    <a:pt x="49" y="15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6"/>
            <p:cNvSpPr/>
            <p:nvPr/>
          </p:nvSpPr>
          <p:spPr>
            <a:xfrm>
              <a:off x="852932" y="3295004"/>
              <a:ext cx="356477" cy="232421"/>
            </a:xfrm>
            <a:custGeom>
              <a:rect b="b" l="l" r="r" t="t"/>
              <a:pathLst>
                <a:path extrusionOk="0" h="2340" w="3589">
                  <a:moveTo>
                    <a:pt x="3536" y="0"/>
                  </a:moveTo>
                  <a:cubicBezTo>
                    <a:pt x="3503" y="65"/>
                    <a:pt x="3520" y="134"/>
                    <a:pt x="3520" y="218"/>
                  </a:cubicBezTo>
                  <a:cubicBezTo>
                    <a:pt x="3520" y="235"/>
                    <a:pt x="3536" y="267"/>
                    <a:pt x="3536" y="283"/>
                  </a:cubicBezTo>
                  <a:lnTo>
                    <a:pt x="3536" y="586"/>
                  </a:lnTo>
                  <a:cubicBezTo>
                    <a:pt x="3520" y="739"/>
                    <a:pt x="3520" y="909"/>
                    <a:pt x="3536" y="1059"/>
                  </a:cubicBezTo>
                  <a:cubicBezTo>
                    <a:pt x="3556" y="1244"/>
                    <a:pt x="3471" y="1277"/>
                    <a:pt x="3334" y="1313"/>
                  </a:cubicBezTo>
                  <a:lnTo>
                    <a:pt x="3318" y="1313"/>
                  </a:lnTo>
                  <a:cubicBezTo>
                    <a:pt x="3067" y="1394"/>
                    <a:pt x="2796" y="1479"/>
                    <a:pt x="2546" y="1547"/>
                  </a:cubicBezTo>
                  <a:cubicBezTo>
                    <a:pt x="1940" y="1733"/>
                    <a:pt x="1314" y="1935"/>
                    <a:pt x="692" y="2121"/>
                  </a:cubicBezTo>
                  <a:lnTo>
                    <a:pt x="607" y="2153"/>
                  </a:lnTo>
                  <a:cubicBezTo>
                    <a:pt x="425" y="2222"/>
                    <a:pt x="223" y="2271"/>
                    <a:pt x="21" y="2323"/>
                  </a:cubicBezTo>
                  <a:cubicBezTo>
                    <a:pt x="1" y="2323"/>
                    <a:pt x="1" y="2323"/>
                    <a:pt x="1" y="2339"/>
                  </a:cubicBezTo>
                  <a:lnTo>
                    <a:pt x="21" y="2339"/>
                  </a:lnTo>
                  <a:cubicBezTo>
                    <a:pt x="223" y="2303"/>
                    <a:pt x="425" y="2238"/>
                    <a:pt x="627" y="2170"/>
                  </a:cubicBezTo>
                  <a:lnTo>
                    <a:pt x="708" y="2153"/>
                  </a:lnTo>
                  <a:cubicBezTo>
                    <a:pt x="1314" y="1951"/>
                    <a:pt x="1940" y="1766"/>
                    <a:pt x="2546" y="1580"/>
                  </a:cubicBezTo>
                  <a:cubicBezTo>
                    <a:pt x="2813" y="1495"/>
                    <a:pt x="3067" y="1430"/>
                    <a:pt x="3334" y="1345"/>
                  </a:cubicBezTo>
                  <a:lnTo>
                    <a:pt x="3354" y="1345"/>
                  </a:lnTo>
                  <a:cubicBezTo>
                    <a:pt x="3471" y="1293"/>
                    <a:pt x="3588" y="1261"/>
                    <a:pt x="3572" y="1059"/>
                  </a:cubicBezTo>
                  <a:cubicBezTo>
                    <a:pt x="3556" y="909"/>
                    <a:pt x="3556" y="739"/>
                    <a:pt x="3556" y="586"/>
                  </a:cubicBezTo>
                  <a:lnTo>
                    <a:pt x="3556" y="283"/>
                  </a:lnTo>
                  <a:lnTo>
                    <a:pt x="3556" y="202"/>
                  </a:lnTo>
                  <a:cubicBezTo>
                    <a:pt x="3536" y="134"/>
                    <a:pt x="3536" y="81"/>
                    <a:pt x="3572" y="16"/>
                  </a:cubicBezTo>
                  <a:cubicBezTo>
                    <a:pt x="3572" y="16"/>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6"/>
            <p:cNvSpPr/>
            <p:nvPr/>
          </p:nvSpPr>
          <p:spPr>
            <a:xfrm>
              <a:off x="1189246" y="1572807"/>
              <a:ext cx="4867" cy="102007"/>
            </a:xfrm>
            <a:custGeom>
              <a:rect b="b" l="l" r="r" t="t"/>
              <a:pathLst>
                <a:path extrusionOk="0" h="1027" w="49">
                  <a:moveTo>
                    <a:pt x="0" y="1"/>
                  </a:moveTo>
                  <a:lnTo>
                    <a:pt x="0" y="17"/>
                  </a:lnTo>
                  <a:cubicBezTo>
                    <a:pt x="16" y="134"/>
                    <a:pt x="16" y="272"/>
                    <a:pt x="0" y="389"/>
                  </a:cubicBezTo>
                  <a:lnTo>
                    <a:pt x="0" y="639"/>
                  </a:lnTo>
                  <a:lnTo>
                    <a:pt x="0" y="756"/>
                  </a:lnTo>
                  <a:cubicBezTo>
                    <a:pt x="0" y="841"/>
                    <a:pt x="0" y="926"/>
                    <a:pt x="16" y="1011"/>
                  </a:cubicBezTo>
                  <a:cubicBezTo>
                    <a:pt x="16" y="1027"/>
                    <a:pt x="33" y="1027"/>
                    <a:pt x="33" y="1027"/>
                  </a:cubicBezTo>
                  <a:cubicBezTo>
                    <a:pt x="49" y="1027"/>
                    <a:pt x="49" y="1011"/>
                    <a:pt x="49" y="1011"/>
                  </a:cubicBezTo>
                  <a:cubicBezTo>
                    <a:pt x="33" y="926"/>
                    <a:pt x="33" y="841"/>
                    <a:pt x="33" y="756"/>
                  </a:cubicBezTo>
                  <a:lnTo>
                    <a:pt x="33" y="639"/>
                  </a:lnTo>
                  <a:lnTo>
                    <a:pt x="33" y="389"/>
                  </a:lnTo>
                  <a:cubicBezTo>
                    <a:pt x="33" y="272"/>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6"/>
            <p:cNvSpPr/>
            <p:nvPr/>
          </p:nvSpPr>
          <p:spPr>
            <a:xfrm>
              <a:off x="1033505" y="3376847"/>
              <a:ext cx="5364" cy="95153"/>
            </a:xfrm>
            <a:custGeom>
              <a:rect b="b" l="l" r="r" t="t"/>
              <a:pathLst>
                <a:path extrusionOk="0" h="958" w="54">
                  <a:moveTo>
                    <a:pt x="21" y="0"/>
                  </a:moveTo>
                  <a:cubicBezTo>
                    <a:pt x="1" y="0"/>
                    <a:pt x="1" y="16"/>
                    <a:pt x="1" y="16"/>
                  </a:cubicBezTo>
                  <a:cubicBezTo>
                    <a:pt x="37" y="49"/>
                    <a:pt x="37" y="101"/>
                    <a:pt x="37" y="150"/>
                  </a:cubicBezTo>
                  <a:lnTo>
                    <a:pt x="37" y="740"/>
                  </a:lnTo>
                  <a:lnTo>
                    <a:pt x="37" y="942"/>
                  </a:lnTo>
                  <a:cubicBezTo>
                    <a:pt x="37" y="942"/>
                    <a:pt x="37" y="958"/>
                    <a:pt x="53" y="958"/>
                  </a:cubicBezTo>
                  <a:lnTo>
                    <a:pt x="53" y="942"/>
                  </a:lnTo>
                  <a:lnTo>
                    <a:pt x="53" y="740"/>
                  </a:lnTo>
                  <a:lnTo>
                    <a:pt x="53" y="150"/>
                  </a:lnTo>
                  <a:cubicBezTo>
                    <a:pt x="53" y="101"/>
                    <a:pt x="53" y="4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6"/>
            <p:cNvSpPr/>
            <p:nvPr/>
          </p:nvSpPr>
          <p:spPr>
            <a:xfrm>
              <a:off x="475398" y="1555326"/>
              <a:ext cx="163787" cy="206596"/>
            </a:xfrm>
            <a:custGeom>
              <a:rect b="b" l="l" r="r" t="t"/>
              <a:pathLst>
                <a:path extrusionOk="0" h="2080" w="1649">
                  <a:moveTo>
                    <a:pt x="1645" y="0"/>
                  </a:moveTo>
                  <a:cubicBezTo>
                    <a:pt x="1640" y="0"/>
                    <a:pt x="1633" y="7"/>
                    <a:pt x="1633" y="7"/>
                  </a:cubicBezTo>
                  <a:cubicBezTo>
                    <a:pt x="1580" y="76"/>
                    <a:pt x="1600" y="161"/>
                    <a:pt x="1617" y="225"/>
                  </a:cubicBezTo>
                  <a:lnTo>
                    <a:pt x="1617" y="294"/>
                  </a:lnTo>
                  <a:cubicBezTo>
                    <a:pt x="1633" y="448"/>
                    <a:pt x="1633" y="581"/>
                    <a:pt x="1633" y="714"/>
                  </a:cubicBezTo>
                  <a:cubicBezTo>
                    <a:pt x="1633" y="815"/>
                    <a:pt x="1617" y="916"/>
                    <a:pt x="1633" y="1033"/>
                  </a:cubicBezTo>
                  <a:cubicBezTo>
                    <a:pt x="1633" y="1070"/>
                    <a:pt x="1617" y="1086"/>
                    <a:pt x="1564" y="1118"/>
                  </a:cubicBezTo>
                  <a:cubicBezTo>
                    <a:pt x="1160" y="1357"/>
                    <a:pt x="740" y="1607"/>
                    <a:pt x="352" y="1861"/>
                  </a:cubicBezTo>
                  <a:cubicBezTo>
                    <a:pt x="235" y="1926"/>
                    <a:pt x="118" y="1995"/>
                    <a:pt x="17" y="2063"/>
                  </a:cubicBezTo>
                  <a:cubicBezTo>
                    <a:pt x="1" y="2063"/>
                    <a:pt x="1" y="2063"/>
                    <a:pt x="1" y="2080"/>
                  </a:cubicBezTo>
                  <a:lnTo>
                    <a:pt x="33" y="2080"/>
                  </a:lnTo>
                  <a:cubicBezTo>
                    <a:pt x="134" y="2011"/>
                    <a:pt x="251" y="1942"/>
                    <a:pt x="352" y="1878"/>
                  </a:cubicBezTo>
                  <a:cubicBezTo>
                    <a:pt x="756" y="1623"/>
                    <a:pt x="1176" y="1373"/>
                    <a:pt x="1580" y="1134"/>
                  </a:cubicBezTo>
                  <a:cubicBezTo>
                    <a:pt x="1633" y="1102"/>
                    <a:pt x="1649" y="1086"/>
                    <a:pt x="1649" y="1017"/>
                  </a:cubicBezTo>
                  <a:lnTo>
                    <a:pt x="1649" y="714"/>
                  </a:lnTo>
                  <a:lnTo>
                    <a:pt x="1649" y="294"/>
                  </a:lnTo>
                  <a:cubicBezTo>
                    <a:pt x="1649" y="278"/>
                    <a:pt x="1633" y="246"/>
                    <a:pt x="1633" y="225"/>
                  </a:cubicBezTo>
                  <a:cubicBezTo>
                    <a:pt x="1617" y="161"/>
                    <a:pt x="1617" y="92"/>
                    <a:pt x="1649" y="23"/>
                  </a:cubicBezTo>
                  <a:lnTo>
                    <a:pt x="1649" y="7"/>
                  </a:lnTo>
                  <a:cubicBezTo>
                    <a:pt x="1649" y="2"/>
                    <a:pt x="1647" y="0"/>
                    <a:pt x="1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6"/>
            <p:cNvSpPr/>
            <p:nvPr/>
          </p:nvSpPr>
          <p:spPr>
            <a:xfrm>
              <a:off x="1518608" y="2831553"/>
              <a:ext cx="182261" cy="299366"/>
            </a:xfrm>
            <a:custGeom>
              <a:rect b="b" l="l" r="r" t="t"/>
              <a:pathLst>
                <a:path extrusionOk="0" h="3014" w="1835">
                  <a:moveTo>
                    <a:pt x="65" y="0"/>
                  </a:moveTo>
                  <a:cubicBezTo>
                    <a:pt x="1" y="170"/>
                    <a:pt x="65" y="271"/>
                    <a:pt x="187" y="388"/>
                  </a:cubicBezTo>
                  <a:cubicBezTo>
                    <a:pt x="352" y="558"/>
                    <a:pt x="506" y="744"/>
                    <a:pt x="655" y="930"/>
                  </a:cubicBezTo>
                  <a:cubicBezTo>
                    <a:pt x="724" y="1010"/>
                    <a:pt x="793" y="1095"/>
                    <a:pt x="873" y="1164"/>
                  </a:cubicBezTo>
                  <a:cubicBezTo>
                    <a:pt x="926" y="1249"/>
                    <a:pt x="995" y="1313"/>
                    <a:pt x="1059" y="1398"/>
                  </a:cubicBezTo>
                  <a:cubicBezTo>
                    <a:pt x="1261" y="1636"/>
                    <a:pt x="1479" y="1871"/>
                    <a:pt x="1702" y="2105"/>
                  </a:cubicBezTo>
                  <a:cubicBezTo>
                    <a:pt x="1782" y="2206"/>
                    <a:pt x="1819" y="2291"/>
                    <a:pt x="1819" y="2408"/>
                  </a:cubicBezTo>
                  <a:cubicBezTo>
                    <a:pt x="1802" y="2493"/>
                    <a:pt x="1802" y="2594"/>
                    <a:pt x="1819" y="2695"/>
                  </a:cubicBezTo>
                  <a:lnTo>
                    <a:pt x="1819" y="2865"/>
                  </a:lnTo>
                  <a:lnTo>
                    <a:pt x="1819" y="2897"/>
                  </a:lnTo>
                  <a:cubicBezTo>
                    <a:pt x="1819" y="2929"/>
                    <a:pt x="1819" y="2966"/>
                    <a:pt x="1782" y="2982"/>
                  </a:cubicBezTo>
                  <a:lnTo>
                    <a:pt x="1782" y="3014"/>
                  </a:lnTo>
                  <a:lnTo>
                    <a:pt x="1802" y="3014"/>
                  </a:lnTo>
                  <a:cubicBezTo>
                    <a:pt x="1835" y="2966"/>
                    <a:pt x="1835" y="2929"/>
                    <a:pt x="1835" y="2897"/>
                  </a:cubicBezTo>
                  <a:lnTo>
                    <a:pt x="1835" y="2865"/>
                  </a:lnTo>
                  <a:lnTo>
                    <a:pt x="1835" y="2695"/>
                  </a:lnTo>
                  <a:lnTo>
                    <a:pt x="1835" y="2408"/>
                  </a:lnTo>
                  <a:cubicBezTo>
                    <a:pt x="1835" y="2291"/>
                    <a:pt x="1802" y="2190"/>
                    <a:pt x="1718" y="2089"/>
                  </a:cubicBezTo>
                  <a:cubicBezTo>
                    <a:pt x="1500" y="1855"/>
                    <a:pt x="1298" y="1616"/>
                    <a:pt x="1075" y="1382"/>
                  </a:cubicBezTo>
                  <a:cubicBezTo>
                    <a:pt x="1027" y="1297"/>
                    <a:pt x="958" y="1232"/>
                    <a:pt x="894" y="1148"/>
                  </a:cubicBezTo>
                  <a:cubicBezTo>
                    <a:pt x="825" y="1079"/>
                    <a:pt x="756" y="994"/>
                    <a:pt x="692" y="909"/>
                  </a:cubicBezTo>
                  <a:cubicBezTo>
                    <a:pt x="538" y="728"/>
                    <a:pt x="368" y="542"/>
                    <a:pt x="203" y="372"/>
                  </a:cubicBezTo>
                  <a:cubicBezTo>
                    <a:pt x="102" y="271"/>
                    <a:pt x="17" y="170"/>
                    <a:pt x="102" y="21"/>
                  </a:cubicBezTo>
                  <a:cubicBezTo>
                    <a:pt x="102" y="21"/>
                    <a:pt x="102" y="0"/>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6"/>
            <p:cNvSpPr/>
            <p:nvPr/>
          </p:nvSpPr>
          <p:spPr>
            <a:xfrm>
              <a:off x="1991693" y="2985606"/>
              <a:ext cx="4966" cy="40227"/>
            </a:xfrm>
            <a:custGeom>
              <a:rect b="b" l="l" r="r" t="t"/>
              <a:pathLst>
                <a:path extrusionOk="0" h="405" w="50">
                  <a:moveTo>
                    <a:pt x="33" y="1"/>
                  </a:moveTo>
                  <a:cubicBezTo>
                    <a:pt x="33" y="1"/>
                    <a:pt x="17" y="1"/>
                    <a:pt x="17" y="17"/>
                  </a:cubicBezTo>
                  <a:cubicBezTo>
                    <a:pt x="1" y="102"/>
                    <a:pt x="1" y="166"/>
                    <a:pt x="1" y="251"/>
                  </a:cubicBezTo>
                  <a:cubicBezTo>
                    <a:pt x="1" y="304"/>
                    <a:pt x="17" y="352"/>
                    <a:pt x="1" y="388"/>
                  </a:cubicBezTo>
                  <a:cubicBezTo>
                    <a:pt x="1" y="405"/>
                    <a:pt x="17" y="405"/>
                    <a:pt x="17" y="405"/>
                  </a:cubicBezTo>
                  <a:cubicBezTo>
                    <a:pt x="33" y="405"/>
                    <a:pt x="33" y="405"/>
                    <a:pt x="33" y="388"/>
                  </a:cubicBezTo>
                  <a:lnTo>
                    <a:pt x="33" y="251"/>
                  </a:lnTo>
                  <a:cubicBezTo>
                    <a:pt x="33" y="186"/>
                    <a:pt x="33" y="102"/>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6"/>
            <p:cNvSpPr/>
            <p:nvPr/>
          </p:nvSpPr>
          <p:spPr>
            <a:xfrm>
              <a:off x="1416701" y="3590694"/>
              <a:ext cx="85221" cy="143723"/>
            </a:xfrm>
            <a:custGeom>
              <a:rect b="b" l="l" r="r" t="t"/>
              <a:pathLst>
                <a:path extrusionOk="0" h="1447" w="858">
                  <a:moveTo>
                    <a:pt x="1" y="0"/>
                  </a:moveTo>
                  <a:lnTo>
                    <a:pt x="1" y="33"/>
                  </a:lnTo>
                  <a:cubicBezTo>
                    <a:pt x="65" y="85"/>
                    <a:pt x="134" y="134"/>
                    <a:pt x="203" y="202"/>
                  </a:cubicBezTo>
                  <a:cubicBezTo>
                    <a:pt x="384" y="356"/>
                    <a:pt x="570" y="505"/>
                    <a:pt x="756" y="659"/>
                  </a:cubicBezTo>
                  <a:cubicBezTo>
                    <a:pt x="825" y="707"/>
                    <a:pt x="825" y="740"/>
                    <a:pt x="825" y="792"/>
                  </a:cubicBezTo>
                  <a:lnTo>
                    <a:pt x="825" y="1265"/>
                  </a:lnTo>
                  <a:lnTo>
                    <a:pt x="825" y="1430"/>
                  </a:lnTo>
                  <a:cubicBezTo>
                    <a:pt x="825" y="1447"/>
                    <a:pt x="825" y="1447"/>
                    <a:pt x="841" y="1447"/>
                  </a:cubicBezTo>
                  <a:cubicBezTo>
                    <a:pt x="841" y="1447"/>
                    <a:pt x="857" y="1447"/>
                    <a:pt x="857" y="1430"/>
                  </a:cubicBezTo>
                  <a:lnTo>
                    <a:pt x="857" y="1265"/>
                  </a:lnTo>
                  <a:lnTo>
                    <a:pt x="857" y="792"/>
                  </a:lnTo>
                  <a:cubicBezTo>
                    <a:pt x="857" y="740"/>
                    <a:pt x="841" y="691"/>
                    <a:pt x="772" y="639"/>
                  </a:cubicBezTo>
                  <a:cubicBezTo>
                    <a:pt x="586" y="489"/>
                    <a:pt x="405" y="336"/>
                    <a:pt x="219" y="170"/>
                  </a:cubicBezTo>
                  <a:cubicBezTo>
                    <a:pt x="150" y="118"/>
                    <a:pt x="82"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6"/>
            <p:cNvSpPr/>
            <p:nvPr/>
          </p:nvSpPr>
          <p:spPr>
            <a:xfrm>
              <a:off x="1087339" y="1629820"/>
              <a:ext cx="6456" cy="102007"/>
            </a:xfrm>
            <a:custGeom>
              <a:rect b="b" l="l" r="r" t="t"/>
              <a:pathLst>
                <a:path extrusionOk="0" h="1027" w="65">
                  <a:moveTo>
                    <a:pt x="0" y="1"/>
                  </a:moveTo>
                  <a:lnTo>
                    <a:pt x="0" y="17"/>
                  </a:lnTo>
                  <a:cubicBezTo>
                    <a:pt x="16" y="182"/>
                    <a:pt x="16" y="352"/>
                    <a:pt x="0" y="522"/>
                  </a:cubicBezTo>
                  <a:lnTo>
                    <a:pt x="0" y="825"/>
                  </a:lnTo>
                  <a:lnTo>
                    <a:pt x="0" y="857"/>
                  </a:lnTo>
                  <a:cubicBezTo>
                    <a:pt x="0" y="909"/>
                    <a:pt x="0" y="958"/>
                    <a:pt x="32" y="1010"/>
                  </a:cubicBezTo>
                  <a:lnTo>
                    <a:pt x="49" y="1027"/>
                  </a:lnTo>
                  <a:lnTo>
                    <a:pt x="49" y="1010"/>
                  </a:lnTo>
                  <a:cubicBezTo>
                    <a:pt x="65" y="1010"/>
                    <a:pt x="65" y="1010"/>
                    <a:pt x="49" y="990"/>
                  </a:cubicBezTo>
                  <a:cubicBezTo>
                    <a:pt x="32" y="958"/>
                    <a:pt x="32" y="909"/>
                    <a:pt x="32" y="857"/>
                  </a:cubicBezTo>
                  <a:lnTo>
                    <a:pt x="32" y="825"/>
                  </a:lnTo>
                  <a:lnTo>
                    <a:pt x="32" y="522"/>
                  </a:lnTo>
                  <a:cubicBezTo>
                    <a:pt x="32" y="352"/>
                    <a:pt x="32" y="18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6"/>
            <p:cNvSpPr/>
            <p:nvPr/>
          </p:nvSpPr>
          <p:spPr>
            <a:xfrm>
              <a:off x="933186" y="2751299"/>
              <a:ext cx="5364" cy="80354"/>
            </a:xfrm>
            <a:custGeom>
              <a:rect b="b" l="l" r="r" t="t"/>
              <a:pathLst>
                <a:path extrusionOk="0" h="809" w="54">
                  <a:moveTo>
                    <a:pt x="21" y="0"/>
                  </a:moveTo>
                  <a:cubicBezTo>
                    <a:pt x="1" y="0"/>
                    <a:pt x="1" y="0"/>
                    <a:pt x="1" y="21"/>
                  </a:cubicBezTo>
                  <a:cubicBezTo>
                    <a:pt x="21" y="138"/>
                    <a:pt x="21" y="271"/>
                    <a:pt x="21" y="404"/>
                  </a:cubicBezTo>
                  <a:lnTo>
                    <a:pt x="21" y="643"/>
                  </a:lnTo>
                  <a:lnTo>
                    <a:pt x="21" y="691"/>
                  </a:lnTo>
                  <a:cubicBezTo>
                    <a:pt x="21" y="728"/>
                    <a:pt x="21" y="760"/>
                    <a:pt x="37" y="792"/>
                  </a:cubicBezTo>
                  <a:lnTo>
                    <a:pt x="37" y="808"/>
                  </a:lnTo>
                  <a:lnTo>
                    <a:pt x="53" y="808"/>
                  </a:lnTo>
                  <a:lnTo>
                    <a:pt x="53" y="792"/>
                  </a:lnTo>
                  <a:cubicBezTo>
                    <a:pt x="37" y="760"/>
                    <a:pt x="37" y="728"/>
                    <a:pt x="37" y="691"/>
                  </a:cubicBezTo>
                  <a:lnTo>
                    <a:pt x="37" y="643"/>
                  </a:lnTo>
                  <a:lnTo>
                    <a:pt x="37" y="404"/>
                  </a:lnTo>
                  <a:cubicBezTo>
                    <a:pt x="53" y="271"/>
                    <a:pt x="53" y="13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6"/>
            <p:cNvSpPr/>
            <p:nvPr/>
          </p:nvSpPr>
          <p:spPr>
            <a:xfrm>
              <a:off x="1336446" y="2579168"/>
              <a:ext cx="4966" cy="88797"/>
            </a:xfrm>
            <a:custGeom>
              <a:rect b="b" l="l" r="r" t="t"/>
              <a:pathLst>
                <a:path extrusionOk="0" h="894" w="50">
                  <a:moveTo>
                    <a:pt x="17" y="0"/>
                  </a:moveTo>
                  <a:lnTo>
                    <a:pt x="17" y="17"/>
                  </a:lnTo>
                  <a:lnTo>
                    <a:pt x="17" y="202"/>
                  </a:lnTo>
                  <a:lnTo>
                    <a:pt x="17" y="744"/>
                  </a:lnTo>
                  <a:lnTo>
                    <a:pt x="17" y="776"/>
                  </a:lnTo>
                  <a:cubicBezTo>
                    <a:pt x="17" y="808"/>
                    <a:pt x="1" y="845"/>
                    <a:pt x="33" y="877"/>
                  </a:cubicBezTo>
                  <a:lnTo>
                    <a:pt x="33" y="893"/>
                  </a:lnTo>
                  <a:lnTo>
                    <a:pt x="49" y="893"/>
                  </a:lnTo>
                  <a:lnTo>
                    <a:pt x="49" y="877"/>
                  </a:lnTo>
                  <a:cubicBezTo>
                    <a:pt x="33" y="845"/>
                    <a:pt x="33" y="808"/>
                    <a:pt x="33" y="776"/>
                  </a:cubicBezTo>
                  <a:lnTo>
                    <a:pt x="33" y="744"/>
                  </a:lnTo>
                  <a:lnTo>
                    <a:pt x="33" y="202"/>
                  </a:ln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6"/>
            <p:cNvSpPr/>
            <p:nvPr/>
          </p:nvSpPr>
          <p:spPr>
            <a:xfrm>
              <a:off x="730961" y="3589105"/>
              <a:ext cx="92074" cy="147299"/>
            </a:xfrm>
            <a:custGeom>
              <a:rect b="b" l="l" r="r" t="t"/>
              <a:pathLst>
                <a:path extrusionOk="0" h="1483" w="927">
                  <a:moveTo>
                    <a:pt x="910" y="0"/>
                  </a:moveTo>
                  <a:cubicBezTo>
                    <a:pt x="894" y="0"/>
                    <a:pt x="894" y="16"/>
                    <a:pt x="894" y="16"/>
                  </a:cubicBezTo>
                  <a:lnTo>
                    <a:pt x="894" y="675"/>
                  </a:lnTo>
                  <a:lnTo>
                    <a:pt x="894" y="792"/>
                  </a:lnTo>
                  <a:lnTo>
                    <a:pt x="894" y="1095"/>
                  </a:lnTo>
                  <a:cubicBezTo>
                    <a:pt x="894" y="1196"/>
                    <a:pt x="878" y="1228"/>
                    <a:pt x="760" y="1261"/>
                  </a:cubicBezTo>
                  <a:cubicBezTo>
                    <a:pt x="724" y="1281"/>
                    <a:pt x="676" y="1297"/>
                    <a:pt x="643" y="1297"/>
                  </a:cubicBezTo>
                  <a:cubicBezTo>
                    <a:pt x="506" y="1329"/>
                    <a:pt x="373" y="1362"/>
                    <a:pt x="255" y="1430"/>
                  </a:cubicBezTo>
                  <a:cubicBezTo>
                    <a:pt x="237" y="1446"/>
                    <a:pt x="212" y="1451"/>
                    <a:pt x="185" y="1451"/>
                  </a:cubicBezTo>
                  <a:cubicBezTo>
                    <a:pt x="157" y="1451"/>
                    <a:pt x="128" y="1446"/>
                    <a:pt x="102" y="1446"/>
                  </a:cubicBezTo>
                  <a:cubicBezTo>
                    <a:pt x="70" y="1446"/>
                    <a:pt x="37" y="1430"/>
                    <a:pt x="17" y="1430"/>
                  </a:cubicBezTo>
                  <a:cubicBezTo>
                    <a:pt x="1" y="1430"/>
                    <a:pt x="1" y="1446"/>
                    <a:pt x="1" y="1446"/>
                  </a:cubicBezTo>
                  <a:cubicBezTo>
                    <a:pt x="1" y="1463"/>
                    <a:pt x="1" y="1463"/>
                    <a:pt x="17" y="1463"/>
                  </a:cubicBezTo>
                  <a:lnTo>
                    <a:pt x="102" y="1463"/>
                  </a:lnTo>
                  <a:cubicBezTo>
                    <a:pt x="118" y="1483"/>
                    <a:pt x="154" y="1483"/>
                    <a:pt x="187" y="1483"/>
                  </a:cubicBezTo>
                  <a:cubicBezTo>
                    <a:pt x="219" y="1483"/>
                    <a:pt x="239" y="1463"/>
                    <a:pt x="272" y="1463"/>
                  </a:cubicBezTo>
                  <a:cubicBezTo>
                    <a:pt x="389" y="1398"/>
                    <a:pt x="522" y="1362"/>
                    <a:pt x="643" y="1329"/>
                  </a:cubicBezTo>
                  <a:cubicBezTo>
                    <a:pt x="692" y="1313"/>
                    <a:pt x="724" y="1297"/>
                    <a:pt x="777" y="1297"/>
                  </a:cubicBezTo>
                  <a:cubicBezTo>
                    <a:pt x="894" y="1261"/>
                    <a:pt x="926" y="1196"/>
                    <a:pt x="926" y="1079"/>
                  </a:cubicBezTo>
                  <a:cubicBezTo>
                    <a:pt x="910" y="994"/>
                    <a:pt x="910" y="893"/>
                    <a:pt x="910" y="792"/>
                  </a:cubicBezTo>
                  <a:lnTo>
                    <a:pt x="910" y="675"/>
                  </a:lnTo>
                  <a:lnTo>
                    <a:pt x="910" y="16"/>
                  </a:lnTo>
                  <a:lnTo>
                    <a:pt x="9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6"/>
            <p:cNvSpPr/>
            <p:nvPr/>
          </p:nvSpPr>
          <p:spPr>
            <a:xfrm>
              <a:off x="1745764" y="2000998"/>
              <a:ext cx="157331" cy="321018"/>
            </a:xfrm>
            <a:custGeom>
              <a:rect b="b" l="l" r="r" t="t"/>
              <a:pathLst>
                <a:path extrusionOk="0" h="3232" w="1584">
                  <a:moveTo>
                    <a:pt x="20" y="0"/>
                  </a:moveTo>
                  <a:cubicBezTo>
                    <a:pt x="0" y="16"/>
                    <a:pt x="0" y="16"/>
                    <a:pt x="20" y="16"/>
                  </a:cubicBezTo>
                  <a:cubicBezTo>
                    <a:pt x="53" y="49"/>
                    <a:pt x="85" y="81"/>
                    <a:pt x="121" y="134"/>
                  </a:cubicBezTo>
                  <a:cubicBezTo>
                    <a:pt x="255" y="352"/>
                    <a:pt x="388" y="586"/>
                    <a:pt x="525" y="808"/>
                  </a:cubicBezTo>
                  <a:cubicBezTo>
                    <a:pt x="606" y="941"/>
                    <a:pt x="675" y="1075"/>
                    <a:pt x="760" y="1212"/>
                  </a:cubicBezTo>
                  <a:cubicBezTo>
                    <a:pt x="946" y="1515"/>
                    <a:pt x="1148" y="1834"/>
                    <a:pt x="1333" y="2137"/>
                  </a:cubicBezTo>
                  <a:cubicBezTo>
                    <a:pt x="1366" y="2186"/>
                    <a:pt x="1382" y="2222"/>
                    <a:pt x="1382" y="2271"/>
                  </a:cubicBezTo>
                  <a:cubicBezTo>
                    <a:pt x="1382" y="2303"/>
                    <a:pt x="1382" y="2339"/>
                    <a:pt x="1398" y="2388"/>
                  </a:cubicBezTo>
                  <a:cubicBezTo>
                    <a:pt x="1398" y="2505"/>
                    <a:pt x="1398" y="2658"/>
                    <a:pt x="1382" y="2776"/>
                  </a:cubicBezTo>
                  <a:cubicBezTo>
                    <a:pt x="1350" y="2961"/>
                    <a:pt x="1414" y="3095"/>
                    <a:pt x="1568" y="3232"/>
                  </a:cubicBezTo>
                  <a:lnTo>
                    <a:pt x="1584" y="3232"/>
                  </a:lnTo>
                  <a:lnTo>
                    <a:pt x="1584" y="3212"/>
                  </a:lnTo>
                  <a:lnTo>
                    <a:pt x="1584" y="3196"/>
                  </a:lnTo>
                  <a:cubicBezTo>
                    <a:pt x="1434" y="3078"/>
                    <a:pt x="1382" y="2961"/>
                    <a:pt x="1414" y="2776"/>
                  </a:cubicBezTo>
                  <a:cubicBezTo>
                    <a:pt x="1434" y="2658"/>
                    <a:pt x="1414" y="2505"/>
                    <a:pt x="1414" y="2388"/>
                  </a:cubicBezTo>
                  <a:lnTo>
                    <a:pt x="1414" y="2271"/>
                  </a:lnTo>
                  <a:cubicBezTo>
                    <a:pt x="1414" y="2222"/>
                    <a:pt x="1398" y="2170"/>
                    <a:pt x="1366" y="2121"/>
                  </a:cubicBezTo>
                  <a:cubicBezTo>
                    <a:pt x="1164" y="1818"/>
                    <a:pt x="978" y="1515"/>
                    <a:pt x="776" y="1192"/>
                  </a:cubicBezTo>
                  <a:cubicBezTo>
                    <a:pt x="707" y="1059"/>
                    <a:pt x="626" y="925"/>
                    <a:pt x="542" y="788"/>
                  </a:cubicBezTo>
                  <a:cubicBezTo>
                    <a:pt x="424" y="570"/>
                    <a:pt x="287" y="352"/>
                    <a:pt x="154" y="117"/>
                  </a:cubicBezTo>
                  <a:cubicBezTo>
                    <a:pt x="101" y="65"/>
                    <a:pt x="69" y="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6"/>
            <p:cNvSpPr/>
            <p:nvPr/>
          </p:nvSpPr>
          <p:spPr>
            <a:xfrm>
              <a:off x="1386605" y="1464146"/>
              <a:ext cx="4966" cy="93564"/>
            </a:xfrm>
            <a:custGeom>
              <a:rect b="b" l="l" r="r" t="t"/>
              <a:pathLst>
                <a:path extrusionOk="0" h="942" w="50">
                  <a:moveTo>
                    <a:pt x="17" y="0"/>
                  </a:moveTo>
                  <a:cubicBezTo>
                    <a:pt x="17" y="0"/>
                    <a:pt x="1" y="0"/>
                    <a:pt x="1" y="16"/>
                  </a:cubicBezTo>
                  <a:cubicBezTo>
                    <a:pt x="17" y="202"/>
                    <a:pt x="17" y="404"/>
                    <a:pt x="17" y="590"/>
                  </a:cubicBezTo>
                  <a:lnTo>
                    <a:pt x="17" y="925"/>
                  </a:lnTo>
                  <a:cubicBezTo>
                    <a:pt x="17" y="941"/>
                    <a:pt x="33" y="941"/>
                    <a:pt x="33" y="941"/>
                  </a:cubicBezTo>
                  <a:cubicBezTo>
                    <a:pt x="33" y="941"/>
                    <a:pt x="49" y="941"/>
                    <a:pt x="49" y="925"/>
                  </a:cubicBezTo>
                  <a:lnTo>
                    <a:pt x="49" y="590"/>
                  </a:ln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6"/>
            <p:cNvSpPr/>
            <p:nvPr/>
          </p:nvSpPr>
          <p:spPr>
            <a:xfrm>
              <a:off x="1414714" y="1806817"/>
              <a:ext cx="88797" cy="260827"/>
            </a:xfrm>
            <a:custGeom>
              <a:rect b="b" l="l" r="r" t="t"/>
              <a:pathLst>
                <a:path extrusionOk="0" h="2626" w="894">
                  <a:moveTo>
                    <a:pt x="21" y="0"/>
                  </a:moveTo>
                  <a:lnTo>
                    <a:pt x="1" y="16"/>
                  </a:lnTo>
                  <a:cubicBezTo>
                    <a:pt x="1" y="16"/>
                    <a:pt x="1" y="36"/>
                    <a:pt x="21" y="36"/>
                  </a:cubicBezTo>
                  <a:cubicBezTo>
                    <a:pt x="69" y="53"/>
                    <a:pt x="85" y="85"/>
                    <a:pt x="122" y="137"/>
                  </a:cubicBezTo>
                  <a:cubicBezTo>
                    <a:pt x="122" y="154"/>
                    <a:pt x="138" y="154"/>
                    <a:pt x="138" y="170"/>
                  </a:cubicBezTo>
                  <a:cubicBezTo>
                    <a:pt x="271" y="372"/>
                    <a:pt x="425" y="574"/>
                    <a:pt x="542" y="776"/>
                  </a:cubicBezTo>
                  <a:cubicBezTo>
                    <a:pt x="627" y="893"/>
                    <a:pt x="691" y="994"/>
                    <a:pt x="760" y="1111"/>
                  </a:cubicBezTo>
                  <a:cubicBezTo>
                    <a:pt x="808" y="1180"/>
                    <a:pt x="829" y="1228"/>
                    <a:pt x="829" y="1297"/>
                  </a:cubicBezTo>
                  <a:lnTo>
                    <a:pt x="829" y="1584"/>
                  </a:lnTo>
                  <a:cubicBezTo>
                    <a:pt x="829" y="1818"/>
                    <a:pt x="829" y="2036"/>
                    <a:pt x="845" y="2258"/>
                  </a:cubicBezTo>
                  <a:lnTo>
                    <a:pt x="845" y="2339"/>
                  </a:lnTo>
                  <a:cubicBezTo>
                    <a:pt x="845" y="2424"/>
                    <a:pt x="845" y="2525"/>
                    <a:pt x="877" y="2626"/>
                  </a:cubicBezTo>
                  <a:lnTo>
                    <a:pt x="893" y="2626"/>
                  </a:lnTo>
                  <a:lnTo>
                    <a:pt x="893" y="2610"/>
                  </a:lnTo>
                  <a:cubicBezTo>
                    <a:pt x="861" y="2525"/>
                    <a:pt x="861" y="2440"/>
                    <a:pt x="861" y="2339"/>
                  </a:cubicBezTo>
                  <a:lnTo>
                    <a:pt x="861" y="2258"/>
                  </a:lnTo>
                  <a:lnTo>
                    <a:pt x="861" y="1584"/>
                  </a:lnTo>
                  <a:lnTo>
                    <a:pt x="861" y="1297"/>
                  </a:lnTo>
                  <a:cubicBezTo>
                    <a:pt x="861" y="1228"/>
                    <a:pt x="829" y="1163"/>
                    <a:pt x="792" y="1095"/>
                  </a:cubicBezTo>
                  <a:cubicBezTo>
                    <a:pt x="707" y="978"/>
                    <a:pt x="643" y="877"/>
                    <a:pt x="574" y="760"/>
                  </a:cubicBezTo>
                  <a:cubicBezTo>
                    <a:pt x="441" y="558"/>
                    <a:pt x="304" y="356"/>
                    <a:pt x="170" y="154"/>
                  </a:cubicBezTo>
                  <a:cubicBezTo>
                    <a:pt x="154" y="137"/>
                    <a:pt x="154" y="137"/>
                    <a:pt x="138" y="117"/>
                  </a:cubicBezTo>
                  <a:cubicBezTo>
                    <a:pt x="122" y="69"/>
                    <a:pt x="85"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6"/>
            <p:cNvSpPr/>
            <p:nvPr/>
          </p:nvSpPr>
          <p:spPr>
            <a:xfrm>
              <a:off x="2095190" y="3264908"/>
              <a:ext cx="5364" cy="40227"/>
            </a:xfrm>
            <a:custGeom>
              <a:rect b="b" l="l" r="r" t="t"/>
              <a:pathLst>
                <a:path extrusionOk="0" h="405" w="54">
                  <a:moveTo>
                    <a:pt x="53" y="0"/>
                  </a:moveTo>
                  <a:cubicBezTo>
                    <a:pt x="37" y="0"/>
                    <a:pt x="37" y="0"/>
                    <a:pt x="37" y="16"/>
                  </a:cubicBezTo>
                  <a:cubicBezTo>
                    <a:pt x="17" y="65"/>
                    <a:pt x="17" y="134"/>
                    <a:pt x="17" y="202"/>
                  </a:cubicBezTo>
                  <a:cubicBezTo>
                    <a:pt x="17" y="267"/>
                    <a:pt x="17" y="336"/>
                    <a:pt x="1" y="384"/>
                  </a:cubicBezTo>
                  <a:cubicBezTo>
                    <a:pt x="1" y="404"/>
                    <a:pt x="1" y="404"/>
                    <a:pt x="17" y="404"/>
                  </a:cubicBezTo>
                  <a:lnTo>
                    <a:pt x="37" y="404"/>
                  </a:lnTo>
                  <a:cubicBezTo>
                    <a:pt x="53" y="336"/>
                    <a:pt x="53" y="267"/>
                    <a:pt x="53" y="202"/>
                  </a:cubicBezTo>
                  <a:cubicBezTo>
                    <a:pt x="37" y="134"/>
                    <a:pt x="37" y="8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6"/>
            <p:cNvSpPr/>
            <p:nvPr/>
          </p:nvSpPr>
          <p:spPr>
            <a:xfrm>
              <a:off x="1271090" y="1276024"/>
              <a:ext cx="140545" cy="163290"/>
            </a:xfrm>
            <a:custGeom>
              <a:rect b="b" l="l" r="r" t="t"/>
              <a:pathLst>
                <a:path extrusionOk="0" h="1644" w="1415">
                  <a:moveTo>
                    <a:pt x="1399" y="0"/>
                  </a:moveTo>
                  <a:cubicBezTo>
                    <a:pt x="1398" y="0"/>
                    <a:pt x="1398" y="2"/>
                    <a:pt x="1398" y="8"/>
                  </a:cubicBezTo>
                  <a:cubicBezTo>
                    <a:pt x="1281" y="76"/>
                    <a:pt x="1164" y="129"/>
                    <a:pt x="1043" y="193"/>
                  </a:cubicBezTo>
                  <a:cubicBezTo>
                    <a:pt x="776" y="363"/>
                    <a:pt x="489" y="513"/>
                    <a:pt x="218" y="682"/>
                  </a:cubicBezTo>
                  <a:cubicBezTo>
                    <a:pt x="0" y="799"/>
                    <a:pt x="0" y="816"/>
                    <a:pt x="0" y="1070"/>
                  </a:cubicBezTo>
                  <a:lnTo>
                    <a:pt x="0" y="1240"/>
                  </a:lnTo>
                  <a:cubicBezTo>
                    <a:pt x="0" y="1373"/>
                    <a:pt x="0" y="1490"/>
                    <a:pt x="16" y="1624"/>
                  </a:cubicBezTo>
                  <a:lnTo>
                    <a:pt x="33" y="1644"/>
                  </a:lnTo>
                  <a:lnTo>
                    <a:pt x="53" y="1624"/>
                  </a:lnTo>
                  <a:cubicBezTo>
                    <a:pt x="33" y="1490"/>
                    <a:pt x="33" y="1357"/>
                    <a:pt x="33" y="1240"/>
                  </a:cubicBezTo>
                  <a:lnTo>
                    <a:pt x="33" y="1070"/>
                  </a:lnTo>
                  <a:cubicBezTo>
                    <a:pt x="33" y="816"/>
                    <a:pt x="33" y="816"/>
                    <a:pt x="235" y="698"/>
                  </a:cubicBezTo>
                  <a:cubicBezTo>
                    <a:pt x="505" y="549"/>
                    <a:pt x="792" y="379"/>
                    <a:pt x="1063" y="230"/>
                  </a:cubicBezTo>
                  <a:cubicBezTo>
                    <a:pt x="1180" y="161"/>
                    <a:pt x="1297" y="92"/>
                    <a:pt x="1398" y="28"/>
                  </a:cubicBezTo>
                  <a:cubicBezTo>
                    <a:pt x="1414" y="28"/>
                    <a:pt x="1414" y="8"/>
                    <a:pt x="1414" y="8"/>
                  </a:cubicBezTo>
                  <a:cubicBezTo>
                    <a:pt x="1403" y="8"/>
                    <a:pt x="1400" y="0"/>
                    <a:pt x="1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6"/>
            <p:cNvSpPr/>
            <p:nvPr/>
          </p:nvSpPr>
          <p:spPr>
            <a:xfrm>
              <a:off x="1378162" y="3085924"/>
              <a:ext cx="4966" cy="102007"/>
            </a:xfrm>
            <a:custGeom>
              <a:rect b="b" l="l" r="r" t="t"/>
              <a:pathLst>
                <a:path extrusionOk="0" h="1027" w="50">
                  <a:moveTo>
                    <a:pt x="17" y="1"/>
                  </a:moveTo>
                  <a:cubicBezTo>
                    <a:pt x="17" y="1"/>
                    <a:pt x="1" y="17"/>
                    <a:pt x="17" y="17"/>
                  </a:cubicBezTo>
                  <a:cubicBezTo>
                    <a:pt x="33" y="134"/>
                    <a:pt x="33" y="251"/>
                    <a:pt x="17" y="352"/>
                  </a:cubicBezTo>
                  <a:lnTo>
                    <a:pt x="17" y="522"/>
                  </a:lnTo>
                  <a:lnTo>
                    <a:pt x="17" y="857"/>
                  </a:lnTo>
                  <a:lnTo>
                    <a:pt x="17" y="1027"/>
                  </a:lnTo>
                  <a:lnTo>
                    <a:pt x="49" y="1027"/>
                  </a:lnTo>
                  <a:lnTo>
                    <a:pt x="49" y="857"/>
                  </a:lnTo>
                  <a:lnTo>
                    <a:pt x="49" y="522"/>
                  </a:lnTo>
                  <a:lnTo>
                    <a:pt x="49" y="352"/>
                  </a:lnTo>
                  <a:cubicBezTo>
                    <a:pt x="49" y="251"/>
                    <a:pt x="49" y="13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6"/>
            <p:cNvSpPr/>
            <p:nvPr/>
          </p:nvSpPr>
          <p:spPr>
            <a:xfrm>
              <a:off x="1252616" y="2111348"/>
              <a:ext cx="160609" cy="80354"/>
            </a:xfrm>
            <a:custGeom>
              <a:rect b="b" l="l" r="r" t="t"/>
              <a:pathLst>
                <a:path extrusionOk="0" h="809" w="1617">
                  <a:moveTo>
                    <a:pt x="1584" y="0"/>
                  </a:moveTo>
                  <a:lnTo>
                    <a:pt x="1382" y="101"/>
                  </a:lnTo>
                  <a:cubicBezTo>
                    <a:pt x="1229" y="166"/>
                    <a:pt x="1079" y="234"/>
                    <a:pt x="926" y="303"/>
                  </a:cubicBezTo>
                  <a:lnTo>
                    <a:pt x="760" y="384"/>
                  </a:lnTo>
                  <a:cubicBezTo>
                    <a:pt x="542" y="485"/>
                    <a:pt x="320" y="586"/>
                    <a:pt x="85" y="707"/>
                  </a:cubicBezTo>
                  <a:cubicBezTo>
                    <a:pt x="53" y="723"/>
                    <a:pt x="17" y="739"/>
                    <a:pt x="1" y="788"/>
                  </a:cubicBezTo>
                  <a:cubicBezTo>
                    <a:pt x="1" y="788"/>
                    <a:pt x="1" y="808"/>
                    <a:pt x="17" y="808"/>
                  </a:cubicBezTo>
                  <a:cubicBezTo>
                    <a:pt x="17" y="808"/>
                    <a:pt x="37" y="808"/>
                    <a:pt x="37" y="788"/>
                  </a:cubicBezTo>
                  <a:cubicBezTo>
                    <a:pt x="37" y="756"/>
                    <a:pt x="53" y="739"/>
                    <a:pt x="101" y="723"/>
                  </a:cubicBezTo>
                  <a:cubicBezTo>
                    <a:pt x="320" y="622"/>
                    <a:pt x="558" y="521"/>
                    <a:pt x="776" y="420"/>
                  </a:cubicBezTo>
                  <a:lnTo>
                    <a:pt x="946" y="335"/>
                  </a:lnTo>
                  <a:cubicBezTo>
                    <a:pt x="1095" y="267"/>
                    <a:pt x="1249" y="182"/>
                    <a:pt x="1382" y="117"/>
                  </a:cubicBezTo>
                  <a:lnTo>
                    <a:pt x="1600" y="16"/>
                  </a:lnTo>
                  <a:cubicBezTo>
                    <a:pt x="1616" y="16"/>
                    <a:pt x="1616" y="16"/>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6"/>
            <p:cNvSpPr/>
            <p:nvPr/>
          </p:nvSpPr>
          <p:spPr>
            <a:xfrm>
              <a:off x="931597" y="3244844"/>
              <a:ext cx="5364" cy="88300"/>
            </a:xfrm>
            <a:custGeom>
              <a:rect b="b" l="l" r="r" t="t"/>
              <a:pathLst>
                <a:path extrusionOk="0" h="889" w="54">
                  <a:moveTo>
                    <a:pt x="17" y="0"/>
                  </a:moveTo>
                  <a:cubicBezTo>
                    <a:pt x="17" y="0"/>
                    <a:pt x="1" y="0"/>
                    <a:pt x="1" y="16"/>
                  </a:cubicBezTo>
                  <a:lnTo>
                    <a:pt x="1" y="202"/>
                  </a:lnTo>
                  <a:lnTo>
                    <a:pt x="1" y="740"/>
                  </a:lnTo>
                  <a:lnTo>
                    <a:pt x="1" y="772"/>
                  </a:lnTo>
                  <a:cubicBezTo>
                    <a:pt x="1" y="808"/>
                    <a:pt x="1" y="840"/>
                    <a:pt x="17" y="889"/>
                  </a:cubicBezTo>
                  <a:lnTo>
                    <a:pt x="37" y="889"/>
                  </a:lnTo>
                  <a:cubicBezTo>
                    <a:pt x="53" y="889"/>
                    <a:pt x="53" y="873"/>
                    <a:pt x="53" y="873"/>
                  </a:cubicBezTo>
                  <a:cubicBezTo>
                    <a:pt x="37" y="840"/>
                    <a:pt x="37" y="808"/>
                    <a:pt x="37" y="772"/>
                  </a:cubicBezTo>
                  <a:lnTo>
                    <a:pt x="37" y="740"/>
                  </a:lnTo>
                  <a:lnTo>
                    <a:pt x="37" y="202"/>
                  </a:lnTo>
                  <a:lnTo>
                    <a:pt x="37" y="16"/>
                  </a:ln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6"/>
            <p:cNvSpPr/>
            <p:nvPr/>
          </p:nvSpPr>
          <p:spPr>
            <a:xfrm>
              <a:off x="791152" y="2649391"/>
              <a:ext cx="5364" cy="80354"/>
            </a:xfrm>
            <a:custGeom>
              <a:rect b="b" l="l" r="r" t="t"/>
              <a:pathLst>
                <a:path extrusionOk="0" h="809" w="54">
                  <a:moveTo>
                    <a:pt x="17" y="0"/>
                  </a:moveTo>
                  <a:cubicBezTo>
                    <a:pt x="1" y="0"/>
                    <a:pt x="1" y="0"/>
                    <a:pt x="1" y="17"/>
                  </a:cubicBezTo>
                  <a:cubicBezTo>
                    <a:pt x="17" y="170"/>
                    <a:pt x="17" y="340"/>
                    <a:pt x="17" y="505"/>
                  </a:cubicBezTo>
                  <a:lnTo>
                    <a:pt x="17" y="792"/>
                  </a:lnTo>
                  <a:cubicBezTo>
                    <a:pt x="17" y="792"/>
                    <a:pt x="17" y="808"/>
                    <a:pt x="37" y="808"/>
                  </a:cubicBezTo>
                  <a:lnTo>
                    <a:pt x="37" y="792"/>
                  </a:lnTo>
                  <a:lnTo>
                    <a:pt x="37" y="505"/>
                  </a:lnTo>
                  <a:cubicBezTo>
                    <a:pt x="53" y="340"/>
                    <a:pt x="53" y="17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6"/>
            <p:cNvSpPr/>
            <p:nvPr/>
          </p:nvSpPr>
          <p:spPr>
            <a:xfrm>
              <a:off x="672458" y="1604591"/>
              <a:ext cx="145710" cy="192293"/>
            </a:xfrm>
            <a:custGeom>
              <a:rect b="b" l="l" r="r" t="t"/>
              <a:pathLst>
                <a:path extrusionOk="0" h="1936" w="1467">
                  <a:moveTo>
                    <a:pt x="1398" y="0"/>
                  </a:moveTo>
                  <a:lnTo>
                    <a:pt x="1398" y="16"/>
                  </a:lnTo>
                  <a:cubicBezTo>
                    <a:pt x="1434" y="101"/>
                    <a:pt x="1434" y="170"/>
                    <a:pt x="1434" y="255"/>
                  </a:cubicBezTo>
                  <a:cubicBezTo>
                    <a:pt x="1414" y="303"/>
                    <a:pt x="1414" y="356"/>
                    <a:pt x="1414" y="404"/>
                  </a:cubicBezTo>
                  <a:cubicBezTo>
                    <a:pt x="1434" y="489"/>
                    <a:pt x="1434" y="590"/>
                    <a:pt x="1434" y="691"/>
                  </a:cubicBezTo>
                  <a:cubicBezTo>
                    <a:pt x="1434" y="776"/>
                    <a:pt x="1414" y="861"/>
                    <a:pt x="1434" y="941"/>
                  </a:cubicBezTo>
                  <a:cubicBezTo>
                    <a:pt x="1434" y="1026"/>
                    <a:pt x="1398" y="1079"/>
                    <a:pt x="1333" y="1127"/>
                  </a:cubicBezTo>
                  <a:cubicBezTo>
                    <a:pt x="1063" y="1264"/>
                    <a:pt x="828" y="1414"/>
                    <a:pt x="574" y="1547"/>
                  </a:cubicBezTo>
                  <a:cubicBezTo>
                    <a:pt x="473" y="1616"/>
                    <a:pt x="388" y="1668"/>
                    <a:pt x="287" y="1733"/>
                  </a:cubicBezTo>
                  <a:cubicBezTo>
                    <a:pt x="255" y="1749"/>
                    <a:pt x="238" y="1749"/>
                    <a:pt x="222" y="1769"/>
                  </a:cubicBezTo>
                  <a:cubicBezTo>
                    <a:pt x="154" y="1802"/>
                    <a:pt x="69" y="1850"/>
                    <a:pt x="0" y="1919"/>
                  </a:cubicBezTo>
                  <a:lnTo>
                    <a:pt x="0" y="1935"/>
                  </a:lnTo>
                  <a:lnTo>
                    <a:pt x="20" y="1935"/>
                  </a:lnTo>
                  <a:cubicBezTo>
                    <a:pt x="85" y="1870"/>
                    <a:pt x="154" y="1834"/>
                    <a:pt x="238" y="1786"/>
                  </a:cubicBezTo>
                  <a:cubicBezTo>
                    <a:pt x="255" y="1786"/>
                    <a:pt x="271" y="1769"/>
                    <a:pt x="287" y="1749"/>
                  </a:cubicBezTo>
                  <a:cubicBezTo>
                    <a:pt x="388" y="1701"/>
                    <a:pt x="489" y="1632"/>
                    <a:pt x="590" y="1584"/>
                  </a:cubicBezTo>
                  <a:cubicBezTo>
                    <a:pt x="828" y="1430"/>
                    <a:pt x="1079" y="1281"/>
                    <a:pt x="1333" y="1143"/>
                  </a:cubicBezTo>
                  <a:cubicBezTo>
                    <a:pt x="1434" y="1095"/>
                    <a:pt x="1467" y="1026"/>
                    <a:pt x="1450" y="941"/>
                  </a:cubicBezTo>
                  <a:lnTo>
                    <a:pt x="1450" y="691"/>
                  </a:lnTo>
                  <a:lnTo>
                    <a:pt x="1450" y="388"/>
                  </a:lnTo>
                  <a:lnTo>
                    <a:pt x="1450" y="255"/>
                  </a:lnTo>
                  <a:cubicBezTo>
                    <a:pt x="1467" y="186"/>
                    <a:pt x="1467" y="85"/>
                    <a:pt x="1414" y="16"/>
                  </a:cubicBezTo>
                  <a:cubicBezTo>
                    <a:pt x="1414" y="0"/>
                    <a:pt x="1414"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6"/>
            <p:cNvSpPr/>
            <p:nvPr/>
          </p:nvSpPr>
          <p:spPr>
            <a:xfrm>
              <a:off x="1256191" y="2643332"/>
              <a:ext cx="162198" cy="230434"/>
            </a:xfrm>
            <a:custGeom>
              <a:rect b="b" l="l" r="r" t="t"/>
              <a:pathLst>
                <a:path extrusionOk="0" h="2320" w="1633">
                  <a:moveTo>
                    <a:pt x="1539" y="1"/>
                  </a:moveTo>
                  <a:cubicBezTo>
                    <a:pt x="1519" y="1"/>
                    <a:pt x="1498" y="5"/>
                    <a:pt x="1479" y="13"/>
                  </a:cubicBezTo>
                  <a:cubicBezTo>
                    <a:pt x="1294" y="78"/>
                    <a:pt x="1128" y="162"/>
                    <a:pt x="958" y="231"/>
                  </a:cubicBezTo>
                  <a:lnTo>
                    <a:pt x="809" y="280"/>
                  </a:lnTo>
                  <a:cubicBezTo>
                    <a:pt x="724" y="316"/>
                    <a:pt x="655" y="348"/>
                    <a:pt x="570" y="381"/>
                  </a:cubicBezTo>
                  <a:cubicBezTo>
                    <a:pt x="385" y="465"/>
                    <a:pt x="203" y="534"/>
                    <a:pt x="1" y="603"/>
                  </a:cubicBezTo>
                  <a:lnTo>
                    <a:pt x="1" y="619"/>
                  </a:lnTo>
                  <a:lnTo>
                    <a:pt x="17" y="619"/>
                  </a:lnTo>
                  <a:cubicBezTo>
                    <a:pt x="203" y="566"/>
                    <a:pt x="405" y="481"/>
                    <a:pt x="587" y="401"/>
                  </a:cubicBezTo>
                  <a:cubicBezTo>
                    <a:pt x="655" y="381"/>
                    <a:pt x="740" y="348"/>
                    <a:pt x="809" y="316"/>
                  </a:cubicBezTo>
                  <a:lnTo>
                    <a:pt x="974" y="247"/>
                  </a:lnTo>
                  <a:cubicBezTo>
                    <a:pt x="1144" y="179"/>
                    <a:pt x="1314" y="114"/>
                    <a:pt x="1479" y="45"/>
                  </a:cubicBezTo>
                  <a:cubicBezTo>
                    <a:pt x="1506" y="37"/>
                    <a:pt x="1523" y="33"/>
                    <a:pt x="1537" y="33"/>
                  </a:cubicBezTo>
                  <a:cubicBezTo>
                    <a:pt x="1552" y="33"/>
                    <a:pt x="1564" y="37"/>
                    <a:pt x="1580" y="45"/>
                  </a:cubicBezTo>
                  <a:cubicBezTo>
                    <a:pt x="1597" y="61"/>
                    <a:pt x="1597" y="78"/>
                    <a:pt x="1597" y="114"/>
                  </a:cubicBezTo>
                  <a:cubicBezTo>
                    <a:pt x="1597" y="231"/>
                    <a:pt x="1597" y="364"/>
                    <a:pt x="1580" y="481"/>
                  </a:cubicBezTo>
                  <a:lnTo>
                    <a:pt x="1580" y="720"/>
                  </a:lnTo>
                  <a:cubicBezTo>
                    <a:pt x="1580" y="768"/>
                    <a:pt x="1564" y="784"/>
                    <a:pt x="1496" y="805"/>
                  </a:cubicBezTo>
                  <a:cubicBezTo>
                    <a:pt x="1261" y="885"/>
                    <a:pt x="1027" y="986"/>
                    <a:pt x="809" y="1071"/>
                  </a:cubicBezTo>
                  <a:cubicBezTo>
                    <a:pt x="607" y="1156"/>
                    <a:pt x="405" y="1241"/>
                    <a:pt x="203" y="1310"/>
                  </a:cubicBezTo>
                  <a:cubicBezTo>
                    <a:pt x="134" y="1342"/>
                    <a:pt x="102" y="1374"/>
                    <a:pt x="102" y="1443"/>
                  </a:cubicBezTo>
                  <a:lnTo>
                    <a:pt x="102" y="1714"/>
                  </a:lnTo>
                  <a:cubicBezTo>
                    <a:pt x="102" y="1916"/>
                    <a:pt x="102" y="2118"/>
                    <a:pt x="118" y="2320"/>
                  </a:cubicBezTo>
                  <a:lnTo>
                    <a:pt x="134" y="2320"/>
                  </a:lnTo>
                  <a:cubicBezTo>
                    <a:pt x="118" y="2118"/>
                    <a:pt x="134" y="1916"/>
                    <a:pt x="134" y="1714"/>
                  </a:cubicBezTo>
                  <a:lnTo>
                    <a:pt x="134" y="1443"/>
                  </a:lnTo>
                  <a:cubicBezTo>
                    <a:pt x="134" y="1374"/>
                    <a:pt x="166" y="1358"/>
                    <a:pt x="219" y="1342"/>
                  </a:cubicBezTo>
                  <a:cubicBezTo>
                    <a:pt x="421" y="1257"/>
                    <a:pt x="623" y="1172"/>
                    <a:pt x="809" y="1108"/>
                  </a:cubicBezTo>
                  <a:cubicBezTo>
                    <a:pt x="1043" y="1007"/>
                    <a:pt x="1277" y="922"/>
                    <a:pt x="1516" y="837"/>
                  </a:cubicBezTo>
                  <a:cubicBezTo>
                    <a:pt x="1564" y="805"/>
                    <a:pt x="1597" y="784"/>
                    <a:pt x="1597" y="720"/>
                  </a:cubicBezTo>
                  <a:cubicBezTo>
                    <a:pt x="1597" y="635"/>
                    <a:pt x="1617" y="566"/>
                    <a:pt x="1617" y="481"/>
                  </a:cubicBezTo>
                  <a:cubicBezTo>
                    <a:pt x="1617" y="364"/>
                    <a:pt x="1633" y="231"/>
                    <a:pt x="1633" y="114"/>
                  </a:cubicBezTo>
                  <a:cubicBezTo>
                    <a:pt x="1633" y="61"/>
                    <a:pt x="1617" y="29"/>
                    <a:pt x="1597" y="13"/>
                  </a:cubicBezTo>
                  <a:cubicBezTo>
                    <a:pt x="1580" y="5"/>
                    <a:pt x="1560" y="1"/>
                    <a:pt x="1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6"/>
            <p:cNvSpPr/>
            <p:nvPr/>
          </p:nvSpPr>
          <p:spPr>
            <a:xfrm>
              <a:off x="2167002" y="3353109"/>
              <a:ext cx="6953" cy="38637"/>
            </a:xfrm>
            <a:custGeom>
              <a:rect b="b" l="l" r="r" t="t"/>
              <a:pathLst>
                <a:path extrusionOk="0" h="389" w="70">
                  <a:moveTo>
                    <a:pt x="53" y="1"/>
                  </a:moveTo>
                  <a:cubicBezTo>
                    <a:pt x="53" y="1"/>
                    <a:pt x="37" y="1"/>
                    <a:pt x="37" y="21"/>
                  </a:cubicBezTo>
                  <a:cubicBezTo>
                    <a:pt x="21" y="70"/>
                    <a:pt x="21" y="138"/>
                    <a:pt x="21" y="203"/>
                  </a:cubicBezTo>
                  <a:cubicBezTo>
                    <a:pt x="21" y="255"/>
                    <a:pt x="37" y="324"/>
                    <a:pt x="21" y="373"/>
                  </a:cubicBezTo>
                  <a:cubicBezTo>
                    <a:pt x="1" y="389"/>
                    <a:pt x="21" y="389"/>
                    <a:pt x="21" y="389"/>
                  </a:cubicBezTo>
                  <a:lnTo>
                    <a:pt x="37" y="389"/>
                  </a:lnTo>
                  <a:cubicBezTo>
                    <a:pt x="53" y="324"/>
                    <a:pt x="53" y="255"/>
                    <a:pt x="53" y="203"/>
                  </a:cubicBezTo>
                  <a:cubicBezTo>
                    <a:pt x="53" y="138"/>
                    <a:pt x="53" y="86"/>
                    <a:pt x="70" y="21"/>
                  </a:cubicBezTo>
                  <a:cubicBezTo>
                    <a:pt x="70" y="21"/>
                    <a:pt x="70"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6"/>
            <p:cNvSpPr/>
            <p:nvPr/>
          </p:nvSpPr>
          <p:spPr>
            <a:xfrm>
              <a:off x="1740897" y="2459184"/>
              <a:ext cx="142134" cy="290625"/>
            </a:xfrm>
            <a:custGeom>
              <a:rect b="b" l="l" r="r" t="t"/>
              <a:pathLst>
                <a:path extrusionOk="0" h="2926" w="1431">
                  <a:moveTo>
                    <a:pt x="41" y="1"/>
                  </a:moveTo>
                  <a:cubicBezTo>
                    <a:pt x="37" y="1"/>
                    <a:pt x="33" y="5"/>
                    <a:pt x="33" y="13"/>
                  </a:cubicBezTo>
                  <a:cubicBezTo>
                    <a:pt x="1" y="65"/>
                    <a:pt x="1" y="114"/>
                    <a:pt x="1" y="166"/>
                  </a:cubicBezTo>
                  <a:lnTo>
                    <a:pt x="1" y="336"/>
                  </a:lnTo>
                  <a:lnTo>
                    <a:pt x="1" y="922"/>
                  </a:lnTo>
                  <a:cubicBezTo>
                    <a:pt x="1" y="1006"/>
                    <a:pt x="17" y="1059"/>
                    <a:pt x="69" y="1124"/>
                  </a:cubicBezTo>
                  <a:cubicBezTo>
                    <a:pt x="271" y="1378"/>
                    <a:pt x="453" y="1649"/>
                    <a:pt x="639" y="1915"/>
                  </a:cubicBezTo>
                  <a:cubicBezTo>
                    <a:pt x="793" y="2134"/>
                    <a:pt x="958" y="2356"/>
                    <a:pt x="1112" y="2574"/>
                  </a:cubicBezTo>
                  <a:cubicBezTo>
                    <a:pt x="1144" y="2606"/>
                    <a:pt x="1180" y="2638"/>
                    <a:pt x="1197" y="2675"/>
                  </a:cubicBezTo>
                  <a:cubicBezTo>
                    <a:pt x="1245" y="2776"/>
                    <a:pt x="1314" y="2861"/>
                    <a:pt x="1399" y="2925"/>
                  </a:cubicBezTo>
                  <a:lnTo>
                    <a:pt x="1415" y="2925"/>
                  </a:lnTo>
                  <a:lnTo>
                    <a:pt x="1415" y="2909"/>
                  </a:lnTo>
                  <a:cubicBezTo>
                    <a:pt x="1431" y="2909"/>
                    <a:pt x="1431" y="2909"/>
                    <a:pt x="1415" y="2893"/>
                  </a:cubicBezTo>
                  <a:cubicBezTo>
                    <a:pt x="1330" y="2840"/>
                    <a:pt x="1261" y="2760"/>
                    <a:pt x="1213" y="2675"/>
                  </a:cubicBezTo>
                  <a:cubicBezTo>
                    <a:pt x="1197" y="2622"/>
                    <a:pt x="1160" y="2590"/>
                    <a:pt x="1144" y="2558"/>
                  </a:cubicBezTo>
                  <a:cubicBezTo>
                    <a:pt x="978" y="2335"/>
                    <a:pt x="825" y="2117"/>
                    <a:pt x="675" y="1899"/>
                  </a:cubicBezTo>
                  <a:cubicBezTo>
                    <a:pt x="490" y="1629"/>
                    <a:pt x="288" y="1362"/>
                    <a:pt x="86" y="1107"/>
                  </a:cubicBezTo>
                  <a:cubicBezTo>
                    <a:pt x="49" y="1059"/>
                    <a:pt x="33" y="990"/>
                    <a:pt x="33" y="922"/>
                  </a:cubicBezTo>
                  <a:lnTo>
                    <a:pt x="33" y="336"/>
                  </a:lnTo>
                  <a:lnTo>
                    <a:pt x="33" y="166"/>
                  </a:lnTo>
                  <a:cubicBezTo>
                    <a:pt x="33" y="114"/>
                    <a:pt x="33" y="65"/>
                    <a:pt x="49" y="33"/>
                  </a:cubicBezTo>
                  <a:cubicBezTo>
                    <a:pt x="69" y="13"/>
                    <a:pt x="49" y="13"/>
                    <a:pt x="49" y="13"/>
                  </a:cubicBezTo>
                  <a:cubicBezTo>
                    <a:pt x="49" y="5"/>
                    <a:pt x="45"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6"/>
            <p:cNvSpPr/>
            <p:nvPr/>
          </p:nvSpPr>
          <p:spPr>
            <a:xfrm>
              <a:off x="672458" y="1758247"/>
              <a:ext cx="145710" cy="204312"/>
            </a:xfrm>
            <a:custGeom>
              <a:rect b="b" l="l" r="r" t="t"/>
              <a:pathLst>
                <a:path extrusionOk="0" h="2057" w="1467">
                  <a:moveTo>
                    <a:pt x="1398" y="0"/>
                  </a:moveTo>
                  <a:lnTo>
                    <a:pt x="1398" y="20"/>
                  </a:lnTo>
                  <a:cubicBezTo>
                    <a:pt x="1450" y="101"/>
                    <a:pt x="1434" y="186"/>
                    <a:pt x="1434" y="271"/>
                  </a:cubicBezTo>
                  <a:cubicBezTo>
                    <a:pt x="1414" y="323"/>
                    <a:pt x="1414" y="372"/>
                    <a:pt x="1414" y="424"/>
                  </a:cubicBezTo>
                  <a:cubicBezTo>
                    <a:pt x="1434" y="558"/>
                    <a:pt x="1434" y="707"/>
                    <a:pt x="1434" y="845"/>
                  </a:cubicBezTo>
                  <a:lnTo>
                    <a:pt x="1434" y="1148"/>
                  </a:lnTo>
                  <a:cubicBezTo>
                    <a:pt x="1434" y="1232"/>
                    <a:pt x="1398" y="1265"/>
                    <a:pt x="1333" y="1313"/>
                  </a:cubicBezTo>
                  <a:cubicBezTo>
                    <a:pt x="978" y="1499"/>
                    <a:pt x="626" y="1685"/>
                    <a:pt x="287" y="1871"/>
                  </a:cubicBezTo>
                  <a:lnTo>
                    <a:pt x="20" y="2020"/>
                  </a:lnTo>
                  <a:lnTo>
                    <a:pt x="0" y="2040"/>
                  </a:lnTo>
                  <a:lnTo>
                    <a:pt x="0" y="2056"/>
                  </a:lnTo>
                  <a:lnTo>
                    <a:pt x="37" y="2056"/>
                  </a:lnTo>
                  <a:lnTo>
                    <a:pt x="303" y="1903"/>
                  </a:lnTo>
                  <a:cubicBezTo>
                    <a:pt x="642" y="1717"/>
                    <a:pt x="994" y="1515"/>
                    <a:pt x="1333" y="1333"/>
                  </a:cubicBezTo>
                  <a:cubicBezTo>
                    <a:pt x="1414" y="1297"/>
                    <a:pt x="1467" y="1249"/>
                    <a:pt x="1450" y="1148"/>
                  </a:cubicBezTo>
                  <a:lnTo>
                    <a:pt x="1450" y="845"/>
                  </a:lnTo>
                  <a:lnTo>
                    <a:pt x="1450" y="424"/>
                  </a:lnTo>
                  <a:lnTo>
                    <a:pt x="1450" y="271"/>
                  </a:lnTo>
                  <a:cubicBezTo>
                    <a:pt x="1467" y="186"/>
                    <a:pt x="1467" y="85"/>
                    <a:pt x="14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6"/>
            <p:cNvSpPr/>
            <p:nvPr/>
          </p:nvSpPr>
          <p:spPr>
            <a:xfrm>
              <a:off x="869817" y="3147009"/>
              <a:ext cx="336314" cy="208285"/>
            </a:xfrm>
            <a:custGeom>
              <a:rect b="b" l="l" r="r" t="t"/>
              <a:pathLst>
                <a:path extrusionOk="0" h="2097" w="3386">
                  <a:moveTo>
                    <a:pt x="3371" y="0"/>
                  </a:moveTo>
                  <a:cubicBezTo>
                    <a:pt x="3368" y="0"/>
                    <a:pt x="3366" y="2"/>
                    <a:pt x="3366" y="8"/>
                  </a:cubicBezTo>
                  <a:cubicBezTo>
                    <a:pt x="3184" y="56"/>
                    <a:pt x="2998" y="125"/>
                    <a:pt x="2812" y="193"/>
                  </a:cubicBezTo>
                  <a:cubicBezTo>
                    <a:pt x="2610" y="278"/>
                    <a:pt x="2408" y="343"/>
                    <a:pt x="2222" y="412"/>
                  </a:cubicBezTo>
                  <a:cubicBezTo>
                    <a:pt x="2073" y="460"/>
                    <a:pt x="1936" y="513"/>
                    <a:pt x="1786" y="561"/>
                  </a:cubicBezTo>
                  <a:cubicBezTo>
                    <a:pt x="1483" y="682"/>
                    <a:pt x="1164" y="783"/>
                    <a:pt x="841" y="900"/>
                  </a:cubicBezTo>
                  <a:cubicBezTo>
                    <a:pt x="708" y="933"/>
                    <a:pt x="590" y="985"/>
                    <a:pt x="457" y="1034"/>
                  </a:cubicBezTo>
                  <a:cubicBezTo>
                    <a:pt x="356" y="1066"/>
                    <a:pt x="235" y="1102"/>
                    <a:pt x="118" y="1151"/>
                  </a:cubicBezTo>
                  <a:cubicBezTo>
                    <a:pt x="33" y="1167"/>
                    <a:pt x="1" y="1220"/>
                    <a:pt x="1" y="1321"/>
                  </a:cubicBezTo>
                  <a:lnTo>
                    <a:pt x="1" y="1741"/>
                  </a:lnTo>
                  <a:lnTo>
                    <a:pt x="1" y="1943"/>
                  </a:lnTo>
                  <a:lnTo>
                    <a:pt x="1" y="1975"/>
                  </a:lnTo>
                  <a:cubicBezTo>
                    <a:pt x="1" y="2011"/>
                    <a:pt x="1" y="2060"/>
                    <a:pt x="33" y="2096"/>
                  </a:cubicBezTo>
                  <a:lnTo>
                    <a:pt x="53" y="2096"/>
                  </a:lnTo>
                  <a:lnTo>
                    <a:pt x="53" y="2060"/>
                  </a:lnTo>
                  <a:cubicBezTo>
                    <a:pt x="33" y="2044"/>
                    <a:pt x="33" y="2011"/>
                    <a:pt x="33" y="1975"/>
                  </a:cubicBezTo>
                  <a:lnTo>
                    <a:pt x="33" y="1943"/>
                  </a:lnTo>
                  <a:lnTo>
                    <a:pt x="33" y="1741"/>
                  </a:lnTo>
                  <a:lnTo>
                    <a:pt x="33" y="1321"/>
                  </a:lnTo>
                  <a:cubicBezTo>
                    <a:pt x="33" y="1236"/>
                    <a:pt x="53" y="1203"/>
                    <a:pt x="134" y="1167"/>
                  </a:cubicBezTo>
                  <a:cubicBezTo>
                    <a:pt x="235" y="1135"/>
                    <a:pt x="356" y="1086"/>
                    <a:pt x="473" y="1050"/>
                  </a:cubicBezTo>
                  <a:cubicBezTo>
                    <a:pt x="590" y="1001"/>
                    <a:pt x="724" y="965"/>
                    <a:pt x="841" y="917"/>
                  </a:cubicBezTo>
                  <a:cubicBezTo>
                    <a:pt x="1164" y="816"/>
                    <a:pt x="1483" y="698"/>
                    <a:pt x="1802" y="581"/>
                  </a:cubicBezTo>
                  <a:cubicBezTo>
                    <a:pt x="1936" y="529"/>
                    <a:pt x="2089" y="480"/>
                    <a:pt x="2222" y="444"/>
                  </a:cubicBezTo>
                  <a:cubicBezTo>
                    <a:pt x="2424" y="359"/>
                    <a:pt x="2626" y="294"/>
                    <a:pt x="2812" y="226"/>
                  </a:cubicBezTo>
                  <a:cubicBezTo>
                    <a:pt x="2998" y="157"/>
                    <a:pt x="3184" y="92"/>
                    <a:pt x="3366" y="24"/>
                  </a:cubicBezTo>
                  <a:cubicBezTo>
                    <a:pt x="3386" y="24"/>
                    <a:pt x="3386" y="8"/>
                    <a:pt x="3386" y="8"/>
                  </a:cubicBezTo>
                  <a:cubicBezTo>
                    <a:pt x="3386" y="8"/>
                    <a:pt x="3377" y="0"/>
                    <a:pt x="3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6"/>
            <p:cNvSpPr/>
            <p:nvPr/>
          </p:nvSpPr>
          <p:spPr>
            <a:xfrm>
              <a:off x="1334459" y="3276529"/>
              <a:ext cx="5364" cy="102007"/>
            </a:xfrm>
            <a:custGeom>
              <a:rect b="b" l="l" r="r" t="t"/>
              <a:pathLst>
                <a:path extrusionOk="0" h="1027" w="54">
                  <a:moveTo>
                    <a:pt x="21" y="0"/>
                  </a:moveTo>
                  <a:cubicBezTo>
                    <a:pt x="1" y="0"/>
                    <a:pt x="1" y="17"/>
                    <a:pt x="1" y="17"/>
                  </a:cubicBezTo>
                  <a:lnTo>
                    <a:pt x="1" y="235"/>
                  </a:lnTo>
                  <a:lnTo>
                    <a:pt x="1" y="873"/>
                  </a:lnTo>
                  <a:lnTo>
                    <a:pt x="1" y="909"/>
                  </a:lnTo>
                  <a:cubicBezTo>
                    <a:pt x="1" y="942"/>
                    <a:pt x="1" y="994"/>
                    <a:pt x="21" y="1026"/>
                  </a:cubicBezTo>
                  <a:lnTo>
                    <a:pt x="37" y="1026"/>
                  </a:lnTo>
                  <a:cubicBezTo>
                    <a:pt x="37" y="1026"/>
                    <a:pt x="53" y="1026"/>
                    <a:pt x="37" y="1010"/>
                  </a:cubicBezTo>
                  <a:cubicBezTo>
                    <a:pt x="21" y="974"/>
                    <a:pt x="37" y="942"/>
                    <a:pt x="37" y="909"/>
                  </a:cubicBezTo>
                  <a:lnTo>
                    <a:pt x="37" y="873"/>
                  </a:lnTo>
                  <a:lnTo>
                    <a:pt x="37" y="235"/>
                  </a:lnTo>
                  <a:lnTo>
                    <a:pt x="37" y="17"/>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6"/>
            <p:cNvSpPr/>
            <p:nvPr/>
          </p:nvSpPr>
          <p:spPr>
            <a:xfrm>
              <a:off x="1414714" y="3420153"/>
              <a:ext cx="87207" cy="180672"/>
            </a:xfrm>
            <a:custGeom>
              <a:rect b="b" l="l" r="r" t="t"/>
              <a:pathLst>
                <a:path extrusionOk="0" h="1819" w="878">
                  <a:moveTo>
                    <a:pt x="1" y="1"/>
                  </a:moveTo>
                  <a:lnTo>
                    <a:pt x="1" y="17"/>
                  </a:lnTo>
                  <a:cubicBezTo>
                    <a:pt x="170" y="134"/>
                    <a:pt x="324" y="271"/>
                    <a:pt x="473" y="405"/>
                  </a:cubicBezTo>
                  <a:cubicBezTo>
                    <a:pt x="558" y="506"/>
                    <a:pt x="659" y="590"/>
                    <a:pt x="776" y="675"/>
                  </a:cubicBezTo>
                  <a:cubicBezTo>
                    <a:pt x="829" y="724"/>
                    <a:pt x="845" y="792"/>
                    <a:pt x="845" y="877"/>
                  </a:cubicBezTo>
                  <a:lnTo>
                    <a:pt x="845" y="1499"/>
                  </a:lnTo>
                  <a:lnTo>
                    <a:pt x="845" y="1669"/>
                  </a:lnTo>
                  <a:cubicBezTo>
                    <a:pt x="845" y="1701"/>
                    <a:pt x="845" y="1750"/>
                    <a:pt x="808" y="1802"/>
                  </a:cubicBezTo>
                  <a:lnTo>
                    <a:pt x="829" y="1818"/>
                  </a:lnTo>
                  <a:lnTo>
                    <a:pt x="845" y="1802"/>
                  </a:lnTo>
                  <a:cubicBezTo>
                    <a:pt x="877" y="1770"/>
                    <a:pt x="877" y="1717"/>
                    <a:pt x="877" y="1669"/>
                  </a:cubicBezTo>
                  <a:lnTo>
                    <a:pt x="877" y="1499"/>
                  </a:lnTo>
                  <a:cubicBezTo>
                    <a:pt x="877" y="1297"/>
                    <a:pt x="861" y="1079"/>
                    <a:pt x="877" y="877"/>
                  </a:cubicBezTo>
                  <a:cubicBezTo>
                    <a:pt x="877" y="792"/>
                    <a:pt x="861" y="708"/>
                    <a:pt x="792" y="659"/>
                  </a:cubicBezTo>
                  <a:cubicBezTo>
                    <a:pt x="675" y="574"/>
                    <a:pt x="574" y="473"/>
                    <a:pt x="489" y="388"/>
                  </a:cubicBezTo>
                  <a:cubicBezTo>
                    <a:pt x="340" y="255"/>
                    <a:pt x="170" y="11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6"/>
            <p:cNvSpPr/>
            <p:nvPr/>
          </p:nvSpPr>
          <p:spPr>
            <a:xfrm>
              <a:off x="1182393" y="3156147"/>
              <a:ext cx="6953" cy="93564"/>
            </a:xfrm>
            <a:custGeom>
              <a:rect b="b" l="l" r="r" t="t"/>
              <a:pathLst>
                <a:path extrusionOk="0" h="942" w="70">
                  <a:moveTo>
                    <a:pt x="17" y="0"/>
                  </a:moveTo>
                  <a:lnTo>
                    <a:pt x="1" y="17"/>
                  </a:lnTo>
                  <a:cubicBezTo>
                    <a:pt x="17" y="166"/>
                    <a:pt x="17" y="320"/>
                    <a:pt x="17" y="453"/>
                  </a:cubicBezTo>
                  <a:lnTo>
                    <a:pt x="17" y="724"/>
                  </a:lnTo>
                  <a:lnTo>
                    <a:pt x="17" y="792"/>
                  </a:lnTo>
                  <a:cubicBezTo>
                    <a:pt x="17" y="841"/>
                    <a:pt x="17" y="893"/>
                    <a:pt x="37" y="942"/>
                  </a:cubicBezTo>
                  <a:lnTo>
                    <a:pt x="53" y="942"/>
                  </a:lnTo>
                  <a:cubicBezTo>
                    <a:pt x="53" y="942"/>
                    <a:pt x="69" y="942"/>
                    <a:pt x="53" y="926"/>
                  </a:cubicBezTo>
                  <a:cubicBezTo>
                    <a:pt x="37" y="893"/>
                    <a:pt x="53" y="841"/>
                    <a:pt x="53" y="792"/>
                  </a:cubicBezTo>
                  <a:lnTo>
                    <a:pt x="53" y="724"/>
                  </a:lnTo>
                  <a:lnTo>
                    <a:pt x="53" y="453"/>
                  </a:lnTo>
                  <a:cubicBezTo>
                    <a:pt x="53" y="320"/>
                    <a:pt x="53" y="166"/>
                    <a:pt x="37" y="17"/>
                  </a:cubicBez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6"/>
            <p:cNvSpPr/>
            <p:nvPr/>
          </p:nvSpPr>
          <p:spPr>
            <a:xfrm>
              <a:off x="746257" y="3311392"/>
              <a:ext cx="4867" cy="80354"/>
            </a:xfrm>
            <a:custGeom>
              <a:rect b="b" l="l" r="r" t="t"/>
              <a:pathLst>
                <a:path extrusionOk="0" h="809" w="49">
                  <a:moveTo>
                    <a:pt x="0" y="1"/>
                  </a:moveTo>
                  <a:lnTo>
                    <a:pt x="0" y="17"/>
                  </a:lnTo>
                  <a:cubicBezTo>
                    <a:pt x="17" y="154"/>
                    <a:pt x="17" y="288"/>
                    <a:pt x="0" y="405"/>
                  </a:cubicBezTo>
                  <a:lnTo>
                    <a:pt x="0" y="659"/>
                  </a:lnTo>
                  <a:cubicBezTo>
                    <a:pt x="17" y="675"/>
                    <a:pt x="0" y="675"/>
                    <a:pt x="0" y="692"/>
                  </a:cubicBezTo>
                  <a:cubicBezTo>
                    <a:pt x="0" y="724"/>
                    <a:pt x="0" y="776"/>
                    <a:pt x="17" y="809"/>
                  </a:cubicBezTo>
                  <a:lnTo>
                    <a:pt x="33" y="809"/>
                  </a:lnTo>
                  <a:cubicBezTo>
                    <a:pt x="49" y="809"/>
                    <a:pt x="49" y="809"/>
                    <a:pt x="49" y="793"/>
                  </a:cubicBezTo>
                  <a:cubicBezTo>
                    <a:pt x="33" y="760"/>
                    <a:pt x="33" y="724"/>
                    <a:pt x="33" y="692"/>
                  </a:cubicBezTo>
                  <a:lnTo>
                    <a:pt x="33" y="659"/>
                  </a:lnTo>
                  <a:lnTo>
                    <a:pt x="33" y="405"/>
                  </a:lnTo>
                  <a:cubicBezTo>
                    <a:pt x="33" y="288"/>
                    <a:pt x="33" y="154"/>
                    <a:pt x="17" y="17"/>
                  </a:cubicBezTo>
                  <a:cubicBezTo>
                    <a:pt x="17" y="1"/>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6"/>
            <p:cNvSpPr/>
            <p:nvPr/>
          </p:nvSpPr>
          <p:spPr>
            <a:xfrm>
              <a:off x="1135809" y="2494146"/>
              <a:ext cx="4966" cy="86711"/>
            </a:xfrm>
            <a:custGeom>
              <a:rect b="b" l="l" r="r" t="t"/>
              <a:pathLst>
                <a:path extrusionOk="0" h="873" w="50">
                  <a:moveTo>
                    <a:pt x="1" y="0"/>
                  </a:moveTo>
                  <a:cubicBezTo>
                    <a:pt x="33" y="202"/>
                    <a:pt x="17" y="404"/>
                    <a:pt x="17" y="606"/>
                  </a:cubicBezTo>
                  <a:lnTo>
                    <a:pt x="17" y="707"/>
                  </a:lnTo>
                  <a:lnTo>
                    <a:pt x="17" y="792"/>
                  </a:lnTo>
                  <a:cubicBezTo>
                    <a:pt x="33" y="808"/>
                    <a:pt x="33" y="840"/>
                    <a:pt x="33" y="856"/>
                  </a:cubicBezTo>
                  <a:cubicBezTo>
                    <a:pt x="33" y="856"/>
                    <a:pt x="33" y="873"/>
                    <a:pt x="49" y="873"/>
                  </a:cubicBezTo>
                  <a:lnTo>
                    <a:pt x="49" y="856"/>
                  </a:lnTo>
                  <a:lnTo>
                    <a:pt x="49" y="792"/>
                  </a:lnTo>
                  <a:cubicBezTo>
                    <a:pt x="49" y="755"/>
                    <a:pt x="33" y="739"/>
                    <a:pt x="33" y="707"/>
                  </a:cubicBezTo>
                  <a:lnTo>
                    <a:pt x="33" y="606"/>
                  </a:lnTo>
                  <a:cubicBezTo>
                    <a:pt x="49" y="404"/>
                    <a:pt x="49" y="202"/>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6"/>
            <p:cNvSpPr/>
            <p:nvPr/>
          </p:nvSpPr>
          <p:spPr>
            <a:xfrm>
              <a:off x="2081979" y="3463459"/>
              <a:ext cx="100418" cy="117303"/>
            </a:xfrm>
            <a:custGeom>
              <a:rect b="b" l="l" r="r" t="t"/>
              <a:pathLst>
                <a:path extrusionOk="0" h="1181" w="1011">
                  <a:moveTo>
                    <a:pt x="17" y="1"/>
                  </a:moveTo>
                  <a:cubicBezTo>
                    <a:pt x="17" y="1"/>
                    <a:pt x="1" y="1"/>
                    <a:pt x="1" y="21"/>
                  </a:cubicBezTo>
                  <a:cubicBezTo>
                    <a:pt x="1" y="122"/>
                    <a:pt x="69" y="171"/>
                    <a:pt x="134" y="239"/>
                  </a:cubicBezTo>
                  <a:cubicBezTo>
                    <a:pt x="150" y="255"/>
                    <a:pt x="186" y="272"/>
                    <a:pt x="202" y="304"/>
                  </a:cubicBezTo>
                  <a:cubicBezTo>
                    <a:pt x="404" y="558"/>
                    <a:pt x="639" y="809"/>
                    <a:pt x="841" y="1063"/>
                  </a:cubicBezTo>
                  <a:lnTo>
                    <a:pt x="857" y="1079"/>
                  </a:lnTo>
                  <a:lnTo>
                    <a:pt x="877" y="1096"/>
                  </a:lnTo>
                  <a:cubicBezTo>
                    <a:pt x="909" y="1132"/>
                    <a:pt x="942" y="1180"/>
                    <a:pt x="994" y="1180"/>
                  </a:cubicBezTo>
                  <a:lnTo>
                    <a:pt x="1010" y="1180"/>
                  </a:lnTo>
                  <a:lnTo>
                    <a:pt x="1010" y="1164"/>
                  </a:lnTo>
                  <a:cubicBezTo>
                    <a:pt x="1010" y="1148"/>
                    <a:pt x="1010" y="1148"/>
                    <a:pt x="994" y="1148"/>
                  </a:cubicBezTo>
                  <a:cubicBezTo>
                    <a:pt x="958" y="1148"/>
                    <a:pt x="926" y="1112"/>
                    <a:pt x="893" y="1079"/>
                  </a:cubicBezTo>
                  <a:cubicBezTo>
                    <a:pt x="893" y="1079"/>
                    <a:pt x="893" y="1063"/>
                    <a:pt x="877" y="1063"/>
                  </a:cubicBezTo>
                  <a:lnTo>
                    <a:pt x="877" y="1047"/>
                  </a:lnTo>
                  <a:cubicBezTo>
                    <a:pt x="655" y="793"/>
                    <a:pt x="421" y="542"/>
                    <a:pt x="219" y="288"/>
                  </a:cubicBezTo>
                  <a:cubicBezTo>
                    <a:pt x="202" y="255"/>
                    <a:pt x="170" y="239"/>
                    <a:pt x="150" y="223"/>
                  </a:cubicBezTo>
                  <a:cubicBezTo>
                    <a:pt x="85" y="154"/>
                    <a:pt x="17" y="102"/>
                    <a:pt x="33" y="21"/>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6"/>
            <p:cNvSpPr/>
            <p:nvPr/>
          </p:nvSpPr>
          <p:spPr>
            <a:xfrm>
              <a:off x="754699" y="1703221"/>
              <a:ext cx="4867" cy="38637"/>
            </a:xfrm>
            <a:custGeom>
              <a:rect b="b" l="l" r="r" t="t"/>
              <a:pathLst>
                <a:path extrusionOk="0" h="389" w="49">
                  <a:moveTo>
                    <a:pt x="16" y="1"/>
                  </a:moveTo>
                  <a:cubicBezTo>
                    <a:pt x="16" y="1"/>
                    <a:pt x="0" y="1"/>
                    <a:pt x="0" y="17"/>
                  </a:cubicBezTo>
                  <a:lnTo>
                    <a:pt x="0" y="150"/>
                  </a:lnTo>
                  <a:cubicBezTo>
                    <a:pt x="0" y="219"/>
                    <a:pt x="0" y="304"/>
                    <a:pt x="16" y="372"/>
                  </a:cubicBezTo>
                  <a:cubicBezTo>
                    <a:pt x="16" y="389"/>
                    <a:pt x="33" y="389"/>
                    <a:pt x="33" y="389"/>
                  </a:cubicBezTo>
                  <a:lnTo>
                    <a:pt x="49" y="372"/>
                  </a:lnTo>
                  <a:cubicBezTo>
                    <a:pt x="33" y="304"/>
                    <a:pt x="33" y="219"/>
                    <a:pt x="33" y="150"/>
                  </a:cubicBezTo>
                  <a:lnTo>
                    <a:pt x="33" y="17"/>
                  </a:ln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a:off x="1747751" y="1855288"/>
              <a:ext cx="155344" cy="306318"/>
            </a:xfrm>
            <a:custGeom>
              <a:rect b="b" l="l" r="r" t="t"/>
              <a:pathLst>
                <a:path extrusionOk="0" h="3084" w="1564">
                  <a:moveTo>
                    <a:pt x="17" y="1"/>
                  </a:moveTo>
                  <a:lnTo>
                    <a:pt x="0" y="17"/>
                  </a:lnTo>
                  <a:lnTo>
                    <a:pt x="17" y="33"/>
                  </a:lnTo>
                  <a:cubicBezTo>
                    <a:pt x="49" y="33"/>
                    <a:pt x="65" y="70"/>
                    <a:pt x="81" y="102"/>
                  </a:cubicBezTo>
                  <a:lnTo>
                    <a:pt x="101" y="118"/>
                  </a:lnTo>
                  <a:cubicBezTo>
                    <a:pt x="202" y="288"/>
                    <a:pt x="303" y="457"/>
                    <a:pt x="404" y="623"/>
                  </a:cubicBezTo>
                  <a:cubicBezTo>
                    <a:pt x="671" y="1096"/>
                    <a:pt x="974" y="1584"/>
                    <a:pt x="1261" y="2089"/>
                  </a:cubicBezTo>
                  <a:cubicBezTo>
                    <a:pt x="1277" y="2106"/>
                    <a:pt x="1277" y="2122"/>
                    <a:pt x="1293" y="2138"/>
                  </a:cubicBezTo>
                  <a:cubicBezTo>
                    <a:pt x="1330" y="2190"/>
                    <a:pt x="1378" y="2239"/>
                    <a:pt x="1362" y="2308"/>
                  </a:cubicBezTo>
                  <a:lnTo>
                    <a:pt x="1362" y="2526"/>
                  </a:lnTo>
                  <a:lnTo>
                    <a:pt x="1362" y="2679"/>
                  </a:lnTo>
                  <a:cubicBezTo>
                    <a:pt x="1346" y="2845"/>
                    <a:pt x="1414" y="2998"/>
                    <a:pt x="1548" y="3083"/>
                  </a:cubicBezTo>
                  <a:lnTo>
                    <a:pt x="1564" y="3083"/>
                  </a:lnTo>
                  <a:lnTo>
                    <a:pt x="1564" y="3063"/>
                  </a:lnTo>
                  <a:cubicBezTo>
                    <a:pt x="1431" y="2962"/>
                    <a:pt x="1362" y="2845"/>
                    <a:pt x="1378" y="2679"/>
                  </a:cubicBezTo>
                  <a:lnTo>
                    <a:pt x="1378" y="2509"/>
                  </a:lnTo>
                  <a:cubicBezTo>
                    <a:pt x="1378" y="2441"/>
                    <a:pt x="1378" y="2376"/>
                    <a:pt x="1394" y="2308"/>
                  </a:cubicBezTo>
                  <a:cubicBezTo>
                    <a:pt x="1394" y="2239"/>
                    <a:pt x="1362" y="2174"/>
                    <a:pt x="1313" y="2122"/>
                  </a:cubicBezTo>
                  <a:cubicBezTo>
                    <a:pt x="1313" y="2106"/>
                    <a:pt x="1293" y="2089"/>
                    <a:pt x="1277" y="2073"/>
                  </a:cubicBezTo>
                  <a:cubicBezTo>
                    <a:pt x="990" y="1584"/>
                    <a:pt x="707" y="1079"/>
                    <a:pt x="421" y="607"/>
                  </a:cubicBezTo>
                  <a:cubicBezTo>
                    <a:pt x="320" y="437"/>
                    <a:pt x="219" y="272"/>
                    <a:pt x="118" y="102"/>
                  </a:cubicBezTo>
                  <a:lnTo>
                    <a:pt x="118" y="86"/>
                  </a:lnTo>
                  <a:cubicBezTo>
                    <a:pt x="101" y="53"/>
                    <a:pt x="65" y="1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a:off x="1517019" y="3329867"/>
              <a:ext cx="200736" cy="302643"/>
            </a:xfrm>
            <a:custGeom>
              <a:rect b="b" l="l" r="r" t="t"/>
              <a:pathLst>
                <a:path extrusionOk="0" h="3047" w="2021">
                  <a:moveTo>
                    <a:pt x="1" y="1"/>
                  </a:moveTo>
                  <a:lnTo>
                    <a:pt x="1" y="17"/>
                  </a:lnTo>
                  <a:cubicBezTo>
                    <a:pt x="81" y="102"/>
                    <a:pt x="166" y="170"/>
                    <a:pt x="235" y="255"/>
                  </a:cubicBezTo>
                  <a:cubicBezTo>
                    <a:pt x="405" y="421"/>
                    <a:pt x="586" y="590"/>
                    <a:pt x="772" y="760"/>
                  </a:cubicBezTo>
                  <a:cubicBezTo>
                    <a:pt x="942" y="910"/>
                    <a:pt x="1112" y="1079"/>
                    <a:pt x="1261" y="1229"/>
                  </a:cubicBezTo>
                  <a:cubicBezTo>
                    <a:pt x="1431" y="1382"/>
                    <a:pt x="1580" y="1548"/>
                    <a:pt x="1750" y="1701"/>
                  </a:cubicBezTo>
                  <a:cubicBezTo>
                    <a:pt x="1766" y="1701"/>
                    <a:pt x="1766" y="1718"/>
                    <a:pt x="1782" y="1718"/>
                  </a:cubicBezTo>
                  <a:cubicBezTo>
                    <a:pt x="1798" y="1734"/>
                    <a:pt x="1818" y="1770"/>
                    <a:pt x="1835" y="1770"/>
                  </a:cubicBezTo>
                  <a:cubicBezTo>
                    <a:pt x="1968" y="1851"/>
                    <a:pt x="1984" y="1952"/>
                    <a:pt x="1984" y="2121"/>
                  </a:cubicBezTo>
                  <a:cubicBezTo>
                    <a:pt x="1968" y="2239"/>
                    <a:pt x="1968" y="2356"/>
                    <a:pt x="1968" y="2493"/>
                  </a:cubicBezTo>
                  <a:cubicBezTo>
                    <a:pt x="1968" y="2643"/>
                    <a:pt x="1984" y="2796"/>
                    <a:pt x="1968" y="2946"/>
                  </a:cubicBezTo>
                  <a:cubicBezTo>
                    <a:pt x="1968" y="2982"/>
                    <a:pt x="1968" y="2998"/>
                    <a:pt x="1984" y="3014"/>
                  </a:cubicBezTo>
                  <a:lnTo>
                    <a:pt x="1984" y="3030"/>
                  </a:lnTo>
                  <a:lnTo>
                    <a:pt x="2000" y="3047"/>
                  </a:lnTo>
                  <a:cubicBezTo>
                    <a:pt x="2020" y="3047"/>
                    <a:pt x="2020" y="3030"/>
                    <a:pt x="2020" y="3030"/>
                  </a:cubicBezTo>
                  <a:cubicBezTo>
                    <a:pt x="2020" y="3014"/>
                    <a:pt x="2000" y="3014"/>
                    <a:pt x="2000" y="2998"/>
                  </a:cubicBezTo>
                  <a:cubicBezTo>
                    <a:pt x="2000" y="2982"/>
                    <a:pt x="1984" y="2962"/>
                    <a:pt x="1984" y="2946"/>
                  </a:cubicBezTo>
                  <a:cubicBezTo>
                    <a:pt x="2000" y="2796"/>
                    <a:pt x="2000" y="2643"/>
                    <a:pt x="2000" y="2493"/>
                  </a:cubicBezTo>
                  <a:lnTo>
                    <a:pt x="2000" y="2121"/>
                  </a:lnTo>
                  <a:cubicBezTo>
                    <a:pt x="2020" y="1988"/>
                    <a:pt x="2000" y="1835"/>
                    <a:pt x="1851" y="1750"/>
                  </a:cubicBezTo>
                  <a:cubicBezTo>
                    <a:pt x="1835" y="1734"/>
                    <a:pt x="1818" y="1718"/>
                    <a:pt x="1798" y="1701"/>
                  </a:cubicBezTo>
                  <a:cubicBezTo>
                    <a:pt x="1782" y="1701"/>
                    <a:pt x="1782" y="1685"/>
                    <a:pt x="1766" y="1669"/>
                  </a:cubicBezTo>
                  <a:cubicBezTo>
                    <a:pt x="1596" y="1532"/>
                    <a:pt x="1447" y="1366"/>
                    <a:pt x="1293" y="1213"/>
                  </a:cubicBezTo>
                  <a:cubicBezTo>
                    <a:pt x="1128" y="1063"/>
                    <a:pt x="958" y="893"/>
                    <a:pt x="788" y="740"/>
                  </a:cubicBezTo>
                  <a:cubicBezTo>
                    <a:pt x="607" y="574"/>
                    <a:pt x="421" y="405"/>
                    <a:pt x="251" y="235"/>
                  </a:cubicBezTo>
                  <a:cubicBezTo>
                    <a:pt x="182" y="154"/>
                    <a:pt x="102"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6"/>
            <p:cNvSpPr/>
            <p:nvPr/>
          </p:nvSpPr>
          <p:spPr>
            <a:xfrm>
              <a:off x="1376573" y="3620790"/>
              <a:ext cx="4966" cy="113628"/>
            </a:xfrm>
            <a:custGeom>
              <a:rect b="b" l="l" r="r" t="t"/>
              <a:pathLst>
                <a:path extrusionOk="0" h="1144" w="50">
                  <a:moveTo>
                    <a:pt x="17" y="0"/>
                  </a:moveTo>
                  <a:cubicBezTo>
                    <a:pt x="1" y="0"/>
                    <a:pt x="1" y="0"/>
                    <a:pt x="1" y="17"/>
                  </a:cubicBezTo>
                  <a:cubicBezTo>
                    <a:pt x="17" y="101"/>
                    <a:pt x="17" y="186"/>
                    <a:pt x="17" y="271"/>
                  </a:cubicBezTo>
                  <a:lnTo>
                    <a:pt x="17" y="388"/>
                  </a:lnTo>
                  <a:lnTo>
                    <a:pt x="17" y="909"/>
                  </a:lnTo>
                  <a:lnTo>
                    <a:pt x="17" y="1127"/>
                  </a:lnTo>
                  <a:cubicBezTo>
                    <a:pt x="17" y="1144"/>
                    <a:pt x="17" y="1144"/>
                    <a:pt x="33" y="1144"/>
                  </a:cubicBezTo>
                  <a:lnTo>
                    <a:pt x="33" y="1127"/>
                  </a:lnTo>
                  <a:lnTo>
                    <a:pt x="33" y="909"/>
                  </a:lnTo>
                  <a:lnTo>
                    <a:pt x="33" y="388"/>
                  </a:lnTo>
                  <a:lnTo>
                    <a:pt x="33" y="271"/>
                  </a:lnTo>
                  <a:cubicBezTo>
                    <a:pt x="49" y="186"/>
                    <a:pt x="4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6"/>
            <p:cNvSpPr/>
            <p:nvPr/>
          </p:nvSpPr>
          <p:spPr>
            <a:xfrm>
              <a:off x="1923059" y="2102905"/>
              <a:ext cx="140545" cy="327475"/>
            </a:xfrm>
            <a:custGeom>
              <a:rect b="b" l="l" r="r" t="t"/>
              <a:pathLst>
                <a:path extrusionOk="0" h="3297" w="1415">
                  <a:moveTo>
                    <a:pt x="1" y="0"/>
                  </a:moveTo>
                  <a:lnTo>
                    <a:pt x="1" y="16"/>
                  </a:lnTo>
                  <a:cubicBezTo>
                    <a:pt x="33" y="101"/>
                    <a:pt x="33" y="202"/>
                    <a:pt x="17" y="303"/>
                  </a:cubicBezTo>
                  <a:lnTo>
                    <a:pt x="17" y="469"/>
                  </a:lnTo>
                  <a:lnTo>
                    <a:pt x="17" y="489"/>
                  </a:lnTo>
                  <a:cubicBezTo>
                    <a:pt x="33" y="538"/>
                    <a:pt x="33" y="570"/>
                    <a:pt x="69" y="622"/>
                  </a:cubicBezTo>
                  <a:cubicBezTo>
                    <a:pt x="187" y="740"/>
                    <a:pt x="255" y="873"/>
                    <a:pt x="320" y="1010"/>
                  </a:cubicBezTo>
                  <a:cubicBezTo>
                    <a:pt x="356" y="1059"/>
                    <a:pt x="389" y="1127"/>
                    <a:pt x="421" y="1176"/>
                  </a:cubicBezTo>
                  <a:cubicBezTo>
                    <a:pt x="538" y="1378"/>
                    <a:pt x="659" y="1564"/>
                    <a:pt x="760" y="1750"/>
                  </a:cubicBezTo>
                  <a:cubicBezTo>
                    <a:pt x="894" y="2004"/>
                    <a:pt x="1043" y="2238"/>
                    <a:pt x="1197" y="2473"/>
                  </a:cubicBezTo>
                  <a:cubicBezTo>
                    <a:pt x="1281" y="2626"/>
                    <a:pt x="1265" y="2776"/>
                    <a:pt x="1245" y="2913"/>
                  </a:cubicBezTo>
                  <a:cubicBezTo>
                    <a:pt x="1213" y="3095"/>
                    <a:pt x="1298" y="3196"/>
                    <a:pt x="1399" y="3297"/>
                  </a:cubicBezTo>
                  <a:lnTo>
                    <a:pt x="1415" y="3297"/>
                  </a:lnTo>
                  <a:lnTo>
                    <a:pt x="1415" y="3264"/>
                  </a:lnTo>
                  <a:cubicBezTo>
                    <a:pt x="1298" y="3163"/>
                    <a:pt x="1245" y="3079"/>
                    <a:pt x="1265" y="2913"/>
                  </a:cubicBezTo>
                  <a:cubicBezTo>
                    <a:pt x="1298" y="2776"/>
                    <a:pt x="1314" y="2626"/>
                    <a:pt x="1213" y="2456"/>
                  </a:cubicBezTo>
                  <a:cubicBezTo>
                    <a:pt x="1063" y="2222"/>
                    <a:pt x="926" y="1984"/>
                    <a:pt x="793" y="1750"/>
                  </a:cubicBezTo>
                  <a:cubicBezTo>
                    <a:pt x="675" y="1548"/>
                    <a:pt x="558" y="1362"/>
                    <a:pt x="457" y="1160"/>
                  </a:cubicBezTo>
                  <a:cubicBezTo>
                    <a:pt x="421" y="1111"/>
                    <a:pt x="389" y="1043"/>
                    <a:pt x="356" y="994"/>
                  </a:cubicBezTo>
                  <a:cubicBezTo>
                    <a:pt x="271" y="857"/>
                    <a:pt x="203" y="723"/>
                    <a:pt x="102" y="606"/>
                  </a:cubicBezTo>
                  <a:cubicBezTo>
                    <a:pt x="53" y="554"/>
                    <a:pt x="53" y="521"/>
                    <a:pt x="53" y="489"/>
                  </a:cubicBezTo>
                  <a:lnTo>
                    <a:pt x="53" y="469"/>
                  </a:lnTo>
                  <a:cubicBezTo>
                    <a:pt x="33" y="420"/>
                    <a:pt x="53" y="352"/>
                    <a:pt x="53" y="303"/>
                  </a:cubicBezTo>
                  <a:cubicBezTo>
                    <a:pt x="53" y="202"/>
                    <a:pt x="6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6"/>
            <p:cNvSpPr/>
            <p:nvPr/>
          </p:nvSpPr>
          <p:spPr>
            <a:xfrm>
              <a:off x="791152" y="2813476"/>
              <a:ext cx="5364" cy="78367"/>
            </a:xfrm>
            <a:custGeom>
              <a:rect b="b" l="l" r="r" t="t"/>
              <a:pathLst>
                <a:path extrusionOk="0" h="789" w="54">
                  <a:moveTo>
                    <a:pt x="1" y="1"/>
                  </a:moveTo>
                  <a:cubicBezTo>
                    <a:pt x="17" y="166"/>
                    <a:pt x="17" y="336"/>
                    <a:pt x="17" y="485"/>
                  </a:cubicBezTo>
                  <a:lnTo>
                    <a:pt x="17" y="772"/>
                  </a:lnTo>
                  <a:cubicBezTo>
                    <a:pt x="17" y="788"/>
                    <a:pt x="17" y="788"/>
                    <a:pt x="37" y="788"/>
                  </a:cubicBezTo>
                  <a:lnTo>
                    <a:pt x="37" y="772"/>
                  </a:lnTo>
                  <a:lnTo>
                    <a:pt x="37" y="485"/>
                  </a:lnTo>
                  <a:cubicBezTo>
                    <a:pt x="53" y="320"/>
                    <a:pt x="53" y="166"/>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6"/>
            <p:cNvSpPr/>
            <p:nvPr/>
          </p:nvSpPr>
          <p:spPr>
            <a:xfrm>
              <a:off x="500328" y="3485608"/>
              <a:ext cx="140545" cy="68236"/>
            </a:xfrm>
            <a:custGeom>
              <a:rect b="b" l="l" r="r" t="t"/>
              <a:pathLst>
                <a:path extrusionOk="0" h="687" w="1415">
                  <a:moveTo>
                    <a:pt x="1329" y="0"/>
                  </a:moveTo>
                  <a:lnTo>
                    <a:pt x="1111" y="81"/>
                  </a:lnTo>
                  <a:cubicBezTo>
                    <a:pt x="877" y="150"/>
                    <a:pt x="622" y="234"/>
                    <a:pt x="388" y="319"/>
                  </a:cubicBezTo>
                  <a:cubicBezTo>
                    <a:pt x="372" y="335"/>
                    <a:pt x="356" y="335"/>
                    <a:pt x="319" y="335"/>
                  </a:cubicBezTo>
                  <a:lnTo>
                    <a:pt x="271" y="335"/>
                  </a:lnTo>
                  <a:lnTo>
                    <a:pt x="271" y="352"/>
                  </a:lnTo>
                  <a:lnTo>
                    <a:pt x="388" y="352"/>
                  </a:lnTo>
                  <a:cubicBezTo>
                    <a:pt x="642" y="267"/>
                    <a:pt x="877" y="182"/>
                    <a:pt x="1111" y="101"/>
                  </a:cubicBezTo>
                  <a:lnTo>
                    <a:pt x="1329" y="32"/>
                  </a:lnTo>
                  <a:cubicBezTo>
                    <a:pt x="1382" y="117"/>
                    <a:pt x="1382" y="117"/>
                    <a:pt x="1349" y="218"/>
                  </a:cubicBezTo>
                  <a:cubicBezTo>
                    <a:pt x="1095" y="283"/>
                    <a:pt x="844" y="368"/>
                    <a:pt x="606" y="452"/>
                  </a:cubicBezTo>
                  <a:cubicBezTo>
                    <a:pt x="404" y="521"/>
                    <a:pt x="202" y="606"/>
                    <a:pt x="0" y="654"/>
                  </a:cubicBezTo>
                  <a:lnTo>
                    <a:pt x="0" y="671"/>
                  </a:lnTo>
                  <a:lnTo>
                    <a:pt x="16" y="687"/>
                  </a:lnTo>
                  <a:cubicBezTo>
                    <a:pt x="218" y="622"/>
                    <a:pt x="420" y="553"/>
                    <a:pt x="622" y="485"/>
                  </a:cubicBezTo>
                  <a:cubicBezTo>
                    <a:pt x="861" y="404"/>
                    <a:pt x="1111" y="319"/>
                    <a:pt x="1366" y="251"/>
                  </a:cubicBezTo>
                  <a:lnTo>
                    <a:pt x="1382" y="234"/>
                  </a:lnTo>
                  <a:cubicBezTo>
                    <a:pt x="1414" y="101"/>
                    <a:pt x="1414" y="101"/>
                    <a:pt x="1349" y="16"/>
                  </a:cubicBezTo>
                  <a:lnTo>
                    <a:pt x="13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6"/>
            <p:cNvSpPr/>
            <p:nvPr/>
          </p:nvSpPr>
          <p:spPr>
            <a:xfrm>
              <a:off x="670770" y="2137768"/>
              <a:ext cx="147398" cy="172230"/>
            </a:xfrm>
            <a:custGeom>
              <a:rect b="b" l="l" r="r" t="t"/>
              <a:pathLst>
                <a:path extrusionOk="0" h="1734" w="1484">
                  <a:moveTo>
                    <a:pt x="1451" y="1"/>
                  </a:moveTo>
                  <a:cubicBezTo>
                    <a:pt x="1431" y="1"/>
                    <a:pt x="1431" y="1"/>
                    <a:pt x="1431" y="17"/>
                  </a:cubicBezTo>
                  <a:cubicBezTo>
                    <a:pt x="1451" y="187"/>
                    <a:pt x="1451" y="356"/>
                    <a:pt x="1451" y="506"/>
                  </a:cubicBezTo>
                  <a:cubicBezTo>
                    <a:pt x="1451" y="607"/>
                    <a:pt x="1431" y="708"/>
                    <a:pt x="1451" y="809"/>
                  </a:cubicBezTo>
                  <a:lnTo>
                    <a:pt x="1451" y="845"/>
                  </a:lnTo>
                  <a:cubicBezTo>
                    <a:pt x="1451" y="894"/>
                    <a:pt x="1451" y="926"/>
                    <a:pt x="1467" y="978"/>
                  </a:cubicBezTo>
                  <a:lnTo>
                    <a:pt x="17" y="1701"/>
                  </a:lnTo>
                  <a:cubicBezTo>
                    <a:pt x="17" y="1701"/>
                    <a:pt x="1" y="1718"/>
                    <a:pt x="17" y="1718"/>
                  </a:cubicBezTo>
                  <a:lnTo>
                    <a:pt x="17" y="1734"/>
                  </a:lnTo>
                  <a:lnTo>
                    <a:pt x="37" y="1718"/>
                  </a:lnTo>
                  <a:lnTo>
                    <a:pt x="1484" y="995"/>
                  </a:lnTo>
                  <a:lnTo>
                    <a:pt x="1484" y="978"/>
                  </a:lnTo>
                  <a:cubicBezTo>
                    <a:pt x="1467" y="926"/>
                    <a:pt x="1467" y="894"/>
                    <a:pt x="1467" y="845"/>
                  </a:cubicBezTo>
                  <a:lnTo>
                    <a:pt x="1467" y="809"/>
                  </a:lnTo>
                  <a:lnTo>
                    <a:pt x="1467" y="506"/>
                  </a:lnTo>
                  <a:cubicBezTo>
                    <a:pt x="1467" y="356"/>
                    <a:pt x="1484" y="187"/>
                    <a:pt x="1451" y="17"/>
                  </a:cubicBezTo>
                  <a:lnTo>
                    <a:pt x="14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6"/>
            <p:cNvSpPr/>
            <p:nvPr/>
          </p:nvSpPr>
          <p:spPr>
            <a:xfrm>
              <a:off x="889881" y="1922332"/>
              <a:ext cx="5364" cy="86810"/>
            </a:xfrm>
            <a:custGeom>
              <a:rect b="b" l="l" r="r" t="t"/>
              <a:pathLst>
                <a:path extrusionOk="0" h="874" w="54">
                  <a:moveTo>
                    <a:pt x="17" y="0"/>
                  </a:moveTo>
                  <a:cubicBezTo>
                    <a:pt x="17" y="0"/>
                    <a:pt x="1" y="0"/>
                    <a:pt x="1" y="17"/>
                  </a:cubicBezTo>
                  <a:cubicBezTo>
                    <a:pt x="33" y="150"/>
                    <a:pt x="17" y="287"/>
                    <a:pt x="17" y="421"/>
                  </a:cubicBezTo>
                  <a:lnTo>
                    <a:pt x="17" y="655"/>
                  </a:lnTo>
                  <a:lnTo>
                    <a:pt x="17" y="792"/>
                  </a:lnTo>
                  <a:lnTo>
                    <a:pt x="17" y="857"/>
                  </a:lnTo>
                  <a:lnTo>
                    <a:pt x="33" y="873"/>
                  </a:lnTo>
                  <a:lnTo>
                    <a:pt x="53" y="857"/>
                  </a:lnTo>
                  <a:lnTo>
                    <a:pt x="53" y="792"/>
                  </a:lnTo>
                  <a:lnTo>
                    <a:pt x="53" y="655"/>
                  </a:lnTo>
                  <a:lnTo>
                    <a:pt x="53" y="421"/>
                  </a:lnTo>
                  <a:cubicBezTo>
                    <a:pt x="53" y="287"/>
                    <a:pt x="53" y="13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6"/>
            <p:cNvSpPr/>
            <p:nvPr/>
          </p:nvSpPr>
          <p:spPr>
            <a:xfrm>
              <a:off x="2081979" y="3592283"/>
              <a:ext cx="102007" cy="110449"/>
            </a:xfrm>
            <a:custGeom>
              <a:rect b="b" l="l" r="r" t="t"/>
              <a:pathLst>
                <a:path extrusionOk="0" h="1112" w="1027">
                  <a:moveTo>
                    <a:pt x="17" y="1"/>
                  </a:moveTo>
                  <a:cubicBezTo>
                    <a:pt x="1" y="1"/>
                    <a:pt x="1" y="1"/>
                    <a:pt x="1" y="17"/>
                  </a:cubicBezTo>
                  <a:cubicBezTo>
                    <a:pt x="17" y="85"/>
                    <a:pt x="69" y="138"/>
                    <a:pt x="101" y="186"/>
                  </a:cubicBezTo>
                  <a:lnTo>
                    <a:pt x="118" y="203"/>
                  </a:lnTo>
                  <a:cubicBezTo>
                    <a:pt x="235" y="320"/>
                    <a:pt x="336" y="441"/>
                    <a:pt x="453" y="558"/>
                  </a:cubicBezTo>
                  <a:cubicBezTo>
                    <a:pt x="590" y="708"/>
                    <a:pt x="740" y="861"/>
                    <a:pt x="877" y="1011"/>
                  </a:cubicBezTo>
                  <a:lnTo>
                    <a:pt x="893" y="1027"/>
                  </a:lnTo>
                  <a:cubicBezTo>
                    <a:pt x="926" y="1063"/>
                    <a:pt x="958" y="1112"/>
                    <a:pt x="1010" y="1112"/>
                  </a:cubicBezTo>
                  <a:cubicBezTo>
                    <a:pt x="1027" y="1112"/>
                    <a:pt x="1027" y="1095"/>
                    <a:pt x="1027" y="1095"/>
                  </a:cubicBezTo>
                  <a:cubicBezTo>
                    <a:pt x="1027" y="1095"/>
                    <a:pt x="1027" y="1079"/>
                    <a:pt x="1010" y="1079"/>
                  </a:cubicBezTo>
                  <a:cubicBezTo>
                    <a:pt x="978" y="1079"/>
                    <a:pt x="942" y="1047"/>
                    <a:pt x="909" y="1011"/>
                  </a:cubicBezTo>
                  <a:lnTo>
                    <a:pt x="893" y="994"/>
                  </a:lnTo>
                  <a:cubicBezTo>
                    <a:pt x="756" y="845"/>
                    <a:pt x="606" y="691"/>
                    <a:pt x="473" y="542"/>
                  </a:cubicBezTo>
                  <a:cubicBezTo>
                    <a:pt x="352" y="421"/>
                    <a:pt x="251" y="304"/>
                    <a:pt x="134" y="186"/>
                  </a:cubicBezTo>
                  <a:lnTo>
                    <a:pt x="118" y="170"/>
                  </a:lnTo>
                  <a:cubicBezTo>
                    <a:pt x="85" y="118"/>
                    <a:pt x="33" y="85"/>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a:off x="1384619" y="1651473"/>
              <a:ext cx="5364" cy="38637"/>
            </a:xfrm>
            <a:custGeom>
              <a:rect b="b" l="l" r="r" t="t"/>
              <a:pathLst>
                <a:path extrusionOk="0" h="389" w="54">
                  <a:moveTo>
                    <a:pt x="21" y="1"/>
                  </a:moveTo>
                  <a:cubicBezTo>
                    <a:pt x="21" y="1"/>
                    <a:pt x="1" y="17"/>
                    <a:pt x="21" y="17"/>
                  </a:cubicBezTo>
                  <a:cubicBezTo>
                    <a:pt x="37" y="150"/>
                    <a:pt x="37" y="267"/>
                    <a:pt x="21" y="368"/>
                  </a:cubicBezTo>
                  <a:cubicBezTo>
                    <a:pt x="1" y="368"/>
                    <a:pt x="21" y="389"/>
                    <a:pt x="21" y="389"/>
                  </a:cubicBezTo>
                  <a:cubicBezTo>
                    <a:pt x="37" y="389"/>
                    <a:pt x="37" y="368"/>
                    <a:pt x="37" y="368"/>
                  </a:cubicBezTo>
                  <a:cubicBezTo>
                    <a:pt x="53" y="267"/>
                    <a:pt x="53" y="150"/>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6"/>
            <p:cNvSpPr/>
            <p:nvPr/>
          </p:nvSpPr>
          <p:spPr>
            <a:xfrm>
              <a:off x="1409946" y="1994144"/>
              <a:ext cx="8443" cy="172230"/>
            </a:xfrm>
            <a:custGeom>
              <a:rect b="b" l="l" r="r" t="t"/>
              <a:pathLst>
                <a:path extrusionOk="0" h="1734" w="85">
                  <a:moveTo>
                    <a:pt x="32" y="1"/>
                  </a:moveTo>
                  <a:lnTo>
                    <a:pt x="32" y="17"/>
                  </a:lnTo>
                  <a:cubicBezTo>
                    <a:pt x="49" y="85"/>
                    <a:pt x="32" y="150"/>
                    <a:pt x="32" y="219"/>
                  </a:cubicBezTo>
                  <a:cubicBezTo>
                    <a:pt x="16" y="251"/>
                    <a:pt x="16" y="304"/>
                    <a:pt x="16" y="336"/>
                  </a:cubicBezTo>
                  <a:lnTo>
                    <a:pt x="16" y="538"/>
                  </a:lnTo>
                  <a:cubicBezTo>
                    <a:pt x="0" y="724"/>
                    <a:pt x="0" y="926"/>
                    <a:pt x="16" y="1128"/>
                  </a:cubicBezTo>
                  <a:cubicBezTo>
                    <a:pt x="32" y="1212"/>
                    <a:pt x="32" y="1297"/>
                    <a:pt x="32" y="1382"/>
                  </a:cubicBezTo>
                  <a:cubicBezTo>
                    <a:pt x="32" y="1499"/>
                    <a:pt x="32" y="1600"/>
                    <a:pt x="49" y="1717"/>
                  </a:cubicBezTo>
                  <a:lnTo>
                    <a:pt x="69" y="1734"/>
                  </a:lnTo>
                  <a:cubicBezTo>
                    <a:pt x="85" y="1734"/>
                    <a:pt x="85" y="1717"/>
                    <a:pt x="85" y="1717"/>
                  </a:cubicBezTo>
                  <a:cubicBezTo>
                    <a:pt x="49" y="1600"/>
                    <a:pt x="49" y="1483"/>
                    <a:pt x="49" y="1382"/>
                  </a:cubicBezTo>
                  <a:lnTo>
                    <a:pt x="49" y="1111"/>
                  </a:lnTo>
                  <a:cubicBezTo>
                    <a:pt x="16" y="926"/>
                    <a:pt x="32" y="724"/>
                    <a:pt x="32" y="538"/>
                  </a:cubicBezTo>
                  <a:lnTo>
                    <a:pt x="32" y="336"/>
                  </a:lnTo>
                  <a:cubicBezTo>
                    <a:pt x="32" y="304"/>
                    <a:pt x="49" y="271"/>
                    <a:pt x="49" y="219"/>
                  </a:cubicBezTo>
                  <a:cubicBezTo>
                    <a:pt x="69" y="150"/>
                    <a:pt x="85" y="85"/>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6"/>
            <p:cNvSpPr/>
            <p:nvPr/>
          </p:nvSpPr>
          <p:spPr>
            <a:xfrm>
              <a:off x="2081979" y="2430280"/>
              <a:ext cx="100418" cy="195968"/>
            </a:xfrm>
            <a:custGeom>
              <a:rect b="b" l="l" r="r" t="t"/>
              <a:pathLst>
                <a:path extrusionOk="0" h="1973" w="1011">
                  <a:moveTo>
                    <a:pt x="49" y="1"/>
                  </a:moveTo>
                  <a:cubicBezTo>
                    <a:pt x="33" y="1"/>
                    <a:pt x="33" y="1"/>
                    <a:pt x="33" y="21"/>
                  </a:cubicBezTo>
                  <a:cubicBezTo>
                    <a:pt x="1" y="203"/>
                    <a:pt x="1" y="425"/>
                    <a:pt x="134" y="643"/>
                  </a:cubicBezTo>
                  <a:cubicBezTo>
                    <a:pt x="303" y="910"/>
                    <a:pt x="473" y="1180"/>
                    <a:pt x="623" y="1451"/>
                  </a:cubicBezTo>
                  <a:cubicBezTo>
                    <a:pt x="707" y="1584"/>
                    <a:pt x="792" y="1738"/>
                    <a:pt x="877" y="1871"/>
                  </a:cubicBezTo>
                  <a:cubicBezTo>
                    <a:pt x="893" y="1871"/>
                    <a:pt x="893" y="1887"/>
                    <a:pt x="893" y="1903"/>
                  </a:cubicBezTo>
                  <a:cubicBezTo>
                    <a:pt x="909" y="1920"/>
                    <a:pt x="926" y="1972"/>
                    <a:pt x="994" y="1972"/>
                  </a:cubicBezTo>
                  <a:cubicBezTo>
                    <a:pt x="994" y="1972"/>
                    <a:pt x="1010" y="1972"/>
                    <a:pt x="1010" y="1956"/>
                  </a:cubicBezTo>
                  <a:lnTo>
                    <a:pt x="994" y="1940"/>
                  </a:lnTo>
                  <a:cubicBezTo>
                    <a:pt x="942" y="1940"/>
                    <a:pt x="942" y="1920"/>
                    <a:pt x="926" y="1887"/>
                  </a:cubicBezTo>
                  <a:cubicBezTo>
                    <a:pt x="909" y="1871"/>
                    <a:pt x="909" y="1871"/>
                    <a:pt x="909" y="1855"/>
                  </a:cubicBezTo>
                  <a:cubicBezTo>
                    <a:pt x="825" y="1718"/>
                    <a:pt x="740" y="1568"/>
                    <a:pt x="655" y="1435"/>
                  </a:cubicBezTo>
                  <a:cubicBezTo>
                    <a:pt x="489" y="1164"/>
                    <a:pt x="320" y="893"/>
                    <a:pt x="150" y="627"/>
                  </a:cubicBezTo>
                  <a:cubicBezTo>
                    <a:pt x="49" y="457"/>
                    <a:pt x="17" y="271"/>
                    <a:pt x="49" y="21"/>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6"/>
            <p:cNvSpPr/>
            <p:nvPr/>
          </p:nvSpPr>
          <p:spPr>
            <a:xfrm>
              <a:off x="1745764" y="2492458"/>
              <a:ext cx="155742" cy="284169"/>
            </a:xfrm>
            <a:custGeom>
              <a:rect b="b" l="l" r="r" t="t"/>
              <a:pathLst>
                <a:path extrusionOk="0" h="2861" w="1568">
                  <a:moveTo>
                    <a:pt x="0" y="1"/>
                  </a:moveTo>
                  <a:lnTo>
                    <a:pt x="0" y="17"/>
                  </a:lnTo>
                  <a:cubicBezTo>
                    <a:pt x="85" y="49"/>
                    <a:pt x="101" y="102"/>
                    <a:pt x="154" y="166"/>
                  </a:cubicBezTo>
                  <a:cubicBezTo>
                    <a:pt x="154" y="183"/>
                    <a:pt x="170" y="219"/>
                    <a:pt x="186" y="235"/>
                  </a:cubicBezTo>
                  <a:cubicBezTo>
                    <a:pt x="441" y="587"/>
                    <a:pt x="707" y="958"/>
                    <a:pt x="962" y="1314"/>
                  </a:cubicBezTo>
                  <a:lnTo>
                    <a:pt x="1164" y="1617"/>
                  </a:lnTo>
                  <a:cubicBezTo>
                    <a:pt x="1180" y="1633"/>
                    <a:pt x="1196" y="1649"/>
                    <a:pt x="1196" y="1665"/>
                  </a:cubicBezTo>
                  <a:cubicBezTo>
                    <a:pt x="1232" y="1734"/>
                    <a:pt x="1281" y="1782"/>
                    <a:pt x="1313" y="1835"/>
                  </a:cubicBezTo>
                  <a:cubicBezTo>
                    <a:pt x="1382" y="1900"/>
                    <a:pt x="1414" y="1984"/>
                    <a:pt x="1398" y="2085"/>
                  </a:cubicBezTo>
                  <a:lnTo>
                    <a:pt x="1398" y="2287"/>
                  </a:lnTo>
                  <a:cubicBezTo>
                    <a:pt x="1398" y="2388"/>
                    <a:pt x="1414" y="2489"/>
                    <a:pt x="1366" y="2590"/>
                  </a:cubicBezTo>
                  <a:cubicBezTo>
                    <a:pt x="1366" y="2627"/>
                    <a:pt x="1398" y="2691"/>
                    <a:pt x="1414" y="2728"/>
                  </a:cubicBezTo>
                  <a:cubicBezTo>
                    <a:pt x="1451" y="2760"/>
                    <a:pt x="1467" y="2792"/>
                    <a:pt x="1499" y="2829"/>
                  </a:cubicBezTo>
                  <a:cubicBezTo>
                    <a:pt x="1515" y="2829"/>
                    <a:pt x="1535" y="2845"/>
                    <a:pt x="1535" y="2861"/>
                  </a:cubicBezTo>
                  <a:lnTo>
                    <a:pt x="1568" y="2861"/>
                  </a:lnTo>
                  <a:lnTo>
                    <a:pt x="1568" y="2845"/>
                  </a:lnTo>
                  <a:cubicBezTo>
                    <a:pt x="1551" y="2829"/>
                    <a:pt x="1535" y="2808"/>
                    <a:pt x="1515" y="2792"/>
                  </a:cubicBezTo>
                  <a:cubicBezTo>
                    <a:pt x="1499" y="2776"/>
                    <a:pt x="1467" y="2744"/>
                    <a:pt x="1451" y="2707"/>
                  </a:cubicBezTo>
                  <a:cubicBezTo>
                    <a:pt x="1398" y="2659"/>
                    <a:pt x="1382" y="2627"/>
                    <a:pt x="1398" y="2590"/>
                  </a:cubicBezTo>
                  <a:cubicBezTo>
                    <a:pt x="1434" y="2489"/>
                    <a:pt x="1434" y="2388"/>
                    <a:pt x="1434" y="2287"/>
                  </a:cubicBezTo>
                  <a:cubicBezTo>
                    <a:pt x="1414" y="2223"/>
                    <a:pt x="1414" y="2154"/>
                    <a:pt x="1434" y="2085"/>
                  </a:cubicBezTo>
                  <a:cubicBezTo>
                    <a:pt x="1451" y="1984"/>
                    <a:pt x="1414" y="1883"/>
                    <a:pt x="1350" y="1819"/>
                  </a:cubicBezTo>
                  <a:cubicBezTo>
                    <a:pt x="1297" y="1766"/>
                    <a:pt x="1265" y="1718"/>
                    <a:pt x="1232" y="1665"/>
                  </a:cubicBezTo>
                  <a:cubicBezTo>
                    <a:pt x="1212" y="1633"/>
                    <a:pt x="1196" y="1617"/>
                    <a:pt x="1180" y="1597"/>
                  </a:cubicBezTo>
                  <a:lnTo>
                    <a:pt x="978" y="1314"/>
                  </a:lnTo>
                  <a:cubicBezTo>
                    <a:pt x="727" y="942"/>
                    <a:pt x="473" y="570"/>
                    <a:pt x="202" y="219"/>
                  </a:cubicBezTo>
                  <a:cubicBezTo>
                    <a:pt x="186" y="203"/>
                    <a:pt x="186" y="166"/>
                    <a:pt x="170" y="150"/>
                  </a:cubicBezTo>
                  <a:cubicBezTo>
                    <a:pt x="138" y="82"/>
                    <a:pt x="101" y="17"/>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6"/>
            <p:cNvSpPr/>
            <p:nvPr/>
          </p:nvSpPr>
          <p:spPr>
            <a:xfrm>
              <a:off x="1341313" y="1487388"/>
              <a:ext cx="6853" cy="105582"/>
            </a:xfrm>
            <a:custGeom>
              <a:rect b="b" l="l" r="r" t="t"/>
              <a:pathLst>
                <a:path extrusionOk="0" h="1063" w="69">
                  <a:moveTo>
                    <a:pt x="0" y="0"/>
                  </a:moveTo>
                  <a:cubicBezTo>
                    <a:pt x="16" y="154"/>
                    <a:pt x="16" y="324"/>
                    <a:pt x="16" y="473"/>
                  </a:cubicBezTo>
                  <a:lnTo>
                    <a:pt x="16" y="776"/>
                  </a:lnTo>
                  <a:lnTo>
                    <a:pt x="16" y="861"/>
                  </a:lnTo>
                  <a:cubicBezTo>
                    <a:pt x="16" y="930"/>
                    <a:pt x="0" y="994"/>
                    <a:pt x="53" y="1063"/>
                  </a:cubicBezTo>
                  <a:lnTo>
                    <a:pt x="69" y="1063"/>
                  </a:lnTo>
                  <a:lnTo>
                    <a:pt x="69" y="1047"/>
                  </a:lnTo>
                  <a:cubicBezTo>
                    <a:pt x="33" y="978"/>
                    <a:pt x="33" y="930"/>
                    <a:pt x="33" y="861"/>
                  </a:cubicBezTo>
                  <a:cubicBezTo>
                    <a:pt x="33" y="829"/>
                    <a:pt x="53" y="808"/>
                    <a:pt x="53" y="776"/>
                  </a:cubicBezTo>
                  <a:cubicBezTo>
                    <a:pt x="33" y="675"/>
                    <a:pt x="33" y="574"/>
                    <a:pt x="33" y="473"/>
                  </a:cubicBezTo>
                  <a:cubicBezTo>
                    <a:pt x="53" y="324"/>
                    <a:pt x="53" y="15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6"/>
            <p:cNvSpPr/>
            <p:nvPr/>
          </p:nvSpPr>
          <p:spPr>
            <a:xfrm>
              <a:off x="1284300" y="3647707"/>
              <a:ext cx="5364" cy="86711"/>
            </a:xfrm>
            <a:custGeom>
              <a:rect b="b" l="l" r="r" t="t"/>
              <a:pathLst>
                <a:path extrusionOk="0" h="873" w="54">
                  <a:moveTo>
                    <a:pt x="21" y="0"/>
                  </a:moveTo>
                  <a:cubicBezTo>
                    <a:pt x="21" y="0"/>
                    <a:pt x="1" y="0"/>
                    <a:pt x="1" y="16"/>
                  </a:cubicBezTo>
                  <a:cubicBezTo>
                    <a:pt x="37" y="150"/>
                    <a:pt x="21" y="287"/>
                    <a:pt x="21" y="420"/>
                  </a:cubicBezTo>
                  <a:lnTo>
                    <a:pt x="21" y="655"/>
                  </a:lnTo>
                  <a:lnTo>
                    <a:pt x="21" y="792"/>
                  </a:lnTo>
                  <a:lnTo>
                    <a:pt x="21" y="856"/>
                  </a:lnTo>
                  <a:cubicBezTo>
                    <a:pt x="21" y="873"/>
                    <a:pt x="37" y="873"/>
                    <a:pt x="37" y="873"/>
                  </a:cubicBezTo>
                  <a:cubicBezTo>
                    <a:pt x="37" y="873"/>
                    <a:pt x="53" y="873"/>
                    <a:pt x="53" y="856"/>
                  </a:cubicBezTo>
                  <a:lnTo>
                    <a:pt x="53" y="792"/>
                  </a:lnTo>
                  <a:lnTo>
                    <a:pt x="53" y="655"/>
                  </a:lnTo>
                  <a:lnTo>
                    <a:pt x="53" y="420"/>
                  </a:lnTo>
                  <a:cubicBezTo>
                    <a:pt x="53" y="287"/>
                    <a:pt x="53" y="150"/>
                    <a:pt x="37" y="16"/>
                  </a:cubicBez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6"/>
            <p:cNvSpPr/>
            <p:nvPr/>
          </p:nvSpPr>
          <p:spPr>
            <a:xfrm>
              <a:off x="687655" y="2306720"/>
              <a:ext cx="127335" cy="145710"/>
            </a:xfrm>
            <a:custGeom>
              <a:rect b="b" l="l" r="r" t="t"/>
              <a:pathLst>
                <a:path extrusionOk="0" h="1467" w="1282">
                  <a:moveTo>
                    <a:pt x="1261" y="0"/>
                  </a:moveTo>
                  <a:cubicBezTo>
                    <a:pt x="1180" y="17"/>
                    <a:pt x="1112" y="53"/>
                    <a:pt x="1027" y="101"/>
                  </a:cubicBezTo>
                  <a:cubicBezTo>
                    <a:pt x="994" y="118"/>
                    <a:pt x="958" y="134"/>
                    <a:pt x="910" y="154"/>
                  </a:cubicBezTo>
                  <a:cubicBezTo>
                    <a:pt x="655" y="271"/>
                    <a:pt x="388" y="404"/>
                    <a:pt x="134" y="522"/>
                  </a:cubicBezTo>
                  <a:lnTo>
                    <a:pt x="85" y="538"/>
                  </a:lnTo>
                  <a:cubicBezTo>
                    <a:pt x="49" y="574"/>
                    <a:pt x="1" y="606"/>
                    <a:pt x="1" y="675"/>
                  </a:cubicBezTo>
                  <a:lnTo>
                    <a:pt x="1" y="1128"/>
                  </a:lnTo>
                  <a:lnTo>
                    <a:pt x="1" y="1398"/>
                  </a:lnTo>
                  <a:cubicBezTo>
                    <a:pt x="1" y="1414"/>
                    <a:pt x="17" y="1431"/>
                    <a:pt x="17" y="1447"/>
                  </a:cubicBezTo>
                  <a:lnTo>
                    <a:pt x="33" y="1467"/>
                  </a:lnTo>
                  <a:lnTo>
                    <a:pt x="49" y="1467"/>
                  </a:lnTo>
                  <a:lnTo>
                    <a:pt x="49" y="1447"/>
                  </a:lnTo>
                  <a:lnTo>
                    <a:pt x="49" y="1431"/>
                  </a:lnTo>
                  <a:cubicBezTo>
                    <a:pt x="33" y="1414"/>
                    <a:pt x="33" y="1398"/>
                    <a:pt x="33" y="1398"/>
                  </a:cubicBezTo>
                  <a:lnTo>
                    <a:pt x="33" y="1128"/>
                  </a:lnTo>
                  <a:lnTo>
                    <a:pt x="33" y="675"/>
                  </a:lnTo>
                  <a:cubicBezTo>
                    <a:pt x="33" y="606"/>
                    <a:pt x="69" y="590"/>
                    <a:pt x="102" y="574"/>
                  </a:cubicBezTo>
                  <a:lnTo>
                    <a:pt x="150" y="538"/>
                  </a:lnTo>
                  <a:cubicBezTo>
                    <a:pt x="405" y="421"/>
                    <a:pt x="675" y="287"/>
                    <a:pt x="926" y="170"/>
                  </a:cubicBezTo>
                  <a:cubicBezTo>
                    <a:pt x="958" y="154"/>
                    <a:pt x="1011" y="134"/>
                    <a:pt x="1043" y="118"/>
                  </a:cubicBezTo>
                  <a:cubicBezTo>
                    <a:pt x="1112" y="85"/>
                    <a:pt x="1196" y="33"/>
                    <a:pt x="1281" y="33"/>
                  </a:cubicBezTo>
                  <a:lnTo>
                    <a:pt x="1281" y="17"/>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6"/>
            <p:cNvSpPr/>
            <p:nvPr/>
          </p:nvSpPr>
          <p:spPr>
            <a:xfrm>
              <a:off x="1673952" y="3510440"/>
              <a:ext cx="5264" cy="78765"/>
            </a:xfrm>
            <a:custGeom>
              <a:rect b="b" l="l" r="r" t="t"/>
              <a:pathLst>
                <a:path extrusionOk="0" h="793" w="53">
                  <a:moveTo>
                    <a:pt x="53" y="1"/>
                  </a:moveTo>
                  <a:cubicBezTo>
                    <a:pt x="37" y="1"/>
                    <a:pt x="37" y="1"/>
                    <a:pt x="37" y="17"/>
                  </a:cubicBezTo>
                  <a:cubicBezTo>
                    <a:pt x="16" y="134"/>
                    <a:pt x="16" y="255"/>
                    <a:pt x="16" y="372"/>
                  </a:cubicBezTo>
                  <a:lnTo>
                    <a:pt x="16" y="574"/>
                  </a:lnTo>
                  <a:lnTo>
                    <a:pt x="16" y="639"/>
                  </a:lnTo>
                  <a:cubicBezTo>
                    <a:pt x="16" y="691"/>
                    <a:pt x="16" y="740"/>
                    <a:pt x="0" y="776"/>
                  </a:cubicBezTo>
                  <a:cubicBezTo>
                    <a:pt x="0" y="792"/>
                    <a:pt x="0" y="792"/>
                    <a:pt x="16" y="792"/>
                  </a:cubicBezTo>
                  <a:lnTo>
                    <a:pt x="37" y="792"/>
                  </a:lnTo>
                  <a:cubicBezTo>
                    <a:pt x="53" y="740"/>
                    <a:pt x="53" y="691"/>
                    <a:pt x="53" y="639"/>
                  </a:cubicBezTo>
                  <a:cubicBezTo>
                    <a:pt x="37" y="623"/>
                    <a:pt x="37" y="606"/>
                    <a:pt x="37" y="590"/>
                  </a:cubicBezTo>
                  <a:cubicBezTo>
                    <a:pt x="53" y="505"/>
                    <a:pt x="53" y="437"/>
                    <a:pt x="53" y="372"/>
                  </a:cubicBezTo>
                  <a:cubicBezTo>
                    <a:pt x="37" y="255"/>
                    <a:pt x="37" y="134"/>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6"/>
            <p:cNvSpPr/>
            <p:nvPr/>
          </p:nvSpPr>
          <p:spPr>
            <a:xfrm>
              <a:off x="1923059" y="2577579"/>
              <a:ext cx="128924" cy="264105"/>
            </a:xfrm>
            <a:custGeom>
              <a:rect b="b" l="l" r="r" t="t"/>
              <a:pathLst>
                <a:path extrusionOk="0" h="2659" w="1298">
                  <a:moveTo>
                    <a:pt x="53" y="0"/>
                  </a:moveTo>
                  <a:cubicBezTo>
                    <a:pt x="53" y="0"/>
                    <a:pt x="33" y="0"/>
                    <a:pt x="33" y="16"/>
                  </a:cubicBezTo>
                  <a:cubicBezTo>
                    <a:pt x="1" y="117"/>
                    <a:pt x="33" y="202"/>
                    <a:pt x="102" y="303"/>
                  </a:cubicBezTo>
                  <a:cubicBezTo>
                    <a:pt x="203" y="420"/>
                    <a:pt x="288" y="538"/>
                    <a:pt x="372" y="675"/>
                  </a:cubicBezTo>
                  <a:cubicBezTo>
                    <a:pt x="389" y="707"/>
                    <a:pt x="421" y="740"/>
                    <a:pt x="437" y="776"/>
                  </a:cubicBezTo>
                  <a:cubicBezTo>
                    <a:pt x="538" y="909"/>
                    <a:pt x="623" y="1043"/>
                    <a:pt x="708" y="1180"/>
                  </a:cubicBezTo>
                  <a:cubicBezTo>
                    <a:pt x="877" y="1414"/>
                    <a:pt x="1027" y="1669"/>
                    <a:pt x="1197" y="1919"/>
                  </a:cubicBezTo>
                  <a:cubicBezTo>
                    <a:pt x="1245" y="1988"/>
                    <a:pt x="1265" y="2036"/>
                    <a:pt x="1265" y="2121"/>
                  </a:cubicBezTo>
                  <a:lnTo>
                    <a:pt x="1265" y="2509"/>
                  </a:lnTo>
                  <a:cubicBezTo>
                    <a:pt x="1265" y="2557"/>
                    <a:pt x="1245" y="2610"/>
                    <a:pt x="1229" y="2642"/>
                  </a:cubicBezTo>
                  <a:lnTo>
                    <a:pt x="1229" y="2658"/>
                  </a:lnTo>
                  <a:lnTo>
                    <a:pt x="1245" y="2658"/>
                  </a:lnTo>
                  <a:cubicBezTo>
                    <a:pt x="1281" y="2610"/>
                    <a:pt x="1298" y="2557"/>
                    <a:pt x="1298" y="2509"/>
                  </a:cubicBezTo>
                  <a:lnTo>
                    <a:pt x="1298" y="2121"/>
                  </a:lnTo>
                  <a:cubicBezTo>
                    <a:pt x="1298" y="2036"/>
                    <a:pt x="1281" y="1972"/>
                    <a:pt x="1229" y="1903"/>
                  </a:cubicBezTo>
                  <a:cubicBezTo>
                    <a:pt x="1063" y="1648"/>
                    <a:pt x="894" y="1398"/>
                    <a:pt x="724" y="1164"/>
                  </a:cubicBezTo>
                  <a:cubicBezTo>
                    <a:pt x="639" y="1026"/>
                    <a:pt x="558" y="893"/>
                    <a:pt x="473" y="760"/>
                  </a:cubicBezTo>
                  <a:cubicBezTo>
                    <a:pt x="437" y="723"/>
                    <a:pt x="421" y="691"/>
                    <a:pt x="389" y="659"/>
                  </a:cubicBezTo>
                  <a:cubicBezTo>
                    <a:pt x="304" y="521"/>
                    <a:pt x="219" y="404"/>
                    <a:pt x="118" y="287"/>
                  </a:cubicBezTo>
                  <a:cubicBezTo>
                    <a:pt x="53" y="202"/>
                    <a:pt x="33" y="117"/>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6"/>
            <p:cNvSpPr/>
            <p:nvPr/>
          </p:nvSpPr>
          <p:spPr>
            <a:xfrm>
              <a:off x="491885" y="1883794"/>
              <a:ext cx="144121" cy="78765"/>
            </a:xfrm>
            <a:custGeom>
              <a:rect b="b" l="l" r="r" t="t"/>
              <a:pathLst>
                <a:path extrusionOk="0" h="793" w="1451">
                  <a:moveTo>
                    <a:pt x="1434" y="1"/>
                  </a:moveTo>
                  <a:cubicBezTo>
                    <a:pt x="1350" y="49"/>
                    <a:pt x="1265" y="102"/>
                    <a:pt x="1164" y="150"/>
                  </a:cubicBezTo>
                  <a:cubicBezTo>
                    <a:pt x="978" y="271"/>
                    <a:pt x="760" y="388"/>
                    <a:pt x="558" y="489"/>
                  </a:cubicBezTo>
                  <a:cubicBezTo>
                    <a:pt x="505" y="522"/>
                    <a:pt x="457" y="554"/>
                    <a:pt x="388" y="590"/>
                  </a:cubicBezTo>
                  <a:cubicBezTo>
                    <a:pt x="271" y="655"/>
                    <a:pt x="154" y="740"/>
                    <a:pt x="20" y="776"/>
                  </a:cubicBezTo>
                  <a:cubicBezTo>
                    <a:pt x="0" y="776"/>
                    <a:pt x="0" y="776"/>
                    <a:pt x="0" y="792"/>
                  </a:cubicBezTo>
                  <a:lnTo>
                    <a:pt x="20" y="792"/>
                  </a:lnTo>
                  <a:cubicBezTo>
                    <a:pt x="170" y="756"/>
                    <a:pt x="287" y="691"/>
                    <a:pt x="404" y="607"/>
                  </a:cubicBezTo>
                  <a:cubicBezTo>
                    <a:pt x="457" y="574"/>
                    <a:pt x="525" y="538"/>
                    <a:pt x="574" y="506"/>
                  </a:cubicBezTo>
                  <a:cubicBezTo>
                    <a:pt x="776" y="405"/>
                    <a:pt x="978" y="287"/>
                    <a:pt x="1180" y="170"/>
                  </a:cubicBezTo>
                  <a:cubicBezTo>
                    <a:pt x="1265" y="118"/>
                    <a:pt x="1350" y="69"/>
                    <a:pt x="1434" y="33"/>
                  </a:cubicBezTo>
                  <a:lnTo>
                    <a:pt x="1451" y="17"/>
                  </a:ln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6"/>
            <p:cNvSpPr/>
            <p:nvPr/>
          </p:nvSpPr>
          <p:spPr>
            <a:xfrm>
              <a:off x="1735732" y="3064272"/>
              <a:ext cx="170640" cy="295790"/>
            </a:xfrm>
            <a:custGeom>
              <a:rect b="b" l="l" r="r" t="t"/>
              <a:pathLst>
                <a:path extrusionOk="0" h="2978" w="1718">
                  <a:moveTo>
                    <a:pt x="20" y="0"/>
                  </a:moveTo>
                  <a:cubicBezTo>
                    <a:pt x="0" y="0"/>
                    <a:pt x="0" y="0"/>
                    <a:pt x="0" y="17"/>
                  </a:cubicBezTo>
                  <a:cubicBezTo>
                    <a:pt x="0" y="134"/>
                    <a:pt x="85" y="202"/>
                    <a:pt x="170" y="267"/>
                  </a:cubicBezTo>
                  <a:cubicBezTo>
                    <a:pt x="202" y="283"/>
                    <a:pt x="222" y="320"/>
                    <a:pt x="255" y="352"/>
                  </a:cubicBezTo>
                  <a:cubicBezTo>
                    <a:pt x="542" y="707"/>
                    <a:pt x="845" y="1043"/>
                    <a:pt x="1131" y="1378"/>
                  </a:cubicBezTo>
                  <a:cubicBezTo>
                    <a:pt x="1212" y="1479"/>
                    <a:pt x="1313" y="1580"/>
                    <a:pt x="1398" y="1697"/>
                  </a:cubicBezTo>
                  <a:cubicBezTo>
                    <a:pt x="1414" y="1717"/>
                    <a:pt x="1434" y="1733"/>
                    <a:pt x="1451" y="1750"/>
                  </a:cubicBezTo>
                  <a:cubicBezTo>
                    <a:pt x="1499" y="1818"/>
                    <a:pt x="1568" y="1883"/>
                    <a:pt x="1636" y="1952"/>
                  </a:cubicBezTo>
                  <a:cubicBezTo>
                    <a:pt x="1685" y="2000"/>
                    <a:pt x="1685" y="2053"/>
                    <a:pt x="1685" y="2121"/>
                  </a:cubicBezTo>
                  <a:lnTo>
                    <a:pt x="1685" y="2525"/>
                  </a:lnTo>
                  <a:lnTo>
                    <a:pt x="1685" y="2828"/>
                  </a:lnTo>
                  <a:lnTo>
                    <a:pt x="1685" y="2860"/>
                  </a:lnTo>
                  <a:cubicBezTo>
                    <a:pt x="1701" y="2893"/>
                    <a:pt x="1701" y="2929"/>
                    <a:pt x="1669" y="2961"/>
                  </a:cubicBezTo>
                  <a:lnTo>
                    <a:pt x="1669" y="2978"/>
                  </a:lnTo>
                  <a:lnTo>
                    <a:pt x="1685" y="2978"/>
                  </a:lnTo>
                  <a:cubicBezTo>
                    <a:pt x="1717" y="2945"/>
                    <a:pt x="1717" y="2893"/>
                    <a:pt x="1717" y="2860"/>
                  </a:cubicBezTo>
                  <a:lnTo>
                    <a:pt x="1717" y="2828"/>
                  </a:lnTo>
                  <a:lnTo>
                    <a:pt x="1717" y="2525"/>
                  </a:lnTo>
                  <a:lnTo>
                    <a:pt x="1717" y="2121"/>
                  </a:lnTo>
                  <a:cubicBezTo>
                    <a:pt x="1717" y="2053"/>
                    <a:pt x="1717" y="1984"/>
                    <a:pt x="1652" y="1935"/>
                  </a:cubicBezTo>
                  <a:cubicBezTo>
                    <a:pt x="1584" y="1867"/>
                    <a:pt x="1515" y="1798"/>
                    <a:pt x="1467" y="1733"/>
                  </a:cubicBezTo>
                  <a:cubicBezTo>
                    <a:pt x="1451" y="1717"/>
                    <a:pt x="1434" y="1697"/>
                    <a:pt x="1414" y="1665"/>
                  </a:cubicBezTo>
                  <a:cubicBezTo>
                    <a:pt x="1333" y="1564"/>
                    <a:pt x="1232" y="1463"/>
                    <a:pt x="1148" y="1362"/>
                  </a:cubicBezTo>
                  <a:cubicBezTo>
                    <a:pt x="861" y="1026"/>
                    <a:pt x="558" y="671"/>
                    <a:pt x="271" y="336"/>
                  </a:cubicBezTo>
                  <a:cubicBezTo>
                    <a:pt x="239" y="303"/>
                    <a:pt x="222" y="267"/>
                    <a:pt x="186" y="251"/>
                  </a:cubicBezTo>
                  <a:cubicBezTo>
                    <a:pt x="101" y="182"/>
                    <a:pt x="37" y="11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6"/>
            <p:cNvSpPr/>
            <p:nvPr/>
          </p:nvSpPr>
          <p:spPr>
            <a:xfrm>
              <a:off x="1970040" y="3100823"/>
              <a:ext cx="4867" cy="38538"/>
            </a:xfrm>
            <a:custGeom>
              <a:rect b="b" l="l" r="r" t="t"/>
              <a:pathLst>
                <a:path extrusionOk="0" h="388" w="49">
                  <a:moveTo>
                    <a:pt x="33" y="0"/>
                  </a:moveTo>
                  <a:cubicBezTo>
                    <a:pt x="33" y="0"/>
                    <a:pt x="17" y="0"/>
                    <a:pt x="17" y="16"/>
                  </a:cubicBezTo>
                  <a:cubicBezTo>
                    <a:pt x="0" y="85"/>
                    <a:pt x="0" y="170"/>
                    <a:pt x="17" y="238"/>
                  </a:cubicBezTo>
                  <a:lnTo>
                    <a:pt x="17" y="372"/>
                  </a:lnTo>
                  <a:cubicBezTo>
                    <a:pt x="0" y="372"/>
                    <a:pt x="17" y="388"/>
                    <a:pt x="17" y="388"/>
                  </a:cubicBezTo>
                  <a:cubicBezTo>
                    <a:pt x="33" y="388"/>
                    <a:pt x="33" y="372"/>
                    <a:pt x="33" y="372"/>
                  </a:cubicBezTo>
                  <a:lnTo>
                    <a:pt x="33" y="238"/>
                  </a:lnTo>
                  <a:cubicBezTo>
                    <a:pt x="33" y="170"/>
                    <a:pt x="33" y="85"/>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6"/>
            <p:cNvSpPr/>
            <p:nvPr/>
          </p:nvSpPr>
          <p:spPr>
            <a:xfrm>
              <a:off x="1182393" y="3500408"/>
              <a:ext cx="5364" cy="100418"/>
            </a:xfrm>
            <a:custGeom>
              <a:rect b="b" l="l" r="r" t="t"/>
              <a:pathLst>
                <a:path extrusionOk="0" h="1011" w="54">
                  <a:moveTo>
                    <a:pt x="1" y="1"/>
                  </a:moveTo>
                  <a:lnTo>
                    <a:pt x="1" y="17"/>
                  </a:lnTo>
                  <a:cubicBezTo>
                    <a:pt x="17" y="53"/>
                    <a:pt x="17" y="69"/>
                    <a:pt x="17" y="102"/>
                  </a:cubicBezTo>
                  <a:cubicBezTo>
                    <a:pt x="1" y="118"/>
                    <a:pt x="1" y="134"/>
                    <a:pt x="1" y="134"/>
                  </a:cubicBezTo>
                  <a:lnTo>
                    <a:pt x="1" y="437"/>
                  </a:lnTo>
                  <a:cubicBezTo>
                    <a:pt x="17" y="590"/>
                    <a:pt x="17" y="760"/>
                    <a:pt x="1" y="909"/>
                  </a:cubicBezTo>
                  <a:cubicBezTo>
                    <a:pt x="1" y="926"/>
                    <a:pt x="1" y="962"/>
                    <a:pt x="17" y="978"/>
                  </a:cubicBezTo>
                  <a:lnTo>
                    <a:pt x="17" y="994"/>
                  </a:lnTo>
                  <a:lnTo>
                    <a:pt x="37" y="1010"/>
                  </a:lnTo>
                  <a:cubicBezTo>
                    <a:pt x="53" y="1010"/>
                    <a:pt x="53" y="994"/>
                    <a:pt x="53" y="994"/>
                  </a:cubicBezTo>
                  <a:cubicBezTo>
                    <a:pt x="53" y="978"/>
                    <a:pt x="37" y="978"/>
                    <a:pt x="37" y="962"/>
                  </a:cubicBezTo>
                  <a:cubicBezTo>
                    <a:pt x="37" y="942"/>
                    <a:pt x="17" y="926"/>
                    <a:pt x="17" y="909"/>
                  </a:cubicBezTo>
                  <a:cubicBezTo>
                    <a:pt x="37" y="760"/>
                    <a:pt x="37" y="590"/>
                    <a:pt x="37" y="437"/>
                  </a:cubicBezTo>
                  <a:lnTo>
                    <a:pt x="37" y="134"/>
                  </a:lnTo>
                  <a:lnTo>
                    <a:pt x="37" y="118"/>
                  </a:lnTo>
                  <a:cubicBezTo>
                    <a:pt x="37" y="69"/>
                    <a:pt x="53" y="33"/>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6"/>
            <p:cNvSpPr/>
            <p:nvPr/>
          </p:nvSpPr>
          <p:spPr>
            <a:xfrm>
              <a:off x="794827" y="1976564"/>
              <a:ext cx="4867" cy="94756"/>
            </a:xfrm>
            <a:custGeom>
              <a:rect b="b" l="l" r="r" t="t"/>
              <a:pathLst>
                <a:path extrusionOk="0" h="954" w="49">
                  <a:moveTo>
                    <a:pt x="12" y="1"/>
                  </a:moveTo>
                  <a:cubicBezTo>
                    <a:pt x="9" y="1"/>
                    <a:pt x="6" y="3"/>
                    <a:pt x="0" y="8"/>
                  </a:cubicBezTo>
                  <a:cubicBezTo>
                    <a:pt x="16" y="178"/>
                    <a:pt x="16" y="327"/>
                    <a:pt x="0" y="481"/>
                  </a:cubicBezTo>
                  <a:lnTo>
                    <a:pt x="0" y="784"/>
                  </a:lnTo>
                  <a:lnTo>
                    <a:pt x="0" y="816"/>
                  </a:lnTo>
                  <a:cubicBezTo>
                    <a:pt x="0" y="868"/>
                    <a:pt x="0" y="901"/>
                    <a:pt x="33" y="933"/>
                  </a:cubicBezTo>
                  <a:lnTo>
                    <a:pt x="49" y="953"/>
                  </a:lnTo>
                  <a:lnTo>
                    <a:pt x="49" y="933"/>
                  </a:lnTo>
                  <a:lnTo>
                    <a:pt x="49" y="917"/>
                  </a:lnTo>
                  <a:cubicBezTo>
                    <a:pt x="33" y="901"/>
                    <a:pt x="33" y="868"/>
                    <a:pt x="33" y="816"/>
                  </a:cubicBezTo>
                  <a:lnTo>
                    <a:pt x="33" y="784"/>
                  </a:lnTo>
                  <a:lnTo>
                    <a:pt x="33" y="481"/>
                  </a:lnTo>
                  <a:cubicBezTo>
                    <a:pt x="33" y="327"/>
                    <a:pt x="33" y="178"/>
                    <a:pt x="16" y="8"/>
                  </a:cubicBezTo>
                  <a:cubicBezTo>
                    <a:pt x="16" y="8"/>
                    <a:pt x="16"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6"/>
            <p:cNvSpPr/>
            <p:nvPr/>
          </p:nvSpPr>
          <p:spPr>
            <a:xfrm>
              <a:off x="2081979" y="3085924"/>
              <a:ext cx="105185" cy="197160"/>
            </a:xfrm>
            <a:custGeom>
              <a:rect b="b" l="l" r="r" t="t"/>
              <a:pathLst>
                <a:path extrusionOk="0" h="1985" w="1059">
                  <a:moveTo>
                    <a:pt x="69" y="1"/>
                  </a:moveTo>
                  <a:cubicBezTo>
                    <a:pt x="49" y="1"/>
                    <a:pt x="49" y="1"/>
                    <a:pt x="49" y="17"/>
                  </a:cubicBezTo>
                  <a:cubicBezTo>
                    <a:pt x="1" y="102"/>
                    <a:pt x="1" y="166"/>
                    <a:pt x="69" y="235"/>
                  </a:cubicBezTo>
                  <a:cubicBezTo>
                    <a:pt x="69" y="235"/>
                    <a:pt x="85" y="251"/>
                    <a:pt x="101" y="267"/>
                  </a:cubicBezTo>
                  <a:cubicBezTo>
                    <a:pt x="118" y="287"/>
                    <a:pt x="134" y="304"/>
                    <a:pt x="150" y="320"/>
                  </a:cubicBezTo>
                  <a:cubicBezTo>
                    <a:pt x="320" y="570"/>
                    <a:pt x="505" y="825"/>
                    <a:pt x="691" y="1059"/>
                  </a:cubicBezTo>
                  <a:cubicBezTo>
                    <a:pt x="740" y="1128"/>
                    <a:pt x="792" y="1196"/>
                    <a:pt x="841" y="1261"/>
                  </a:cubicBezTo>
                  <a:cubicBezTo>
                    <a:pt x="857" y="1277"/>
                    <a:pt x="877" y="1313"/>
                    <a:pt x="909" y="1330"/>
                  </a:cubicBezTo>
                  <a:cubicBezTo>
                    <a:pt x="942" y="1362"/>
                    <a:pt x="994" y="1414"/>
                    <a:pt x="994" y="1463"/>
                  </a:cubicBezTo>
                  <a:cubicBezTo>
                    <a:pt x="1027" y="1616"/>
                    <a:pt x="1043" y="1802"/>
                    <a:pt x="994" y="1968"/>
                  </a:cubicBezTo>
                  <a:lnTo>
                    <a:pt x="994" y="1984"/>
                  </a:lnTo>
                  <a:lnTo>
                    <a:pt x="1010" y="1984"/>
                  </a:lnTo>
                  <a:cubicBezTo>
                    <a:pt x="1059" y="1802"/>
                    <a:pt x="1043" y="1616"/>
                    <a:pt x="1027" y="1463"/>
                  </a:cubicBezTo>
                  <a:cubicBezTo>
                    <a:pt x="1010" y="1398"/>
                    <a:pt x="978" y="1346"/>
                    <a:pt x="926" y="1313"/>
                  </a:cubicBezTo>
                  <a:cubicBezTo>
                    <a:pt x="909" y="1297"/>
                    <a:pt x="877" y="1261"/>
                    <a:pt x="857" y="1245"/>
                  </a:cubicBezTo>
                  <a:cubicBezTo>
                    <a:pt x="808" y="1176"/>
                    <a:pt x="756" y="1111"/>
                    <a:pt x="707" y="1043"/>
                  </a:cubicBezTo>
                  <a:cubicBezTo>
                    <a:pt x="522" y="808"/>
                    <a:pt x="352" y="554"/>
                    <a:pt x="170" y="304"/>
                  </a:cubicBezTo>
                  <a:cubicBezTo>
                    <a:pt x="150" y="287"/>
                    <a:pt x="134" y="267"/>
                    <a:pt x="118" y="235"/>
                  </a:cubicBezTo>
                  <a:cubicBezTo>
                    <a:pt x="101" y="235"/>
                    <a:pt x="85" y="219"/>
                    <a:pt x="85" y="219"/>
                  </a:cubicBezTo>
                  <a:cubicBezTo>
                    <a:pt x="33" y="166"/>
                    <a:pt x="17" y="102"/>
                    <a:pt x="69" y="33"/>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6"/>
            <p:cNvSpPr/>
            <p:nvPr/>
          </p:nvSpPr>
          <p:spPr>
            <a:xfrm>
              <a:off x="1841216" y="2022650"/>
              <a:ext cx="3377" cy="36651"/>
            </a:xfrm>
            <a:custGeom>
              <a:rect b="b" l="l" r="r" t="t"/>
              <a:pathLst>
                <a:path extrusionOk="0" h="369" w="34">
                  <a:moveTo>
                    <a:pt x="17" y="0"/>
                  </a:moveTo>
                  <a:cubicBezTo>
                    <a:pt x="17" y="0"/>
                    <a:pt x="1" y="0"/>
                    <a:pt x="1" y="17"/>
                  </a:cubicBezTo>
                  <a:lnTo>
                    <a:pt x="1" y="150"/>
                  </a:lnTo>
                  <a:cubicBezTo>
                    <a:pt x="17" y="219"/>
                    <a:pt x="17" y="287"/>
                    <a:pt x="1" y="352"/>
                  </a:cubicBezTo>
                  <a:lnTo>
                    <a:pt x="1" y="368"/>
                  </a:lnTo>
                  <a:lnTo>
                    <a:pt x="17" y="368"/>
                  </a:lnTo>
                  <a:cubicBezTo>
                    <a:pt x="33" y="287"/>
                    <a:pt x="33" y="219"/>
                    <a:pt x="33" y="134"/>
                  </a:cubicBez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6"/>
            <p:cNvSpPr/>
            <p:nvPr/>
          </p:nvSpPr>
          <p:spPr>
            <a:xfrm>
              <a:off x="505493" y="3664095"/>
              <a:ext cx="130513" cy="38637"/>
            </a:xfrm>
            <a:custGeom>
              <a:rect b="b" l="l" r="r" t="t"/>
              <a:pathLst>
                <a:path extrusionOk="0" h="389" w="1314">
                  <a:moveTo>
                    <a:pt x="1297" y="1"/>
                  </a:moveTo>
                  <a:cubicBezTo>
                    <a:pt x="1160" y="21"/>
                    <a:pt x="1043" y="53"/>
                    <a:pt x="926" y="102"/>
                  </a:cubicBezTo>
                  <a:cubicBezTo>
                    <a:pt x="873" y="122"/>
                    <a:pt x="809" y="138"/>
                    <a:pt x="740" y="154"/>
                  </a:cubicBezTo>
                  <a:cubicBezTo>
                    <a:pt x="639" y="187"/>
                    <a:pt x="554" y="203"/>
                    <a:pt x="469" y="239"/>
                  </a:cubicBezTo>
                  <a:cubicBezTo>
                    <a:pt x="320" y="288"/>
                    <a:pt x="166" y="340"/>
                    <a:pt x="17" y="356"/>
                  </a:cubicBezTo>
                  <a:cubicBezTo>
                    <a:pt x="1" y="356"/>
                    <a:pt x="1" y="372"/>
                    <a:pt x="1" y="372"/>
                  </a:cubicBezTo>
                  <a:cubicBezTo>
                    <a:pt x="1" y="372"/>
                    <a:pt x="1" y="389"/>
                    <a:pt x="17" y="389"/>
                  </a:cubicBezTo>
                  <a:cubicBezTo>
                    <a:pt x="166" y="356"/>
                    <a:pt x="320" y="304"/>
                    <a:pt x="469" y="271"/>
                  </a:cubicBezTo>
                  <a:cubicBezTo>
                    <a:pt x="554" y="239"/>
                    <a:pt x="655" y="203"/>
                    <a:pt x="740" y="187"/>
                  </a:cubicBezTo>
                  <a:cubicBezTo>
                    <a:pt x="809" y="170"/>
                    <a:pt x="873" y="138"/>
                    <a:pt x="942" y="122"/>
                  </a:cubicBezTo>
                  <a:cubicBezTo>
                    <a:pt x="1059" y="86"/>
                    <a:pt x="1176" y="53"/>
                    <a:pt x="1297" y="37"/>
                  </a:cubicBezTo>
                  <a:cubicBezTo>
                    <a:pt x="1314" y="37"/>
                    <a:pt x="1314" y="21"/>
                    <a:pt x="1314" y="21"/>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6"/>
            <p:cNvSpPr/>
            <p:nvPr/>
          </p:nvSpPr>
          <p:spPr>
            <a:xfrm>
              <a:off x="1087339" y="2514110"/>
              <a:ext cx="6456" cy="88797"/>
            </a:xfrm>
            <a:custGeom>
              <a:rect b="b" l="l" r="r" t="t"/>
              <a:pathLst>
                <a:path extrusionOk="0" h="894" w="65">
                  <a:moveTo>
                    <a:pt x="16" y="1"/>
                  </a:moveTo>
                  <a:lnTo>
                    <a:pt x="0" y="17"/>
                  </a:lnTo>
                  <a:cubicBezTo>
                    <a:pt x="32" y="219"/>
                    <a:pt x="16" y="421"/>
                    <a:pt x="16" y="623"/>
                  </a:cubicBezTo>
                  <a:lnTo>
                    <a:pt x="16" y="740"/>
                  </a:lnTo>
                  <a:lnTo>
                    <a:pt x="16" y="809"/>
                  </a:lnTo>
                  <a:cubicBezTo>
                    <a:pt x="32" y="825"/>
                    <a:pt x="32" y="857"/>
                    <a:pt x="32" y="874"/>
                  </a:cubicBezTo>
                  <a:cubicBezTo>
                    <a:pt x="32" y="874"/>
                    <a:pt x="32" y="894"/>
                    <a:pt x="49" y="894"/>
                  </a:cubicBezTo>
                  <a:lnTo>
                    <a:pt x="65" y="874"/>
                  </a:lnTo>
                  <a:cubicBezTo>
                    <a:pt x="65" y="841"/>
                    <a:pt x="49" y="825"/>
                    <a:pt x="49" y="809"/>
                  </a:cubicBezTo>
                  <a:cubicBezTo>
                    <a:pt x="49" y="793"/>
                    <a:pt x="32" y="756"/>
                    <a:pt x="32" y="740"/>
                  </a:cubicBezTo>
                  <a:cubicBezTo>
                    <a:pt x="32" y="692"/>
                    <a:pt x="49" y="655"/>
                    <a:pt x="49" y="623"/>
                  </a:cubicBezTo>
                  <a:cubicBezTo>
                    <a:pt x="49" y="421"/>
                    <a:pt x="49" y="219"/>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6"/>
            <p:cNvSpPr/>
            <p:nvPr/>
          </p:nvSpPr>
          <p:spPr>
            <a:xfrm>
              <a:off x="2167002" y="3224781"/>
              <a:ext cx="6953" cy="36552"/>
            </a:xfrm>
            <a:custGeom>
              <a:rect b="b" l="l" r="r" t="t"/>
              <a:pathLst>
                <a:path extrusionOk="0" h="368" w="70">
                  <a:moveTo>
                    <a:pt x="53" y="0"/>
                  </a:moveTo>
                  <a:cubicBezTo>
                    <a:pt x="53" y="0"/>
                    <a:pt x="37" y="0"/>
                    <a:pt x="37" y="16"/>
                  </a:cubicBezTo>
                  <a:cubicBezTo>
                    <a:pt x="21" y="65"/>
                    <a:pt x="21" y="134"/>
                    <a:pt x="21" y="182"/>
                  </a:cubicBezTo>
                  <a:cubicBezTo>
                    <a:pt x="21" y="251"/>
                    <a:pt x="37" y="303"/>
                    <a:pt x="21" y="352"/>
                  </a:cubicBezTo>
                  <a:cubicBezTo>
                    <a:pt x="1" y="368"/>
                    <a:pt x="21" y="368"/>
                    <a:pt x="21" y="368"/>
                  </a:cubicBezTo>
                  <a:lnTo>
                    <a:pt x="37" y="368"/>
                  </a:lnTo>
                  <a:cubicBezTo>
                    <a:pt x="53" y="303"/>
                    <a:pt x="53" y="251"/>
                    <a:pt x="53" y="182"/>
                  </a:cubicBezTo>
                  <a:cubicBezTo>
                    <a:pt x="53" y="134"/>
                    <a:pt x="53" y="65"/>
                    <a:pt x="70" y="16"/>
                  </a:cubicBezTo>
                  <a:cubicBezTo>
                    <a:pt x="70" y="16"/>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6"/>
            <p:cNvSpPr/>
            <p:nvPr/>
          </p:nvSpPr>
          <p:spPr>
            <a:xfrm>
              <a:off x="700865" y="3179389"/>
              <a:ext cx="5364" cy="78765"/>
            </a:xfrm>
            <a:custGeom>
              <a:rect b="b" l="l" r="r" t="t"/>
              <a:pathLst>
                <a:path extrusionOk="0" h="793" w="54">
                  <a:moveTo>
                    <a:pt x="17" y="1"/>
                  </a:moveTo>
                  <a:cubicBezTo>
                    <a:pt x="17" y="1"/>
                    <a:pt x="1" y="1"/>
                    <a:pt x="1" y="17"/>
                  </a:cubicBezTo>
                  <a:lnTo>
                    <a:pt x="1" y="304"/>
                  </a:lnTo>
                  <a:cubicBezTo>
                    <a:pt x="1" y="457"/>
                    <a:pt x="1" y="623"/>
                    <a:pt x="17" y="776"/>
                  </a:cubicBezTo>
                  <a:cubicBezTo>
                    <a:pt x="17" y="793"/>
                    <a:pt x="17" y="793"/>
                    <a:pt x="37" y="793"/>
                  </a:cubicBezTo>
                  <a:cubicBezTo>
                    <a:pt x="37" y="793"/>
                    <a:pt x="53" y="793"/>
                    <a:pt x="53" y="776"/>
                  </a:cubicBezTo>
                  <a:cubicBezTo>
                    <a:pt x="17" y="623"/>
                    <a:pt x="37" y="457"/>
                    <a:pt x="37" y="304"/>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6"/>
            <p:cNvSpPr/>
            <p:nvPr/>
          </p:nvSpPr>
          <p:spPr>
            <a:xfrm>
              <a:off x="670770" y="2114526"/>
              <a:ext cx="142233" cy="192293"/>
            </a:xfrm>
            <a:custGeom>
              <a:rect b="b" l="l" r="r" t="t"/>
              <a:pathLst>
                <a:path extrusionOk="0" h="1936" w="1432">
                  <a:moveTo>
                    <a:pt x="1415" y="0"/>
                  </a:moveTo>
                  <a:cubicBezTo>
                    <a:pt x="1249" y="69"/>
                    <a:pt x="1096" y="150"/>
                    <a:pt x="946" y="219"/>
                  </a:cubicBezTo>
                  <a:cubicBezTo>
                    <a:pt x="861" y="271"/>
                    <a:pt x="760" y="320"/>
                    <a:pt x="676" y="372"/>
                  </a:cubicBezTo>
                  <a:cubicBezTo>
                    <a:pt x="542" y="437"/>
                    <a:pt x="421" y="505"/>
                    <a:pt x="304" y="554"/>
                  </a:cubicBezTo>
                  <a:cubicBezTo>
                    <a:pt x="239" y="606"/>
                    <a:pt x="154" y="639"/>
                    <a:pt x="86" y="675"/>
                  </a:cubicBezTo>
                  <a:cubicBezTo>
                    <a:pt x="37" y="707"/>
                    <a:pt x="1" y="724"/>
                    <a:pt x="1" y="792"/>
                  </a:cubicBezTo>
                  <a:cubicBezTo>
                    <a:pt x="17" y="1027"/>
                    <a:pt x="17" y="1281"/>
                    <a:pt x="17" y="1515"/>
                  </a:cubicBezTo>
                  <a:lnTo>
                    <a:pt x="17" y="1887"/>
                  </a:lnTo>
                  <a:lnTo>
                    <a:pt x="17" y="1919"/>
                  </a:lnTo>
                  <a:lnTo>
                    <a:pt x="37" y="1935"/>
                  </a:lnTo>
                  <a:cubicBezTo>
                    <a:pt x="54" y="1935"/>
                    <a:pt x="54" y="1919"/>
                    <a:pt x="54" y="1919"/>
                  </a:cubicBezTo>
                  <a:lnTo>
                    <a:pt x="54" y="1903"/>
                  </a:lnTo>
                  <a:cubicBezTo>
                    <a:pt x="37" y="1903"/>
                    <a:pt x="37" y="1887"/>
                    <a:pt x="37" y="1887"/>
                  </a:cubicBezTo>
                  <a:lnTo>
                    <a:pt x="37" y="1515"/>
                  </a:lnTo>
                  <a:lnTo>
                    <a:pt x="37" y="792"/>
                  </a:lnTo>
                  <a:cubicBezTo>
                    <a:pt x="37" y="740"/>
                    <a:pt x="54" y="724"/>
                    <a:pt x="102" y="707"/>
                  </a:cubicBezTo>
                  <a:cubicBezTo>
                    <a:pt x="171" y="675"/>
                    <a:pt x="239" y="623"/>
                    <a:pt x="304" y="590"/>
                  </a:cubicBezTo>
                  <a:cubicBezTo>
                    <a:pt x="441" y="522"/>
                    <a:pt x="558" y="453"/>
                    <a:pt x="676" y="404"/>
                  </a:cubicBezTo>
                  <a:cubicBezTo>
                    <a:pt x="777" y="352"/>
                    <a:pt x="878" y="303"/>
                    <a:pt x="962" y="251"/>
                  </a:cubicBezTo>
                  <a:cubicBezTo>
                    <a:pt x="1112" y="170"/>
                    <a:pt x="1265" y="85"/>
                    <a:pt x="1415" y="33"/>
                  </a:cubicBezTo>
                  <a:cubicBezTo>
                    <a:pt x="1431" y="33"/>
                    <a:pt x="1431" y="17"/>
                    <a:pt x="1431" y="17"/>
                  </a:cubicBezTo>
                  <a:cubicBezTo>
                    <a:pt x="1431" y="0"/>
                    <a:pt x="1415" y="0"/>
                    <a:pt x="14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6"/>
            <p:cNvSpPr/>
            <p:nvPr/>
          </p:nvSpPr>
          <p:spPr>
            <a:xfrm>
              <a:off x="1088928" y="3359962"/>
              <a:ext cx="4867" cy="93564"/>
            </a:xfrm>
            <a:custGeom>
              <a:rect b="b" l="l" r="r" t="t"/>
              <a:pathLst>
                <a:path extrusionOk="0" h="942" w="49">
                  <a:moveTo>
                    <a:pt x="16" y="1"/>
                  </a:moveTo>
                  <a:cubicBezTo>
                    <a:pt x="0" y="1"/>
                    <a:pt x="0" y="17"/>
                    <a:pt x="0" y="17"/>
                  </a:cubicBezTo>
                  <a:cubicBezTo>
                    <a:pt x="16" y="134"/>
                    <a:pt x="16" y="271"/>
                    <a:pt x="16" y="388"/>
                  </a:cubicBezTo>
                  <a:lnTo>
                    <a:pt x="16" y="590"/>
                  </a:lnTo>
                  <a:lnTo>
                    <a:pt x="16" y="825"/>
                  </a:lnTo>
                  <a:lnTo>
                    <a:pt x="16" y="926"/>
                  </a:lnTo>
                  <a:cubicBezTo>
                    <a:pt x="16" y="942"/>
                    <a:pt x="16" y="942"/>
                    <a:pt x="33" y="942"/>
                  </a:cubicBezTo>
                  <a:cubicBezTo>
                    <a:pt x="33" y="942"/>
                    <a:pt x="49" y="942"/>
                    <a:pt x="49" y="926"/>
                  </a:cubicBezTo>
                  <a:lnTo>
                    <a:pt x="49" y="825"/>
                  </a:lnTo>
                  <a:lnTo>
                    <a:pt x="49" y="590"/>
                  </a:lnTo>
                  <a:cubicBezTo>
                    <a:pt x="33" y="522"/>
                    <a:pt x="33" y="457"/>
                    <a:pt x="49" y="388"/>
                  </a:cubicBezTo>
                  <a:cubicBezTo>
                    <a:pt x="49" y="271"/>
                    <a:pt x="49" y="13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6"/>
            <p:cNvSpPr/>
            <p:nvPr/>
          </p:nvSpPr>
          <p:spPr>
            <a:xfrm>
              <a:off x="1921470" y="3600726"/>
              <a:ext cx="78765" cy="133691"/>
            </a:xfrm>
            <a:custGeom>
              <a:rect b="b" l="l" r="r" t="t"/>
              <a:pathLst>
                <a:path extrusionOk="0" h="1346" w="793">
                  <a:moveTo>
                    <a:pt x="49" y="0"/>
                  </a:moveTo>
                  <a:cubicBezTo>
                    <a:pt x="17" y="85"/>
                    <a:pt x="17" y="186"/>
                    <a:pt x="17" y="271"/>
                  </a:cubicBezTo>
                  <a:cubicBezTo>
                    <a:pt x="33" y="320"/>
                    <a:pt x="33" y="372"/>
                    <a:pt x="17" y="421"/>
                  </a:cubicBezTo>
                  <a:cubicBezTo>
                    <a:pt x="1" y="623"/>
                    <a:pt x="69" y="760"/>
                    <a:pt x="219" y="877"/>
                  </a:cubicBezTo>
                  <a:cubicBezTo>
                    <a:pt x="336" y="962"/>
                    <a:pt x="453" y="1079"/>
                    <a:pt x="554" y="1196"/>
                  </a:cubicBezTo>
                  <a:cubicBezTo>
                    <a:pt x="590" y="1228"/>
                    <a:pt x="623" y="1265"/>
                    <a:pt x="655" y="1297"/>
                  </a:cubicBezTo>
                  <a:cubicBezTo>
                    <a:pt x="691" y="1329"/>
                    <a:pt x="724" y="1346"/>
                    <a:pt x="756" y="1346"/>
                  </a:cubicBezTo>
                  <a:lnTo>
                    <a:pt x="776" y="1346"/>
                  </a:lnTo>
                  <a:cubicBezTo>
                    <a:pt x="792" y="1346"/>
                    <a:pt x="792" y="1346"/>
                    <a:pt x="792" y="1329"/>
                  </a:cubicBezTo>
                  <a:cubicBezTo>
                    <a:pt x="792" y="1329"/>
                    <a:pt x="792" y="1313"/>
                    <a:pt x="776" y="1313"/>
                  </a:cubicBezTo>
                  <a:cubicBezTo>
                    <a:pt x="767" y="1318"/>
                    <a:pt x="757" y="1320"/>
                    <a:pt x="748" y="1320"/>
                  </a:cubicBezTo>
                  <a:cubicBezTo>
                    <a:pt x="723" y="1320"/>
                    <a:pt x="699" y="1305"/>
                    <a:pt x="675" y="1281"/>
                  </a:cubicBezTo>
                  <a:cubicBezTo>
                    <a:pt x="639" y="1245"/>
                    <a:pt x="607" y="1212"/>
                    <a:pt x="574" y="1180"/>
                  </a:cubicBezTo>
                  <a:cubicBezTo>
                    <a:pt x="473" y="1063"/>
                    <a:pt x="352" y="942"/>
                    <a:pt x="235" y="861"/>
                  </a:cubicBezTo>
                  <a:cubicBezTo>
                    <a:pt x="85" y="740"/>
                    <a:pt x="33" y="606"/>
                    <a:pt x="49" y="421"/>
                  </a:cubicBezTo>
                  <a:lnTo>
                    <a:pt x="49" y="271"/>
                  </a:lnTo>
                  <a:cubicBezTo>
                    <a:pt x="49" y="186"/>
                    <a:pt x="49" y="101"/>
                    <a:pt x="85" y="17"/>
                  </a:cubicBezTo>
                  <a:cubicBezTo>
                    <a:pt x="85" y="0"/>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6"/>
            <p:cNvSpPr/>
            <p:nvPr/>
          </p:nvSpPr>
          <p:spPr>
            <a:xfrm>
              <a:off x="869817" y="3492859"/>
              <a:ext cx="332739" cy="199842"/>
            </a:xfrm>
            <a:custGeom>
              <a:rect b="b" l="l" r="r" t="t"/>
              <a:pathLst>
                <a:path extrusionOk="0" h="2012" w="3350">
                  <a:moveTo>
                    <a:pt x="3345" y="1"/>
                  </a:moveTo>
                  <a:cubicBezTo>
                    <a:pt x="3342" y="1"/>
                    <a:pt x="3339" y="2"/>
                    <a:pt x="3333" y="8"/>
                  </a:cubicBezTo>
                  <a:cubicBezTo>
                    <a:pt x="3184" y="44"/>
                    <a:pt x="3014" y="93"/>
                    <a:pt x="2861" y="145"/>
                  </a:cubicBezTo>
                  <a:cubicBezTo>
                    <a:pt x="2509" y="246"/>
                    <a:pt x="2138" y="347"/>
                    <a:pt x="1770" y="464"/>
                  </a:cubicBezTo>
                  <a:lnTo>
                    <a:pt x="1718" y="480"/>
                  </a:lnTo>
                  <a:cubicBezTo>
                    <a:pt x="1265" y="614"/>
                    <a:pt x="792" y="767"/>
                    <a:pt x="320" y="901"/>
                  </a:cubicBezTo>
                  <a:lnTo>
                    <a:pt x="304" y="901"/>
                  </a:lnTo>
                  <a:cubicBezTo>
                    <a:pt x="287" y="917"/>
                    <a:pt x="271" y="917"/>
                    <a:pt x="255" y="917"/>
                  </a:cubicBezTo>
                  <a:cubicBezTo>
                    <a:pt x="33" y="953"/>
                    <a:pt x="1" y="985"/>
                    <a:pt x="1" y="1204"/>
                  </a:cubicBezTo>
                  <a:lnTo>
                    <a:pt x="1" y="1373"/>
                  </a:lnTo>
                  <a:lnTo>
                    <a:pt x="1" y="1862"/>
                  </a:lnTo>
                  <a:lnTo>
                    <a:pt x="1" y="1894"/>
                  </a:lnTo>
                  <a:cubicBezTo>
                    <a:pt x="1" y="1927"/>
                    <a:pt x="1" y="1979"/>
                    <a:pt x="33" y="2012"/>
                  </a:cubicBezTo>
                  <a:lnTo>
                    <a:pt x="53" y="2012"/>
                  </a:lnTo>
                  <a:lnTo>
                    <a:pt x="53" y="1995"/>
                  </a:lnTo>
                  <a:cubicBezTo>
                    <a:pt x="33" y="1963"/>
                    <a:pt x="33" y="1927"/>
                    <a:pt x="33" y="1894"/>
                  </a:cubicBezTo>
                  <a:lnTo>
                    <a:pt x="33" y="1862"/>
                  </a:lnTo>
                  <a:lnTo>
                    <a:pt x="33" y="1373"/>
                  </a:lnTo>
                  <a:lnTo>
                    <a:pt x="33" y="1204"/>
                  </a:lnTo>
                  <a:cubicBezTo>
                    <a:pt x="33" y="1002"/>
                    <a:pt x="53" y="985"/>
                    <a:pt x="255" y="953"/>
                  </a:cubicBezTo>
                  <a:cubicBezTo>
                    <a:pt x="271" y="953"/>
                    <a:pt x="287" y="937"/>
                    <a:pt x="304" y="937"/>
                  </a:cubicBezTo>
                  <a:cubicBezTo>
                    <a:pt x="320" y="937"/>
                    <a:pt x="320" y="917"/>
                    <a:pt x="336" y="917"/>
                  </a:cubicBezTo>
                  <a:cubicBezTo>
                    <a:pt x="809" y="800"/>
                    <a:pt x="1281" y="650"/>
                    <a:pt x="1734" y="497"/>
                  </a:cubicBezTo>
                  <a:lnTo>
                    <a:pt x="1786" y="480"/>
                  </a:lnTo>
                  <a:cubicBezTo>
                    <a:pt x="2138" y="379"/>
                    <a:pt x="2509" y="262"/>
                    <a:pt x="2861" y="161"/>
                  </a:cubicBezTo>
                  <a:cubicBezTo>
                    <a:pt x="3030" y="129"/>
                    <a:pt x="3184" y="77"/>
                    <a:pt x="3350" y="28"/>
                  </a:cubicBezTo>
                  <a:lnTo>
                    <a:pt x="3350" y="8"/>
                  </a:lnTo>
                  <a:cubicBezTo>
                    <a:pt x="3350" y="8"/>
                    <a:pt x="3350" y="1"/>
                    <a:pt x="3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6"/>
            <p:cNvSpPr/>
            <p:nvPr/>
          </p:nvSpPr>
          <p:spPr>
            <a:xfrm>
              <a:off x="669181" y="2616117"/>
              <a:ext cx="150577" cy="168952"/>
            </a:xfrm>
            <a:custGeom>
              <a:rect b="b" l="l" r="r" t="t"/>
              <a:pathLst>
                <a:path extrusionOk="0" h="1701" w="1516">
                  <a:moveTo>
                    <a:pt x="1467" y="0"/>
                  </a:moveTo>
                  <a:cubicBezTo>
                    <a:pt x="1366" y="49"/>
                    <a:pt x="1265" y="85"/>
                    <a:pt x="1180" y="133"/>
                  </a:cubicBezTo>
                  <a:cubicBezTo>
                    <a:pt x="926" y="234"/>
                    <a:pt x="659" y="352"/>
                    <a:pt x="405" y="489"/>
                  </a:cubicBezTo>
                  <a:cubicBezTo>
                    <a:pt x="372" y="505"/>
                    <a:pt x="320" y="521"/>
                    <a:pt x="288" y="537"/>
                  </a:cubicBezTo>
                  <a:cubicBezTo>
                    <a:pt x="235" y="554"/>
                    <a:pt x="187" y="590"/>
                    <a:pt x="118" y="606"/>
                  </a:cubicBezTo>
                  <a:cubicBezTo>
                    <a:pt x="33" y="655"/>
                    <a:pt x="1" y="707"/>
                    <a:pt x="1" y="824"/>
                  </a:cubicBezTo>
                  <a:cubicBezTo>
                    <a:pt x="17" y="957"/>
                    <a:pt x="17" y="1111"/>
                    <a:pt x="1" y="1244"/>
                  </a:cubicBezTo>
                  <a:lnTo>
                    <a:pt x="1" y="1414"/>
                  </a:lnTo>
                  <a:cubicBezTo>
                    <a:pt x="1" y="1499"/>
                    <a:pt x="1" y="1600"/>
                    <a:pt x="33" y="1685"/>
                  </a:cubicBezTo>
                  <a:lnTo>
                    <a:pt x="33" y="1701"/>
                  </a:lnTo>
                  <a:lnTo>
                    <a:pt x="53" y="1701"/>
                  </a:lnTo>
                  <a:lnTo>
                    <a:pt x="53" y="1685"/>
                  </a:lnTo>
                  <a:cubicBezTo>
                    <a:pt x="17" y="1584"/>
                    <a:pt x="17" y="1499"/>
                    <a:pt x="17" y="1414"/>
                  </a:cubicBezTo>
                  <a:cubicBezTo>
                    <a:pt x="33" y="1361"/>
                    <a:pt x="33" y="1313"/>
                    <a:pt x="33" y="1260"/>
                  </a:cubicBezTo>
                  <a:cubicBezTo>
                    <a:pt x="33" y="1111"/>
                    <a:pt x="53" y="957"/>
                    <a:pt x="33" y="824"/>
                  </a:cubicBezTo>
                  <a:cubicBezTo>
                    <a:pt x="33" y="707"/>
                    <a:pt x="53" y="675"/>
                    <a:pt x="134" y="638"/>
                  </a:cubicBezTo>
                  <a:cubicBezTo>
                    <a:pt x="187" y="606"/>
                    <a:pt x="255" y="590"/>
                    <a:pt x="304" y="554"/>
                  </a:cubicBezTo>
                  <a:cubicBezTo>
                    <a:pt x="336" y="537"/>
                    <a:pt x="372" y="521"/>
                    <a:pt x="405" y="505"/>
                  </a:cubicBezTo>
                  <a:cubicBezTo>
                    <a:pt x="675" y="388"/>
                    <a:pt x="926" y="271"/>
                    <a:pt x="1180" y="150"/>
                  </a:cubicBezTo>
                  <a:cubicBezTo>
                    <a:pt x="1281" y="117"/>
                    <a:pt x="1366" y="69"/>
                    <a:pt x="1467" y="32"/>
                  </a:cubicBezTo>
                  <a:cubicBezTo>
                    <a:pt x="1483" y="49"/>
                    <a:pt x="1483" y="69"/>
                    <a:pt x="1483" y="101"/>
                  </a:cubicBezTo>
                  <a:lnTo>
                    <a:pt x="1483" y="117"/>
                  </a:lnTo>
                  <a:lnTo>
                    <a:pt x="1483" y="352"/>
                  </a:lnTo>
                  <a:lnTo>
                    <a:pt x="1483" y="941"/>
                  </a:lnTo>
                  <a:cubicBezTo>
                    <a:pt x="1483" y="1010"/>
                    <a:pt x="1467" y="1042"/>
                    <a:pt x="1399" y="1079"/>
                  </a:cubicBezTo>
                  <a:cubicBezTo>
                    <a:pt x="1180" y="1159"/>
                    <a:pt x="978" y="1244"/>
                    <a:pt x="760" y="1345"/>
                  </a:cubicBezTo>
                  <a:lnTo>
                    <a:pt x="724" y="1361"/>
                  </a:lnTo>
                  <a:cubicBezTo>
                    <a:pt x="675" y="1382"/>
                    <a:pt x="607" y="1414"/>
                    <a:pt x="558" y="1430"/>
                  </a:cubicBezTo>
                  <a:cubicBezTo>
                    <a:pt x="389" y="1515"/>
                    <a:pt x="235" y="1584"/>
                    <a:pt x="70" y="1632"/>
                  </a:cubicBezTo>
                  <a:cubicBezTo>
                    <a:pt x="53" y="1632"/>
                    <a:pt x="53" y="1632"/>
                    <a:pt x="53" y="1648"/>
                  </a:cubicBezTo>
                  <a:lnTo>
                    <a:pt x="70" y="1648"/>
                  </a:lnTo>
                  <a:cubicBezTo>
                    <a:pt x="235" y="1600"/>
                    <a:pt x="405" y="1531"/>
                    <a:pt x="558" y="1462"/>
                  </a:cubicBezTo>
                  <a:cubicBezTo>
                    <a:pt x="623" y="1430"/>
                    <a:pt x="675" y="1414"/>
                    <a:pt x="740" y="1382"/>
                  </a:cubicBezTo>
                  <a:lnTo>
                    <a:pt x="776" y="1361"/>
                  </a:lnTo>
                  <a:cubicBezTo>
                    <a:pt x="978" y="1281"/>
                    <a:pt x="1197" y="1180"/>
                    <a:pt x="1415" y="1095"/>
                  </a:cubicBezTo>
                  <a:cubicBezTo>
                    <a:pt x="1500" y="1058"/>
                    <a:pt x="1516" y="1010"/>
                    <a:pt x="1516" y="941"/>
                  </a:cubicBezTo>
                  <a:lnTo>
                    <a:pt x="1516" y="352"/>
                  </a:lnTo>
                  <a:lnTo>
                    <a:pt x="1516" y="117"/>
                  </a:lnTo>
                  <a:lnTo>
                    <a:pt x="1516" y="101"/>
                  </a:lnTo>
                  <a:cubicBezTo>
                    <a:pt x="1516" y="69"/>
                    <a:pt x="1516" y="32"/>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6"/>
            <p:cNvSpPr/>
            <p:nvPr/>
          </p:nvSpPr>
          <p:spPr>
            <a:xfrm>
              <a:off x="2028642" y="2336815"/>
              <a:ext cx="4867" cy="33373"/>
            </a:xfrm>
            <a:custGeom>
              <a:rect b="b" l="l" r="r" t="t"/>
              <a:pathLst>
                <a:path extrusionOk="0" h="336" w="49">
                  <a:moveTo>
                    <a:pt x="33" y="0"/>
                  </a:moveTo>
                  <a:cubicBezTo>
                    <a:pt x="0" y="53"/>
                    <a:pt x="16" y="118"/>
                    <a:pt x="16" y="170"/>
                  </a:cubicBezTo>
                  <a:cubicBezTo>
                    <a:pt x="16" y="219"/>
                    <a:pt x="16" y="271"/>
                    <a:pt x="0" y="320"/>
                  </a:cubicBezTo>
                  <a:cubicBezTo>
                    <a:pt x="0" y="336"/>
                    <a:pt x="0" y="336"/>
                    <a:pt x="16" y="336"/>
                  </a:cubicBezTo>
                  <a:lnTo>
                    <a:pt x="33" y="336"/>
                  </a:lnTo>
                  <a:cubicBezTo>
                    <a:pt x="49" y="287"/>
                    <a:pt x="49" y="219"/>
                    <a:pt x="33" y="170"/>
                  </a:cubicBezTo>
                  <a:cubicBezTo>
                    <a:pt x="33" y="118"/>
                    <a:pt x="33" y="69"/>
                    <a:pt x="49"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6"/>
            <p:cNvSpPr/>
            <p:nvPr/>
          </p:nvSpPr>
          <p:spPr>
            <a:xfrm>
              <a:off x="2088833" y="2397006"/>
              <a:ext cx="96743" cy="270959"/>
            </a:xfrm>
            <a:custGeom>
              <a:rect b="b" l="l" r="r" t="t"/>
              <a:pathLst>
                <a:path extrusionOk="0" h="2728" w="974">
                  <a:moveTo>
                    <a:pt x="0" y="0"/>
                  </a:moveTo>
                  <a:lnTo>
                    <a:pt x="0" y="17"/>
                  </a:lnTo>
                  <a:cubicBezTo>
                    <a:pt x="81" y="101"/>
                    <a:pt x="150" y="219"/>
                    <a:pt x="218" y="336"/>
                  </a:cubicBezTo>
                  <a:cubicBezTo>
                    <a:pt x="234" y="388"/>
                    <a:pt x="267" y="437"/>
                    <a:pt x="303" y="489"/>
                  </a:cubicBezTo>
                  <a:cubicBezTo>
                    <a:pt x="384" y="623"/>
                    <a:pt x="453" y="760"/>
                    <a:pt x="537" y="893"/>
                  </a:cubicBezTo>
                  <a:cubicBezTo>
                    <a:pt x="655" y="1111"/>
                    <a:pt x="772" y="1329"/>
                    <a:pt x="925" y="1531"/>
                  </a:cubicBezTo>
                  <a:cubicBezTo>
                    <a:pt x="941" y="1568"/>
                    <a:pt x="958" y="1616"/>
                    <a:pt x="941" y="1685"/>
                  </a:cubicBezTo>
                  <a:lnTo>
                    <a:pt x="941" y="1952"/>
                  </a:lnTo>
                  <a:cubicBezTo>
                    <a:pt x="941" y="2073"/>
                    <a:pt x="958" y="2190"/>
                    <a:pt x="925" y="2323"/>
                  </a:cubicBezTo>
                  <a:cubicBezTo>
                    <a:pt x="925" y="2356"/>
                    <a:pt x="925" y="2408"/>
                    <a:pt x="941" y="2457"/>
                  </a:cubicBezTo>
                  <a:lnTo>
                    <a:pt x="941" y="2558"/>
                  </a:lnTo>
                  <a:cubicBezTo>
                    <a:pt x="941" y="2626"/>
                    <a:pt x="941" y="2659"/>
                    <a:pt x="909" y="2711"/>
                  </a:cubicBezTo>
                  <a:lnTo>
                    <a:pt x="909" y="2727"/>
                  </a:lnTo>
                  <a:lnTo>
                    <a:pt x="925" y="2727"/>
                  </a:lnTo>
                  <a:cubicBezTo>
                    <a:pt x="958" y="2679"/>
                    <a:pt x="974" y="2626"/>
                    <a:pt x="974" y="2558"/>
                  </a:cubicBezTo>
                  <a:cubicBezTo>
                    <a:pt x="974" y="2525"/>
                    <a:pt x="974" y="2493"/>
                    <a:pt x="958" y="2457"/>
                  </a:cubicBezTo>
                  <a:cubicBezTo>
                    <a:pt x="958" y="2408"/>
                    <a:pt x="941" y="2356"/>
                    <a:pt x="958" y="2323"/>
                  </a:cubicBezTo>
                  <a:cubicBezTo>
                    <a:pt x="974" y="2206"/>
                    <a:pt x="974" y="2073"/>
                    <a:pt x="974" y="1952"/>
                  </a:cubicBezTo>
                  <a:cubicBezTo>
                    <a:pt x="974" y="1871"/>
                    <a:pt x="958" y="1770"/>
                    <a:pt x="974" y="1685"/>
                  </a:cubicBezTo>
                  <a:cubicBezTo>
                    <a:pt x="974" y="1632"/>
                    <a:pt x="974" y="1568"/>
                    <a:pt x="941" y="1515"/>
                  </a:cubicBezTo>
                  <a:cubicBezTo>
                    <a:pt x="788" y="1313"/>
                    <a:pt x="671" y="1095"/>
                    <a:pt x="554" y="877"/>
                  </a:cubicBezTo>
                  <a:cubicBezTo>
                    <a:pt x="485" y="740"/>
                    <a:pt x="404" y="606"/>
                    <a:pt x="319" y="473"/>
                  </a:cubicBezTo>
                  <a:cubicBezTo>
                    <a:pt x="283" y="421"/>
                    <a:pt x="267" y="372"/>
                    <a:pt x="234" y="320"/>
                  </a:cubicBezTo>
                  <a:cubicBezTo>
                    <a:pt x="166" y="202"/>
                    <a:pt x="117"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6"/>
            <p:cNvSpPr/>
            <p:nvPr/>
          </p:nvSpPr>
          <p:spPr>
            <a:xfrm>
              <a:off x="1087339" y="1813571"/>
              <a:ext cx="6456" cy="102007"/>
            </a:xfrm>
            <a:custGeom>
              <a:rect b="b" l="l" r="r" t="t"/>
              <a:pathLst>
                <a:path extrusionOk="0" h="1027" w="65">
                  <a:moveTo>
                    <a:pt x="16" y="1"/>
                  </a:moveTo>
                  <a:lnTo>
                    <a:pt x="0" y="17"/>
                  </a:lnTo>
                  <a:lnTo>
                    <a:pt x="0" y="235"/>
                  </a:lnTo>
                  <a:lnTo>
                    <a:pt x="0" y="825"/>
                  </a:lnTo>
                  <a:cubicBezTo>
                    <a:pt x="0" y="893"/>
                    <a:pt x="16" y="958"/>
                    <a:pt x="32" y="1011"/>
                  </a:cubicBezTo>
                  <a:lnTo>
                    <a:pt x="49" y="1027"/>
                  </a:lnTo>
                  <a:cubicBezTo>
                    <a:pt x="49" y="1011"/>
                    <a:pt x="65" y="1011"/>
                    <a:pt x="49" y="1011"/>
                  </a:cubicBezTo>
                  <a:cubicBezTo>
                    <a:pt x="32" y="958"/>
                    <a:pt x="32" y="893"/>
                    <a:pt x="32" y="825"/>
                  </a:cubicBezTo>
                  <a:lnTo>
                    <a:pt x="32" y="235"/>
                  </a:lnTo>
                  <a:lnTo>
                    <a:pt x="32" y="17"/>
                  </a:ln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6"/>
            <p:cNvSpPr/>
            <p:nvPr/>
          </p:nvSpPr>
          <p:spPr>
            <a:xfrm>
              <a:off x="1256191" y="1418854"/>
              <a:ext cx="244042" cy="251193"/>
            </a:xfrm>
            <a:custGeom>
              <a:rect b="b" l="l" r="r" t="t"/>
              <a:pathLst>
                <a:path extrusionOk="0" h="2529" w="2457">
                  <a:moveTo>
                    <a:pt x="1587" y="0"/>
                  </a:moveTo>
                  <a:cubicBezTo>
                    <a:pt x="1538" y="0"/>
                    <a:pt x="1482" y="18"/>
                    <a:pt x="1415" y="52"/>
                  </a:cubicBezTo>
                  <a:cubicBezTo>
                    <a:pt x="1011" y="287"/>
                    <a:pt x="587" y="525"/>
                    <a:pt x="102" y="791"/>
                  </a:cubicBezTo>
                  <a:cubicBezTo>
                    <a:pt x="33" y="828"/>
                    <a:pt x="1" y="860"/>
                    <a:pt x="1" y="929"/>
                  </a:cubicBezTo>
                  <a:cubicBezTo>
                    <a:pt x="17" y="1163"/>
                    <a:pt x="17" y="1418"/>
                    <a:pt x="17" y="1652"/>
                  </a:cubicBezTo>
                  <a:lnTo>
                    <a:pt x="17" y="2125"/>
                  </a:lnTo>
                  <a:lnTo>
                    <a:pt x="17" y="2189"/>
                  </a:lnTo>
                  <a:lnTo>
                    <a:pt x="33" y="2205"/>
                  </a:lnTo>
                  <a:cubicBezTo>
                    <a:pt x="33" y="2226"/>
                    <a:pt x="33" y="2226"/>
                    <a:pt x="49" y="2226"/>
                  </a:cubicBezTo>
                  <a:lnTo>
                    <a:pt x="49" y="2205"/>
                  </a:lnTo>
                  <a:lnTo>
                    <a:pt x="49" y="2173"/>
                  </a:lnTo>
                  <a:cubicBezTo>
                    <a:pt x="33" y="2157"/>
                    <a:pt x="33" y="2141"/>
                    <a:pt x="33" y="2125"/>
                  </a:cubicBezTo>
                  <a:lnTo>
                    <a:pt x="33" y="1652"/>
                  </a:lnTo>
                  <a:lnTo>
                    <a:pt x="33" y="929"/>
                  </a:lnTo>
                  <a:cubicBezTo>
                    <a:pt x="33" y="876"/>
                    <a:pt x="49" y="844"/>
                    <a:pt x="102" y="812"/>
                  </a:cubicBezTo>
                  <a:cubicBezTo>
                    <a:pt x="587" y="541"/>
                    <a:pt x="1027" y="307"/>
                    <a:pt x="1431" y="68"/>
                  </a:cubicBezTo>
                  <a:cubicBezTo>
                    <a:pt x="1490" y="35"/>
                    <a:pt x="1540" y="17"/>
                    <a:pt x="1582" y="17"/>
                  </a:cubicBezTo>
                  <a:cubicBezTo>
                    <a:pt x="1645" y="17"/>
                    <a:pt x="1693" y="57"/>
                    <a:pt x="1734" y="137"/>
                  </a:cubicBezTo>
                  <a:cubicBezTo>
                    <a:pt x="1936" y="472"/>
                    <a:pt x="2101" y="775"/>
                    <a:pt x="2303" y="1062"/>
                  </a:cubicBezTo>
                  <a:cubicBezTo>
                    <a:pt x="2388" y="1195"/>
                    <a:pt x="2425" y="1333"/>
                    <a:pt x="2425" y="1482"/>
                  </a:cubicBezTo>
                  <a:cubicBezTo>
                    <a:pt x="2404" y="1700"/>
                    <a:pt x="2404" y="1923"/>
                    <a:pt x="2404" y="2125"/>
                  </a:cubicBezTo>
                  <a:lnTo>
                    <a:pt x="2404" y="2375"/>
                  </a:lnTo>
                  <a:cubicBezTo>
                    <a:pt x="2404" y="2428"/>
                    <a:pt x="2404" y="2476"/>
                    <a:pt x="2388" y="2508"/>
                  </a:cubicBezTo>
                  <a:lnTo>
                    <a:pt x="2388" y="2529"/>
                  </a:lnTo>
                  <a:lnTo>
                    <a:pt x="2404" y="2529"/>
                  </a:lnTo>
                  <a:cubicBezTo>
                    <a:pt x="2441" y="2476"/>
                    <a:pt x="2441" y="2428"/>
                    <a:pt x="2441" y="2375"/>
                  </a:cubicBezTo>
                  <a:lnTo>
                    <a:pt x="2441" y="2125"/>
                  </a:lnTo>
                  <a:lnTo>
                    <a:pt x="2441" y="1482"/>
                  </a:lnTo>
                  <a:cubicBezTo>
                    <a:pt x="2457" y="1333"/>
                    <a:pt x="2404" y="1179"/>
                    <a:pt x="2324" y="1062"/>
                  </a:cubicBezTo>
                  <a:cubicBezTo>
                    <a:pt x="2138" y="759"/>
                    <a:pt x="1952" y="456"/>
                    <a:pt x="1766" y="121"/>
                  </a:cubicBezTo>
                  <a:cubicBezTo>
                    <a:pt x="1716" y="39"/>
                    <a:pt x="1659" y="0"/>
                    <a:pt x="1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6"/>
            <p:cNvSpPr/>
            <p:nvPr/>
          </p:nvSpPr>
          <p:spPr>
            <a:xfrm>
              <a:off x="1135809" y="2323605"/>
              <a:ext cx="4966" cy="86711"/>
            </a:xfrm>
            <a:custGeom>
              <a:rect b="b" l="l" r="r" t="t"/>
              <a:pathLst>
                <a:path extrusionOk="0" h="873" w="50">
                  <a:moveTo>
                    <a:pt x="1" y="0"/>
                  </a:moveTo>
                  <a:lnTo>
                    <a:pt x="1" y="16"/>
                  </a:lnTo>
                  <a:cubicBezTo>
                    <a:pt x="17" y="49"/>
                    <a:pt x="17" y="85"/>
                    <a:pt x="17" y="117"/>
                  </a:cubicBezTo>
                  <a:lnTo>
                    <a:pt x="17" y="150"/>
                  </a:lnTo>
                  <a:lnTo>
                    <a:pt x="17" y="420"/>
                  </a:lnTo>
                  <a:cubicBezTo>
                    <a:pt x="17" y="554"/>
                    <a:pt x="17" y="707"/>
                    <a:pt x="33" y="857"/>
                  </a:cubicBezTo>
                  <a:cubicBezTo>
                    <a:pt x="33" y="857"/>
                    <a:pt x="33" y="873"/>
                    <a:pt x="49" y="873"/>
                  </a:cubicBezTo>
                  <a:lnTo>
                    <a:pt x="49" y="857"/>
                  </a:lnTo>
                  <a:cubicBezTo>
                    <a:pt x="33" y="707"/>
                    <a:pt x="49" y="554"/>
                    <a:pt x="49" y="420"/>
                  </a:cubicBezTo>
                  <a:lnTo>
                    <a:pt x="49" y="150"/>
                  </a:lnTo>
                  <a:lnTo>
                    <a:pt x="49" y="117"/>
                  </a:lnTo>
                  <a:cubicBezTo>
                    <a:pt x="49" y="85"/>
                    <a:pt x="49" y="3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6"/>
            <p:cNvSpPr/>
            <p:nvPr/>
          </p:nvSpPr>
          <p:spPr>
            <a:xfrm>
              <a:off x="1087339" y="2851617"/>
              <a:ext cx="6456" cy="93961"/>
            </a:xfrm>
            <a:custGeom>
              <a:rect b="b" l="l" r="r" t="t"/>
              <a:pathLst>
                <a:path extrusionOk="0" h="946" w="65">
                  <a:moveTo>
                    <a:pt x="0" y="0"/>
                  </a:moveTo>
                  <a:lnTo>
                    <a:pt x="0" y="21"/>
                  </a:lnTo>
                  <a:cubicBezTo>
                    <a:pt x="16" y="53"/>
                    <a:pt x="16" y="85"/>
                    <a:pt x="16" y="122"/>
                  </a:cubicBezTo>
                  <a:lnTo>
                    <a:pt x="16" y="170"/>
                  </a:lnTo>
                  <a:lnTo>
                    <a:pt x="16" y="457"/>
                  </a:lnTo>
                  <a:cubicBezTo>
                    <a:pt x="16" y="606"/>
                    <a:pt x="16" y="776"/>
                    <a:pt x="32" y="929"/>
                  </a:cubicBezTo>
                  <a:cubicBezTo>
                    <a:pt x="32" y="946"/>
                    <a:pt x="32" y="946"/>
                    <a:pt x="49" y="946"/>
                  </a:cubicBezTo>
                  <a:cubicBezTo>
                    <a:pt x="49" y="946"/>
                    <a:pt x="65" y="946"/>
                    <a:pt x="65" y="929"/>
                  </a:cubicBezTo>
                  <a:cubicBezTo>
                    <a:pt x="32" y="776"/>
                    <a:pt x="49" y="606"/>
                    <a:pt x="49" y="457"/>
                  </a:cubicBezTo>
                  <a:lnTo>
                    <a:pt x="49" y="154"/>
                  </a:lnTo>
                  <a:lnTo>
                    <a:pt x="49" y="122"/>
                  </a:lnTo>
                  <a:cubicBezTo>
                    <a:pt x="49" y="85"/>
                    <a:pt x="49" y="3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6"/>
            <p:cNvSpPr/>
            <p:nvPr/>
          </p:nvSpPr>
          <p:spPr>
            <a:xfrm>
              <a:off x="1414714" y="1449247"/>
              <a:ext cx="85519" cy="240863"/>
            </a:xfrm>
            <a:custGeom>
              <a:rect b="b" l="l" r="r" t="t"/>
              <a:pathLst>
                <a:path extrusionOk="0" h="2425" w="861">
                  <a:moveTo>
                    <a:pt x="1" y="1"/>
                  </a:moveTo>
                  <a:lnTo>
                    <a:pt x="1" y="17"/>
                  </a:lnTo>
                  <a:cubicBezTo>
                    <a:pt x="85" y="118"/>
                    <a:pt x="154" y="235"/>
                    <a:pt x="223" y="352"/>
                  </a:cubicBezTo>
                  <a:cubicBezTo>
                    <a:pt x="255" y="405"/>
                    <a:pt x="287" y="469"/>
                    <a:pt x="340" y="538"/>
                  </a:cubicBezTo>
                  <a:cubicBezTo>
                    <a:pt x="356" y="586"/>
                    <a:pt x="388" y="639"/>
                    <a:pt x="425" y="687"/>
                  </a:cubicBezTo>
                  <a:cubicBezTo>
                    <a:pt x="457" y="756"/>
                    <a:pt x="489" y="825"/>
                    <a:pt x="542" y="889"/>
                  </a:cubicBezTo>
                  <a:cubicBezTo>
                    <a:pt x="606" y="974"/>
                    <a:pt x="643" y="1075"/>
                    <a:pt x="627" y="1192"/>
                  </a:cubicBezTo>
                  <a:lnTo>
                    <a:pt x="627" y="1479"/>
                  </a:lnTo>
                  <a:cubicBezTo>
                    <a:pt x="627" y="1617"/>
                    <a:pt x="627" y="1766"/>
                    <a:pt x="606" y="1899"/>
                  </a:cubicBezTo>
                  <a:cubicBezTo>
                    <a:pt x="590" y="2000"/>
                    <a:pt x="659" y="2085"/>
                    <a:pt x="728" y="2170"/>
                  </a:cubicBezTo>
                  <a:cubicBezTo>
                    <a:pt x="792" y="2239"/>
                    <a:pt x="829" y="2324"/>
                    <a:pt x="829" y="2404"/>
                  </a:cubicBezTo>
                  <a:lnTo>
                    <a:pt x="845" y="2425"/>
                  </a:lnTo>
                  <a:lnTo>
                    <a:pt x="861" y="2404"/>
                  </a:lnTo>
                  <a:cubicBezTo>
                    <a:pt x="861" y="2303"/>
                    <a:pt x="808" y="2223"/>
                    <a:pt x="744" y="2154"/>
                  </a:cubicBezTo>
                  <a:cubicBezTo>
                    <a:pt x="675" y="2085"/>
                    <a:pt x="606" y="2000"/>
                    <a:pt x="627" y="1899"/>
                  </a:cubicBezTo>
                  <a:cubicBezTo>
                    <a:pt x="659" y="1766"/>
                    <a:pt x="659" y="1617"/>
                    <a:pt x="659" y="1479"/>
                  </a:cubicBezTo>
                  <a:cubicBezTo>
                    <a:pt x="643" y="1378"/>
                    <a:pt x="643" y="1293"/>
                    <a:pt x="659" y="1213"/>
                  </a:cubicBezTo>
                  <a:cubicBezTo>
                    <a:pt x="659" y="1059"/>
                    <a:pt x="643" y="958"/>
                    <a:pt x="558" y="873"/>
                  </a:cubicBezTo>
                  <a:cubicBezTo>
                    <a:pt x="505" y="809"/>
                    <a:pt x="473" y="740"/>
                    <a:pt x="441" y="671"/>
                  </a:cubicBezTo>
                  <a:cubicBezTo>
                    <a:pt x="404" y="623"/>
                    <a:pt x="388" y="570"/>
                    <a:pt x="356" y="522"/>
                  </a:cubicBezTo>
                  <a:cubicBezTo>
                    <a:pt x="304" y="453"/>
                    <a:pt x="271" y="405"/>
                    <a:pt x="239" y="336"/>
                  </a:cubicBezTo>
                  <a:cubicBezTo>
                    <a:pt x="170" y="219"/>
                    <a:pt x="102" y="10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6"/>
            <p:cNvSpPr/>
            <p:nvPr/>
          </p:nvSpPr>
          <p:spPr>
            <a:xfrm>
              <a:off x="2010167" y="3302950"/>
              <a:ext cx="3278" cy="33870"/>
            </a:xfrm>
            <a:custGeom>
              <a:rect b="b" l="l" r="r" t="t"/>
              <a:pathLst>
                <a:path extrusionOk="0" h="341" w="33">
                  <a:moveTo>
                    <a:pt x="17" y="1"/>
                  </a:moveTo>
                  <a:cubicBezTo>
                    <a:pt x="0" y="54"/>
                    <a:pt x="17" y="86"/>
                    <a:pt x="17" y="138"/>
                  </a:cubicBezTo>
                  <a:cubicBezTo>
                    <a:pt x="17" y="203"/>
                    <a:pt x="17" y="272"/>
                    <a:pt x="0" y="324"/>
                  </a:cubicBezTo>
                  <a:lnTo>
                    <a:pt x="0" y="340"/>
                  </a:lnTo>
                  <a:lnTo>
                    <a:pt x="17" y="340"/>
                  </a:lnTo>
                  <a:cubicBezTo>
                    <a:pt x="33" y="272"/>
                    <a:pt x="33" y="203"/>
                    <a:pt x="33" y="138"/>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6"/>
            <p:cNvSpPr/>
            <p:nvPr/>
          </p:nvSpPr>
          <p:spPr>
            <a:xfrm>
              <a:off x="1416701" y="1754969"/>
              <a:ext cx="83532" cy="122070"/>
            </a:xfrm>
            <a:custGeom>
              <a:rect b="b" l="l" r="r" t="t"/>
              <a:pathLst>
                <a:path extrusionOk="0" h="1229" w="841">
                  <a:moveTo>
                    <a:pt x="1" y="1"/>
                  </a:moveTo>
                  <a:lnTo>
                    <a:pt x="1" y="33"/>
                  </a:lnTo>
                  <a:cubicBezTo>
                    <a:pt x="102" y="86"/>
                    <a:pt x="166" y="187"/>
                    <a:pt x="235" y="288"/>
                  </a:cubicBezTo>
                  <a:cubicBezTo>
                    <a:pt x="251" y="320"/>
                    <a:pt x="267" y="356"/>
                    <a:pt x="284" y="373"/>
                  </a:cubicBezTo>
                  <a:cubicBezTo>
                    <a:pt x="336" y="457"/>
                    <a:pt x="384" y="538"/>
                    <a:pt x="437" y="607"/>
                  </a:cubicBezTo>
                  <a:cubicBezTo>
                    <a:pt x="522" y="740"/>
                    <a:pt x="607" y="878"/>
                    <a:pt x="708" y="1011"/>
                  </a:cubicBezTo>
                  <a:cubicBezTo>
                    <a:pt x="724" y="1011"/>
                    <a:pt x="724" y="1027"/>
                    <a:pt x="724" y="1027"/>
                  </a:cubicBezTo>
                  <a:cubicBezTo>
                    <a:pt x="772" y="1096"/>
                    <a:pt x="809" y="1144"/>
                    <a:pt x="809" y="1213"/>
                  </a:cubicBezTo>
                  <a:cubicBezTo>
                    <a:pt x="809" y="1229"/>
                    <a:pt x="825" y="1229"/>
                    <a:pt x="825" y="1229"/>
                  </a:cubicBezTo>
                  <a:cubicBezTo>
                    <a:pt x="825" y="1229"/>
                    <a:pt x="841" y="1229"/>
                    <a:pt x="841" y="1213"/>
                  </a:cubicBezTo>
                  <a:cubicBezTo>
                    <a:pt x="841" y="1128"/>
                    <a:pt x="788" y="1080"/>
                    <a:pt x="740" y="1011"/>
                  </a:cubicBezTo>
                  <a:cubicBezTo>
                    <a:pt x="740" y="1011"/>
                    <a:pt x="740" y="995"/>
                    <a:pt x="724" y="995"/>
                  </a:cubicBezTo>
                  <a:cubicBezTo>
                    <a:pt x="639" y="861"/>
                    <a:pt x="554" y="724"/>
                    <a:pt x="453" y="591"/>
                  </a:cubicBezTo>
                  <a:cubicBezTo>
                    <a:pt x="405" y="522"/>
                    <a:pt x="352" y="437"/>
                    <a:pt x="304" y="356"/>
                  </a:cubicBezTo>
                  <a:cubicBezTo>
                    <a:pt x="284" y="336"/>
                    <a:pt x="267" y="304"/>
                    <a:pt x="251" y="272"/>
                  </a:cubicBezTo>
                  <a:cubicBezTo>
                    <a:pt x="183" y="171"/>
                    <a:pt x="134"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6"/>
            <p:cNvSpPr/>
            <p:nvPr/>
          </p:nvSpPr>
          <p:spPr>
            <a:xfrm>
              <a:off x="2081979" y="2931871"/>
              <a:ext cx="103596" cy="269270"/>
            </a:xfrm>
            <a:custGeom>
              <a:rect b="b" l="l" r="r" t="t"/>
              <a:pathLst>
                <a:path extrusionOk="0" h="2711" w="1043">
                  <a:moveTo>
                    <a:pt x="17" y="0"/>
                  </a:moveTo>
                  <a:cubicBezTo>
                    <a:pt x="1" y="0"/>
                    <a:pt x="1" y="0"/>
                    <a:pt x="1" y="20"/>
                  </a:cubicBezTo>
                  <a:cubicBezTo>
                    <a:pt x="17" y="121"/>
                    <a:pt x="69" y="186"/>
                    <a:pt x="118" y="255"/>
                  </a:cubicBezTo>
                  <a:cubicBezTo>
                    <a:pt x="134" y="271"/>
                    <a:pt x="134" y="287"/>
                    <a:pt x="150" y="303"/>
                  </a:cubicBezTo>
                  <a:cubicBezTo>
                    <a:pt x="320" y="525"/>
                    <a:pt x="489" y="776"/>
                    <a:pt x="639" y="1010"/>
                  </a:cubicBezTo>
                  <a:cubicBezTo>
                    <a:pt x="724" y="1111"/>
                    <a:pt x="792" y="1232"/>
                    <a:pt x="877" y="1333"/>
                  </a:cubicBezTo>
                  <a:cubicBezTo>
                    <a:pt x="877" y="1350"/>
                    <a:pt x="877" y="1350"/>
                    <a:pt x="893" y="1366"/>
                  </a:cubicBezTo>
                  <a:cubicBezTo>
                    <a:pt x="909" y="1398"/>
                    <a:pt x="926" y="1434"/>
                    <a:pt x="978" y="1451"/>
                  </a:cubicBezTo>
                  <a:cubicBezTo>
                    <a:pt x="1010" y="1467"/>
                    <a:pt x="1010" y="1515"/>
                    <a:pt x="1010" y="1568"/>
                  </a:cubicBezTo>
                  <a:lnTo>
                    <a:pt x="1010" y="1786"/>
                  </a:lnTo>
                  <a:cubicBezTo>
                    <a:pt x="1027" y="1919"/>
                    <a:pt x="1027" y="2056"/>
                    <a:pt x="1010" y="2174"/>
                  </a:cubicBezTo>
                  <a:lnTo>
                    <a:pt x="1010" y="2578"/>
                  </a:lnTo>
                  <a:lnTo>
                    <a:pt x="1010" y="2594"/>
                  </a:lnTo>
                  <a:cubicBezTo>
                    <a:pt x="1027" y="2626"/>
                    <a:pt x="1027" y="2662"/>
                    <a:pt x="994" y="2695"/>
                  </a:cubicBezTo>
                  <a:lnTo>
                    <a:pt x="994" y="2711"/>
                  </a:lnTo>
                  <a:lnTo>
                    <a:pt x="1010" y="2711"/>
                  </a:lnTo>
                  <a:cubicBezTo>
                    <a:pt x="1043" y="2679"/>
                    <a:pt x="1043" y="2626"/>
                    <a:pt x="1043" y="2578"/>
                  </a:cubicBezTo>
                  <a:lnTo>
                    <a:pt x="1043" y="2561"/>
                  </a:lnTo>
                  <a:cubicBezTo>
                    <a:pt x="1027" y="2444"/>
                    <a:pt x="1027" y="2307"/>
                    <a:pt x="1043" y="2174"/>
                  </a:cubicBezTo>
                  <a:lnTo>
                    <a:pt x="1043" y="1786"/>
                  </a:lnTo>
                  <a:lnTo>
                    <a:pt x="1043" y="1568"/>
                  </a:lnTo>
                  <a:cubicBezTo>
                    <a:pt x="1043" y="1515"/>
                    <a:pt x="1043" y="1451"/>
                    <a:pt x="978" y="1434"/>
                  </a:cubicBezTo>
                  <a:cubicBezTo>
                    <a:pt x="942" y="1414"/>
                    <a:pt x="926" y="1382"/>
                    <a:pt x="909" y="1350"/>
                  </a:cubicBezTo>
                  <a:cubicBezTo>
                    <a:pt x="909" y="1333"/>
                    <a:pt x="893" y="1333"/>
                    <a:pt x="893" y="1313"/>
                  </a:cubicBezTo>
                  <a:cubicBezTo>
                    <a:pt x="808" y="1212"/>
                    <a:pt x="740" y="1095"/>
                    <a:pt x="675" y="994"/>
                  </a:cubicBezTo>
                  <a:cubicBezTo>
                    <a:pt x="505" y="760"/>
                    <a:pt x="336" y="505"/>
                    <a:pt x="170" y="287"/>
                  </a:cubicBezTo>
                  <a:cubicBezTo>
                    <a:pt x="150" y="271"/>
                    <a:pt x="150" y="255"/>
                    <a:pt x="134" y="239"/>
                  </a:cubicBezTo>
                  <a:cubicBezTo>
                    <a:pt x="85" y="170"/>
                    <a:pt x="33" y="101"/>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6"/>
            <p:cNvSpPr/>
            <p:nvPr/>
          </p:nvSpPr>
          <p:spPr>
            <a:xfrm>
              <a:off x="1384619" y="1846944"/>
              <a:ext cx="5364" cy="100318"/>
            </a:xfrm>
            <a:custGeom>
              <a:rect b="b" l="l" r="r" t="t"/>
              <a:pathLst>
                <a:path extrusionOk="0" h="1010" w="54">
                  <a:moveTo>
                    <a:pt x="1" y="0"/>
                  </a:moveTo>
                  <a:lnTo>
                    <a:pt x="1" y="16"/>
                  </a:lnTo>
                  <a:cubicBezTo>
                    <a:pt x="21" y="117"/>
                    <a:pt x="21" y="218"/>
                    <a:pt x="21" y="319"/>
                  </a:cubicBezTo>
                  <a:cubicBezTo>
                    <a:pt x="1" y="388"/>
                    <a:pt x="1" y="457"/>
                    <a:pt x="21" y="521"/>
                  </a:cubicBezTo>
                  <a:lnTo>
                    <a:pt x="21" y="691"/>
                  </a:lnTo>
                  <a:cubicBezTo>
                    <a:pt x="1" y="792"/>
                    <a:pt x="1" y="893"/>
                    <a:pt x="21" y="994"/>
                  </a:cubicBezTo>
                  <a:cubicBezTo>
                    <a:pt x="21" y="1010"/>
                    <a:pt x="37" y="1010"/>
                    <a:pt x="37" y="1010"/>
                  </a:cubicBezTo>
                  <a:cubicBezTo>
                    <a:pt x="53" y="1010"/>
                    <a:pt x="53" y="994"/>
                    <a:pt x="53" y="994"/>
                  </a:cubicBezTo>
                  <a:cubicBezTo>
                    <a:pt x="37" y="893"/>
                    <a:pt x="37" y="792"/>
                    <a:pt x="37" y="707"/>
                  </a:cubicBezTo>
                  <a:lnTo>
                    <a:pt x="37" y="521"/>
                  </a:lnTo>
                  <a:lnTo>
                    <a:pt x="37" y="319"/>
                  </a:lnTo>
                  <a:cubicBezTo>
                    <a:pt x="37" y="218"/>
                    <a:pt x="37" y="11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6"/>
            <p:cNvSpPr/>
            <p:nvPr/>
          </p:nvSpPr>
          <p:spPr>
            <a:xfrm>
              <a:off x="1251026" y="2343669"/>
              <a:ext cx="162198" cy="187029"/>
            </a:xfrm>
            <a:custGeom>
              <a:rect b="b" l="l" r="r" t="t"/>
              <a:pathLst>
                <a:path extrusionOk="0" h="1883" w="1633">
                  <a:moveTo>
                    <a:pt x="1616" y="0"/>
                  </a:moveTo>
                  <a:cubicBezTo>
                    <a:pt x="1483" y="32"/>
                    <a:pt x="1346" y="101"/>
                    <a:pt x="1228" y="166"/>
                  </a:cubicBezTo>
                  <a:cubicBezTo>
                    <a:pt x="1164" y="202"/>
                    <a:pt x="1095" y="234"/>
                    <a:pt x="1026" y="251"/>
                  </a:cubicBezTo>
                  <a:cubicBezTo>
                    <a:pt x="841" y="335"/>
                    <a:pt x="659" y="420"/>
                    <a:pt x="473" y="521"/>
                  </a:cubicBezTo>
                  <a:cubicBezTo>
                    <a:pt x="356" y="570"/>
                    <a:pt x="235" y="622"/>
                    <a:pt x="117" y="691"/>
                  </a:cubicBezTo>
                  <a:cubicBezTo>
                    <a:pt x="69" y="707"/>
                    <a:pt x="17" y="723"/>
                    <a:pt x="17" y="808"/>
                  </a:cubicBezTo>
                  <a:lnTo>
                    <a:pt x="17" y="1297"/>
                  </a:lnTo>
                  <a:cubicBezTo>
                    <a:pt x="17" y="1462"/>
                    <a:pt x="0" y="1632"/>
                    <a:pt x="0" y="1802"/>
                  </a:cubicBezTo>
                  <a:cubicBezTo>
                    <a:pt x="0" y="1818"/>
                    <a:pt x="17" y="1834"/>
                    <a:pt x="17" y="1850"/>
                  </a:cubicBezTo>
                  <a:lnTo>
                    <a:pt x="17" y="1883"/>
                  </a:lnTo>
                  <a:lnTo>
                    <a:pt x="33" y="1883"/>
                  </a:lnTo>
                  <a:cubicBezTo>
                    <a:pt x="218" y="1818"/>
                    <a:pt x="404" y="1749"/>
                    <a:pt x="574" y="1664"/>
                  </a:cubicBezTo>
                  <a:cubicBezTo>
                    <a:pt x="659" y="1632"/>
                    <a:pt x="760" y="1600"/>
                    <a:pt x="841" y="1563"/>
                  </a:cubicBezTo>
                  <a:cubicBezTo>
                    <a:pt x="925" y="1531"/>
                    <a:pt x="1010" y="1499"/>
                    <a:pt x="1079" y="1446"/>
                  </a:cubicBezTo>
                  <a:cubicBezTo>
                    <a:pt x="1265" y="1378"/>
                    <a:pt x="1447" y="1297"/>
                    <a:pt x="1632" y="1228"/>
                  </a:cubicBezTo>
                  <a:lnTo>
                    <a:pt x="1632" y="1212"/>
                  </a:lnTo>
                  <a:lnTo>
                    <a:pt x="1616" y="1212"/>
                  </a:lnTo>
                  <a:cubicBezTo>
                    <a:pt x="1430" y="1277"/>
                    <a:pt x="1245" y="1345"/>
                    <a:pt x="1079" y="1430"/>
                  </a:cubicBezTo>
                  <a:cubicBezTo>
                    <a:pt x="994" y="1462"/>
                    <a:pt x="909" y="1499"/>
                    <a:pt x="824" y="1531"/>
                  </a:cubicBezTo>
                  <a:cubicBezTo>
                    <a:pt x="740" y="1563"/>
                    <a:pt x="659" y="1616"/>
                    <a:pt x="574" y="1648"/>
                  </a:cubicBezTo>
                  <a:cubicBezTo>
                    <a:pt x="404" y="1717"/>
                    <a:pt x="218" y="1802"/>
                    <a:pt x="53" y="1850"/>
                  </a:cubicBezTo>
                  <a:lnTo>
                    <a:pt x="33" y="1850"/>
                  </a:lnTo>
                  <a:lnTo>
                    <a:pt x="33" y="1802"/>
                  </a:lnTo>
                  <a:lnTo>
                    <a:pt x="33" y="1297"/>
                  </a:lnTo>
                  <a:cubicBezTo>
                    <a:pt x="33" y="1127"/>
                    <a:pt x="53" y="974"/>
                    <a:pt x="53" y="808"/>
                  </a:cubicBezTo>
                  <a:cubicBezTo>
                    <a:pt x="53" y="739"/>
                    <a:pt x="69" y="723"/>
                    <a:pt x="134" y="707"/>
                  </a:cubicBezTo>
                  <a:cubicBezTo>
                    <a:pt x="255" y="655"/>
                    <a:pt x="372" y="590"/>
                    <a:pt x="489" y="537"/>
                  </a:cubicBezTo>
                  <a:cubicBezTo>
                    <a:pt x="659" y="453"/>
                    <a:pt x="841" y="352"/>
                    <a:pt x="1043" y="287"/>
                  </a:cubicBezTo>
                  <a:cubicBezTo>
                    <a:pt x="1111" y="251"/>
                    <a:pt x="1180" y="218"/>
                    <a:pt x="1228" y="186"/>
                  </a:cubicBezTo>
                  <a:cubicBezTo>
                    <a:pt x="1366" y="133"/>
                    <a:pt x="1499" y="65"/>
                    <a:pt x="1632" y="32"/>
                  </a:cubicBezTo>
                  <a:lnTo>
                    <a:pt x="1632" y="16"/>
                  </a:lnTo>
                  <a:cubicBezTo>
                    <a:pt x="1632" y="16"/>
                    <a:pt x="1632" y="0"/>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6"/>
            <p:cNvSpPr/>
            <p:nvPr/>
          </p:nvSpPr>
          <p:spPr>
            <a:xfrm>
              <a:off x="985431" y="2224876"/>
              <a:ext cx="4867" cy="87108"/>
            </a:xfrm>
            <a:custGeom>
              <a:rect b="b" l="l" r="r" t="t"/>
              <a:pathLst>
                <a:path extrusionOk="0" h="877" w="49">
                  <a:moveTo>
                    <a:pt x="0" y="0"/>
                  </a:moveTo>
                  <a:lnTo>
                    <a:pt x="0" y="17"/>
                  </a:lnTo>
                  <a:cubicBezTo>
                    <a:pt x="16" y="150"/>
                    <a:pt x="16" y="303"/>
                    <a:pt x="0" y="453"/>
                  </a:cubicBezTo>
                  <a:lnTo>
                    <a:pt x="0" y="723"/>
                  </a:lnTo>
                  <a:lnTo>
                    <a:pt x="0" y="756"/>
                  </a:lnTo>
                  <a:cubicBezTo>
                    <a:pt x="0" y="792"/>
                    <a:pt x="0" y="841"/>
                    <a:pt x="32" y="877"/>
                  </a:cubicBezTo>
                  <a:lnTo>
                    <a:pt x="49" y="877"/>
                  </a:lnTo>
                  <a:lnTo>
                    <a:pt x="49" y="857"/>
                  </a:lnTo>
                  <a:cubicBezTo>
                    <a:pt x="32" y="824"/>
                    <a:pt x="32" y="792"/>
                    <a:pt x="32" y="756"/>
                  </a:cubicBezTo>
                  <a:lnTo>
                    <a:pt x="32" y="723"/>
                  </a:lnTo>
                  <a:lnTo>
                    <a:pt x="32" y="453"/>
                  </a:lnTo>
                  <a:cubicBezTo>
                    <a:pt x="32" y="303"/>
                    <a:pt x="32" y="15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6"/>
            <p:cNvSpPr/>
            <p:nvPr/>
          </p:nvSpPr>
          <p:spPr>
            <a:xfrm>
              <a:off x="2080390" y="3329867"/>
              <a:ext cx="108860" cy="148988"/>
            </a:xfrm>
            <a:custGeom>
              <a:rect b="b" l="l" r="r" t="t"/>
              <a:pathLst>
                <a:path extrusionOk="0" h="1500" w="1096">
                  <a:moveTo>
                    <a:pt x="0" y="1"/>
                  </a:moveTo>
                  <a:cubicBezTo>
                    <a:pt x="17" y="102"/>
                    <a:pt x="65" y="170"/>
                    <a:pt x="134" y="219"/>
                  </a:cubicBezTo>
                  <a:cubicBezTo>
                    <a:pt x="150" y="255"/>
                    <a:pt x="166" y="271"/>
                    <a:pt x="186" y="287"/>
                  </a:cubicBezTo>
                  <a:cubicBezTo>
                    <a:pt x="267" y="388"/>
                    <a:pt x="336" y="473"/>
                    <a:pt x="420" y="574"/>
                  </a:cubicBezTo>
                  <a:cubicBezTo>
                    <a:pt x="570" y="776"/>
                    <a:pt x="740" y="994"/>
                    <a:pt x="925" y="1196"/>
                  </a:cubicBezTo>
                  <a:cubicBezTo>
                    <a:pt x="1010" y="1297"/>
                    <a:pt x="1059" y="1366"/>
                    <a:pt x="1010" y="1483"/>
                  </a:cubicBezTo>
                  <a:lnTo>
                    <a:pt x="1010" y="1499"/>
                  </a:lnTo>
                  <a:lnTo>
                    <a:pt x="1026" y="1499"/>
                  </a:lnTo>
                  <a:cubicBezTo>
                    <a:pt x="1095" y="1366"/>
                    <a:pt x="1026" y="1265"/>
                    <a:pt x="942" y="1180"/>
                  </a:cubicBezTo>
                  <a:cubicBezTo>
                    <a:pt x="756" y="978"/>
                    <a:pt x="606" y="760"/>
                    <a:pt x="437" y="558"/>
                  </a:cubicBezTo>
                  <a:cubicBezTo>
                    <a:pt x="352" y="457"/>
                    <a:pt x="287" y="372"/>
                    <a:pt x="202" y="271"/>
                  </a:cubicBezTo>
                  <a:cubicBezTo>
                    <a:pt x="186" y="255"/>
                    <a:pt x="166" y="219"/>
                    <a:pt x="150" y="203"/>
                  </a:cubicBezTo>
                  <a:cubicBezTo>
                    <a:pt x="85" y="154"/>
                    <a:pt x="33" y="102"/>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6"/>
            <p:cNvSpPr/>
            <p:nvPr/>
          </p:nvSpPr>
          <p:spPr>
            <a:xfrm>
              <a:off x="1088928" y="3702633"/>
              <a:ext cx="4867" cy="31784"/>
            </a:xfrm>
            <a:custGeom>
              <a:rect b="b" l="l" r="r" t="t"/>
              <a:pathLst>
                <a:path extrusionOk="0" h="320" w="49">
                  <a:moveTo>
                    <a:pt x="16" y="1"/>
                  </a:moveTo>
                  <a:cubicBezTo>
                    <a:pt x="0" y="1"/>
                    <a:pt x="0" y="1"/>
                    <a:pt x="0" y="17"/>
                  </a:cubicBezTo>
                  <a:cubicBezTo>
                    <a:pt x="16" y="85"/>
                    <a:pt x="16" y="154"/>
                    <a:pt x="16" y="202"/>
                  </a:cubicBezTo>
                  <a:lnTo>
                    <a:pt x="16" y="303"/>
                  </a:lnTo>
                  <a:cubicBezTo>
                    <a:pt x="16" y="320"/>
                    <a:pt x="16" y="320"/>
                    <a:pt x="33" y="320"/>
                  </a:cubicBezTo>
                  <a:cubicBezTo>
                    <a:pt x="33" y="320"/>
                    <a:pt x="49" y="320"/>
                    <a:pt x="49" y="303"/>
                  </a:cubicBezTo>
                  <a:cubicBezTo>
                    <a:pt x="33" y="271"/>
                    <a:pt x="49" y="239"/>
                    <a:pt x="49" y="202"/>
                  </a:cubicBezTo>
                  <a:cubicBezTo>
                    <a:pt x="49" y="138"/>
                    <a:pt x="49"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6"/>
            <p:cNvSpPr/>
            <p:nvPr/>
          </p:nvSpPr>
          <p:spPr>
            <a:xfrm>
              <a:off x="1411536" y="2723190"/>
              <a:ext cx="63469" cy="160609"/>
            </a:xfrm>
            <a:custGeom>
              <a:rect b="b" l="l" r="r" t="t"/>
              <a:pathLst>
                <a:path extrusionOk="0" h="1617" w="639">
                  <a:moveTo>
                    <a:pt x="0" y="1"/>
                  </a:moveTo>
                  <a:lnTo>
                    <a:pt x="0" y="17"/>
                  </a:lnTo>
                  <a:cubicBezTo>
                    <a:pt x="16" y="81"/>
                    <a:pt x="69" y="134"/>
                    <a:pt x="117" y="166"/>
                  </a:cubicBezTo>
                  <a:cubicBezTo>
                    <a:pt x="154" y="203"/>
                    <a:pt x="186" y="219"/>
                    <a:pt x="202" y="251"/>
                  </a:cubicBezTo>
                  <a:cubicBezTo>
                    <a:pt x="218" y="267"/>
                    <a:pt x="218" y="283"/>
                    <a:pt x="235" y="304"/>
                  </a:cubicBezTo>
                  <a:cubicBezTo>
                    <a:pt x="303" y="384"/>
                    <a:pt x="372" y="485"/>
                    <a:pt x="473" y="554"/>
                  </a:cubicBezTo>
                  <a:cubicBezTo>
                    <a:pt x="574" y="655"/>
                    <a:pt x="622" y="756"/>
                    <a:pt x="606" y="910"/>
                  </a:cubicBezTo>
                  <a:lnTo>
                    <a:pt x="606" y="1314"/>
                  </a:lnTo>
                  <a:lnTo>
                    <a:pt x="606" y="1447"/>
                  </a:lnTo>
                  <a:lnTo>
                    <a:pt x="606" y="1463"/>
                  </a:lnTo>
                  <a:cubicBezTo>
                    <a:pt x="606" y="1516"/>
                    <a:pt x="606" y="1548"/>
                    <a:pt x="574" y="1596"/>
                  </a:cubicBezTo>
                  <a:cubicBezTo>
                    <a:pt x="574" y="1596"/>
                    <a:pt x="574" y="1617"/>
                    <a:pt x="590" y="1617"/>
                  </a:cubicBezTo>
                  <a:lnTo>
                    <a:pt x="606" y="1617"/>
                  </a:lnTo>
                  <a:cubicBezTo>
                    <a:pt x="638" y="1564"/>
                    <a:pt x="638" y="1516"/>
                    <a:pt x="638" y="1463"/>
                  </a:cubicBezTo>
                  <a:lnTo>
                    <a:pt x="638" y="1447"/>
                  </a:lnTo>
                  <a:cubicBezTo>
                    <a:pt x="638" y="1415"/>
                    <a:pt x="622" y="1362"/>
                    <a:pt x="622" y="1314"/>
                  </a:cubicBezTo>
                  <a:cubicBezTo>
                    <a:pt x="622" y="1176"/>
                    <a:pt x="622" y="1043"/>
                    <a:pt x="638" y="910"/>
                  </a:cubicBezTo>
                  <a:cubicBezTo>
                    <a:pt x="638" y="756"/>
                    <a:pt x="590" y="639"/>
                    <a:pt x="489" y="538"/>
                  </a:cubicBezTo>
                  <a:cubicBezTo>
                    <a:pt x="404" y="453"/>
                    <a:pt x="319" y="368"/>
                    <a:pt x="255" y="283"/>
                  </a:cubicBezTo>
                  <a:cubicBezTo>
                    <a:pt x="255" y="267"/>
                    <a:pt x="235" y="251"/>
                    <a:pt x="218" y="235"/>
                  </a:cubicBezTo>
                  <a:cubicBezTo>
                    <a:pt x="202" y="203"/>
                    <a:pt x="170" y="166"/>
                    <a:pt x="134" y="150"/>
                  </a:cubicBezTo>
                  <a:cubicBezTo>
                    <a:pt x="85" y="118"/>
                    <a:pt x="33" y="65"/>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6"/>
            <p:cNvSpPr/>
            <p:nvPr/>
          </p:nvSpPr>
          <p:spPr>
            <a:xfrm>
              <a:off x="1719245" y="1631409"/>
              <a:ext cx="8542" cy="76778"/>
            </a:xfrm>
            <a:custGeom>
              <a:rect b="b" l="l" r="r" t="t"/>
              <a:pathLst>
                <a:path extrusionOk="0" h="773" w="86">
                  <a:moveTo>
                    <a:pt x="65" y="1"/>
                  </a:moveTo>
                  <a:cubicBezTo>
                    <a:pt x="17" y="33"/>
                    <a:pt x="17" y="65"/>
                    <a:pt x="17" y="118"/>
                  </a:cubicBezTo>
                  <a:lnTo>
                    <a:pt x="17" y="134"/>
                  </a:lnTo>
                  <a:lnTo>
                    <a:pt x="17" y="607"/>
                  </a:lnTo>
                  <a:lnTo>
                    <a:pt x="17" y="623"/>
                  </a:lnTo>
                  <a:cubicBezTo>
                    <a:pt x="17" y="671"/>
                    <a:pt x="17" y="708"/>
                    <a:pt x="1" y="756"/>
                  </a:cubicBezTo>
                  <a:lnTo>
                    <a:pt x="1" y="772"/>
                  </a:lnTo>
                  <a:lnTo>
                    <a:pt x="17" y="772"/>
                  </a:lnTo>
                  <a:cubicBezTo>
                    <a:pt x="49" y="724"/>
                    <a:pt x="49" y="671"/>
                    <a:pt x="49" y="623"/>
                  </a:cubicBezTo>
                  <a:lnTo>
                    <a:pt x="49" y="607"/>
                  </a:lnTo>
                  <a:lnTo>
                    <a:pt x="49" y="134"/>
                  </a:lnTo>
                  <a:lnTo>
                    <a:pt x="49" y="118"/>
                  </a:lnTo>
                  <a:cubicBezTo>
                    <a:pt x="49" y="65"/>
                    <a:pt x="49" y="49"/>
                    <a:pt x="85" y="33"/>
                  </a:cubicBezTo>
                  <a:lnTo>
                    <a:pt x="85" y="17"/>
                  </a:lnTo>
                  <a:cubicBezTo>
                    <a:pt x="85" y="1"/>
                    <a:pt x="85"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6"/>
            <p:cNvSpPr/>
            <p:nvPr/>
          </p:nvSpPr>
          <p:spPr>
            <a:xfrm>
              <a:off x="1923059" y="2265003"/>
              <a:ext cx="140545" cy="312675"/>
            </a:xfrm>
            <a:custGeom>
              <a:rect b="b" l="l" r="r" t="t"/>
              <a:pathLst>
                <a:path extrusionOk="0" h="3148" w="1415">
                  <a:moveTo>
                    <a:pt x="69" y="0"/>
                  </a:moveTo>
                  <a:cubicBezTo>
                    <a:pt x="53" y="0"/>
                    <a:pt x="53" y="0"/>
                    <a:pt x="53" y="17"/>
                  </a:cubicBezTo>
                  <a:cubicBezTo>
                    <a:pt x="1" y="150"/>
                    <a:pt x="1" y="271"/>
                    <a:pt x="118" y="404"/>
                  </a:cubicBezTo>
                  <a:cubicBezTo>
                    <a:pt x="219" y="538"/>
                    <a:pt x="288" y="675"/>
                    <a:pt x="372" y="824"/>
                  </a:cubicBezTo>
                  <a:cubicBezTo>
                    <a:pt x="405" y="877"/>
                    <a:pt x="437" y="942"/>
                    <a:pt x="490" y="1010"/>
                  </a:cubicBezTo>
                  <a:cubicBezTo>
                    <a:pt x="659" y="1313"/>
                    <a:pt x="841" y="1600"/>
                    <a:pt x="1027" y="1903"/>
                  </a:cubicBezTo>
                  <a:lnTo>
                    <a:pt x="1043" y="1935"/>
                  </a:lnTo>
                  <a:cubicBezTo>
                    <a:pt x="1112" y="2036"/>
                    <a:pt x="1180" y="2154"/>
                    <a:pt x="1245" y="2254"/>
                  </a:cubicBezTo>
                  <a:cubicBezTo>
                    <a:pt x="1265" y="2271"/>
                    <a:pt x="1265" y="2291"/>
                    <a:pt x="1265" y="2307"/>
                  </a:cubicBezTo>
                  <a:lnTo>
                    <a:pt x="1265" y="2541"/>
                  </a:lnTo>
                  <a:cubicBezTo>
                    <a:pt x="1265" y="2658"/>
                    <a:pt x="1265" y="2759"/>
                    <a:pt x="1245" y="2877"/>
                  </a:cubicBezTo>
                  <a:cubicBezTo>
                    <a:pt x="1229" y="2978"/>
                    <a:pt x="1281" y="3079"/>
                    <a:pt x="1399" y="3147"/>
                  </a:cubicBezTo>
                  <a:lnTo>
                    <a:pt x="1415" y="3147"/>
                  </a:lnTo>
                  <a:cubicBezTo>
                    <a:pt x="1415" y="3131"/>
                    <a:pt x="1415" y="3131"/>
                    <a:pt x="1399" y="3131"/>
                  </a:cubicBezTo>
                  <a:cubicBezTo>
                    <a:pt x="1298" y="3062"/>
                    <a:pt x="1245" y="2961"/>
                    <a:pt x="1265" y="2877"/>
                  </a:cubicBezTo>
                  <a:cubicBezTo>
                    <a:pt x="1298" y="2759"/>
                    <a:pt x="1298" y="2658"/>
                    <a:pt x="1281" y="2541"/>
                  </a:cubicBezTo>
                  <a:cubicBezTo>
                    <a:pt x="1281" y="2473"/>
                    <a:pt x="1281" y="2392"/>
                    <a:pt x="1298" y="2307"/>
                  </a:cubicBezTo>
                  <a:cubicBezTo>
                    <a:pt x="1298" y="2291"/>
                    <a:pt x="1281" y="2254"/>
                    <a:pt x="1265" y="2238"/>
                  </a:cubicBezTo>
                  <a:cubicBezTo>
                    <a:pt x="1197" y="2137"/>
                    <a:pt x="1128" y="2036"/>
                    <a:pt x="1079" y="1919"/>
                  </a:cubicBezTo>
                  <a:lnTo>
                    <a:pt x="1043" y="1887"/>
                  </a:lnTo>
                  <a:cubicBezTo>
                    <a:pt x="861" y="1584"/>
                    <a:pt x="692" y="1297"/>
                    <a:pt x="506" y="994"/>
                  </a:cubicBezTo>
                  <a:cubicBezTo>
                    <a:pt x="473" y="925"/>
                    <a:pt x="437" y="877"/>
                    <a:pt x="389" y="808"/>
                  </a:cubicBezTo>
                  <a:cubicBezTo>
                    <a:pt x="320" y="655"/>
                    <a:pt x="235" y="521"/>
                    <a:pt x="134" y="388"/>
                  </a:cubicBezTo>
                  <a:cubicBezTo>
                    <a:pt x="33" y="271"/>
                    <a:pt x="33" y="150"/>
                    <a:pt x="69" y="17"/>
                  </a:cubicBezTo>
                  <a:cubicBezTo>
                    <a:pt x="86" y="17"/>
                    <a:pt x="69"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6"/>
            <p:cNvSpPr/>
            <p:nvPr/>
          </p:nvSpPr>
          <p:spPr>
            <a:xfrm>
              <a:off x="851343" y="2432267"/>
              <a:ext cx="358067" cy="274137"/>
            </a:xfrm>
            <a:custGeom>
              <a:rect b="b" l="l" r="r" t="t"/>
              <a:pathLst>
                <a:path extrusionOk="0" h="2760" w="3605">
                  <a:moveTo>
                    <a:pt x="3604" y="1"/>
                  </a:moveTo>
                  <a:cubicBezTo>
                    <a:pt x="3588" y="1"/>
                    <a:pt x="3588" y="17"/>
                    <a:pt x="3588" y="17"/>
                  </a:cubicBezTo>
                  <a:lnTo>
                    <a:pt x="3588" y="639"/>
                  </a:lnTo>
                  <a:lnTo>
                    <a:pt x="3588" y="1092"/>
                  </a:lnTo>
                  <a:cubicBezTo>
                    <a:pt x="3588" y="1160"/>
                    <a:pt x="3588" y="1193"/>
                    <a:pt x="3487" y="1229"/>
                  </a:cubicBezTo>
                  <a:cubicBezTo>
                    <a:pt x="3301" y="1294"/>
                    <a:pt x="3115" y="1378"/>
                    <a:pt x="2946" y="1463"/>
                  </a:cubicBezTo>
                  <a:cubicBezTo>
                    <a:pt x="2845" y="1496"/>
                    <a:pt x="2764" y="1548"/>
                    <a:pt x="2663" y="1580"/>
                  </a:cubicBezTo>
                  <a:cubicBezTo>
                    <a:pt x="2376" y="1718"/>
                    <a:pt x="2089" y="1835"/>
                    <a:pt x="1803" y="1952"/>
                  </a:cubicBezTo>
                  <a:cubicBezTo>
                    <a:pt x="1516" y="2085"/>
                    <a:pt x="1213" y="2203"/>
                    <a:pt x="910" y="2340"/>
                  </a:cubicBezTo>
                  <a:cubicBezTo>
                    <a:pt x="659" y="2441"/>
                    <a:pt x="405" y="2558"/>
                    <a:pt x="154" y="2675"/>
                  </a:cubicBezTo>
                  <a:lnTo>
                    <a:pt x="102" y="2675"/>
                  </a:lnTo>
                  <a:cubicBezTo>
                    <a:pt x="70" y="2691"/>
                    <a:pt x="37" y="2691"/>
                    <a:pt x="1" y="2744"/>
                  </a:cubicBezTo>
                  <a:cubicBezTo>
                    <a:pt x="1" y="2744"/>
                    <a:pt x="1" y="2760"/>
                    <a:pt x="17" y="2760"/>
                  </a:cubicBezTo>
                  <a:lnTo>
                    <a:pt x="37" y="2760"/>
                  </a:lnTo>
                  <a:cubicBezTo>
                    <a:pt x="53" y="2728"/>
                    <a:pt x="70" y="2707"/>
                    <a:pt x="118" y="2707"/>
                  </a:cubicBezTo>
                  <a:cubicBezTo>
                    <a:pt x="138" y="2707"/>
                    <a:pt x="154" y="2707"/>
                    <a:pt x="171" y="2691"/>
                  </a:cubicBezTo>
                  <a:cubicBezTo>
                    <a:pt x="405" y="2590"/>
                    <a:pt x="659" y="2473"/>
                    <a:pt x="926" y="2356"/>
                  </a:cubicBezTo>
                  <a:cubicBezTo>
                    <a:pt x="1229" y="2223"/>
                    <a:pt x="1516" y="2102"/>
                    <a:pt x="1819" y="1984"/>
                  </a:cubicBezTo>
                  <a:cubicBezTo>
                    <a:pt x="2106" y="1851"/>
                    <a:pt x="2392" y="1734"/>
                    <a:pt x="2679" y="1617"/>
                  </a:cubicBezTo>
                  <a:cubicBezTo>
                    <a:pt x="2764" y="1564"/>
                    <a:pt x="2865" y="1532"/>
                    <a:pt x="2946" y="1479"/>
                  </a:cubicBezTo>
                  <a:cubicBezTo>
                    <a:pt x="3132" y="1415"/>
                    <a:pt x="3317" y="1330"/>
                    <a:pt x="3503" y="1261"/>
                  </a:cubicBezTo>
                  <a:cubicBezTo>
                    <a:pt x="3604" y="1213"/>
                    <a:pt x="3604" y="1160"/>
                    <a:pt x="3604" y="1092"/>
                  </a:cubicBezTo>
                  <a:lnTo>
                    <a:pt x="3604" y="639"/>
                  </a:lnTo>
                  <a:lnTo>
                    <a:pt x="3604"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6"/>
            <p:cNvSpPr/>
            <p:nvPr/>
          </p:nvSpPr>
          <p:spPr>
            <a:xfrm>
              <a:off x="931597" y="3084335"/>
              <a:ext cx="5364" cy="91975"/>
            </a:xfrm>
            <a:custGeom>
              <a:rect b="b" l="l" r="r" t="t"/>
              <a:pathLst>
                <a:path extrusionOk="0" h="926" w="54">
                  <a:moveTo>
                    <a:pt x="37" y="0"/>
                  </a:moveTo>
                  <a:cubicBezTo>
                    <a:pt x="17" y="0"/>
                    <a:pt x="17" y="0"/>
                    <a:pt x="17" y="17"/>
                  </a:cubicBezTo>
                  <a:lnTo>
                    <a:pt x="17" y="202"/>
                  </a:lnTo>
                  <a:cubicBezTo>
                    <a:pt x="17" y="368"/>
                    <a:pt x="1" y="538"/>
                    <a:pt x="1" y="707"/>
                  </a:cubicBezTo>
                  <a:lnTo>
                    <a:pt x="1" y="756"/>
                  </a:lnTo>
                  <a:cubicBezTo>
                    <a:pt x="1" y="808"/>
                    <a:pt x="1" y="873"/>
                    <a:pt x="37" y="925"/>
                  </a:cubicBezTo>
                  <a:lnTo>
                    <a:pt x="53" y="925"/>
                  </a:lnTo>
                  <a:lnTo>
                    <a:pt x="53" y="909"/>
                  </a:lnTo>
                  <a:cubicBezTo>
                    <a:pt x="17" y="857"/>
                    <a:pt x="37" y="808"/>
                    <a:pt x="37" y="756"/>
                  </a:cubicBezTo>
                  <a:lnTo>
                    <a:pt x="37" y="707"/>
                  </a:lnTo>
                  <a:lnTo>
                    <a:pt x="37" y="202"/>
                  </a:lnTo>
                  <a:cubicBezTo>
                    <a:pt x="37" y="134"/>
                    <a:pt x="53" y="65"/>
                    <a:pt x="53" y="17"/>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6"/>
            <p:cNvSpPr/>
            <p:nvPr/>
          </p:nvSpPr>
          <p:spPr>
            <a:xfrm>
              <a:off x="2080390" y="2649391"/>
              <a:ext cx="108860" cy="250895"/>
            </a:xfrm>
            <a:custGeom>
              <a:rect b="b" l="l" r="r" t="t"/>
              <a:pathLst>
                <a:path extrusionOk="0" h="2526" w="1096">
                  <a:moveTo>
                    <a:pt x="17" y="0"/>
                  </a:moveTo>
                  <a:cubicBezTo>
                    <a:pt x="17" y="17"/>
                    <a:pt x="0" y="17"/>
                    <a:pt x="0" y="17"/>
                  </a:cubicBezTo>
                  <a:cubicBezTo>
                    <a:pt x="33" y="118"/>
                    <a:pt x="65" y="186"/>
                    <a:pt x="117" y="255"/>
                  </a:cubicBezTo>
                  <a:cubicBezTo>
                    <a:pt x="134" y="271"/>
                    <a:pt x="150" y="287"/>
                    <a:pt x="166" y="320"/>
                  </a:cubicBezTo>
                  <a:cubicBezTo>
                    <a:pt x="235" y="420"/>
                    <a:pt x="303" y="542"/>
                    <a:pt x="368" y="643"/>
                  </a:cubicBezTo>
                  <a:cubicBezTo>
                    <a:pt x="505" y="861"/>
                    <a:pt x="655" y="1079"/>
                    <a:pt x="792" y="1297"/>
                  </a:cubicBezTo>
                  <a:cubicBezTo>
                    <a:pt x="808" y="1350"/>
                    <a:pt x="841" y="1398"/>
                    <a:pt x="873" y="1430"/>
                  </a:cubicBezTo>
                  <a:cubicBezTo>
                    <a:pt x="974" y="1552"/>
                    <a:pt x="1075" y="1685"/>
                    <a:pt x="1026" y="1855"/>
                  </a:cubicBezTo>
                  <a:cubicBezTo>
                    <a:pt x="1010" y="1871"/>
                    <a:pt x="1026" y="1871"/>
                    <a:pt x="1026" y="1871"/>
                  </a:cubicBezTo>
                  <a:lnTo>
                    <a:pt x="1026" y="1903"/>
                  </a:lnTo>
                  <a:cubicBezTo>
                    <a:pt x="1043" y="2105"/>
                    <a:pt x="1059" y="2307"/>
                    <a:pt x="1010" y="2509"/>
                  </a:cubicBezTo>
                  <a:lnTo>
                    <a:pt x="1010" y="2525"/>
                  </a:lnTo>
                  <a:lnTo>
                    <a:pt x="1026" y="2525"/>
                  </a:lnTo>
                  <a:cubicBezTo>
                    <a:pt x="1075" y="2307"/>
                    <a:pt x="1059" y="2105"/>
                    <a:pt x="1043" y="1887"/>
                  </a:cubicBezTo>
                  <a:lnTo>
                    <a:pt x="1043" y="1871"/>
                  </a:lnTo>
                  <a:cubicBezTo>
                    <a:pt x="1095" y="1669"/>
                    <a:pt x="994" y="1552"/>
                    <a:pt x="909" y="1414"/>
                  </a:cubicBezTo>
                  <a:cubicBezTo>
                    <a:pt x="873" y="1382"/>
                    <a:pt x="841" y="1329"/>
                    <a:pt x="808" y="1297"/>
                  </a:cubicBezTo>
                  <a:cubicBezTo>
                    <a:pt x="671" y="1063"/>
                    <a:pt x="538" y="845"/>
                    <a:pt x="404" y="622"/>
                  </a:cubicBezTo>
                  <a:cubicBezTo>
                    <a:pt x="319" y="521"/>
                    <a:pt x="251" y="404"/>
                    <a:pt x="186" y="303"/>
                  </a:cubicBezTo>
                  <a:cubicBezTo>
                    <a:pt x="166" y="287"/>
                    <a:pt x="150" y="255"/>
                    <a:pt x="150" y="239"/>
                  </a:cubicBezTo>
                  <a:cubicBezTo>
                    <a:pt x="101" y="170"/>
                    <a:pt x="49" y="101"/>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6"/>
            <p:cNvSpPr/>
            <p:nvPr/>
          </p:nvSpPr>
          <p:spPr>
            <a:xfrm>
              <a:off x="1737719" y="2771362"/>
              <a:ext cx="172230" cy="311086"/>
            </a:xfrm>
            <a:custGeom>
              <a:rect b="b" l="l" r="r" t="t"/>
              <a:pathLst>
                <a:path extrusionOk="0" h="3132" w="1734">
                  <a:moveTo>
                    <a:pt x="65" y="0"/>
                  </a:moveTo>
                  <a:cubicBezTo>
                    <a:pt x="0" y="101"/>
                    <a:pt x="0" y="202"/>
                    <a:pt x="81" y="303"/>
                  </a:cubicBezTo>
                  <a:cubicBezTo>
                    <a:pt x="182" y="425"/>
                    <a:pt x="283" y="558"/>
                    <a:pt x="384" y="675"/>
                  </a:cubicBezTo>
                  <a:cubicBezTo>
                    <a:pt x="437" y="760"/>
                    <a:pt x="505" y="845"/>
                    <a:pt x="570" y="909"/>
                  </a:cubicBezTo>
                  <a:cubicBezTo>
                    <a:pt x="707" y="1079"/>
                    <a:pt x="841" y="1265"/>
                    <a:pt x="974" y="1435"/>
                  </a:cubicBezTo>
                  <a:cubicBezTo>
                    <a:pt x="1111" y="1600"/>
                    <a:pt x="1229" y="1770"/>
                    <a:pt x="1362" y="1939"/>
                  </a:cubicBezTo>
                  <a:cubicBezTo>
                    <a:pt x="1431" y="2020"/>
                    <a:pt x="1495" y="2121"/>
                    <a:pt x="1479" y="2259"/>
                  </a:cubicBezTo>
                  <a:lnTo>
                    <a:pt x="1479" y="2444"/>
                  </a:lnTo>
                  <a:cubicBezTo>
                    <a:pt x="1479" y="2525"/>
                    <a:pt x="1479" y="2610"/>
                    <a:pt x="1463" y="2695"/>
                  </a:cubicBezTo>
                  <a:cubicBezTo>
                    <a:pt x="1447" y="2747"/>
                    <a:pt x="1479" y="2796"/>
                    <a:pt x="1515" y="2848"/>
                  </a:cubicBezTo>
                  <a:lnTo>
                    <a:pt x="1532" y="2848"/>
                  </a:lnTo>
                  <a:cubicBezTo>
                    <a:pt x="1548" y="2865"/>
                    <a:pt x="1564" y="2881"/>
                    <a:pt x="1580" y="2897"/>
                  </a:cubicBezTo>
                  <a:cubicBezTo>
                    <a:pt x="1632" y="2966"/>
                    <a:pt x="1697" y="3030"/>
                    <a:pt x="1697" y="3115"/>
                  </a:cubicBezTo>
                  <a:cubicBezTo>
                    <a:pt x="1697" y="3131"/>
                    <a:pt x="1697" y="3131"/>
                    <a:pt x="1717" y="3131"/>
                  </a:cubicBezTo>
                  <a:lnTo>
                    <a:pt x="1733" y="3115"/>
                  </a:lnTo>
                  <a:cubicBezTo>
                    <a:pt x="1717" y="3014"/>
                    <a:pt x="1649" y="2949"/>
                    <a:pt x="1596" y="2881"/>
                  </a:cubicBezTo>
                  <a:cubicBezTo>
                    <a:pt x="1580" y="2865"/>
                    <a:pt x="1564" y="2848"/>
                    <a:pt x="1548" y="2828"/>
                  </a:cubicBezTo>
                  <a:cubicBezTo>
                    <a:pt x="1515" y="2780"/>
                    <a:pt x="1479" y="2747"/>
                    <a:pt x="1479" y="2695"/>
                  </a:cubicBezTo>
                  <a:cubicBezTo>
                    <a:pt x="1515" y="2610"/>
                    <a:pt x="1515" y="2525"/>
                    <a:pt x="1515" y="2444"/>
                  </a:cubicBezTo>
                  <a:cubicBezTo>
                    <a:pt x="1515" y="2376"/>
                    <a:pt x="1495" y="2323"/>
                    <a:pt x="1515" y="2275"/>
                  </a:cubicBezTo>
                  <a:cubicBezTo>
                    <a:pt x="1532" y="2121"/>
                    <a:pt x="1463" y="2004"/>
                    <a:pt x="1378" y="1919"/>
                  </a:cubicBezTo>
                  <a:cubicBezTo>
                    <a:pt x="1261" y="1754"/>
                    <a:pt x="1128" y="1584"/>
                    <a:pt x="990" y="1414"/>
                  </a:cubicBezTo>
                  <a:cubicBezTo>
                    <a:pt x="857" y="1249"/>
                    <a:pt x="724" y="1063"/>
                    <a:pt x="586" y="893"/>
                  </a:cubicBezTo>
                  <a:cubicBezTo>
                    <a:pt x="522" y="829"/>
                    <a:pt x="469" y="744"/>
                    <a:pt x="404" y="659"/>
                  </a:cubicBezTo>
                  <a:cubicBezTo>
                    <a:pt x="320" y="542"/>
                    <a:pt x="219" y="404"/>
                    <a:pt x="101" y="287"/>
                  </a:cubicBezTo>
                  <a:cubicBezTo>
                    <a:pt x="33" y="202"/>
                    <a:pt x="17" y="101"/>
                    <a:pt x="81" y="21"/>
                  </a:cubicBezTo>
                  <a:lnTo>
                    <a:pt x="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6"/>
            <p:cNvSpPr/>
            <p:nvPr/>
          </p:nvSpPr>
          <p:spPr>
            <a:xfrm>
              <a:off x="1189246" y="1760234"/>
              <a:ext cx="4867" cy="100418"/>
            </a:xfrm>
            <a:custGeom>
              <a:rect b="b" l="l" r="r" t="t"/>
              <a:pathLst>
                <a:path extrusionOk="0" h="1011" w="49">
                  <a:moveTo>
                    <a:pt x="0" y="0"/>
                  </a:moveTo>
                  <a:lnTo>
                    <a:pt x="0" y="17"/>
                  </a:lnTo>
                  <a:cubicBezTo>
                    <a:pt x="16" y="182"/>
                    <a:pt x="16" y="352"/>
                    <a:pt x="0" y="522"/>
                  </a:cubicBezTo>
                  <a:lnTo>
                    <a:pt x="0" y="841"/>
                  </a:lnTo>
                  <a:lnTo>
                    <a:pt x="0" y="889"/>
                  </a:lnTo>
                  <a:cubicBezTo>
                    <a:pt x="0" y="926"/>
                    <a:pt x="0" y="974"/>
                    <a:pt x="33" y="1010"/>
                  </a:cubicBezTo>
                  <a:lnTo>
                    <a:pt x="49" y="1010"/>
                  </a:lnTo>
                  <a:lnTo>
                    <a:pt x="49" y="990"/>
                  </a:lnTo>
                  <a:cubicBezTo>
                    <a:pt x="33" y="958"/>
                    <a:pt x="33" y="926"/>
                    <a:pt x="33" y="889"/>
                  </a:cubicBezTo>
                  <a:lnTo>
                    <a:pt x="33" y="841"/>
                  </a:lnTo>
                  <a:lnTo>
                    <a:pt x="33" y="522"/>
                  </a:lnTo>
                  <a:cubicBezTo>
                    <a:pt x="33" y="352"/>
                    <a:pt x="33" y="182"/>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6"/>
            <p:cNvSpPr/>
            <p:nvPr/>
          </p:nvSpPr>
          <p:spPr>
            <a:xfrm>
              <a:off x="851343" y="2948657"/>
              <a:ext cx="358067" cy="259338"/>
            </a:xfrm>
            <a:custGeom>
              <a:rect b="b" l="l" r="r" t="t"/>
              <a:pathLst>
                <a:path extrusionOk="0" h="2611" w="3605">
                  <a:moveTo>
                    <a:pt x="3588" y="1"/>
                  </a:moveTo>
                  <a:cubicBezTo>
                    <a:pt x="3552" y="86"/>
                    <a:pt x="3552" y="187"/>
                    <a:pt x="3552" y="272"/>
                  </a:cubicBezTo>
                  <a:cubicBezTo>
                    <a:pt x="3552" y="288"/>
                    <a:pt x="3572" y="304"/>
                    <a:pt x="3572" y="336"/>
                  </a:cubicBezTo>
                  <a:lnTo>
                    <a:pt x="3572" y="760"/>
                  </a:lnTo>
                  <a:lnTo>
                    <a:pt x="3572" y="1213"/>
                  </a:lnTo>
                  <a:cubicBezTo>
                    <a:pt x="3572" y="1282"/>
                    <a:pt x="3536" y="1298"/>
                    <a:pt x="3487" y="1314"/>
                  </a:cubicBezTo>
                  <a:cubicBezTo>
                    <a:pt x="3301" y="1383"/>
                    <a:pt x="3099" y="1447"/>
                    <a:pt x="2913" y="1516"/>
                  </a:cubicBezTo>
                  <a:cubicBezTo>
                    <a:pt x="2764" y="1585"/>
                    <a:pt x="2610" y="1633"/>
                    <a:pt x="2461" y="1686"/>
                  </a:cubicBezTo>
                  <a:cubicBezTo>
                    <a:pt x="2275" y="1750"/>
                    <a:pt x="2089" y="1819"/>
                    <a:pt x="1904" y="1887"/>
                  </a:cubicBezTo>
                  <a:cubicBezTo>
                    <a:pt x="1819" y="1920"/>
                    <a:pt x="1718" y="1952"/>
                    <a:pt x="1617" y="2005"/>
                  </a:cubicBezTo>
                  <a:cubicBezTo>
                    <a:pt x="1128" y="2174"/>
                    <a:pt x="643" y="2356"/>
                    <a:pt x="171" y="2542"/>
                  </a:cubicBezTo>
                  <a:lnTo>
                    <a:pt x="17" y="2594"/>
                  </a:lnTo>
                  <a:cubicBezTo>
                    <a:pt x="1" y="2594"/>
                    <a:pt x="1" y="2594"/>
                    <a:pt x="1" y="2611"/>
                  </a:cubicBezTo>
                  <a:lnTo>
                    <a:pt x="17" y="2611"/>
                  </a:lnTo>
                  <a:lnTo>
                    <a:pt x="171" y="2558"/>
                  </a:lnTo>
                  <a:cubicBezTo>
                    <a:pt x="659" y="2376"/>
                    <a:pt x="1148" y="2207"/>
                    <a:pt x="1633" y="2021"/>
                  </a:cubicBezTo>
                  <a:cubicBezTo>
                    <a:pt x="1718" y="1988"/>
                    <a:pt x="1819" y="1952"/>
                    <a:pt x="1920" y="1920"/>
                  </a:cubicBezTo>
                  <a:cubicBezTo>
                    <a:pt x="2106" y="1851"/>
                    <a:pt x="2291" y="1770"/>
                    <a:pt x="2461" y="1718"/>
                  </a:cubicBezTo>
                  <a:cubicBezTo>
                    <a:pt x="2627" y="1649"/>
                    <a:pt x="2780" y="1601"/>
                    <a:pt x="2930" y="1548"/>
                  </a:cubicBezTo>
                  <a:cubicBezTo>
                    <a:pt x="3115" y="1484"/>
                    <a:pt x="3301" y="1415"/>
                    <a:pt x="3487" y="1346"/>
                  </a:cubicBezTo>
                  <a:cubicBezTo>
                    <a:pt x="3536" y="1330"/>
                    <a:pt x="3604" y="1298"/>
                    <a:pt x="3604" y="1213"/>
                  </a:cubicBezTo>
                  <a:cubicBezTo>
                    <a:pt x="3588" y="1063"/>
                    <a:pt x="3588" y="910"/>
                    <a:pt x="3588" y="760"/>
                  </a:cubicBezTo>
                  <a:cubicBezTo>
                    <a:pt x="3588" y="623"/>
                    <a:pt x="3604" y="474"/>
                    <a:pt x="3588" y="336"/>
                  </a:cubicBezTo>
                  <a:lnTo>
                    <a:pt x="3588" y="272"/>
                  </a:lnTo>
                  <a:cubicBezTo>
                    <a:pt x="3588" y="187"/>
                    <a:pt x="3572" y="102"/>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6"/>
            <p:cNvSpPr/>
            <p:nvPr/>
          </p:nvSpPr>
          <p:spPr>
            <a:xfrm>
              <a:off x="746257" y="3472795"/>
              <a:ext cx="3278" cy="87903"/>
            </a:xfrm>
            <a:custGeom>
              <a:rect b="b" l="l" r="r" t="t"/>
              <a:pathLst>
                <a:path extrusionOk="0" h="885" w="33">
                  <a:moveTo>
                    <a:pt x="12" y="1"/>
                  </a:moveTo>
                  <a:cubicBezTo>
                    <a:pt x="9" y="1"/>
                    <a:pt x="6" y="2"/>
                    <a:pt x="0" y="8"/>
                  </a:cubicBezTo>
                  <a:cubicBezTo>
                    <a:pt x="17" y="145"/>
                    <a:pt x="17" y="295"/>
                    <a:pt x="17" y="432"/>
                  </a:cubicBezTo>
                  <a:cubicBezTo>
                    <a:pt x="0" y="497"/>
                    <a:pt x="0" y="581"/>
                    <a:pt x="0" y="666"/>
                  </a:cubicBezTo>
                  <a:cubicBezTo>
                    <a:pt x="17" y="715"/>
                    <a:pt x="17" y="751"/>
                    <a:pt x="17" y="800"/>
                  </a:cubicBezTo>
                  <a:cubicBezTo>
                    <a:pt x="0" y="816"/>
                    <a:pt x="0" y="852"/>
                    <a:pt x="0" y="868"/>
                  </a:cubicBezTo>
                  <a:lnTo>
                    <a:pt x="17" y="884"/>
                  </a:lnTo>
                  <a:cubicBezTo>
                    <a:pt x="33" y="884"/>
                    <a:pt x="33" y="868"/>
                    <a:pt x="33" y="868"/>
                  </a:cubicBezTo>
                  <a:lnTo>
                    <a:pt x="33" y="800"/>
                  </a:lnTo>
                  <a:lnTo>
                    <a:pt x="33" y="666"/>
                  </a:lnTo>
                  <a:lnTo>
                    <a:pt x="33" y="432"/>
                  </a:lnTo>
                  <a:cubicBezTo>
                    <a:pt x="33" y="295"/>
                    <a:pt x="33" y="14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6"/>
            <p:cNvSpPr/>
            <p:nvPr/>
          </p:nvSpPr>
          <p:spPr>
            <a:xfrm>
              <a:off x="749435" y="2667866"/>
              <a:ext cx="3377" cy="77076"/>
            </a:xfrm>
            <a:custGeom>
              <a:rect b="b" l="l" r="r" t="t"/>
              <a:pathLst>
                <a:path extrusionOk="0" h="776" w="34">
                  <a:moveTo>
                    <a:pt x="17" y="0"/>
                  </a:moveTo>
                  <a:cubicBezTo>
                    <a:pt x="1" y="0"/>
                    <a:pt x="1" y="0"/>
                    <a:pt x="1" y="16"/>
                  </a:cubicBezTo>
                  <a:lnTo>
                    <a:pt x="1" y="303"/>
                  </a:lnTo>
                  <a:cubicBezTo>
                    <a:pt x="1" y="457"/>
                    <a:pt x="1" y="606"/>
                    <a:pt x="17" y="776"/>
                  </a:cubicBezTo>
                  <a:lnTo>
                    <a:pt x="33" y="776"/>
                  </a:lnTo>
                  <a:cubicBezTo>
                    <a:pt x="17" y="606"/>
                    <a:pt x="17" y="457"/>
                    <a:pt x="33" y="303"/>
                  </a:cubicBezTo>
                  <a:lnTo>
                    <a:pt x="33" y="16"/>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6"/>
            <p:cNvSpPr/>
            <p:nvPr/>
          </p:nvSpPr>
          <p:spPr>
            <a:xfrm>
              <a:off x="528735" y="2529009"/>
              <a:ext cx="110449" cy="55423"/>
            </a:xfrm>
            <a:custGeom>
              <a:rect b="b" l="l" r="r" t="t"/>
              <a:pathLst>
                <a:path extrusionOk="0" h="558" w="1112">
                  <a:moveTo>
                    <a:pt x="1096" y="0"/>
                  </a:moveTo>
                  <a:cubicBezTo>
                    <a:pt x="1043" y="53"/>
                    <a:pt x="995" y="69"/>
                    <a:pt x="942" y="101"/>
                  </a:cubicBezTo>
                  <a:cubicBezTo>
                    <a:pt x="910" y="101"/>
                    <a:pt x="894" y="118"/>
                    <a:pt x="861" y="118"/>
                  </a:cubicBezTo>
                  <a:lnTo>
                    <a:pt x="255" y="421"/>
                  </a:lnTo>
                  <a:cubicBezTo>
                    <a:pt x="171" y="457"/>
                    <a:pt x="102" y="489"/>
                    <a:pt x="17" y="542"/>
                  </a:cubicBezTo>
                  <a:cubicBezTo>
                    <a:pt x="17" y="542"/>
                    <a:pt x="1" y="542"/>
                    <a:pt x="17" y="558"/>
                  </a:cubicBezTo>
                  <a:lnTo>
                    <a:pt x="33" y="558"/>
                  </a:lnTo>
                  <a:cubicBezTo>
                    <a:pt x="102" y="522"/>
                    <a:pt x="187" y="489"/>
                    <a:pt x="255" y="441"/>
                  </a:cubicBezTo>
                  <a:cubicBezTo>
                    <a:pt x="457" y="356"/>
                    <a:pt x="676" y="255"/>
                    <a:pt x="878" y="154"/>
                  </a:cubicBezTo>
                  <a:cubicBezTo>
                    <a:pt x="910" y="138"/>
                    <a:pt x="926" y="138"/>
                    <a:pt x="962" y="118"/>
                  </a:cubicBezTo>
                  <a:cubicBezTo>
                    <a:pt x="1011" y="101"/>
                    <a:pt x="1063" y="69"/>
                    <a:pt x="1112" y="37"/>
                  </a:cubicBezTo>
                  <a:lnTo>
                    <a:pt x="11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6"/>
            <p:cNvSpPr/>
            <p:nvPr/>
          </p:nvSpPr>
          <p:spPr>
            <a:xfrm>
              <a:off x="528735" y="3030998"/>
              <a:ext cx="110449" cy="136870"/>
            </a:xfrm>
            <a:custGeom>
              <a:rect b="b" l="l" r="r" t="t"/>
              <a:pathLst>
                <a:path extrusionOk="0" h="1378" w="1112">
                  <a:moveTo>
                    <a:pt x="1080" y="0"/>
                  </a:moveTo>
                  <a:cubicBezTo>
                    <a:pt x="1075" y="0"/>
                    <a:pt x="1071" y="4"/>
                    <a:pt x="1063" y="12"/>
                  </a:cubicBezTo>
                  <a:lnTo>
                    <a:pt x="1063" y="32"/>
                  </a:lnTo>
                  <a:cubicBezTo>
                    <a:pt x="1096" y="65"/>
                    <a:pt x="1096" y="113"/>
                    <a:pt x="1096" y="150"/>
                  </a:cubicBezTo>
                  <a:lnTo>
                    <a:pt x="1096" y="234"/>
                  </a:lnTo>
                  <a:lnTo>
                    <a:pt x="1096" y="820"/>
                  </a:lnTo>
                  <a:cubicBezTo>
                    <a:pt x="1096" y="905"/>
                    <a:pt x="1063" y="958"/>
                    <a:pt x="1011" y="974"/>
                  </a:cubicBezTo>
                  <a:lnTo>
                    <a:pt x="894" y="1022"/>
                  </a:lnTo>
                  <a:cubicBezTo>
                    <a:pt x="623" y="1123"/>
                    <a:pt x="373" y="1224"/>
                    <a:pt x="102" y="1345"/>
                  </a:cubicBezTo>
                  <a:lnTo>
                    <a:pt x="17" y="1345"/>
                  </a:lnTo>
                  <a:cubicBezTo>
                    <a:pt x="17" y="1345"/>
                    <a:pt x="1" y="1345"/>
                    <a:pt x="1" y="1361"/>
                  </a:cubicBezTo>
                  <a:lnTo>
                    <a:pt x="17" y="1361"/>
                  </a:lnTo>
                  <a:cubicBezTo>
                    <a:pt x="33" y="1361"/>
                    <a:pt x="33" y="1378"/>
                    <a:pt x="53" y="1378"/>
                  </a:cubicBezTo>
                  <a:lnTo>
                    <a:pt x="86" y="1378"/>
                  </a:lnTo>
                  <a:cubicBezTo>
                    <a:pt x="102" y="1378"/>
                    <a:pt x="102" y="1378"/>
                    <a:pt x="118" y="1361"/>
                  </a:cubicBezTo>
                  <a:cubicBezTo>
                    <a:pt x="373" y="1244"/>
                    <a:pt x="639" y="1143"/>
                    <a:pt x="894" y="1042"/>
                  </a:cubicBezTo>
                  <a:lnTo>
                    <a:pt x="1011" y="1006"/>
                  </a:lnTo>
                  <a:cubicBezTo>
                    <a:pt x="1080" y="974"/>
                    <a:pt x="1112" y="921"/>
                    <a:pt x="1112" y="820"/>
                  </a:cubicBezTo>
                  <a:lnTo>
                    <a:pt x="1112" y="234"/>
                  </a:lnTo>
                  <a:lnTo>
                    <a:pt x="1112" y="150"/>
                  </a:lnTo>
                  <a:cubicBezTo>
                    <a:pt x="1112" y="97"/>
                    <a:pt x="1112" y="65"/>
                    <a:pt x="1096" y="12"/>
                  </a:cubicBezTo>
                  <a:cubicBezTo>
                    <a:pt x="1088" y="4"/>
                    <a:pt x="1084" y="0"/>
                    <a:pt x="1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6"/>
            <p:cNvSpPr/>
            <p:nvPr/>
          </p:nvSpPr>
          <p:spPr>
            <a:xfrm>
              <a:off x="1521886" y="3684159"/>
              <a:ext cx="3278" cy="50258"/>
            </a:xfrm>
            <a:custGeom>
              <a:rect b="b" l="l" r="r" t="t"/>
              <a:pathLst>
                <a:path extrusionOk="0" h="506" w="33">
                  <a:moveTo>
                    <a:pt x="32" y="1"/>
                  </a:moveTo>
                  <a:cubicBezTo>
                    <a:pt x="16" y="1"/>
                    <a:pt x="16" y="21"/>
                    <a:pt x="16" y="21"/>
                  </a:cubicBezTo>
                  <a:cubicBezTo>
                    <a:pt x="0" y="138"/>
                    <a:pt x="0" y="255"/>
                    <a:pt x="0" y="372"/>
                  </a:cubicBezTo>
                  <a:lnTo>
                    <a:pt x="0" y="489"/>
                  </a:lnTo>
                  <a:lnTo>
                    <a:pt x="0" y="506"/>
                  </a:lnTo>
                  <a:cubicBezTo>
                    <a:pt x="16" y="506"/>
                    <a:pt x="16" y="506"/>
                    <a:pt x="16" y="489"/>
                  </a:cubicBezTo>
                  <a:lnTo>
                    <a:pt x="16" y="372"/>
                  </a:lnTo>
                  <a:cubicBezTo>
                    <a:pt x="16" y="255"/>
                    <a:pt x="16" y="138"/>
                    <a:pt x="32" y="21"/>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6"/>
            <p:cNvSpPr/>
            <p:nvPr/>
          </p:nvSpPr>
          <p:spPr>
            <a:xfrm>
              <a:off x="500328" y="3167768"/>
              <a:ext cx="138856" cy="155344"/>
            </a:xfrm>
            <a:custGeom>
              <a:rect b="b" l="l" r="r" t="t"/>
              <a:pathLst>
                <a:path extrusionOk="0" h="1564" w="1398">
                  <a:moveTo>
                    <a:pt x="1366" y="1"/>
                  </a:moveTo>
                  <a:lnTo>
                    <a:pt x="0" y="489"/>
                  </a:lnTo>
                  <a:lnTo>
                    <a:pt x="0" y="506"/>
                  </a:lnTo>
                  <a:cubicBezTo>
                    <a:pt x="0" y="522"/>
                    <a:pt x="0" y="522"/>
                    <a:pt x="16" y="522"/>
                  </a:cubicBezTo>
                  <a:lnTo>
                    <a:pt x="1366" y="17"/>
                  </a:lnTo>
                  <a:cubicBezTo>
                    <a:pt x="1382" y="304"/>
                    <a:pt x="1382" y="574"/>
                    <a:pt x="1382" y="825"/>
                  </a:cubicBezTo>
                  <a:lnTo>
                    <a:pt x="1382" y="1160"/>
                  </a:lnTo>
                  <a:lnTo>
                    <a:pt x="404" y="1532"/>
                  </a:lnTo>
                  <a:cubicBezTo>
                    <a:pt x="388" y="1532"/>
                    <a:pt x="388" y="1548"/>
                    <a:pt x="388" y="1548"/>
                  </a:cubicBezTo>
                  <a:lnTo>
                    <a:pt x="404" y="1564"/>
                  </a:lnTo>
                  <a:lnTo>
                    <a:pt x="1398" y="1196"/>
                  </a:lnTo>
                  <a:lnTo>
                    <a:pt x="1398" y="1180"/>
                  </a:lnTo>
                  <a:lnTo>
                    <a:pt x="1398" y="825"/>
                  </a:lnTo>
                  <a:cubicBezTo>
                    <a:pt x="1398" y="554"/>
                    <a:pt x="1398" y="287"/>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6"/>
            <p:cNvSpPr/>
            <p:nvPr/>
          </p:nvSpPr>
          <p:spPr>
            <a:xfrm>
              <a:off x="791152" y="2970410"/>
              <a:ext cx="5364" cy="93961"/>
            </a:xfrm>
            <a:custGeom>
              <a:rect b="b" l="l" r="r" t="t"/>
              <a:pathLst>
                <a:path extrusionOk="0" h="946" w="54">
                  <a:moveTo>
                    <a:pt x="17" y="0"/>
                  </a:moveTo>
                  <a:cubicBezTo>
                    <a:pt x="1" y="0"/>
                    <a:pt x="1" y="16"/>
                    <a:pt x="1" y="16"/>
                  </a:cubicBezTo>
                  <a:cubicBezTo>
                    <a:pt x="17" y="202"/>
                    <a:pt x="17" y="388"/>
                    <a:pt x="17" y="558"/>
                  </a:cubicBezTo>
                  <a:cubicBezTo>
                    <a:pt x="17" y="590"/>
                    <a:pt x="17" y="622"/>
                    <a:pt x="1" y="675"/>
                  </a:cubicBezTo>
                  <a:cubicBezTo>
                    <a:pt x="1" y="760"/>
                    <a:pt x="1" y="844"/>
                    <a:pt x="17" y="925"/>
                  </a:cubicBezTo>
                  <a:cubicBezTo>
                    <a:pt x="17" y="925"/>
                    <a:pt x="17" y="945"/>
                    <a:pt x="37" y="945"/>
                  </a:cubicBezTo>
                  <a:lnTo>
                    <a:pt x="37" y="925"/>
                  </a:lnTo>
                  <a:lnTo>
                    <a:pt x="37" y="675"/>
                  </a:lnTo>
                  <a:lnTo>
                    <a:pt x="37" y="558"/>
                  </a:lnTo>
                  <a:cubicBezTo>
                    <a:pt x="53" y="388"/>
                    <a:pt x="53" y="202"/>
                    <a:pt x="37" y="16"/>
                  </a:cubicBezTo>
                  <a:cubicBezTo>
                    <a:pt x="17" y="16"/>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6"/>
            <p:cNvSpPr/>
            <p:nvPr/>
          </p:nvSpPr>
          <p:spPr>
            <a:xfrm>
              <a:off x="1582077" y="3592283"/>
              <a:ext cx="6853" cy="77176"/>
            </a:xfrm>
            <a:custGeom>
              <a:rect b="b" l="l" r="r" t="t"/>
              <a:pathLst>
                <a:path extrusionOk="0" h="777" w="69">
                  <a:moveTo>
                    <a:pt x="53" y="1"/>
                  </a:moveTo>
                  <a:cubicBezTo>
                    <a:pt x="53" y="1"/>
                    <a:pt x="32" y="1"/>
                    <a:pt x="32" y="17"/>
                  </a:cubicBezTo>
                  <a:cubicBezTo>
                    <a:pt x="16" y="138"/>
                    <a:pt x="16" y="271"/>
                    <a:pt x="16" y="388"/>
                  </a:cubicBezTo>
                  <a:cubicBezTo>
                    <a:pt x="16" y="473"/>
                    <a:pt x="32" y="558"/>
                    <a:pt x="16" y="643"/>
                  </a:cubicBezTo>
                  <a:lnTo>
                    <a:pt x="16" y="675"/>
                  </a:lnTo>
                  <a:cubicBezTo>
                    <a:pt x="32" y="708"/>
                    <a:pt x="32" y="744"/>
                    <a:pt x="16" y="760"/>
                  </a:cubicBezTo>
                  <a:cubicBezTo>
                    <a:pt x="0" y="776"/>
                    <a:pt x="16" y="776"/>
                    <a:pt x="16" y="776"/>
                  </a:cubicBezTo>
                  <a:lnTo>
                    <a:pt x="32" y="776"/>
                  </a:lnTo>
                  <a:cubicBezTo>
                    <a:pt x="53" y="744"/>
                    <a:pt x="53" y="708"/>
                    <a:pt x="53" y="675"/>
                  </a:cubicBezTo>
                  <a:lnTo>
                    <a:pt x="53" y="643"/>
                  </a:lnTo>
                  <a:lnTo>
                    <a:pt x="53" y="388"/>
                  </a:lnTo>
                  <a:cubicBezTo>
                    <a:pt x="53" y="271"/>
                    <a:pt x="53" y="13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6"/>
            <p:cNvSpPr/>
            <p:nvPr/>
          </p:nvSpPr>
          <p:spPr>
            <a:xfrm>
              <a:off x="1037180" y="2378532"/>
              <a:ext cx="3278" cy="78765"/>
            </a:xfrm>
            <a:custGeom>
              <a:rect b="b" l="l" r="r" t="t"/>
              <a:pathLst>
                <a:path extrusionOk="0" h="793" w="33">
                  <a:moveTo>
                    <a:pt x="16" y="1"/>
                  </a:moveTo>
                  <a:cubicBezTo>
                    <a:pt x="0" y="1"/>
                    <a:pt x="0" y="17"/>
                    <a:pt x="0" y="17"/>
                  </a:cubicBezTo>
                  <a:lnTo>
                    <a:pt x="0" y="304"/>
                  </a:lnTo>
                  <a:cubicBezTo>
                    <a:pt x="0" y="457"/>
                    <a:pt x="0" y="623"/>
                    <a:pt x="16" y="776"/>
                  </a:cubicBezTo>
                  <a:lnTo>
                    <a:pt x="16" y="792"/>
                  </a:lnTo>
                  <a:lnTo>
                    <a:pt x="33" y="792"/>
                  </a:lnTo>
                  <a:lnTo>
                    <a:pt x="33" y="776"/>
                  </a:lnTo>
                  <a:cubicBezTo>
                    <a:pt x="16" y="623"/>
                    <a:pt x="16" y="457"/>
                    <a:pt x="16" y="304"/>
                  </a:cubicBezTo>
                  <a:cubicBezTo>
                    <a:pt x="33" y="203"/>
                    <a:pt x="33" y="118"/>
                    <a:pt x="16"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6"/>
            <p:cNvSpPr/>
            <p:nvPr/>
          </p:nvSpPr>
          <p:spPr>
            <a:xfrm>
              <a:off x="1252616" y="2166274"/>
              <a:ext cx="160609" cy="189115"/>
            </a:xfrm>
            <a:custGeom>
              <a:rect b="b" l="l" r="r" t="t"/>
              <a:pathLst>
                <a:path extrusionOk="0" h="1904" w="1617">
                  <a:moveTo>
                    <a:pt x="1616" y="1"/>
                  </a:moveTo>
                  <a:cubicBezTo>
                    <a:pt x="1532" y="1"/>
                    <a:pt x="1451" y="33"/>
                    <a:pt x="1382" y="69"/>
                  </a:cubicBezTo>
                  <a:cubicBezTo>
                    <a:pt x="1382" y="85"/>
                    <a:pt x="1366" y="85"/>
                    <a:pt x="1350" y="102"/>
                  </a:cubicBezTo>
                  <a:cubicBezTo>
                    <a:pt x="1128" y="219"/>
                    <a:pt x="893" y="320"/>
                    <a:pt x="659" y="421"/>
                  </a:cubicBezTo>
                  <a:cubicBezTo>
                    <a:pt x="489" y="506"/>
                    <a:pt x="303" y="590"/>
                    <a:pt x="118" y="691"/>
                  </a:cubicBezTo>
                  <a:cubicBezTo>
                    <a:pt x="37" y="724"/>
                    <a:pt x="17" y="760"/>
                    <a:pt x="17" y="841"/>
                  </a:cubicBezTo>
                  <a:cubicBezTo>
                    <a:pt x="17" y="1043"/>
                    <a:pt x="17" y="1245"/>
                    <a:pt x="1" y="1431"/>
                  </a:cubicBezTo>
                  <a:lnTo>
                    <a:pt x="1" y="1734"/>
                  </a:lnTo>
                  <a:lnTo>
                    <a:pt x="1" y="1835"/>
                  </a:lnTo>
                  <a:cubicBezTo>
                    <a:pt x="1" y="1851"/>
                    <a:pt x="1" y="1871"/>
                    <a:pt x="17" y="1887"/>
                  </a:cubicBezTo>
                  <a:lnTo>
                    <a:pt x="17" y="1903"/>
                  </a:lnTo>
                  <a:lnTo>
                    <a:pt x="53" y="1903"/>
                  </a:lnTo>
                  <a:cubicBezTo>
                    <a:pt x="85" y="1887"/>
                    <a:pt x="118" y="1887"/>
                    <a:pt x="154" y="1871"/>
                  </a:cubicBezTo>
                  <a:cubicBezTo>
                    <a:pt x="421" y="1734"/>
                    <a:pt x="724" y="1600"/>
                    <a:pt x="994" y="1467"/>
                  </a:cubicBezTo>
                  <a:cubicBezTo>
                    <a:pt x="1180" y="1382"/>
                    <a:pt x="1366" y="1313"/>
                    <a:pt x="1532" y="1229"/>
                  </a:cubicBezTo>
                  <a:cubicBezTo>
                    <a:pt x="1552" y="1213"/>
                    <a:pt x="1568" y="1213"/>
                    <a:pt x="1568" y="1213"/>
                  </a:cubicBezTo>
                  <a:lnTo>
                    <a:pt x="1600" y="1213"/>
                  </a:lnTo>
                  <a:lnTo>
                    <a:pt x="1616" y="1196"/>
                  </a:lnTo>
                  <a:cubicBezTo>
                    <a:pt x="1600" y="1196"/>
                    <a:pt x="1600" y="1180"/>
                    <a:pt x="1600" y="1180"/>
                  </a:cubicBezTo>
                  <a:cubicBezTo>
                    <a:pt x="1584" y="1180"/>
                    <a:pt x="1584" y="1180"/>
                    <a:pt x="1568" y="1196"/>
                  </a:cubicBezTo>
                  <a:lnTo>
                    <a:pt x="1515" y="1196"/>
                  </a:lnTo>
                  <a:cubicBezTo>
                    <a:pt x="1350" y="1281"/>
                    <a:pt x="1164" y="1366"/>
                    <a:pt x="994" y="1447"/>
                  </a:cubicBezTo>
                  <a:cubicBezTo>
                    <a:pt x="707" y="1584"/>
                    <a:pt x="421" y="1717"/>
                    <a:pt x="138" y="1851"/>
                  </a:cubicBezTo>
                  <a:cubicBezTo>
                    <a:pt x="101" y="1871"/>
                    <a:pt x="85" y="1871"/>
                    <a:pt x="53" y="1871"/>
                  </a:cubicBezTo>
                  <a:lnTo>
                    <a:pt x="37" y="1871"/>
                  </a:lnTo>
                  <a:lnTo>
                    <a:pt x="37" y="1835"/>
                  </a:lnTo>
                  <a:lnTo>
                    <a:pt x="37" y="1734"/>
                  </a:lnTo>
                  <a:lnTo>
                    <a:pt x="37" y="1431"/>
                  </a:lnTo>
                  <a:lnTo>
                    <a:pt x="37" y="841"/>
                  </a:lnTo>
                  <a:cubicBezTo>
                    <a:pt x="37" y="776"/>
                    <a:pt x="69" y="740"/>
                    <a:pt x="138" y="708"/>
                  </a:cubicBezTo>
                  <a:cubicBezTo>
                    <a:pt x="303" y="623"/>
                    <a:pt x="489" y="538"/>
                    <a:pt x="675" y="457"/>
                  </a:cubicBezTo>
                  <a:cubicBezTo>
                    <a:pt x="909" y="336"/>
                    <a:pt x="1128" y="235"/>
                    <a:pt x="1366" y="118"/>
                  </a:cubicBezTo>
                  <a:cubicBezTo>
                    <a:pt x="1382" y="118"/>
                    <a:pt x="1382" y="102"/>
                    <a:pt x="1398" y="102"/>
                  </a:cubicBezTo>
                  <a:cubicBezTo>
                    <a:pt x="1467" y="69"/>
                    <a:pt x="1532" y="17"/>
                    <a:pt x="1616" y="17"/>
                  </a:cubicBezTo>
                  <a:lnTo>
                    <a:pt x="16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6"/>
            <p:cNvSpPr/>
            <p:nvPr/>
          </p:nvSpPr>
          <p:spPr>
            <a:xfrm>
              <a:off x="2026655" y="3702633"/>
              <a:ext cx="5264" cy="31784"/>
            </a:xfrm>
            <a:custGeom>
              <a:rect b="b" l="l" r="r" t="t"/>
              <a:pathLst>
                <a:path extrusionOk="0" h="320" w="53">
                  <a:moveTo>
                    <a:pt x="20" y="1"/>
                  </a:moveTo>
                  <a:cubicBezTo>
                    <a:pt x="0" y="69"/>
                    <a:pt x="0" y="138"/>
                    <a:pt x="0" y="202"/>
                  </a:cubicBezTo>
                  <a:lnTo>
                    <a:pt x="0" y="303"/>
                  </a:lnTo>
                  <a:cubicBezTo>
                    <a:pt x="0" y="320"/>
                    <a:pt x="20" y="320"/>
                    <a:pt x="20" y="320"/>
                  </a:cubicBezTo>
                  <a:cubicBezTo>
                    <a:pt x="20" y="320"/>
                    <a:pt x="36" y="320"/>
                    <a:pt x="36" y="303"/>
                  </a:cubicBezTo>
                  <a:lnTo>
                    <a:pt x="36" y="186"/>
                  </a:lnTo>
                  <a:cubicBezTo>
                    <a:pt x="36" y="138"/>
                    <a:pt x="20" y="69"/>
                    <a:pt x="53" y="17"/>
                  </a:cubicBezTo>
                  <a:cubicBezTo>
                    <a:pt x="53" y="1"/>
                    <a:pt x="36" y="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6"/>
            <p:cNvSpPr/>
            <p:nvPr/>
          </p:nvSpPr>
          <p:spPr>
            <a:xfrm>
              <a:off x="1254205" y="1607373"/>
              <a:ext cx="164184" cy="219608"/>
            </a:xfrm>
            <a:custGeom>
              <a:rect b="b" l="l" r="r" t="t"/>
              <a:pathLst>
                <a:path extrusionOk="0" h="2211" w="1653">
                  <a:moveTo>
                    <a:pt x="1574" y="0"/>
                  </a:moveTo>
                  <a:cubicBezTo>
                    <a:pt x="1542" y="0"/>
                    <a:pt x="1513" y="20"/>
                    <a:pt x="1483" y="41"/>
                  </a:cubicBezTo>
                  <a:lnTo>
                    <a:pt x="1467" y="41"/>
                  </a:lnTo>
                  <a:cubicBezTo>
                    <a:pt x="1213" y="174"/>
                    <a:pt x="962" y="307"/>
                    <a:pt x="728" y="445"/>
                  </a:cubicBezTo>
                  <a:cubicBezTo>
                    <a:pt x="659" y="493"/>
                    <a:pt x="574" y="530"/>
                    <a:pt x="506" y="578"/>
                  </a:cubicBezTo>
                  <a:cubicBezTo>
                    <a:pt x="473" y="594"/>
                    <a:pt x="425" y="610"/>
                    <a:pt x="388" y="647"/>
                  </a:cubicBezTo>
                  <a:cubicBezTo>
                    <a:pt x="304" y="695"/>
                    <a:pt x="203" y="748"/>
                    <a:pt x="122" y="780"/>
                  </a:cubicBezTo>
                  <a:cubicBezTo>
                    <a:pt x="53" y="812"/>
                    <a:pt x="21" y="865"/>
                    <a:pt x="21" y="934"/>
                  </a:cubicBezTo>
                  <a:lnTo>
                    <a:pt x="21" y="1200"/>
                  </a:lnTo>
                  <a:cubicBezTo>
                    <a:pt x="37" y="1471"/>
                    <a:pt x="37" y="1758"/>
                    <a:pt x="21" y="2024"/>
                  </a:cubicBezTo>
                  <a:cubicBezTo>
                    <a:pt x="1" y="2093"/>
                    <a:pt x="21" y="2145"/>
                    <a:pt x="37" y="2194"/>
                  </a:cubicBezTo>
                  <a:lnTo>
                    <a:pt x="53" y="2210"/>
                  </a:lnTo>
                  <a:cubicBezTo>
                    <a:pt x="69" y="2194"/>
                    <a:pt x="69" y="2194"/>
                    <a:pt x="69" y="2178"/>
                  </a:cubicBezTo>
                  <a:cubicBezTo>
                    <a:pt x="53" y="2145"/>
                    <a:pt x="37" y="2093"/>
                    <a:pt x="37" y="2024"/>
                  </a:cubicBezTo>
                  <a:cubicBezTo>
                    <a:pt x="53" y="1758"/>
                    <a:pt x="53" y="1471"/>
                    <a:pt x="53" y="1200"/>
                  </a:cubicBezTo>
                  <a:lnTo>
                    <a:pt x="53" y="934"/>
                  </a:lnTo>
                  <a:cubicBezTo>
                    <a:pt x="53" y="865"/>
                    <a:pt x="69" y="833"/>
                    <a:pt x="122" y="812"/>
                  </a:cubicBezTo>
                  <a:cubicBezTo>
                    <a:pt x="223" y="764"/>
                    <a:pt x="304" y="711"/>
                    <a:pt x="405" y="663"/>
                  </a:cubicBezTo>
                  <a:cubicBezTo>
                    <a:pt x="441" y="647"/>
                    <a:pt x="473" y="610"/>
                    <a:pt x="526" y="594"/>
                  </a:cubicBezTo>
                  <a:cubicBezTo>
                    <a:pt x="590" y="562"/>
                    <a:pt x="659" y="509"/>
                    <a:pt x="744" y="477"/>
                  </a:cubicBezTo>
                  <a:cubicBezTo>
                    <a:pt x="978" y="344"/>
                    <a:pt x="1233" y="206"/>
                    <a:pt x="1483" y="73"/>
                  </a:cubicBezTo>
                  <a:lnTo>
                    <a:pt x="1499" y="57"/>
                  </a:lnTo>
                  <a:cubicBezTo>
                    <a:pt x="1529" y="39"/>
                    <a:pt x="1552" y="25"/>
                    <a:pt x="1572" y="25"/>
                  </a:cubicBezTo>
                  <a:cubicBezTo>
                    <a:pt x="1588" y="25"/>
                    <a:pt x="1602" y="34"/>
                    <a:pt x="1617" y="57"/>
                  </a:cubicBezTo>
                  <a:cubicBezTo>
                    <a:pt x="1600" y="89"/>
                    <a:pt x="1584" y="142"/>
                    <a:pt x="1600" y="174"/>
                  </a:cubicBezTo>
                  <a:cubicBezTo>
                    <a:pt x="1600" y="275"/>
                    <a:pt x="1568" y="307"/>
                    <a:pt x="1483" y="360"/>
                  </a:cubicBezTo>
                  <a:cubicBezTo>
                    <a:pt x="1196" y="493"/>
                    <a:pt x="930" y="647"/>
                    <a:pt x="659" y="796"/>
                  </a:cubicBezTo>
                  <a:cubicBezTo>
                    <a:pt x="506" y="865"/>
                    <a:pt x="372" y="950"/>
                    <a:pt x="239" y="1014"/>
                  </a:cubicBezTo>
                  <a:cubicBezTo>
                    <a:pt x="170" y="1051"/>
                    <a:pt x="154" y="1099"/>
                    <a:pt x="154" y="1168"/>
                  </a:cubicBezTo>
                  <a:cubicBezTo>
                    <a:pt x="170" y="1285"/>
                    <a:pt x="170" y="1418"/>
                    <a:pt x="170" y="1539"/>
                  </a:cubicBezTo>
                  <a:lnTo>
                    <a:pt x="170" y="1907"/>
                  </a:lnTo>
                  <a:cubicBezTo>
                    <a:pt x="170" y="1923"/>
                    <a:pt x="154" y="1943"/>
                    <a:pt x="154" y="1960"/>
                  </a:cubicBezTo>
                  <a:cubicBezTo>
                    <a:pt x="154" y="2008"/>
                    <a:pt x="154" y="2061"/>
                    <a:pt x="170" y="2109"/>
                  </a:cubicBezTo>
                  <a:cubicBezTo>
                    <a:pt x="186" y="2125"/>
                    <a:pt x="186" y="2125"/>
                    <a:pt x="203" y="2125"/>
                  </a:cubicBezTo>
                  <a:lnTo>
                    <a:pt x="203" y="2109"/>
                  </a:lnTo>
                  <a:cubicBezTo>
                    <a:pt x="170" y="2061"/>
                    <a:pt x="186" y="2008"/>
                    <a:pt x="186" y="1976"/>
                  </a:cubicBezTo>
                  <a:lnTo>
                    <a:pt x="186" y="1907"/>
                  </a:lnTo>
                  <a:lnTo>
                    <a:pt x="186" y="1539"/>
                  </a:lnTo>
                  <a:lnTo>
                    <a:pt x="186" y="1168"/>
                  </a:lnTo>
                  <a:cubicBezTo>
                    <a:pt x="186" y="1099"/>
                    <a:pt x="203" y="1067"/>
                    <a:pt x="255" y="1034"/>
                  </a:cubicBezTo>
                  <a:cubicBezTo>
                    <a:pt x="388" y="966"/>
                    <a:pt x="526" y="897"/>
                    <a:pt x="659" y="812"/>
                  </a:cubicBezTo>
                  <a:cubicBezTo>
                    <a:pt x="930" y="679"/>
                    <a:pt x="1213" y="530"/>
                    <a:pt x="1499" y="376"/>
                  </a:cubicBezTo>
                  <a:cubicBezTo>
                    <a:pt x="1584" y="344"/>
                    <a:pt x="1637" y="291"/>
                    <a:pt x="1617" y="174"/>
                  </a:cubicBezTo>
                  <a:cubicBezTo>
                    <a:pt x="1617" y="126"/>
                    <a:pt x="1637" y="89"/>
                    <a:pt x="1653" y="57"/>
                  </a:cubicBezTo>
                  <a:lnTo>
                    <a:pt x="1653" y="41"/>
                  </a:lnTo>
                  <a:cubicBezTo>
                    <a:pt x="1624" y="11"/>
                    <a:pt x="1598" y="0"/>
                    <a:pt x="15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6"/>
            <p:cNvSpPr/>
            <p:nvPr/>
          </p:nvSpPr>
          <p:spPr>
            <a:xfrm>
              <a:off x="1286287" y="3293017"/>
              <a:ext cx="4966" cy="100318"/>
            </a:xfrm>
            <a:custGeom>
              <a:rect b="b" l="l" r="r" t="t"/>
              <a:pathLst>
                <a:path extrusionOk="0" h="1010" w="50">
                  <a:moveTo>
                    <a:pt x="17" y="0"/>
                  </a:moveTo>
                  <a:cubicBezTo>
                    <a:pt x="17" y="0"/>
                    <a:pt x="1" y="0"/>
                    <a:pt x="1" y="20"/>
                  </a:cubicBezTo>
                  <a:lnTo>
                    <a:pt x="1" y="222"/>
                  </a:lnTo>
                  <a:lnTo>
                    <a:pt x="1" y="860"/>
                  </a:lnTo>
                  <a:lnTo>
                    <a:pt x="1" y="893"/>
                  </a:lnTo>
                  <a:cubicBezTo>
                    <a:pt x="1" y="929"/>
                    <a:pt x="1" y="978"/>
                    <a:pt x="33" y="1010"/>
                  </a:cubicBezTo>
                  <a:lnTo>
                    <a:pt x="49" y="1010"/>
                  </a:lnTo>
                  <a:lnTo>
                    <a:pt x="49" y="994"/>
                  </a:lnTo>
                  <a:cubicBezTo>
                    <a:pt x="17" y="961"/>
                    <a:pt x="33" y="929"/>
                    <a:pt x="33" y="893"/>
                  </a:cubicBezTo>
                  <a:lnTo>
                    <a:pt x="33" y="860"/>
                  </a:lnTo>
                  <a:lnTo>
                    <a:pt x="33" y="222"/>
                  </a:lnTo>
                  <a:lnTo>
                    <a:pt x="33" y="20"/>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6"/>
            <p:cNvSpPr/>
            <p:nvPr/>
          </p:nvSpPr>
          <p:spPr>
            <a:xfrm>
              <a:off x="1292743" y="1514305"/>
              <a:ext cx="6953" cy="105582"/>
            </a:xfrm>
            <a:custGeom>
              <a:rect b="b" l="l" r="r" t="t"/>
              <a:pathLst>
                <a:path extrusionOk="0" h="1063" w="70">
                  <a:moveTo>
                    <a:pt x="0" y="0"/>
                  </a:moveTo>
                  <a:cubicBezTo>
                    <a:pt x="17" y="170"/>
                    <a:pt x="17" y="319"/>
                    <a:pt x="17" y="473"/>
                  </a:cubicBezTo>
                  <a:lnTo>
                    <a:pt x="17" y="776"/>
                  </a:lnTo>
                  <a:lnTo>
                    <a:pt x="17" y="861"/>
                  </a:lnTo>
                  <a:cubicBezTo>
                    <a:pt x="17" y="925"/>
                    <a:pt x="0" y="994"/>
                    <a:pt x="53" y="1063"/>
                  </a:cubicBezTo>
                  <a:lnTo>
                    <a:pt x="69" y="1063"/>
                  </a:lnTo>
                  <a:lnTo>
                    <a:pt x="69" y="1042"/>
                  </a:lnTo>
                  <a:cubicBezTo>
                    <a:pt x="37" y="978"/>
                    <a:pt x="37" y="925"/>
                    <a:pt x="37" y="861"/>
                  </a:cubicBezTo>
                  <a:cubicBezTo>
                    <a:pt x="53" y="824"/>
                    <a:pt x="53" y="808"/>
                    <a:pt x="53" y="776"/>
                  </a:cubicBezTo>
                  <a:cubicBezTo>
                    <a:pt x="37" y="675"/>
                    <a:pt x="37" y="574"/>
                    <a:pt x="53" y="473"/>
                  </a:cubicBezTo>
                  <a:cubicBezTo>
                    <a:pt x="53" y="319"/>
                    <a:pt x="53" y="15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6"/>
            <p:cNvSpPr/>
            <p:nvPr/>
          </p:nvSpPr>
          <p:spPr>
            <a:xfrm>
              <a:off x="940040" y="1903858"/>
              <a:ext cx="5364" cy="87207"/>
            </a:xfrm>
            <a:custGeom>
              <a:rect b="b" l="l" r="r" t="t"/>
              <a:pathLst>
                <a:path extrusionOk="0" h="878" w="54">
                  <a:moveTo>
                    <a:pt x="17" y="1"/>
                  </a:moveTo>
                  <a:cubicBezTo>
                    <a:pt x="1" y="1"/>
                    <a:pt x="1" y="17"/>
                    <a:pt x="1" y="17"/>
                  </a:cubicBezTo>
                  <a:lnTo>
                    <a:pt x="1" y="203"/>
                  </a:lnTo>
                  <a:lnTo>
                    <a:pt x="1" y="740"/>
                  </a:lnTo>
                  <a:lnTo>
                    <a:pt x="1" y="756"/>
                  </a:lnTo>
                  <a:cubicBezTo>
                    <a:pt x="1" y="792"/>
                    <a:pt x="1" y="841"/>
                    <a:pt x="17" y="877"/>
                  </a:cubicBezTo>
                  <a:lnTo>
                    <a:pt x="33" y="877"/>
                  </a:lnTo>
                  <a:cubicBezTo>
                    <a:pt x="33" y="877"/>
                    <a:pt x="53" y="877"/>
                    <a:pt x="33" y="857"/>
                  </a:cubicBezTo>
                  <a:cubicBezTo>
                    <a:pt x="17" y="825"/>
                    <a:pt x="33" y="792"/>
                    <a:pt x="33" y="756"/>
                  </a:cubicBezTo>
                  <a:lnTo>
                    <a:pt x="33" y="740"/>
                  </a:lnTo>
                  <a:lnTo>
                    <a:pt x="33" y="203"/>
                  </a:lnTo>
                  <a:lnTo>
                    <a:pt x="33"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6"/>
            <p:cNvSpPr/>
            <p:nvPr/>
          </p:nvSpPr>
          <p:spPr>
            <a:xfrm>
              <a:off x="1924649" y="2298277"/>
              <a:ext cx="122170" cy="256060"/>
            </a:xfrm>
            <a:custGeom>
              <a:rect b="b" l="l" r="r" t="t"/>
              <a:pathLst>
                <a:path extrusionOk="0" h="2578" w="1230">
                  <a:moveTo>
                    <a:pt x="37" y="1"/>
                  </a:moveTo>
                  <a:cubicBezTo>
                    <a:pt x="37" y="1"/>
                    <a:pt x="17" y="1"/>
                    <a:pt x="17" y="17"/>
                  </a:cubicBezTo>
                  <a:cubicBezTo>
                    <a:pt x="1" y="154"/>
                    <a:pt x="1" y="287"/>
                    <a:pt x="1" y="421"/>
                  </a:cubicBezTo>
                  <a:lnTo>
                    <a:pt x="1" y="659"/>
                  </a:lnTo>
                  <a:cubicBezTo>
                    <a:pt x="1" y="708"/>
                    <a:pt x="17" y="724"/>
                    <a:pt x="37" y="724"/>
                  </a:cubicBezTo>
                  <a:cubicBezTo>
                    <a:pt x="53" y="744"/>
                    <a:pt x="53" y="744"/>
                    <a:pt x="70" y="760"/>
                  </a:cubicBezTo>
                  <a:lnTo>
                    <a:pt x="304" y="1148"/>
                  </a:lnTo>
                  <a:cubicBezTo>
                    <a:pt x="575" y="1600"/>
                    <a:pt x="861" y="2057"/>
                    <a:pt x="1148" y="2509"/>
                  </a:cubicBezTo>
                  <a:lnTo>
                    <a:pt x="1197" y="2562"/>
                  </a:lnTo>
                  <a:lnTo>
                    <a:pt x="1213" y="2562"/>
                  </a:lnTo>
                  <a:lnTo>
                    <a:pt x="1213" y="2578"/>
                  </a:lnTo>
                  <a:lnTo>
                    <a:pt x="1229" y="2562"/>
                  </a:lnTo>
                  <a:lnTo>
                    <a:pt x="1229" y="2542"/>
                  </a:lnTo>
                  <a:cubicBezTo>
                    <a:pt x="1229" y="2542"/>
                    <a:pt x="1213" y="2542"/>
                    <a:pt x="1213" y="2525"/>
                  </a:cubicBezTo>
                  <a:cubicBezTo>
                    <a:pt x="1197" y="2525"/>
                    <a:pt x="1181" y="2509"/>
                    <a:pt x="1164" y="2493"/>
                  </a:cubicBezTo>
                  <a:cubicBezTo>
                    <a:pt x="878" y="2037"/>
                    <a:pt x="607" y="1584"/>
                    <a:pt x="320" y="1128"/>
                  </a:cubicBezTo>
                  <a:lnTo>
                    <a:pt x="86" y="744"/>
                  </a:lnTo>
                  <a:lnTo>
                    <a:pt x="53" y="708"/>
                  </a:lnTo>
                  <a:cubicBezTo>
                    <a:pt x="37" y="691"/>
                    <a:pt x="37" y="691"/>
                    <a:pt x="37" y="675"/>
                  </a:cubicBezTo>
                  <a:lnTo>
                    <a:pt x="37" y="405"/>
                  </a:lnTo>
                  <a:cubicBezTo>
                    <a:pt x="37" y="287"/>
                    <a:pt x="17" y="15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6"/>
            <p:cNvSpPr/>
            <p:nvPr/>
          </p:nvSpPr>
          <p:spPr>
            <a:xfrm>
              <a:off x="747846" y="2831553"/>
              <a:ext cx="4966" cy="77076"/>
            </a:xfrm>
            <a:custGeom>
              <a:rect b="b" l="l" r="r" t="t"/>
              <a:pathLst>
                <a:path extrusionOk="0" h="776" w="50">
                  <a:moveTo>
                    <a:pt x="17" y="0"/>
                  </a:moveTo>
                  <a:cubicBezTo>
                    <a:pt x="17" y="0"/>
                    <a:pt x="1" y="0"/>
                    <a:pt x="1" y="21"/>
                  </a:cubicBezTo>
                  <a:cubicBezTo>
                    <a:pt x="17" y="170"/>
                    <a:pt x="17" y="324"/>
                    <a:pt x="17" y="489"/>
                  </a:cubicBezTo>
                  <a:lnTo>
                    <a:pt x="17" y="776"/>
                  </a:lnTo>
                  <a:lnTo>
                    <a:pt x="49" y="776"/>
                  </a:lnTo>
                  <a:cubicBezTo>
                    <a:pt x="33" y="675"/>
                    <a:pt x="49" y="574"/>
                    <a:pt x="49" y="489"/>
                  </a:cubicBezTo>
                  <a:cubicBezTo>
                    <a:pt x="49" y="324"/>
                    <a:pt x="49" y="170"/>
                    <a:pt x="33" y="21"/>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6"/>
            <p:cNvSpPr/>
            <p:nvPr/>
          </p:nvSpPr>
          <p:spPr>
            <a:xfrm>
              <a:off x="1518608" y="3505672"/>
              <a:ext cx="205603" cy="228745"/>
            </a:xfrm>
            <a:custGeom>
              <a:rect b="b" l="l" r="r" t="t"/>
              <a:pathLst>
                <a:path extrusionOk="0" h="2303" w="2070">
                  <a:moveTo>
                    <a:pt x="1" y="0"/>
                  </a:moveTo>
                  <a:lnTo>
                    <a:pt x="1" y="16"/>
                  </a:lnTo>
                  <a:cubicBezTo>
                    <a:pt x="33" y="32"/>
                    <a:pt x="49" y="49"/>
                    <a:pt x="65" y="81"/>
                  </a:cubicBezTo>
                  <a:cubicBezTo>
                    <a:pt x="65" y="117"/>
                    <a:pt x="86" y="133"/>
                    <a:pt x="118" y="150"/>
                  </a:cubicBezTo>
                  <a:cubicBezTo>
                    <a:pt x="320" y="335"/>
                    <a:pt x="522" y="521"/>
                    <a:pt x="724" y="707"/>
                  </a:cubicBezTo>
                  <a:cubicBezTo>
                    <a:pt x="841" y="788"/>
                    <a:pt x="942" y="889"/>
                    <a:pt x="1059" y="990"/>
                  </a:cubicBezTo>
                  <a:cubicBezTo>
                    <a:pt x="1176" y="1091"/>
                    <a:pt x="1314" y="1212"/>
                    <a:pt x="1447" y="1313"/>
                  </a:cubicBezTo>
                  <a:cubicBezTo>
                    <a:pt x="1479" y="1361"/>
                    <a:pt x="1532" y="1394"/>
                    <a:pt x="1580" y="1430"/>
                  </a:cubicBezTo>
                  <a:cubicBezTo>
                    <a:pt x="1601" y="1446"/>
                    <a:pt x="1617" y="1462"/>
                    <a:pt x="1633" y="1479"/>
                  </a:cubicBezTo>
                  <a:cubicBezTo>
                    <a:pt x="1835" y="1648"/>
                    <a:pt x="2037" y="1818"/>
                    <a:pt x="1952" y="2121"/>
                  </a:cubicBezTo>
                  <a:lnTo>
                    <a:pt x="1952" y="2238"/>
                  </a:lnTo>
                  <a:lnTo>
                    <a:pt x="1952" y="2286"/>
                  </a:lnTo>
                  <a:lnTo>
                    <a:pt x="1952" y="2303"/>
                  </a:lnTo>
                  <a:cubicBezTo>
                    <a:pt x="1968" y="2303"/>
                    <a:pt x="1968" y="2303"/>
                    <a:pt x="1968" y="2286"/>
                  </a:cubicBezTo>
                  <a:lnTo>
                    <a:pt x="1968" y="2238"/>
                  </a:lnTo>
                  <a:cubicBezTo>
                    <a:pt x="1968" y="2202"/>
                    <a:pt x="1984" y="2169"/>
                    <a:pt x="1984" y="2137"/>
                  </a:cubicBezTo>
                  <a:cubicBezTo>
                    <a:pt x="2069" y="1798"/>
                    <a:pt x="1851" y="1632"/>
                    <a:pt x="1649" y="1462"/>
                  </a:cubicBezTo>
                  <a:cubicBezTo>
                    <a:pt x="1633" y="1446"/>
                    <a:pt x="1617" y="1430"/>
                    <a:pt x="1601" y="1414"/>
                  </a:cubicBezTo>
                  <a:cubicBezTo>
                    <a:pt x="1548" y="1378"/>
                    <a:pt x="1500" y="1329"/>
                    <a:pt x="1463" y="1293"/>
                  </a:cubicBezTo>
                  <a:cubicBezTo>
                    <a:pt x="1330" y="1192"/>
                    <a:pt x="1197" y="1075"/>
                    <a:pt x="1075" y="974"/>
                  </a:cubicBezTo>
                  <a:cubicBezTo>
                    <a:pt x="958" y="873"/>
                    <a:pt x="857" y="772"/>
                    <a:pt x="740" y="671"/>
                  </a:cubicBezTo>
                  <a:cubicBezTo>
                    <a:pt x="538" y="505"/>
                    <a:pt x="336" y="319"/>
                    <a:pt x="134" y="133"/>
                  </a:cubicBezTo>
                  <a:cubicBezTo>
                    <a:pt x="102" y="117"/>
                    <a:pt x="102" y="101"/>
                    <a:pt x="86" y="65"/>
                  </a:cubicBezTo>
                  <a:cubicBezTo>
                    <a:pt x="65" y="49"/>
                    <a:pt x="49"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6"/>
            <p:cNvSpPr/>
            <p:nvPr/>
          </p:nvSpPr>
          <p:spPr>
            <a:xfrm>
              <a:off x="480264" y="1705307"/>
              <a:ext cx="158920" cy="96743"/>
            </a:xfrm>
            <a:custGeom>
              <a:rect b="b" l="l" r="r" t="t"/>
              <a:pathLst>
                <a:path extrusionOk="0" h="974" w="1600">
                  <a:moveTo>
                    <a:pt x="1592" y="0"/>
                  </a:moveTo>
                  <a:cubicBezTo>
                    <a:pt x="1588" y="0"/>
                    <a:pt x="1584" y="4"/>
                    <a:pt x="1584" y="12"/>
                  </a:cubicBezTo>
                  <a:lnTo>
                    <a:pt x="1414" y="97"/>
                  </a:lnTo>
                  <a:cubicBezTo>
                    <a:pt x="1297" y="182"/>
                    <a:pt x="1164" y="250"/>
                    <a:pt x="1046" y="331"/>
                  </a:cubicBezTo>
                  <a:cubicBezTo>
                    <a:pt x="808" y="469"/>
                    <a:pt x="574" y="618"/>
                    <a:pt x="339" y="755"/>
                  </a:cubicBezTo>
                  <a:lnTo>
                    <a:pt x="16" y="957"/>
                  </a:lnTo>
                  <a:cubicBezTo>
                    <a:pt x="16" y="957"/>
                    <a:pt x="0" y="957"/>
                    <a:pt x="16" y="974"/>
                  </a:cubicBezTo>
                  <a:lnTo>
                    <a:pt x="37" y="974"/>
                  </a:lnTo>
                  <a:lnTo>
                    <a:pt x="356" y="788"/>
                  </a:lnTo>
                  <a:cubicBezTo>
                    <a:pt x="590" y="634"/>
                    <a:pt x="824" y="501"/>
                    <a:pt x="1063" y="351"/>
                  </a:cubicBezTo>
                  <a:cubicBezTo>
                    <a:pt x="1180" y="283"/>
                    <a:pt x="1313" y="198"/>
                    <a:pt x="1430" y="129"/>
                  </a:cubicBezTo>
                  <a:lnTo>
                    <a:pt x="1600" y="28"/>
                  </a:lnTo>
                  <a:lnTo>
                    <a:pt x="1600" y="12"/>
                  </a:lnTo>
                  <a:cubicBezTo>
                    <a:pt x="1600" y="4"/>
                    <a:pt x="1596" y="0"/>
                    <a:pt x="1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6"/>
            <p:cNvSpPr/>
            <p:nvPr/>
          </p:nvSpPr>
          <p:spPr>
            <a:xfrm>
              <a:off x="1269501" y="1446565"/>
              <a:ext cx="142134" cy="184943"/>
            </a:xfrm>
            <a:custGeom>
              <a:rect b="b" l="l" r="r" t="t"/>
              <a:pathLst>
                <a:path extrusionOk="0" h="1862" w="1431">
                  <a:moveTo>
                    <a:pt x="1418" y="0"/>
                  </a:moveTo>
                  <a:cubicBezTo>
                    <a:pt x="1416" y="0"/>
                    <a:pt x="1414" y="2"/>
                    <a:pt x="1414" y="8"/>
                  </a:cubicBezTo>
                  <a:cubicBezTo>
                    <a:pt x="1297" y="28"/>
                    <a:pt x="1196" y="92"/>
                    <a:pt x="1095" y="161"/>
                  </a:cubicBezTo>
                  <a:cubicBezTo>
                    <a:pt x="1026" y="193"/>
                    <a:pt x="978" y="230"/>
                    <a:pt x="909" y="262"/>
                  </a:cubicBezTo>
                  <a:cubicBezTo>
                    <a:pt x="723" y="347"/>
                    <a:pt x="554" y="464"/>
                    <a:pt x="388" y="565"/>
                  </a:cubicBezTo>
                  <a:cubicBezTo>
                    <a:pt x="303" y="613"/>
                    <a:pt x="202" y="666"/>
                    <a:pt x="117" y="714"/>
                  </a:cubicBezTo>
                  <a:cubicBezTo>
                    <a:pt x="49" y="751"/>
                    <a:pt x="16" y="783"/>
                    <a:pt x="16" y="852"/>
                  </a:cubicBezTo>
                  <a:lnTo>
                    <a:pt x="16" y="1458"/>
                  </a:lnTo>
                  <a:lnTo>
                    <a:pt x="16" y="1745"/>
                  </a:lnTo>
                  <a:lnTo>
                    <a:pt x="16" y="1761"/>
                  </a:lnTo>
                  <a:cubicBezTo>
                    <a:pt x="0" y="1793"/>
                    <a:pt x="0" y="1825"/>
                    <a:pt x="32" y="1862"/>
                  </a:cubicBezTo>
                  <a:lnTo>
                    <a:pt x="69" y="1862"/>
                  </a:lnTo>
                  <a:lnTo>
                    <a:pt x="49" y="1846"/>
                  </a:lnTo>
                  <a:cubicBezTo>
                    <a:pt x="32" y="1825"/>
                    <a:pt x="32" y="1793"/>
                    <a:pt x="32" y="1761"/>
                  </a:cubicBezTo>
                  <a:lnTo>
                    <a:pt x="32" y="1745"/>
                  </a:lnTo>
                  <a:lnTo>
                    <a:pt x="32" y="1458"/>
                  </a:lnTo>
                  <a:cubicBezTo>
                    <a:pt x="49" y="1256"/>
                    <a:pt x="49" y="1054"/>
                    <a:pt x="49" y="852"/>
                  </a:cubicBezTo>
                  <a:cubicBezTo>
                    <a:pt x="49" y="799"/>
                    <a:pt x="69" y="767"/>
                    <a:pt x="117" y="735"/>
                  </a:cubicBezTo>
                  <a:cubicBezTo>
                    <a:pt x="218" y="682"/>
                    <a:pt x="303" y="634"/>
                    <a:pt x="404" y="581"/>
                  </a:cubicBezTo>
                  <a:cubicBezTo>
                    <a:pt x="574" y="480"/>
                    <a:pt x="739" y="379"/>
                    <a:pt x="925" y="278"/>
                  </a:cubicBezTo>
                  <a:cubicBezTo>
                    <a:pt x="978" y="262"/>
                    <a:pt x="1042" y="209"/>
                    <a:pt x="1095" y="177"/>
                  </a:cubicBezTo>
                  <a:cubicBezTo>
                    <a:pt x="1196" y="129"/>
                    <a:pt x="1297" y="60"/>
                    <a:pt x="1414" y="28"/>
                  </a:cubicBezTo>
                  <a:cubicBezTo>
                    <a:pt x="1430" y="28"/>
                    <a:pt x="1430" y="8"/>
                    <a:pt x="1430" y="8"/>
                  </a:cubicBezTo>
                  <a:cubicBezTo>
                    <a:pt x="1430" y="8"/>
                    <a:pt x="1423"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6"/>
            <p:cNvSpPr/>
            <p:nvPr/>
          </p:nvSpPr>
          <p:spPr>
            <a:xfrm>
              <a:off x="2136906" y="3055829"/>
              <a:ext cx="5364" cy="26619"/>
            </a:xfrm>
            <a:custGeom>
              <a:rect b="b" l="l" r="r" t="t"/>
              <a:pathLst>
                <a:path extrusionOk="0" h="268" w="54">
                  <a:moveTo>
                    <a:pt x="21" y="1"/>
                  </a:moveTo>
                  <a:cubicBezTo>
                    <a:pt x="1" y="49"/>
                    <a:pt x="1" y="118"/>
                    <a:pt x="1" y="166"/>
                  </a:cubicBezTo>
                  <a:lnTo>
                    <a:pt x="1" y="251"/>
                  </a:lnTo>
                  <a:cubicBezTo>
                    <a:pt x="1" y="251"/>
                    <a:pt x="1" y="267"/>
                    <a:pt x="21" y="267"/>
                  </a:cubicBezTo>
                  <a:cubicBezTo>
                    <a:pt x="21" y="267"/>
                    <a:pt x="37" y="267"/>
                    <a:pt x="37" y="251"/>
                  </a:cubicBezTo>
                  <a:lnTo>
                    <a:pt x="37" y="166"/>
                  </a:lnTo>
                  <a:cubicBezTo>
                    <a:pt x="21" y="118"/>
                    <a:pt x="21" y="65"/>
                    <a:pt x="37" y="17"/>
                  </a:cubicBezTo>
                  <a:cubicBezTo>
                    <a:pt x="53" y="17"/>
                    <a:pt x="37"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6"/>
            <p:cNvSpPr/>
            <p:nvPr/>
          </p:nvSpPr>
          <p:spPr>
            <a:xfrm>
              <a:off x="747846" y="2987195"/>
              <a:ext cx="4966" cy="91975"/>
            </a:xfrm>
            <a:custGeom>
              <a:rect b="b" l="l" r="r" t="t"/>
              <a:pathLst>
                <a:path extrusionOk="0" h="926" w="50">
                  <a:moveTo>
                    <a:pt x="17" y="1"/>
                  </a:moveTo>
                  <a:cubicBezTo>
                    <a:pt x="17" y="1"/>
                    <a:pt x="1" y="1"/>
                    <a:pt x="1" y="17"/>
                  </a:cubicBezTo>
                  <a:cubicBezTo>
                    <a:pt x="17" y="134"/>
                    <a:pt x="17" y="271"/>
                    <a:pt x="17" y="405"/>
                  </a:cubicBezTo>
                  <a:lnTo>
                    <a:pt x="17" y="607"/>
                  </a:lnTo>
                  <a:lnTo>
                    <a:pt x="17" y="825"/>
                  </a:lnTo>
                  <a:lnTo>
                    <a:pt x="17" y="926"/>
                  </a:lnTo>
                  <a:lnTo>
                    <a:pt x="49" y="926"/>
                  </a:lnTo>
                  <a:lnTo>
                    <a:pt x="49" y="825"/>
                  </a:lnTo>
                  <a:lnTo>
                    <a:pt x="49" y="607"/>
                  </a:lnTo>
                  <a:lnTo>
                    <a:pt x="49" y="405"/>
                  </a:lnTo>
                  <a:cubicBezTo>
                    <a:pt x="49" y="271"/>
                    <a:pt x="49"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6"/>
            <p:cNvSpPr/>
            <p:nvPr/>
          </p:nvSpPr>
          <p:spPr>
            <a:xfrm>
              <a:off x="1339724" y="1677297"/>
              <a:ext cx="8443" cy="103099"/>
            </a:xfrm>
            <a:custGeom>
              <a:rect b="b" l="l" r="r" t="t"/>
              <a:pathLst>
                <a:path extrusionOk="0" h="1038" w="85">
                  <a:moveTo>
                    <a:pt x="20" y="0"/>
                  </a:moveTo>
                  <a:cubicBezTo>
                    <a:pt x="18" y="0"/>
                    <a:pt x="16" y="2"/>
                    <a:pt x="16" y="7"/>
                  </a:cubicBezTo>
                  <a:cubicBezTo>
                    <a:pt x="0" y="7"/>
                    <a:pt x="0" y="7"/>
                    <a:pt x="0" y="28"/>
                  </a:cubicBezTo>
                  <a:cubicBezTo>
                    <a:pt x="32" y="129"/>
                    <a:pt x="32" y="246"/>
                    <a:pt x="32" y="347"/>
                  </a:cubicBezTo>
                  <a:cubicBezTo>
                    <a:pt x="16" y="395"/>
                    <a:pt x="16" y="448"/>
                    <a:pt x="16" y="480"/>
                  </a:cubicBezTo>
                  <a:lnTo>
                    <a:pt x="16" y="633"/>
                  </a:lnTo>
                  <a:cubicBezTo>
                    <a:pt x="0" y="767"/>
                    <a:pt x="0" y="900"/>
                    <a:pt x="69" y="1037"/>
                  </a:cubicBezTo>
                  <a:lnTo>
                    <a:pt x="85" y="1037"/>
                  </a:lnTo>
                  <a:lnTo>
                    <a:pt x="85" y="1017"/>
                  </a:lnTo>
                  <a:cubicBezTo>
                    <a:pt x="32" y="900"/>
                    <a:pt x="32" y="767"/>
                    <a:pt x="49" y="633"/>
                  </a:cubicBezTo>
                  <a:lnTo>
                    <a:pt x="49" y="480"/>
                  </a:lnTo>
                  <a:lnTo>
                    <a:pt x="49" y="347"/>
                  </a:lnTo>
                  <a:cubicBezTo>
                    <a:pt x="69" y="246"/>
                    <a:pt x="69" y="129"/>
                    <a:pt x="32" y="7"/>
                  </a:cubicBezTo>
                  <a:cubicBezTo>
                    <a:pt x="32" y="7"/>
                    <a:pt x="25"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6"/>
            <p:cNvSpPr/>
            <p:nvPr/>
          </p:nvSpPr>
          <p:spPr>
            <a:xfrm>
              <a:off x="869817" y="2462362"/>
              <a:ext cx="336314" cy="232421"/>
            </a:xfrm>
            <a:custGeom>
              <a:rect b="b" l="l" r="r" t="t"/>
              <a:pathLst>
                <a:path extrusionOk="0" h="2340" w="3386">
                  <a:moveTo>
                    <a:pt x="3366" y="1"/>
                  </a:moveTo>
                  <a:cubicBezTo>
                    <a:pt x="3265" y="17"/>
                    <a:pt x="3184" y="49"/>
                    <a:pt x="3099" y="102"/>
                  </a:cubicBezTo>
                  <a:cubicBezTo>
                    <a:pt x="3063" y="118"/>
                    <a:pt x="3030" y="134"/>
                    <a:pt x="2982" y="150"/>
                  </a:cubicBezTo>
                  <a:cubicBezTo>
                    <a:pt x="2578" y="336"/>
                    <a:pt x="2174" y="522"/>
                    <a:pt x="1786" y="708"/>
                  </a:cubicBezTo>
                  <a:cubicBezTo>
                    <a:pt x="1584" y="789"/>
                    <a:pt x="1366" y="890"/>
                    <a:pt x="1164" y="991"/>
                  </a:cubicBezTo>
                  <a:lnTo>
                    <a:pt x="1043" y="1043"/>
                  </a:lnTo>
                  <a:cubicBezTo>
                    <a:pt x="760" y="1176"/>
                    <a:pt x="457" y="1314"/>
                    <a:pt x="170" y="1431"/>
                  </a:cubicBezTo>
                  <a:cubicBezTo>
                    <a:pt x="33" y="1479"/>
                    <a:pt x="1" y="1548"/>
                    <a:pt x="1" y="1665"/>
                  </a:cubicBezTo>
                  <a:cubicBezTo>
                    <a:pt x="17" y="1782"/>
                    <a:pt x="1" y="1900"/>
                    <a:pt x="1" y="2021"/>
                  </a:cubicBezTo>
                  <a:lnTo>
                    <a:pt x="1" y="2186"/>
                  </a:lnTo>
                  <a:lnTo>
                    <a:pt x="1" y="2223"/>
                  </a:lnTo>
                  <a:cubicBezTo>
                    <a:pt x="1" y="2255"/>
                    <a:pt x="1" y="2303"/>
                    <a:pt x="33" y="2340"/>
                  </a:cubicBezTo>
                  <a:lnTo>
                    <a:pt x="53" y="2340"/>
                  </a:lnTo>
                  <a:lnTo>
                    <a:pt x="53" y="2324"/>
                  </a:lnTo>
                  <a:cubicBezTo>
                    <a:pt x="33" y="2287"/>
                    <a:pt x="33" y="2255"/>
                    <a:pt x="33" y="2223"/>
                  </a:cubicBezTo>
                  <a:lnTo>
                    <a:pt x="33" y="2186"/>
                  </a:lnTo>
                  <a:lnTo>
                    <a:pt x="33" y="2021"/>
                  </a:lnTo>
                  <a:lnTo>
                    <a:pt x="33" y="1665"/>
                  </a:lnTo>
                  <a:cubicBezTo>
                    <a:pt x="17" y="1548"/>
                    <a:pt x="53" y="1496"/>
                    <a:pt x="170" y="1447"/>
                  </a:cubicBezTo>
                  <a:cubicBezTo>
                    <a:pt x="473" y="1330"/>
                    <a:pt x="776" y="1193"/>
                    <a:pt x="1063" y="1059"/>
                  </a:cubicBezTo>
                  <a:lnTo>
                    <a:pt x="1180" y="1011"/>
                  </a:lnTo>
                  <a:cubicBezTo>
                    <a:pt x="1382" y="926"/>
                    <a:pt x="1584" y="825"/>
                    <a:pt x="1786" y="724"/>
                  </a:cubicBezTo>
                  <a:cubicBezTo>
                    <a:pt x="2190" y="538"/>
                    <a:pt x="2594" y="352"/>
                    <a:pt x="2998" y="183"/>
                  </a:cubicBezTo>
                  <a:cubicBezTo>
                    <a:pt x="3030" y="167"/>
                    <a:pt x="3083" y="150"/>
                    <a:pt x="3115" y="118"/>
                  </a:cubicBezTo>
                  <a:cubicBezTo>
                    <a:pt x="3184" y="82"/>
                    <a:pt x="3285" y="33"/>
                    <a:pt x="3366" y="33"/>
                  </a:cubicBezTo>
                  <a:cubicBezTo>
                    <a:pt x="3386" y="33"/>
                    <a:pt x="3386" y="17"/>
                    <a:pt x="3386" y="17"/>
                  </a:cubicBezTo>
                  <a:cubicBezTo>
                    <a:pt x="3386" y="1"/>
                    <a:pt x="3386" y="1"/>
                    <a:pt x="3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6"/>
            <p:cNvSpPr/>
            <p:nvPr/>
          </p:nvSpPr>
          <p:spPr>
            <a:xfrm>
              <a:off x="851343" y="2784970"/>
              <a:ext cx="361245" cy="257351"/>
            </a:xfrm>
            <a:custGeom>
              <a:rect b="b" l="l" r="r" t="t"/>
              <a:pathLst>
                <a:path extrusionOk="0" h="2591" w="3637">
                  <a:moveTo>
                    <a:pt x="3552" y="1"/>
                  </a:moveTo>
                  <a:lnTo>
                    <a:pt x="3552" y="17"/>
                  </a:lnTo>
                  <a:cubicBezTo>
                    <a:pt x="3604" y="65"/>
                    <a:pt x="3604" y="134"/>
                    <a:pt x="3588" y="203"/>
                  </a:cubicBezTo>
                  <a:cubicBezTo>
                    <a:pt x="3572" y="235"/>
                    <a:pt x="3572" y="267"/>
                    <a:pt x="3572" y="288"/>
                  </a:cubicBezTo>
                  <a:lnTo>
                    <a:pt x="3572" y="1043"/>
                  </a:lnTo>
                  <a:cubicBezTo>
                    <a:pt x="3572" y="1128"/>
                    <a:pt x="3552" y="1160"/>
                    <a:pt x="3487" y="1197"/>
                  </a:cubicBezTo>
                  <a:cubicBezTo>
                    <a:pt x="2897" y="1415"/>
                    <a:pt x="2340" y="1633"/>
                    <a:pt x="1871" y="1819"/>
                  </a:cubicBezTo>
                  <a:cubicBezTo>
                    <a:pt x="1601" y="1920"/>
                    <a:pt x="1350" y="2021"/>
                    <a:pt x="1096" y="2122"/>
                  </a:cubicBezTo>
                  <a:cubicBezTo>
                    <a:pt x="926" y="2186"/>
                    <a:pt x="760" y="2271"/>
                    <a:pt x="574" y="2340"/>
                  </a:cubicBezTo>
                  <a:cubicBezTo>
                    <a:pt x="522" y="2356"/>
                    <a:pt x="457" y="2372"/>
                    <a:pt x="405" y="2408"/>
                  </a:cubicBezTo>
                  <a:cubicBezTo>
                    <a:pt x="271" y="2441"/>
                    <a:pt x="138" y="2489"/>
                    <a:pt x="17" y="2558"/>
                  </a:cubicBezTo>
                  <a:lnTo>
                    <a:pt x="1" y="2574"/>
                  </a:lnTo>
                  <a:lnTo>
                    <a:pt x="17" y="2590"/>
                  </a:lnTo>
                  <a:cubicBezTo>
                    <a:pt x="154" y="2526"/>
                    <a:pt x="288" y="2473"/>
                    <a:pt x="405" y="2425"/>
                  </a:cubicBezTo>
                  <a:cubicBezTo>
                    <a:pt x="473" y="2408"/>
                    <a:pt x="522" y="2388"/>
                    <a:pt x="591" y="2356"/>
                  </a:cubicBezTo>
                  <a:cubicBezTo>
                    <a:pt x="760" y="2287"/>
                    <a:pt x="926" y="2223"/>
                    <a:pt x="1112" y="2154"/>
                  </a:cubicBezTo>
                  <a:lnTo>
                    <a:pt x="1871" y="1851"/>
                  </a:lnTo>
                  <a:cubicBezTo>
                    <a:pt x="2340" y="1649"/>
                    <a:pt x="2913" y="1431"/>
                    <a:pt x="3487" y="1213"/>
                  </a:cubicBezTo>
                  <a:cubicBezTo>
                    <a:pt x="3588" y="1176"/>
                    <a:pt x="3604" y="1128"/>
                    <a:pt x="3604" y="1043"/>
                  </a:cubicBezTo>
                  <a:lnTo>
                    <a:pt x="3604" y="288"/>
                  </a:lnTo>
                  <a:lnTo>
                    <a:pt x="3604" y="203"/>
                  </a:lnTo>
                  <a:cubicBezTo>
                    <a:pt x="3620" y="134"/>
                    <a:pt x="3637" y="65"/>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6"/>
            <p:cNvSpPr/>
            <p:nvPr/>
          </p:nvSpPr>
          <p:spPr>
            <a:xfrm>
              <a:off x="697687" y="3552156"/>
              <a:ext cx="4966" cy="20163"/>
            </a:xfrm>
            <a:custGeom>
              <a:rect b="b" l="l" r="r" t="t"/>
              <a:pathLst>
                <a:path extrusionOk="0" h="203" w="50">
                  <a:moveTo>
                    <a:pt x="17" y="1"/>
                  </a:moveTo>
                  <a:lnTo>
                    <a:pt x="17" y="17"/>
                  </a:lnTo>
                  <a:lnTo>
                    <a:pt x="17" y="69"/>
                  </a:lnTo>
                  <a:cubicBezTo>
                    <a:pt x="1" y="118"/>
                    <a:pt x="1" y="154"/>
                    <a:pt x="17" y="186"/>
                  </a:cubicBezTo>
                  <a:lnTo>
                    <a:pt x="33" y="203"/>
                  </a:lnTo>
                  <a:lnTo>
                    <a:pt x="49" y="203"/>
                  </a:lnTo>
                  <a:lnTo>
                    <a:pt x="49" y="186"/>
                  </a:lnTo>
                  <a:cubicBezTo>
                    <a:pt x="33" y="154"/>
                    <a:pt x="33" y="118"/>
                    <a:pt x="33" y="69"/>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6"/>
            <p:cNvSpPr/>
            <p:nvPr/>
          </p:nvSpPr>
          <p:spPr>
            <a:xfrm>
              <a:off x="687655" y="2473288"/>
              <a:ext cx="128924" cy="146107"/>
            </a:xfrm>
            <a:custGeom>
              <a:rect b="b" l="l" r="r" t="t"/>
              <a:pathLst>
                <a:path extrusionOk="0" h="1471" w="1298">
                  <a:moveTo>
                    <a:pt x="1275" y="1"/>
                  </a:moveTo>
                  <a:cubicBezTo>
                    <a:pt x="1272" y="1"/>
                    <a:pt x="1268" y="3"/>
                    <a:pt x="1261" y="8"/>
                  </a:cubicBezTo>
                  <a:lnTo>
                    <a:pt x="1043" y="109"/>
                  </a:lnTo>
                  <a:cubicBezTo>
                    <a:pt x="857" y="194"/>
                    <a:pt x="675" y="258"/>
                    <a:pt x="506" y="343"/>
                  </a:cubicBezTo>
                  <a:cubicBezTo>
                    <a:pt x="421" y="396"/>
                    <a:pt x="336" y="428"/>
                    <a:pt x="251" y="460"/>
                  </a:cubicBezTo>
                  <a:cubicBezTo>
                    <a:pt x="203" y="497"/>
                    <a:pt x="150" y="513"/>
                    <a:pt x="102" y="545"/>
                  </a:cubicBezTo>
                  <a:cubicBezTo>
                    <a:pt x="49" y="561"/>
                    <a:pt x="1" y="598"/>
                    <a:pt x="1" y="662"/>
                  </a:cubicBezTo>
                  <a:lnTo>
                    <a:pt x="1" y="949"/>
                  </a:lnTo>
                  <a:cubicBezTo>
                    <a:pt x="1" y="1119"/>
                    <a:pt x="1" y="1285"/>
                    <a:pt x="17" y="1454"/>
                  </a:cubicBezTo>
                  <a:cubicBezTo>
                    <a:pt x="17" y="1470"/>
                    <a:pt x="17" y="1470"/>
                    <a:pt x="33" y="1470"/>
                  </a:cubicBezTo>
                  <a:cubicBezTo>
                    <a:pt x="33" y="1470"/>
                    <a:pt x="49" y="1470"/>
                    <a:pt x="49" y="1454"/>
                  </a:cubicBezTo>
                  <a:cubicBezTo>
                    <a:pt x="17" y="1285"/>
                    <a:pt x="33" y="1119"/>
                    <a:pt x="33" y="949"/>
                  </a:cubicBezTo>
                  <a:lnTo>
                    <a:pt x="33" y="662"/>
                  </a:lnTo>
                  <a:cubicBezTo>
                    <a:pt x="33" y="614"/>
                    <a:pt x="69" y="578"/>
                    <a:pt x="118" y="561"/>
                  </a:cubicBezTo>
                  <a:cubicBezTo>
                    <a:pt x="170" y="545"/>
                    <a:pt x="219" y="513"/>
                    <a:pt x="271" y="497"/>
                  </a:cubicBezTo>
                  <a:cubicBezTo>
                    <a:pt x="352" y="460"/>
                    <a:pt x="421" y="412"/>
                    <a:pt x="506" y="376"/>
                  </a:cubicBezTo>
                  <a:cubicBezTo>
                    <a:pt x="691" y="295"/>
                    <a:pt x="877" y="210"/>
                    <a:pt x="1059" y="125"/>
                  </a:cubicBezTo>
                  <a:lnTo>
                    <a:pt x="1281" y="24"/>
                  </a:lnTo>
                  <a:cubicBezTo>
                    <a:pt x="1281" y="24"/>
                    <a:pt x="1297" y="8"/>
                    <a:pt x="1281" y="8"/>
                  </a:cubicBezTo>
                  <a:cubicBezTo>
                    <a:pt x="1281" y="8"/>
                    <a:pt x="1281"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6"/>
            <p:cNvSpPr/>
            <p:nvPr/>
          </p:nvSpPr>
          <p:spPr>
            <a:xfrm>
              <a:off x="1923059" y="3712665"/>
              <a:ext cx="20163" cy="21752"/>
            </a:xfrm>
            <a:custGeom>
              <a:rect b="b" l="l" r="r" t="t"/>
              <a:pathLst>
                <a:path extrusionOk="0" h="219" w="203">
                  <a:moveTo>
                    <a:pt x="1" y="1"/>
                  </a:moveTo>
                  <a:lnTo>
                    <a:pt x="1" y="17"/>
                  </a:lnTo>
                  <a:lnTo>
                    <a:pt x="69" y="219"/>
                  </a:lnTo>
                  <a:lnTo>
                    <a:pt x="203" y="219"/>
                  </a:lnTo>
                  <a:lnTo>
                    <a:pt x="203" y="202"/>
                  </a:lnTo>
                  <a:lnTo>
                    <a:pt x="203" y="186"/>
                  </a:lnTo>
                  <a:lnTo>
                    <a:pt x="86" y="186"/>
                  </a:lnTo>
                  <a:lnTo>
                    <a:pt x="17" y="17"/>
                  </a:ln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6"/>
            <p:cNvSpPr/>
            <p:nvPr/>
          </p:nvSpPr>
          <p:spPr>
            <a:xfrm>
              <a:off x="505493" y="2875256"/>
              <a:ext cx="130513" cy="56715"/>
            </a:xfrm>
            <a:custGeom>
              <a:rect b="b" l="l" r="r" t="t"/>
              <a:pathLst>
                <a:path extrusionOk="0" h="571" w="1314">
                  <a:moveTo>
                    <a:pt x="1297" y="1"/>
                  </a:moveTo>
                  <a:lnTo>
                    <a:pt x="1043" y="102"/>
                  </a:lnTo>
                  <a:cubicBezTo>
                    <a:pt x="825" y="203"/>
                    <a:pt x="607" y="304"/>
                    <a:pt x="368" y="405"/>
                  </a:cubicBezTo>
                  <a:cubicBezTo>
                    <a:pt x="287" y="437"/>
                    <a:pt x="203" y="469"/>
                    <a:pt x="118" y="506"/>
                  </a:cubicBezTo>
                  <a:cubicBezTo>
                    <a:pt x="85" y="522"/>
                    <a:pt x="49" y="538"/>
                    <a:pt x="1" y="538"/>
                  </a:cubicBezTo>
                  <a:lnTo>
                    <a:pt x="1" y="570"/>
                  </a:lnTo>
                  <a:lnTo>
                    <a:pt x="17" y="570"/>
                  </a:lnTo>
                  <a:cubicBezTo>
                    <a:pt x="49" y="554"/>
                    <a:pt x="102" y="538"/>
                    <a:pt x="134" y="522"/>
                  </a:cubicBezTo>
                  <a:cubicBezTo>
                    <a:pt x="219" y="490"/>
                    <a:pt x="304" y="453"/>
                    <a:pt x="388" y="421"/>
                  </a:cubicBezTo>
                  <a:cubicBezTo>
                    <a:pt x="607" y="320"/>
                    <a:pt x="841" y="235"/>
                    <a:pt x="1059" y="134"/>
                  </a:cubicBezTo>
                  <a:lnTo>
                    <a:pt x="1297" y="33"/>
                  </a:lnTo>
                  <a:cubicBezTo>
                    <a:pt x="1314" y="33"/>
                    <a:pt x="1314" y="17"/>
                    <a:pt x="1314" y="17"/>
                  </a:cubicBezTo>
                  <a:cubicBezTo>
                    <a:pt x="1314" y="1"/>
                    <a:pt x="1297" y="1"/>
                    <a:pt x="1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6"/>
            <p:cNvSpPr/>
            <p:nvPr/>
          </p:nvSpPr>
          <p:spPr>
            <a:xfrm>
              <a:off x="787973" y="3619200"/>
              <a:ext cx="4966" cy="100418"/>
            </a:xfrm>
            <a:custGeom>
              <a:rect b="b" l="l" r="r" t="t"/>
              <a:pathLst>
                <a:path extrusionOk="0" h="1011" w="50">
                  <a:moveTo>
                    <a:pt x="17" y="0"/>
                  </a:moveTo>
                  <a:cubicBezTo>
                    <a:pt x="17" y="0"/>
                    <a:pt x="1" y="0"/>
                    <a:pt x="1" y="16"/>
                  </a:cubicBezTo>
                  <a:cubicBezTo>
                    <a:pt x="33" y="218"/>
                    <a:pt x="17" y="404"/>
                    <a:pt x="17" y="606"/>
                  </a:cubicBezTo>
                  <a:lnTo>
                    <a:pt x="17" y="723"/>
                  </a:lnTo>
                  <a:lnTo>
                    <a:pt x="17" y="792"/>
                  </a:lnTo>
                  <a:cubicBezTo>
                    <a:pt x="17" y="857"/>
                    <a:pt x="17" y="925"/>
                    <a:pt x="1" y="994"/>
                  </a:cubicBezTo>
                  <a:cubicBezTo>
                    <a:pt x="1" y="1010"/>
                    <a:pt x="17" y="1010"/>
                    <a:pt x="17" y="1010"/>
                  </a:cubicBezTo>
                  <a:cubicBezTo>
                    <a:pt x="33" y="1010"/>
                    <a:pt x="33" y="1010"/>
                    <a:pt x="33" y="994"/>
                  </a:cubicBezTo>
                  <a:lnTo>
                    <a:pt x="33" y="792"/>
                  </a:lnTo>
                  <a:lnTo>
                    <a:pt x="33" y="723"/>
                  </a:lnTo>
                  <a:cubicBezTo>
                    <a:pt x="49" y="691"/>
                    <a:pt x="49" y="639"/>
                    <a:pt x="49" y="606"/>
                  </a:cubicBez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6"/>
            <p:cNvSpPr/>
            <p:nvPr/>
          </p:nvSpPr>
          <p:spPr>
            <a:xfrm>
              <a:off x="487019" y="1711664"/>
              <a:ext cx="153854" cy="108860"/>
            </a:xfrm>
            <a:custGeom>
              <a:rect b="b" l="l" r="r" t="t"/>
              <a:pathLst>
                <a:path extrusionOk="0" h="1096" w="1549">
                  <a:moveTo>
                    <a:pt x="1516" y="1"/>
                  </a:moveTo>
                  <a:cubicBezTo>
                    <a:pt x="1500" y="1"/>
                    <a:pt x="1500" y="1"/>
                    <a:pt x="1500" y="17"/>
                  </a:cubicBezTo>
                  <a:cubicBezTo>
                    <a:pt x="1532" y="166"/>
                    <a:pt x="1532" y="166"/>
                    <a:pt x="1399" y="251"/>
                  </a:cubicBezTo>
                  <a:lnTo>
                    <a:pt x="1382" y="251"/>
                  </a:lnTo>
                  <a:cubicBezTo>
                    <a:pt x="1079" y="421"/>
                    <a:pt x="793" y="607"/>
                    <a:pt x="490" y="772"/>
                  </a:cubicBezTo>
                  <a:cubicBezTo>
                    <a:pt x="336" y="857"/>
                    <a:pt x="203" y="942"/>
                    <a:pt x="49" y="1043"/>
                  </a:cubicBezTo>
                  <a:cubicBezTo>
                    <a:pt x="49" y="1043"/>
                    <a:pt x="33" y="1043"/>
                    <a:pt x="17" y="1059"/>
                  </a:cubicBezTo>
                  <a:lnTo>
                    <a:pt x="1" y="1059"/>
                  </a:lnTo>
                  <a:lnTo>
                    <a:pt x="1" y="1075"/>
                  </a:lnTo>
                  <a:lnTo>
                    <a:pt x="17" y="1095"/>
                  </a:lnTo>
                  <a:lnTo>
                    <a:pt x="33" y="1075"/>
                  </a:lnTo>
                  <a:cubicBezTo>
                    <a:pt x="49" y="1075"/>
                    <a:pt x="49" y="1059"/>
                    <a:pt x="69" y="1059"/>
                  </a:cubicBezTo>
                  <a:cubicBezTo>
                    <a:pt x="219" y="974"/>
                    <a:pt x="352" y="893"/>
                    <a:pt x="506" y="809"/>
                  </a:cubicBezTo>
                  <a:cubicBezTo>
                    <a:pt x="793" y="623"/>
                    <a:pt x="1096" y="453"/>
                    <a:pt x="1399" y="267"/>
                  </a:cubicBezTo>
                  <a:cubicBezTo>
                    <a:pt x="1548" y="186"/>
                    <a:pt x="1548" y="166"/>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6"/>
            <p:cNvSpPr/>
            <p:nvPr/>
          </p:nvSpPr>
          <p:spPr>
            <a:xfrm>
              <a:off x="1643857" y="3485608"/>
              <a:ext cx="6853" cy="76679"/>
            </a:xfrm>
            <a:custGeom>
              <a:rect b="b" l="l" r="r" t="t"/>
              <a:pathLst>
                <a:path extrusionOk="0" h="772" w="69">
                  <a:moveTo>
                    <a:pt x="37" y="0"/>
                  </a:moveTo>
                  <a:cubicBezTo>
                    <a:pt x="16" y="133"/>
                    <a:pt x="16" y="267"/>
                    <a:pt x="16" y="384"/>
                  </a:cubicBezTo>
                  <a:lnTo>
                    <a:pt x="16" y="622"/>
                  </a:lnTo>
                  <a:lnTo>
                    <a:pt x="16" y="671"/>
                  </a:lnTo>
                  <a:cubicBezTo>
                    <a:pt x="16" y="707"/>
                    <a:pt x="37" y="723"/>
                    <a:pt x="16" y="755"/>
                  </a:cubicBezTo>
                  <a:cubicBezTo>
                    <a:pt x="0" y="755"/>
                    <a:pt x="0" y="772"/>
                    <a:pt x="16" y="772"/>
                  </a:cubicBezTo>
                  <a:lnTo>
                    <a:pt x="37" y="772"/>
                  </a:lnTo>
                  <a:cubicBezTo>
                    <a:pt x="53" y="739"/>
                    <a:pt x="53" y="707"/>
                    <a:pt x="53" y="671"/>
                  </a:cubicBezTo>
                  <a:lnTo>
                    <a:pt x="53" y="622"/>
                  </a:lnTo>
                  <a:lnTo>
                    <a:pt x="53" y="384"/>
                  </a:lnTo>
                  <a:cubicBezTo>
                    <a:pt x="53" y="267"/>
                    <a:pt x="53" y="133"/>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6"/>
            <p:cNvSpPr/>
            <p:nvPr/>
          </p:nvSpPr>
          <p:spPr>
            <a:xfrm>
              <a:off x="1737719" y="2907835"/>
              <a:ext cx="170640" cy="307014"/>
            </a:xfrm>
            <a:custGeom>
              <a:rect b="b" l="l" r="r" t="t"/>
              <a:pathLst>
                <a:path extrusionOk="0" h="3091" w="1718">
                  <a:moveTo>
                    <a:pt x="12" y="1"/>
                  </a:moveTo>
                  <a:cubicBezTo>
                    <a:pt x="9" y="1"/>
                    <a:pt x="6" y="3"/>
                    <a:pt x="0" y="8"/>
                  </a:cubicBezTo>
                  <a:lnTo>
                    <a:pt x="0" y="24"/>
                  </a:lnTo>
                  <a:cubicBezTo>
                    <a:pt x="0" y="40"/>
                    <a:pt x="0" y="61"/>
                    <a:pt x="17" y="77"/>
                  </a:cubicBezTo>
                  <a:cubicBezTo>
                    <a:pt x="17" y="109"/>
                    <a:pt x="33" y="162"/>
                    <a:pt x="65" y="178"/>
                  </a:cubicBezTo>
                  <a:cubicBezTo>
                    <a:pt x="202" y="311"/>
                    <a:pt x="336" y="464"/>
                    <a:pt x="437" y="614"/>
                  </a:cubicBezTo>
                  <a:cubicBezTo>
                    <a:pt x="505" y="683"/>
                    <a:pt x="554" y="747"/>
                    <a:pt x="606" y="816"/>
                  </a:cubicBezTo>
                  <a:cubicBezTo>
                    <a:pt x="841" y="1103"/>
                    <a:pt x="1059" y="1390"/>
                    <a:pt x="1277" y="1656"/>
                  </a:cubicBezTo>
                  <a:cubicBezTo>
                    <a:pt x="1394" y="1810"/>
                    <a:pt x="1515" y="1943"/>
                    <a:pt x="1632" y="2097"/>
                  </a:cubicBezTo>
                  <a:cubicBezTo>
                    <a:pt x="1649" y="2097"/>
                    <a:pt x="1649" y="2097"/>
                    <a:pt x="1649" y="2113"/>
                  </a:cubicBezTo>
                  <a:cubicBezTo>
                    <a:pt x="1665" y="2129"/>
                    <a:pt x="1697" y="2145"/>
                    <a:pt x="1681" y="2198"/>
                  </a:cubicBezTo>
                  <a:cubicBezTo>
                    <a:pt x="1665" y="2347"/>
                    <a:pt x="1665" y="2517"/>
                    <a:pt x="1665" y="2666"/>
                  </a:cubicBezTo>
                  <a:cubicBezTo>
                    <a:pt x="1665" y="2751"/>
                    <a:pt x="1681" y="2852"/>
                    <a:pt x="1665" y="2937"/>
                  </a:cubicBezTo>
                  <a:cubicBezTo>
                    <a:pt x="1665" y="2969"/>
                    <a:pt x="1665" y="3022"/>
                    <a:pt x="1649" y="3054"/>
                  </a:cubicBezTo>
                  <a:lnTo>
                    <a:pt x="1649" y="3070"/>
                  </a:lnTo>
                  <a:lnTo>
                    <a:pt x="1665" y="3090"/>
                  </a:lnTo>
                  <a:lnTo>
                    <a:pt x="1665" y="3070"/>
                  </a:lnTo>
                  <a:cubicBezTo>
                    <a:pt x="1697" y="3038"/>
                    <a:pt x="1697" y="2989"/>
                    <a:pt x="1697" y="2937"/>
                  </a:cubicBezTo>
                  <a:lnTo>
                    <a:pt x="1697" y="2666"/>
                  </a:lnTo>
                  <a:cubicBezTo>
                    <a:pt x="1697" y="2517"/>
                    <a:pt x="1697" y="2347"/>
                    <a:pt x="1717" y="2198"/>
                  </a:cubicBezTo>
                  <a:cubicBezTo>
                    <a:pt x="1717" y="2145"/>
                    <a:pt x="1697" y="2113"/>
                    <a:pt x="1665" y="2097"/>
                  </a:cubicBezTo>
                  <a:cubicBezTo>
                    <a:pt x="1665" y="2080"/>
                    <a:pt x="1665" y="2080"/>
                    <a:pt x="1649" y="2080"/>
                  </a:cubicBezTo>
                  <a:cubicBezTo>
                    <a:pt x="1532" y="1927"/>
                    <a:pt x="1431" y="1794"/>
                    <a:pt x="1313" y="1640"/>
                  </a:cubicBezTo>
                  <a:cubicBezTo>
                    <a:pt x="1091" y="1373"/>
                    <a:pt x="857" y="1087"/>
                    <a:pt x="623" y="800"/>
                  </a:cubicBezTo>
                  <a:cubicBezTo>
                    <a:pt x="570" y="731"/>
                    <a:pt x="522" y="666"/>
                    <a:pt x="469" y="598"/>
                  </a:cubicBezTo>
                  <a:cubicBezTo>
                    <a:pt x="352" y="444"/>
                    <a:pt x="235" y="295"/>
                    <a:pt x="81" y="162"/>
                  </a:cubicBezTo>
                  <a:cubicBezTo>
                    <a:pt x="49" y="141"/>
                    <a:pt x="49" y="109"/>
                    <a:pt x="33" y="61"/>
                  </a:cubicBezTo>
                  <a:cubicBezTo>
                    <a:pt x="33" y="40"/>
                    <a:pt x="33" y="24"/>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6"/>
            <p:cNvSpPr/>
            <p:nvPr/>
          </p:nvSpPr>
          <p:spPr>
            <a:xfrm>
              <a:off x="2116842" y="3291329"/>
              <a:ext cx="5364" cy="27016"/>
            </a:xfrm>
            <a:custGeom>
              <a:rect b="b" l="l" r="r" t="t"/>
              <a:pathLst>
                <a:path extrusionOk="0" h="272" w="54">
                  <a:moveTo>
                    <a:pt x="53" y="1"/>
                  </a:moveTo>
                  <a:cubicBezTo>
                    <a:pt x="37" y="1"/>
                    <a:pt x="37" y="1"/>
                    <a:pt x="37" y="17"/>
                  </a:cubicBezTo>
                  <a:cubicBezTo>
                    <a:pt x="1" y="70"/>
                    <a:pt x="21" y="118"/>
                    <a:pt x="21" y="171"/>
                  </a:cubicBezTo>
                  <a:lnTo>
                    <a:pt x="21" y="255"/>
                  </a:lnTo>
                  <a:cubicBezTo>
                    <a:pt x="21" y="272"/>
                    <a:pt x="21" y="272"/>
                    <a:pt x="37" y="272"/>
                  </a:cubicBezTo>
                  <a:lnTo>
                    <a:pt x="37" y="255"/>
                  </a:lnTo>
                  <a:cubicBezTo>
                    <a:pt x="53" y="239"/>
                    <a:pt x="37" y="203"/>
                    <a:pt x="37" y="171"/>
                  </a:cubicBezTo>
                  <a:cubicBezTo>
                    <a:pt x="37" y="118"/>
                    <a:pt x="37" y="70"/>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6"/>
            <p:cNvSpPr/>
            <p:nvPr/>
          </p:nvSpPr>
          <p:spPr>
            <a:xfrm>
              <a:off x="2155381" y="3336720"/>
              <a:ext cx="5364" cy="33373"/>
            </a:xfrm>
            <a:custGeom>
              <a:rect b="b" l="l" r="r" t="t"/>
              <a:pathLst>
                <a:path extrusionOk="0" h="336" w="54">
                  <a:moveTo>
                    <a:pt x="37" y="0"/>
                  </a:moveTo>
                  <a:lnTo>
                    <a:pt x="17" y="16"/>
                  </a:lnTo>
                  <a:cubicBezTo>
                    <a:pt x="1" y="85"/>
                    <a:pt x="1" y="150"/>
                    <a:pt x="1" y="202"/>
                  </a:cubicBezTo>
                  <a:lnTo>
                    <a:pt x="1" y="319"/>
                  </a:lnTo>
                  <a:lnTo>
                    <a:pt x="17" y="336"/>
                  </a:lnTo>
                  <a:lnTo>
                    <a:pt x="37" y="319"/>
                  </a:lnTo>
                  <a:lnTo>
                    <a:pt x="37" y="202"/>
                  </a:lnTo>
                  <a:cubicBezTo>
                    <a:pt x="37" y="134"/>
                    <a:pt x="37" y="85"/>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6"/>
            <p:cNvSpPr/>
            <p:nvPr/>
          </p:nvSpPr>
          <p:spPr>
            <a:xfrm>
              <a:off x="1409946" y="1639852"/>
              <a:ext cx="71911" cy="190704"/>
            </a:xfrm>
            <a:custGeom>
              <a:rect b="b" l="l" r="r" t="t"/>
              <a:pathLst>
                <a:path extrusionOk="0" h="1920" w="724">
                  <a:moveTo>
                    <a:pt x="0" y="1"/>
                  </a:moveTo>
                  <a:lnTo>
                    <a:pt x="0" y="17"/>
                  </a:lnTo>
                  <a:cubicBezTo>
                    <a:pt x="117" y="134"/>
                    <a:pt x="186" y="267"/>
                    <a:pt x="271" y="384"/>
                  </a:cubicBezTo>
                  <a:cubicBezTo>
                    <a:pt x="303" y="437"/>
                    <a:pt x="319" y="485"/>
                    <a:pt x="352" y="522"/>
                  </a:cubicBezTo>
                  <a:cubicBezTo>
                    <a:pt x="372" y="554"/>
                    <a:pt x="404" y="586"/>
                    <a:pt x="420" y="639"/>
                  </a:cubicBezTo>
                  <a:cubicBezTo>
                    <a:pt x="473" y="724"/>
                    <a:pt x="537" y="808"/>
                    <a:pt x="606" y="889"/>
                  </a:cubicBezTo>
                  <a:cubicBezTo>
                    <a:pt x="691" y="1010"/>
                    <a:pt x="675" y="1144"/>
                    <a:pt x="675" y="1277"/>
                  </a:cubicBezTo>
                  <a:cubicBezTo>
                    <a:pt x="654" y="1293"/>
                    <a:pt x="654" y="1313"/>
                    <a:pt x="654" y="1330"/>
                  </a:cubicBezTo>
                  <a:cubicBezTo>
                    <a:pt x="638" y="1479"/>
                    <a:pt x="638" y="1633"/>
                    <a:pt x="654" y="1782"/>
                  </a:cubicBezTo>
                  <a:cubicBezTo>
                    <a:pt x="654" y="1818"/>
                    <a:pt x="638" y="1835"/>
                    <a:pt x="638" y="1867"/>
                  </a:cubicBezTo>
                  <a:cubicBezTo>
                    <a:pt x="638" y="1867"/>
                    <a:pt x="622" y="1883"/>
                    <a:pt x="622" y="1899"/>
                  </a:cubicBezTo>
                  <a:lnTo>
                    <a:pt x="622" y="1919"/>
                  </a:lnTo>
                  <a:lnTo>
                    <a:pt x="638" y="1919"/>
                  </a:lnTo>
                  <a:lnTo>
                    <a:pt x="638" y="1899"/>
                  </a:lnTo>
                  <a:cubicBezTo>
                    <a:pt x="654" y="1899"/>
                    <a:pt x="654" y="1883"/>
                    <a:pt x="654" y="1867"/>
                  </a:cubicBezTo>
                  <a:cubicBezTo>
                    <a:pt x="675" y="1851"/>
                    <a:pt x="691" y="1818"/>
                    <a:pt x="675" y="1782"/>
                  </a:cubicBezTo>
                  <a:cubicBezTo>
                    <a:pt x="675" y="1633"/>
                    <a:pt x="675" y="1479"/>
                    <a:pt x="691" y="1346"/>
                  </a:cubicBezTo>
                  <a:lnTo>
                    <a:pt x="691" y="1277"/>
                  </a:lnTo>
                  <a:cubicBezTo>
                    <a:pt x="707" y="1144"/>
                    <a:pt x="723" y="1010"/>
                    <a:pt x="622" y="873"/>
                  </a:cubicBezTo>
                  <a:cubicBezTo>
                    <a:pt x="553" y="808"/>
                    <a:pt x="489" y="707"/>
                    <a:pt x="436" y="623"/>
                  </a:cubicBezTo>
                  <a:cubicBezTo>
                    <a:pt x="420" y="586"/>
                    <a:pt x="404" y="538"/>
                    <a:pt x="372" y="506"/>
                  </a:cubicBezTo>
                  <a:cubicBezTo>
                    <a:pt x="352" y="469"/>
                    <a:pt x="319" y="421"/>
                    <a:pt x="287" y="368"/>
                  </a:cubicBezTo>
                  <a:cubicBezTo>
                    <a:pt x="218" y="251"/>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6"/>
            <p:cNvSpPr/>
            <p:nvPr/>
          </p:nvSpPr>
          <p:spPr>
            <a:xfrm>
              <a:off x="978578" y="3395322"/>
              <a:ext cx="6953" cy="91975"/>
            </a:xfrm>
            <a:custGeom>
              <a:rect b="b" l="l" r="r" t="t"/>
              <a:pathLst>
                <a:path extrusionOk="0" h="926" w="70">
                  <a:moveTo>
                    <a:pt x="17" y="0"/>
                  </a:moveTo>
                  <a:cubicBezTo>
                    <a:pt x="17" y="0"/>
                    <a:pt x="0" y="0"/>
                    <a:pt x="0" y="16"/>
                  </a:cubicBezTo>
                  <a:cubicBezTo>
                    <a:pt x="17" y="166"/>
                    <a:pt x="17" y="319"/>
                    <a:pt x="17" y="469"/>
                  </a:cubicBezTo>
                  <a:lnTo>
                    <a:pt x="17" y="772"/>
                  </a:lnTo>
                  <a:lnTo>
                    <a:pt x="17" y="808"/>
                  </a:lnTo>
                  <a:cubicBezTo>
                    <a:pt x="17" y="840"/>
                    <a:pt x="17" y="889"/>
                    <a:pt x="49" y="925"/>
                  </a:cubicBezTo>
                  <a:lnTo>
                    <a:pt x="69" y="925"/>
                  </a:lnTo>
                  <a:lnTo>
                    <a:pt x="69" y="909"/>
                  </a:lnTo>
                  <a:cubicBezTo>
                    <a:pt x="33" y="873"/>
                    <a:pt x="49" y="840"/>
                    <a:pt x="49" y="808"/>
                  </a:cubicBezTo>
                  <a:lnTo>
                    <a:pt x="49" y="772"/>
                  </a:lnTo>
                  <a:lnTo>
                    <a:pt x="49" y="469"/>
                  </a:lnTo>
                  <a:cubicBezTo>
                    <a:pt x="49" y="319"/>
                    <a:pt x="49" y="166"/>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6"/>
            <p:cNvSpPr/>
            <p:nvPr/>
          </p:nvSpPr>
          <p:spPr>
            <a:xfrm>
              <a:off x="888292" y="2829964"/>
              <a:ext cx="4867" cy="20163"/>
            </a:xfrm>
            <a:custGeom>
              <a:rect b="b" l="l" r="r" t="t"/>
              <a:pathLst>
                <a:path extrusionOk="0" h="203" w="49">
                  <a:moveTo>
                    <a:pt x="17" y="0"/>
                  </a:moveTo>
                  <a:lnTo>
                    <a:pt x="17" y="16"/>
                  </a:lnTo>
                  <a:lnTo>
                    <a:pt x="17" y="69"/>
                  </a:lnTo>
                  <a:cubicBezTo>
                    <a:pt x="0" y="117"/>
                    <a:pt x="0" y="154"/>
                    <a:pt x="17" y="202"/>
                  </a:cubicBezTo>
                  <a:lnTo>
                    <a:pt x="33" y="202"/>
                  </a:lnTo>
                  <a:cubicBezTo>
                    <a:pt x="49" y="202"/>
                    <a:pt x="49" y="186"/>
                    <a:pt x="49" y="186"/>
                  </a:cubicBezTo>
                  <a:cubicBezTo>
                    <a:pt x="33" y="154"/>
                    <a:pt x="33" y="117"/>
                    <a:pt x="33" y="69"/>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6"/>
            <p:cNvSpPr/>
            <p:nvPr/>
          </p:nvSpPr>
          <p:spPr>
            <a:xfrm>
              <a:off x="1409946" y="1646308"/>
              <a:ext cx="6853" cy="160609"/>
            </a:xfrm>
            <a:custGeom>
              <a:rect b="b" l="l" r="r" t="t"/>
              <a:pathLst>
                <a:path extrusionOk="0" h="1617" w="69">
                  <a:moveTo>
                    <a:pt x="49" y="0"/>
                  </a:moveTo>
                  <a:cubicBezTo>
                    <a:pt x="16" y="37"/>
                    <a:pt x="16" y="53"/>
                    <a:pt x="16" y="101"/>
                  </a:cubicBezTo>
                  <a:lnTo>
                    <a:pt x="16" y="372"/>
                  </a:lnTo>
                  <a:cubicBezTo>
                    <a:pt x="0" y="574"/>
                    <a:pt x="0" y="776"/>
                    <a:pt x="16" y="978"/>
                  </a:cubicBezTo>
                  <a:cubicBezTo>
                    <a:pt x="32" y="1147"/>
                    <a:pt x="32" y="1313"/>
                    <a:pt x="32" y="1467"/>
                  </a:cubicBezTo>
                  <a:lnTo>
                    <a:pt x="32" y="1483"/>
                  </a:lnTo>
                  <a:cubicBezTo>
                    <a:pt x="49" y="1531"/>
                    <a:pt x="49" y="1568"/>
                    <a:pt x="16" y="1600"/>
                  </a:cubicBezTo>
                  <a:lnTo>
                    <a:pt x="16" y="1616"/>
                  </a:lnTo>
                  <a:lnTo>
                    <a:pt x="32" y="1616"/>
                  </a:lnTo>
                  <a:cubicBezTo>
                    <a:pt x="69" y="1584"/>
                    <a:pt x="69" y="1531"/>
                    <a:pt x="69" y="1483"/>
                  </a:cubicBezTo>
                  <a:lnTo>
                    <a:pt x="69" y="1467"/>
                  </a:lnTo>
                  <a:cubicBezTo>
                    <a:pt x="69" y="1313"/>
                    <a:pt x="49" y="1147"/>
                    <a:pt x="49" y="978"/>
                  </a:cubicBezTo>
                  <a:cubicBezTo>
                    <a:pt x="32" y="776"/>
                    <a:pt x="32" y="574"/>
                    <a:pt x="32" y="372"/>
                  </a:cubicBezTo>
                  <a:lnTo>
                    <a:pt x="32" y="101"/>
                  </a:lnTo>
                  <a:cubicBezTo>
                    <a:pt x="32" y="69"/>
                    <a:pt x="49"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6"/>
            <p:cNvSpPr/>
            <p:nvPr/>
          </p:nvSpPr>
          <p:spPr>
            <a:xfrm>
              <a:off x="487019" y="2031093"/>
              <a:ext cx="153854" cy="203914"/>
            </a:xfrm>
            <a:custGeom>
              <a:rect b="b" l="l" r="r" t="t"/>
              <a:pathLst>
                <a:path extrusionOk="0" h="2053" w="1549">
                  <a:moveTo>
                    <a:pt x="1500" y="0"/>
                  </a:moveTo>
                  <a:lnTo>
                    <a:pt x="1500" y="16"/>
                  </a:lnTo>
                  <a:cubicBezTo>
                    <a:pt x="1516" y="101"/>
                    <a:pt x="1516" y="182"/>
                    <a:pt x="1516" y="267"/>
                  </a:cubicBezTo>
                  <a:cubicBezTo>
                    <a:pt x="1500" y="319"/>
                    <a:pt x="1500" y="368"/>
                    <a:pt x="1500" y="420"/>
                  </a:cubicBezTo>
                  <a:cubicBezTo>
                    <a:pt x="1516" y="586"/>
                    <a:pt x="1516" y="772"/>
                    <a:pt x="1516" y="941"/>
                  </a:cubicBezTo>
                  <a:lnTo>
                    <a:pt x="1516" y="1160"/>
                  </a:lnTo>
                  <a:cubicBezTo>
                    <a:pt x="1516" y="1228"/>
                    <a:pt x="1516" y="1244"/>
                    <a:pt x="1447" y="1277"/>
                  </a:cubicBezTo>
                  <a:cubicBezTo>
                    <a:pt x="1079" y="1463"/>
                    <a:pt x="724" y="1665"/>
                    <a:pt x="352" y="1850"/>
                  </a:cubicBezTo>
                  <a:cubicBezTo>
                    <a:pt x="251" y="1919"/>
                    <a:pt x="134" y="1968"/>
                    <a:pt x="17" y="2036"/>
                  </a:cubicBezTo>
                  <a:cubicBezTo>
                    <a:pt x="17" y="2036"/>
                    <a:pt x="1" y="2052"/>
                    <a:pt x="17" y="2052"/>
                  </a:cubicBezTo>
                  <a:lnTo>
                    <a:pt x="33" y="2052"/>
                  </a:lnTo>
                  <a:cubicBezTo>
                    <a:pt x="150" y="2000"/>
                    <a:pt x="251" y="1935"/>
                    <a:pt x="372" y="1883"/>
                  </a:cubicBezTo>
                  <a:cubicBezTo>
                    <a:pt x="724" y="1681"/>
                    <a:pt x="1096" y="1495"/>
                    <a:pt x="1463" y="1313"/>
                  </a:cubicBezTo>
                  <a:cubicBezTo>
                    <a:pt x="1532" y="1261"/>
                    <a:pt x="1532" y="1228"/>
                    <a:pt x="1532" y="1160"/>
                  </a:cubicBezTo>
                  <a:lnTo>
                    <a:pt x="1532" y="941"/>
                  </a:lnTo>
                  <a:cubicBezTo>
                    <a:pt x="1532" y="772"/>
                    <a:pt x="1548" y="586"/>
                    <a:pt x="1532" y="404"/>
                  </a:cubicBezTo>
                  <a:lnTo>
                    <a:pt x="1532" y="267"/>
                  </a:lnTo>
                  <a:cubicBezTo>
                    <a:pt x="1548" y="182"/>
                    <a:pt x="1548" y="81"/>
                    <a:pt x="15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6"/>
            <p:cNvSpPr/>
            <p:nvPr/>
          </p:nvSpPr>
          <p:spPr>
            <a:xfrm>
              <a:off x="523967" y="2699550"/>
              <a:ext cx="113628" cy="51848"/>
            </a:xfrm>
            <a:custGeom>
              <a:rect b="b" l="l" r="r" t="t"/>
              <a:pathLst>
                <a:path extrusionOk="0" h="522" w="1144">
                  <a:moveTo>
                    <a:pt x="1128" y="0"/>
                  </a:moveTo>
                  <a:cubicBezTo>
                    <a:pt x="1027" y="16"/>
                    <a:pt x="942" y="53"/>
                    <a:pt x="873" y="101"/>
                  </a:cubicBezTo>
                  <a:cubicBezTo>
                    <a:pt x="825" y="117"/>
                    <a:pt x="788" y="138"/>
                    <a:pt x="756" y="154"/>
                  </a:cubicBezTo>
                  <a:cubicBezTo>
                    <a:pt x="570" y="239"/>
                    <a:pt x="404" y="319"/>
                    <a:pt x="235" y="388"/>
                  </a:cubicBezTo>
                  <a:cubicBezTo>
                    <a:pt x="150" y="420"/>
                    <a:pt x="81" y="457"/>
                    <a:pt x="17" y="489"/>
                  </a:cubicBezTo>
                  <a:cubicBezTo>
                    <a:pt x="0" y="489"/>
                    <a:pt x="0" y="505"/>
                    <a:pt x="0" y="505"/>
                  </a:cubicBezTo>
                  <a:lnTo>
                    <a:pt x="17" y="521"/>
                  </a:lnTo>
                  <a:cubicBezTo>
                    <a:pt x="101" y="489"/>
                    <a:pt x="166" y="457"/>
                    <a:pt x="235" y="420"/>
                  </a:cubicBezTo>
                  <a:cubicBezTo>
                    <a:pt x="404" y="340"/>
                    <a:pt x="586" y="255"/>
                    <a:pt x="772" y="186"/>
                  </a:cubicBezTo>
                  <a:cubicBezTo>
                    <a:pt x="808" y="170"/>
                    <a:pt x="841" y="138"/>
                    <a:pt x="873" y="117"/>
                  </a:cubicBezTo>
                  <a:cubicBezTo>
                    <a:pt x="958" y="85"/>
                    <a:pt x="1043" y="37"/>
                    <a:pt x="1128" y="37"/>
                  </a:cubicBezTo>
                  <a:lnTo>
                    <a:pt x="1144" y="16"/>
                  </a:lnTo>
                  <a:cubicBezTo>
                    <a:pt x="1144" y="0"/>
                    <a:pt x="1128" y="0"/>
                    <a:pt x="1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6"/>
            <p:cNvSpPr/>
            <p:nvPr/>
          </p:nvSpPr>
          <p:spPr>
            <a:xfrm>
              <a:off x="513936" y="3508850"/>
              <a:ext cx="126937" cy="122070"/>
            </a:xfrm>
            <a:custGeom>
              <a:rect b="b" l="l" r="r" t="t"/>
              <a:pathLst>
                <a:path extrusionOk="0" h="1229" w="1278">
                  <a:moveTo>
                    <a:pt x="1245" y="0"/>
                  </a:moveTo>
                  <a:cubicBezTo>
                    <a:pt x="1229" y="0"/>
                    <a:pt x="1229" y="17"/>
                    <a:pt x="1229" y="17"/>
                  </a:cubicBezTo>
                  <a:cubicBezTo>
                    <a:pt x="1245" y="186"/>
                    <a:pt x="1245" y="352"/>
                    <a:pt x="1245" y="521"/>
                  </a:cubicBezTo>
                  <a:cubicBezTo>
                    <a:pt x="1245" y="606"/>
                    <a:pt x="1229" y="691"/>
                    <a:pt x="1245" y="792"/>
                  </a:cubicBezTo>
                  <a:cubicBezTo>
                    <a:pt x="1245" y="841"/>
                    <a:pt x="1212" y="857"/>
                    <a:pt x="1144" y="877"/>
                  </a:cubicBezTo>
                  <a:cubicBezTo>
                    <a:pt x="825" y="978"/>
                    <a:pt x="469" y="1079"/>
                    <a:pt x="134" y="1180"/>
                  </a:cubicBezTo>
                  <a:cubicBezTo>
                    <a:pt x="101" y="1196"/>
                    <a:pt x="65" y="1196"/>
                    <a:pt x="49" y="1196"/>
                  </a:cubicBezTo>
                  <a:cubicBezTo>
                    <a:pt x="33" y="1196"/>
                    <a:pt x="17" y="1212"/>
                    <a:pt x="0" y="1212"/>
                  </a:cubicBezTo>
                  <a:lnTo>
                    <a:pt x="0" y="1228"/>
                  </a:lnTo>
                  <a:lnTo>
                    <a:pt x="49" y="1228"/>
                  </a:lnTo>
                  <a:cubicBezTo>
                    <a:pt x="81" y="1228"/>
                    <a:pt x="101" y="1212"/>
                    <a:pt x="134" y="1212"/>
                  </a:cubicBezTo>
                  <a:cubicBezTo>
                    <a:pt x="485" y="1095"/>
                    <a:pt x="841" y="994"/>
                    <a:pt x="1144" y="909"/>
                  </a:cubicBezTo>
                  <a:cubicBezTo>
                    <a:pt x="1192" y="893"/>
                    <a:pt x="1261" y="857"/>
                    <a:pt x="1261" y="792"/>
                  </a:cubicBezTo>
                  <a:lnTo>
                    <a:pt x="1261" y="521"/>
                  </a:lnTo>
                  <a:cubicBezTo>
                    <a:pt x="1261" y="352"/>
                    <a:pt x="1277" y="186"/>
                    <a:pt x="1245" y="17"/>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6"/>
            <p:cNvSpPr/>
            <p:nvPr/>
          </p:nvSpPr>
          <p:spPr>
            <a:xfrm>
              <a:off x="1262647" y="2901776"/>
              <a:ext cx="147398" cy="152563"/>
            </a:xfrm>
            <a:custGeom>
              <a:rect b="b" l="l" r="r" t="t"/>
              <a:pathLst>
                <a:path extrusionOk="0" h="1536" w="1484">
                  <a:moveTo>
                    <a:pt x="1467" y="0"/>
                  </a:moveTo>
                  <a:cubicBezTo>
                    <a:pt x="1063" y="138"/>
                    <a:pt x="659" y="287"/>
                    <a:pt x="271" y="441"/>
                  </a:cubicBezTo>
                  <a:lnTo>
                    <a:pt x="255" y="457"/>
                  </a:lnTo>
                  <a:cubicBezTo>
                    <a:pt x="170" y="457"/>
                    <a:pt x="85" y="473"/>
                    <a:pt x="37" y="542"/>
                  </a:cubicBezTo>
                  <a:cubicBezTo>
                    <a:pt x="0" y="606"/>
                    <a:pt x="17" y="675"/>
                    <a:pt x="17" y="744"/>
                  </a:cubicBezTo>
                  <a:lnTo>
                    <a:pt x="17" y="808"/>
                  </a:lnTo>
                  <a:lnTo>
                    <a:pt x="17" y="1047"/>
                  </a:lnTo>
                  <a:cubicBezTo>
                    <a:pt x="17" y="1196"/>
                    <a:pt x="17" y="1366"/>
                    <a:pt x="37" y="1515"/>
                  </a:cubicBezTo>
                  <a:cubicBezTo>
                    <a:pt x="37" y="1535"/>
                    <a:pt x="53" y="1535"/>
                    <a:pt x="53" y="1535"/>
                  </a:cubicBezTo>
                  <a:cubicBezTo>
                    <a:pt x="53" y="1535"/>
                    <a:pt x="69" y="1535"/>
                    <a:pt x="69" y="1515"/>
                  </a:cubicBezTo>
                  <a:cubicBezTo>
                    <a:pt x="53" y="1366"/>
                    <a:pt x="53" y="1196"/>
                    <a:pt x="53" y="1047"/>
                  </a:cubicBezTo>
                  <a:lnTo>
                    <a:pt x="53" y="808"/>
                  </a:lnTo>
                  <a:lnTo>
                    <a:pt x="53" y="744"/>
                  </a:lnTo>
                  <a:cubicBezTo>
                    <a:pt x="37" y="675"/>
                    <a:pt x="37" y="606"/>
                    <a:pt x="69" y="558"/>
                  </a:cubicBezTo>
                  <a:cubicBezTo>
                    <a:pt x="101" y="489"/>
                    <a:pt x="186" y="489"/>
                    <a:pt x="255" y="473"/>
                  </a:cubicBezTo>
                  <a:lnTo>
                    <a:pt x="287" y="473"/>
                  </a:lnTo>
                  <a:cubicBezTo>
                    <a:pt x="659" y="323"/>
                    <a:pt x="1063" y="154"/>
                    <a:pt x="1467" y="21"/>
                  </a:cubicBezTo>
                  <a:cubicBezTo>
                    <a:pt x="1483" y="21"/>
                    <a:pt x="1483" y="21"/>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6"/>
            <p:cNvSpPr/>
            <p:nvPr/>
          </p:nvSpPr>
          <p:spPr>
            <a:xfrm>
              <a:off x="1553570" y="3229548"/>
              <a:ext cx="5264" cy="78765"/>
            </a:xfrm>
            <a:custGeom>
              <a:rect b="b" l="l" r="r" t="t"/>
              <a:pathLst>
                <a:path extrusionOk="0" h="793" w="53">
                  <a:moveTo>
                    <a:pt x="37" y="1"/>
                  </a:moveTo>
                  <a:lnTo>
                    <a:pt x="37" y="17"/>
                  </a:lnTo>
                  <a:cubicBezTo>
                    <a:pt x="0" y="134"/>
                    <a:pt x="16" y="271"/>
                    <a:pt x="16" y="405"/>
                  </a:cubicBezTo>
                  <a:lnTo>
                    <a:pt x="16" y="639"/>
                  </a:lnTo>
                  <a:lnTo>
                    <a:pt x="16" y="675"/>
                  </a:lnTo>
                  <a:cubicBezTo>
                    <a:pt x="16" y="708"/>
                    <a:pt x="16" y="740"/>
                    <a:pt x="0" y="776"/>
                  </a:cubicBezTo>
                  <a:lnTo>
                    <a:pt x="0" y="793"/>
                  </a:lnTo>
                  <a:lnTo>
                    <a:pt x="16" y="793"/>
                  </a:lnTo>
                  <a:lnTo>
                    <a:pt x="16" y="776"/>
                  </a:lnTo>
                  <a:cubicBezTo>
                    <a:pt x="53" y="740"/>
                    <a:pt x="37" y="708"/>
                    <a:pt x="37" y="675"/>
                  </a:cubicBezTo>
                  <a:lnTo>
                    <a:pt x="37" y="639"/>
                  </a:lnTo>
                  <a:lnTo>
                    <a:pt x="37" y="405"/>
                  </a:lnTo>
                  <a:cubicBezTo>
                    <a:pt x="37" y="271"/>
                    <a:pt x="37" y="154"/>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6"/>
            <p:cNvSpPr/>
            <p:nvPr/>
          </p:nvSpPr>
          <p:spPr>
            <a:xfrm>
              <a:off x="511949" y="2228054"/>
              <a:ext cx="124057" cy="63965"/>
            </a:xfrm>
            <a:custGeom>
              <a:rect b="b" l="l" r="r" t="t"/>
              <a:pathLst>
                <a:path extrusionOk="0" h="644" w="1249">
                  <a:moveTo>
                    <a:pt x="1232" y="1"/>
                  </a:moveTo>
                  <a:cubicBezTo>
                    <a:pt x="1131" y="17"/>
                    <a:pt x="1047" y="69"/>
                    <a:pt x="978" y="118"/>
                  </a:cubicBezTo>
                  <a:cubicBezTo>
                    <a:pt x="929" y="138"/>
                    <a:pt x="893" y="170"/>
                    <a:pt x="845" y="187"/>
                  </a:cubicBezTo>
                  <a:cubicBezTo>
                    <a:pt x="643" y="288"/>
                    <a:pt x="441" y="389"/>
                    <a:pt x="255" y="490"/>
                  </a:cubicBezTo>
                  <a:cubicBezTo>
                    <a:pt x="170" y="542"/>
                    <a:pt x="85" y="574"/>
                    <a:pt x="0" y="623"/>
                  </a:cubicBezTo>
                  <a:lnTo>
                    <a:pt x="0" y="643"/>
                  </a:lnTo>
                  <a:lnTo>
                    <a:pt x="20" y="643"/>
                  </a:lnTo>
                  <a:cubicBezTo>
                    <a:pt x="101" y="607"/>
                    <a:pt x="186" y="558"/>
                    <a:pt x="271" y="522"/>
                  </a:cubicBezTo>
                  <a:cubicBezTo>
                    <a:pt x="457" y="405"/>
                    <a:pt x="659" y="304"/>
                    <a:pt x="861" y="219"/>
                  </a:cubicBezTo>
                  <a:cubicBezTo>
                    <a:pt x="909" y="187"/>
                    <a:pt x="946" y="170"/>
                    <a:pt x="978" y="138"/>
                  </a:cubicBezTo>
                  <a:cubicBezTo>
                    <a:pt x="1063" y="86"/>
                    <a:pt x="1148" y="53"/>
                    <a:pt x="1232" y="37"/>
                  </a:cubicBezTo>
                  <a:cubicBezTo>
                    <a:pt x="1249" y="37"/>
                    <a:pt x="1249" y="37"/>
                    <a:pt x="1249" y="17"/>
                  </a:cubicBezTo>
                  <a:lnTo>
                    <a:pt x="12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6"/>
            <p:cNvSpPr/>
            <p:nvPr/>
          </p:nvSpPr>
          <p:spPr>
            <a:xfrm>
              <a:off x="1909849" y="1960870"/>
              <a:ext cx="165376" cy="369191"/>
            </a:xfrm>
            <a:custGeom>
              <a:rect b="b" l="l" r="r" t="t"/>
              <a:pathLst>
                <a:path extrusionOk="0" h="3717" w="1665">
                  <a:moveTo>
                    <a:pt x="0" y="0"/>
                  </a:moveTo>
                  <a:lnTo>
                    <a:pt x="0" y="16"/>
                  </a:lnTo>
                  <a:cubicBezTo>
                    <a:pt x="33" y="33"/>
                    <a:pt x="49" y="65"/>
                    <a:pt x="85" y="101"/>
                  </a:cubicBezTo>
                  <a:lnTo>
                    <a:pt x="85" y="134"/>
                  </a:lnTo>
                  <a:cubicBezTo>
                    <a:pt x="352" y="586"/>
                    <a:pt x="606" y="1059"/>
                    <a:pt x="857" y="1515"/>
                  </a:cubicBezTo>
                  <a:lnTo>
                    <a:pt x="1043" y="1834"/>
                  </a:lnTo>
                  <a:cubicBezTo>
                    <a:pt x="1095" y="1919"/>
                    <a:pt x="1128" y="1984"/>
                    <a:pt x="1176" y="2069"/>
                  </a:cubicBezTo>
                  <a:cubicBezTo>
                    <a:pt x="1297" y="2287"/>
                    <a:pt x="1431" y="2525"/>
                    <a:pt x="1564" y="2759"/>
                  </a:cubicBezTo>
                  <a:cubicBezTo>
                    <a:pt x="1564" y="2776"/>
                    <a:pt x="1564" y="2776"/>
                    <a:pt x="1580" y="2792"/>
                  </a:cubicBezTo>
                  <a:cubicBezTo>
                    <a:pt x="1616" y="2844"/>
                    <a:pt x="1633" y="2877"/>
                    <a:pt x="1564" y="2909"/>
                  </a:cubicBezTo>
                  <a:cubicBezTo>
                    <a:pt x="1548" y="2929"/>
                    <a:pt x="1564" y="2945"/>
                    <a:pt x="1564" y="2961"/>
                  </a:cubicBezTo>
                  <a:lnTo>
                    <a:pt x="1564" y="2978"/>
                  </a:lnTo>
                  <a:lnTo>
                    <a:pt x="1564" y="3264"/>
                  </a:lnTo>
                  <a:cubicBezTo>
                    <a:pt x="1548" y="3414"/>
                    <a:pt x="1532" y="3567"/>
                    <a:pt x="1580" y="3717"/>
                  </a:cubicBezTo>
                  <a:lnTo>
                    <a:pt x="1600" y="3717"/>
                  </a:lnTo>
                  <a:cubicBezTo>
                    <a:pt x="1616" y="3717"/>
                    <a:pt x="1616" y="3717"/>
                    <a:pt x="1616" y="3701"/>
                  </a:cubicBezTo>
                  <a:cubicBezTo>
                    <a:pt x="1564" y="3567"/>
                    <a:pt x="1564" y="3414"/>
                    <a:pt x="1580" y="3264"/>
                  </a:cubicBezTo>
                  <a:cubicBezTo>
                    <a:pt x="1580" y="3163"/>
                    <a:pt x="1600" y="3062"/>
                    <a:pt x="1580" y="2961"/>
                  </a:cubicBezTo>
                  <a:lnTo>
                    <a:pt x="1580" y="2945"/>
                  </a:lnTo>
                  <a:cubicBezTo>
                    <a:pt x="1665" y="2877"/>
                    <a:pt x="1633" y="2808"/>
                    <a:pt x="1600" y="2776"/>
                  </a:cubicBezTo>
                  <a:cubicBezTo>
                    <a:pt x="1600" y="2759"/>
                    <a:pt x="1580" y="2759"/>
                    <a:pt x="1580" y="2743"/>
                  </a:cubicBezTo>
                  <a:cubicBezTo>
                    <a:pt x="1463" y="2505"/>
                    <a:pt x="1330" y="2271"/>
                    <a:pt x="1196" y="2052"/>
                  </a:cubicBezTo>
                  <a:cubicBezTo>
                    <a:pt x="1160" y="1968"/>
                    <a:pt x="1111" y="1899"/>
                    <a:pt x="1075" y="1834"/>
                  </a:cubicBezTo>
                  <a:lnTo>
                    <a:pt x="893" y="1495"/>
                  </a:lnTo>
                  <a:cubicBezTo>
                    <a:pt x="639" y="1043"/>
                    <a:pt x="368" y="570"/>
                    <a:pt x="118" y="117"/>
                  </a:cubicBezTo>
                  <a:lnTo>
                    <a:pt x="101" y="101"/>
                  </a:lnTo>
                  <a:cubicBezTo>
                    <a:pt x="85" y="49"/>
                    <a:pt x="65"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6"/>
            <p:cNvSpPr/>
            <p:nvPr/>
          </p:nvSpPr>
          <p:spPr>
            <a:xfrm>
              <a:off x="891470" y="1738680"/>
              <a:ext cx="6953" cy="26420"/>
            </a:xfrm>
            <a:custGeom>
              <a:rect b="b" l="l" r="r" t="t"/>
              <a:pathLst>
                <a:path extrusionOk="0" h="266" w="70">
                  <a:moveTo>
                    <a:pt x="19" y="0"/>
                  </a:moveTo>
                  <a:cubicBezTo>
                    <a:pt x="17" y="0"/>
                    <a:pt x="17" y="5"/>
                    <a:pt x="17" y="15"/>
                  </a:cubicBezTo>
                  <a:cubicBezTo>
                    <a:pt x="1" y="15"/>
                    <a:pt x="1" y="15"/>
                    <a:pt x="1" y="32"/>
                  </a:cubicBezTo>
                  <a:cubicBezTo>
                    <a:pt x="37" y="80"/>
                    <a:pt x="37" y="133"/>
                    <a:pt x="37" y="181"/>
                  </a:cubicBezTo>
                  <a:lnTo>
                    <a:pt x="37" y="250"/>
                  </a:lnTo>
                  <a:cubicBezTo>
                    <a:pt x="37" y="250"/>
                    <a:pt x="37" y="266"/>
                    <a:pt x="53" y="266"/>
                  </a:cubicBezTo>
                  <a:lnTo>
                    <a:pt x="53" y="250"/>
                  </a:lnTo>
                  <a:lnTo>
                    <a:pt x="53" y="181"/>
                  </a:lnTo>
                  <a:cubicBezTo>
                    <a:pt x="53" y="133"/>
                    <a:pt x="69" y="64"/>
                    <a:pt x="37" y="15"/>
                  </a:cubicBezTo>
                  <a:cubicBezTo>
                    <a:pt x="27" y="5"/>
                    <a:pt x="22"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6"/>
            <p:cNvSpPr/>
            <p:nvPr/>
          </p:nvSpPr>
          <p:spPr>
            <a:xfrm>
              <a:off x="1411536" y="3259644"/>
              <a:ext cx="90386" cy="179083"/>
            </a:xfrm>
            <a:custGeom>
              <a:rect b="b" l="l" r="r" t="t"/>
              <a:pathLst>
                <a:path extrusionOk="0" h="1803" w="910">
                  <a:moveTo>
                    <a:pt x="33" y="1"/>
                  </a:moveTo>
                  <a:cubicBezTo>
                    <a:pt x="0" y="33"/>
                    <a:pt x="0" y="69"/>
                    <a:pt x="0" y="102"/>
                  </a:cubicBezTo>
                  <a:lnTo>
                    <a:pt x="0" y="118"/>
                  </a:lnTo>
                  <a:lnTo>
                    <a:pt x="0" y="910"/>
                  </a:lnTo>
                  <a:lnTo>
                    <a:pt x="0" y="926"/>
                  </a:lnTo>
                  <a:cubicBezTo>
                    <a:pt x="0" y="978"/>
                    <a:pt x="0" y="1027"/>
                    <a:pt x="85" y="1063"/>
                  </a:cubicBezTo>
                  <a:cubicBezTo>
                    <a:pt x="154" y="1079"/>
                    <a:pt x="186" y="1128"/>
                    <a:pt x="235" y="1180"/>
                  </a:cubicBezTo>
                  <a:cubicBezTo>
                    <a:pt x="255" y="1196"/>
                    <a:pt x="271" y="1213"/>
                    <a:pt x="303" y="1229"/>
                  </a:cubicBezTo>
                  <a:cubicBezTo>
                    <a:pt x="473" y="1398"/>
                    <a:pt x="659" y="1548"/>
                    <a:pt x="840" y="1701"/>
                  </a:cubicBezTo>
                  <a:cubicBezTo>
                    <a:pt x="861" y="1718"/>
                    <a:pt x="861" y="1734"/>
                    <a:pt x="877" y="1770"/>
                  </a:cubicBezTo>
                  <a:cubicBezTo>
                    <a:pt x="877" y="1770"/>
                    <a:pt x="877" y="1786"/>
                    <a:pt x="893" y="1802"/>
                  </a:cubicBezTo>
                  <a:lnTo>
                    <a:pt x="909" y="1802"/>
                  </a:lnTo>
                  <a:lnTo>
                    <a:pt x="909" y="1786"/>
                  </a:lnTo>
                  <a:cubicBezTo>
                    <a:pt x="909" y="1786"/>
                    <a:pt x="909" y="1770"/>
                    <a:pt x="893" y="1750"/>
                  </a:cubicBezTo>
                  <a:cubicBezTo>
                    <a:pt x="893" y="1734"/>
                    <a:pt x="877" y="1701"/>
                    <a:pt x="861" y="1685"/>
                  </a:cubicBezTo>
                  <a:cubicBezTo>
                    <a:pt x="675" y="1532"/>
                    <a:pt x="489" y="1366"/>
                    <a:pt x="319" y="1213"/>
                  </a:cubicBezTo>
                  <a:cubicBezTo>
                    <a:pt x="303" y="1196"/>
                    <a:pt x="271" y="1180"/>
                    <a:pt x="255" y="1164"/>
                  </a:cubicBezTo>
                  <a:cubicBezTo>
                    <a:pt x="202" y="1095"/>
                    <a:pt x="154" y="1043"/>
                    <a:pt x="101" y="1027"/>
                  </a:cubicBezTo>
                  <a:cubicBezTo>
                    <a:pt x="16" y="1011"/>
                    <a:pt x="16" y="978"/>
                    <a:pt x="16" y="926"/>
                  </a:cubicBezTo>
                  <a:lnTo>
                    <a:pt x="16" y="910"/>
                  </a:lnTo>
                  <a:lnTo>
                    <a:pt x="16" y="118"/>
                  </a:lnTo>
                  <a:lnTo>
                    <a:pt x="16" y="102"/>
                  </a:lnTo>
                  <a:cubicBezTo>
                    <a:pt x="16" y="69"/>
                    <a:pt x="16" y="33"/>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6"/>
            <p:cNvSpPr/>
            <p:nvPr/>
          </p:nvSpPr>
          <p:spPr>
            <a:xfrm>
              <a:off x="930008" y="3411015"/>
              <a:ext cx="5364" cy="92670"/>
            </a:xfrm>
            <a:custGeom>
              <a:rect b="b" l="l" r="r" t="t"/>
              <a:pathLst>
                <a:path extrusionOk="0" h="933" w="54">
                  <a:moveTo>
                    <a:pt x="5" y="1"/>
                  </a:moveTo>
                  <a:cubicBezTo>
                    <a:pt x="2" y="1"/>
                    <a:pt x="1" y="2"/>
                    <a:pt x="1" y="8"/>
                  </a:cubicBezTo>
                  <a:lnTo>
                    <a:pt x="1" y="24"/>
                  </a:lnTo>
                  <a:cubicBezTo>
                    <a:pt x="17" y="60"/>
                    <a:pt x="17" y="109"/>
                    <a:pt x="17" y="161"/>
                  </a:cubicBezTo>
                  <a:lnTo>
                    <a:pt x="17" y="396"/>
                  </a:lnTo>
                  <a:lnTo>
                    <a:pt x="17" y="783"/>
                  </a:lnTo>
                  <a:cubicBezTo>
                    <a:pt x="1" y="816"/>
                    <a:pt x="17" y="852"/>
                    <a:pt x="17" y="884"/>
                  </a:cubicBezTo>
                  <a:lnTo>
                    <a:pt x="17" y="917"/>
                  </a:lnTo>
                  <a:cubicBezTo>
                    <a:pt x="17" y="933"/>
                    <a:pt x="33" y="933"/>
                    <a:pt x="33" y="933"/>
                  </a:cubicBezTo>
                  <a:cubicBezTo>
                    <a:pt x="53" y="933"/>
                    <a:pt x="53" y="933"/>
                    <a:pt x="53" y="917"/>
                  </a:cubicBezTo>
                  <a:cubicBezTo>
                    <a:pt x="53" y="901"/>
                    <a:pt x="53" y="884"/>
                    <a:pt x="33" y="868"/>
                  </a:cubicBezTo>
                  <a:lnTo>
                    <a:pt x="33" y="783"/>
                  </a:lnTo>
                  <a:cubicBezTo>
                    <a:pt x="53" y="650"/>
                    <a:pt x="53" y="513"/>
                    <a:pt x="53" y="396"/>
                  </a:cubicBezTo>
                  <a:lnTo>
                    <a:pt x="53" y="161"/>
                  </a:lnTo>
                  <a:cubicBezTo>
                    <a:pt x="53" y="109"/>
                    <a:pt x="53" y="60"/>
                    <a:pt x="17" y="8"/>
                  </a:cubicBezTo>
                  <a:cubicBezTo>
                    <a:pt x="17" y="8"/>
                    <a:pt x="10"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6"/>
            <p:cNvSpPr/>
            <p:nvPr/>
          </p:nvSpPr>
          <p:spPr>
            <a:xfrm>
              <a:off x="2008578" y="2724779"/>
              <a:ext cx="3278" cy="33473"/>
            </a:xfrm>
            <a:custGeom>
              <a:rect b="b" l="l" r="r" t="t"/>
              <a:pathLst>
                <a:path extrusionOk="0" h="337" w="33">
                  <a:moveTo>
                    <a:pt x="33" y="1"/>
                  </a:moveTo>
                  <a:cubicBezTo>
                    <a:pt x="16" y="1"/>
                    <a:pt x="16" y="17"/>
                    <a:pt x="16" y="17"/>
                  </a:cubicBezTo>
                  <a:cubicBezTo>
                    <a:pt x="0" y="86"/>
                    <a:pt x="0" y="150"/>
                    <a:pt x="0" y="203"/>
                  </a:cubicBezTo>
                  <a:lnTo>
                    <a:pt x="0" y="320"/>
                  </a:lnTo>
                  <a:cubicBezTo>
                    <a:pt x="0" y="320"/>
                    <a:pt x="0" y="336"/>
                    <a:pt x="16" y="336"/>
                  </a:cubicBezTo>
                  <a:lnTo>
                    <a:pt x="33" y="320"/>
                  </a:lnTo>
                  <a:lnTo>
                    <a:pt x="33" y="203"/>
                  </a:lnTo>
                  <a:cubicBezTo>
                    <a:pt x="16" y="134"/>
                    <a:pt x="16" y="86"/>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6"/>
            <p:cNvSpPr/>
            <p:nvPr/>
          </p:nvSpPr>
          <p:spPr>
            <a:xfrm>
              <a:off x="1291154" y="1895415"/>
              <a:ext cx="5264" cy="102007"/>
            </a:xfrm>
            <a:custGeom>
              <a:rect b="b" l="l" r="r" t="t"/>
              <a:pathLst>
                <a:path extrusionOk="0" h="1027" w="53">
                  <a:moveTo>
                    <a:pt x="0" y="1"/>
                  </a:moveTo>
                  <a:cubicBezTo>
                    <a:pt x="16" y="170"/>
                    <a:pt x="16" y="336"/>
                    <a:pt x="0" y="490"/>
                  </a:cubicBezTo>
                  <a:lnTo>
                    <a:pt x="0" y="809"/>
                  </a:lnTo>
                  <a:lnTo>
                    <a:pt x="0" y="861"/>
                  </a:lnTo>
                  <a:cubicBezTo>
                    <a:pt x="0" y="926"/>
                    <a:pt x="0" y="978"/>
                    <a:pt x="33" y="1027"/>
                  </a:cubicBezTo>
                  <a:lnTo>
                    <a:pt x="53" y="1027"/>
                  </a:lnTo>
                  <a:lnTo>
                    <a:pt x="53" y="1011"/>
                  </a:lnTo>
                  <a:cubicBezTo>
                    <a:pt x="16" y="962"/>
                    <a:pt x="33" y="926"/>
                    <a:pt x="33" y="861"/>
                  </a:cubicBezTo>
                  <a:lnTo>
                    <a:pt x="33" y="809"/>
                  </a:lnTo>
                  <a:lnTo>
                    <a:pt x="33" y="490"/>
                  </a:lnTo>
                  <a:cubicBezTo>
                    <a:pt x="33" y="336"/>
                    <a:pt x="33" y="170"/>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6"/>
            <p:cNvSpPr/>
            <p:nvPr/>
          </p:nvSpPr>
          <p:spPr>
            <a:xfrm>
              <a:off x="2010167" y="3420153"/>
              <a:ext cx="4867" cy="18574"/>
            </a:xfrm>
            <a:custGeom>
              <a:rect b="b" l="l" r="r" t="t"/>
              <a:pathLst>
                <a:path extrusionOk="0" h="187" w="49">
                  <a:moveTo>
                    <a:pt x="49" y="1"/>
                  </a:moveTo>
                  <a:cubicBezTo>
                    <a:pt x="33" y="1"/>
                    <a:pt x="33" y="1"/>
                    <a:pt x="33" y="17"/>
                  </a:cubicBezTo>
                  <a:cubicBezTo>
                    <a:pt x="0" y="53"/>
                    <a:pt x="0" y="85"/>
                    <a:pt x="17" y="118"/>
                  </a:cubicBezTo>
                  <a:lnTo>
                    <a:pt x="17" y="186"/>
                  </a:lnTo>
                  <a:lnTo>
                    <a:pt x="33" y="186"/>
                  </a:lnTo>
                  <a:lnTo>
                    <a:pt x="33" y="118"/>
                  </a:lnTo>
                  <a:cubicBezTo>
                    <a:pt x="33" y="85"/>
                    <a:pt x="33" y="53"/>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6"/>
            <p:cNvSpPr/>
            <p:nvPr/>
          </p:nvSpPr>
          <p:spPr>
            <a:xfrm>
              <a:off x="1441631" y="3468723"/>
              <a:ext cx="3278" cy="78765"/>
            </a:xfrm>
            <a:custGeom>
              <a:rect b="b" l="l" r="r" t="t"/>
              <a:pathLst>
                <a:path extrusionOk="0" h="793" w="33">
                  <a:moveTo>
                    <a:pt x="16" y="0"/>
                  </a:moveTo>
                  <a:cubicBezTo>
                    <a:pt x="16" y="0"/>
                    <a:pt x="0" y="0"/>
                    <a:pt x="0" y="17"/>
                  </a:cubicBezTo>
                  <a:lnTo>
                    <a:pt x="0" y="776"/>
                  </a:lnTo>
                  <a:lnTo>
                    <a:pt x="16" y="792"/>
                  </a:lnTo>
                  <a:lnTo>
                    <a:pt x="33" y="776"/>
                  </a:lnTo>
                  <a:lnTo>
                    <a:pt x="33" y="17"/>
                  </a:ln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6"/>
            <p:cNvSpPr/>
            <p:nvPr/>
          </p:nvSpPr>
          <p:spPr>
            <a:xfrm>
              <a:off x="869817" y="3321424"/>
              <a:ext cx="332739" cy="199147"/>
            </a:xfrm>
            <a:custGeom>
              <a:rect b="b" l="l" r="r" t="t"/>
              <a:pathLst>
                <a:path extrusionOk="0" h="2005" w="3350">
                  <a:moveTo>
                    <a:pt x="3333" y="1"/>
                  </a:moveTo>
                  <a:cubicBezTo>
                    <a:pt x="3184" y="17"/>
                    <a:pt x="3014" y="86"/>
                    <a:pt x="2861" y="138"/>
                  </a:cubicBezTo>
                  <a:cubicBezTo>
                    <a:pt x="2828" y="138"/>
                    <a:pt x="2796" y="154"/>
                    <a:pt x="2780" y="170"/>
                  </a:cubicBezTo>
                  <a:lnTo>
                    <a:pt x="2643" y="203"/>
                  </a:lnTo>
                  <a:cubicBezTo>
                    <a:pt x="2053" y="405"/>
                    <a:pt x="1467" y="607"/>
                    <a:pt x="877" y="776"/>
                  </a:cubicBezTo>
                  <a:cubicBezTo>
                    <a:pt x="724" y="825"/>
                    <a:pt x="574" y="877"/>
                    <a:pt x="437" y="926"/>
                  </a:cubicBezTo>
                  <a:cubicBezTo>
                    <a:pt x="336" y="962"/>
                    <a:pt x="255" y="995"/>
                    <a:pt x="154" y="1027"/>
                  </a:cubicBezTo>
                  <a:cubicBezTo>
                    <a:pt x="33" y="1063"/>
                    <a:pt x="1" y="1112"/>
                    <a:pt x="1" y="1229"/>
                  </a:cubicBezTo>
                  <a:cubicBezTo>
                    <a:pt x="17" y="1350"/>
                    <a:pt x="1" y="1451"/>
                    <a:pt x="1" y="1568"/>
                  </a:cubicBezTo>
                  <a:cubicBezTo>
                    <a:pt x="1" y="1702"/>
                    <a:pt x="1" y="1855"/>
                    <a:pt x="17" y="2005"/>
                  </a:cubicBezTo>
                  <a:lnTo>
                    <a:pt x="53" y="2005"/>
                  </a:lnTo>
                  <a:cubicBezTo>
                    <a:pt x="33" y="1855"/>
                    <a:pt x="33" y="1702"/>
                    <a:pt x="33" y="1568"/>
                  </a:cubicBezTo>
                  <a:lnTo>
                    <a:pt x="33" y="1229"/>
                  </a:lnTo>
                  <a:cubicBezTo>
                    <a:pt x="17" y="1112"/>
                    <a:pt x="69" y="1079"/>
                    <a:pt x="154" y="1047"/>
                  </a:cubicBezTo>
                  <a:cubicBezTo>
                    <a:pt x="255" y="1011"/>
                    <a:pt x="356" y="995"/>
                    <a:pt x="437" y="962"/>
                  </a:cubicBezTo>
                  <a:lnTo>
                    <a:pt x="893" y="809"/>
                  </a:lnTo>
                  <a:cubicBezTo>
                    <a:pt x="1483" y="623"/>
                    <a:pt x="2073" y="421"/>
                    <a:pt x="2643" y="239"/>
                  </a:cubicBezTo>
                  <a:lnTo>
                    <a:pt x="2780" y="187"/>
                  </a:lnTo>
                  <a:cubicBezTo>
                    <a:pt x="2812" y="187"/>
                    <a:pt x="2845" y="170"/>
                    <a:pt x="2881" y="154"/>
                  </a:cubicBezTo>
                  <a:cubicBezTo>
                    <a:pt x="3030" y="102"/>
                    <a:pt x="3184" y="53"/>
                    <a:pt x="3350" y="17"/>
                  </a:cubicBezTo>
                  <a:lnTo>
                    <a:pt x="33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6"/>
            <p:cNvSpPr/>
            <p:nvPr/>
          </p:nvSpPr>
          <p:spPr>
            <a:xfrm>
              <a:off x="1921470" y="3575795"/>
              <a:ext cx="132102" cy="158622"/>
            </a:xfrm>
            <a:custGeom>
              <a:rect b="b" l="l" r="r" t="t"/>
              <a:pathLst>
                <a:path extrusionOk="0" h="1597" w="1330">
                  <a:moveTo>
                    <a:pt x="69" y="1"/>
                  </a:moveTo>
                  <a:cubicBezTo>
                    <a:pt x="69" y="1"/>
                    <a:pt x="49" y="1"/>
                    <a:pt x="49" y="17"/>
                  </a:cubicBezTo>
                  <a:cubicBezTo>
                    <a:pt x="1" y="134"/>
                    <a:pt x="33" y="219"/>
                    <a:pt x="134" y="304"/>
                  </a:cubicBezTo>
                  <a:cubicBezTo>
                    <a:pt x="372" y="522"/>
                    <a:pt x="590" y="756"/>
                    <a:pt x="809" y="975"/>
                  </a:cubicBezTo>
                  <a:cubicBezTo>
                    <a:pt x="893" y="1059"/>
                    <a:pt x="978" y="1144"/>
                    <a:pt x="1059" y="1229"/>
                  </a:cubicBezTo>
                  <a:cubicBezTo>
                    <a:pt x="1079" y="1245"/>
                    <a:pt x="1095" y="1261"/>
                    <a:pt x="1112" y="1278"/>
                  </a:cubicBezTo>
                  <a:cubicBezTo>
                    <a:pt x="1144" y="1314"/>
                    <a:pt x="1180" y="1346"/>
                    <a:pt x="1213" y="1379"/>
                  </a:cubicBezTo>
                  <a:cubicBezTo>
                    <a:pt x="1281" y="1431"/>
                    <a:pt x="1297" y="1479"/>
                    <a:pt x="1297" y="1580"/>
                  </a:cubicBezTo>
                  <a:cubicBezTo>
                    <a:pt x="1297" y="1597"/>
                    <a:pt x="1297" y="1597"/>
                    <a:pt x="1314" y="1597"/>
                  </a:cubicBezTo>
                  <a:lnTo>
                    <a:pt x="1314" y="1580"/>
                  </a:lnTo>
                  <a:cubicBezTo>
                    <a:pt x="1330" y="1516"/>
                    <a:pt x="1330" y="1431"/>
                    <a:pt x="1229" y="1362"/>
                  </a:cubicBezTo>
                  <a:cubicBezTo>
                    <a:pt x="1196" y="1330"/>
                    <a:pt x="1160" y="1294"/>
                    <a:pt x="1128" y="1261"/>
                  </a:cubicBezTo>
                  <a:cubicBezTo>
                    <a:pt x="1112" y="1245"/>
                    <a:pt x="1095" y="1229"/>
                    <a:pt x="1095" y="1213"/>
                  </a:cubicBezTo>
                  <a:cubicBezTo>
                    <a:pt x="994" y="1128"/>
                    <a:pt x="910" y="1043"/>
                    <a:pt x="825" y="958"/>
                  </a:cubicBezTo>
                  <a:cubicBezTo>
                    <a:pt x="607" y="724"/>
                    <a:pt x="388" y="506"/>
                    <a:pt x="150" y="284"/>
                  </a:cubicBezTo>
                  <a:cubicBezTo>
                    <a:pt x="69" y="203"/>
                    <a:pt x="17" y="134"/>
                    <a:pt x="85"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a:off x="936861" y="2246529"/>
              <a:ext cx="6456" cy="21752"/>
            </a:xfrm>
            <a:custGeom>
              <a:rect b="b" l="l" r="r" t="t"/>
              <a:pathLst>
                <a:path extrusionOk="0" h="219" w="65">
                  <a:moveTo>
                    <a:pt x="16" y="1"/>
                  </a:moveTo>
                  <a:cubicBezTo>
                    <a:pt x="0" y="1"/>
                    <a:pt x="0" y="17"/>
                    <a:pt x="16" y="17"/>
                  </a:cubicBezTo>
                  <a:cubicBezTo>
                    <a:pt x="33" y="69"/>
                    <a:pt x="33" y="118"/>
                    <a:pt x="33" y="170"/>
                  </a:cubicBezTo>
                  <a:lnTo>
                    <a:pt x="33" y="219"/>
                  </a:lnTo>
                  <a:lnTo>
                    <a:pt x="65" y="219"/>
                  </a:lnTo>
                  <a:lnTo>
                    <a:pt x="65" y="170"/>
                  </a:lnTo>
                  <a:cubicBezTo>
                    <a:pt x="65" y="118"/>
                    <a:pt x="65" y="5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6"/>
            <p:cNvSpPr/>
            <p:nvPr/>
          </p:nvSpPr>
          <p:spPr>
            <a:xfrm>
              <a:off x="511949" y="1562776"/>
              <a:ext cx="124057" cy="77176"/>
            </a:xfrm>
            <a:custGeom>
              <a:rect b="b" l="l" r="r" t="t"/>
              <a:pathLst>
                <a:path extrusionOk="0" h="777" w="1249">
                  <a:moveTo>
                    <a:pt x="1232" y="1"/>
                  </a:moveTo>
                  <a:cubicBezTo>
                    <a:pt x="1063" y="86"/>
                    <a:pt x="909" y="187"/>
                    <a:pt x="760" y="272"/>
                  </a:cubicBezTo>
                  <a:lnTo>
                    <a:pt x="558" y="421"/>
                  </a:lnTo>
                  <a:cubicBezTo>
                    <a:pt x="424" y="490"/>
                    <a:pt x="287" y="575"/>
                    <a:pt x="170" y="639"/>
                  </a:cubicBezTo>
                  <a:cubicBezTo>
                    <a:pt x="121" y="676"/>
                    <a:pt x="69" y="724"/>
                    <a:pt x="0" y="756"/>
                  </a:cubicBezTo>
                  <a:lnTo>
                    <a:pt x="0" y="777"/>
                  </a:lnTo>
                  <a:lnTo>
                    <a:pt x="20" y="777"/>
                  </a:lnTo>
                  <a:cubicBezTo>
                    <a:pt x="69" y="740"/>
                    <a:pt x="138" y="708"/>
                    <a:pt x="186" y="676"/>
                  </a:cubicBezTo>
                  <a:cubicBezTo>
                    <a:pt x="303" y="591"/>
                    <a:pt x="441" y="506"/>
                    <a:pt x="558" y="437"/>
                  </a:cubicBezTo>
                  <a:cubicBezTo>
                    <a:pt x="643" y="389"/>
                    <a:pt x="707" y="336"/>
                    <a:pt x="776" y="304"/>
                  </a:cubicBezTo>
                  <a:cubicBezTo>
                    <a:pt x="929" y="203"/>
                    <a:pt x="1079" y="102"/>
                    <a:pt x="1232" y="33"/>
                  </a:cubicBezTo>
                  <a:cubicBezTo>
                    <a:pt x="1249" y="33"/>
                    <a:pt x="1249" y="17"/>
                    <a:pt x="1249" y="17"/>
                  </a:cubicBezTo>
                  <a:cubicBezTo>
                    <a:pt x="1249" y="1"/>
                    <a:pt x="1232" y="1"/>
                    <a:pt x="1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6"/>
            <p:cNvSpPr/>
            <p:nvPr/>
          </p:nvSpPr>
          <p:spPr>
            <a:xfrm>
              <a:off x="1742487" y="1965638"/>
              <a:ext cx="140545" cy="322707"/>
            </a:xfrm>
            <a:custGeom>
              <a:rect b="b" l="l" r="r" t="t"/>
              <a:pathLst>
                <a:path extrusionOk="0" h="3249" w="1415">
                  <a:moveTo>
                    <a:pt x="53" y="1"/>
                  </a:moveTo>
                  <a:cubicBezTo>
                    <a:pt x="17" y="33"/>
                    <a:pt x="1" y="69"/>
                    <a:pt x="1" y="118"/>
                  </a:cubicBezTo>
                  <a:cubicBezTo>
                    <a:pt x="17" y="288"/>
                    <a:pt x="17" y="473"/>
                    <a:pt x="1" y="639"/>
                  </a:cubicBezTo>
                  <a:lnTo>
                    <a:pt x="1" y="1011"/>
                  </a:lnTo>
                  <a:cubicBezTo>
                    <a:pt x="1" y="1079"/>
                    <a:pt x="17" y="1128"/>
                    <a:pt x="53" y="1180"/>
                  </a:cubicBezTo>
                  <a:cubicBezTo>
                    <a:pt x="538" y="1952"/>
                    <a:pt x="926" y="2558"/>
                    <a:pt x="1282" y="3132"/>
                  </a:cubicBezTo>
                  <a:cubicBezTo>
                    <a:pt x="1282" y="3132"/>
                    <a:pt x="1282" y="3148"/>
                    <a:pt x="1298" y="3164"/>
                  </a:cubicBezTo>
                  <a:cubicBezTo>
                    <a:pt x="1314" y="3200"/>
                    <a:pt x="1330" y="3233"/>
                    <a:pt x="1399" y="3249"/>
                  </a:cubicBezTo>
                  <a:cubicBezTo>
                    <a:pt x="1399" y="3249"/>
                    <a:pt x="1399" y="3233"/>
                    <a:pt x="1415" y="3233"/>
                  </a:cubicBezTo>
                  <a:lnTo>
                    <a:pt x="1399" y="3216"/>
                  </a:lnTo>
                  <a:cubicBezTo>
                    <a:pt x="1346" y="3216"/>
                    <a:pt x="1330" y="3184"/>
                    <a:pt x="1314" y="3148"/>
                  </a:cubicBezTo>
                  <a:cubicBezTo>
                    <a:pt x="1314" y="3132"/>
                    <a:pt x="1298" y="3132"/>
                    <a:pt x="1298" y="3115"/>
                  </a:cubicBezTo>
                  <a:cubicBezTo>
                    <a:pt x="942" y="2542"/>
                    <a:pt x="558" y="1952"/>
                    <a:pt x="70" y="1164"/>
                  </a:cubicBezTo>
                  <a:cubicBezTo>
                    <a:pt x="33" y="1112"/>
                    <a:pt x="33" y="1079"/>
                    <a:pt x="33" y="1011"/>
                  </a:cubicBezTo>
                  <a:cubicBezTo>
                    <a:pt x="17" y="894"/>
                    <a:pt x="33" y="760"/>
                    <a:pt x="33" y="639"/>
                  </a:cubicBezTo>
                  <a:cubicBezTo>
                    <a:pt x="33" y="473"/>
                    <a:pt x="53" y="288"/>
                    <a:pt x="33" y="102"/>
                  </a:cubicBezTo>
                  <a:cubicBezTo>
                    <a:pt x="17" y="86"/>
                    <a:pt x="33" y="5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a:off x="1378162" y="3262922"/>
              <a:ext cx="3377" cy="103993"/>
            </a:xfrm>
            <a:custGeom>
              <a:rect b="b" l="l" r="r" t="t"/>
              <a:pathLst>
                <a:path extrusionOk="0" h="1047" w="34">
                  <a:moveTo>
                    <a:pt x="17" y="0"/>
                  </a:moveTo>
                  <a:cubicBezTo>
                    <a:pt x="1" y="0"/>
                    <a:pt x="1" y="20"/>
                    <a:pt x="1" y="20"/>
                  </a:cubicBezTo>
                  <a:lnTo>
                    <a:pt x="1" y="238"/>
                  </a:lnTo>
                  <a:lnTo>
                    <a:pt x="1" y="877"/>
                  </a:lnTo>
                  <a:lnTo>
                    <a:pt x="1" y="978"/>
                  </a:lnTo>
                  <a:cubicBezTo>
                    <a:pt x="1" y="994"/>
                    <a:pt x="1" y="1010"/>
                    <a:pt x="17" y="1030"/>
                  </a:cubicBezTo>
                  <a:lnTo>
                    <a:pt x="17" y="1046"/>
                  </a:lnTo>
                  <a:cubicBezTo>
                    <a:pt x="33" y="1046"/>
                    <a:pt x="33" y="1046"/>
                    <a:pt x="33" y="1030"/>
                  </a:cubicBezTo>
                  <a:lnTo>
                    <a:pt x="33" y="978"/>
                  </a:lnTo>
                  <a:cubicBezTo>
                    <a:pt x="33" y="945"/>
                    <a:pt x="17" y="909"/>
                    <a:pt x="17" y="877"/>
                  </a:cubicBezTo>
                  <a:lnTo>
                    <a:pt x="17" y="238"/>
                  </a:lnTo>
                  <a:lnTo>
                    <a:pt x="17" y="20"/>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6"/>
            <p:cNvSpPr/>
            <p:nvPr/>
          </p:nvSpPr>
          <p:spPr>
            <a:xfrm>
              <a:off x="1033505" y="3716241"/>
              <a:ext cx="5364" cy="18176"/>
            </a:xfrm>
            <a:custGeom>
              <a:rect b="b" l="l" r="r" t="t"/>
              <a:pathLst>
                <a:path extrusionOk="0" h="183" w="54">
                  <a:moveTo>
                    <a:pt x="21" y="1"/>
                  </a:moveTo>
                  <a:cubicBezTo>
                    <a:pt x="1" y="1"/>
                    <a:pt x="1" y="1"/>
                    <a:pt x="1" y="17"/>
                  </a:cubicBezTo>
                  <a:lnTo>
                    <a:pt x="37" y="166"/>
                  </a:lnTo>
                  <a:cubicBezTo>
                    <a:pt x="37" y="183"/>
                    <a:pt x="37" y="183"/>
                    <a:pt x="53" y="183"/>
                  </a:cubicBezTo>
                  <a:lnTo>
                    <a:pt x="53" y="166"/>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6"/>
            <p:cNvSpPr/>
            <p:nvPr/>
          </p:nvSpPr>
          <p:spPr>
            <a:xfrm>
              <a:off x="1735732" y="2925415"/>
              <a:ext cx="174216" cy="304232"/>
            </a:xfrm>
            <a:custGeom>
              <a:rect b="b" l="l" r="r" t="t"/>
              <a:pathLst>
                <a:path extrusionOk="0" h="3063" w="1754">
                  <a:moveTo>
                    <a:pt x="69" y="1"/>
                  </a:moveTo>
                  <a:cubicBezTo>
                    <a:pt x="37" y="33"/>
                    <a:pt x="37" y="65"/>
                    <a:pt x="37" y="102"/>
                  </a:cubicBezTo>
                  <a:lnTo>
                    <a:pt x="37" y="118"/>
                  </a:lnTo>
                  <a:cubicBezTo>
                    <a:pt x="37" y="186"/>
                    <a:pt x="53" y="251"/>
                    <a:pt x="53" y="320"/>
                  </a:cubicBezTo>
                  <a:cubicBezTo>
                    <a:pt x="53" y="469"/>
                    <a:pt x="69" y="639"/>
                    <a:pt x="37" y="772"/>
                  </a:cubicBezTo>
                  <a:cubicBezTo>
                    <a:pt x="0" y="994"/>
                    <a:pt x="101" y="1112"/>
                    <a:pt x="202" y="1229"/>
                  </a:cubicBezTo>
                  <a:lnTo>
                    <a:pt x="222" y="1245"/>
                  </a:lnTo>
                  <a:cubicBezTo>
                    <a:pt x="404" y="1447"/>
                    <a:pt x="574" y="1649"/>
                    <a:pt x="760" y="1851"/>
                  </a:cubicBezTo>
                  <a:cubicBezTo>
                    <a:pt x="861" y="1984"/>
                    <a:pt x="978" y="2121"/>
                    <a:pt x="1079" y="2255"/>
                  </a:cubicBezTo>
                  <a:cubicBezTo>
                    <a:pt x="1281" y="2473"/>
                    <a:pt x="1467" y="2691"/>
                    <a:pt x="1652" y="2893"/>
                  </a:cubicBezTo>
                  <a:cubicBezTo>
                    <a:pt x="1685" y="2929"/>
                    <a:pt x="1685" y="2962"/>
                    <a:pt x="1701" y="2994"/>
                  </a:cubicBezTo>
                  <a:cubicBezTo>
                    <a:pt x="1701" y="3014"/>
                    <a:pt x="1717" y="3047"/>
                    <a:pt x="1717" y="3063"/>
                  </a:cubicBezTo>
                  <a:lnTo>
                    <a:pt x="1737" y="3063"/>
                  </a:lnTo>
                  <a:cubicBezTo>
                    <a:pt x="1737" y="3063"/>
                    <a:pt x="1753" y="3063"/>
                    <a:pt x="1753" y="3047"/>
                  </a:cubicBezTo>
                  <a:cubicBezTo>
                    <a:pt x="1737" y="3030"/>
                    <a:pt x="1737" y="3014"/>
                    <a:pt x="1717" y="2994"/>
                  </a:cubicBezTo>
                  <a:cubicBezTo>
                    <a:pt x="1717" y="2962"/>
                    <a:pt x="1701" y="2913"/>
                    <a:pt x="1669" y="2877"/>
                  </a:cubicBezTo>
                  <a:cubicBezTo>
                    <a:pt x="1483" y="2675"/>
                    <a:pt x="1297" y="2457"/>
                    <a:pt x="1111" y="2239"/>
                  </a:cubicBezTo>
                  <a:cubicBezTo>
                    <a:pt x="994" y="2105"/>
                    <a:pt x="877" y="1968"/>
                    <a:pt x="776" y="1835"/>
                  </a:cubicBezTo>
                  <a:cubicBezTo>
                    <a:pt x="590" y="1633"/>
                    <a:pt x="424" y="1431"/>
                    <a:pt x="239" y="1229"/>
                  </a:cubicBezTo>
                  <a:lnTo>
                    <a:pt x="222" y="1213"/>
                  </a:lnTo>
                  <a:cubicBezTo>
                    <a:pt x="121" y="1075"/>
                    <a:pt x="37" y="974"/>
                    <a:pt x="69" y="792"/>
                  </a:cubicBezTo>
                  <a:cubicBezTo>
                    <a:pt x="85" y="639"/>
                    <a:pt x="85" y="469"/>
                    <a:pt x="69" y="320"/>
                  </a:cubicBezTo>
                  <a:lnTo>
                    <a:pt x="69" y="118"/>
                  </a:lnTo>
                  <a:lnTo>
                    <a:pt x="69" y="102"/>
                  </a:lnTo>
                  <a:cubicBezTo>
                    <a:pt x="69" y="65"/>
                    <a:pt x="69"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6"/>
            <p:cNvSpPr/>
            <p:nvPr/>
          </p:nvSpPr>
          <p:spPr>
            <a:xfrm>
              <a:off x="1189246" y="1405544"/>
              <a:ext cx="4867" cy="78765"/>
            </a:xfrm>
            <a:custGeom>
              <a:rect b="b" l="l" r="r" t="t"/>
              <a:pathLst>
                <a:path extrusionOk="0" h="793" w="49">
                  <a:moveTo>
                    <a:pt x="0" y="0"/>
                  </a:moveTo>
                  <a:lnTo>
                    <a:pt x="0" y="17"/>
                  </a:lnTo>
                  <a:cubicBezTo>
                    <a:pt x="16" y="154"/>
                    <a:pt x="16" y="271"/>
                    <a:pt x="0" y="404"/>
                  </a:cubicBezTo>
                  <a:lnTo>
                    <a:pt x="0" y="622"/>
                  </a:lnTo>
                  <a:lnTo>
                    <a:pt x="0" y="675"/>
                  </a:lnTo>
                  <a:cubicBezTo>
                    <a:pt x="0" y="707"/>
                    <a:pt x="0" y="744"/>
                    <a:pt x="16" y="776"/>
                  </a:cubicBezTo>
                  <a:lnTo>
                    <a:pt x="33" y="792"/>
                  </a:lnTo>
                  <a:cubicBezTo>
                    <a:pt x="49" y="792"/>
                    <a:pt x="49" y="776"/>
                    <a:pt x="49" y="776"/>
                  </a:cubicBezTo>
                  <a:cubicBezTo>
                    <a:pt x="33" y="744"/>
                    <a:pt x="33" y="707"/>
                    <a:pt x="33" y="675"/>
                  </a:cubicBezTo>
                  <a:lnTo>
                    <a:pt x="33" y="622"/>
                  </a:lnTo>
                  <a:lnTo>
                    <a:pt x="33" y="404"/>
                  </a:lnTo>
                  <a:cubicBezTo>
                    <a:pt x="33" y="271"/>
                    <a:pt x="33" y="154"/>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6"/>
            <p:cNvSpPr/>
            <p:nvPr/>
          </p:nvSpPr>
          <p:spPr>
            <a:xfrm>
              <a:off x="2165412" y="2572712"/>
              <a:ext cx="5364" cy="26619"/>
            </a:xfrm>
            <a:custGeom>
              <a:rect b="b" l="l" r="r" t="t"/>
              <a:pathLst>
                <a:path extrusionOk="0" h="268" w="54">
                  <a:moveTo>
                    <a:pt x="37" y="1"/>
                  </a:moveTo>
                  <a:cubicBezTo>
                    <a:pt x="1" y="49"/>
                    <a:pt x="17" y="82"/>
                    <a:pt x="17" y="134"/>
                  </a:cubicBezTo>
                  <a:cubicBezTo>
                    <a:pt x="17" y="166"/>
                    <a:pt x="17" y="219"/>
                    <a:pt x="1" y="251"/>
                  </a:cubicBezTo>
                  <a:lnTo>
                    <a:pt x="1" y="267"/>
                  </a:lnTo>
                  <a:lnTo>
                    <a:pt x="17" y="267"/>
                  </a:lnTo>
                  <a:cubicBezTo>
                    <a:pt x="53" y="219"/>
                    <a:pt x="37" y="166"/>
                    <a:pt x="37" y="134"/>
                  </a:cubicBezTo>
                  <a:cubicBezTo>
                    <a:pt x="37" y="82"/>
                    <a:pt x="37" y="49"/>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1409946" y="3055829"/>
              <a:ext cx="4867" cy="21752"/>
            </a:xfrm>
            <a:custGeom>
              <a:rect b="b" l="l" r="r" t="t"/>
              <a:pathLst>
                <a:path extrusionOk="0" h="219" w="49">
                  <a:moveTo>
                    <a:pt x="16" y="1"/>
                  </a:moveTo>
                  <a:cubicBezTo>
                    <a:pt x="0" y="1"/>
                    <a:pt x="0" y="1"/>
                    <a:pt x="0" y="17"/>
                  </a:cubicBezTo>
                  <a:cubicBezTo>
                    <a:pt x="16" y="65"/>
                    <a:pt x="32" y="134"/>
                    <a:pt x="0" y="203"/>
                  </a:cubicBezTo>
                  <a:cubicBezTo>
                    <a:pt x="0" y="219"/>
                    <a:pt x="0" y="219"/>
                    <a:pt x="16" y="219"/>
                  </a:cubicBezTo>
                  <a:lnTo>
                    <a:pt x="32" y="219"/>
                  </a:lnTo>
                  <a:cubicBezTo>
                    <a:pt x="49" y="150"/>
                    <a:pt x="32" y="65"/>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1737719" y="3080760"/>
              <a:ext cx="150577" cy="259238"/>
            </a:xfrm>
            <a:custGeom>
              <a:rect b="b" l="l" r="r" t="t"/>
              <a:pathLst>
                <a:path extrusionOk="0" h="2610" w="1516">
                  <a:moveTo>
                    <a:pt x="49" y="0"/>
                  </a:moveTo>
                  <a:cubicBezTo>
                    <a:pt x="33" y="0"/>
                    <a:pt x="33" y="0"/>
                    <a:pt x="33" y="16"/>
                  </a:cubicBezTo>
                  <a:cubicBezTo>
                    <a:pt x="17" y="117"/>
                    <a:pt x="0" y="202"/>
                    <a:pt x="101" y="319"/>
                  </a:cubicBezTo>
                  <a:cubicBezTo>
                    <a:pt x="384" y="606"/>
                    <a:pt x="639" y="925"/>
                    <a:pt x="909" y="1228"/>
                  </a:cubicBezTo>
                  <a:cubicBezTo>
                    <a:pt x="1010" y="1349"/>
                    <a:pt x="1111" y="1466"/>
                    <a:pt x="1192" y="1584"/>
                  </a:cubicBezTo>
                  <a:cubicBezTo>
                    <a:pt x="1229" y="1600"/>
                    <a:pt x="1245" y="1632"/>
                    <a:pt x="1277" y="1668"/>
                  </a:cubicBezTo>
                  <a:cubicBezTo>
                    <a:pt x="1330" y="1733"/>
                    <a:pt x="1394" y="1802"/>
                    <a:pt x="1463" y="1870"/>
                  </a:cubicBezTo>
                  <a:cubicBezTo>
                    <a:pt x="1495" y="1903"/>
                    <a:pt x="1495" y="1935"/>
                    <a:pt x="1479" y="1971"/>
                  </a:cubicBezTo>
                  <a:lnTo>
                    <a:pt x="1479" y="2339"/>
                  </a:lnTo>
                  <a:lnTo>
                    <a:pt x="1479" y="2440"/>
                  </a:lnTo>
                  <a:lnTo>
                    <a:pt x="1479" y="2460"/>
                  </a:lnTo>
                  <a:cubicBezTo>
                    <a:pt x="1479" y="2509"/>
                    <a:pt x="1479" y="2541"/>
                    <a:pt x="1463" y="2593"/>
                  </a:cubicBezTo>
                  <a:cubicBezTo>
                    <a:pt x="1447" y="2593"/>
                    <a:pt x="1463" y="2610"/>
                    <a:pt x="1463" y="2610"/>
                  </a:cubicBezTo>
                  <a:lnTo>
                    <a:pt x="1479" y="2610"/>
                  </a:lnTo>
                  <a:cubicBezTo>
                    <a:pt x="1515" y="2561"/>
                    <a:pt x="1515" y="2509"/>
                    <a:pt x="1515" y="2460"/>
                  </a:cubicBezTo>
                  <a:lnTo>
                    <a:pt x="1515" y="2440"/>
                  </a:lnTo>
                  <a:lnTo>
                    <a:pt x="1515" y="2339"/>
                  </a:lnTo>
                  <a:lnTo>
                    <a:pt x="1515" y="1971"/>
                  </a:lnTo>
                  <a:cubicBezTo>
                    <a:pt x="1515" y="1935"/>
                    <a:pt x="1515" y="1903"/>
                    <a:pt x="1479" y="1854"/>
                  </a:cubicBezTo>
                  <a:cubicBezTo>
                    <a:pt x="1414" y="1786"/>
                    <a:pt x="1346" y="1717"/>
                    <a:pt x="1293" y="1652"/>
                  </a:cubicBezTo>
                  <a:cubicBezTo>
                    <a:pt x="1261" y="1616"/>
                    <a:pt x="1245" y="1584"/>
                    <a:pt x="1229" y="1567"/>
                  </a:cubicBezTo>
                  <a:cubicBezTo>
                    <a:pt x="1128" y="1450"/>
                    <a:pt x="1027" y="1329"/>
                    <a:pt x="926" y="1212"/>
                  </a:cubicBezTo>
                  <a:cubicBezTo>
                    <a:pt x="671" y="909"/>
                    <a:pt x="404" y="590"/>
                    <a:pt x="118" y="303"/>
                  </a:cubicBezTo>
                  <a:cubicBezTo>
                    <a:pt x="33" y="202"/>
                    <a:pt x="33" y="117"/>
                    <a:pt x="49" y="16"/>
                  </a:cubicBezTo>
                  <a:cubicBezTo>
                    <a:pt x="65" y="16"/>
                    <a:pt x="4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6"/>
            <p:cNvSpPr/>
            <p:nvPr/>
          </p:nvSpPr>
          <p:spPr>
            <a:xfrm>
              <a:off x="1409946" y="2905352"/>
              <a:ext cx="91975" cy="187128"/>
            </a:xfrm>
            <a:custGeom>
              <a:rect b="b" l="l" r="r" t="t"/>
              <a:pathLst>
                <a:path extrusionOk="0" h="1884" w="926">
                  <a:moveTo>
                    <a:pt x="32" y="1"/>
                  </a:moveTo>
                  <a:lnTo>
                    <a:pt x="32" y="17"/>
                  </a:lnTo>
                  <a:cubicBezTo>
                    <a:pt x="0" y="336"/>
                    <a:pt x="0" y="639"/>
                    <a:pt x="32" y="942"/>
                  </a:cubicBezTo>
                  <a:lnTo>
                    <a:pt x="32" y="958"/>
                  </a:lnTo>
                  <a:cubicBezTo>
                    <a:pt x="32" y="994"/>
                    <a:pt x="32" y="1027"/>
                    <a:pt x="69" y="1043"/>
                  </a:cubicBezTo>
                  <a:cubicBezTo>
                    <a:pt x="251" y="1144"/>
                    <a:pt x="388" y="1297"/>
                    <a:pt x="521" y="1447"/>
                  </a:cubicBezTo>
                  <a:cubicBezTo>
                    <a:pt x="590" y="1532"/>
                    <a:pt x="675" y="1617"/>
                    <a:pt x="755" y="1701"/>
                  </a:cubicBezTo>
                  <a:cubicBezTo>
                    <a:pt x="776" y="1701"/>
                    <a:pt x="776" y="1718"/>
                    <a:pt x="792" y="1718"/>
                  </a:cubicBezTo>
                  <a:cubicBezTo>
                    <a:pt x="840" y="1766"/>
                    <a:pt x="893" y="1802"/>
                    <a:pt x="893" y="1883"/>
                  </a:cubicBezTo>
                  <a:lnTo>
                    <a:pt x="909" y="1883"/>
                  </a:lnTo>
                  <a:cubicBezTo>
                    <a:pt x="909" y="1883"/>
                    <a:pt x="925" y="1883"/>
                    <a:pt x="925" y="1867"/>
                  </a:cubicBezTo>
                  <a:cubicBezTo>
                    <a:pt x="909" y="1802"/>
                    <a:pt x="856" y="1750"/>
                    <a:pt x="808" y="1701"/>
                  </a:cubicBezTo>
                  <a:cubicBezTo>
                    <a:pt x="792" y="1701"/>
                    <a:pt x="792" y="1681"/>
                    <a:pt x="776" y="1681"/>
                  </a:cubicBezTo>
                  <a:cubicBezTo>
                    <a:pt x="691" y="1600"/>
                    <a:pt x="606" y="1516"/>
                    <a:pt x="537" y="1431"/>
                  </a:cubicBezTo>
                  <a:cubicBezTo>
                    <a:pt x="404" y="1277"/>
                    <a:pt x="271" y="1112"/>
                    <a:pt x="69" y="1011"/>
                  </a:cubicBezTo>
                  <a:cubicBezTo>
                    <a:pt x="49" y="1011"/>
                    <a:pt x="49" y="994"/>
                    <a:pt x="49" y="958"/>
                  </a:cubicBezTo>
                  <a:lnTo>
                    <a:pt x="49" y="942"/>
                  </a:lnTo>
                  <a:cubicBezTo>
                    <a:pt x="32" y="639"/>
                    <a:pt x="32" y="336"/>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a:off x="1256191" y="1192691"/>
              <a:ext cx="237287" cy="121077"/>
            </a:xfrm>
            <a:custGeom>
              <a:rect b="b" l="l" r="r" t="t"/>
              <a:pathLst>
                <a:path extrusionOk="0" h="1219" w="2389">
                  <a:moveTo>
                    <a:pt x="1589" y="0"/>
                  </a:moveTo>
                  <a:cubicBezTo>
                    <a:pt x="1547" y="0"/>
                    <a:pt x="1502" y="15"/>
                    <a:pt x="1463" y="39"/>
                  </a:cubicBezTo>
                  <a:lnTo>
                    <a:pt x="1144" y="241"/>
                  </a:lnTo>
                  <a:cubicBezTo>
                    <a:pt x="789" y="443"/>
                    <a:pt x="437" y="665"/>
                    <a:pt x="102" y="867"/>
                  </a:cubicBezTo>
                  <a:cubicBezTo>
                    <a:pt x="49" y="899"/>
                    <a:pt x="17" y="931"/>
                    <a:pt x="17" y="984"/>
                  </a:cubicBezTo>
                  <a:cubicBezTo>
                    <a:pt x="1" y="1000"/>
                    <a:pt x="17" y="1000"/>
                    <a:pt x="17" y="1000"/>
                  </a:cubicBezTo>
                  <a:lnTo>
                    <a:pt x="33" y="1000"/>
                  </a:lnTo>
                  <a:cubicBezTo>
                    <a:pt x="49" y="948"/>
                    <a:pt x="65" y="915"/>
                    <a:pt x="102" y="899"/>
                  </a:cubicBezTo>
                  <a:cubicBezTo>
                    <a:pt x="453" y="681"/>
                    <a:pt x="809" y="479"/>
                    <a:pt x="1160" y="261"/>
                  </a:cubicBezTo>
                  <a:lnTo>
                    <a:pt x="1479" y="75"/>
                  </a:lnTo>
                  <a:cubicBezTo>
                    <a:pt x="1518" y="48"/>
                    <a:pt x="1555" y="32"/>
                    <a:pt x="1586" y="32"/>
                  </a:cubicBezTo>
                  <a:cubicBezTo>
                    <a:pt x="1597" y="32"/>
                    <a:pt x="1607" y="34"/>
                    <a:pt x="1617" y="39"/>
                  </a:cubicBezTo>
                  <a:cubicBezTo>
                    <a:pt x="1665" y="39"/>
                    <a:pt x="1698" y="75"/>
                    <a:pt x="1734" y="124"/>
                  </a:cubicBezTo>
                  <a:cubicBezTo>
                    <a:pt x="1766" y="208"/>
                    <a:pt x="1819" y="293"/>
                    <a:pt x="1867" y="378"/>
                  </a:cubicBezTo>
                  <a:cubicBezTo>
                    <a:pt x="1952" y="544"/>
                    <a:pt x="2053" y="697"/>
                    <a:pt x="2154" y="867"/>
                  </a:cubicBezTo>
                  <a:cubicBezTo>
                    <a:pt x="2170" y="899"/>
                    <a:pt x="2186" y="931"/>
                    <a:pt x="2202" y="968"/>
                  </a:cubicBezTo>
                  <a:cubicBezTo>
                    <a:pt x="2239" y="1069"/>
                    <a:pt x="2287" y="1150"/>
                    <a:pt x="2372" y="1218"/>
                  </a:cubicBezTo>
                  <a:lnTo>
                    <a:pt x="2388" y="1218"/>
                  </a:lnTo>
                  <a:lnTo>
                    <a:pt x="2388" y="1202"/>
                  </a:lnTo>
                  <a:cubicBezTo>
                    <a:pt x="2303" y="1133"/>
                    <a:pt x="2271" y="1049"/>
                    <a:pt x="2223" y="968"/>
                  </a:cubicBezTo>
                  <a:cubicBezTo>
                    <a:pt x="2202" y="915"/>
                    <a:pt x="2186" y="883"/>
                    <a:pt x="2170" y="847"/>
                  </a:cubicBezTo>
                  <a:cubicBezTo>
                    <a:pt x="2069" y="681"/>
                    <a:pt x="1984" y="528"/>
                    <a:pt x="1883" y="362"/>
                  </a:cubicBezTo>
                  <a:cubicBezTo>
                    <a:pt x="1851" y="277"/>
                    <a:pt x="1799" y="208"/>
                    <a:pt x="1750" y="124"/>
                  </a:cubicBezTo>
                  <a:cubicBezTo>
                    <a:pt x="1718" y="59"/>
                    <a:pt x="1665" y="23"/>
                    <a:pt x="1633" y="6"/>
                  </a:cubicBezTo>
                  <a:cubicBezTo>
                    <a:pt x="1619" y="2"/>
                    <a:pt x="1604" y="0"/>
                    <a:pt x="1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6"/>
            <p:cNvSpPr/>
            <p:nvPr/>
          </p:nvSpPr>
          <p:spPr>
            <a:xfrm>
              <a:off x="928419" y="3577484"/>
              <a:ext cx="4867" cy="100418"/>
            </a:xfrm>
            <a:custGeom>
              <a:rect b="b" l="l" r="r" t="t"/>
              <a:pathLst>
                <a:path extrusionOk="0" h="1011" w="49">
                  <a:moveTo>
                    <a:pt x="0" y="0"/>
                  </a:moveTo>
                  <a:lnTo>
                    <a:pt x="0" y="16"/>
                  </a:lnTo>
                  <a:cubicBezTo>
                    <a:pt x="17" y="133"/>
                    <a:pt x="17" y="251"/>
                    <a:pt x="17" y="352"/>
                  </a:cubicBezTo>
                  <a:lnTo>
                    <a:pt x="17" y="521"/>
                  </a:lnTo>
                  <a:lnTo>
                    <a:pt x="17" y="857"/>
                  </a:lnTo>
                  <a:lnTo>
                    <a:pt x="17" y="1010"/>
                  </a:lnTo>
                  <a:lnTo>
                    <a:pt x="33" y="1010"/>
                  </a:lnTo>
                  <a:lnTo>
                    <a:pt x="33" y="857"/>
                  </a:lnTo>
                  <a:lnTo>
                    <a:pt x="33" y="521"/>
                  </a:lnTo>
                  <a:lnTo>
                    <a:pt x="33" y="352"/>
                  </a:lnTo>
                  <a:cubicBezTo>
                    <a:pt x="33" y="234"/>
                    <a:pt x="49" y="133"/>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6"/>
            <p:cNvSpPr/>
            <p:nvPr/>
          </p:nvSpPr>
          <p:spPr>
            <a:xfrm>
              <a:off x="670770" y="1450836"/>
              <a:ext cx="145809" cy="192293"/>
            </a:xfrm>
            <a:custGeom>
              <a:rect b="b" l="l" r="r" t="t"/>
              <a:pathLst>
                <a:path extrusionOk="0" h="1936" w="1468">
                  <a:moveTo>
                    <a:pt x="1431" y="1"/>
                  </a:moveTo>
                  <a:cubicBezTo>
                    <a:pt x="1415" y="1"/>
                    <a:pt x="1415" y="1"/>
                    <a:pt x="1415" y="17"/>
                  </a:cubicBezTo>
                  <a:lnTo>
                    <a:pt x="1415" y="267"/>
                  </a:lnTo>
                  <a:cubicBezTo>
                    <a:pt x="1431" y="506"/>
                    <a:pt x="1431" y="756"/>
                    <a:pt x="1451" y="995"/>
                  </a:cubicBezTo>
                  <a:cubicBezTo>
                    <a:pt x="1451" y="1043"/>
                    <a:pt x="1415" y="1059"/>
                    <a:pt x="1383" y="1096"/>
                  </a:cubicBezTo>
                  <a:lnTo>
                    <a:pt x="1366" y="1096"/>
                  </a:lnTo>
                  <a:cubicBezTo>
                    <a:pt x="1181" y="1197"/>
                    <a:pt x="995" y="1314"/>
                    <a:pt x="809" y="1431"/>
                  </a:cubicBezTo>
                  <a:cubicBezTo>
                    <a:pt x="558" y="1580"/>
                    <a:pt x="288" y="1750"/>
                    <a:pt x="37" y="1883"/>
                  </a:cubicBezTo>
                  <a:cubicBezTo>
                    <a:pt x="17" y="1904"/>
                    <a:pt x="17" y="1904"/>
                    <a:pt x="17" y="1920"/>
                  </a:cubicBezTo>
                  <a:cubicBezTo>
                    <a:pt x="1" y="1936"/>
                    <a:pt x="17" y="1936"/>
                    <a:pt x="17" y="1936"/>
                  </a:cubicBezTo>
                  <a:lnTo>
                    <a:pt x="37" y="1936"/>
                  </a:lnTo>
                  <a:lnTo>
                    <a:pt x="37" y="1920"/>
                  </a:lnTo>
                  <a:lnTo>
                    <a:pt x="54" y="1920"/>
                  </a:lnTo>
                  <a:cubicBezTo>
                    <a:pt x="304" y="1766"/>
                    <a:pt x="575" y="1617"/>
                    <a:pt x="825" y="1447"/>
                  </a:cubicBezTo>
                  <a:cubicBezTo>
                    <a:pt x="995" y="1346"/>
                    <a:pt x="1197" y="1229"/>
                    <a:pt x="1383" y="1112"/>
                  </a:cubicBezTo>
                  <a:cubicBezTo>
                    <a:pt x="1431" y="1096"/>
                    <a:pt x="1467" y="1059"/>
                    <a:pt x="1467" y="995"/>
                  </a:cubicBezTo>
                  <a:cubicBezTo>
                    <a:pt x="1467" y="756"/>
                    <a:pt x="1451" y="506"/>
                    <a:pt x="1451" y="267"/>
                  </a:cubicBezTo>
                  <a:lnTo>
                    <a:pt x="1451" y="17"/>
                  </a:lnTo>
                  <a:cubicBezTo>
                    <a:pt x="1451" y="1"/>
                    <a:pt x="1431" y="1"/>
                    <a:pt x="1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1338035" y="1870584"/>
              <a:ext cx="6555" cy="103596"/>
            </a:xfrm>
            <a:custGeom>
              <a:rect b="b" l="l" r="r" t="t"/>
              <a:pathLst>
                <a:path extrusionOk="0" h="1043" w="66">
                  <a:moveTo>
                    <a:pt x="17" y="0"/>
                  </a:moveTo>
                  <a:lnTo>
                    <a:pt x="1" y="17"/>
                  </a:lnTo>
                  <a:cubicBezTo>
                    <a:pt x="33" y="182"/>
                    <a:pt x="17" y="336"/>
                    <a:pt x="17" y="505"/>
                  </a:cubicBezTo>
                  <a:lnTo>
                    <a:pt x="17" y="808"/>
                  </a:lnTo>
                  <a:lnTo>
                    <a:pt x="17" y="873"/>
                  </a:lnTo>
                  <a:cubicBezTo>
                    <a:pt x="17" y="925"/>
                    <a:pt x="17" y="974"/>
                    <a:pt x="49" y="1043"/>
                  </a:cubicBezTo>
                  <a:lnTo>
                    <a:pt x="66" y="1043"/>
                  </a:lnTo>
                  <a:lnTo>
                    <a:pt x="66" y="1026"/>
                  </a:lnTo>
                  <a:cubicBezTo>
                    <a:pt x="33" y="974"/>
                    <a:pt x="49" y="925"/>
                    <a:pt x="49" y="873"/>
                  </a:cubicBezTo>
                  <a:lnTo>
                    <a:pt x="49" y="808"/>
                  </a:lnTo>
                  <a:lnTo>
                    <a:pt x="49" y="505"/>
                  </a:lnTo>
                  <a:cubicBezTo>
                    <a:pt x="49" y="336"/>
                    <a:pt x="49" y="166"/>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1643857" y="3318246"/>
              <a:ext cx="6853" cy="78765"/>
            </a:xfrm>
            <a:custGeom>
              <a:rect b="b" l="l" r="r" t="t"/>
              <a:pathLst>
                <a:path extrusionOk="0" h="793" w="69">
                  <a:moveTo>
                    <a:pt x="53" y="1"/>
                  </a:moveTo>
                  <a:cubicBezTo>
                    <a:pt x="53" y="1"/>
                    <a:pt x="37" y="1"/>
                    <a:pt x="37" y="17"/>
                  </a:cubicBezTo>
                  <a:cubicBezTo>
                    <a:pt x="16" y="134"/>
                    <a:pt x="16" y="271"/>
                    <a:pt x="16" y="388"/>
                  </a:cubicBezTo>
                  <a:lnTo>
                    <a:pt x="16" y="623"/>
                  </a:lnTo>
                  <a:lnTo>
                    <a:pt x="16" y="675"/>
                  </a:lnTo>
                  <a:cubicBezTo>
                    <a:pt x="16" y="707"/>
                    <a:pt x="37" y="740"/>
                    <a:pt x="16" y="776"/>
                  </a:cubicBezTo>
                  <a:cubicBezTo>
                    <a:pt x="0" y="776"/>
                    <a:pt x="0" y="776"/>
                    <a:pt x="16" y="792"/>
                  </a:cubicBezTo>
                  <a:lnTo>
                    <a:pt x="37" y="776"/>
                  </a:lnTo>
                  <a:cubicBezTo>
                    <a:pt x="53" y="740"/>
                    <a:pt x="53" y="707"/>
                    <a:pt x="53" y="675"/>
                  </a:cubicBezTo>
                  <a:lnTo>
                    <a:pt x="53" y="623"/>
                  </a:lnTo>
                  <a:lnTo>
                    <a:pt x="53" y="388"/>
                  </a:lnTo>
                  <a:cubicBezTo>
                    <a:pt x="53" y="27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6"/>
            <p:cNvSpPr/>
            <p:nvPr/>
          </p:nvSpPr>
          <p:spPr>
            <a:xfrm>
              <a:off x="2081979" y="2505767"/>
              <a:ext cx="105185" cy="199047"/>
            </a:xfrm>
            <a:custGeom>
              <a:rect b="b" l="l" r="r" t="t"/>
              <a:pathLst>
                <a:path extrusionOk="0" h="2004" w="1059">
                  <a:moveTo>
                    <a:pt x="17" y="0"/>
                  </a:moveTo>
                  <a:cubicBezTo>
                    <a:pt x="17" y="0"/>
                    <a:pt x="1" y="0"/>
                    <a:pt x="1" y="16"/>
                  </a:cubicBezTo>
                  <a:cubicBezTo>
                    <a:pt x="1" y="133"/>
                    <a:pt x="69" y="218"/>
                    <a:pt x="118" y="303"/>
                  </a:cubicBezTo>
                  <a:cubicBezTo>
                    <a:pt x="150" y="335"/>
                    <a:pt x="170" y="372"/>
                    <a:pt x="202" y="404"/>
                  </a:cubicBezTo>
                  <a:cubicBezTo>
                    <a:pt x="372" y="707"/>
                    <a:pt x="554" y="994"/>
                    <a:pt x="724" y="1281"/>
                  </a:cubicBezTo>
                  <a:cubicBezTo>
                    <a:pt x="776" y="1345"/>
                    <a:pt x="825" y="1430"/>
                    <a:pt x="877" y="1499"/>
                  </a:cubicBezTo>
                  <a:cubicBezTo>
                    <a:pt x="893" y="1531"/>
                    <a:pt x="909" y="1547"/>
                    <a:pt x="909" y="1564"/>
                  </a:cubicBezTo>
                  <a:cubicBezTo>
                    <a:pt x="978" y="1648"/>
                    <a:pt x="1027" y="1733"/>
                    <a:pt x="1010" y="1850"/>
                  </a:cubicBezTo>
                  <a:lnTo>
                    <a:pt x="1010" y="1866"/>
                  </a:lnTo>
                  <a:cubicBezTo>
                    <a:pt x="1010" y="1903"/>
                    <a:pt x="1010" y="1951"/>
                    <a:pt x="994" y="1988"/>
                  </a:cubicBezTo>
                  <a:lnTo>
                    <a:pt x="994" y="2004"/>
                  </a:lnTo>
                  <a:lnTo>
                    <a:pt x="1010" y="2004"/>
                  </a:lnTo>
                  <a:lnTo>
                    <a:pt x="1010" y="1988"/>
                  </a:lnTo>
                  <a:cubicBezTo>
                    <a:pt x="1027" y="1951"/>
                    <a:pt x="1043" y="1903"/>
                    <a:pt x="1043" y="1866"/>
                  </a:cubicBezTo>
                  <a:lnTo>
                    <a:pt x="1043" y="1850"/>
                  </a:lnTo>
                  <a:cubicBezTo>
                    <a:pt x="1059" y="1733"/>
                    <a:pt x="994" y="1632"/>
                    <a:pt x="942" y="1547"/>
                  </a:cubicBezTo>
                  <a:cubicBezTo>
                    <a:pt x="926" y="1531"/>
                    <a:pt x="909" y="1515"/>
                    <a:pt x="893" y="1483"/>
                  </a:cubicBezTo>
                  <a:cubicBezTo>
                    <a:pt x="841" y="1414"/>
                    <a:pt x="808" y="1345"/>
                    <a:pt x="756" y="1261"/>
                  </a:cubicBezTo>
                  <a:cubicBezTo>
                    <a:pt x="574" y="978"/>
                    <a:pt x="388" y="691"/>
                    <a:pt x="219" y="388"/>
                  </a:cubicBezTo>
                  <a:cubicBezTo>
                    <a:pt x="202" y="352"/>
                    <a:pt x="170" y="319"/>
                    <a:pt x="150" y="287"/>
                  </a:cubicBezTo>
                  <a:cubicBezTo>
                    <a:pt x="85" y="202"/>
                    <a:pt x="17" y="117"/>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1672363" y="3189421"/>
              <a:ext cx="5264" cy="13409"/>
            </a:xfrm>
            <a:custGeom>
              <a:rect b="b" l="l" r="r" t="t"/>
              <a:pathLst>
                <a:path extrusionOk="0" h="135" w="53">
                  <a:moveTo>
                    <a:pt x="16" y="1"/>
                  </a:moveTo>
                  <a:cubicBezTo>
                    <a:pt x="0" y="33"/>
                    <a:pt x="0" y="69"/>
                    <a:pt x="0" y="86"/>
                  </a:cubicBezTo>
                  <a:lnTo>
                    <a:pt x="0" y="118"/>
                  </a:lnTo>
                  <a:cubicBezTo>
                    <a:pt x="0" y="134"/>
                    <a:pt x="16" y="134"/>
                    <a:pt x="16" y="134"/>
                  </a:cubicBezTo>
                  <a:lnTo>
                    <a:pt x="32" y="134"/>
                  </a:lnTo>
                  <a:lnTo>
                    <a:pt x="32" y="86"/>
                  </a:lnTo>
                  <a:cubicBezTo>
                    <a:pt x="32" y="69"/>
                    <a:pt x="32" y="33"/>
                    <a:pt x="53"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6"/>
            <p:cNvSpPr/>
            <p:nvPr/>
          </p:nvSpPr>
          <p:spPr>
            <a:xfrm>
              <a:off x="1409946" y="3590694"/>
              <a:ext cx="4867" cy="143723"/>
            </a:xfrm>
            <a:custGeom>
              <a:rect b="b" l="l" r="r" t="t"/>
              <a:pathLst>
                <a:path extrusionOk="0" h="1447" w="49">
                  <a:moveTo>
                    <a:pt x="16" y="0"/>
                  </a:moveTo>
                  <a:cubicBezTo>
                    <a:pt x="0" y="0"/>
                    <a:pt x="0" y="17"/>
                    <a:pt x="0" y="17"/>
                  </a:cubicBezTo>
                  <a:lnTo>
                    <a:pt x="0" y="271"/>
                  </a:lnTo>
                  <a:cubicBezTo>
                    <a:pt x="16" y="457"/>
                    <a:pt x="16" y="659"/>
                    <a:pt x="16" y="861"/>
                  </a:cubicBezTo>
                  <a:lnTo>
                    <a:pt x="16" y="1027"/>
                  </a:lnTo>
                  <a:cubicBezTo>
                    <a:pt x="16" y="1164"/>
                    <a:pt x="16" y="1297"/>
                    <a:pt x="0" y="1430"/>
                  </a:cubicBezTo>
                  <a:cubicBezTo>
                    <a:pt x="0" y="1447"/>
                    <a:pt x="0" y="1447"/>
                    <a:pt x="16" y="1447"/>
                  </a:cubicBezTo>
                  <a:cubicBezTo>
                    <a:pt x="16" y="1447"/>
                    <a:pt x="32" y="1447"/>
                    <a:pt x="32" y="1430"/>
                  </a:cubicBezTo>
                  <a:cubicBezTo>
                    <a:pt x="49" y="1297"/>
                    <a:pt x="49" y="1164"/>
                    <a:pt x="32" y="1027"/>
                  </a:cubicBezTo>
                  <a:lnTo>
                    <a:pt x="32" y="861"/>
                  </a:lnTo>
                  <a:lnTo>
                    <a:pt x="32" y="271"/>
                  </a:lnTo>
                  <a:lnTo>
                    <a:pt x="32" y="17"/>
                  </a:ln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6"/>
            <p:cNvSpPr/>
            <p:nvPr/>
          </p:nvSpPr>
          <p:spPr>
            <a:xfrm>
              <a:off x="1739308" y="2616117"/>
              <a:ext cx="148988" cy="277713"/>
            </a:xfrm>
            <a:custGeom>
              <a:rect b="b" l="l" r="r" t="t"/>
              <a:pathLst>
                <a:path extrusionOk="0" h="2796" w="1500">
                  <a:moveTo>
                    <a:pt x="49" y="0"/>
                  </a:moveTo>
                  <a:cubicBezTo>
                    <a:pt x="17" y="49"/>
                    <a:pt x="1" y="101"/>
                    <a:pt x="1" y="170"/>
                  </a:cubicBezTo>
                  <a:cubicBezTo>
                    <a:pt x="1" y="218"/>
                    <a:pt x="17" y="271"/>
                    <a:pt x="65" y="287"/>
                  </a:cubicBezTo>
                  <a:cubicBezTo>
                    <a:pt x="150" y="372"/>
                    <a:pt x="235" y="473"/>
                    <a:pt x="304" y="574"/>
                  </a:cubicBezTo>
                  <a:cubicBezTo>
                    <a:pt x="336" y="622"/>
                    <a:pt x="368" y="675"/>
                    <a:pt x="405" y="723"/>
                  </a:cubicBezTo>
                  <a:cubicBezTo>
                    <a:pt x="554" y="909"/>
                    <a:pt x="691" y="1111"/>
                    <a:pt x="825" y="1297"/>
                  </a:cubicBezTo>
                  <a:cubicBezTo>
                    <a:pt x="926" y="1430"/>
                    <a:pt x="1043" y="1584"/>
                    <a:pt x="1144" y="1717"/>
                  </a:cubicBezTo>
                  <a:lnTo>
                    <a:pt x="1160" y="1733"/>
                  </a:lnTo>
                  <a:cubicBezTo>
                    <a:pt x="1463" y="2137"/>
                    <a:pt x="1463" y="2137"/>
                    <a:pt x="1463" y="2626"/>
                  </a:cubicBezTo>
                  <a:cubicBezTo>
                    <a:pt x="1463" y="2695"/>
                    <a:pt x="1447" y="2727"/>
                    <a:pt x="1431" y="2759"/>
                  </a:cubicBezTo>
                  <a:lnTo>
                    <a:pt x="1431" y="2796"/>
                  </a:lnTo>
                  <a:lnTo>
                    <a:pt x="1447" y="2796"/>
                  </a:lnTo>
                  <a:lnTo>
                    <a:pt x="1447" y="2775"/>
                  </a:lnTo>
                  <a:cubicBezTo>
                    <a:pt x="1479" y="2743"/>
                    <a:pt x="1499" y="2695"/>
                    <a:pt x="1499" y="2626"/>
                  </a:cubicBezTo>
                  <a:cubicBezTo>
                    <a:pt x="1499" y="2137"/>
                    <a:pt x="1499" y="2137"/>
                    <a:pt x="1176" y="1717"/>
                  </a:cubicBezTo>
                  <a:lnTo>
                    <a:pt x="1160" y="1701"/>
                  </a:lnTo>
                  <a:cubicBezTo>
                    <a:pt x="1059" y="1563"/>
                    <a:pt x="958" y="1414"/>
                    <a:pt x="857" y="1281"/>
                  </a:cubicBezTo>
                  <a:cubicBezTo>
                    <a:pt x="708" y="1095"/>
                    <a:pt x="570" y="893"/>
                    <a:pt x="421" y="707"/>
                  </a:cubicBezTo>
                  <a:cubicBezTo>
                    <a:pt x="388" y="655"/>
                    <a:pt x="352" y="606"/>
                    <a:pt x="320" y="554"/>
                  </a:cubicBezTo>
                  <a:cubicBezTo>
                    <a:pt x="251" y="453"/>
                    <a:pt x="186" y="352"/>
                    <a:pt x="85" y="271"/>
                  </a:cubicBezTo>
                  <a:cubicBezTo>
                    <a:pt x="49" y="251"/>
                    <a:pt x="33" y="202"/>
                    <a:pt x="17" y="170"/>
                  </a:cubicBezTo>
                  <a:cubicBezTo>
                    <a:pt x="17" y="101"/>
                    <a:pt x="33" y="49"/>
                    <a:pt x="65" y="16"/>
                  </a:cubicBezTo>
                  <a:lnTo>
                    <a:pt x="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669181" y="3266497"/>
              <a:ext cx="148988" cy="159019"/>
            </a:xfrm>
            <a:custGeom>
              <a:rect b="b" l="l" r="r" t="t"/>
              <a:pathLst>
                <a:path extrusionOk="0" h="1601" w="1500">
                  <a:moveTo>
                    <a:pt x="1483" y="0"/>
                  </a:moveTo>
                  <a:cubicBezTo>
                    <a:pt x="1330" y="33"/>
                    <a:pt x="1180" y="85"/>
                    <a:pt x="1027" y="150"/>
                  </a:cubicBezTo>
                  <a:cubicBezTo>
                    <a:pt x="962" y="166"/>
                    <a:pt x="894" y="186"/>
                    <a:pt x="825" y="219"/>
                  </a:cubicBezTo>
                  <a:cubicBezTo>
                    <a:pt x="639" y="287"/>
                    <a:pt x="437" y="352"/>
                    <a:pt x="235" y="421"/>
                  </a:cubicBezTo>
                  <a:lnTo>
                    <a:pt x="102" y="469"/>
                  </a:lnTo>
                  <a:cubicBezTo>
                    <a:pt x="53" y="489"/>
                    <a:pt x="1" y="522"/>
                    <a:pt x="1" y="622"/>
                  </a:cubicBezTo>
                  <a:lnTo>
                    <a:pt x="1" y="1430"/>
                  </a:lnTo>
                  <a:lnTo>
                    <a:pt x="1" y="1499"/>
                  </a:lnTo>
                  <a:cubicBezTo>
                    <a:pt x="17" y="1531"/>
                    <a:pt x="33" y="1548"/>
                    <a:pt x="1" y="1580"/>
                  </a:cubicBezTo>
                  <a:lnTo>
                    <a:pt x="1" y="1600"/>
                  </a:lnTo>
                  <a:lnTo>
                    <a:pt x="17" y="1600"/>
                  </a:lnTo>
                  <a:cubicBezTo>
                    <a:pt x="53" y="1564"/>
                    <a:pt x="53" y="1515"/>
                    <a:pt x="33" y="1479"/>
                  </a:cubicBezTo>
                  <a:cubicBezTo>
                    <a:pt x="33" y="1463"/>
                    <a:pt x="17" y="1447"/>
                    <a:pt x="17" y="1430"/>
                  </a:cubicBezTo>
                  <a:cubicBezTo>
                    <a:pt x="33" y="1160"/>
                    <a:pt x="33" y="893"/>
                    <a:pt x="17" y="622"/>
                  </a:cubicBezTo>
                  <a:cubicBezTo>
                    <a:pt x="17" y="538"/>
                    <a:pt x="53" y="522"/>
                    <a:pt x="118" y="505"/>
                  </a:cubicBezTo>
                  <a:lnTo>
                    <a:pt x="255" y="453"/>
                  </a:lnTo>
                  <a:cubicBezTo>
                    <a:pt x="437" y="388"/>
                    <a:pt x="639" y="303"/>
                    <a:pt x="841" y="235"/>
                  </a:cubicBezTo>
                  <a:cubicBezTo>
                    <a:pt x="910" y="219"/>
                    <a:pt x="978" y="202"/>
                    <a:pt x="1027" y="166"/>
                  </a:cubicBezTo>
                  <a:lnTo>
                    <a:pt x="1483" y="17"/>
                  </a:lnTo>
                  <a:lnTo>
                    <a:pt x="1500" y="17"/>
                  </a:lnTo>
                  <a:cubicBezTo>
                    <a:pt x="1500"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6"/>
            <p:cNvSpPr/>
            <p:nvPr/>
          </p:nvSpPr>
          <p:spPr>
            <a:xfrm>
              <a:off x="2078801" y="3107577"/>
              <a:ext cx="108364" cy="212357"/>
            </a:xfrm>
            <a:custGeom>
              <a:rect b="b" l="l" r="r" t="t"/>
              <a:pathLst>
                <a:path extrusionOk="0" h="2138" w="1091">
                  <a:moveTo>
                    <a:pt x="81" y="1"/>
                  </a:moveTo>
                  <a:lnTo>
                    <a:pt x="81" y="17"/>
                  </a:lnTo>
                  <a:cubicBezTo>
                    <a:pt x="65" y="49"/>
                    <a:pt x="65" y="69"/>
                    <a:pt x="65" y="102"/>
                  </a:cubicBezTo>
                  <a:cubicBezTo>
                    <a:pt x="33" y="304"/>
                    <a:pt x="0" y="506"/>
                    <a:pt x="150" y="691"/>
                  </a:cubicBezTo>
                  <a:cubicBezTo>
                    <a:pt x="384" y="978"/>
                    <a:pt x="622" y="1281"/>
                    <a:pt x="840" y="1584"/>
                  </a:cubicBezTo>
                  <a:lnTo>
                    <a:pt x="958" y="1734"/>
                  </a:lnTo>
                  <a:cubicBezTo>
                    <a:pt x="974" y="1750"/>
                    <a:pt x="990" y="1750"/>
                    <a:pt x="990" y="1766"/>
                  </a:cubicBezTo>
                  <a:cubicBezTo>
                    <a:pt x="1026" y="1786"/>
                    <a:pt x="1059" y="1802"/>
                    <a:pt x="1042" y="1851"/>
                  </a:cubicBezTo>
                  <a:lnTo>
                    <a:pt x="1042" y="1952"/>
                  </a:lnTo>
                  <a:cubicBezTo>
                    <a:pt x="1042" y="2004"/>
                    <a:pt x="1042" y="2069"/>
                    <a:pt x="1010" y="2122"/>
                  </a:cubicBezTo>
                  <a:lnTo>
                    <a:pt x="1010" y="2138"/>
                  </a:lnTo>
                  <a:lnTo>
                    <a:pt x="1026" y="2138"/>
                  </a:lnTo>
                  <a:cubicBezTo>
                    <a:pt x="1075" y="2069"/>
                    <a:pt x="1075" y="2004"/>
                    <a:pt x="1075" y="1952"/>
                  </a:cubicBezTo>
                  <a:lnTo>
                    <a:pt x="1075" y="1851"/>
                  </a:lnTo>
                  <a:cubicBezTo>
                    <a:pt x="1091" y="1786"/>
                    <a:pt x="1042" y="1766"/>
                    <a:pt x="1010" y="1750"/>
                  </a:cubicBezTo>
                  <a:cubicBezTo>
                    <a:pt x="990" y="1734"/>
                    <a:pt x="990" y="1718"/>
                    <a:pt x="974" y="1718"/>
                  </a:cubicBezTo>
                  <a:lnTo>
                    <a:pt x="857" y="1564"/>
                  </a:lnTo>
                  <a:cubicBezTo>
                    <a:pt x="638" y="1261"/>
                    <a:pt x="420" y="958"/>
                    <a:pt x="182" y="675"/>
                  </a:cubicBezTo>
                  <a:cubicBezTo>
                    <a:pt x="33" y="489"/>
                    <a:pt x="65" y="304"/>
                    <a:pt x="81" y="102"/>
                  </a:cubicBezTo>
                  <a:cubicBezTo>
                    <a:pt x="101" y="86"/>
                    <a:pt x="101" y="49"/>
                    <a:pt x="101" y="17"/>
                  </a:cubicBezTo>
                  <a:cubicBezTo>
                    <a:pt x="101" y="17"/>
                    <a:pt x="101" y="1"/>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6"/>
            <p:cNvSpPr/>
            <p:nvPr/>
          </p:nvSpPr>
          <p:spPr>
            <a:xfrm>
              <a:off x="1518608" y="3518882"/>
              <a:ext cx="140545" cy="215535"/>
            </a:xfrm>
            <a:custGeom>
              <a:rect b="b" l="l" r="r" t="t"/>
              <a:pathLst>
                <a:path extrusionOk="0" h="2170" w="1415">
                  <a:moveTo>
                    <a:pt x="65" y="0"/>
                  </a:moveTo>
                  <a:cubicBezTo>
                    <a:pt x="1" y="49"/>
                    <a:pt x="17" y="134"/>
                    <a:pt x="33" y="186"/>
                  </a:cubicBezTo>
                  <a:lnTo>
                    <a:pt x="33" y="271"/>
                  </a:lnTo>
                  <a:cubicBezTo>
                    <a:pt x="17" y="437"/>
                    <a:pt x="17" y="606"/>
                    <a:pt x="33" y="776"/>
                  </a:cubicBezTo>
                  <a:lnTo>
                    <a:pt x="33" y="994"/>
                  </a:lnTo>
                  <a:cubicBezTo>
                    <a:pt x="33" y="1043"/>
                    <a:pt x="33" y="1079"/>
                    <a:pt x="65" y="1111"/>
                  </a:cubicBezTo>
                  <a:cubicBezTo>
                    <a:pt x="522" y="1499"/>
                    <a:pt x="942" y="1834"/>
                    <a:pt x="1330" y="2153"/>
                  </a:cubicBezTo>
                  <a:cubicBezTo>
                    <a:pt x="1346" y="2170"/>
                    <a:pt x="1362" y="2170"/>
                    <a:pt x="1378" y="2170"/>
                  </a:cubicBezTo>
                  <a:lnTo>
                    <a:pt x="1415" y="2170"/>
                  </a:lnTo>
                  <a:lnTo>
                    <a:pt x="1415" y="2137"/>
                  </a:lnTo>
                  <a:lnTo>
                    <a:pt x="1346" y="2137"/>
                  </a:lnTo>
                  <a:cubicBezTo>
                    <a:pt x="958" y="1818"/>
                    <a:pt x="538" y="1463"/>
                    <a:pt x="86" y="1095"/>
                  </a:cubicBezTo>
                  <a:cubicBezTo>
                    <a:pt x="49" y="1059"/>
                    <a:pt x="49" y="1043"/>
                    <a:pt x="49" y="994"/>
                  </a:cubicBezTo>
                  <a:lnTo>
                    <a:pt x="49" y="776"/>
                  </a:lnTo>
                  <a:cubicBezTo>
                    <a:pt x="49" y="606"/>
                    <a:pt x="49" y="437"/>
                    <a:pt x="65" y="271"/>
                  </a:cubicBezTo>
                  <a:cubicBezTo>
                    <a:pt x="65" y="235"/>
                    <a:pt x="49" y="218"/>
                    <a:pt x="49" y="186"/>
                  </a:cubicBezTo>
                  <a:cubicBezTo>
                    <a:pt x="49" y="117"/>
                    <a:pt x="33" y="69"/>
                    <a:pt x="86" y="17"/>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6"/>
            <p:cNvSpPr/>
            <p:nvPr/>
          </p:nvSpPr>
          <p:spPr>
            <a:xfrm>
              <a:off x="978578" y="3560599"/>
              <a:ext cx="4867" cy="102007"/>
            </a:xfrm>
            <a:custGeom>
              <a:rect b="b" l="l" r="r" t="t"/>
              <a:pathLst>
                <a:path extrusionOk="0" h="1027" w="49">
                  <a:moveTo>
                    <a:pt x="17" y="0"/>
                  </a:moveTo>
                  <a:cubicBezTo>
                    <a:pt x="17" y="17"/>
                    <a:pt x="0" y="17"/>
                    <a:pt x="0" y="17"/>
                  </a:cubicBezTo>
                  <a:cubicBezTo>
                    <a:pt x="17" y="118"/>
                    <a:pt x="17" y="202"/>
                    <a:pt x="17" y="303"/>
                  </a:cubicBezTo>
                  <a:lnTo>
                    <a:pt x="17" y="388"/>
                  </a:lnTo>
                  <a:cubicBezTo>
                    <a:pt x="17" y="421"/>
                    <a:pt x="0" y="473"/>
                    <a:pt x="0" y="505"/>
                  </a:cubicBezTo>
                  <a:cubicBezTo>
                    <a:pt x="0" y="675"/>
                    <a:pt x="0" y="841"/>
                    <a:pt x="17" y="1010"/>
                  </a:cubicBezTo>
                  <a:lnTo>
                    <a:pt x="33" y="1027"/>
                  </a:lnTo>
                  <a:lnTo>
                    <a:pt x="49" y="1010"/>
                  </a:lnTo>
                  <a:cubicBezTo>
                    <a:pt x="17" y="841"/>
                    <a:pt x="33" y="675"/>
                    <a:pt x="33" y="522"/>
                  </a:cubicBezTo>
                  <a:lnTo>
                    <a:pt x="33" y="388"/>
                  </a:lnTo>
                  <a:lnTo>
                    <a:pt x="33" y="303"/>
                  </a:lnTo>
                  <a:cubicBezTo>
                    <a:pt x="49" y="202"/>
                    <a:pt x="49" y="118"/>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6"/>
            <p:cNvSpPr/>
            <p:nvPr/>
          </p:nvSpPr>
          <p:spPr>
            <a:xfrm>
              <a:off x="2136906" y="2918562"/>
              <a:ext cx="3774" cy="13409"/>
            </a:xfrm>
            <a:custGeom>
              <a:rect b="b" l="l" r="r" t="t"/>
              <a:pathLst>
                <a:path extrusionOk="0" h="135" w="38">
                  <a:moveTo>
                    <a:pt x="21" y="1"/>
                  </a:moveTo>
                  <a:cubicBezTo>
                    <a:pt x="1" y="33"/>
                    <a:pt x="1" y="54"/>
                    <a:pt x="1" y="86"/>
                  </a:cubicBezTo>
                  <a:lnTo>
                    <a:pt x="1" y="118"/>
                  </a:lnTo>
                  <a:cubicBezTo>
                    <a:pt x="1" y="118"/>
                    <a:pt x="1" y="134"/>
                    <a:pt x="21" y="134"/>
                  </a:cubicBezTo>
                  <a:cubicBezTo>
                    <a:pt x="21" y="134"/>
                    <a:pt x="37" y="134"/>
                    <a:pt x="37" y="118"/>
                  </a:cubicBezTo>
                  <a:lnTo>
                    <a:pt x="37" y="86"/>
                  </a:lnTo>
                  <a:cubicBezTo>
                    <a:pt x="21" y="54"/>
                    <a:pt x="21" y="33"/>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6"/>
            <p:cNvSpPr/>
            <p:nvPr/>
          </p:nvSpPr>
          <p:spPr>
            <a:xfrm>
              <a:off x="2078801" y="3244844"/>
              <a:ext cx="102007" cy="166965"/>
            </a:xfrm>
            <a:custGeom>
              <a:rect b="b" l="l" r="r" t="t"/>
              <a:pathLst>
                <a:path extrusionOk="0" h="1681" w="1027">
                  <a:moveTo>
                    <a:pt x="81" y="0"/>
                  </a:moveTo>
                  <a:lnTo>
                    <a:pt x="81" y="16"/>
                  </a:lnTo>
                  <a:cubicBezTo>
                    <a:pt x="33" y="267"/>
                    <a:pt x="0" y="505"/>
                    <a:pt x="218" y="723"/>
                  </a:cubicBezTo>
                  <a:cubicBezTo>
                    <a:pt x="384" y="925"/>
                    <a:pt x="537" y="1127"/>
                    <a:pt x="707" y="1329"/>
                  </a:cubicBezTo>
                  <a:cubicBezTo>
                    <a:pt x="772" y="1430"/>
                    <a:pt x="857" y="1515"/>
                    <a:pt x="925" y="1616"/>
                  </a:cubicBezTo>
                  <a:cubicBezTo>
                    <a:pt x="941" y="1632"/>
                    <a:pt x="958" y="1648"/>
                    <a:pt x="990" y="1665"/>
                  </a:cubicBezTo>
                  <a:lnTo>
                    <a:pt x="1010" y="1681"/>
                  </a:lnTo>
                  <a:lnTo>
                    <a:pt x="1026" y="1681"/>
                  </a:lnTo>
                  <a:lnTo>
                    <a:pt x="1026" y="1665"/>
                  </a:lnTo>
                  <a:lnTo>
                    <a:pt x="1010" y="1648"/>
                  </a:lnTo>
                  <a:cubicBezTo>
                    <a:pt x="974" y="1632"/>
                    <a:pt x="958" y="1616"/>
                    <a:pt x="958" y="1596"/>
                  </a:cubicBezTo>
                  <a:cubicBezTo>
                    <a:pt x="873" y="1495"/>
                    <a:pt x="788" y="1414"/>
                    <a:pt x="723" y="1313"/>
                  </a:cubicBezTo>
                  <a:cubicBezTo>
                    <a:pt x="570" y="1111"/>
                    <a:pt x="404" y="909"/>
                    <a:pt x="234" y="707"/>
                  </a:cubicBezTo>
                  <a:cubicBezTo>
                    <a:pt x="33" y="505"/>
                    <a:pt x="49" y="267"/>
                    <a:pt x="101" y="16"/>
                  </a:cubicBezTo>
                  <a:cubicBezTo>
                    <a:pt x="101" y="16"/>
                    <a:pt x="101"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6"/>
            <p:cNvSpPr/>
            <p:nvPr/>
          </p:nvSpPr>
          <p:spPr>
            <a:xfrm>
              <a:off x="1408258" y="2880123"/>
              <a:ext cx="66746" cy="175805"/>
            </a:xfrm>
            <a:custGeom>
              <a:rect b="b" l="l" r="r" t="t"/>
              <a:pathLst>
                <a:path extrusionOk="0" h="1770" w="672">
                  <a:moveTo>
                    <a:pt x="17" y="0"/>
                  </a:moveTo>
                  <a:cubicBezTo>
                    <a:pt x="1" y="0"/>
                    <a:pt x="1" y="16"/>
                    <a:pt x="1" y="16"/>
                  </a:cubicBezTo>
                  <a:cubicBezTo>
                    <a:pt x="33" y="69"/>
                    <a:pt x="33" y="117"/>
                    <a:pt x="1" y="202"/>
                  </a:cubicBezTo>
                  <a:lnTo>
                    <a:pt x="1" y="218"/>
                  </a:lnTo>
                  <a:cubicBezTo>
                    <a:pt x="150" y="340"/>
                    <a:pt x="288" y="489"/>
                    <a:pt x="405" y="622"/>
                  </a:cubicBezTo>
                  <a:cubicBezTo>
                    <a:pt x="469" y="691"/>
                    <a:pt x="538" y="760"/>
                    <a:pt x="607" y="824"/>
                  </a:cubicBezTo>
                  <a:cubicBezTo>
                    <a:pt x="623" y="861"/>
                    <a:pt x="639" y="893"/>
                    <a:pt x="639" y="925"/>
                  </a:cubicBezTo>
                  <a:lnTo>
                    <a:pt x="639" y="1329"/>
                  </a:lnTo>
                  <a:lnTo>
                    <a:pt x="639" y="1652"/>
                  </a:lnTo>
                  <a:cubicBezTo>
                    <a:pt x="639" y="1685"/>
                    <a:pt x="623" y="1701"/>
                    <a:pt x="623" y="1717"/>
                  </a:cubicBezTo>
                  <a:cubicBezTo>
                    <a:pt x="623" y="1733"/>
                    <a:pt x="623" y="1733"/>
                    <a:pt x="607" y="1753"/>
                  </a:cubicBezTo>
                  <a:cubicBezTo>
                    <a:pt x="607" y="1753"/>
                    <a:pt x="607" y="1770"/>
                    <a:pt x="623" y="1770"/>
                  </a:cubicBezTo>
                  <a:lnTo>
                    <a:pt x="639" y="1753"/>
                  </a:lnTo>
                  <a:lnTo>
                    <a:pt x="639" y="1733"/>
                  </a:lnTo>
                  <a:cubicBezTo>
                    <a:pt x="655" y="1701"/>
                    <a:pt x="655" y="1685"/>
                    <a:pt x="655" y="1652"/>
                  </a:cubicBezTo>
                  <a:lnTo>
                    <a:pt x="655" y="1329"/>
                  </a:lnTo>
                  <a:cubicBezTo>
                    <a:pt x="655" y="1196"/>
                    <a:pt x="655" y="1063"/>
                    <a:pt x="671" y="925"/>
                  </a:cubicBezTo>
                  <a:cubicBezTo>
                    <a:pt x="671" y="877"/>
                    <a:pt x="655" y="844"/>
                    <a:pt x="623" y="808"/>
                  </a:cubicBezTo>
                  <a:cubicBezTo>
                    <a:pt x="554" y="743"/>
                    <a:pt x="490" y="675"/>
                    <a:pt x="421" y="606"/>
                  </a:cubicBezTo>
                  <a:cubicBezTo>
                    <a:pt x="304" y="473"/>
                    <a:pt x="187" y="319"/>
                    <a:pt x="33" y="202"/>
                  </a:cubicBezTo>
                  <a:cubicBezTo>
                    <a:pt x="49" y="154"/>
                    <a:pt x="86" y="85"/>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6"/>
            <p:cNvSpPr/>
            <p:nvPr/>
          </p:nvSpPr>
          <p:spPr>
            <a:xfrm>
              <a:off x="1332870" y="3632411"/>
              <a:ext cx="5264" cy="102007"/>
            </a:xfrm>
            <a:custGeom>
              <a:rect b="b" l="l" r="r" t="t"/>
              <a:pathLst>
                <a:path extrusionOk="0" h="1027" w="53">
                  <a:moveTo>
                    <a:pt x="17" y="1"/>
                  </a:moveTo>
                  <a:cubicBezTo>
                    <a:pt x="0" y="1"/>
                    <a:pt x="0" y="17"/>
                    <a:pt x="0" y="17"/>
                  </a:cubicBezTo>
                  <a:cubicBezTo>
                    <a:pt x="37" y="102"/>
                    <a:pt x="17" y="186"/>
                    <a:pt x="17" y="271"/>
                  </a:cubicBezTo>
                  <a:cubicBezTo>
                    <a:pt x="17" y="320"/>
                    <a:pt x="0" y="356"/>
                    <a:pt x="0" y="388"/>
                  </a:cubicBezTo>
                  <a:lnTo>
                    <a:pt x="0" y="825"/>
                  </a:lnTo>
                  <a:lnTo>
                    <a:pt x="0" y="1010"/>
                  </a:lnTo>
                  <a:cubicBezTo>
                    <a:pt x="0" y="1027"/>
                    <a:pt x="17" y="1027"/>
                    <a:pt x="17" y="1027"/>
                  </a:cubicBezTo>
                  <a:cubicBezTo>
                    <a:pt x="17" y="1027"/>
                    <a:pt x="37" y="1027"/>
                    <a:pt x="37" y="1010"/>
                  </a:cubicBezTo>
                  <a:lnTo>
                    <a:pt x="37" y="825"/>
                  </a:lnTo>
                  <a:lnTo>
                    <a:pt x="37" y="388"/>
                  </a:lnTo>
                  <a:lnTo>
                    <a:pt x="37" y="287"/>
                  </a:lnTo>
                  <a:cubicBezTo>
                    <a:pt x="53" y="186"/>
                    <a:pt x="53" y="102"/>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6"/>
            <p:cNvSpPr/>
            <p:nvPr/>
          </p:nvSpPr>
          <p:spPr>
            <a:xfrm>
              <a:off x="690833" y="1629820"/>
              <a:ext cx="122170" cy="70322"/>
            </a:xfrm>
            <a:custGeom>
              <a:rect b="b" l="l" r="r" t="t"/>
              <a:pathLst>
                <a:path extrusionOk="0" h="708" w="1230">
                  <a:moveTo>
                    <a:pt x="1213" y="1"/>
                  </a:moveTo>
                  <a:cubicBezTo>
                    <a:pt x="1080" y="33"/>
                    <a:pt x="979" y="118"/>
                    <a:pt x="861" y="182"/>
                  </a:cubicBezTo>
                  <a:cubicBezTo>
                    <a:pt x="809" y="203"/>
                    <a:pt x="777" y="235"/>
                    <a:pt x="744" y="251"/>
                  </a:cubicBezTo>
                  <a:cubicBezTo>
                    <a:pt x="558" y="352"/>
                    <a:pt x="389" y="453"/>
                    <a:pt x="219" y="554"/>
                  </a:cubicBezTo>
                  <a:cubicBezTo>
                    <a:pt x="154" y="607"/>
                    <a:pt x="70" y="639"/>
                    <a:pt x="1" y="687"/>
                  </a:cubicBezTo>
                  <a:lnTo>
                    <a:pt x="1" y="708"/>
                  </a:lnTo>
                  <a:lnTo>
                    <a:pt x="17" y="708"/>
                  </a:lnTo>
                  <a:cubicBezTo>
                    <a:pt x="86" y="655"/>
                    <a:pt x="171" y="623"/>
                    <a:pt x="239" y="570"/>
                  </a:cubicBezTo>
                  <a:lnTo>
                    <a:pt x="744" y="267"/>
                  </a:lnTo>
                  <a:cubicBezTo>
                    <a:pt x="793" y="251"/>
                    <a:pt x="825" y="219"/>
                    <a:pt x="878" y="203"/>
                  </a:cubicBezTo>
                  <a:cubicBezTo>
                    <a:pt x="979" y="134"/>
                    <a:pt x="1096" y="65"/>
                    <a:pt x="1213" y="17"/>
                  </a:cubicBezTo>
                  <a:cubicBezTo>
                    <a:pt x="1229" y="17"/>
                    <a:pt x="1229" y="17"/>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6"/>
            <p:cNvSpPr/>
            <p:nvPr/>
          </p:nvSpPr>
          <p:spPr>
            <a:xfrm>
              <a:off x="1137498" y="1786753"/>
              <a:ext cx="6456" cy="102007"/>
            </a:xfrm>
            <a:custGeom>
              <a:rect b="b" l="l" r="r" t="t"/>
              <a:pathLst>
                <a:path extrusionOk="0" h="1027" w="65">
                  <a:moveTo>
                    <a:pt x="16" y="0"/>
                  </a:moveTo>
                  <a:cubicBezTo>
                    <a:pt x="0" y="0"/>
                    <a:pt x="0" y="16"/>
                    <a:pt x="0" y="16"/>
                  </a:cubicBezTo>
                  <a:cubicBezTo>
                    <a:pt x="16" y="186"/>
                    <a:pt x="16" y="356"/>
                    <a:pt x="16" y="521"/>
                  </a:cubicBezTo>
                  <a:lnTo>
                    <a:pt x="16" y="844"/>
                  </a:lnTo>
                  <a:lnTo>
                    <a:pt x="16" y="893"/>
                  </a:lnTo>
                  <a:cubicBezTo>
                    <a:pt x="16" y="925"/>
                    <a:pt x="0" y="978"/>
                    <a:pt x="49" y="1010"/>
                  </a:cubicBezTo>
                  <a:lnTo>
                    <a:pt x="49" y="1026"/>
                  </a:lnTo>
                  <a:lnTo>
                    <a:pt x="65" y="1010"/>
                  </a:lnTo>
                  <a:lnTo>
                    <a:pt x="65" y="994"/>
                  </a:lnTo>
                  <a:cubicBezTo>
                    <a:pt x="32" y="962"/>
                    <a:pt x="32" y="925"/>
                    <a:pt x="32" y="893"/>
                  </a:cubicBezTo>
                  <a:cubicBezTo>
                    <a:pt x="32" y="877"/>
                    <a:pt x="49" y="861"/>
                    <a:pt x="32" y="844"/>
                  </a:cubicBezTo>
                  <a:lnTo>
                    <a:pt x="32" y="521"/>
                  </a:lnTo>
                  <a:cubicBezTo>
                    <a:pt x="49" y="356"/>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6"/>
            <p:cNvSpPr/>
            <p:nvPr/>
          </p:nvSpPr>
          <p:spPr>
            <a:xfrm>
              <a:off x="1261058" y="3608473"/>
              <a:ext cx="150577" cy="125944"/>
            </a:xfrm>
            <a:custGeom>
              <a:rect b="b" l="l" r="r" t="t"/>
              <a:pathLst>
                <a:path extrusionOk="0" h="1268" w="1516">
                  <a:moveTo>
                    <a:pt x="1503" y="0"/>
                  </a:moveTo>
                  <a:cubicBezTo>
                    <a:pt x="1501" y="0"/>
                    <a:pt x="1499" y="2"/>
                    <a:pt x="1499" y="7"/>
                  </a:cubicBezTo>
                  <a:cubicBezTo>
                    <a:pt x="1398" y="23"/>
                    <a:pt x="1297" y="56"/>
                    <a:pt x="1196" y="92"/>
                  </a:cubicBezTo>
                  <a:cubicBezTo>
                    <a:pt x="925" y="157"/>
                    <a:pt x="639" y="242"/>
                    <a:pt x="356" y="326"/>
                  </a:cubicBezTo>
                  <a:cubicBezTo>
                    <a:pt x="336" y="326"/>
                    <a:pt x="303" y="343"/>
                    <a:pt x="287" y="343"/>
                  </a:cubicBezTo>
                  <a:cubicBezTo>
                    <a:pt x="244" y="356"/>
                    <a:pt x="203" y="383"/>
                    <a:pt x="152" y="383"/>
                  </a:cubicBezTo>
                  <a:cubicBezTo>
                    <a:pt x="141" y="383"/>
                    <a:pt x="130" y="382"/>
                    <a:pt x="117" y="379"/>
                  </a:cubicBezTo>
                  <a:cubicBezTo>
                    <a:pt x="85" y="379"/>
                    <a:pt x="69" y="395"/>
                    <a:pt x="53" y="411"/>
                  </a:cubicBezTo>
                  <a:cubicBezTo>
                    <a:pt x="16" y="444"/>
                    <a:pt x="0" y="480"/>
                    <a:pt x="0" y="528"/>
                  </a:cubicBezTo>
                  <a:cubicBezTo>
                    <a:pt x="16" y="698"/>
                    <a:pt x="16" y="884"/>
                    <a:pt x="16" y="1050"/>
                  </a:cubicBezTo>
                  <a:lnTo>
                    <a:pt x="16" y="1251"/>
                  </a:lnTo>
                  <a:lnTo>
                    <a:pt x="16" y="1268"/>
                  </a:lnTo>
                  <a:cubicBezTo>
                    <a:pt x="33" y="1268"/>
                    <a:pt x="33" y="1268"/>
                    <a:pt x="33" y="1251"/>
                  </a:cubicBezTo>
                  <a:lnTo>
                    <a:pt x="33" y="1050"/>
                  </a:lnTo>
                  <a:cubicBezTo>
                    <a:pt x="33" y="884"/>
                    <a:pt x="53" y="698"/>
                    <a:pt x="33" y="528"/>
                  </a:cubicBezTo>
                  <a:cubicBezTo>
                    <a:pt x="33" y="480"/>
                    <a:pt x="53" y="444"/>
                    <a:pt x="69" y="427"/>
                  </a:cubicBezTo>
                  <a:cubicBezTo>
                    <a:pt x="85" y="411"/>
                    <a:pt x="101" y="411"/>
                    <a:pt x="117" y="411"/>
                  </a:cubicBezTo>
                  <a:cubicBezTo>
                    <a:pt x="186" y="411"/>
                    <a:pt x="235" y="395"/>
                    <a:pt x="287" y="379"/>
                  </a:cubicBezTo>
                  <a:cubicBezTo>
                    <a:pt x="319" y="359"/>
                    <a:pt x="336" y="359"/>
                    <a:pt x="372" y="343"/>
                  </a:cubicBezTo>
                  <a:cubicBezTo>
                    <a:pt x="639" y="278"/>
                    <a:pt x="925" y="193"/>
                    <a:pt x="1212" y="108"/>
                  </a:cubicBezTo>
                  <a:cubicBezTo>
                    <a:pt x="1297" y="92"/>
                    <a:pt x="1398" y="56"/>
                    <a:pt x="1499" y="23"/>
                  </a:cubicBezTo>
                  <a:cubicBezTo>
                    <a:pt x="1515" y="23"/>
                    <a:pt x="1515" y="23"/>
                    <a:pt x="1515" y="7"/>
                  </a:cubicBezTo>
                  <a:cubicBezTo>
                    <a:pt x="1515" y="7"/>
                    <a:pt x="1508"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6"/>
            <p:cNvSpPr/>
            <p:nvPr/>
          </p:nvSpPr>
          <p:spPr>
            <a:xfrm>
              <a:off x="1582077" y="3259644"/>
              <a:ext cx="6853" cy="77176"/>
            </a:xfrm>
            <a:custGeom>
              <a:rect b="b" l="l" r="r" t="t"/>
              <a:pathLst>
                <a:path extrusionOk="0" h="777" w="69">
                  <a:moveTo>
                    <a:pt x="53" y="1"/>
                  </a:moveTo>
                  <a:cubicBezTo>
                    <a:pt x="53" y="1"/>
                    <a:pt x="32" y="1"/>
                    <a:pt x="32" y="17"/>
                  </a:cubicBezTo>
                  <a:cubicBezTo>
                    <a:pt x="16" y="134"/>
                    <a:pt x="16" y="271"/>
                    <a:pt x="16" y="389"/>
                  </a:cubicBezTo>
                  <a:cubicBezTo>
                    <a:pt x="16" y="473"/>
                    <a:pt x="32" y="558"/>
                    <a:pt x="16" y="639"/>
                  </a:cubicBezTo>
                  <a:lnTo>
                    <a:pt x="16" y="675"/>
                  </a:lnTo>
                  <a:cubicBezTo>
                    <a:pt x="32" y="708"/>
                    <a:pt x="32" y="740"/>
                    <a:pt x="16" y="760"/>
                  </a:cubicBezTo>
                  <a:cubicBezTo>
                    <a:pt x="0" y="776"/>
                    <a:pt x="16" y="776"/>
                    <a:pt x="16" y="776"/>
                  </a:cubicBezTo>
                  <a:lnTo>
                    <a:pt x="32" y="776"/>
                  </a:lnTo>
                  <a:cubicBezTo>
                    <a:pt x="53" y="740"/>
                    <a:pt x="53" y="708"/>
                    <a:pt x="53" y="675"/>
                  </a:cubicBezTo>
                  <a:lnTo>
                    <a:pt x="53" y="639"/>
                  </a:lnTo>
                  <a:lnTo>
                    <a:pt x="53" y="389"/>
                  </a:lnTo>
                  <a:cubicBezTo>
                    <a:pt x="53" y="271"/>
                    <a:pt x="53" y="134"/>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6"/>
            <p:cNvSpPr/>
            <p:nvPr/>
          </p:nvSpPr>
          <p:spPr>
            <a:xfrm>
              <a:off x="1924649" y="3010537"/>
              <a:ext cx="127335" cy="235996"/>
            </a:xfrm>
            <a:custGeom>
              <a:rect b="b" l="l" r="r" t="t"/>
              <a:pathLst>
                <a:path extrusionOk="0" h="2376" w="1282">
                  <a:moveTo>
                    <a:pt x="17" y="0"/>
                  </a:moveTo>
                  <a:cubicBezTo>
                    <a:pt x="1" y="117"/>
                    <a:pt x="1" y="238"/>
                    <a:pt x="102" y="339"/>
                  </a:cubicBezTo>
                  <a:cubicBezTo>
                    <a:pt x="255" y="521"/>
                    <a:pt x="389" y="707"/>
                    <a:pt x="522" y="877"/>
                  </a:cubicBezTo>
                  <a:cubicBezTo>
                    <a:pt x="591" y="962"/>
                    <a:pt x="643" y="1026"/>
                    <a:pt x="692" y="1095"/>
                  </a:cubicBezTo>
                  <a:cubicBezTo>
                    <a:pt x="744" y="1164"/>
                    <a:pt x="793" y="1228"/>
                    <a:pt x="861" y="1297"/>
                  </a:cubicBezTo>
                  <a:cubicBezTo>
                    <a:pt x="962" y="1430"/>
                    <a:pt x="1080" y="1584"/>
                    <a:pt x="1181" y="1717"/>
                  </a:cubicBezTo>
                  <a:cubicBezTo>
                    <a:pt x="1229" y="1786"/>
                    <a:pt x="1265" y="1854"/>
                    <a:pt x="1249" y="1919"/>
                  </a:cubicBezTo>
                  <a:lnTo>
                    <a:pt x="1249" y="2089"/>
                  </a:lnTo>
                  <a:cubicBezTo>
                    <a:pt x="1249" y="2173"/>
                    <a:pt x="1265" y="2274"/>
                    <a:pt x="1229" y="2359"/>
                  </a:cubicBezTo>
                  <a:cubicBezTo>
                    <a:pt x="1213" y="2359"/>
                    <a:pt x="1229" y="2375"/>
                    <a:pt x="1229" y="2375"/>
                  </a:cubicBezTo>
                  <a:lnTo>
                    <a:pt x="1249" y="2359"/>
                  </a:lnTo>
                  <a:cubicBezTo>
                    <a:pt x="1282" y="2274"/>
                    <a:pt x="1282" y="2173"/>
                    <a:pt x="1282" y="2089"/>
                  </a:cubicBezTo>
                  <a:cubicBezTo>
                    <a:pt x="1282" y="2036"/>
                    <a:pt x="1265" y="1988"/>
                    <a:pt x="1282" y="1919"/>
                  </a:cubicBezTo>
                  <a:cubicBezTo>
                    <a:pt x="1282" y="1834"/>
                    <a:pt x="1265" y="1769"/>
                    <a:pt x="1213" y="1701"/>
                  </a:cubicBezTo>
                  <a:cubicBezTo>
                    <a:pt x="1096" y="1567"/>
                    <a:pt x="979" y="1414"/>
                    <a:pt x="878" y="1281"/>
                  </a:cubicBezTo>
                  <a:cubicBezTo>
                    <a:pt x="825" y="1212"/>
                    <a:pt x="777" y="1147"/>
                    <a:pt x="724" y="1079"/>
                  </a:cubicBezTo>
                  <a:cubicBezTo>
                    <a:pt x="659" y="1010"/>
                    <a:pt x="607" y="945"/>
                    <a:pt x="558" y="861"/>
                  </a:cubicBezTo>
                  <a:cubicBezTo>
                    <a:pt x="405" y="691"/>
                    <a:pt x="272" y="505"/>
                    <a:pt x="118" y="319"/>
                  </a:cubicBezTo>
                  <a:cubicBezTo>
                    <a:pt x="17" y="218"/>
                    <a:pt x="17" y="117"/>
                    <a:pt x="53" y="16"/>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6"/>
            <p:cNvSpPr/>
            <p:nvPr/>
          </p:nvSpPr>
          <p:spPr>
            <a:xfrm>
              <a:off x="1735732" y="3570630"/>
              <a:ext cx="98828" cy="163787"/>
            </a:xfrm>
            <a:custGeom>
              <a:rect b="b" l="l" r="r" t="t"/>
              <a:pathLst>
                <a:path extrusionOk="0" h="1649" w="995">
                  <a:moveTo>
                    <a:pt x="53" y="0"/>
                  </a:moveTo>
                  <a:cubicBezTo>
                    <a:pt x="37" y="0"/>
                    <a:pt x="37" y="0"/>
                    <a:pt x="37" y="17"/>
                  </a:cubicBezTo>
                  <a:cubicBezTo>
                    <a:pt x="0" y="271"/>
                    <a:pt x="0" y="522"/>
                    <a:pt x="0" y="724"/>
                  </a:cubicBezTo>
                  <a:cubicBezTo>
                    <a:pt x="0" y="776"/>
                    <a:pt x="20" y="808"/>
                    <a:pt x="69" y="841"/>
                  </a:cubicBezTo>
                  <a:cubicBezTo>
                    <a:pt x="271" y="1027"/>
                    <a:pt x="489" y="1229"/>
                    <a:pt x="691" y="1414"/>
                  </a:cubicBezTo>
                  <a:cubicBezTo>
                    <a:pt x="776" y="1483"/>
                    <a:pt x="845" y="1548"/>
                    <a:pt x="893" y="1616"/>
                  </a:cubicBezTo>
                  <a:cubicBezTo>
                    <a:pt x="929" y="1649"/>
                    <a:pt x="946" y="1649"/>
                    <a:pt x="962" y="1649"/>
                  </a:cubicBezTo>
                  <a:lnTo>
                    <a:pt x="978" y="1649"/>
                  </a:lnTo>
                  <a:cubicBezTo>
                    <a:pt x="978" y="1649"/>
                    <a:pt x="994" y="1649"/>
                    <a:pt x="994" y="1632"/>
                  </a:cubicBezTo>
                  <a:lnTo>
                    <a:pt x="978" y="1616"/>
                  </a:lnTo>
                  <a:cubicBezTo>
                    <a:pt x="946" y="1616"/>
                    <a:pt x="929" y="1616"/>
                    <a:pt x="909" y="1600"/>
                  </a:cubicBezTo>
                  <a:cubicBezTo>
                    <a:pt x="861" y="1531"/>
                    <a:pt x="792" y="1467"/>
                    <a:pt x="707" y="1398"/>
                  </a:cubicBezTo>
                  <a:cubicBezTo>
                    <a:pt x="505" y="1212"/>
                    <a:pt x="287" y="1010"/>
                    <a:pt x="85" y="825"/>
                  </a:cubicBezTo>
                  <a:cubicBezTo>
                    <a:pt x="53" y="808"/>
                    <a:pt x="37" y="776"/>
                    <a:pt x="37" y="724"/>
                  </a:cubicBezTo>
                  <a:cubicBezTo>
                    <a:pt x="37" y="522"/>
                    <a:pt x="37" y="271"/>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6"/>
            <p:cNvSpPr/>
            <p:nvPr/>
          </p:nvSpPr>
          <p:spPr>
            <a:xfrm>
              <a:off x="1416701" y="1611346"/>
              <a:ext cx="81943" cy="249306"/>
            </a:xfrm>
            <a:custGeom>
              <a:rect b="b" l="l" r="r" t="t"/>
              <a:pathLst>
                <a:path extrusionOk="0" h="2510" w="825">
                  <a:moveTo>
                    <a:pt x="17" y="1"/>
                  </a:moveTo>
                  <a:cubicBezTo>
                    <a:pt x="1" y="1"/>
                    <a:pt x="1" y="17"/>
                    <a:pt x="1" y="17"/>
                  </a:cubicBezTo>
                  <a:cubicBezTo>
                    <a:pt x="1" y="17"/>
                    <a:pt x="1" y="33"/>
                    <a:pt x="17" y="33"/>
                  </a:cubicBezTo>
                  <a:cubicBezTo>
                    <a:pt x="49" y="33"/>
                    <a:pt x="65" y="49"/>
                    <a:pt x="82" y="86"/>
                  </a:cubicBezTo>
                  <a:lnTo>
                    <a:pt x="102" y="102"/>
                  </a:lnTo>
                  <a:cubicBezTo>
                    <a:pt x="284" y="405"/>
                    <a:pt x="469" y="692"/>
                    <a:pt x="655" y="974"/>
                  </a:cubicBezTo>
                  <a:lnTo>
                    <a:pt x="788" y="1213"/>
                  </a:lnTo>
                  <a:lnTo>
                    <a:pt x="788" y="2340"/>
                  </a:lnTo>
                  <a:lnTo>
                    <a:pt x="788" y="2372"/>
                  </a:lnTo>
                  <a:cubicBezTo>
                    <a:pt x="788" y="2388"/>
                    <a:pt x="809" y="2408"/>
                    <a:pt x="788" y="2425"/>
                  </a:cubicBezTo>
                  <a:cubicBezTo>
                    <a:pt x="788" y="2441"/>
                    <a:pt x="788" y="2441"/>
                    <a:pt x="772" y="2457"/>
                  </a:cubicBezTo>
                  <a:lnTo>
                    <a:pt x="772" y="2489"/>
                  </a:lnTo>
                  <a:lnTo>
                    <a:pt x="772" y="2509"/>
                  </a:lnTo>
                  <a:lnTo>
                    <a:pt x="788" y="2509"/>
                  </a:lnTo>
                  <a:lnTo>
                    <a:pt x="788" y="2489"/>
                  </a:lnTo>
                  <a:lnTo>
                    <a:pt x="809" y="2473"/>
                  </a:lnTo>
                  <a:cubicBezTo>
                    <a:pt x="809" y="2457"/>
                    <a:pt x="825" y="2441"/>
                    <a:pt x="825" y="2425"/>
                  </a:cubicBezTo>
                  <a:lnTo>
                    <a:pt x="825" y="2356"/>
                  </a:lnTo>
                  <a:lnTo>
                    <a:pt x="825" y="2340"/>
                  </a:lnTo>
                  <a:lnTo>
                    <a:pt x="825" y="1213"/>
                  </a:lnTo>
                  <a:lnTo>
                    <a:pt x="825" y="1196"/>
                  </a:lnTo>
                  <a:lnTo>
                    <a:pt x="671" y="958"/>
                  </a:lnTo>
                  <a:cubicBezTo>
                    <a:pt x="485" y="671"/>
                    <a:pt x="304" y="389"/>
                    <a:pt x="118" y="86"/>
                  </a:cubicBezTo>
                  <a:lnTo>
                    <a:pt x="102" y="65"/>
                  </a:lnTo>
                  <a:cubicBezTo>
                    <a:pt x="8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6"/>
            <p:cNvSpPr/>
            <p:nvPr/>
          </p:nvSpPr>
          <p:spPr>
            <a:xfrm>
              <a:off x="941629" y="1711664"/>
              <a:ext cx="5364" cy="102007"/>
            </a:xfrm>
            <a:custGeom>
              <a:rect b="b" l="l" r="r" t="t"/>
              <a:pathLst>
                <a:path extrusionOk="0" h="1027" w="54">
                  <a:moveTo>
                    <a:pt x="17" y="1"/>
                  </a:moveTo>
                  <a:cubicBezTo>
                    <a:pt x="1" y="1"/>
                    <a:pt x="1" y="17"/>
                    <a:pt x="1" y="17"/>
                  </a:cubicBezTo>
                  <a:cubicBezTo>
                    <a:pt x="17" y="134"/>
                    <a:pt x="17" y="251"/>
                    <a:pt x="17" y="352"/>
                  </a:cubicBezTo>
                  <a:lnTo>
                    <a:pt x="17" y="538"/>
                  </a:lnTo>
                  <a:lnTo>
                    <a:pt x="17" y="857"/>
                  </a:lnTo>
                  <a:lnTo>
                    <a:pt x="17" y="1011"/>
                  </a:lnTo>
                  <a:lnTo>
                    <a:pt x="17" y="1027"/>
                  </a:lnTo>
                  <a:cubicBezTo>
                    <a:pt x="37" y="1027"/>
                    <a:pt x="37" y="1011"/>
                    <a:pt x="37" y="1011"/>
                  </a:cubicBezTo>
                  <a:lnTo>
                    <a:pt x="37" y="857"/>
                  </a:lnTo>
                  <a:lnTo>
                    <a:pt x="37" y="538"/>
                  </a:lnTo>
                  <a:lnTo>
                    <a:pt x="37" y="352"/>
                  </a:lnTo>
                  <a:cubicBezTo>
                    <a:pt x="37" y="251"/>
                    <a:pt x="53" y="134"/>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6"/>
            <p:cNvSpPr/>
            <p:nvPr/>
          </p:nvSpPr>
          <p:spPr>
            <a:xfrm>
              <a:off x="1332870" y="3453427"/>
              <a:ext cx="5264" cy="100418"/>
            </a:xfrm>
            <a:custGeom>
              <a:rect b="b" l="l" r="r" t="t"/>
              <a:pathLst>
                <a:path extrusionOk="0" h="1011" w="53">
                  <a:moveTo>
                    <a:pt x="17" y="1"/>
                  </a:moveTo>
                  <a:cubicBezTo>
                    <a:pt x="0" y="1"/>
                    <a:pt x="0" y="21"/>
                    <a:pt x="0" y="21"/>
                  </a:cubicBezTo>
                  <a:cubicBezTo>
                    <a:pt x="17" y="138"/>
                    <a:pt x="17" y="255"/>
                    <a:pt x="17" y="356"/>
                  </a:cubicBezTo>
                  <a:lnTo>
                    <a:pt x="17" y="542"/>
                  </a:lnTo>
                  <a:lnTo>
                    <a:pt x="17" y="861"/>
                  </a:lnTo>
                  <a:lnTo>
                    <a:pt x="17" y="1011"/>
                  </a:lnTo>
                  <a:lnTo>
                    <a:pt x="53" y="1011"/>
                  </a:lnTo>
                  <a:lnTo>
                    <a:pt x="53" y="861"/>
                  </a:lnTo>
                  <a:lnTo>
                    <a:pt x="53" y="542"/>
                  </a:lnTo>
                  <a:cubicBezTo>
                    <a:pt x="37" y="474"/>
                    <a:pt x="53" y="425"/>
                    <a:pt x="53" y="356"/>
                  </a:cubicBezTo>
                  <a:cubicBezTo>
                    <a:pt x="53" y="255"/>
                    <a:pt x="53" y="138"/>
                    <a:pt x="37" y="21"/>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6"/>
            <p:cNvSpPr/>
            <p:nvPr/>
          </p:nvSpPr>
          <p:spPr>
            <a:xfrm>
              <a:off x="669181" y="2450344"/>
              <a:ext cx="150577" cy="180672"/>
            </a:xfrm>
            <a:custGeom>
              <a:rect b="b" l="l" r="r" t="t"/>
              <a:pathLst>
                <a:path extrusionOk="0" h="1819" w="1516">
                  <a:moveTo>
                    <a:pt x="1467" y="1"/>
                  </a:moveTo>
                  <a:lnTo>
                    <a:pt x="1467" y="21"/>
                  </a:lnTo>
                  <a:cubicBezTo>
                    <a:pt x="1483" y="37"/>
                    <a:pt x="1483" y="69"/>
                    <a:pt x="1483" y="102"/>
                  </a:cubicBezTo>
                  <a:lnTo>
                    <a:pt x="1483" y="122"/>
                  </a:lnTo>
                  <a:lnTo>
                    <a:pt x="1483" y="388"/>
                  </a:lnTo>
                  <a:lnTo>
                    <a:pt x="1483" y="978"/>
                  </a:lnTo>
                  <a:cubicBezTo>
                    <a:pt x="1483" y="1079"/>
                    <a:pt x="1467" y="1112"/>
                    <a:pt x="1382" y="1148"/>
                  </a:cubicBezTo>
                  <a:cubicBezTo>
                    <a:pt x="1027" y="1297"/>
                    <a:pt x="692" y="1467"/>
                    <a:pt x="372" y="1617"/>
                  </a:cubicBezTo>
                  <a:cubicBezTo>
                    <a:pt x="255" y="1669"/>
                    <a:pt x="134" y="1738"/>
                    <a:pt x="17" y="1786"/>
                  </a:cubicBezTo>
                  <a:lnTo>
                    <a:pt x="1" y="1802"/>
                  </a:lnTo>
                  <a:lnTo>
                    <a:pt x="1" y="1819"/>
                  </a:lnTo>
                  <a:lnTo>
                    <a:pt x="33" y="1819"/>
                  </a:lnTo>
                  <a:lnTo>
                    <a:pt x="33" y="1802"/>
                  </a:lnTo>
                  <a:cubicBezTo>
                    <a:pt x="154" y="1754"/>
                    <a:pt x="271" y="1701"/>
                    <a:pt x="372" y="1653"/>
                  </a:cubicBezTo>
                  <a:cubicBezTo>
                    <a:pt x="708" y="1483"/>
                    <a:pt x="1043" y="1334"/>
                    <a:pt x="1382" y="1180"/>
                  </a:cubicBezTo>
                  <a:cubicBezTo>
                    <a:pt x="1483" y="1132"/>
                    <a:pt x="1516" y="1095"/>
                    <a:pt x="1516" y="978"/>
                  </a:cubicBezTo>
                  <a:lnTo>
                    <a:pt x="1516" y="388"/>
                  </a:lnTo>
                  <a:lnTo>
                    <a:pt x="1516" y="122"/>
                  </a:lnTo>
                  <a:lnTo>
                    <a:pt x="1516" y="102"/>
                  </a:lnTo>
                  <a:cubicBezTo>
                    <a:pt x="1516" y="69"/>
                    <a:pt x="1516" y="3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6"/>
            <p:cNvSpPr/>
            <p:nvPr/>
          </p:nvSpPr>
          <p:spPr>
            <a:xfrm>
              <a:off x="669181" y="1452922"/>
              <a:ext cx="142134" cy="187029"/>
            </a:xfrm>
            <a:custGeom>
              <a:rect b="b" l="l" r="r" t="t"/>
              <a:pathLst>
                <a:path extrusionOk="0" h="1883" w="1431">
                  <a:moveTo>
                    <a:pt x="1423" y="0"/>
                  </a:moveTo>
                  <a:cubicBezTo>
                    <a:pt x="1419" y="0"/>
                    <a:pt x="1415" y="4"/>
                    <a:pt x="1415" y="12"/>
                  </a:cubicBezTo>
                  <a:lnTo>
                    <a:pt x="1346" y="44"/>
                  </a:lnTo>
                  <a:cubicBezTo>
                    <a:pt x="1011" y="246"/>
                    <a:pt x="675" y="469"/>
                    <a:pt x="336" y="671"/>
                  </a:cubicBezTo>
                  <a:cubicBezTo>
                    <a:pt x="320" y="671"/>
                    <a:pt x="320" y="687"/>
                    <a:pt x="320" y="687"/>
                  </a:cubicBezTo>
                  <a:lnTo>
                    <a:pt x="304" y="687"/>
                  </a:lnTo>
                  <a:cubicBezTo>
                    <a:pt x="17" y="772"/>
                    <a:pt x="1" y="990"/>
                    <a:pt x="17" y="1192"/>
                  </a:cubicBezTo>
                  <a:cubicBezTo>
                    <a:pt x="33" y="1309"/>
                    <a:pt x="33" y="1442"/>
                    <a:pt x="33" y="1559"/>
                  </a:cubicBezTo>
                  <a:lnTo>
                    <a:pt x="33" y="1729"/>
                  </a:lnTo>
                  <a:lnTo>
                    <a:pt x="33" y="1761"/>
                  </a:lnTo>
                  <a:cubicBezTo>
                    <a:pt x="17" y="1798"/>
                    <a:pt x="17" y="1846"/>
                    <a:pt x="53" y="1883"/>
                  </a:cubicBezTo>
                  <a:lnTo>
                    <a:pt x="70" y="1883"/>
                  </a:lnTo>
                  <a:lnTo>
                    <a:pt x="70" y="1862"/>
                  </a:lnTo>
                  <a:cubicBezTo>
                    <a:pt x="53" y="1830"/>
                    <a:pt x="53" y="1798"/>
                    <a:pt x="53" y="1761"/>
                  </a:cubicBezTo>
                  <a:lnTo>
                    <a:pt x="53" y="1729"/>
                  </a:lnTo>
                  <a:lnTo>
                    <a:pt x="53" y="1559"/>
                  </a:lnTo>
                  <a:cubicBezTo>
                    <a:pt x="53" y="1442"/>
                    <a:pt x="70" y="1309"/>
                    <a:pt x="53" y="1192"/>
                  </a:cubicBezTo>
                  <a:cubicBezTo>
                    <a:pt x="17" y="921"/>
                    <a:pt x="102" y="788"/>
                    <a:pt x="320" y="719"/>
                  </a:cubicBezTo>
                  <a:lnTo>
                    <a:pt x="336" y="703"/>
                  </a:lnTo>
                  <a:lnTo>
                    <a:pt x="336" y="687"/>
                  </a:lnTo>
                  <a:cubicBezTo>
                    <a:pt x="692" y="485"/>
                    <a:pt x="1027" y="267"/>
                    <a:pt x="1366" y="65"/>
                  </a:cubicBezTo>
                  <a:lnTo>
                    <a:pt x="1431" y="28"/>
                  </a:lnTo>
                  <a:lnTo>
                    <a:pt x="1431" y="12"/>
                  </a:lnTo>
                  <a:cubicBezTo>
                    <a:pt x="1431" y="4"/>
                    <a:pt x="1427" y="0"/>
                    <a:pt x="14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6"/>
            <p:cNvSpPr/>
            <p:nvPr/>
          </p:nvSpPr>
          <p:spPr>
            <a:xfrm>
              <a:off x="1443220" y="2771362"/>
              <a:ext cx="5264" cy="77176"/>
            </a:xfrm>
            <a:custGeom>
              <a:rect b="b" l="l" r="r" t="t"/>
              <a:pathLst>
                <a:path extrusionOk="0" h="777" w="53">
                  <a:moveTo>
                    <a:pt x="37" y="0"/>
                  </a:moveTo>
                  <a:cubicBezTo>
                    <a:pt x="17" y="138"/>
                    <a:pt x="17" y="271"/>
                    <a:pt x="17" y="388"/>
                  </a:cubicBezTo>
                  <a:lnTo>
                    <a:pt x="17" y="627"/>
                  </a:lnTo>
                  <a:lnTo>
                    <a:pt x="17" y="675"/>
                  </a:lnTo>
                  <a:cubicBezTo>
                    <a:pt x="17" y="707"/>
                    <a:pt x="17" y="728"/>
                    <a:pt x="0" y="760"/>
                  </a:cubicBezTo>
                  <a:lnTo>
                    <a:pt x="0" y="776"/>
                  </a:lnTo>
                  <a:lnTo>
                    <a:pt x="37" y="776"/>
                  </a:lnTo>
                  <a:cubicBezTo>
                    <a:pt x="53" y="744"/>
                    <a:pt x="53" y="707"/>
                    <a:pt x="53" y="675"/>
                  </a:cubicBezTo>
                  <a:cubicBezTo>
                    <a:pt x="37" y="659"/>
                    <a:pt x="37" y="643"/>
                    <a:pt x="37" y="627"/>
                  </a:cubicBezTo>
                  <a:cubicBezTo>
                    <a:pt x="53" y="558"/>
                    <a:pt x="53" y="473"/>
                    <a:pt x="37" y="388"/>
                  </a:cubicBezTo>
                  <a:cubicBezTo>
                    <a:pt x="37" y="271"/>
                    <a:pt x="37" y="138"/>
                    <a:pt x="53" y="21"/>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6"/>
            <p:cNvSpPr/>
            <p:nvPr/>
          </p:nvSpPr>
          <p:spPr>
            <a:xfrm>
              <a:off x="1735732" y="3385290"/>
              <a:ext cx="154152" cy="244042"/>
            </a:xfrm>
            <a:custGeom>
              <a:rect b="b" l="l" r="r" t="t"/>
              <a:pathLst>
                <a:path extrusionOk="0" h="2457" w="1552">
                  <a:moveTo>
                    <a:pt x="53" y="0"/>
                  </a:moveTo>
                  <a:cubicBezTo>
                    <a:pt x="0" y="133"/>
                    <a:pt x="0" y="218"/>
                    <a:pt x="121" y="335"/>
                  </a:cubicBezTo>
                  <a:cubicBezTo>
                    <a:pt x="457" y="638"/>
                    <a:pt x="776" y="974"/>
                    <a:pt x="1095" y="1293"/>
                  </a:cubicBezTo>
                  <a:cubicBezTo>
                    <a:pt x="1212" y="1430"/>
                    <a:pt x="1350" y="1547"/>
                    <a:pt x="1467" y="1681"/>
                  </a:cubicBezTo>
                  <a:cubicBezTo>
                    <a:pt x="1499" y="1697"/>
                    <a:pt x="1515" y="1733"/>
                    <a:pt x="1515" y="1765"/>
                  </a:cubicBezTo>
                  <a:lnTo>
                    <a:pt x="1515" y="2020"/>
                  </a:lnTo>
                  <a:lnTo>
                    <a:pt x="1515" y="2323"/>
                  </a:lnTo>
                  <a:cubicBezTo>
                    <a:pt x="1515" y="2355"/>
                    <a:pt x="1499" y="2371"/>
                    <a:pt x="1499" y="2388"/>
                  </a:cubicBezTo>
                  <a:cubicBezTo>
                    <a:pt x="1483" y="2404"/>
                    <a:pt x="1483" y="2424"/>
                    <a:pt x="1483" y="2440"/>
                  </a:cubicBezTo>
                  <a:cubicBezTo>
                    <a:pt x="1467" y="2440"/>
                    <a:pt x="1483" y="2440"/>
                    <a:pt x="1483" y="2456"/>
                  </a:cubicBezTo>
                  <a:lnTo>
                    <a:pt x="1499" y="2440"/>
                  </a:lnTo>
                  <a:cubicBezTo>
                    <a:pt x="1499" y="2424"/>
                    <a:pt x="1515" y="2424"/>
                    <a:pt x="1515" y="2404"/>
                  </a:cubicBezTo>
                  <a:cubicBezTo>
                    <a:pt x="1535" y="2388"/>
                    <a:pt x="1535" y="2355"/>
                    <a:pt x="1535" y="2323"/>
                  </a:cubicBezTo>
                  <a:cubicBezTo>
                    <a:pt x="1552" y="2222"/>
                    <a:pt x="1552" y="2121"/>
                    <a:pt x="1552" y="2020"/>
                  </a:cubicBezTo>
                  <a:lnTo>
                    <a:pt x="1552" y="1765"/>
                  </a:lnTo>
                  <a:cubicBezTo>
                    <a:pt x="1552" y="1717"/>
                    <a:pt x="1515" y="1681"/>
                    <a:pt x="1483" y="1648"/>
                  </a:cubicBezTo>
                  <a:cubicBezTo>
                    <a:pt x="1366" y="1531"/>
                    <a:pt x="1232" y="1414"/>
                    <a:pt x="1111" y="1277"/>
                  </a:cubicBezTo>
                  <a:cubicBezTo>
                    <a:pt x="792" y="958"/>
                    <a:pt x="473" y="622"/>
                    <a:pt x="138" y="319"/>
                  </a:cubicBezTo>
                  <a:cubicBezTo>
                    <a:pt x="37" y="202"/>
                    <a:pt x="37" y="133"/>
                    <a:pt x="69" y="16"/>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6"/>
            <p:cNvSpPr/>
            <p:nvPr/>
          </p:nvSpPr>
          <p:spPr>
            <a:xfrm>
              <a:off x="1413125" y="1194876"/>
              <a:ext cx="88797" cy="306219"/>
            </a:xfrm>
            <a:custGeom>
              <a:rect b="b" l="l" r="r" t="t"/>
              <a:pathLst>
                <a:path extrusionOk="0" h="3083" w="894">
                  <a:moveTo>
                    <a:pt x="37" y="1"/>
                  </a:moveTo>
                  <a:lnTo>
                    <a:pt x="17" y="17"/>
                  </a:lnTo>
                  <a:cubicBezTo>
                    <a:pt x="0" y="287"/>
                    <a:pt x="53" y="506"/>
                    <a:pt x="202" y="707"/>
                  </a:cubicBezTo>
                  <a:cubicBezTo>
                    <a:pt x="356" y="909"/>
                    <a:pt x="473" y="1128"/>
                    <a:pt x="590" y="1350"/>
                  </a:cubicBezTo>
                  <a:cubicBezTo>
                    <a:pt x="643" y="1467"/>
                    <a:pt x="707" y="1584"/>
                    <a:pt x="776" y="1701"/>
                  </a:cubicBezTo>
                  <a:cubicBezTo>
                    <a:pt x="824" y="1770"/>
                    <a:pt x="824" y="1818"/>
                    <a:pt x="824" y="1887"/>
                  </a:cubicBezTo>
                  <a:lnTo>
                    <a:pt x="824" y="2174"/>
                  </a:lnTo>
                  <a:cubicBezTo>
                    <a:pt x="824" y="2360"/>
                    <a:pt x="845" y="2542"/>
                    <a:pt x="824" y="2727"/>
                  </a:cubicBezTo>
                  <a:lnTo>
                    <a:pt x="824" y="2796"/>
                  </a:lnTo>
                  <a:cubicBezTo>
                    <a:pt x="824" y="2897"/>
                    <a:pt x="808" y="2982"/>
                    <a:pt x="861" y="3083"/>
                  </a:cubicBezTo>
                  <a:lnTo>
                    <a:pt x="877" y="3083"/>
                  </a:lnTo>
                  <a:cubicBezTo>
                    <a:pt x="893" y="3083"/>
                    <a:pt x="893" y="3083"/>
                    <a:pt x="877" y="3067"/>
                  </a:cubicBezTo>
                  <a:cubicBezTo>
                    <a:pt x="845" y="2982"/>
                    <a:pt x="845" y="2897"/>
                    <a:pt x="861" y="2796"/>
                  </a:cubicBezTo>
                  <a:lnTo>
                    <a:pt x="861" y="2743"/>
                  </a:lnTo>
                  <a:lnTo>
                    <a:pt x="861" y="2174"/>
                  </a:lnTo>
                  <a:lnTo>
                    <a:pt x="861" y="1887"/>
                  </a:lnTo>
                  <a:cubicBezTo>
                    <a:pt x="861" y="1818"/>
                    <a:pt x="845" y="1754"/>
                    <a:pt x="808" y="1685"/>
                  </a:cubicBezTo>
                  <a:cubicBezTo>
                    <a:pt x="744" y="1568"/>
                    <a:pt x="675" y="1451"/>
                    <a:pt x="606" y="1330"/>
                  </a:cubicBezTo>
                  <a:cubicBezTo>
                    <a:pt x="489" y="1111"/>
                    <a:pt x="372" y="893"/>
                    <a:pt x="219" y="691"/>
                  </a:cubicBezTo>
                  <a:cubicBezTo>
                    <a:pt x="85" y="489"/>
                    <a:pt x="37" y="287"/>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6"/>
            <p:cNvSpPr/>
            <p:nvPr/>
          </p:nvSpPr>
          <p:spPr>
            <a:xfrm>
              <a:off x="869817" y="2634492"/>
              <a:ext cx="336314" cy="224077"/>
            </a:xfrm>
            <a:custGeom>
              <a:rect b="b" l="l" r="r" t="t"/>
              <a:pathLst>
                <a:path extrusionOk="0" h="2256" w="3386">
                  <a:moveTo>
                    <a:pt x="3366" y="1"/>
                  </a:moveTo>
                  <a:cubicBezTo>
                    <a:pt x="3047" y="118"/>
                    <a:pt x="2711" y="268"/>
                    <a:pt x="2291" y="453"/>
                  </a:cubicBezTo>
                  <a:cubicBezTo>
                    <a:pt x="1952" y="607"/>
                    <a:pt x="1617" y="740"/>
                    <a:pt x="1281" y="873"/>
                  </a:cubicBezTo>
                  <a:lnTo>
                    <a:pt x="1128" y="942"/>
                  </a:lnTo>
                  <a:cubicBezTo>
                    <a:pt x="893" y="1043"/>
                    <a:pt x="659" y="1144"/>
                    <a:pt x="421" y="1229"/>
                  </a:cubicBezTo>
                  <a:cubicBezTo>
                    <a:pt x="320" y="1277"/>
                    <a:pt x="203" y="1330"/>
                    <a:pt x="85" y="1378"/>
                  </a:cubicBezTo>
                  <a:cubicBezTo>
                    <a:pt x="53" y="1399"/>
                    <a:pt x="1" y="1415"/>
                    <a:pt x="1" y="1479"/>
                  </a:cubicBezTo>
                  <a:lnTo>
                    <a:pt x="1" y="1867"/>
                  </a:lnTo>
                  <a:lnTo>
                    <a:pt x="1" y="2207"/>
                  </a:lnTo>
                  <a:cubicBezTo>
                    <a:pt x="1" y="2223"/>
                    <a:pt x="17" y="2223"/>
                    <a:pt x="33" y="2239"/>
                  </a:cubicBezTo>
                  <a:lnTo>
                    <a:pt x="33" y="2255"/>
                  </a:lnTo>
                  <a:lnTo>
                    <a:pt x="53" y="2255"/>
                  </a:lnTo>
                  <a:cubicBezTo>
                    <a:pt x="69" y="2239"/>
                    <a:pt x="69" y="2239"/>
                    <a:pt x="53" y="2239"/>
                  </a:cubicBezTo>
                  <a:lnTo>
                    <a:pt x="53" y="2223"/>
                  </a:lnTo>
                  <a:lnTo>
                    <a:pt x="33" y="2207"/>
                  </a:lnTo>
                  <a:lnTo>
                    <a:pt x="33" y="1867"/>
                  </a:lnTo>
                  <a:lnTo>
                    <a:pt x="33" y="1479"/>
                  </a:lnTo>
                  <a:cubicBezTo>
                    <a:pt x="33" y="1447"/>
                    <a:pt x="53" y="1415"/>
                    <a:pt x="85" y="1399"/>
                  </a:cubicBezTo>
                  <a:cubicBezTo>
                    <a:pt x="203" y="1346"/>
                    <a:pt x="320" y="1314"/>
                    <a:pt x="437" y="1261"/>
                  </a:cubicBezTo>
                  <a:cubicBezTo>
                    <a:pt x="675" y="1160"/>
                    <a:pt x="910" y="1059"/>
                    <a:pt x="1144" y="974"/>
                  </a:cubicBezTo>
                  <a:lnTo>
                    <a:pt x="1297" y="910"/>
                  </a:lnTo>
                  <a:cubicBezTo>
                    <a:pt x="1617" y="772"/>
                    <a:pt x="1972" y="623"/>
                    <a:pt x="2291" y="490"/>
                  </a:cubicBezTo>
                  <a:cubicBezTo>
                    <a:pt x="2727" y="288"/>
                    <a:pt x="3063" y="150"/>
                    <a:pt x="3366" y="17"/>
                  </a:cubicBezTo>
                  <a:cubicBezTo>
                    <a:pt x="3386" y="17"/>
                    <a:pt x="3386" y="17"/>
                    <a:pt x="3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6"/>
            <p:cNvSpPr/>
            <p:nvPr/>
          </p:nvSpPr>
          <p:spPr>
            <a:xfrm>
              <a:off x="1923059" y="3418564"/>
              <a:ext cx="147398" cy="245631"/>
            </a:xfrm>
            <a:custGeom>
              <a:rect b="b" l="l" r="r" t="t"/>
              <a:pathLst>
                <a:path extrusionOk="0" h="2473" w="1484">
                  <a:moveTo>
                    <a:pt x="1" y="0"/>
                  </a:moveTo>
                  <a:lnTo>
                    <a:pt x="1" y="17"/>
                  </a:lnTo>
                  <a:cubicBezTo>
                    <a:pt x="17" y="118"/>
                    <a:pt x="86" y="186"/>
                    <a:pt x="154" y="251"/>
                  </a:cubicBezTo>
                  <a:cubicBezTo>
                    <a:pt x="457" y="574"/>
                    <a:pt x="740" y="877"/>
                    <a:pt x="1027" y="1196"/>
                  </a:cubicBezTo>
                  <a:cubicBezTo>
                    <a:pt x="1128" y="1297"/>
                    <a:pt x="1229" y="1414"/>
                    <a:pt x="1330" y="1515"/>
                  </a:cubicBezTo>
                  <a:cubicBezTo>
                    <a:pt x="1415" y="1600"/>
                    <a:pt x="1447" y="1685"/>
                    <a:pt x="1447" y="1802"/>
                  </a:cubicBezTo>
                  <a:cubicBezTo>
                    <a:pt x="1431" y="1919"/>
                    <a:pt x="1431" y="2036"/>
                    <a:pt x="1431" y="2154"/>
                  </a:cubicBezTo>
                  <a:cubicBezTo>
                    <a:pt x="1431" y="2206"/>
                    <a:pt x="1447" y="2271"/>
                    <a:pt x="1431" y="2323"/>
                  </a:cubicBezTo>
                  <a:cubicBezTo>
                    <a:pt x="1431" y="2339"/>
                    <a:pt x="1447" y="2356"/>
                    <a:pt x="1447" y="2356"/>
                  </a:cubicBezTo>
                  <a:cubicBezTo>
                    <a:pt x="1447" y="2392"/>
                    <a:pt x="1447" y="2424"/>
                    <a:pt x="1415" y="2457"/>
                  </a:cubicBezTo>
                  <a:lnTo>
                    <a:pt x="1415" y="2473"/>
                  </a:lnTo>
                  <a:lnTo>
                    <a:pt x="1431" y="2473"/>
                  </a:lnTo>
                  <a:cubicBezTo>
                    <a:pt x="1467" y="2440"/>
                    <a:pt x="1467" y="2392"/>
                    <a:pt x="1467" y="2356"/>
                  </a:cubicBezTo>
                  <a:lnTo>
                    <a:pt x="1467" y="2323"/>
                  </a:lnTo>
                  <a:lnTo>
                    <a:pt x="1467" y="2154"/>
                  </a:lnTo>
                  <a:lnTo>
                    <a:pt x="1467" y="1802"/>
                  </a:lnTo>
                  <a:cubicBezTo>
                    <a:pt x="1483" y="1685"/>
                    <a:pt x="1431" y="1584"/>
                    <a:pt x="1346" y="1499"/>
                  </a:cubicBezTo>
                  <a:cubicBezTo>
                    <a:pt x="1245" y="1382"/>
                    <a:pt x="1144" y="1281"/>
                    <a:pt x="1043" y="1180"/>
                  </a:cubicBezTo>
                  <a:cubicBezTo>
                    <a:pt x="760" y="857"/>
                    <a:pt x="473" y="554"/>
                    <a:pt x="187" y="235"/>
                  </a:cubicBezTo>
                  <a:cubicBezTo>
                    <a:pt x="118" y="170"/>
                    <a:pt x="53"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6"/>
            <p:cNvSpPr/>
            <p:nvPr/>
          </p:nvSpPr>
          <p:spPr>
            <a:xfrm>
              <a:off x="1732455" y="3231138"/>
              <a:ext cx="159019" cy="250895"/>
            </a:xfrm>
            <a:custGeom>
              <a:rect b="b" l="l" r="r" t="t"/>
              <a:pathLst>
                <a:path extrusionOk="0" h="2526" w="1601">
                  <a:moveTo>
                    <a:pt x="102" y="1"/>
                  </a:moveTo>
                  <a:cubicBezTo>
                    <a:pt x="86" y="1"/>
                    <a:pt x="86" y="1"/>
                    <a:pt x="86" y="17"/>
                  </a:cubicBezTo>
                  <a:cubicBezTo>
                    <a:pt x="53" y="86"/>
                    <a:pt x="1" y="203"/>
                    <a:pt x="102" y="288"/>
                  </a:cubicBezTo>
                  <a:cubicBezTo>
                    <a:pt x="288" y="474"/>
                    <a:pt x="474" y="676"/>
                    <a:pt x="639" y="861"/>
                  </a:cubicBezTo>
                  <a:cubicBezTo>
                    <a:pt x="861" y="1096"/>
                    <a:pt x="1063" y="1330"/>
                    <a:pt x="1282" y="1532"/>
                  </a:cubicBezTo>
                  <a:cubicBezTo>
                    <a:pt x="1500" y="1734"/>
                    <a:pt x="1568" y="1956"/>
                    <a:pt x="1532" y="2239"/>
                  </a:cubicBezTo>
                  <a:lnTo>
                    <a:pt x="1532" y="2259"/>
                  </a:lnTo>
                  <a:lnTo>
                    <a:pt x="1532" y="2360"/>
                  </a:lnTo>
                  <a:cubicBezTo>
                    <a:pt x="1548" y="2392"/>
                    <a:pt x="1532" y="2425"/>
                    <a:pt x="1532" y="2461"/>
                  </a:cubicBezTo>
                  <a:cubicBezTo>
                    <a:pt x="1516" y="2477"/>
                    <a:pt x="1516" y="2493"/>
                    <a:pt x="1516" y="2510"/>
                  </a:cubicBezTo>
                  <a:cubicBezTo>
                    <a:pt x="1500" y="2526"/>
                    <a:pt x="1516" y="2526"/>
                    <a:pt x="1516" y="2526"/>
                  </a:cubicBezTo>
                  <a:lnTo>
                    <a:pt x="1532" y="2526"/>
                  </a:lnTo>
                  <a:cubicBezTo>
                    <a:pt x="1532" y="2510"/>
                    <a:pt x="1548" y="2493"/>
                    <a:pt x="1548" y="2477"/>
                  </a:cubicBezTo>
                  <a:cubicBezTo>
                    <a:pt x="1568" y="2441"/>
                    <a:pt x="1585" y="2392"/>
                    <a:pt x="1568" y="2340"/>
                  </a:cubicBezTo>
                  <a:cubicBezTo>
                    <a:pt x="1548" y="2324"/>
                    <a:pt x="1548" y="2291"/>
                    <a:pt x="1568" y="2259"/>
                  </a:cubicBezTo>
                  <a:lnTo>
                    <a:pt x="1568" y="2239"/>
                  </a:lnTo>
                  <a:cubicBezTo>
                    <a:pt x="1601" y="1956"/>
                    <a:pt x="1516" y="1718"/>
                    <a:pt x="1298" y="1516"/>
                  </a:cubicBezTo>
                  <a:cubicBezTo>
                    <a:pt x="1080" y="1298"/>
                    <a:pt x="878" y="1079"/>
                    <a:pt x="676" y="845"/>
                  </a:cubicBezTo>
                  <a:cubicBezTo>
                    <a:pt x="490" y="659"/>
                    <a:pt x="304" y="457"/>
                    <a:pt x="118" y="255"/>
                  </a:cubicBezTo>
                  <a:cubicBezTo>
                    <a:pt x="53" y="203"/>
                    <a:pt x="53" y="138"/>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6"/>
            <p:cNvSpPr/>
            <p:nvPr/>
          </p:nvSpPr>
          <p:spPr>
            <a:xfrm>
              <a:off x="687655" y="2111348"/>
              <a:ext cx="135380" cy="185440"/>
            </a:xfrm>
            <a:custGeom>
              <a:rect b="b" l="l" r="r" t="t"/>
              <a:pathLst>
                <a:path extrusionOk="0" h="1867" w="1363">
                  <a:moveTo>
                    <a:pt x="1281" y="0"/>
                  </a:moveTo>
                  <a:cubicBezTo>
                    <a:pt x="1261" y="16"/>
                    <a:pt x="1261" y="16"/>
                    <a:pt x="1261" y="32"/>
                  </a:cubicBezTo>
                  <a:cubicBezTo>
                    <a:pt x="1330" y="234"/>
                    <a:pt x="1180" y="303"/>
                    <a:pt x="1043" y="352"/>
                  </a:cubicBezTo>
                  <a:cubicBezTo>
                    <a:pt x="857" y="436"/>
                    <a:pt x="691" y="537"/>
                    <a:pt x="522" y="622"/>
                  </a:cubicBezTo>
                  <a:cubicBezTo>
                    <a:pt x="372" y="707"/>
                    <a:pt x="235" y="772"/>
                    <a:pt x="85" y="840"/>
                  </a:cubicBezTo>
                  <a:cubicBezTo>
                    <a:pt x="33" y="873"/>
                    <a:pt x="1" y="909"/>
                    <a:pt x="1" y="958"/>
                  </a:cubicBezTo>
                  <a:lnTo>
                    <a:pt x="1" y="1818"/>
                  </a:lnTo>
                  <a:cubicBezTo>
                    <a:pt x="1" y="1834"/>
                    <a:pt x="17" y="1850"/>
                    <a:pt x="17" y="1850"/>
                  </a:cubicBezTo>
                  <a:lnTo>
                    <a:pt x="33" y="1866"/>
                  </a:lnTo>
                  <a:lnTo>
                    <a:pt x="49" y="1866"/>
                  </a:lnTo>
                  <a:lnTo>
                    <a:pt x="49" y="1850"/>
                  </a:lnTo>
                  <a:lnTo>
                    <a:pt x="49" y="1834"/>
                  </a:lnTo>
                  <a:cubicBezTo>
                    <a:pt x="33" y="1834"/>
                    <a:pt x="33" y="1818"/>
                    <a:pt x="33" y="1818"/>
                  </a:cubicBezTo>
                  <a:lnTo>
                    <a:pt x="33" y="958"/>
                  </a:lnTo>
                  <a:cubicBezTo>
                    <a:pt x="33" y="925"/>
                    <a:pt x="49" y="889"/>
                    <a:pt x="85" y="873"/>
                  </a:cubicBezTo>
                  <a:cubicBezTo>
                    <a:pt x="235" y="808"/>
                    <a:pt x="388" y="723"/>
                    <a:pt x="538" y="638"/>
                  </a:cubicBezTo>
                  <a:cubicBezTo>
                    <a:pt x="708" y="554"/>
                    <a:pt x="877" y="453"/>
                    <a:pt x="1059" y="384"/>
                  </a:cubicBezTo>
                  <a:cubicBezTo>
                    <a:pt x="1196" y="319"/>
                    <a:pt x="1362" y="251"/>
                    <a:pt x="1297" y="32"/>
                  </a:cubicBezTo>
                  <a:lnTo>
                    <a:pt x="1297" y="16"/>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6"/>
            <p:cNvSpPr/>
            <p:nvPr/>
          </p:nvSpPr>
          <p:spPr>
            <a:xfrm>
              <a:off x="1378162" y="3441806"/>
              <a:ext cx="4966" cy="98828"/>
            </a:xfrm>
            <a:custGeom>
              <a:rect b="b" l="l" r="r" t="t"/>
              <a:pathLst>
                <a:path extrusionOk="0" h="995" w="50">
                  <a:moveTo>
                    <a:pt x="17" y="1"/>
                  </a:moveTo>
                  <a:cubicBezTo>
                    <a:pt x="1" y="1"/>
                    <a:pt x="1" y="1"/>
                    <a:pt x="1" y="17"/>
                  </a:cubicBezTo>
                  <a:lnTo>
                    <a:pt x="1" y="219"/>
                  </a:lnTo>
                  <a:lnTo>
                    <a:pt x="1" y="809"/>
                  </a:lnTo>
                  <a:cubicBezTo>
                    <a:pt x="1" y="877"/>
                    <a:pt x="1" y="946"/>
                    <a:pt x="17" y="994"/>
                  </a:cubicBezTo>
                  <a:lnTo>
                    <a:pt x="33" y="994"/>
                  </a:lnTo>
                  <a:cubicBezTo>
                    <a:pt x="49" y="994"/>
                    <a:pt x="49" y="994"/>
                    <a:pt x="49" y="978"/>
                  </a:cubicBezTo>
                  <a:cubicBezTo>
                    <a:pt x="33" y="926"/>
                    <a:pt x="17" y="877"/>
                    <a:pt x="17" y="809"/>
                  </a:cubicBezTo>
                  <a:lnTo>
                    <a:pt x="17" y="219"/>
                  </a:lnTo>
                  <a:lnTo>
                    <a:pt x="1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6"/>
            <p:cNvSpPr/>
            <p:nvPr/>
          </p:nvSpPr>
          <p:spPr>
            <a:xfrm>
              <a:off x="1744175" y="2950346"/>
              <a:ext cx="147299" cy="242452"/>
            </a:xfrm>
            <a:custGeom>
              <a:rect b="b" l="l" r="r" t="t"/>
              <a:pathLst>
                <a:path extrusionOk="0" h="2441" w="1483">
                  <a:moveTo>
                    <a:pt x="16" y="0"/>
                  </a:moveTo>
                  <a:lnTo>
                    <a:pt x="0" y="16"/>
                  </a:lnTo>
                  <a:lnTo>
                    <a:pt x="0" y="36"/>
                  </a:lnTo>
                  <a:cubicBezTo>
                    <a:pt x="16" y="36"/>
                    <a:pt x="16" y="53"/>
                    <a:pt x="36" y="53"/>
                  </a:cubicBezTo>
                  <a:cubicBezTo>
                    <a:pt x="53" y="69"/>
                    <a:pt x="85" y="85"/>
                    <a:pt x="101" y="101"/>
                  </a:cubicBezTo>
                  <a:cubicBezTo>
                    <a:pt x="218" y="255"/>
                    <a:pt x="339" y="404"/>
                    <a:pt x="457" y="558"/>
                  </a:cubicBezTo>
                  <a:lnTo>
                    <a:pt x="1212" y="1467"/>
                  </a:lnTo>
                  <a:cubicBezTo>
                    <a:pt x="1382" y="1669"/>
                    <a:pt x="1450" y="1854"/>
                    <a:pt x="1414" y="2056"/>
                  </a:cubicBezTo>
                  <a:lnTo>
                    <a:pt x="1414" y="2238"/>
                  </a:lnTo>
                  <a:lnTo>
                    <a:pt x="1414" y="2291"/>
                  </a:lnTo>
                  <a:cubicBezTo>
                    <a:pt x="1414" y="2323"/>
                    <a:pt x="1414" y="2375"/>
                    <a:pt x="1398" y="2424"/>
                  </a:cubicBezTo>
                  <a:cubicBezTo>
                    <a:pt x="1382" y="2424"/>
                    <a:pt x="1398" y="2424"/>
                    <a:pt x="1398" y="2440"/>
                  </a:cubicBezTo>
                  <a:lnTo>
                    <a:pt x="1414" y="2424"/>
                  </a:lnTo>
                  <a:cubicBezTo>
                    <a:pt x="1450" y="2392"/>
                    <a:pt x="1450" y="2339"/>
                    <a:pt x="1450" y="2291"/>
                  </a:cubicBezTo>
                  <a:lnTo>
                    <a:pt x="1450" y="2238"/>
                  </a:lnTo>
                  <a:cubicBezTo>
                    <a:pt x="1430" y="2173"/>
                    <a:pt x="1430" y="2121"/>
                    <a:pt x="1450" y="2056"/>
                  </a:cubicBezTo>
                  <a:cubicBezTo>
                    <a:pt x="1483" y="1834"/>
                    <a:pt x="1414" y="1652"/>
                    <a:pt x="1248" y="1450"/>
                  </a:cubicBezTo>
                  <a:cubicBezTo>
                    <a:pt x="978" y="1147"/>
                    <a:pt x="723" y="844"/>
                    <a:pt x="473" y="541"/>
                  </a:cubicBezTo>
                  <a:cubicBezTo>
                    <a:pt x="356" y="388"/>
                    <a:pt x="238" y="238"/>
                    <a:pt x="117" y="85"/>
                  </a:cubicBezTo>
                  <a:cubicBezTo>
                    <a:pt x="101" y="69"/>
                    <a:pt x="69" y="53"/>
                    <a:pt x="53" y="36"/>
                  </a:cubicBezTo>
                  <a:cubicBezTo>
                    <a:pt x="36" y="16"/>
                    <a:pt x="36" y="16"/>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6"/>
            <p:cNvSpPr/>
            <p:nvPr/>
          </p:nvSpPr>
          <p:spPr>
            <a:xfrm>
              <a:off x="2083569" y="2283478"/>
              <a:ext cx="98828" cy="227156"/>
            </a:xfrm>
            <a:custGeom>
              <a:rect b="b" l="l" r="r" t="t"/>
              <a:pathLst>
                <a:path extrusionOk="0" h="2287" w="995">
                  <a:moveTo>
                    <a:pt x="53" y="0"/>
                  </a:moveTo>
                  <a:cubicBezTo>
                    <a:pt x="17" y="33"/>
                    <a:pt x="17" y="65"/>
                    <a:pt x="17" y="85"/>
                  </a:cubicBezTo>
                  <a:lnTo>
                    <a:pt x="17" y="267"/>
                  </a:lnTo>
                  <a:cubicBezTo>
                    <a:pt x="17" y="368"/>
                    <a:pt x="17" y="469"/>
                    <a:pt x="1" y="570"/>
                  </a:cubicBezTo>
                  <a:cubicBezTo>
                    <a:pt x="1" y="671"/>
                    <a:pt x="53" y="756"/>
                    <a:pt x="85" y="840"/>
                  </a:cubicBezTo>
                  <a:lnTo>
                    <a:pt x="102" y="840"/>
                  </a:lnTo>
                  <a:cubicBezTo>
                    <a:pt x="320" y="1244"/>
                    <a:pt x="590" y="1717"/>
                    <a:pt x="861" y="2186"/>
                  </a:cubicBezTo>
                  <a:cubicBezTo>
                    <a:pt x="877" y="2186"/>
                    <a:pt x="877" y="2206"/>
                    <a:pt x="877" y="2206"/>
                  </a:cubicBezTo>
                  <a:cubicBezTo>
                    <a:pt x="893" y="2238"/>
                    <a:pt x="910" y="2287"/>
                    <a:pt x="978" y="2287"/>
                  </a:cubicBezTo>
                  <a:cubicBezTo>
                    <a:pt x="978" y="2287"/>
                    <a:pt x="994" y="2287"/>
                    <a:pt x="994" y="2270"/>
                  </a:cubicBezTo>
                  <a:lnTo>
                    <a:pt x="978" y="2254"/>
                  </a:lnTo>
                  <a:cubicBezTo>
                    <a:pt x="926" y="2254"/>
                    <a:pt x="926" y="2238"/>
                    <a:pt x="910" y="2206"/>
                  </a:cubicBezTo>
                  <a:cubicBezTo>
                    <a:pt x="893" y="2186"/>
                    <a:pt x="893" y="2186"/>
                    <a:pt x="893" y="2169"/>
                  </a:cubicBezTo>
                  <a:cubicBezTo>
                    <a:pt x="607" y="1701"/>
                    <a:pt x="336" y="1228"/>
                    <a:pt x="118" y="840"/>
                  </a:cubicBezTo>
                  <a:lnTo>
                    <a:pt x="118" y="824"/>
                  </a:lnTo>
                  <a:cubicBezTo>
                    <a:pt x="69" y="739"/>
                    <a:pt x="17" y="655"/>
                    <a:pt x="33" y="570"/>
                  </a:cubicBezTo>
                  <a:lnTo>
                    <a:pt x="33" y="267"/>
                  </a:lnTo>
                  <a:lnTo>
                    <a:pt x="33" y="85"/>
                  </a:lnTo>
                  <a:cubicBezTo>
                    <a:pt x="33" y="49"/>
                    <a:pt x="53" y="3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6"/>
            <p:cNvSpPr/>
            <p:nvPr/>
          </p:nvSpPr>
          <p:spPr>
            <a:xfrm>
              <a:off x="1923059" y="2604397"/>
              <a:ext cx="147398" cy="282580"/>
            </a:xfrm>
            <a:custGeom>
              <a:rect b="b" l="l" r="r" t="t"/>
              <a:pathLst>
                <a:path extrusionOk="0" h="2845" w="1484">
                  <a:moveTo>
                    <a:pt x="53" y="1"/>
                  </a:moveTo>
                  <a:cubicBezTo>
                    <a:pt x="53" y="1"/>
                    <a:pt x="33" y="1"/>
                    <a:pt x="33" y="17"/>
                  </a:cubicBezTo>
                  <a:cubicBezTo>
                    <a:pt x="17" y="86"/>
                    <a:pt x="17" y="167"/>
                    <a:pt x="17" y="235"/>
                  </a:cubicBezTo>
                  <a:cubicBezTo>
                    <a:pt x="17" y="288"/>
                    <a:pt x="33" y="352"/>
                    <a:pt x="17" y="405"/>
                  </a:cubicBezTo>
                  <a:cubicBezTo>
                    <a:pt x="1" y="591"/>
                    <a:pt x="53" y="756"/>
                    <a:pt x="187" y="926"/>
                  </a:cubicBezTo>
                  <a:cubicBezTo>
                    <a:pt x="336" y="1144"/>
                    <a:pt x="490" y="1362"/>
                    <a:pt x="639" y="1580"/>
                  </a:cubicBezTo>
                  <a:cubicBezTo>
                    <a:pt x="793" y="1803"/>
                    <a:pt x="942" y="2021"/>
                    <a:pt x="1096" y="2239"/>
                  </a:cubicBezTo>
                  <a:cubicBezTo>
                    <a:pt x="1128" y="2271"/>
                    <a:pt x="1144" y="2324"/>
                    <a:pt x="1180" y="2372"/>
                  </a:cubicBezTo>
                  <a:cubicBezTo>
                    <a:pt x="1229" y="2457"/>
                    <a:pt x="1298" y="2558"/>
                    <a:pt x="1399" y="2627"/>
                  </a:cubicBezTo>
                  <a:cubicBezTo>
                    <a:pt x="1415" y="2659"/>
                    <a:pt x="1431" y="2712"/>
                    <a:pt x="1431" y="2760"/>
                  </a:cubicBezTo>
                  <a:cubicBezTo>
                    <a:pt x="1447" y="2776"/>
                    <a:pt x="1447" y="2813"/>
                    <a:pt x="1447" y="2829"/>
                  </a:cubicBezTo>
                  <a:lnTo>
                    <a:pt x="1467" y="2845"/>
                  </a:lnTo>
                  <a:cubicBezTo>
                    <a:pt x="1483" y="2845"/>
                    <a:pt x="1483" y="2829"/>
                    <a:pt x="1483" y="2829"/>
                  </a:cubicBezTo>
                  <a:cubicBezTo>
                    <a:pt x="1467" y="2792"/>
                    <a:pt x="1467" y="2776"/>
                    <a:pt x="1467" y="2760"/>
                  </a:cubicBezTo>
                  <a:cubicBezTo>
                    <a:pt x="1447" y="2691"/>
                    <a:pt x="1447" y="2643"/>
                    <a:pt x="1415" y="2611"/>
                  </a:cubicBezTo>
                  <a:cubicBezTo>
                    <a:pt x="1314" y="2542"/>
                    <a:pt x="1265" y="2441"/>
                    <a:pt x="1197" y="2356"/>
                  </a:cubicBezTo>
                  <a:cubicBezTo>
                    <a:pt x="1180" y="2308"/>
                    <a:pt x="1144" y="2255"/>
                    <a:pt x="1112" y="2223"/>
                  </a:cubicBezTo>
                  <a:cubicBezTo>
                    <a:pt x="962" y="2005"/>
                    <a:pt x="809" y="1782"/>
                    <a:pt x="659" y="1564"/>
                  </a:cubicBezTo>
                  <a:cubicBezTo>
                    <a:pt x="506" y="1346"/>
                    <a:pt x="356" y="1128"/>
                    <a:pt x="203" y="910"/>
                  </a:cubicBezTo>
                  <a:cubicBezTo>
                    <a:pt x="69" y="740"/>
                    <a:pt x="33" y="591"/>
                    <a:pt x="53" y="405"/>
                  </a:cubicBezTo>
                  <a:lnTo>
                    <a:pt x="53" y="235"/>
                  </a:lnTo>
                  <a:cubicBezTo>
                    <a:pt x="53" y="167"/>
                    <a:pt x="53" y="86"/>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6"/>
            <p:cNvSpPr/>
            <p:nvPr/>
          </p:nvSpPr>
          <p:spPr>
            <a:xfrm>
              <a:off x="1414714" y="1833635"/>
              <a:ext cx="82340" cy="212357"/>
            </a:xfrm>
            <a:custGeom>
              <a:rect b="b" l="l" r="r" t="t"/>
              <a:pathLst>
                <a:path extrusionOk="0" h="2138" w="829">
                  <a:moveTo>
                    <a:pt x="1" y="1"/>
                  </a:moveTo>
                  <a:lnTo>
                    <a:pt x="1" y="17"/>
                  </a:lnTo>
                  <a:cubicBezTo>
                    <a:pt x="85" y="102"/>
                    <a:pt x="154" y="203"/>
                    <a:pt x="203" y="304"/>
                  </a:cubicBezTo>
                  <a:cubicBezTo>
                    <a:pt x="255" y="372"/>
                    <a:pt x="287" y="437"/>
                    <a:pt x="340" y="490"/>
                  </a:cubicBezTo>
                  <a:cubicBezTo>
                    <a:pt x="372" y="538"/>
                    <a:pt x="404" y="591"/>
                    <a:pt x="425" y="639"/>
                  </a:cubicBezTo>
                  <a:cubicBezTo>
                    <a:pt x="473" y="708"/>
                    <a:pt x="505" y="776"/>
                    <a:pt x="558" y="825"/>
                  </a:cubicBezTo>
                  <a:cubicBezTo>
                    <a:pt x="590" y="877"/>
                    <a:pt x="606" y="926"/>
                    <a:pt x="606" y="978"/>
                  </a:cubicBezTo>
                  <a:lnTo>
                    <a:pt x="606" y="1196"/>
                  </a:lnTo>
                  <a:cubicBezTo>
                    <a:pt x="606" y="1346"/>
                    <a:pt x="606" y="1499"/>
                    <a:pt x="590" y="1649"/>
                  </a:cubicBezTo>
                  <a:cubicBezTo>
                    <a:pt x="558" y="1867"/>
                    <a:pt x="659" y="2004"/>
                    <a:pt x="808" y="2138"/>
                  </a:cubicBezTo>
                  <a:lnTo>
                    <a:pt x="829" y="2138"/>
                  </a:lnTo>
                  <a:lnTo>
                    <a:pt x="829" y="2122"/>
                  </a:lnTo>
                  <a:cubicBezTo>
                    <a:pt x="691" y="1988"/>
                    <a:pt x="590" y="1867"/>
                    <a:pt x="627" y="1649"/>
                  </a:cubicBezTo>
                  <a:cubicBezTo>
                    <a:pt x="643" y="1499"/>
                    <a:pt x="643" y="1346"/>
                    <a:pt x="627" y="1196"/>
                  </a:cubicBezTo>
                  <a:lnTo>
                    <a:pt x="627" y="978"/>
                  </a:lnTo>
                  <a:cubicBezTo>
                    <a:pt x="627" y="926"/>
                    <a:pt x="627" y="857"/>
                    <a:pt x="574" y="809"/>
                  </a:cubicBezTo>
                  <a:cubicBezTo>
                    <a:pt x="526" y="756"/>
                    <a:pt x="489" y="691"/>
                    <a:pt x="457" y="623"/>
                  </a:cubicBezTo>
                  <a:cubicBezTo>
                    <a:pt x="425" y="574"/>
                    <a:pt x="388" y="522"/>
                    <a:pt x="356" y="473"/>
                  </a:cubicBezTo>
                  <a:cubicBezTo>
                    <a:pt x="304" y="421"/>
                    <a:pt x="271" y="352"/>
                    <a:pt x="239" y="288"/>
                  </a:cubicBezTo>
                  <a:cubicBezTo>
                    <a:pt x="170" y="187"/>
                    <a:pt x="102" y="86"/>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6"/>
            <p:cNvSpPr/>
            <p:nvPr/>
          </p:nvSpPr>
          <p:spPr>
            <a:xfrm>
              <a:off x="608990" y="1746626"/>
              <a:ext cx="5364" cy="77076"/>
            </a:xfrm>
            <a:custGeom>
              <a:rect b="b" l="l" r="r" t="t"/>
              <a:pathLst>
                <a:path extrusionOk="0" h="776" w="54">
                  <a:moveTo>
                    <a:pt x="1" y="0"/>
                  </a:moveTo>
                  <a:lnTo>
                    <a:pt x="1" y="16"/>
                  </a:lnTo>
                  <a:cubicBezTo>
                    <a:pt x="17" y="137"/>
                    <a:pt x="17" y="255"/>
                    <a:pt x="17" y="372"/>
                  </a:cubicBezTo>
                  <a:cubicBezTo>
                    <a:pt x="17" y="440"/>
                    <a:pt x="1" y="505"/>
                    <a:pt x="17" y="590"/>
                  </a:cubicBezTo>
                  <a:lnTo>
                    <a:pt x="17" y="642"/>
                  </a:lnTo>
                  <a:cubicBezTo>
                    <a:pt x="1" y="691"/>
                    <a:pt x="1" y="723"/>
                    <a:pt x="33" y="776"/>
                  </a:cubicBezTo>
                  <a:lnTo>
                    <a:pt x="53" y="776"/>
                  </a:lnTo>
                  <a:lnTo>
                    <a:pt x="53" y="760"/>
                  </a:lnTo>
                  <a:cubicBezTo>
                    <a:pt x="33" y="723"/>
                    <a:pt x="33" y="691"/>
                    <a:pt x="33" y="642"/>
                  </a:cubicBezTo>
                  <a:lnTo>
                    <a:pt x="33" y="590"/>
                  </a:lnTo>
                  <a:lnTo>
                    <a:pt x="33" y="372"/>
                  </a:lnTo>
                  <a:cubicBezTo>
                    <a:pt x="33" y="255"/>
                    <a:pt x="33" y="137"/>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6"/>
            <p:cNvSpPr/>
            <p:nvPr/>
          </p:nvSpPr>
          <p:spPr>
            <a:xfrm>
              <a:off x="1921470" y="2893731"/>
              <a:ext cx="148988" cy="255663"/>
            </a:xfrm>
            <a:custGeom>
              <a:rect b="b" l="l" r="r" t="t"/>
              <a:pathLst>
                <a:path extrusionOk="0" h="2574" w="1500">
                  <a:moveTo>
                    <a:pt x="69" y="1"/>
                  </a:moveTo>
                  <a:cubicBezTo>
                    <a:pt x="17" y="304"/>
                    <a:pt x="1" y="623"/>
                    <a:pt x="251" y="909"/>
                  </a:cubicBezTo>
                  <a:cubicBezTo>
                    <a:pt x="453" y="1144"/>
                    <a:pt x="655" y="1414"/>
                    <a:pt x="841" y="1665"/>
                  </a:cubicBezTo>
                  <a:cubicBezTo>
                    <a:pt x="926" y="1782"/>
                    <a:pt x="1011" y="1899"/>
                    <a:pt x="1112" y="2020"/>
                  </a:cubicBezTo>
                  <a:cubicBezTo>
                    <a:pt x="1196" y="2138"/>
                    <a:pt x="1281" y="2239"/>
                    <a:pt x="1398" y="2372"/>
                  </a:cubicBezTo>
                  <a:cubicBezTo>
                    <a:pt x="1431" y="2404"/>
                    <a:pt x="1431" y="2457"/>
                    <a:pt x="1447" y="2505"/>
                  </a:cubicBezTo>
                  <a:cubicBezTo>
                    <a:pt x="1463" y="2525"/>
                    <a:pt x="1463" y="2541"/>
                    <a:pt x="1463" y="2574"/>
                  </a:cubicBezTo>
                  <a:lnTo>
                    <a:pt x="1483" y="2574"/>
                  </a:lnTo>
                  <a:cubicBezTo>
                    <a:pt x="1499" y="2574"/>
                    <a:pt x="1499" y="2558"/>
                    <a:pt x="1499" y="2558"/>
                  </a:cubicBezTo>
                  <a:cubicBezTo>
                    <a:pt x="1483" y="2541"/>
                    <a:pt x="1483" y="2525"/>
                    <a:pt x="1483" y="2489"/>
                  </a:cubicBezTo>
                  <a:cubicBezTo>
                    <a:pt x="1463" y="2440"/>
                    <a:pt x="1447" y="2388"/>
                    <a:pt x="1415" y="2356"/>
                  </a:cubicBezTo>
                  <a:cubicBezTo>
                    <a:pt x="1314" y="2222"/>
                    <a:pt x="1213" y="2121"/>
                    <a:pt x="1128" y="2000"/>
                  </a:cubicBezTo>
                  <a:cubicBezTo>
                    <a:pt x="1043" y="1883"/>
                    <a:pt x="942" y="1766"/>
                    <a:pt x="857" y="1649"/>
                  </a:cubicBezTo>
                  <a:cubicBezTo>
                    <a:pt x="675" y="1394"/>
                    <a:pt x="473" y="1128"/>
                    <a:pt x="271" y="889"/>
                  </a:cubicBezTo>
                  <a:cubicBezTo>
                    <a:pt x="17" y="606"/>
                    <a:pt x="33" y="304"/>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6"/>
            <p:cNvSpPr/>
            <p:nvPr/>
          </p:nvSpPr>
          <p:spPr>
            <a:xfrm>
              <a:off x="2086747" y="2696372"/>
              <a:ext cx="95650" cy="133691"/>
            </a:xfrm>
            <a:custGeom>
              <a:rect b="b" l="l" r="r" t="t"/>
              <a:pathLst>
                <a:path extrusionOk="0" h="1346" w="963">
                  <a:moveTo>
                    <a:pt x="1" y="0"/>
                  </a:moveTo>
                  <a:cubicBezTo>
                    <a:pt x="1" y="16"/>
                    <a:pt x="1" y="16"/>
                    <a:pt x="21" y="16"/>
                  </a:cubicBezTo>
                  <a:cubicBezTo>
                    <a:pt x="70" y="48"/>
                    <a:pt x="102" y="101"/>
                    <a:pt x="138" y="170"/>
                  </a:cubicBezTo>
                  <a:cubicBezTo>
                    <a:pt x="154" y="186"/>
                    <a:pt x="154" y="218"/>
                    <a:pt x="171" y="234"/>
                  </a:cubicBezTo>
                  <a:cubicBezTo>
                    <a:pt x="223" y="319"/>
                    <a:pt x="272" y="404"/>
                    <a:pt x="340" y="489"/>
                  </a:cubicBezTo>
                  <a:cubicBezTo>
                    <a:pt x="457" y="675"/>
                    <a:pt x="591" y="893"/>
                    <a:pt x="728" y="1079"/>
                  </a:cubicBezTo>
                  <a:cubicBezTo>
                    <a:pt x="744" y="1111"/>
                    <a:pt x="760" y="1127"/>
                    <a:pt x="777" y="1159"/>
                  </a:cubicBezTo>
                  <a:cubicBezTo>
                    <a:pt x="809" y="1228"/>
                    <a:pt x="845" y="1313"/>
                    <a:pt x="930" y="1345"/>
                  </a:cubicBezTo>
                  <a:lnTo>
                    <a:pt x="946" y="1345"/>
                  </a:lnTo>
                  <a:cubicBezTo>
                    <a:pt x="962" y="1329"/>
                    <a:pt x="946" y="1329"/>
                    <a:pt x="946" y="1313"/>
                  </a:cubicBezTo>
                  <a:cubicBezTo>
                    <a:pt x="861" y="1297"/>
                    <a:pt x="829" y="1228"/>
                    <a:pt x="793" y="1143"/>
                  </a:cubicBezTo>
                  <a:cubicBezTo>
                    <a:pt x="777" y="1127"/>
                    <a:pt x="777" y="1095"/>
                    <a:pt x="744" y="1058"/>
                  </a:cubicBezTo>
                  <a:cubicBezTo>
                    <a:pt x="607" y="877"/>
                    <a:pt x="490" y="675"/>
                    <a:pt x="356" y="473"/>
                  </a:cubicBezTo>
                  <a:cubicBezTo>
                    <a:pt x="304" y="388"/>
                    <a:pt x="255" y="303"/>
                    <a:pt x="187" y="218"/>
                  </a:cubicBezTo>
                  <a:cubicBezTo>
                    <a:pt x="187" y="202"/>
                    <a:pt x="171" y="170"/>
                    <a:pt x="154" y="149"/>
                  </a:cubicBezTo>
                  <a:cubicBezTo>
                    <a:pt x="122" y="101"/>
                    <a:pt x="102" y="32"/>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6"/>
            <p:cNvSpPr/>
            <p:nvPr/>
          </p:nvSpPr>
          <p:spPr>
            <a:xfrm>
              <a:off x="515525" y="2375353"/>
              <a:ext cx="122070" cy="57013"/>
            </a:xfrm>
            <a:custGeom>
              <a:rect b="b" l="l" r="r" t="t"/>
              <a:pathLst>
                <a:path extrusionOk="0" h="574" w="1229">
                  <a:moveTo>
                    <a:pt x="1213" y="0"/>
                  </a:moveTo>
                  <a:cubicBezTo>
                    <a:pt x="958" y="101"/>
                    <a:pt x="724" y="218"/>
                    <a:pt x="489" y="336"/>
                  </a:cubicBezTo>
                  <a:cubicBezTo>
                    <a:pt x="421" y="372"/>
                    <a:pt x="352" y="404"/>
                    <a:pt x="287" y="437"/>
                  </a:cubicBezTo>
                  <a:cubicBezTo>
                    <a:pt x="251" y="453"/>
                    <a:pt x="235" y="473"/>
                    <a:pt x="219" y="489"/>
                  </a:cubicBezTo>
                  <a:cubicBezTo>
                    <a:pt x="163" y="515"/>
                    <a:pt x="120" y="542"/>
                    <a:pt x="60" y="542"/>
                  </a:cubicBezTo>
                  <a:cubicBezTo>
                    <a:pt x="47" y="542"/>
                    <a:pt x="32" y="541"/>
                    <a:pt x="17" y="538"/>
                  </a:cubicBezTo>
                  <a:lnTo>
                    <a:pt x="1" y="554"/>
                  </a:lnTo>
                  <a:cubicBezTo>
                    <a:pt x="1" y="554"/>
                    <a:pt x="17" y="554"/>
                    <a:pt x="17" y="574"/>
                  </a:cubicBezTo>
                  <a:lnTo>
                    <a:pt x="65" y="574"/>
                  </a:lnTo>
                  <a:cubicBezTo>
                    <a:pt x="134" y="574"/>
                    <a:pt x="186" y="538"/>
                    <a:pt x="235" y="505"/>
                  </a:cubicBezTo>
                  <a:cubicBezTo>
                    <a:pt x="251" y="489"/>
                    <a:pt x="267" y="473"/>
                    <a:pt x="287" y="473"/>
                  </a:cubicBezTo>
                  <a:cubicBezTo>
                    <a:pt x="368" y="437"/>
                    <a:pt x="437" y="404"/>
                    <a:pt x="506" y="352"/>
                  </a:cubicBezTo>
                  <a:cubicBezTo>
                    <a:pt x="740" y="251"/>
                    <a:pt x="974" y="117"/>
                    <a:pt x="1229" y="16"/>
                  </a:cubicBezTo>
                  <a:lnTo>
                    <a:pt x="12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6"/>
            <p:cNvSpPr/>
            <p:nvPr/>
          </p:nvSpPr>
          <p:spPr>
            <a:xfrm>
              <a:off x="1523475" y="3533682"/>
              <a:ext cx="178984" cy="200736"/>
            </a:xfrm>
            <a:custGeom>
              <a:rect b="b" l="l" r="r" t="t"/>
              <a:pathLst>
                <a:path extrusionOk="0" h="2021" w="1802">
                  <a:moveTo>
                    <a:pt x="16" y="1"/>
                  </a:moveTo>
                  <a:lnTo>
                    <a:pt x="0" y="21"/>
                  </a:lnTo>
                  <a:cubicBezTo>
                    <a:pt x="0" y="37"/>
                    <a:pt x="16" y="37"/>
                    <a:pt x="16" y="37"/>
                  </a:cubicBezTo>
                  <a:cubicBezTo>
                    <a:pt x="69" y="37"/>
                    <a:pt x="85" y="69"/>
                    <a:pt x="117" y="86"/>
                  </a:cubicBezTo>
                  <a:cubicBezTo>
                    <a:pt x="138" y="102"/>
                    <a:pt x="138" y="102"/>
                    <a:pt x="154" y="122"/>
                  </a:cubicBezTo>
                  <a:cubicBezTo>
                    <a:pt x="271" y="223"/>
                    <a:pt x="388" y="340"/>
                    <a:pt x="521" y="457"/>
                  </a:cubicBezTo>
                  <a:cubicBezTo>
                    <a:pt x="893" y="793"/>
                    <a:pt x="1265" y="1132"/>
                    <a:pt x="1653" y="1467"/>
                  </a:cubicBezTo>
                  <a:cubicBezTo>
                    <a:pt x="1753" y="1552"/>
                    <a:pt x="1770" y="1653"/>
                    <a:pt x="1753" y="1754"/>
                  </a:cubicBezTo>
                  <a:lnTo>
                    <a:pt x="1753" y="1920"/>
                  </a:lnTo>
                  <a:lnTo>
                    <a:pt x="1753" y="2004"/>
                  </a:lnTo>
                  <a:cubicBezTo>
                    <a:pt x="1753" y="2021"/>
                    <a:pt x="1753" y="2021"/>
                    <a:pt x="1770" y="2021"/>
                  </a:cubicBezTo>
                  <a:lnTo>
                    <a:pt x="1770" y="2004"/>
                  </a:lnTo>
                  <a:lnTo>
                    <a:pt x="1770" y="1920"/>
                  </a:lnTo>
                  <a:cubicBezTo>
                    <a:pt x="1786" y="1871"/>
                    <a:pt x="1786" y="1803"/>
                    <a:pt x="1786" y="1754"/>
                  </a:cubicBezTo>
                  <a:cubicBezTo>
                    <a:pt x="1802" y="1617"/>
                    <a:pt x="1770" y="1536"/>
                    <a:pt x="1669" y="1435"/>
                  </a:cubicBezTo>
                  <a:cubicBezTo>
                    <a:pt x="1281" y="1112"/>
                    <a:pt x="909" y="760"/>
                    <a:pt x="542" y="441"/>
                  </a:cubicBezTo>
                  <a:cubicBezTo>
                    <a:pt x="420" y="324"/>
                    <a:pt x="287" y="203"/>
                    <a:pt x="170" y="86"/>
                  </a:cubicBezTo>
                  <a:cubicBezTo>
                    <a:pt x="154" y="86"/>
                    <a:pt x="154" y="86"/>
                    <a:pt x="138" y="69"/>
                  </a:cubicBezTo>
                  <a:cubicBezTo>
                    <a:pt x="101" y="37"/>
                    <a:pt x="69"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6"/>
            <p:cNvSpPr/>
            <p:nvPr/>
          </p:nvSpPr>
          <p:spPr>
            <a:xfrm>
              <a:off x="886702" y="3589105"/>
              <a:ext cx="3278" cy="98828"/>
            </a:xfrm>
            <a:custGeom>
              <a:rect b="b" l="l" r="r" t="t"/>
              <a:pathLst>
                <a:path extrusionOk="0" h="995" w="33">
                  <a:moveTo>
                    <a:pt x="0" y="0"/>
                  </a:moveTo>
                  <a:lnTo>
                    <a:pt x="0" y="218"/>
                  </a:lnTo>
                  <a:lnTo>
                    <a:pt x="0" y="841"/>
                  </a:lnTo>
                  <a:lnTo>
                    <a:pt x="0" y="877"/>
                  </a:lnTo>
                  <a:cubicBezTo>
                    <a:pt x="0" y="909"/>
                    <a:pt x="0" y="942"/>
                    <a:pt x="16" y="978"/>
                  </a:cubicBezTo>
                  <a:lnTo>
                    <a:pt x="33" y="994"/>
                  </a:lnTo>
                  <a:lnTo>
                    <a:pt x="33" y="978"/>
                  </a:lnTo>
                  <a:cubicBezTo>
                    <a:pt x="16" y="942"/>
                    <a:pt x="16" y="909"/>
                    <a:pt x="33" y="877"/>
                  </a:cubicBezTo>
                  <a:lnTo>
                    <a:pt x="33" y="841"/>
                  </a:lnTo>
                  <a:lnTo>
                    <a:pt x="33" y="218"/>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6"/>
            <p:cNvSpPr/>
            <p:nvPr/>
          </p:nvSpPr>
          <p:spPr>
            <a:xfrm>
              <a:off x="1923059" y="3460280"/>
              <a:ext cx="147398" cy="217621"/>
            </a:xfrm>
            <a:custGeom>
              <a:rect b="b" l="l" r="r" t="t"/>
              <a:pathLst>
                <a:path extrusionOk="0" h="2191" w="1484">
                  <a:moveTo>
                    <a:pt x="53" y="1"/>
                  </a:moveTo>
                  <a:cubicBezTo>
                    <a:pt x="53" y="1"/>
                    <a:pt x="33" y="1"/>
                    <a:pt x="33" y="17"/>
                  </a:cubicBezTo>
                  <a:cubicBezTo>
                    <a:pt x="1" y="170"/>
                    <a:pt x="1" y="304"/>
                    <a:pt x="1" y="457"/>
                  </a:cubicBezTo>
                  <a:cubicBezTo>
                    <a:pt x="17" y="506"/>
                    <a:pt x="17" y="574"/>
                    <a:pt x="17" y="623"/>
                  </a:cubicBezTo>
                  <a:cubicBezTo>
                    <a:pt x="17" y="659"/>
                    <a:pt x="33" y="691"/>
                    <a:pt x="69" y="724"/>
                  </a:cubicBezTo>
                  <a:lnTo>
                    <a:pt x="86" y="724"/>
                  </a:lnTo>
                  <a:cubicBezTo>
                    <a:pt x="154" y="792"/>
                    <a:pt x="203" y="861"/>
                    <a:pt x="271" y="926"/>
                  </a:cubicBezTo>
                  <a:cubicBezTo>
                    <a:pt x="457" y="1128"/>
                    <a:pt x="639" y="1330"/>
                    <a:pt x="841" y="1515"/>
                  </a:cubicBezTo>
                  <a:cubicBezTo>
                    <a:pt x="910" y="1584"/>
                    <a:pt x="978" y="1669"/>
                    <a:pt x="1043" y="1734"/>
                  </a:cubicBezTo>
                  <a:cubicBezTo>
                    <a:pt x="1164" y="1851"/>
                    <a:pt x="1281" y="1972"/>
                    <a:pt x="1399" y="2089"/>
                  </a:cubicBezTo>
                  <a:cubicBezTo>
                    <a:pt x="1415" y="2105"/>
                    <a:pt x="1431" y="2121"/>
                    <a:pt x="1431" y="2154"/>
                  </a:cubicBezTo>
                  <a:cubicBezTo>
                    <a:pt x="1447" y="2154"/>
                    <a:pt x="1447" y="2174"/>
                    <a:pt x="1447" y="2190"/>
                  </a:cubicBezTo>
                  <a:lnTo>
                    <a:pt x="1467" y="2190"/>
                  </a:lnTo>
                  <a:cubicBezTo>
                    <a:pt x="1483" y="2190"/>
                    <a:pt x="1483" y="2190"/>
                    <a:pt x="1483" y="2174"/>
                  </a:cubicBezTo>
                  <a:cubicBezTo>
                    <a:pt x="1467" y="2154"/>
                    <a:pt x="1467" y="2154"/>
                    <a:pt x="1467" y="2138"/>
                  </a:cubicBezTo>
                  <a:cubicBezTo>
                    <a:pt x="1447" y="2105"/>
                    <a:pt x="1447" y="2089"/>
                    <a:pt x="1415" y="2073"/>
                  </a:cubicBezTo>
                  <a:cubicBezTo>
                    <a:pt x="1298" y="1952"/>
                    <a:pt x="1180" y="1835"/>
                    <a:pt x="1063" y="1717"/>
                  </a:cubicBezTo>
                  <a:cubicBezTo>
                    <a:pt x="995" y="1649"/>
                    <a:pt x="926" y="1568"/>
                    <a:pt x="861" y="1499"/>
                  </a:cubicBezTo>
                  <a:cubicBezTo>
                    <a:pt x="659" y="1297"/>
                    <a:pt x="473" y="1111"/>
                    <a:pt x="288" y="909"/>
                  </a:cubicBezTo>
                  <a:cubicBezTo>
                    <a:pt x="219" y="841"/>
                    <a:pt x="170" y="776"/>
                    <a:pt x="102" y="707"/>
                  </a:cubicBezTo>
                  <a:lnTo>
                    <a:pt x="86" y="707"/>
                  </a:lnTo>
                  <a:cubicBezTo>
                    <a:pt x="69" y="675"/>
                    <a:pt x="33" y="659"/>
                    <a:pt x="33" y="623"/>
                  </a:cubicBezTo>
                  <a:lnTo>
                    <a:pt x="33" y="457"/>
                  </a:lnTo>
                  <a:cubicBezTo>
                    <a:pt x="33" y="320"/>
                    <a:pt x="33"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6"/>
            <p:cNvSpPr/>
            <p:nvPr/>
          </p:nvSpPr>
          <p:spPr>
            <a:xfrm>
              <a:off x="2080390" y="3480344"/>
              <a:ext cx="102007" cy="187526"/>
            </a:xfrm>
            <a:custGeom>
              <a:rect b="b" l="l" r="r" t="t"/>
              <a:pathLst>
                <a:path extrusionOk="0" h="1888" w="1027">
                  <a:moveTo>
                    <a:pt x="85" y="1"/>
                  </a:moveTo>
                  <a:cubicBezTo>
                    <a:pt x="65" y="1"/>
                    <a:pt x="65" y="1"/>
                    <a:pt x="65" y="17"/>
                  </a:cubicBezTo>
                  <a:cubicBezTo>
                    <a:pt x="17" y="69"/>
                    <a:pt x="33" y="134"/>
                    <a:pt x="33" y="203"/>
                  </a:cubicBezTo>
                  <a:cubicBezTo>
                    <a:pt x="49" y="255"/>
                    <a:pt x="49" y="304"/>
                    <a:pt x="33" y="356"/>
                  </a:cubicBezTo>
                  <a:lnTo>
                    <a:pt x="33" y="421"/>
                  </a:lnTo>
                  <a:lnTo>
                    <a:pt x="33" y="473"/>
                  </a:lnTo>
                  <a:cubicBezTo>
                    <a:pt x="0" y="740"/>
                    <a:pt x="65" y="926"/>
                    <a:pt x="251" y="1095"/>
                  </a:cubicBezTo>
                  <a:cubicBezTo>
                    <a:pt x="404" y="1245"/>
                    <a:pt x="554" y="1414"/>
                    <a:pt x="691" y="1568"/>
                  </a:cubicBezTo>
                  <a:cubicBezTo>
                    <a:pt x="756" y="1649"/>
                    <a:pt x="824" y="1717"/>
                    <a:pt x="909" y="1802"/>
                  </a:cubicBezTo>
                  <a:lnTo>
                    <a:pt x="909" y="1818"/>
                  </a:lnTo>
                  <a:cubicBezTo>
                    <a:pt x="942" y="1835"/>
                    <a:pt x="974" y="1871"/>
                    <a:pt x="1010" y="1887"/>
                  </a:cubicBezTo>
                  <a:lnTo>
                    <a:pt x="1026" y="1887"/>
                  </a:lnTo>
                  <a:lnTo>
                    <a:pt x="1026" y="1871"/>
                  </a:lnTo>
                  <a:lnTo>
                    <a:pt x="1026" y="1851"/>
                  </a:lnTo>
                  <a:cubicBezTo>
                    <a:pt x="974" y="1851"/>
                    <a:pt x="958" y="1818"/>
                    <a:pt x="942" y="1802"/>
                  </a:cubicBezTo>
                  <a:lnTo>
                    <a:pt x="925" y="1786"/>
                  </a:lnTo>
                  <a:cubicBezTo>
                    <a:pt x="857" y="1701"/>
                    <a:pt x="772" y="1633"/>
                    <a:pt x="707" y="1548"/>
                  </a:cubicBezTo>
                  <a:cubicBezTo>
                    <a:pt x="570" y="1398"/>
                    <a:pt x="420" y="1229"/>
                    <a:pt x="267" y="1079"/>
                  </a:cubicBezTo>
                  <a:cubicBezTo>
                    <a:pt x="101" y="926"/>
                    <a:pt x="33" y="724"/>
                    <a:pt x="49" y="473"/>
                  </a:cubicBezTo>
                  <a:cubicBezTo>
                    <a:pt x="65" y="457"/>
                    <a:pt x="65" y="437"/>
                    <a:pt x="49" y="421"/>
                  </a:cubicBezTo>
                  <a:cubicBezTo>
                    <a:pt x="49" y="405"/>
                    <a:pt x="49" y="388"/>
                    <a:pt x="65" y="356"/>
                  </a:cubicBezTo>
                  <a:cubicBezTo>
                    <a:pt x="85" y="304"/>
                    <a:pt x="65" y="255"/>
                    <a:pt x="65" y="203"/>
                  </a:cubicBezTo>
                  <a:cubicBezTo>
                    <a:pt x="49" y="134"/>
                    <a:pt x="49" y="85"/>
                    <a:pt x="85" y="33"/>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6"/>
            <p:cNvSpPr/>
            <p:nvPr/>
          </p:nvSpPr>
          <p:spPr>
            <a:xfrm>
              <a:off x="575716" y="1770266"/>
              <a:ext cx="6555" cy="76778"/>
            </a:xfrm>
            <a:custGeom>
              <a:rect b="b" l="l" r="r" t="t"/>
              <a:pathLst>
                <a:path extrusionOk="0" h="773" w="66">
                  <a:moveTo>
                    <a:pt x="17" y="0"/>
                  </a:moveTo>
                  <a:cubicBezTo>
                    <a:pt x="17" y="0"/>
                    <a:pt x="1" y="0"/>
                    <a:pt x="17" y="17"/>
                  </a:cubicBezTo>
                  <a:cubicBezTo>
                    <a:pt x="33" y="134"/>
                    <a:pt x="33" y="251"/>
                    <a:pt x="17" y="384"/>
                  </a:cubicBezTo>
                  <a:lnTo>
                    <a:pt x="17" y="606"/>
                  </a:lnTo>
                  <a:lnTo>
                    <a:pt x="17" y="655"/>
                  </a:lnTo>
                  <a:cubicBezTo>
                    <a:pt x="17" y="687"/>
                    <a:pt x="17" y="724"/>
                    <a:pt x="33" y="756"/>
                  </a:cubicBezTo>
                  <a:lnTo>
                    <a:pt x="49" y="772"/>
                  </a:lnTo>
                  <a:lnTo>
                    <a:pt x="65" y="756"/>
                  </a:lnTo>
                  <a:cubicBezTo>
                    <a:pt x="49" y="724"/>
                    <a:pt x="49" y="687"/>
                    <a:pt x="49" y="655"/>
                  </a:cubicBezTo>
                  <a:lnTo>
                    <a:pt x="49" y="606"/>
                  </a:lnTo>
                  <a:lnTo>
                    <a:pt x="49" y="384"/>
                  </a:lnTo>
                  <a:cubicBezTo>
                    <a:pt x="49" y="251"/>
                    <a:pt x="49"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6"/>
            <p:cNvSpPr/>
            <p:nvPr/>
          </p:nvSpPr>
          <p:spPr>
            <a:xfrm>
              <a:off x="1923059" y="3560599"/>
              <a:ext cx="148988" cy="173819"/>
            </a:xfrm>
            <a:custGeom>
              <a:rect b="b" l="l" r="r" t="t"/>
              <a:pathLst>
                <a:path extrusionOk="0" h="1750" w="1500">
                  <a:moveTo>
                    <a:pt x="1" y="0"/>
                  </a:moveTo>
                  <a:lnTo>
                    <a:pt x="1" y="17"/>
                  </a:lnTo>
                  <a:cubicBezTo>
                    <a:pt x="17" y="85"/>
                    <a:pt x="53" y="134"/>
                    <a:pt x="118" y="202"/>
                  </a:cubicBezTo>
                  <a:cubicBezTo>
                    <a:pt x="372" y="437"/>
                    <a:pt x="623" y="691"/>
                    <a:pt x="861" y="926"/>
                  </a:cubicBezTo>
                  <a:cubicBezTo>
                    <a:pt x="1027" y="1095"/>
                    <a:pt x="1180" y="1245"/>
                    <a:pt x="1330" y="1414"/>
                  </a:cubicBezTo>
                  <a:cubicBezTo>
                    <a:pt x="1431" y="1515"/>
                    <a:pt x="1483" y="1616"/>
                    <a:pt x="1447" y="1733"/>
                  </a:cubicBezTo>
                  <a:cubicBezTo>
                    <a:pt x="1447" y="1750"/>
                    <a:pt x="1467" y="1750"/>
                    <a:pt x="1467" y="1750"/>
                  </a:cubicBezTo>
                  <a:cubicBezTo>
                    <a:pt x="1467" y="1750"/>
                    <a:pt x="1483" y="1750"/>
                    <a:pt x="1483" y="1733"/>
                  </a:cubicBezTo>
                  <a:cubicBezTo>
                    <a:pt x="1500" y="1616"/>
                    <a:pt x="1467" y="1499"/>
                    <a:pt x="1346" y="1398"/>
                  </a:cubicBezTo>
                  <a:cubicBezTo>
                    <a:pt x="1197" y="1229"/>
                    <a:pt x="1043" y="1079"/>
                    <a:pt x="877" y="909"/>
                  </a:cubicBezTo>
                  <a:cubicBezTo>
                    <a:pt x="639" y="675"/>
                    <a:pt x="389" y="421"/>
                    <a:pt x="134" y="170"/>
                  </a:cubicBezTo>
                  <a:cubicBezTo>
                    <a:pt x="69" y="118"/>
                    <a:pt x="33"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6"/>
            <p:cNvSpPr/>
            <p:nvPr/>
          </p:nvSpPr>
          <p:spPr>
            <a:xfrm>
              <a:off x="667591" y="3427007"/>
              <a:ext cx="155444" cy="155344"/>
            </a:xfrm>
            <a:custGeom>
              <a:rect b="b" l="l" r="r" t="t"/>
              <a:pathLst>
                <a:path extrusionOk="0" h="1564" w="1565">
                  <a:moveTo>
                    <a:pt x="1499" y="0"/>
                  </a:moveTo>
                  <a:cubicBezTo>
                    <a:pt x="1112" y="117"/>
                    <a:pt x="724" y="251"/>
                    <a:pt x="352" y="368"/>
                  </a:cubicBezTo>
                  <a:cubicBezTo>
                    <a:pt x="336" y="368"/>
                    <a:pt x="336" y="368"/>
                    <a:pt x="336" y="388"/>
                  </a:cubicBezTo>
                  <a:lnTo>
                    <a:pt x="287" y="388"/>
                  </a:lnTo>
                  <a:cubicBezTo>
                    <a:pt x="203" y="404"/>
                    <a:pt x="102" y="420"/>
                    <a:pt x="33" y="505"/>
                  </a:cubicBezTo>
                  <a:cubicBezTo>
                    <a:pt x="1" y="554"/>
                    <a:pt x="1" y="639"/>
                    <a:pt x="17" y="723"/>
                  </a:cubicBezTo>
                  <a:lnTo>
                    <a:pt x="17" y="808"/>
                  </a:lnTo>
                  <a:lnTo>
                    <a:pt x="17" y="1329"/>
                  </a:lnTo>
                  <a:lnTo>
                    <a:pt x="17" y="1564"/>
                  </a:lnTo>
                  <a:lnTo>
                    <a:pt x="33" y="1564"/>
                  </a:lnTo>
                  <a:cubicBezTo>
                    <a:pt x="134" y="1564"/>
                    <a:pt x="235" y="1531"/>
                    <a:pt x="336" y="1499"/>
                  </a:cubicBezTo>
                  <a:cubicBezTo>
                    <a:pt x="372" y="1499"/>
                    <a:pt x="405" y="1479"/>
                    <a:pt x="437" y="1463"/>
                  </a:cubicBezTo>
                  <a:cubicBezTo>
                    <a:pt x="607" y="1430"/>
                    <a:pt x="776" y="1378"/>
                    <a:pt x="926" y="1329"/>
                  </a:cubicBezTo>
                  <a:cubicBezTo>
                    <a:pt x="1095" y="1261"/>
                    <a:pt x="1261" y="1212"/>
                    <a:pt x="1431" y="1160"/>
                  </a:cubicBezTo>
                  <a:cubicBezTo>
                    <a:pt x="1548" y="1143"/>
                    <a:pt x="1564" y="1075"/>
                    <a:pt x="1548" y="994"/>
                  </a:cubicBezTo>
                  <a:lnTo>
                    <a:pt x="1548" y="691"/>
                  </a:lnTo>
                  <a:cubicBezTo>
                    <a:pt x="1564" y="538"/>
                    <a:pt x="1564" y="368"/>
                    <a:pt x="1548" y="218"/>
                  </a:cubicBezTo>
                  <a:lnTo>
                    <a:pt x="1532" y="202"/>
                  </a:lnTo>
                  <a:cubicBezTo>
                    <a:pt x="1516" y="202"/>
                    <a:pt x="1516" y="218"/>
                    <a:pt x="1516" y="218"/>
                  </a:cubicBezTo>
                  <a:cubicBezTo>
                    <a:pt x="1532" y="368"/>
                    <a:pt x="1532" y="538"/>
                    <a:pt x="1532" y="691"/>
                  </a:cubicBezTo>
                  <a:lnTo>
                    <a:pt x="1532" y="994"/>
                  </a:lnTo>
                  <a:cubicBezTo>
                    <a:pt x="1532" y="1075"/>
                    <a:pt x="1516" y="1111"/>
                    <a:pt x="1415" y="1143"/>
                  </a:cubicBezTo>
                  <a:cubicBezTo>
                    <a:pt x="1245" y="1196"/>
                    <a:pt x="1079" y="1244"/>
                    <a:pt x="926" y="1297"/>
                  </a:cubicBezTo>
                  <a:cubicBezTo>
                    <a:pt x="756" y="1345"/>
                    <a:pt x="590" y="1398"/>
                    <a:pt x="437" y="1446"/>
                  </a:cubicBezTo>
                  <a:cubicBezTo>
                    <a:pt x="388" y="1463"/>
                    <a:pt x="352" y="1463"/>
                    <a:pt x="320" y="1479"/>
                  </a:cubicBezTo>
                  <a:cubicBezTo>
                    <a:pt x="235" y="1515"/>
                    <a:pt x="150" y="1531"/>
                    <a:pt x="49" y="1547"/>
                  </a:cubicBezTo>
                  <a:cubicBezTo>
                    <a:pt x="49" y="1479"/>
                    <a:pt x="33" y="1398"/>
                    <a:pt x="33" y="1329"/>
                  </a:cubicBezTo>
                  <a:cubicBezTo>
                    <a:pt x="33" y="1160"/>
                    <a:pt x="33" y="994"/>
                    <a:pt x="49" y="808"/>
                  </a:cubicBezTo>
                  <a:cubicBezTo>
                    <a:pt x="49" y="772"/>
                    <a:pt x="33" y="740"/>
                    <a:pt x="33" y="723"/>
                  </a:cubicBezTo>
                  <a:cubicBezTo>
                    <a:pt x="33" y="639"/>
                    <a:pt x="17" y="570"/>
                    <a:pt x="69" y="521"/>
                  </a:cubicBezTo>
                  <a:cubicBezTo>
                    <a:pt x="102" y="453"/>
                    <a:pt x="203" y="437"/>
                    <a:pt x="304" y="420"/>
                  </a:cubicBezTo>
                  <a:cubicBezTo>
                    <a:pt x="320" y="420"/>
                    <a:pt x="320" y="404"/>
                    <a:pt x="336" y="404"/>
                  </a:cubicBezTo>
                  <a:lnTo>
                    <a:pt x="352" y="404"/>
                  </a:lnTo>
                  <a:lnTo>
                    <a:pt x="352" y="388"/>
                  </a:lnTo>
                  <a:cubicBezTo>
                    <a:pt x="740" y="267"/>
                    <a:pt x="1128" y="150"/>
                    <a:pt x="1499" y="33"/>
                  </a:cubicBezTo>
                  <a:cubicBezTo>
                    <a:pt x="1516" y="33"/>
                    <a:pt x="1516" y="16"/>
                    <a:pt x="1516" y="16"/>
                  </a:cubicBezTo>
                  <a:cubicBezTo>
                    <a:pt x="1516" y="0"/>
                    <a:pt x="1499" y="0"/>
                    <a:pt x="1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6"/>
            <p:cNvSpPr/>
            <p:nvPr/>
          </p:nvSpPr>
          <p:spPr>
            <a:xfrm>
              <a:off x="1735732" y="3107577"/>
              <a:ext cx="174216" cy="267780"/>
            </a:xfrm>
            <a:custGeom>
              <a:rect b="b" l="l" r="r" t="t"/>
              <a:pathLst>
                <a:path extrusionOk="0" h="2696" w="1754">
                  <a:moveTo>
                    <a:pt x="69" y="1"/>
                  </a:moveTo>
                  <a:cubicBezTo>
                    <a:pt x="53" y="1"/>
                    <a:pt x="53" y="1"/>
                    <a:pt x="53" y="17"/>
                  </a:cubicBezTo>
                  <a:cubicBezTo>
                    <a:pt x="20" y="118"/>
                    <a:pt x="37" y="203"/>
                    <a:pt x="37" y="304"/>
                  </a:cubicBezTo>
                  <a:lnTo>
                    <a:pt x="37" y="522"/>
                  </a:lnTo>
                  <a:cubicBezTo>
                    <a:pt x="0" y="675"/>
                    <a:pt x="53" y="809"/>
                    <a:pt x="186" y="942"/>
                  </a:cubicBezTo>
                  <a:cubicBezTo>
                    <a:pt x="473" y="1245"/>
                    <a:pt x="744" y="1548"/>
                    <a:pt x="994" y="1835"/>
                  </a:cubicBezTo>
                  <a:cubicBezTo>
                    <a:pt x="1131" y="1968"/>
                    <a:pt x="1249" y="2122"/>
                    <a:pt x="1382" y="2271"/>
                  </a:cubicBezTo>
                  <a:cubicBezTo>
                    <a:pt x="1414" y="2307"/>
                    <a:pt x="1451" y="2340"/>
                    <a:pt x="1483" y="2372"/>
                  </a:cubicBezTo>
                  <a:cubicBezTo>
                    <a:pt x="1584" y="2473"/>
                    <a:pt x="1669" y="2558"/>
                    <a:pt x="1737" y="2675"/>
                  </a:cubicBezTo>
                  <a:lnTo>
                    <a:pt x="1753" y="2695"/>
                  </a:lnTo>
                  <a:lnTo>
                    <a:pt x="1753" y="2675"/>
                  </a:lnTo>
                  <a:cubicBezTo>
                    <a:pt x="1701" y="2542"/>
                    <a:pt x="1600" y="2457"/>
                    <a:pt x="1515" y="2356"/>
                  </a:cubicBezTo>
                  <a:cubicBezTo>
                    <a:pt x="1467" y="2323"/>
                    <a:pt x="1434" y="2291"/>
                    <a:pt x="1398" y="2255"/>
                  </a:cubicBezTo>
                  <a:cubicBezTo>
                    <a:pt x="1281" y="2105"/>
                    <a:pt x="1148" y="1952"/>
                    <a:pt x="1010" y="1819"/>
                  </a:cubicBezTo>
                  <a:cubicBezTo>
                    <a:pt x="760" y="1516"/>
                    <a:pt x="489" y="1213"/>
                    <a:pt x="202" y="926"/>
                  </a:cubicBezTo>
                  <a:cubicBezTo>
                    <a:pt x="85" y="792"/>
                    <a:pt x="37" y="675"/>
                    <a:pt x="53" y="522"/>
                  </a:cubicBezTo>
                  <a:cubicBezTo>
                    <a:pt x="69" y="453"/>
                    <a:pt x="53" y="372"/>
                    <a:pt x="53" y="304"/>
                  </a:cubicBezTo>
                  <a:cubicBezTo>
                    <a:pt x="53" y="219"/>
                    <a:pt x="53" y="118"/>
                    <a:pt x="69" y="17"/>
                  </a:cubicBezTo>
                  <a:cubicBezTo>
                    <a:pt x="85" y="17"/>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6"/>
            <p:cNvSpPr/>
            <p:nvPr/>
          </p:nvSpPr>
          <p:spPr>
            <a:xfrm>
              <a:off x="869817" y="2116115"/>
              <a:ext cx="339592" cy="247717"/>
            </a:xfrm>
            <a:custGeom>
              <a:rect b="b" l="l" r="r" t="t"/>
              <a:pathLst>
                <a:path extrusionOk="0" h="2494" w="3419">
                  <a:moveTo>
                    <a:pt x="3402" y="1"/>
                  </a:moveTo>
                  <a:cubicBezTo>
                    <a:pt x="3232" y="69"/>
                    <a:pt x="3063" y="134"/>
                    <a:pt x="2913" y="219"/>
                  </a:cubicBezTo>
                  <a:cubicBezTo>
                    <a:pt x="2861" y="255"/>
                    <a:pt x="2812" y="271"/>
                    <a:pt x="2760" y="304"/>
                  </a:cubicBezTo>
                  <a:cubicBezTo>
                    <a:pt x="2558" y="405"/>
                    <a:pt x="2340" y="489"/>
                    <a:pt x="2138" y="590"/>
                  </a:cubicBezTo>
                  <a:cubicBezTo>
                    <a:pt x="1936" y="691"/>
                    <a:pt x="1718" y="792"/>
                    <a:pt x="1516" y="893"/>
                  </a:cubicBezTo>
                  <a:cubicBezTo>
                    <a:pt x="1095" y="1095"/>
                    <a:pt x="675" y="1297"/>
                    <a:pt x="271" y="1499"/>
                  </a:cubicBezTo>
                  <a:lnTo>
                    <a:pt x="33" y="1617"/>
                  </a:lnTo>
                  <a:cubicBezTo>
                    <a:pt x="33" y="1617"/>
                    <a:pt x="17" y="1617"/>
                    <a:pt x="17" y="1633"/>
                  </a:cubicBezTo>
                  <a:lnTo>
                    <a:pt x="1" y="1649"/>
                  </a:lnTo>
                  <a:cubicBezTo>
                    <a:pt x="17" y="1786"/>
                    <a:pt x="17" y="1919"/>
                    <a:pt x="17" y="2053"/>
                  </a:cubicBezTo>
                  <a:cubicBezTo>
                    <a:pt x="17" y="2206"/>
                    <a:pt x="17" y="2340"/>
                    <a:pt x="33" y="2493"/>
                  </a:cubicBezTo>
                  <a:lnTo>
                    <a:pt x="69" y="2493"/>
                  </a:lnTo>
                  <a:cubicBezTo>
                    <a:pt x="33" y="2340"/>
                    <a:pt x="53" y="2206"/>
                    <a:pt x="53" y="2053"/>
                  </a:cubicBezTo>
                  <a:cubicBezTo>
                    <a:pt x="53" y="1919"/>
                    <a:pt x="53" y="1786"/>
                    <a:pt x="33" y="1649"/>
                  </a:cubicBezTo>
                  <a:lnTo>
                    <a:pt x="53" y="1633"/>
                  </a:lnTo>
                  <a:lnTo>
                    <a:pt x="287" y="1516"/>
                  </a:lnTo>
                  <a:cubicBezTo>
                    <a:pt x="691" y="1330"/>
                    <a:pt x="1112" y="1112"/>
                    <a:pt x="1532" y="926"/>
                  </a:cubicBezTo>
                  <a:cubicBezTo>
                    <a:pt x="1734" y="825"/>
                    <a:pt x="1936" y="724"/>
                    <a:pt x="2154" y="623"/>
                  </a:cubicBezTo>
                  <a:lnTo>
                    <a:pt x="2760" y="320"/>
                  </a:lnTo>
                  <a:cubicBezTo>
                    <a:pt x="2828" y="304"/>
                    <a:pt x="2881" y="271"/>
                    <a:pt x="2929" y="235"/>
                  </a:cubicBezTo>
                  <a:cubicBezTo>
                    <a:pt x="3083" y="170"/>
                    <a:pt x="3232" y="85"/>
                    <a:pt x="3402" y="33"/>
                  </a:cubicBezTo>
                  <a:cubicBezTo>
                    <a:pt x="3402" y="17"/>
                    <a:pt x="3418" y="17"/>
                    <a:pt x="3418"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6"/>
            <p:cNvSpPr/>
            <p:nvPr/>
          </p:nvSpPr>
          <p:spPr>
            <a:xfrm>
              <a:off x="1923059" y="2418659"/>
              <a:ext cx="147398" cy="322707"/>
            </a:xfrm>
            <a:custGeom>
              <a:rect b="b" l="l" r="r" t="t"/>
              <a:pathLst>
                <a:path extrusionOk="0" h="3249" w="1484">
                  <a:moveTo>
                    <a:pt x="53" y="1"/>
                  </a:moveTo>
                  <a:lnTo>
                    <a:pt x="33" y="17"/>
                  </a:lnTo>
                  <a:cubicBezTo>
                    <a:pt x="1" y="154"/>
                    <a:pt x="33" y="255"/>
                    <a:pt x="134" y="405"/>
                  </a:cubicBezTo>
                  <a:cubicBezTo>
                    <a:pt x="271" y="590"/>
                    <a:pt x="389" y="792"/>
                    <a:pt x="522" y="994"/>
                  </a:cubicBezTo>
                  <a:cubicBezTo>
                    <a:pt x="574" y="1063"/>
                    <a:pt x="623" y="1148"/>
                    <a:pt x="675" y="1229"/>
                  </a:cubicBezTo>
                  <a:cubicBezTo>
                    <a:pt x="724" y="1297"/>
                    <a:pt x="776" y="1382"/>
                    <a:pt x="809" y="1451"/>
                  </a:cubicBezTo>
                  <a:cubicBezTo>
                    <a:pt x="942" y="1653"/>
                    <a:pt x="1079" y="1871"/>
                    <a:pt x="1213" y="2073"/>
                  </a:cubicBezTo>
                  <a:cubicBezTo>
                    <a:pt x="1245" y="2121"/>
                    <a:pt x="1265" y="2174"/>
                    <a:pt x="1265" y="2239"/>
                  </a:cubicBezTo>
                  <a:lnTo>
                    <a:pt x="1265" y="2441"/>
                  </a:lnTo>
                  <a:cubicBezTo>
                    <a:pt x="1265" y="2562"/>
                    <a:pt x="1265" y="2679"/>
                    <a:pt x="1245" y="2796"/>
                  </a:cubicBezTo>
                  <a:cubicBezTo>
                    <a:pt x="1229" y="2844"/>
                    <a:pt x="1245" y="2913"/>
                    <a:pt x="1330" y="2982"/>
                  </a:cubicBezTo>
                  <a:cubicBezTo>
                    <a:pt x="1399" y="3046"/>
                    <a:pt x="1431" y="3131"/>
                    <a:pt x="1447" y="3232"/>
                  </a:cubicBezTo>
                  <a:cubicBezTo>
                    <a:pt x="1447" y="3248"/>
                    <a:pt x="1467" y="3248"/>
                    <a:pt x="1467" y="3248"/>
                  </a:cubicBezTo>
                  <a:cubicBezTo>
                    <a:pt x="1483" y="3248"/>
                    <a:pt x="1483" y="3248"/>
                    <a:pt x="1483" y="3232"/>
                  </a:cubicBezTo>
                  <a:cubicBezTo>
                    <a:pt x="1467" y="3131"/>
                    <a:pt x="1415" y="3046"/>
                    <a:pt x="1346" y="2966"/>
                  </a:cubicBezTo>
                  <a:cubicBezTo>
                    <a:pt x="1298" y="2929"/>
                    <a:pt x="1245" y="2865"/>
                    <a:pt x="1265" y="2796"/>
                  </a:cubicBezTo>
                  <a:cubicBezTo>
                    <a:pt x="1298" y="2679"/>
                    <a:pt x="1298" y="2562"/>
                    <a:pt x="1298" y="2441"/>
                  </a:cubicBezTo>
                  <a:cubicBezTo>
                    <a:pt x="1281" y="2376"/>
                    <a:pt x="1281" y="2307"/>
                    <a:pt x="1298" y="2239"/>
                  </a:cubicBezTo>
                  <a:cubicBezTo>
                    <a:pt x="1298" y="2174"/>
                    <a:pt x="1281" y="2105"/>
                    <a:pt x="1229" y="2057"/>
                  </a:cubicBezTo>
                  <a:cubicBezTo>
                    <a:pt x="1096" y="1855"/>
                    <a:pt x="962" y="1633"/>
                    <a:pt x="841" y="1431"/>
                  </a:cubicBezTo>
                  <a:cubicBezTo>
                    <a:pt x="793" y="1366"/>
                    <a:pt x="740" y="1297"/>
                    <a:pt x="692" y="1212"/>
                  </a:cubicBezTo>
                  <a:cubicBezTo>
                    <a:pt x="639" y="1128"/>
                    <a:pt x="591" y="1063"/>
                    <a:pt x="538" y="978"/>
                  </a:cubicBezTo>
                  <a:cubicBezTo>
                    <a:pt x="421" y="776"/>
                    <a:pt x="288" y="574"/>
                    <a:pt x="154" y="388"/>
                  </a:cubicBezTo>
                  <a:cubicBezTo>
                    <a:pt x="53" y="255"/>
                    <a:pt x="33" y="154"/>
                    <a:pt x="69" y="17"/>
                  </a:cubicBezTo>
                  <a:cubicBezTo>
                    <a:pt x="69" y="17"/>
                    <a:pt x="53" y="17"/>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6"/>
            <p:cNvSpPr/>
            <p:nvPr/>
          </p:nvSpPr>
          <p:spPr>
            <a:xfrm>
              <a:off x="2080390" y="3065861"/>
              <a:ext cx="105185" cy="162198"/>
            </a:xfrm>
            <a:custGeom>
              <a:rect b="b" l="l" r="r" t="t"/>
              <a:pathLst>
                <a:path extrusionOk="0" h="1633" w="1059">
                  <a:moveTo>
                    <a:pt x="17" y="1"/>
                  </a:moveTo>
                  <a:lnTo>
                    <a:pt x="0" y="17"/>
                  </a:lnTo>
                  <a:cubicBezTo>
                    <a:pt x="33" y="166"/>
                    <a:pt x="134" y="287"/>
                    <a:pt x="218" y="388"/>
                  </a:cubicBezTo>
                  <a:cubicBezTo>
                    <a:pt x="267" y="437"/>
                    <a:pt x="319" y="506"/>
                    <a:pt x="368" y="554"/>
                  </a:cubicBezTo>
                  <a:cubicBezTo>
                    <a:pt x="437" y="691"/>
                    <a:pt x="538" y="825"/>
                    <a:pt x="639" y="942"/>
                  </a:cubicBezTo>
                  <a:cubicBezTo>
                    <a:pt x="707" y="1027"/>
                    <a:pt x="772" y="1128"/>
                    <a:pt x="841" y="1229"/>
                  </a:cubicBezTo>
                  <a:cubicBezTo>
                    <a:pt x="857" y="1261"/>
                    <a:pt x="893" y="1277"/>
                    <a:pt x="909" y="1313"/>
                  </a:cubicBezTo>
                  <a:cubicBezTo>
                    <a:pt x="958" y="1346"/>
                    <a:pt x="994" y="1378"/>
                    <a:pt x="1010" y="1447"/>
                  </a:cubicBezTo>
                  <a:cubicBezTo>
                    <a:pt x="1026" y="1499"/>
                    <a:pt x="1026" y="1548"/>
                    <a:pt x="1010" y="1600"/>
                  </a:cubicBezTo>
                  <a:lnTo>
                    <a:pt x="1010" y="1633"/>
                  </a:lnTo>
                  <a:lnTo>
                    <a:pt x="1026" y="1633"/>
                  </a:lnTo>
                  <a:lnTo>
                    <a:pt x="1026" y="1616"/>
                  </a:lnTo>
                  <a:cubicBezTo>
                    <a:pt x="1059" y="1548"/>
                    <a:pt x="1059" y="1499"/>
                    <a:pt x="1043" y="1431"/>
                  </a:cubicBezTo>
                  <a:cubicBezTo>
                    <a:pt x="1010" y="1362"/>
                    <a:pt x="974" y="1330"/>
                    <a:pt x="925" y="1297"/>
                  </a:cubicBezTo>
                  <a:cubicBezTo>
                    <a:pt x="909" y="1261"/>
                    <a:pt x="893" y="1245"/>
                    <a:pt x="857" y="1212"/>
                  </a:cubicBezTo>
                  <a:cubicBezTo>
                    <a:pt x="792" y="1111"/>
                    <a:pt x="723" y="1027"/>
                    <a:pt x="655" y="926"/>
                  </a:cubicBezTo>
                  <a:cubicBezTo>
                    <a:pt x="554" y="808"/>
                    <a:pt x="469" y="671"/>
                    <a:pt x="388" y="554"/>
                  </a:cubicBezTo>
                  <a:cubicBezTo>
                    <a:pt x="336" y="489"/>
                    <a:pt x="287" y="421"/>
                    <a:pt x="251" y="368"/>
                  </a:cubicBezTo>
                  <a:cubicBezTo>
                    <a:pt x="150" y="267"/>
                    <a:pt x="65" y="166"/>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6"/>
            <p:cNvSpPr/>
            <p:nvPr/>
          </p:nvSpPr>
          <p:spPr>
            <a:xfrm>
              <a:off x="1923059" y="2724779"/>
              <a:ext cx="128924" cy="252484"/>
            </a:xfrm>
            <a:custGeom>
              <a:rect b="b" l="l" r="r" t="t"/>
              <a:pathLst>
                <a:path extrusionOk="0" h="2542" w="1298">
                  <a:moveTo>
                    <a:pt x="53" y="1"/>
                  </a:moveTo>
                  <a:cubicBezTo>
                    <a:pt x="1" y="118"/>
                    <a:pt x="17" y="219"/>
                    <a:pt x="118" y="336"/>
                  </a:cubicBezTo>
                  <a:cubicBezTo>
                    <a:pt x="235" y="469"/>
                    <a:pt x="320" y="623"/>
                    <a:pt x="421" y="756"/>
                  </a:cubicBezTo>
                  <a:cubicBezTo>
                    <a:pt x="437" y="793"/>
                    <a:pt x="473" y="809"/>
                    <a:pt x="490" y="841"/>
                  </a:cubicBezTo>
                  <a:cubicBezTo>
                    <a:pt x="574" y="958"/>
                    <a:pt x="659" y="1096"/>
                    <a:pt x="740" y="1213"/>
                  </a:cubicBezTo>
                  <a:cubicBezTo>
                    <a:pt x="894" y="1431"/>
                    <a:pt x="1063" y="1665"/>
                    <a:pt x="1213" y="1883"/>
                  </a:cubicBezTo>
                  <a:cubicBezTo>
                    <a:pt x="1265" y="1952"/>
                    <a:pt x="1265" y="1984"/>
                    <a:pt x="1265" y="2053"/>
                  </a:cubicBezTo>
                  <a:lnTo>
                    <a:pt x="1265" y="2255"/>
                  </a:lnTo>
                  <a:lnTo>
                    <a:pt x="1265" y="2388"/>
                  </a:lnTo>
                  <a:lnTo>
                    <a:pt x="1265" y="2425"/>
                  </a:lnTo>
                  <a:cubicBezTo>
                    <a:pt x="1265" y="2457"/>
                    <a:pt x="1265" y="2489"/>
                    <a:pt x="1229" y="2526"/>
                  </a:cubicBezTo>
                  <a:lnTo>
                    <a:pt x="1229" y="2542"/>
                  </a:lnTo>
                  <a:lnTo>
                    <a:pt x="1245" y="2542"/>
                  </a:lnTo>
                  <a:cubicBezTo>
                    <a:pt x="1298" y="2509"/>
                    <a:pt x="1298" y="2457"/>
                    <a:pt x="1298" y="2425"/>
                  </a:cubicBezTo>
                  <a:lnTo>
                    <a:pt x="1298" y="2388"/>
                  </a:lnTo>
                  <a:lnTo>
                    <a:pt x="1298" y="2255"/>
                  </a:lnTo>
                  <a:lnTo>
                    <a:pt x="1298" y="2053"/>
                  </a:lnTo>
                  <a:cubicBezTo>
                    <a:pt x="1298" y="1984"/>
                    <a:pt x="1281" y="1936"/>
                    <a:pt x="1245" y="1867"/>
                  </a:cubicBezTo>
                  <a:cubicBezTo>
                    <a:pt x="1079" y="1649"/>
                    <a:pt x="926" y="1431"/>
                    <a:pt x="760" y="1197"/>
                  </a:cubicBezTo>
                  <a:cubicBezTo>
                    <a:pt x="675" y="1075"/>
                    <a:pt x="591" y="942"/>
                    <a:pt x="506" y="825"/>
                  </a:cubicBezTo>
                  <a:cubicBezTo>
                    <a:pt x="490" y="793"/>
                    <a:pt x="473" y="772"/>
                    <a:pt x="457" y="740"/>
                  </a:cubicBezTo>
                  <a:cubicBezTo>
                    <a:pt x="356" y="607"/>
                    <a:pt x="255" y="453"/>
                    <a:pt x="134" y="320"/>
                  </a:cubicBezTo>
                  <a:cubicBezTo>
                    <a:pt x="53" y="219"/>
                    <a:pt x="17" y="118"/>
                    <a:pt x="69" y="17"/>
                  </a:cubicBezTo>
                  <a:cubicBezTo>
                    <a:pt x="86" y="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6"/>
            <p:cNvSpPr/>
            <p:nvPr/>
          </p:nvSpPr>
          <p:spPr>
            <a:xfrm>
              <a:off x="669181" y="2440312"/>
              <a:ext cx="152166" cy="187526"/>
            </a:xfrm>
            <a:custGeom>
              <a:rect b="b" l="l" r="r" t="t"/>
              <a:pathLst>
                <a:path extrusionOk="0" h="1888" w="1532">
                  <a:moveTo>
                    <a:pt x="1516" y="1"/>
                  </a:moveTo>
                  <a:cubicBezTo>
                    <a:pt x="1516" y="1"/>
                    <a:pt x="1500" y="1"/>
                    <a:pt x="1500" y="21"/>
                  </a:cubicBezTo>
                  <a:cubicBezTo>
                    <a:pt x="1483" y="53"/>
                    <a:pt x="1467" y="86"/>
                    <a:pt x="1431" y="102"/>
                  </a:cubicBezTo>
                  <a:cubicBezTo>
                    <a:pt x="1164" y="203"/>
                    <a:pt x="910" y="324"/>
                    <a:pt x="659" y="441"/>
                  </a:cubicBezTo>
                  <a:cubicBezTo>
                    <a:pt x="490" y="526"/>
                    <a:pt x="304" y="627"/>
                    <a:pt x="134" y="691"/>
                  </a:cubicBezTo>
                  <a:cubicBezTo>
                    <a:pt x="53" y="728"/>
                    <a:pt x="17" y="792"/>
                    <a:pt x="17" y="877"/>
                  </a:cubicBezTo>
                  <a:lnTo>
                    <a:pt x="17" y="1435"/>
                  </a:lnTo>
                  <a:cubicBezTo>
                    <a:pt x="1" y="1568"/>
                    <a:pt x="1" y="1685"/>
                    <a:pt x="1" y="1802"/>
                  </a:cubicBezTo>
                  <a:cubicBezTo>
                    <a:pt x="1" y="1819"/>
                    <a:pt x="17" y="1839"/>
                    <a:pt x="17" y="1855"/>
                  </a:cubicBezTo>
                  <a:cubicBezTo>
                    <a:pt x="17" y="1871"/>
                    <a:pt x="17" y="1871"/>
                    <a:pt x="33" y="1871"/>
                  </a:cubicBezTo>
                  <a:lnTo>
                    <a:pt x="33" y="1887"/>
                  </a:lnTo>
                  <a:lnTo>
                    <a:pt x="53" y="1887"/>
                  </a:lnTo>
                  <a:lnTo>
                    <a:pt x="53" y="1871"/>
                  </a:lnTo>
                  <a:cubicBezTo>
                    <a:pt x="53" y="1855"/>
                    <a:pt x="53" y="1855"/>
                    <a:pt x="33" y="1839"/>
                  </a:cubicBezTo>
                  <a:lnTo>
                    <a:pt x="33" y="1802"/>
                  </a:lnTo>
                  <a:lnTo>
                    <a:pt x="33" y="1451"/>
                  </a:lnTo>
                  <a:cubicBezTo>
                    <a:pt x="53" y="1249"/>
                    <a:pt x="53" y="1063"/>
                    <a:pt x="53" y="877"/>
                  </a:cubicBezTo>
                  <a:cubicBezTo>
                    <a:pt x="53" y="792"/>
                    <a:pt x="70" y="744"/>
                    <a:pt x="134" y="728"/>
                  </a:cubicBezTo>
                  <a:cubicBezTo>
                    <a:pt x="320" y="643"/>
                    <a:pt x="506" y="558"/>
                    <a:pt x="675" y="473"/>
                  </a:cubicBezTo>
                  <a:cubicBezTo>
                    <a:pt x="926" y="356"/>
                    <a:pt x="1180" y="223"/>
                    <a:pt x="1431" y="122"/>
                  </a:cubicBezTo>
                  <a:cubicBezTo>
                    <a:pt x="1500" y="102"/>
                    <a:pt x="1516" y="69"/>
                    <a:pt x="1532" y="21"/>
                  </a:cubicBezTo>
                  <a:cubicBezTo>
                    <a:pt x="1532" y="21"/>
                    <a:pt x="1532" y="1"/>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6"/>
            <p:cNvSpPr/>
            <p:nvPr/>
          </p:nvSpPr>
          <p:spPr>
            <a:xfrm>
              <a:off x="687655" y="3124463"/>
              <a:ext cx="128924" cy="140545"/>
            </a:xfrm>
            <a:custGeom>
              <a:rect b="b" l="l" r="r" t="t"/>
              <a:pathLst>
                <a:path extrusionOk="0" h="1415" w="1298">
                  <a:moveTo>
                    <a:pt x="1281" y="0"/>
                  </a:moveTo>
                  <a:lnTo>
                    <a:pt x="1027" y="101"/>
                  </a:lnTo>
                  <a:cubicBezTo>
                    <a:pt x="708" y="218"/>
                    <a:pt x="388" y="336"/>
                    <a:pt x="85" y="453"/>
                  </a:cubicBezTo>
                  <a:cubicBezTo>
                    <a:pt x="33" y="469"/>
                    <a:pt x="1" y="485"/>
                    <a:pt x="1" y="538"/>
                  </a:cubicBezTo>
                  <a:lnTo>
                    <a:pt x="1" y="857"/>
                  </a:lnTo>
                  <a:cubicBezTo>
                    <a:pt x="1" y="1043"/>
                    <a:pt x="1" y="1228"/>
                    <a:pt x="17" y="1394"/>
                  </a:cubicBezTo>
                  <a:cubicBezTo>
                    <a:pt x="17" y="1414"/>
                    <a:pt x="17" y="1414"/>
                    <a:pt x="33" y="1414"/>
                  </a:cubicBezTo>
                  <a:cubicBezTo>
                    <a:pt x="33" y="1414"/>
                    <a:pt x="49" y="1414"/>
                    <a:pt x="49" y="1394"/>
                  </a:cubicBezTo>
                  <a:cubicBezTo>
                    <a:pt x="17" y="1212"/>
                    <a:pt x="33" y="1043"/>
                    <a:pt x="33" y="857"/>
                  </a:cubicBezTo>
                  <a:lnTo>
                    <a:pt x="33" y="538"/>
                  </a:lnTo>
                  <a:cubicBezTo>
                    <a:pt x="33" y="505"/>
                    <a:pt x="49" y="485"/>
                    <a:pt x="85" y="485"/>
                  </a:cubicBezTo>
                  <a:cubicBezTo>
                    <a:pt x="405" y="368"/>
                    <a:pt x="724" y="235"/>
                    <a:pt x="1027" y="117"/>
                  </a:cubicBezTo>
                  <a:lnTo>
                    <a:pt x="1297" y="17"/>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6"/>
            <p:cNvSpPr/>
            <p:nvPr/>
          </p:nvSpPr>
          <p:spPr>
            <a:xfrm>
              <a:off x="669181" y="2288543"/>
              <a:ext cx="150577" cy="177196"/>
            </a:xfrm>
            <a:custGeom>
              <a:rect b="b" l="l" r="r" t="t"/>
              <a:pathLst>
                <a:path extrusionOk="0" h="1784" w="1516">
                  <a:moveTo>
                    <a:pt x="1426" y="1"/>
                  </a:moveTo>
                  <a:cubicBezTo>
                    <a:pt x="1400" y="1"/>
                    <a:pt x="1354" y="28"/>
                    <a:pt x="1281" y="66"/>
                  </a:cubicBezTo>
                  <a:cubicBezTo>
                    <a:pt x="926" y="236"/>
                    <a:pt x="558" y="418"/>
                    <a:pt x="134" y="620"/>
                  </a:cubicBezTo>
                  <a:cubicBezTo>
                    <a:pt x="53" y="656"/>
                    <a:pt x="17" y="705"/>
                    <a:pt x="17" y="789"/>
                  </a:cubicBezTo>
                  <a:cubicBezTo>
                    <a:pt x="33" y="943"/>
                    <a:pt x="33" y="1076"/>
                    <a:pt x="33" y="1226"/>
                  </a:cubicBezTo>
                  <a:lnTo>
                    <a:pt x="33" y="1682"/>
                  </a:lnTo>
                  <a:cubicBezTo>
                    <a:pt x="33" y="1698"/>
                    <a:pt x="17" y="1715"/>
                    <a:pt x="17" y="1731"/>
                  </a:cubicBezTo>
                  <a:cubicBezTo>
                    <a:pt x="1" y="1731"/>
                    <a:pt x="1" y="1751"/>
                    <a:pt x="1" y="1767"/>
                  </a:cubicBezTo>
                  <a:cubicBezTo>
                    <a:pt x="1" y="1767"/>
                    <a:pt x="1" y="1783"/>
                    <a:pt x="17" y="1783"/>
                  </a:cubicBezTo>
                  <a:cubicBezTo>
                    <a:pt x="17" y="1783"/>
                    <a:pt x="17" y="1767"/>
                    <a:pt x="33" y="1767"/>
                  </a:cubicBezTo>
                  <a:lnTo>
                    <a:pt x="33" y="1731"/>
                  </a:lnTo>
                  <a:cubicBezTo>
                    <a:pt x="53" y="1731"/>
                    <a:pt x="53" y="1715"/>
                    <a:pt x="53" y="1682"/>
                  </a:cubicBezTo>
                  <a:lnTo>
                    <a:pt x="53" y="1226"/>
                  </a:lnTo>
                  <a:lnTo>
                    <a:pt x="53" y="789"/>
                  </a:lnTo>
                  <a:cubicBezTo>
                    <a:pt x="53" y="705"/>
                    <a:pt x="70" y="672"/>
                    <a:pt x="134" y="640"/>
                  </a:cubicBezTo>
                  <a:cubicBezTo>
                    <a:pt x="558" y="438"/>
                    <a:pt x="942" y="252"/>
                    <a:pt x="1281" y="82"/>
                  </a:cubicBezTo>
                  <a:lnTo>
                    <a:pt x="1298" y="82"/>
                  </a:lnTo>
                  <a:cubicBezTo>
                    <a:pt x="1365" y="57"/>
                    <a:pt x="1410" y="28"/>
                    <a:pt x="1433" y="28"/>
                  </a:cubicBezTo>
                  <a:cubicBezTo>
                    <a:pt x="1439" y="28"/>
                    <a:pt x="1444" y="30"/>
                    <a:pt x="1447" y="34"/>
                  </a:cubicBezTo>
                  <a:cubicBezTo>
                    <a:pt x="1467" y="34"/>
                    <a:pt x="1467" y="99"/>
                    <a:pt x="1467" y="183"/>
                  </a:cubicBezTo>
                  <a:lnTo>
                    <a:pt x="1467" y="200"/>
                  </a:lnTo>
                  <a:lnTo>
                    <a:pt x="1467" y="216"/>
                  </a:lnTo>
                  <a:cubicBezTo>
                    <a:pt x="1500" y="369"/>
                    <a:pt x="1500" y="519"/>
                    <a:pt x="1483" y="672"/>
                  </a:cubicBezTo>
                  <a:lnTo>
                    <a:pt x="1483" y="959"/>
                  </a:lnTo>
                  <a:cubicBezTo>
                    <a:pt x="1483" y="1008"/>
                    <a:pt x="1467" y="1024"/>
                    <a:pt x="1431" y="1060"/>
                  </a:cubicBezTo>
                  <a:cubicBezTo>
                    <a:pt x="1366" y="1109"/>
                    <a:pt x="1314" y="1125"/>
                    <a:pt x="1245" y="1161"/>
                  </a:cubicBezTo>
                  <a:cubicBezTo>
                    <a:pt x="1213" y="1177"/>
                    <a:pt x="1180" y="1177"/>
                    <a:pt x="1164" y="1193"/>
                  </a:cubicBezTo>
                  <a:cubicBezTo>
                    <a:pt x="894" y="1327"/>
                    <a:pt x="623" y="1448"/>
                    <a:pt x="356" y="1565"/>
                  </a:cubicBezTo>
                  <a:cubicBezTo>
                    <a:pt x="255" y="1614"/>
                    <a:pt x="154" y="1666"/>
                    <a:pt x="70" y="1715"/>
                  </a:cubicBezTo>
                  <a:cubicBezTo>
                    <a:pt x="53" y="1715"/>
                    <a:pt x="53" y="1715"/>
                    <a:pt x="53" y="1731"/>
                  </a:cubicBezTo>
                  <a:lnTo>
                    <a:pt x="70" y="1731"/>
                  </a:lnTo>
                  <a:cubicBezTo>
                    <a:pt x="170" y="1682"/>
                    <a:pt x="271" y="1650"/>
                    <a:pt x="372" y="1597"/>
                  </a:cubicBezTo>
                  <a:cubicBezTo>
                    <a:pt x="623" y="1480"/>
                    <a:pt x="910" y="1347"/>
                    <a:pt x="1164" y="1226"/>
                  </a:cubicBezTo>
                  <a:cubicBezTo>
                    <a:pt x="1197" y="1210"/>
                    <a:pt x="1229" y="1193"/>
                    <a:pt x="1265" y="1177"/>
                  </a:cubicBezTo>
                  <a:cubicBezTo>
                    <a:pt x="1314" y="1161"/>
                    <a:pt x="1382" y="1125"/>
                    <a:pt x="1447" y="1092"/>
                  </a:cubicBezTo>
                  <a:cubicBezTo>
                    <a:pt x="1500" y="1044"/>
                    <a:pt x="1516" y="1008"/>
                    <a:pt x="1516" y="959"/>
                  </a:cubicBezTo>
                  <a:cubicBezTo>
                    <a:pt x="1500" y="858"/>
                    <a:pt x="1516" y="773"/>
                    <a:pt x="1516" y="672"/>
                  </a:cubicBezTo>
                  <a:cubicBezTo>
                    <a:pt x="1516" y="519"/>
                    <a:pt x="1516" y="369"/>
                    <a:pt x="1483" y="200"/>
                  </a:cubicBezTo>
                  <a:lnTo>
                    <a:pt x="1483" y="183"/>
                  </a:lnTo>
                  <a:cubicBezTo>
                    <a:pt x="1483" y="82"/>
                    <a:pt x="1483" y="34"/>
                    <a:pt x="1447" y="14"/>
                  </a:cubicBezTo>
                  <a:cubicBezTo>
                    <a:pt x="1443" y="5"/>
                    <a:pt x="1436" y="1"/>
                    <a:pt x="1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6"/>
            <p:cNvSpPr/>
            <p:nvPr/>
          </p:nvSpPr>
          <p:spPr>
            <a:xfrm>
              <a:off x="515525" y="3323609"/>
              <a:ext cx="125348" cy="149981"/>
            </a:xfrm>
            <a:custGeom>
              <a:rect b="b" l="l" r="r" t="t"/>
              <a:pathLst>
                <a:path extrusionOk="0" h="1510" w="1262">
                  <a:moveTo>
                    <a:pt x="1247" y="0"/>
                  </a:moveTo>
                  <a:cubicBezTo>
                    <a:pt x="1245" y="0"/>
                    <a:pt x="1245" y="5"/>
                    <a:pt x="1245" y="15"/>
                  </a:cubicBezTo>
                  <a:cubicBezTo>
                    <a:pt x="1176" y="96"/>
                    <a:pt x="1196" y="217"/>
                    <a:pt x="1213" y="298"/>
                  </a:cubicBezTo>
                  <a:cubicBezTo>
                    <a:pt x="1229" y="435"/>
                    <a:pt x="1229" y="569"/>
                    <a:pt x="1213" y="702"/>
                  </a:cubicBezTo>
                  <a:cubicBezTo>
                    <a:pt x="1213" y="803"/>
                    <a:pt x="1213" y="904"/>
                    <a:pt x="1229" y="1025"/>
                  </a:cubicBezTo>
                  <a:cubicBezTo>
                    <a:pt x="1229" y="1074"/>
                    <a:pt x="1213" y="1106"/>
                    <a:pt x="1144" y="1126"/>
                  </a:cubicBezTo>
                  <a:cubicBezTo>
                    <a:pt x="772" y="1227"/>
                    <a:pt x="405" y="1360"/>
                    <a:pt x="102" y="1478"/>
                  </a:cubicBezTo>
                  <a:lnTo>
                    <a:pt x="17" y="1478"/>
                  </a:lnTo>
                  <a:cubicBezTo>
                    <a:pt x="17" y="1478"/>
                    <a:pt x="1" y="1478"/>
                    <a:pt x="1" y="1494"/>
                  </a:cubicBezTo>
                  <a:lnTo>
                    <a:pt x="17" y="1494"/>
                  </a:lnTo>
                  <a:cubicBezTo>
                    <a:pt x="33" y="1494"/>
                    <a:pt x="33" y="1510"/>
                    <a:pt x="49" y="1510"/>
                  </a:cubicBezTo>
                  <a:lnTo>
                    <a:pt x="65" y="1510"/>
                  </a:lnTo>
                  <a:cubicBezTo>
                    <a:pt x="85" y="1510"/>
                    <a:pt x="102" y="1510"/>
                    <a:pt x="102" y="1494"/>
                  </a:cubicBezTo>
                  <a:cubicBezTo>
                    <a:pt x="421" y="1393"/>
                    <a:pt x="772" y="1259"/>
                    <a:pt x="1160" y="1158"/>
                  </a:cubicBezTo>
                  <a:cubicBezTo>
                    <a:pt x="1229" y="1126"/>
                    <a:pt x="1261" y="1090"/>
                    <a:pt x="1245" y="1025"/>
                  </a:cubicBezTo>
                  <a:lnTo>
                    <a:pt x="1245" y="702"/>
                  </a:lnTo>
                  <a:cubicBezTo>
                    <a:pt x="1245" y="569"/>
                    <a:pt x="1245" y="435"/>
                    <a:pt x="1229" y="298"/>
                  </a:cubicBezTo>
                  <a:lnTo>
                    <a:pt x="1229" y="282"/>
                  </a:lnTo>
                  <a:cubicBezTo>
                    <a:pt x="1229" y="217"/>
                    <a:pt x="1213" y="116"/>
                    <a:pt x="1261" y="31"/>
                  </a:cubicBezTo>
                  <a:lnTo>
                    <a:pt x="1261" y="15"/>
                  </a:lnTo>
                  <a:cubicBezTo>
                    <a:pt x="1253" y="5"/>
                    <a:pt x="1249"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6"/>
            <p:cNvSpPr/>
            <p:nvPr/>
          </p:nvSpPr>
          <p:spPr>
            <a:xfrm>
              <a:off x="497050" y="2693094"/>
              <a:ext cx="147398" cy="88399"/>
            </a:xfrm>
            <a:custGeom>
              <a:rect b="b" l="l" r="r" t="t"/>
              <a:pathLst>
                <a:path extrusionOk="0" h="890" w="1484">
                  <a:moveTo>
                    <a:pt x="1447" y="1"/>
                  </a:moveTo>
                  <a:cubicBezTo>
                    <a:pt x="1431" y="1"/>
                    <a:pt x="1431" y="1"/>
                    <a:pt x="1431" y="17"/>
                  </a:cubicBezTo>
                  <a:cubicBezTo>
                    <a:pt x="1415" y="17"/>
                    <a:pt x="1415" y="33"/>
                    <a:pt x="1415" y="33"/>
                  </a:cubicBezTo>
                  <a:cubicBezTo>
                    <a:pt x="1399" y="49"/>
                    <a:pt x="1399" y="65"/>
                    <a:pt x="1399" y="102"/>
                  </a:cubicBezTo>
                  <a:cubicBezTo>
                    <a:pt x="1447" y="219"/>
                    <a:pt x="1382" y="267"/>
                    <a:pt x="1261" y="320"/>
                  </a:cubicBezTo>
                  <a:cubicBezTo>
                    <a:pt x="958" y="453"/>
                    <a:pt x="639" y="586"/>
                    <a:pt x="352" y="724"/>
                  </a:cubicBezTo>
                  <a:cubicBezTo>
                    <a:pt x="235" y="772"/>
                    <a:pt x="118" y="825"/>
                    <a:pt x="17" y="873"/>
                  </a:cubicBezTo>
                  <a:cubicBezTo>
                    <a:pt x="1" y="873"/>
                    <a:pt x="1" y="873"/>
                    <a:pt x="1" y="889"/>
                  </a:cubicBezTo>
                  <a:lnTo>
                    <a:pt x="17" y="889"/>
                  </a:lnTo>
                  <a:lnTo>
                    <a:pt x="372" y="740"/>
                  </a:lnTo>
                  <a:cubicBezTo>
                    <a:pt x="655" y="607"/>
                    <a:pt x="958" y="469"/>
                    <a:pt x="1261" y="336"/>
                  </a:cubicBezTo>
                  <a:cubicBezTo>
                    <a:pt x="1362" y="283"/>
                    <a:pt x="1483" y="251"/>
                    <a:pt x="1431" y="81"/>
                  </a:cubicBezTo>
                  <a:cubicBezTo>
                    <a:pt x="1415" y="81"/>
                    <a:pt x="1431" y="65"/>
                    <a:pt x="1431" y="49"/>
                  </a:cubicBezTo>
                  <a:cubicBezTo>
                    <a:pt x="1447" y="33"/>
                    <a:pt x="1447" y="33"/>
                    <a:pt x="1447" y="17"/>
                  </a:cubicBezTo>
                  <a:lnTo>
                    <a:pt x="14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6"/>
            <p:cNvSpPr/>
            <p:nvPr/>
          </p:nvSpPr>
          <p:spPr>
            <a:xfrm>
              <a:off x="1735732" y="2801458"/>
              <a:ext cx="147299" cy="237585"/>
            </a:xfrm>
            <a:custGeom>
              <a:rect b="b" l="l" r="r" t="t"/>
              <a:pathLst>
                <a:path extrusionOk="0" h="2392" w="1483">
                  <a:moveTo>
                    <a:pt x="85" y="0"/>
                  </a:moveTo>
                  <a:cubicBezTo>
                    <a:pt x="69" y="21"/>
                    <a:pt x="37" y="37"/>
                    <a:pt x="37" y="85"/>
                  </a:cubicBezTo>
                  <a:cubicBezTo>
                    <a:pt x="37" y="101"/>
                    <a:pt x="37" y="101"/>
                    <a:pt x="53" y="122"/>
                  </a:cubicBezTo>
                  <a:cubicBezTo>
                    <a:pt x="53" y="138"/>
                    <a:pt x="53" y="170"/>
                    <a:pt x="37" y="186"/>
                  </a:cubicBezTo>
                  <a:cubicBezTo>
                    <a:pt x="0" y="505"/>
                    <a:pt x="85" y="760"/>
                    <a:pt x="303" y="1010"/>
                  </a:cubicBezTo>
                  <a:cubicBezTo>
                    <a:pt x="590" y="1313"/>
                    <a:pt x="845" y="1653"/>
                    <a:pt x="1095" y="1972"/>
                  </a:cubicBezTo>
                  <a:cubicBezTo>
                    <a:pt x="1196" y="2089"/>
                    <a:pt x="1297" y="2222"/>
                    <a:pt x="1398" y="2360"/>
                  </a:cubicBezTo>
                  <a:cubicBezTo>
                    <a:pt x="1414" y="2376"/>
                    <a:pt x="1434" y="2392"/>
                    <a:pt x="1467" y="2392"/>
                  </a:cubicBezTo>
                  <a:lnTo>
                    <a:pt x="1483" y="2392"/>
                  </a:lnTo>
                  <a:lnTo>
                    <a:pt x="1483" y="2376"/>
                  </a:lnTo>
                  <a:lnTo>
                    <a:pt x="1467" y="2376"/>
                  </a:lnTo>
                  <a:cubicBezTo>
                    <a:pt x="1451" y="2376"/>
                    <a:pt x="1434" y="2360"/>
                    <a:pt x="1414" y="2343"/>
                  </a:cubicBezTo>
                  <a:cubicBezTo>
                    <a:pt x="1313" y="2206"/>
                    <a:pt x="1212" y="2073"/>
                    <a:pt x="1111" y="1956"/>
                  </a:cubicBezTo>
                  <a:cubicBezTo>
                    <a:pt x="861" y="1636"/>
                    <a:pt x="606" y="1297"/>
                    <a:pt x="323" y="994"/>
                  </a:cubicBezTo>
                  <a:cubicBezTo>
                    <a:pt x="121" y="744"/>
                    <a:pt x="37" y="505"/>
                    <a:pt x="69" y="186"/>
                  </a:cubicBezTo>
                  <a:lnTo>
                    <a:pt x="69" y="122"/>
                  </a:lnTo>
                  <a:lnTo>
                    <a:pt x="69" y="85"/>
                  </a:lnTo>
                  <a:cubicBezTo>
                    <a:pt x="69" y="53"/>
                    <a:pt x="85" y="37"/>
                    <a:pt x="101" y="21"/>
                  </a:cubicBezTo>
                  <a:lnTo>
                    <a:pt x="1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6"/>
            <p:cNvSpPr/>
            <p:nvPr/>
          </p:nvSpPr>
          <p:spPr>
            <a:xfrm>
              <a:off x="460201" y="2206402"/>
              <a:ext cx="177394" cy="90386"/>
            </a:xfrm>
            <a:custGeom>
              <a:rect b="b" l="l" r="r" t="t"/>
              <a:pathLst>
                <a:path extrusionOk="0" h="910" w="1786">
                  <a:moveTo>
                    <a:pt x="1770" y="1"/>
                  </a:moveTo>
                  <a:cubicBezTo>
                    <a:pt x="1584" y="69"/>
                    <a:pt x="1414" y="154"/>
                    <a:pt x="1248" y="255"/>
                  </a:cubicBezTo>
                  <a:cubicBezTo>
                    <a:pt x="1180" y="287"/>
                    <a:pt x="1111" y="320"/>
                    <a:pt x="1026" y="372"/>
                  </a:cubicBezTo>
                  <a:cubicBezTo>
                    <a:pt x="792" y="489"/>
                    <a:pt x="541" y="607"/>
                    <a:pt x="303" y="740"/>
                  </a:cubicBezTo>
                  <a:lnTo>
                    <a:pt x="0" y="893"/>
                  </a:lnTo>
                  <a:lnTo>
                    <a:pt x="0" y="909"/>
                  </a:lnTo>
                  <a:lnTo>
                    <a:pt x="16" y="909"/>
                  </a:lnTo>
                  <a:lnTo>
                    <a:pt x="319" y="760"/>
                  </a:lnTo>
                  <a:cubicBezTo>
                    <a:pt x="558" y="639"/>
                    <a:pt x="792" y="506"/>
                    <a:pt x="1046" y="388"/>
                  </a:cubicBezTo>
                  <a:cubicBezTo>
                    <a:pt x="1111" y="356"/>
                    <a:pt x="1196" y="304"/>
                    <a:pt x="1265" y="271"/>
                  </a:cubicBezTo>
                  <a:cubicBezTo>
                    <a:pt x="1430" y="186"/>
                    <a:pt x="1600" y="85"/>
                    <a:pt x="1786" y="17"/>
                  </a:cubicBezTo>
                  <a:lnTo>
                    <a:pt x="1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6"/>
            <p:cNvSpPr/>
            <p:nvPr/>
          </p:nvSpPr>
          <p:spPr>
            <a:xfrm>
              <a:off x="1257880" y="1074494"/>
              <a:ext cx="158920" cy="209178"/>
            </a:xfrm>
            <a:custGeom>
              <a:rect b="b" l="l" r="r" t="t"/>
              <a:pathLst>
                <a:path extrusionOk="0" h="2106" w="1600">
                  <a:moveTo>
                    <a:pt x="1580" y="1"/>
                  </a:moveTo>
                  <a:lnTo>
                    <a:pt x="1244" y="203"/>
                  </a:lnTo>
                  <a:cubicBezTo>
                    <a:pt x="957" y="388"/>
                    <a:pt x="671" y="574"/>
                    <a:pt x="368" y="760"/>
                  </a:cubicBezTo>
                  <a:cubicBezTo>
                    <a:pt x="303" y="809"/>
                    <a:pt x="202" y="861"/>
                    <a:pt x="101" y="926"/>
                  </a:cubicBezTo>
                  <a:cubicBezTo>
                    <a:pt x="32" y="962"/>
                    <a:pt x="16" y="1011"/>
                    <a:pt x="16" y="1095"/>
                  </a:cubicBezTo>
                  <a:cubicBezTo>
                    <a:pt x="0" y="1229"/>
                    <a:pt x="0" y="1366"/>
                    <a:pt x="16" y="1499"/>
                  </a:cubicBezTo>
                  <a:cubicBezTo>
                    <a:pt x="16" y="1669"/>
                    <a:pt x="32" y="1835"/>
                    <a:pt x="0" y="1988"/>
                  </a:cubicBezTo>
                  <a:cubicBezTo>
                    <a:pt x="0" y="2020"/>
                    <a:pt x="16" y="2057"/>
                    <a:pt x="32" y="2073"/>
                  </a:cubicBezTo>
                  <a:lnTo>
                    <a:pt x="32" y="2089"/>
                  </a:lnTo>
                  <a:lnTo>
                    <a:pt x="48" y="2105"/>
                  </a:lnTo>
                  <a:lnTo>
                    <a:pt x="48" y="2089"/>
                  </a:lnTo>
                  <a:cubicBezTo>
                    <a:pt x="65" y="2089"/>
                    <a:pt x="65" y="2089"/>
                    <a:pt x="65" y="2073"/>
                  </a:cubicBezTo>
                  <a:cubicBezTo>
                    <a:pt x="65" y="2073"/>
                    <a:pt x="48" y="2073"/>
                    <a:pt x="48" y="2057"/>
                  </a:cubicBezTo>
                  <a:cubicBezTo>
                    <a:pt x="32" y="2037"/>
                    <a:pt x="32" y="2020"/>
                    <a:pt x="32" y="1988"/>
                  </a:cubicBezTo>
                  <a:cubicBezTo>
                    <a:pt x="48" y="1835"/>
                    <a:pt x="48" y="1669"/>
                    <a:pt x="32" y="1499"/>
                  </a:cubicBezTo>
                  <a:lnTo>
                    <a:pt x="32" y="1095"/>
                  </a:lnTo>
                  <a:cubicBezTo>
                    <a:pt x="48" y="1027"/>
                    <a:pt x="65" y="978"/>
                    <a:pt x="117" y="946"/>
                  </a:cubicBezTo>
                  <a:cubicBezTo>
                    <a:pt x="218" y="893"/>
                    <a:pt x="303" y="845"/>
                    <a:pt x="388" y="792"/>
                  </a:cubicBezTo>
                  <a:cubicBezTo>
                    <a:pt x="691" y="607"/>
                    <a:pt x="974" y="421"/>
                    <a:pt x="1260" y="239"/>
                  </a:cubicBezTo>
                  <a:lnTo>
                    <a:pt x="1600" y="37"/>
                  </a:lnTo>
                  <a:lnTo>
                    <a:pt x="1600" y="17"/>
                  </a:lnTo>
                  <a:cubicBezTo>
                    <a:pt x="1600" y="1"/>
                    <a:pt x="1580" y="1"/>
                    <a:pt x="1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6"/>
            <p:cNvSpPr/>
            <p:nvPr/>
          </p:nvSpPr>
          <p:spPr>
            <a:xfrm>
              <a:off x="1919881" y="3154558"/>
              <a:ext cx="143723" cy="248809"/>
            </a:xfrm>
            <a:custGeom>
              <a:rect b="b" l="l" r="r" t="t"/>
              <a:pathLst>
                <a:path extrusionOk="0" h="2505" w="1447">
                  <a:moveTo>
                    <a:pt x="85" y="0"/>
                  </a:moveTo>
                  <a:lnTo>
                    <a:pt x="65" y="16"/>
                  </a:lnTo>
                  <a:cubicBezTo>
                    <a:pt x="0" y="101"/>
                    <a:pt x="49" y="202"/>
                    <a:pt x="85" y="235"/>
                  </a:cubicBezTo>
                  <a:cubicBezTo>
                    <a:pt x="235" y="384"/>
                    <a:pt x="368" y="538"/>
                    <a:pt x="489" y="707"/>
                  </a:cubicBezTo>
                  <a:cubicBezTo>
                    <a:pt x="554" y="788"/>
                    <a:pt x="639" y="889"/>
                    <a:pt x="724" y="990"/>
                  </a:cubicBezTo>
                  <a:cubicBezTo>
                    <a:pt x="808" y="1091"/>
                    <a:pt x="909" y="1212"/>
                    <a:pt x="994" y="1329"/>
                  </a:cubicBezTo>
                  <a:cubicBezTo>
                    <a:pt x="1075" y="1414"/>
                    <a:pt x="1160" y="1515"/>
                    <a:pt x="1229" y="1596"/>
                  </a:cubicBezTo>
                  <a:cubicBezTo>
                    <a:pt x="1277" y="1665"/>
                    <a:pt x="1297" y="1717"/>
                    <a:pt x="1297" y="1798"/>
                  </a:cubicBezTo>
                  <a:lnTo>
                    <a:pt x="1297" y="2036"/>
                  </a:lnTo>
                  <a:cubicBezTo>
                    <a:pt x="1297" y="2121"/>
                    <a:pt x="1297" y="2222"/>
                    <a:pt x="1277" y="2303"/>
                  </a:cubicBezTo>
                  <a:cubicBezTo>
                    <a:pt x="1277" y="2388"/>
                    <a:pt x="1346" y="2440"/>
                    <a:pt x="1398" y="2473"/>
                  </a:cubicBezTo>
                  <a:cubicBezTo>
                    <a:pt x="1398" y="2489"/>
                    <a:pt x="1414" y="2489"/>
                    <a:pt x="1431" y="2505"/>
                  </a:cubicBezTo>
                  <a:lnTo>
                    <a:pt x="1447" y="2489"/>
                  </a:lnTo>
                  <a:lnTo>
                    <a:pt x="1447" y="2473"/>
                  </a:lnTo>
                  <a:cubicBezTo>
                    <a:pt x="1431" y="2473"/>
                    <a:pt x="1414" y="2456"/>
                    <a:pt x="1414" y="2456"/>
                  </a:cubicBezTo>
                  <a:cubicBezTo>
                    <a:pt x="1362" y="2404"/>
                    <a:pt x="1313" y="2372"/>
                    <a:pt x="1313" y="2323"/>
                  </a:cubicBezTo>
                  <a:cubicBezTo>
                    <a:pt x="1330" y="2222"/>
                    <a:pt x="1330" y="2121"/>
                    <a:pt x="1330" y="2036"/>
                  </a:cubicBezTo>
                  <a:cubicBezTo>
                    <a:pt x="1313" y="1951"/>
                    <a:pt x="1313" y="1883"/>
                    <a:pt x="1330" y="1798"/>
                  </a:cubicBezTo>
                  <a:cubicBezTo>
                    <a:pt x="1330" y="1717"/>
                    <a:pt x="1313" y="1649"/>
                    <a:pt x="1261" y="1580"/>
                  </a:cubicBezTo>
                  <a:cubicBezTo>
                    <a:pt x="1176" y="1495"/>
                    <a:pt x="1095" y="1394"/>
                    <a:pt x="1027" y="1313"/>
                  </a:cubicBezTo>
                  <a:cubicBezTo>
                    <a:pt x="926" y="1192"/>
                    <a:pt x="841" y="1075"/>
                    <a:pt x="740" y="974"/>
                  </a:cubicBezTo>
                  <a:cubicBezTo>
                    <a:pt x="655" y="873"/>
                    <a:pt x="590" y="772"/>
                    <a:pt x="505" y="687"/>
                  </a:cubicBezTo>
                  <a:cubicBezTo>
                    <a:pt x="388" y="521"/>
                    <a:pt x="251" y="368"/>
                    <a:pt x="101" y="218"/>
                  </a:cubicBezTo>
                  <a:cubicBezTo>
                    <a:pt x="65" y="182"/>
                    <a:pt x="33" y="101"/>
                    <a:pt x="85" y="33"/>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6"/>
            <p:cNvSpPr/>
            <p:nvPr/>
          </p:nvSpPr>
          <p:spPr>
            <a:xfrm>
              <a:off x="1416701" y="2114526"/>
              <a:ext cx="56715" cy="67144"/>
            </a:xfrm>
            <a:custGeom>
              <a:rect b="b" l="l" r="r" t="t"/>
              <a:pathLst>
                <a:path extrusionOk="0" h="676" w="571">
                  <a:moveTo>
                    <a:pt x="17" y="0"/>
                  </a:moveTo>
                  <a:cubicBezTo>
                    <a:pt x="17" y="0"/>
                    <a:pt x="1" y="0"/>
                    <a:pt x="1" y="17"/>
                  </a:cubicBezTo>
                  <a:cubicBezTo>
                    <a:pt x="1" y="17"/>
                    <a:pt x="1" y="33"/>
                    <a:pt x="17" y="33"/>
                  </a:cubicBezTo>
                  <a:cubicBezTo>
                    <a:pt x="102" y="69"/>
                    <a:pt x="150" y="134"/>
                    <a:pt x="183" y="202"/>
                  </a:cubicBezTo>
                  <a:cubicBezTo>
                    <a:pt x="219" y="235"/>
                    <a:pt x="235" y="271"/>
                    <a:pt x="251" y="303"/>
                  </a:cubicBezTo>
                  <a:cubicBezTo>
                    <a:pt x="304" y="352"/>
                    <a:pt x="336" y="404"/>
                    <a:pt x="368" y="453"/>
                  </a:cubicBezTo>
                  <a:cubicBezTo>
                    <a:pt x="421" y="538"/>
                    <a:pt x="469" y="606"/>
                    <a:pt x="538" y="675"/>
                  </a:cubicBezTo>
                  <a:lnTo>
                    <a:pt x="570" y="675"/>
                  </a:lnTo>
                  <a:lnTo>
                    <a:pt x="554" y="655"/>
                  </a:lnTo>
                  <a:cubicBezTo>
                    <a:pt x="485" y="590"/>
                    <a:pt x="437" y="522"/>
                    <a:pt x="384" y="437"/>
                  </a:cubicBezTo>
                  <a:cubicBezTo>
                    <a:pt x="352" y="388"/>
                    <a:pt x="320" y="336"/>
                    <a:pt x="284" y="287"/>
                  </a:cubicBezTo>
                  <a:cubicBezTo>
                    <a:pt x="251" y="271"/>
                    <a:pt x="235" y="235"/>
                    <a:pt x="219" y="202"/>
                  </a:cubicBezTo>
                  <a:cubicBezTo>
                    <a:pt x="166"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6"/>
            <p:cNvSpPr/>
            <p:nvPr/>
          </p:nvSpPr>
          <p:spPr>
            <a:xfrm>
              <a:off x="1414714" y="3082349"/>
              <a:ext cx="60290" cy="150577"/>
            </a:xfrm>
            <a:custGeom>
              <a:rect b="b" l="l" r="r" t="t"/>
              <a:pathLst>
                <a:path extrusionOk="0" h="1516" w="607">
                  <a:moveTo>
                    <a:pt x="1" y="0"/>
                  </a:moveTo>
                  <a:lnTo>
                    <a:pt x="1" y="20"/>
                  </a:lnTo>
                  <a:lnTo>
                    <a:pt x="138" y="154"/>
                  </a:lnTo>
                  <a:cubicBezTo>
                    <a:pt x="271" y="287"/>
                    <a:pt x="404" y="424"/>
                    <a:pt x="542" y="558"/>
                  </a:cubicBezTo>
                  <a:cubicBezTo>
                    <a:pt x="558" y="574"/>
                    <a:pt x="574" y="606"/>
                    <a:pt x="574" y="642"/>
                  </a:cubicBezTo>
                  <a:lnTo>
                    <a:pt x="574" y="1046"/>
                  </a:lnTo>
                  <a:lnTo>
                    <a:pt x="574" y="1398"/>
                  </a:lnTo>
                  <a:cubicBezTo>
                    <a:pt x="574" y="1434"/>
                    <a:pt x="558" y="1450"/>
                    <a:pt x="558" y="1467"/>
                  </a:cubicBezTo>
                  <a:cubicBezTo>
                    <a:pt x="558" y="1483"/>
                    <a:pt x="558" y="1483"/>
                    <a:pt x="542" y="1499"/>
                  </a:cubicBezTo>
                  <a:cubicBezTo>
                    <a:pt x="542" y="1499"/>
                    <a:pt x="542" y="1515"/>
                    <a:pt x="558" y="1515"/>
                  </a:cubicBezTo>
                  <a:lnTo>
                    <a:pt x="574" y="1499"/>
                  </a:lnTo>
                  <a:lnTo>
                    <a:pt x="574" y="1483"/>
                  </a:lnTo>
                  <a:cubicBezTo>
                    <a:pt x="590" y="1450"/>
                    <a:pt x="590" y="1434"/>
                    <a:pt x="590" y="1398"/>
                  </a:cubicBezTo>
                  <a:lnTo>
                    <a:pt x="590" y="1046"/>
                  </a:lnTo>
                  <a:cubicBezTo>
                    <a:pt x="590" y="909"/>
                    <a:pt x="606" y="776"/>
                    <a:pt x="606" y="642"/>
                  </a:cubicBezTo>
                  <a:cubicBezTo>
                    <a:pt x="606" y="590"/>
                    <a:pt x="590" y="558"/>
                    <a:pt x="558" y="525"/>
                  </a:cubicBezTo>
                  <a:cubicBezTo>
                    <a:pt x="425" y="404"/>
                    <a:pt x="287" y="271"/>
                    <a:pt x="154" y="138"/>
                  </a:cubicBez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6"/>
            <p:cNvSpPr/>
            <p:nvPr/>
          </p:nvSpPr>
          <p:spPr>
            <a:xfrm>
              <a:off x="985431" y="2398595"/>
              <a:ext cx="4867" cy="81943"/>
            </a:xfrm>
            <a:custGeom>
              <a:rect b="b" l="l" r="r" t="t"/>
              <a:pathLst>
                <a:path extrusionOk="0" h="825" w="49">
                  <a:moveTo>
                    <a:pt x="0" y="1"/>
                  </a:moveTo>
                  <a:cubicBezTo>
                    <a:pt x="16" y="186"/>
                    <a:pt x="16" y="372"/>
                    <a:pt x="0" y="542"/>
                  </a:cubicBezTo>
                  <a:lnTo>
                    <a:pt x="0" y="724"/>
                  </a:lnTo>
                  <a:cubicBezTo>
                    <a:pt x="0" y="744"/>
                    <a:pt x="0" y="760"/>
                    <a:pt x="16" y="776"/>
                  </a:cubicBezTo>
                  <a:lnTo>
                    <a:pt x="16" y="809"/>
                  </a:lnTo>
                  <a:lnTo>
                    <a:pt x="32" y="809"/>
                  </a:lnTo>
                  <a:lnTo>
                    <a:pt x="32" y="825"/>
                  </a:lnTo>
                  <a:lnTo>
                    <a:pt x="49" y="809"/>
                  </a:lnTo>
                  <a:cubicBezTo>
                    <a:pt x="49" y="792"/>
                    <a:pt x="49" y="776"/>
                    <a:pt x="32" y="760"/>
                  </a:cubicBezTo>
                  <a:lnTo>
                    <a:pt x="32" y="724"/>
                  </a:lnTo>
                  <a:lnTo>
                    <a:pt x="32" y="542"/>
                  </a:lnTo>
                  <a:cubicBezTo>
                    <a:pt x="32" y="372"/>
                    <a:pt x="49" y="18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6"/>
            <p:cNvSpPr/>
            <p:nvPr/>
          </p:nvSpPr>
          <p:spPr>
            <a:xfrm>
              <a:off x="1612172" y="3619200"/>
              <a:ext cx="5264" cy="75090"/>
            </a:xfrm>
            <a:custGeom>
              <a:rect b="b" l="l" r="r" t="t"/>
              <a:pathLst>
                <a:path extrusionOk="0" h="756" w="53">
                  <a:moveTo>
                    <a:pt x="53" y="0"/>
                  </a:moveTo>
                  <a:cubicBezTo>
                    <a:pt x="32" y="0"/>
                    <a:pt x="32" y="0"/>
                    <a:pt x="32" y="16"/>
                  </a:cubicBezTo>
                  <a:cubicBezTo>
                    <a:pt x="16" y="134"/>
                    <a:pt x="16" y="251"/>
                    <a:pt x="16" y="372"/>
                  </a:cubicBezTo>
                  <a:lnTo>
                    <a:pt x="16" y="606"/>
                  </a:lnTo>
                  <a:lnTo>
                    <a:pt x="16" y="655"/>
                  </a:lnTo>
                  <a:cubicBezTo>
                    <a:pt x="16" y="675"/>
                    <a:pt x="16" y="707"/>
                    <a:pt x="0" y="740"/>
                  </a:cubicBezTo>
                  <a:cubicBezTo>
                    <a:pt x="0" y="740"/>
                    <a:pt x="0" y="756"/>
                    <a:pt x="16" y="756"/>
                  </a:cubicBezTo>
                  <a:lnTo>
                    <a:pt x="32" y="756"/>
                  </a:lnTo>
                  <a:cubicBezTo>
                    <a:pt x="53" y="723"/>
                    <a:pt x="53" y="691"/>
                    <a:pt x="53" y="655"/>
                  </a:cubicBezTo>
                  <a:lnTo>
                    <a:pt x="53" y="606"/>
                  </a:lnTo>
                  <a:lnTo>
                    <a:pt x="53" y="372"/>
                  </a:lnTo>
                  <a:cubicBezTo>
                    <a:pt x="32" y="251"/>
                    <a:pt x="32"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6"/>
            <p:cNvSpPr/>
            <p:nvPr/>
          </p:nvSpPr>
          <p:spPr>
            <a:xfrm>
              <a:off x="1267912" y="1830456"/>
              <a:ext cx="143723" cy="178686"/>
            </a:xfrm>
            <a:custGeom>
              <a:rect b="b" l="l" r="r" t="t"/>
              <a:pathLst>
                <a:path extrusionOk="0" h="1799" w="1447">
                  <a:moveTo>
                    <a:pt x="1430" y="0"/>
                  </a:moveTo>
                  <a:cubicBezTo>
                    <a:pt x="1313" y="49"/>
                    <a:pt x="1196" y="118"/>
                    <a:pt x="1095" y="166"/>
                  </a:cubicBezTo>
                  <a:cubicBezTo>
                    <a:pt x="772" y="336"/>
                    <a:pt x="452" y="485"/>
                    <a:pt x="133" y="655"/>
                  </a:cubicBezTo>
                  <a:cubicBezTo>
                    <a:pt x="48" y="687"/>
                    <a:pt x="0" y="756"/>
                    <a:pt x="16" y="857"/>
                  </a:cubicBezTo>
                  <a:lnTo>
                    <a:pt x="16" y="1479"/>
                  </a:lnTo>
                  <a:lnTo>
                    <a:pt x="16" y="1616"/>
                  </a:lnTo>
                  <a:cubicBezTo>
                    <a:pt x="16" y="1681"/>
                    <a:pt x="16" y="1733"/>
                    <a:pt x="32" y="1782"/>
                  </a:cubicBezTo>
                  <a:lnTo>
                    <a:pt x="48" y="1798"/>
                  </a:lnTo>
                  <a:cubicBezTo>
                    <a:pt x="65" y="1798"/>
                    <a:pt x="65" y="1782"/>
                    <a:pt x="65" y="1782"/>
                  </a:cubicBezTo>
                  <a:cubicBezTo>
                    <a:pt x="32" y="1733"/>
                    <a:pt x="32" y="1665"/>
                    <a:pt x="32" y="1616"/>
                  </a:cubicBezTo>
                  <a:lnTo>
                    <a:pt x="32" y="1479"/>
                  </a:lnTo>
                  <a:cubicBezTo>
                    <a:pt x="32" y="1277"/>
                    <a:pt x="48" y="1059"/>
                    <a:pt x="32" y="857"/>
                  </a:cubicBezTo>
                  <a:cubicBezTo>
                    <a:pt x="32" y="772"/>
                    <a:pt x="65" y="723"/>
                    <a:pt x="149" y="671"/>
                  </a:cubicBezTo>
                  <a:cubicBezTo>
                    <a:pt x="469" y="522"/>
                    <a:pt x="792" y="352"/>
                    <a:pt x="1111" y="202"/>
                  </a:cubicBezTo>
                  <a:cubicBezTo>
                    <a:pt x="1212" y="134"/>
                    <a:pt x="1329" y="81"/>
                    <a:pt x="1430" y="33"/>
                  </a:cubicBezTo>
                  <a:cubicBezTo>
                    <a:pt x="1446" y="17"/>
                    <a:pt x="1446" y="17"/>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6"/>
            <p:cNvSpPr/>
            <p:nvPr/>
          </p:nvSpPr>
          <p:spPr>
            <a:xfrm>
              <a:off x="1923059" y="2753285"/>
              <a:ext cx="257748" cy="412993"/>
            </a:xfrm>
            <a:custGeom>
              <a:rect b="b" l="l" r="r" t="t"/>
              <a:pathLst>
                <a:path extrusionOk="0" h="4158" w="2595">
                  <a:moveTo>
                    <a:pt x="69" y="1"/>
                  </a:moveTo>
                  <a:cubicBezTo>
                    <a:pt x="53" y="1"/>
                    <a:pt x="53" y="1"/>
                    <a:pt x="53" y="17"/>
                  </a:cubicBezTo>
                  <a:cubicBezTo>
                    <a:pt x="1" y="219"/>
                    <a:pt x="1" y="437"/>
                    <a:pt x="53" y="639"/>
                  </a:cubicBezTo>
                  <a:cubicBezTo>
                    <a:pt x="69" y="740"/>
                    <a:pt x="134" y="809"/>
                    <a:pt x="203" y="889"/>
                  </a:cubicBezTo>
                  <a:cubicBezTo>
                    <a:pt x="219" y="926"/>
                    <a:pt x="255" y="958"/>
                    <a:pt x="271" y="974"/>
                  </a:cubicBezTo>
                  <a:cubicBezTo>
                    <a:pt x="336" y="1091"/>
                    <a:pt x="421" y="1192"/>
                    <a:pt x="506" y="1314"/>
                  </a:cubicBezTo>
                  <a:cubicBezTo>
                    <a:pt x="692" y="1580"/>
                    <a:pt x="894" y="1867"/>
                    <a:pt x="1112" y="2138"/>
                  </a:cubicBezTo>
                  <a:cubicBezTo>
                    <a:pt x="1298" y="2388"/>
                    <a:pt x="1467" y="2643"/>
                    <a:pt x="1649" y="2893"/>
                  </a:cubicBezTo>
                  <a:cubicBezTo>
                    <a:pt x="1851" y="3196"/>
                    <a:pt x="2073" y="3499"/>
                    <a:pt x="2307" y="3786"/>
                  </a:cubicBezTo>
                  <a:cubicBezTo>
                    <a:pt x="2340" y="3838"/>
                    <a:pt x="2376" y="3871"/>
                    <a:pt x="2392" y="3919"/>
                  </a:cubicBezTo>
                  <a:cubicBezTo>
                    <a:pt x="2441" y="4004"/>
                    <a:pt x="2493" y="4089"/>
                    <a:pt x="2578" y="4157"/>
                  </a:cubicBezTo>
                  <a:lnTo>
                    <a:pt x="2594" y="4157"/>
                  </a:lnTo>
                  <a:lnTo>
                    <a:pt x="2594" y="4141"/>
                  </a:lnTo>
                  <a:lnTo>
                    <a:pt x="2594" y="4121"/>
                  </a:lnTo>
                  <a:cubicBezTo>
                    <a:pt x="2509" y="4073"/>
                    <a:pt x="2457" y="3988"/>
                    <a:pt x="2425" y="3903"/>
                  </a:cubicBezTo>
                  <a:cubicBezTo>
                    <a:pt x="2392" y="3871"/>
                    <a:pt x="2356" y="3818"/>
                    <a:pt x="2324" y="3770"/>
                  </a:cubicBezTo>
                  <a:cubicBezTo>
                    <a:pt x="2089" y="3483"/>
                    <a:pt x="1871" y="3180"/>
                    <a:pt x="1669" y="2877"/>
                  </a:cubicBezTo>
                  <a:cubicBezTo>
                    <a:pt x="1500" y="2626"/>
                    <a:pt x="1314" y="2372"/>
                    <a:pt x="1128" y="2121"/>
                  </a:cubicBezTo>
                  <a:cubicBezTo>
                    <a:pt x="910" y="1851"/>
                    <a:pt x="708" y="1564"/>
                    <a:pt x="522" y="1293"/>
                  </a:cubicBezTo>
                  <a:cubicBezTo>
                    <a:pt x="437" y="1176"/>
                    <a:pt x="372" y="1075"/>
                    <a:pt x="288" y="974"/>
                  </a:cubicBezTo>
                  <a:cubicBezTo>
                    <a:pt x="271" y="942"/>
                    <a:pt x="235" y="910"/>
                    <a:pt x="219" y="873"/>
                  </a:cubicBezTo>
                  <a:cubicBezTo>
                    <a:pt x="154" y="809"/>
                    <a:pt x="86" y="724"/>
                    <a:pt x="69" y="639"/>
                  </a:cubicBezTo>
                  <a:cubicBezTo>
                    <a:pt x="17" y="437"/>
                    <a:pt x="17" y="219"/>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6"/>
            <p:cNvSpPr/>
            <p:nvPr/>
          </p:nvSpPr>
          <p:spPr>
            <a:xfrm>
              <a:off x="871406" y="1902268"/>
              <a:ext cx="348035" cy="304232"/>
            </a:xfrm>
            <a:custGeom>
              <a:rect b="b" l="l" r="r" t="t"/>
              <a:pathLst>
                <a:path extrusionOk="0" h="3063" w="3504">
                  <a:moveTo>
                    <a:pt x="3402" y="0"/>
                  </a:moveTo>
                  <a:lnTo>
                    <a:pt x="3402" y="17"/>
                  </a:lnTo>
                  <a:cubicBezTo>
                    <a:pt x="3402" y="33"/>
                    <a:pt x="3386" y="49"/>
                    <a:pt x="3402" y="65"/>
                  </a:cubicBezTo>
                  <a:cubicBezTo>
                    <a:pt x="3471" y="267"/>
                    <a:pt x="3334" y="352"/>
                    <a:pt x="3168" y="437"/>
                  </a:cubicBezTo>
                  <a:cubicBezTo>
                    <a:pt x="2493" y="756"/>
                    <a:pt x="1819" y="1111"/>
                    <a:pt x="1164" y="1463"/>
                  </a:cubicBezTo>
                  <a:cubicBezTo>
                    <a:pt x="995" y="1548"/>
                    <a:pt x="845" y="1616"/>
                    <a:pt x="692" y="1701"/>
                  </a:cubicBezTo>
                  <a:lnTo>
                    <a:pt x="643" y="1734"/>
                  </a:lnTo>
                  <a:cubicBezTo>
                    <a:pt x="473" y="1818"/>
                    <a:pt x="304" y="1903"/>
                    <a:pt x="138" y="1968"/>
                  </a:cubicBezTo>
                  <a:cubicBezTo>
                    <a:pt x="37" y="2004"/>
                    <a:pt x="1" y="2069"/>
                    <a:pt x="1" y="2186"/>
                  </a:cubicBezTo>
                  <a:lnTo>
                    <a:pt x="1" y="2541"/>
                  </a:lnTo>
                  <a:cubicBezTo>
                    <a:pt x="1" y="2711"/>
                    <a:pt x="1" y="2877"/>
                    <a:pt x="17" y="3046"/>
                  </a:cubicBezTo>
                  <a:cubicBezTo>
                    <a:pt x="17" y="3046"/>
                    <a:pt x="17" y="3063"/>
                    <a:pt x="37" y="3063"/>
                  </a:cubicBezTo>
                  <a:lnTo>
                    <a:pt x="53" y="3046"/>
                  </a:lnTo>
                  <a:cubicBezTo>
                    <a:pt x="17" y="2877"/>
                    <a:pt x="37" y="2711"/>
                    <a:pt x="37" y="2541"/>
                  </a:cubicBezTo>
                  <a:lnTo>
                    <a:pt x="37" y="2186"/>
                  </a:lnTo>
                  <a:cubicBezTo>
                    <a:pt x="17" y="2085"/>
                    <a:pt x="69" y="2020"/>
                    <a:pt x="138" y="1984"/>
                  </a:cubicBezTo>
                  <a:cubicBezTo>
                    <a:pt x="320" y="1919"/>
                    <a:pt x="490" y="1835"/>
                    <a:pt x="659" y="1750"/>
                  </a:cubicBezTo>
                  <a:lnTo>
                    <a:pt x="692" y="1734"/>
                  </a:lnTo>
                  <a:cubicBezTo>
                    <a:pt x="861" y="1649"/>
                    <a:pt x="1011" y="1564"/>
                    <a:pt x="1164" y="1479"/>
                  </a:cubicBezTo>
                  <a:cubicBezTo>
                    <a:pt x="1819" y="1144"/>
                    <a:pt x="2493" y="792"/>
                    <a:pt x="3184" y="469"/>
                  </a:cubicBezTo>
                  <a:cubicBezTo>
                    <a:pt x="3350" y="388"/>
                    <a:pt x="3503" y="287"/>
                    <a:pt x="3418" y="49"/>
                  </a:cubicBezTo>
                  <a:cubicBezTo>
                    <a:pt x="3418" y="49"/>
                    <a:pt x="3418" y="33"/>
                    <a:pt x="3435" y="33"/>
                  </a:cubicBezTo>
                  <a:lnTo>
                    <a:pt x="3435" y="17"/>
                  </a:lnTo>
                  <a:cubicBezTo>
                    <a:pt x="3435" y="0"/>
                    <a:pt x="3435" y="0"/>
                    <a:pt x="3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6"/>
            <p:cNvSpPr/>
            <p:nvPr/>
          </p:nvSpPr>
          <p:spPr>
            <a:xfrm>
              <a:off x="1553570" y="3401679"/>
              <a:ext cx="5264" cy="73997"/>
            </a:xfrm>
            <a:custGeom>
              <a:rect b="b" l="l" r="r" t="t"/>
              <a:pathLst>
                <a:path extrusionOk="0" h="745" w="53">
                  <a:moveTo>
                    <a:pt x="37" y="1"/>
                  </a:moveTo>
                  <a:cubicBezTo>
                    <a:pt x="16" y="1"/>
                    <a:pt x="16" y="1"/>
                    <a:pt x="16" y="17"/>
                  </a:cubicBezTo>
                  <a:cubicBezTo>
                    <a:pt x="0" y="102"/>
                    <a:pt x="16" y="203"/>
                    <a:pt x="16" y="288"/>
                  </a:cubicBezTo>
                  <a:cubicBezTo>
                    <a:pt x="16" y="441"/>
                    <a:pt x="16" y="574"/>
                    <a:pt x="0" y="724"/>
                  </a:cubicBezTo>
                  <a:cubicBezTo>
                    <a:pt x="0" y="744"/>
                    <a:pt x="0" y="744"/>
                    <a:pt x="16" y="744"/>
                  </a:cubicBezTo>
                  <a:lnTo>
                    <a:pt x="16" y="724"/>
                  </a:lnTo>
                  <a:cubicBezTo>
                    <a:pt x="53" y="591"/>
                    <a:pt x="37" y="441"/>
                    <a:pt x="37" y="288"/>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6"/>
            <p:cNvSpPr/>
            <p:nvPr/>
          </p:nvSpPr>
          <p:spPr>
            <a:xfrm>
              <a:off x="1413125" y="1943985"/>
              <a:ext cx="90386" cy="287844"/>
            </a:xfrm>
            <a:custGeom>
              <a:rect b="b" l="l" r="r" t="t"/>
              <a:pathLst>
                <a:path extrusionOk="0" h="2898" w="910">
                  <a:moveTo>
                    <a:pt x="53" y="1"/>
                  </a:moveTo>
                  <a:cubicBezTo>
                    <a:pt x="53" y="1"/>
                    <a:pt x="37" y="1"/>
                    <a:pt x="37" y="17"/>
                  </a:cubicBezTo>
                  <a:cubicBezTo>
                    <a:pt x="0" y="118"/>
                    <a:pt x="0" y="219"/>
                    <a:pt x="17" y="304"/>
                  </a:cubicBezTo>
                  <a:lnTo>
                    <a:pt x="17" y="405"/>
                  </a:lnTo>
                  <a:cubicBezTo>
                    <a:pt x="17" y="453"/>
                    <a:pt x="53" y="453"/>
                    <a:pt x="69" y="473"/>
                  </a:cubicBezTo>
                  <a:cubicBezTo>
                    <a:pt x="85" y="489"/>
                    <a:pt x="101" y="489"/>
                    <a:pt x="101" y="506"/>
                  </a:cubicBezTo>
                  <a:cubicBezTo>
                    <a:pt x="340" y="825"/>
                    <a:pt x="558" y="1144"/>
                    <a:pt x="792" y="1463"/>
                  </a:cubicBezTo>
                  <a:lnTo>
                    <a:pt x="845" y="1548"/>
                  </a:lnTo>
                  <a:cubicBezTo>
                    <a:pt x="861" y="1584"/>
                    <a:pt x="861" y="1600"/>
                    <a:pt x="861" y="1633"/>
                  </a:cubicBezTo>
                  <a:lnTo>
                    <a:pt x="861" y="1649"/>
                  </a:lnTo>
                  <a:cubicBezTo>
                    <a:pt x="861" y="2020"/>
                    <a:pt x="861" y="2340"/>
                    <a:pt x="824" y="2675"/>
                  </a:cubicBezTo>
                  <a:cubicBezTo>
                    <a:pt x="824" y="2727"/>
                    <a:pt x="845" y="2776"/>
                    <a:pt x="861" y="2828"/>
                  </a:cubicBezTo>
                  <a:cubicBezTo>
                    <a:pt x="877" y="2845"/>
                    <a:pt x="877" y="2861"/>
                    <a:pt x="893" y="2877"/>
                  </a:cubicBezTo>
                  <a:lnTo>
                    <a:pt x="893" y="2897"/>
                  </a:lnTo>
                  <a:lnTo>
                    <a:pt x="909" y="2897"/>
                  </a:lnTo>
                  <a:lnTo>
                    <a:pt x="909" y="2877"/>
                  </a:lnTo>
                  <a:cubicBezTo>
                    <a:pt x="909" y="2861"/>
                    <a:pt x="893" y="2828"/>
                    <a:pt x="893" y="2812"/>
                  </a:cubicBezTo>
                  <a:cubicBezTo>
                    <a:pt x="877" y="2760"/>
                    <a:pt x="861" y="2727"/>
                    <a:pt x="861" y="2675"/>
                  </a:cubicBezTo>
                  <a:cubicBezTo>
                    <a:pt x="877" y="2340"/>
                    <a:pt x="877" y="2020"/>
                    <a:pt x="877" y="1649"/>
                  </a:cubicBezTo>
                  <a:cubicBezTo>
                    <a:pt x="893" y="1649"/>
                    <a:pt x="893" y="1633"/>
                    <a:pt x="893" y="1633"/>
                  </a:cubicBezTo>
                  <a:cubicBezTo>
                    <a:pt x="893" y="1600"/>
                    <a:pt x="893" y="1564"/>
                    <a:pt x="877" y="1532"/>
                  </a:cubicBezTo>
                  <a:lnTo>
                    <a:pt x="808" y="1447"/>
                  </a:lnTo>
                  <a:cubicBezTo>
                    <a:pt x="590" y="1128"/>
                    <a:pt x="356" y="809"/>
                    <a:pt x="138" y="489"/>
                  </a:cubicBezTo>
                  <a:cubicBezTo>
                    <a:pt x="118" y="473"/>
                    <a:pt x="101" y="453"/>
                    <a:pt x="85" y="453"/>
                  </a:cubicBezTo>
                  <a:cubicBezTo>
                    <a:pt x="69" y="437"/>
                    <a:pt x="53" y="437"/>
                    <a:pt x="53" y="405"/>
                  </a:cubicBezTo>
                  <a:cubicBezTo>
                    <a:pt x="53" y="372"/>
                    <a:pt x="37" y="336"/>
                    <a:pt x="37" y="304"/>
                  </a:cubicBezTo>
                  <a:cubicBezTo>
                    <a:pt x="37" y="203"/>
                    <a:pt x="17"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6"/>
            <p:cNvSpPr/>
            <p:nvPr/>
          </p:nvSpPr>
          <p:spPr>
            <a:xfrm>
              <a:off x="1673952" y="3346752"/>
              <a:ext cx="5264" cy="76679"/>
            </a:xfrm>
            <a:custGeom>
              <a:rect b="b" l="l" r="r" t="t"/>
              <a:pathLst>
                <a:path extrusionOk="0" h="772" w="53">
                  <a:moveTo>
                    <a:pt x="53" y="0"/>
                  </a:moveTo>
                  <a:cubicBezTo>
                    <a:pt x="37" y="0"/>
                    <a:pt x="37" y="0"/>
                    <a:pt x="37" y="16"/>
                  </a:cubicBezTo>
                  <a:cubicBezTo>
                    <a:pt x="16" y="134"/>
                    <a:pt x="16" y="251"/>
                    <a:pt x="16" y="352"/>
                  </a:cubicBezTo>
                  <a:lnTo>
                    <a:pt x="16" y="590"/>
                  </a:lnTo>
                  <a:lnTo>
                    <a:pt x="16" y="639"/>
                  </a:lnTo>
                  <a:cubicBezTo>
                    <a:pt x="16" y="671"/>
                    <a:pt x="16" y="723"/>
                    <a:pt x="0" y="756"/>
                  </a:cubicBezTo>
                  <a:lnTo>
                    <a:pt x="16" y="772"/>
                  </a:lnTo>
                  <a:lnTo>
                    <a:pt x="37" y="756"/>
                  </a:lnTo>
                  <a:cubicBezTo>
                    <a:pt x="53" y="723"/>
                    <a:pt x="53" y="671"/>
                    <a:pt x="53" y="639"/>
                  </a:cubicBezTo>
                  <a:cubicBezTo>
                    <a:pt x="37" y="622"/>
                    <a:pt x="37" y="606"/>
                    <a:pt x="37" y="590"/>
                  </a:cubicBezTo>
                  <a:cubicBezTo>
                    <a:pt x="53" y="505"/>
                    <a:pt x="53" y="437"/>
                    <a:pt x="53" y="352"/>
                  </a:cubicBezTo>
                  <a:cubicBezTo>
                    <a:pt x="37" y="251"/>
                    <a:pt x="37"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6"/>
            <p:cNvSpPr/>
            <p:nvPr/>
          </p:nvSpPr>
          <p:spPr>
            <a:xfrm>
              <a:off x="1923059" y="2450344"/>
              <a:ext cx="123759" cy="246127"/>
            </a:xfrm>
            <a:custGeom>
              <a:rect b="b" l="l" r="r" t="t"/>
              <a:pathLst>
                <a:path extrusionOk="0" h="2478" w="1246">
                  <a:moveTo>
                    <a:pt x="53" y="1"/>
                  </a:moveTo>
                  <a:cubicBezTo>
                    <a:pt x="17" y="86"/>
                    <a:pt x="17" y="170"/>
                    <a:pt x="17" y="239"/>
                  </a:cubicBezTo>
                  <a:lnTo>
                    <a:pt x="17" y="356"/>
                  </a:lnTo>
                  <a:cubicBezTo>
                    <a:pt x="1" y="574"/>
                    <a:pt x="53" y="760"/>
                    <a:pt x="187" y="946"/>
                  </a:cubicBezTo>
                  <a:cubicBezTo>
                    <a:pt x="473" y="1350"/>
                    <a:pt x="760" y="1802"/>
                    <a:pt x="1128" y="2360"/>
                  </a:cubicBezTo>
                  <a:cubicBezTo>
                    <a:pt x="1164" y="2408"/>
                    <a:pt x="1197" y="2445"/>
                    <a:pt x="1229" y="2477"/>
                  </a:cubicBezTo>
                  <a:lnTo>
                    <a:pt x="1245" y="2461"/>
                  </a:lnTo>
                  <a:lnTo>
                    <a:pt x="1245" y="2445"/>
                  </a:lnTo>
                  <a:cubicBezTo>
                    <a:pt x="1213" y="2424"/>
                    <a:pt x="1180" y="2392"/>
                    <a:pt x="1144" y="2344"/>
                  </a:cubicBezTo>
                  <a:cubicBezTo>
                    <a:pt x="793" y="1786"/>
                    <a:pt x="490" y="1334"/>
                    <a:pt x="219" y="930"/>
                  </a:cubicBezTo>
                  <a:cubicBezTo>
                    <a:pt x="86" y="744"/>
                    <a:pt x="33" y="558"/>
                    <a:pt x="53" y="356"/>
                  </a:cubicBezTo>
                  <a:lnTo>
                    <a:pt x="53" y="239"/>
                  </a:lnTo>
                  <a:cubicBezTo>
                    <a:pt x="33" y="154"/>
                    <a:pt x="33" y="86"/>
                    <a:pt x="69" y="21"/>
                  </a:cubicBezTo>
                  <a:cubicBezTo>
                    <a:pt x="86" y="2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6"/>
            <p:cNvSpPr/>
            <p:nvPr/>
          </p:nvSpPr>
          <p:spPr>
            <a:xfrm>
              <a:off x="1643857" y="3646018"/>
              <a:ext cx="6853" cy="75189"/>
            </a:xfrm>
            <a:custGeom>
              <a:rect b="b" l="l" r="r" t="t"/>
              <a:pathLst>
                <a:path extrusionOk="0" h="757" w="69">
                  <a:moveTo>
                    <a:pt x="53" y="1"/>
                  </a:moveTo>
                  <a:cubicBezTo>
                    <a:pt x="53" y="1"/>
                    <a:pt x="37" y="1"/>
                    <a:pt x="37" y="17"/>
                  </a:cubicBezTo>
                  <a:cubicBezTo>
                    <a:pt x="16" y="134"/>
                    <a:pt x="16" y="251"/>
                    <a:pt x="16" y="369"/>
                  </a:cubicBezTo>
                  <a:lnTo>
                    <a:pt x="16" y="607"/>
                  </a:lnTo>
                  <a:lnTo>
                    <a:pt x="16" y="655"/>
                  </a:lnTo>
                  <a:cubicBezTo>
                    <a:pt x="16" y="688"/>
                    <a:pt x="37" y="708"/>
                    <a:pt x="16" y="740"/>
                  </a:cubicBezTo>
                  <a:cubicBezTo>
                    <a:pt x="0" y="740"/>
                    <a:pt x="0" y="756"/>
                    <a:pt x="16" y="756"/>
                  </a:cubicBezTo>
                  <a:lnTo>
                    <a:pt x="37" y="756"/>
                  </a:lnTo>
                  <a:cubicBezTo>
                    <a:pt x="53" y="724"/>
                    <a:pt x="53" y="672"/>
                    <a:pt x="53" y="655"/>
                  </a:cubicBezTo>
                  <a:lnTo>
                    <a:pt x="53" y="607"/>
                  </a:lnTo>
                  <a:lnTo>
                    <a:pt x="53" y="369"/>
                  </a:lnTo>
                  <a:cubicBezTo>
                    <a:pt x="53" y="25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6"/>
            <p:cNvSpPr/>
            <p:nvPr/>
          </p:nvSpPr>
          <p:spPr>
            <a:xfrm>
              <a:off x="574127" y="2903762"/>
              <a:ext cx="4867" cy="71911"/>
            </a:xfrm>
            <a:custGeom>
              <a:rect b="b" l="l" r="r" t="t"/>
              <a:pathLst>
                <a:path extrusionOk="0" h="724" w="49">
                  <a:moveTo>
                    <a:pt x="17" y="1"/>
                  </a:moveTo>
                  <a:cubicBezTo>
                    <a:pt x="0" y="1"/>
                    <a:pt x="0" y="17"/>
                    <a:pt x="0" y="17"/>
                  </a:cubicBezTo>
                  <a:cubicBezTo>
                    <a:pt x="17" y="134"/>
                    <a:pt x="17" y="251"/>
                    <a:pt x="17" y="368"/>
                  </a:cubicBezTo>
                  <a:lnTo>
                    <a:pt x="17" y="570"/>
                  </a:lnTo>
                  <a:lnTo>
                    <a:pt x="17" y="606"/>
                  </a:lnTo>
                  <a:cubicBezTo>
                    <a:pt x="17" y="655"/>
                    <a:pt x="17" y="687"/>
                    <a:pt x="33" y="724"/>
                  </a:cubicBezTo>
                  <a:lnTo>
                    <a:pt x="49" y="724"/>
                  </a:lnTo>
                  <a:lnTo>
                    <a:pt x="49" y="707"/>
                  </a:lnTo>
                  <a:cubicBezTo>
                    <a:pt x="33" y="687"/>
                    <a:pt x="33" y="655"/>
                    <a:pt x="33" y="606"/>
                  </a:cubicBezTo>
                  <a:lnTo>
                    <a:pt x="33" y="570"/>
                  </a:lnTo>
                  <a:lnTo>
                    <a:pt x="33" y="368"/>
                  </a:lnTo>
                  <a:cubicBezTo>
                    <a:pt x="33" y="251"/>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6"/>
            <p:cNvSpPr/>
            <p:nvPr/>
          </p:nvSpPr>
          <p:spPr>
            <a:xfrm>
              <a:off x="508671" y="3005670"/>
              <a:ext cx="133791" cy="75189"/>
            </a:xfrm>
            <a:custGeom>
              <a:rect b="b" l="l" r="r" t="t"/>
              <a:pathLst>
                <a:path extrusionOk="0" h="757" w="1347">
                  <a:moveTo>
                    <a:pt x="1265" y="1"/>
                  </a:moveTo>
                  <a:cubicBezTo>
                    <a:pt x="1197" y="33"/>
                    <a:pt x="1128" y="65"/>
                    <a:pt x="1063" y="85"/>
                  </a:cubicBezTo>
                  <a:cubicBezTo>
                    <a:pt x="894" y="150"/>
                    <a:pt x="708" y="219"/>
                    <a:pt x="538" y="287"/>
                  </a:cubicBezTo>
                  <a:cubicBezTo>
                    <a:pt x="490" y="304"/>
                    <a:pt x="437" y="320"/>
                    <a:pt x="389" y="352"/>
                  </a:cubicBezTo>
                  <a:cubicBezTo>
                    <a:pt x="304" y="388"/>
                    <a:pt x="203" y="421"/>
                    <a:pt x="118" y="453"/>
                  </a:cubicBezTo>
                  <a:cubicBezTo>
                    <a:pt x="102" y="453"/>
                    <a:pt x="102" y="453"/>
                    <a:pt x="102" y="469"/>
                  </a:cubicBezTo>
                  <a:lnTo>
                    <a:pt x="118" y="469"/>
                  </a:lnTo>
                  <a:cubicBezTo>
                    <a:pt x="219" y="453"/>
                    <a:pt x="304" y="421"/>
                    <a:pt x="405" y="368"/>
                  </a:cubicBezTo>
                  <a:cubicBezTo>
                    <a:pt x="457" y="352"/>
                    <a:pt x="506" y="336"/>
                    <a:pt x="558" y="304"/>
                  </a:cubicBezTo>
                  <a:cubicBezTo>
                    <a:pt x="724" y="251"/>
                    <a:pt x="894" y="186"/>
                    <a:pt x="1063" y="118"/>
                  </a:cubicBezTo>
                  <a:cubicBezTo>
                    <a:pt x="1128" y="85"/>
                    <a:pt x="1197" y="65"/>
                    <a:pt x="1265" y="33"/>
                  </a:cubicBezTo>
                  <a:cubicBezTo>
                    <a:pt x="1265" y="49"/>
                    <a:pt x="1282" y="49"/>
                    <a:pt x="1282" y="65"/>
                  </a:cubicBezTo>
                  <a:cubicBezTo>
                    <a:pt x="1298" y="150"/>
                    <a:pt x="1314" y="219"/>
                    <a:pt x="1229" y="251"/>
                  </a:cubicBezTo>
                  <a:cubicBezTo>
                    <a:pt x="942" y="368"/>
                    <a:pt x="639" y="489"/>
                    <a:pt x="336" y="607"/>
                  </a:cubicBezTo>
                  <a:cubicBezTo>
                    <a:pt x="235" y="639"/>
                    <a:pt x="118" y="691"/>
                    <a:pt x="17" y="740"/>
                  </a:cubicBezTo>
                  <a:cubicBezTo>
                    <a:pt x="17" y="740"/>
                    <a:pt x="1" y="740"/>
                    <a:pt x="1" y="756"/>
                  </a:cubicBezTo>
                  <a:lnTo>
                    <a:pt x="17" y="756"/>
                  </a:lnTo>
                  <a:cubicBezTo>
                    <a:pt x="134" y="708"/>
                    <a:pt x="255" y="671"/>
                    <a:pt x="356" y="623"/>
                  </a:cubicBezTo>
                  <a:cubicBezTo>
                    <a:pt x="639" y="506"/>
                    <a:pt x="942" y="388"/>
                    <a:pt x="1245" y="267"/>
                  </a:cubicBezTo>
                  <a:cubicBezTo>
                    <a:pt x="1346" y="219"/>
                    <a:pt x="1330" y="134"/>
                    <a:pt x="1298" y="49"/>
                  </a:cubicBezTo>
                  <a:cubicBezTo>
                    <a:pt x="1298" y="49"/>
                    <a:pt x="1298" y="33"/>
                    <a:pt x="1282" y="17"/>
                  </a:cubicBezTo>
                  <a:lnTo>
                    <a:pt x="12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6"/>
            <p:cNvSpPr/>
            <p:nvPr/>
          </p:nvSpPr>
          <p:spPr>
            <a:xfrm>
              <a:off x="856607" y="1534369"/>
              <a:ext cx="357570" cy="326283"/>
            </a:xfrm>
            <a:custGeom>
              <a:rect b="b" l="l" r="r" t="t"/>
              <a:pathLst>
                <a:path extrusionOk="0" h="3285" w="3600">
                  <a:moveTo>
                    <a:pt x="3567" y="0"/>
                  </a:moveTo>
                  <a:cubicBezTo>
                    <a:pt x="3567" y="0"/>
                    <a:pt x="3551" y="0"/>
                    <a:pt x="3551" y="16"/>
                  </a:cubicBezTo>
                  <a:cubicBezTo>
                    <a:pt x="3584" y="101"/>
                    <a:pt x="3584" y="186"/>
                    <a:pt x="3567" y="271"/>
                  </a:cubicBezTo>
                  <a:lnTo>
                    <a:pt x="3567" y="420"/>
                  </a:lnTo>
                  <a:lnTo>
                    <a:pt x="3567" y="978"/>
                  </a:lnTo>
                  <a:lnTo>
                    <a:pt x="3567" y="1281"/>
                  </a:lnTo>
                  <a:cubicBezTo>
                    <a:pt x="3567" y="1313"/>
                    <a:pt x="3567" y="1329"/>
                    <a:pt x="3519" y="1345"/>
                  </a:cubicBezTo>
                  <a:cubicBezTo>
                    <a:pt x="3398" y="1414"/>
                    <a:pt x="3281" y="1483"/>
                    <a:pt x="3147" y="1547"/>
                  </a:cubicBezTo>
                  <a:cubicBezTo>
                    <a:pt x="2743" y="1769"/>
                    <a:pt x="2323" y="1988"/>
                    <a:pt x="1919" y="2222"/>
                  </a:cubicBezTo>
                  <a:cubicBezTo>
                    <a:pt x="1362" y="2525"/>
                    <a:pt x="808" y="2828"/>
                    <a:pt x="352" y="3082"/>
                  </a:cubicBezTo>
                  <a:cubicBezTo>
                    <a:pt x="267" y="3115"/>
                    <a:pt x="202" y="3163"/>
                    <a:pt x="118" y="3200"/>
                  </a:cubicBezTo>
                  <a:cubicBezTo>
                    <a:pt x="85" y="3216"/>
                    <a:pt x="49" y="3232"/>
                    <a:pt x="17" y="3248"/>
                  </a:cubicBezTo>
                  <a:cubicBezTo>
                    <a:pt x="0" y="3248"/>
                    <a:pt x="0" y="3264"/>
                    <a:pt x="0" y="3264"/>
                  </a:cubicBezTo>
                  <a:lnTo>
                    <a:pt x="17" y="3284"/>
                  </a:lnTo>
                  <a:cubicBezTo>
                    <a:pt x="65" y="3248"/>
                    <a:pt x="101" y="3232"/>
                    <a:pt x="134" y="3216"/>
                  </a:cubicBezTo>
                  <a:cubicBezTo>
                    <a:pt x="202" y="3183"/>
                    <a:pt x="287" y="3147"/>
                    <a:pt x="368" y="3099"/>
                  </a:cubicBezTo>
                  <a:cubicBezTo>
                    <a:pt x="824" y="2844"/>
                    <a:pt x="1378" y="2557"/>
                    <a:pt x="1935" y="2238"/>
                  </a:cubicBezTo>
                  <a:cubicBezTo>
                    <a:pt x="2339" y="2004"/>
                    <a:pt x="2759" y="1786"/>
                    <a:pt x="3163" y="1568"/>
                  </a:cubicBezTo>
                  <a:cubicBezTo>
                    <a:pt x="3281" y="1499"/>
                    <a:pt x="3418" y="1430"/>
                    <a:pt x="3535" y="1366"/>
                  </a:cubicBezTo>
                  <a:cubicBezTo>
                    <a:pt x="3584" y="1345"/>
                    <a:pt x="3600" y="1329"/>
                    <a:pt x="3600" y="1281"/>
                  </a:cubicBezTo>
                  <a:lnTo>
                    <a:pt x="3600" y="978"/>
                  </a:lnTo>
                  <a:lnTo>
                    <a:pt x="3600" y="420"/>
                  </a:lnTo>
                  <a:lnTo>
                    <a:pt x="3600" y="271"/>
                  </a:lnTo>
                  <a:cubicBezTo>
                    <a:pt x="3600" y="186"/>
                    <a:pt x="3600" y="101"/>
                    <a:pt x="3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6"/>
            <p:cNvSpPr/>
            <p:nvPr/>
          </p:nvSpPr>
          <p:spPr>
            <a:xfrm>
              <a:off x="1409946" y="2520567"/>
              <a:ext cx="91975" cy="225964"/>
            </a:xfrm>
            <a:custGeom>
              <a:rect b="b" l="l" r="r" t="t"/>
              <a:pathLst>
                <a:path extrusionOk="0" h="2275" w="926">
                  <a:moveTo>
                    <a:pt x="85" y="1"/>
                  </a:moveTo>
                  <a:lnTo>
                    <a:pt x="69" y="21"/>
                  </a:lnTo>
                  <a:cubicBezTo>
                    <a:pt x="32" y="37"/>
                    <a:pt x="16" y="53"/>
                    <a:pt x="16" y="85"/>
                  </a:cubicBezTo>
                  <a:cubicBezTo>
                    <a:pt x="32" y="186"/>
                    <a:pt x="16" y="287"/>
                    <a:pt x="16" y="388"/>
                  </a:cubicBezTo>
                  <a:lnTo>
                    <a:pt x="16" y="590"/>
                  </a:lnTo>
                  <a:lnTo>
                    <a:pt x="16" y="708"/>
                  </a:lnTo>
                  <a:cubicBezTo>
                    <a:pt x="16" y="877"/>
                    <a:pt x="16" y="1063"/>
                    <a:pt x="0" y="1249"/>
                  </a:cubicBezTo>
                  <a:cubicBezTo>
                    <a:pt x="0" y="1265"/>
                    <a:pt x="0" y="1265"/>
                    <a:pt x="16" y="1265"/>
                  </a:cubicBezTo>
                  <a:cubicBezTo>
                    <a:pt x="16" y="1265"/>
                    <a:pt x="32" y="1265"/>
                    <a:pt x="32" y="1249"/>
                  </a:cubicBezTo>
                  <a:cubicBezTo>
                    <a:pt x="49" y="1063"/>
                    <a:pt x="49" y="877"/>
                    <a:pt x="32" y="708"/>
                  </a:cubicBezTo>
                  <a:lnTo>
                    <a:pt x="32" y="590"/>
                  </a:lnTo>
                  <a:cubicBezTo>
                    <a:pt x="32" y="526"/>
                    <a:pt x="32" y="457"/>
                    <a:pt x="49" y="388"/>
                  </a:cubicBezTo>
                  <a:cubicBezTo>
                    <a:pt x="49" y="287"/>
                    <a:pt x="49" y="186"/>
                    <a:pt x="32" y="69"/>
                  </a:cubicBezTo>
                  <a:cubicBezTo>
                    <a:pt x="32" y="53"/>
                    <a:pt x="49" y="53"/>
                    <a:pt x="69" y="37"/>
                  </a:cubicBezTo>
                  <a:lnTo>
                    <a:pt x="85" y="37"/>
                  </a:lnTo>
                  <a:cubicBezTo>
                    <a:pt x="150" y="102"/>
                    <a:pt x="202" y="170"/>
                    <a:pt x="251" y="239"/>
                  </a:cubicBezTo>
                  <a:cubicBezTo>
                    <a:pt x="372" y="405"/>
                    <a:pt x="505" y="574"/>
                    <a:pt x="654" y="728"/>
                  </a:cubicBezTo>
                  <a:cubicBezTo>
                    <a:pt x="824" y="910"/>
                    <a:pt x="893" y="1095"/>
                    <a:pt x="877" y="1366"/>
                  </a:cubicBezTo>
                  <a:lnTo>
                    <a:pt x="877" y="1855"/>
                  </a:lnTo>
                  <a:lnTo>
                    <a:pt x="877" y="2004"/>
                  </a:lnTo>
                  <a:lnTo>
                    <a:pt x="877" y="2089"/>
                  </a:lnTo>
                  <a:cubicBezTo>
                    <a:pt x="856" y="2158"/>
                    <a:pt x="840" y="2206"/>
                    <a:pt x="877" y="2275"/>
                  </a:cubicBezTo>
                  <a:lnTo>
                    <a:pt x="893" y="2275"/>
                  </a:lnTo>
                  <a:cubicBezTo>
                    <a:pt x="909" y="2275"/>
                    <a:pt x="909" y="2259"/>
                    <a:pt x="909" y="2259"/>
                  </a:cubicBezTo>
                  <a:cubicBezTo>
                    <a:pt x="877" y="2206"/>
                    <a:pt x="877" y="2158"/>
                    <a:pt x="893" y="2105"/>
                  </a:cubicBezTo>
                  <a:cubicBezTo>
                    <a:pt x="893" y="2073"/>
                    <a:pt x="909" y="2041"/>
                    <a:pt x="909" y="2004"/>
                  </a:cubicBezTo>
                  <a:lnTo>
                    <a:pt x="909" y="1855"/>
                  </a:lnTo>
                  <a:cubicBezTo>
                    <a:pt x="893" y="1685"/>
                    <a:pt x="893" y="1536"/>
                    <a:pt x="909" y="1382"/>
                  </a:cubicBezTo>
                  <a:cubicBezTo>
                    <a:pt x="925" y="1095"/>
                    <a:pt x="856" y="893"/>
                    <a:pt x="675" y="708"/>
                  </a:cubicBezTo>
                  <a:cubicBezTo>
                    <a:pt x="521" y="558"/>
                    <a:pt x="404" y="388"/>
                    <a:pt x="271" y="223"/>
                  </a:cubicBezTo>
                  <a:cubicBezTo>
                    <a:pt x="218" y="154"/>
                    <a:pt x="150" y="85"/>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6"/>
            <p:cNvSpPr/>
            <p:nvPr/>
          </p:nvSpPr>
          <p:spPr>
            <a:xfrm>
              <a:off x="1292743" y="1348929"/>
              <a:ext cx="5264" cy="73600"/>
            </a:xfrm>
            <a:custGeom>
              <a:rect b="b" l="l" r="r" t="t"/>
              <a:pathLst>
                <a:path extrusionOk="0" h="741" w="53">
                  <a:moveTo>
                    <a:pt x="17" y="1"/>
                  </a:moveTo>
                  <a:cubicBezTo>
                    <a:pt x="0" y="1"/>
                    <a:pt x="0" y="1"/>
                    <a:pt x="0" y="17"/>
                  </a:cubicBezTo>
                  <a:cubicBezTo>
                    <a:pt x="17" y="134"/>
                    <a:pt x="17" y="251"/>
                    <a:pt x="17" y="368"/>
                  </a:cubicBezTo>
                  <a:lnTo>
                    <a:pt x="17" y="570"/>
                  </a:lnTo>
                  <a:lnTo>
                    <a:pt x="17" y="623"/>
                  </a:lnTo>
                  <a:cubicBezTo>
                    <a:pt x="17" y="655"/>
                    <a:pt x="17" y="688"/>
                    <a:pt x="37" y="740"/>
                  </a:cubicBezTo>
                  <a:lnTo>
                    <a:pt x="53" y="740"/>
                  </a:lnTo>
                  <a:lnTo>
                    <a:pt x="53" y="724"/>
                  </a:lnTo>
                  <a:cubicBezTo>
                    <a:pt x="37" y="688"/>
                    <a:pt x="37" y="655"/>
                    <a:pt x="53" y="623"/>
                  </a:cubicBezTo>
                  <a:lnTo>
                    <a:pt x="53" y="570"/>
                  </a:lnTo>
                  <a:cubicBezTo>
                    <a:pt x="37" y="506"/>
                    <a:pt x="37" y="437"/>
                    <a:pt x="53" y="368"/>
                  </a:cubicBezTo>
                  <a:cubicBezTo>
                    <a:pt x="53" y="251"/>
                    <a:pt x="53" y="134"/>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6"/>
            <p:cNvSpPr/>
            <p:nvPr/>
          </p:nvSpPr>
          <p:spPr>
            <a:xfrm>
              <a:off x="1921470" y="3296593"/>
              <a:ext cx="132102" cy="225567"/>
            </a:xfrm>
            <a:custGeom>
              <a:rect b="b" l="l" r="r" t="t"/>
              <a:pathLst>
                <a:path extrusionOk="0" h="2271" w="1330">
                  <a:moveTo>
                    <a:pt x="69" y="0"/>
                  </a:moveTo>
                  <a:cubicBezTo>
                    <a:pt x="69" y="0"/>
                    <a:pt x="49" y="0"/>
                    <a:pt x="49" y="17"/>
                  </a:cubicBezTo>
                  <a:cubicBezTo>
                    <a:pt x="1" y="134"/>
                    <a:pt x="49" y="219"/>
                    <a:pt x="118" y="303"/>
                  </a:cubicBezTo>
                  <a:cubicBezTo>
                    <a:pt x="287" y="489"/>
                    <a:pt x="473" y="671"/>
                    <a:pt x="623" y="873"/>
                  </a:cubicBezTo>
                  <a:lnTo>
                    <a:pt x="776" y="1026"/>
                  </a:lnTo>
                  <a:cubicBezTo>
                    <a:pt x="825" y="1095"/>
                    <a:pt x="893" y="1176"/>
                    <a:pt x="958" y="1245"/>
                  </a:cubicBezTo>
                  <a:cubicBezTo>
                    <a:pt x="1043" y="1346"/>
                    <a:pt x="1128" y="1447"/>
                    <a:pt x="1213" y="1548"/>
                  </a:cubicBezTo>
                  <a:cubicBezTo>
                    <a:pt x="1281" y="1616"/>
                    <a:pt x="1297" y="1681"/>
                    <a:pt x="1297" y="1766"/>
                  </a:cubicBezTo>
                  <a:lnTo>
                    <a:pt x="1297" y="1952"/>
                  </a:lnTo>
                  <a:cubicBezTo>
                    <a:pt x="1297" y="2053"/>
                    <a:pt x="1297" y="2154"/>
                    <a:pt x="1261" y="2255"/>
                  </a:cubicBezTo>
                  <a:cubicBezTo>
                    <a:pt x="1261" y="2255"/>
                    <a:pt x="1261" y="2271"/>
                    <a:pt x="1281" y="2271"/>
                  </a:cubicBezTo>
                  <a:lnTo>
                    <a:pt x="1297" y="2255"/>
                  </a:lnTo>
                  <a:cubicBezTo>
                    <a:pt x="1330" y="2154"/>
                    <a:pt x="1330" y="2053"/>
                    <a:pt x="1314" y="1952"/>
                  </a:cubicBezTo>
                  <a:lnTo>
                    <a:pt x="1314" y="1766"/>
                  </a:lnTo>
                  <a:cubicBezTo>
                    <a:pt x="1330" y="1665"/>
                    <a:pt x="1297" y="1600"/>
                    <a:pt x="1229" y="1515"/>
                  </a:cubicBezTo>
                  <a:cubicBezTo>
                    <a:pt x="1144" y="1430"/>
                    <a:pt x="1059" y="1329"/>
                    <a:pt x="978" y="1228"/>
                  </a:cubicBezTo>
                  <a:cubicBezTo>
                    <a:pt x="910" y="1160"/>
                    <a:pt x="857" y="1075"/>
                    <a:pt x="792" y="1010"/>
                  </a:cubicBezTo>
                  <a:cubicBezTo>
                    <a:pt x="740" y="958"/>
                    <a:pt x="691" y="909"/>
                    <a:pt x="655" y="857"/>
                  </a:cubicBezTo>
                  <a:cubicBezTo>
                    <a:pt x="489" y="655"/>
                    <a:pt x="320" y="469"/>
                    <a:pt x="134" y="287"/>
                  </a:cubicBezTo>
                  <a:cubicBezTo>
                    <a:pt x="69" y="202"/>
                    <a:pt x="33" y="134"/>
                    <a:pt x="85"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6"/>
            <p:cNvSpPr/>
            <p:nvPr/>
          </p:nvSpPr>
          <p:spPr>
            <a:xfrm>
              <a:off x="669181" y="2935447"/>
              <a:ext cx="145809" cy="179083"/>
            </a:xfrm>
            <a:custGeom>
              <a:rect b="b" l="l" r="r" t="t"/>
              <a:pathLst>
                <a:path extrusionOk="0" h="1803" w="1468">
                  <a:moveTo>
                    <a:pt x="1447" y="1"/>
                  </a:moveTo>
                  <a:cubicBezTo>
                    <a:pt x="1346" y="49"/>
                    <a:pt x="1229" y="102"/>
                    <a:pt x="1112" y="134"/>
                  </a:cubicBezTo>
                  <a:cubicBezTo>
                    <a:pt x="841" y="235"/>
                    <a:pt x="591" y="336"/>
                    <a:pt x="320" y="437"/>
                  </a:cubicBezTo>
                  <a:cubicBezTo>
                    <a:pt x="1" y="554"/>
                    <a:pt x="1" y="570"/>
                    <a:pt x="1" y="910"/>
                  </a:cubicBezTo>
                  <a:lnTo>
                    <a:pt x="1" y="1516"/>
                  </a:lnTo>
                  <a:lnTo>
                    <a:pt x="1" y="1782"/>
                  </a:lnTo>
                  <a:cubicBezTo>
                    <a:pt x="1" y="1802"/>
                    <a:pt x="1" y="1802"/>
                    <a:pt x="17" y="1802"/>
                  </a:cubicBezTo>
                  <a:cubicBezTo>
                    <a:pt x="17" y="1802"/>
                    <a:pt x="33" y="1802"/>
                    <a:pt x="33" y="1782"/>
                  </a:cubicBezTo>
                  <a:lnTo>
                    <a:pt x="17" y="1516"/>
                  </a:lnTo>
                  <a:cubicBezTo>
                    <a:pt x="17" y="1314"/>
                    <a:pt x="17" y="1112"/>
                    <a:pt x="33" y="910"/>
                  </a:cubicBezTo>
                  <a:cubicBezTo>
                    <a:pt x="33" y="590"/>
                    <a:pt x="33" y="590"/>
                    <a:pt x="320" y="469"/>
                  </a:cubicBezTo>
                  <a:cubicBezTo>
                    <a:pt x="591" y="368"/>
                    <a:pt x="861" y="267"/>
                    <a:pt x="1112" y="166"/>
                  </a:cubicBezTo>
                  <a:cubicBezTo>
                    <a:pt x="1229" y="118"/>
                    <a:pt x="1346" y="85"/>
                    <a:pt x="1467" y="33"/>
                  </a:cubicBezTo>
                  <a:lnTo>
                    <a:pt x="1467" y="17"/>
                  </a:lnTo>
                  <a:cubicBezTo>
                    <a:pt x="1467" y="17"/>
                    <a:pt x="1467" y="1"/>
                    <a:pt x="14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6"/>
            <p:cNvSpPr/>
            <p:nvPr/>
          </p:nvSpPr>
          <p:spPr>
            <a:xfrm>
              <a:off x="1444810" y="1703221"/>
              <a:ext cx="3675" cy="75189"/>
            </a:xfrm>
            <a:custGeom>
              <a:rect b="b" l="l" r="r" t="t"/>
              <a:pathLst>
                <a:path extrusionOk="0" h="757" w="37">
                  <a:moveTo>
                    <a:pt x="21" y="1"/>
                  </a:moveTo>
                  <a:cubicBezTo>
                    <a:pt x="1" y="170"/>
                    <a:pt x="1" y="320"/>
                    <a:pt x="1" y="473"/>
                  </a:cubicBezTo>
                  <a:lnTo>
                    <a:pt x="1" y="740"/>
                  </a:lnTo>
                  <a:cubicBezTo>
                    <a:pt x="1" y="740"/>
                    <a:pt x="1" y="756"/>
                    <a:pt x="21" y="756"/>
                  </a:cubicBezTo>
                  <a:lnTo>
                    <a:pt x="21" y="740"/>
                  </a:lnTo>
                  <a:cubicBezTo>
                    <a:pt x="37" y="639"/>
                    <a:pt x="37" y="554"/>
                    <a:pt x="21" y="473"/>
                  </a:cubicBezTo>
                  <a:cubicBezTo>
                    <a:pt x="21" y="320"/>
                    <a:pt x="21" y="170"/>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6"/>
            <p:cNvSpPr/>
            <p:nvPr/>
          </p:nvSpPr>
          <p:spPr>
            <a:xfrm>
              <a:off x="1443220" y="2241761"/>
              <a:ext cx="5264" cy="75090"/>
            </a:xfrm>
            <a:custGeom>
              <a:rect b="b" l="l" r="r" t="t"/>
              <a:pathLst>
                <a:path extrusionOk="0" h="756" w="53">
                  <a:moveTo>
                    <a:pt x="53" y="0"/>
                  </a:moveTo>
                  <a:cubicBezTo>
                    <a:pt x="37" y="0"/>
                    <a:pt x="37" y="16"/>
                    <a:pt x="37" y="16"/>
                  </a:cubicBezTo>
                  <a:cubicBezTo>
                    <a:pt x="17" y="133"/>
                    <a:pt x="17" y="251"/>
                    <a:pt x="17" y="368"/>
                  </a:cubicBezTo>
                  <a:lnTo>
                    <a:pt x="17" y="606"/>
                  </a:lnTo>
                  <a:lnTo>
                    <a:pt x="17" y="654"/>
                  </a:lnTo>
                  <a:cubicBezTo>
                    <a:pt x="17" y="687"/>
                    <a:pt x="17" y="707"/>
                    <a:pt x="0" y="739"/>
                  </a:cubicBezTo>
                  <a:lnTo>
                    <a:pt x="0" y="755"/>
                  </a:lnTo>
                  <a:lnTo>
                    <a:pt x="37" y="755"/>
                  </a:lnTo>
                  <a:cubicBezTo>
                    <a:pt x="53" y="723"/>
                    <a:pt x="53" y="687"/>
                    <a:pt x="37" y="638"/>
                  </a:cubicBezTo>
                  <a:lnTo>
                    <a:pt x="37" y="606"/>
                  </a:lnTo>
                  <a:cubicBezTo>
                    <a:pt x="53" y="521"/>
                    <a:pt x="53" y="453"/>
                    <a:pt x="37" y="368"/>
                  </a:cubicBezTo>
                  <a:cubicBezTo>
                    <a:pt x="37" y="251"/>
                    <a:pt x="37" y="133"/>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6"/>
            <p:cNvSpPr/>
            <p:nvPr/>
          </p:nvSpPr>
          <p:spPr>
            <a:xfrm>
              <a:off x="1794334" y="3625955"/>
              <a:ext cx="6853" cy="72011"/>
            </a:xfrm>
            <a:custGeom>
              <a:rect b="b" l="l" r="r" t="t"/>
              <a:pathLst>
                <a:path extrusionOk="0" h="725" w="69">
                  <a:moveTo>
                    <a:pt x="53" y="1"/>
                  </a:moveTo>
                  <a:cubicBezTo>
                    <a:pt x="36" y="1"/>
                    <a:pt x="36" y="1"/>
                    <a:pt x="36" y="17"/>
                  </a:cubicBezTo>
                  <a:cubicBezTo>
                    <a:pt x="16" y="118"/>
                    <a:pt x="16" y="235"/>
                    <a:pt x="16" y="336"/>
                  </a:cubicBezTo>
                  <a:lnTo>
                    <a:pt x="16" y="538"/>
                  </a:lnTo>
                  <a:lnTo>
                    <a:pt x="16" y="587"/>
                  </a:lnTo>
                  <a:cubicBezTo>
                    <a:pt x="16" y="623"/>
                    <a:pt x="36" y="655"/>
                    <a:pt x="0" y="688"/>
                  </a:cubicBezTo>
                  <a:cubicBezTo>
                    <a:pt x="0" y="708"/>
                    <a:pt x="0" y="708"/>
                    <a:pt x="16" y="708"/>
                  </a:cubicBezTo>
                  <a:lnTo>
                    <a:pt x="16" y="724"/>
                  </a:lnTo>
                  <a:lnTo>
                    <a:pt x="36" y="708"/>
                  </a:lnTo>
                  <a:cubicBezTo>
                    <a:pt x="53" y="672"/>
                    <a:pt x="53" y="623"/>
                    <a:pt x="53" y="587"/>
                  </a:cubicBezTo>
                  <a:lnTo>
                    <a:pt x="53" y="538"/>
                  </a:lnTo>
                  <a:lnTo>
                    <a:pt x="53" y="336"/>
                  </a:lnTo>
                  <a:cubicBezTo>
                    <a:pt x="53" y="235"/>
                    <a:pt x="36"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6"/>
            <p:cNvSpPr/>
            <p:nvPr/>
          </p:nvSpPr>
          <p:spPr>
            <a:xfrm>
              <a:off x="669181" y="2778216"/>
              <a:ext cx="150577" cy="162198"/>
            </a:xfrm>
            <a:custGeom>
              <a:rect b="b" l="l" r="r" t="t"/>
              <a:pathLst>
                <a:path extrusionOk="0" h="1633" w="1516">
                  <a:moveTo>
                    <a:pt x="1447" y="0"/>
                  </a:moveTo>
                  <a:cubicBezTo>
                    <a:pt x="1265" y="53"/>
                    <a:pt x="1079" y="133"/>
                    <a:pt x="894" y="218"/>
                  </a:cubicBezTo>
                  <a:cubicBezTo>
                    <a:pt x="740" y="287"/>
                    <a:pt x="607" y="356"/>
                    <a:pt x="457" y="404"/>
                  </a:cubicBezTo>
                  <a:cubicBezTo>
                    <a:pt x="389" y="420"/>
                    <a:pt x="336" y="457"/>
                    <a:pt x="271" y="489"/>
                  </a:cubicBezTo>
                  <a:cubicBezTo>
                    <a:pt x="219" y="505"/>
                    <a:pt x="170" y="537"/>
                    <a:pt x="102" y="558"/>
                  </a:cubicBezTo>
                  <a:cubicBezTo>
                    <a:pt x="33" y="590"/>
                    <a:pt x="1" y="622"/>
                    <a:pt x="1" y="691"/>
                  </a:cubicBezTo>
                  <a:lnTo>
                    <a:pt x="1" y="1515"/>
                  </a:lnTo>
                  <a:cubicBezTo>
                    <a:pt x="1" y="1547"/>
                    <a:pt x="17" y="1584"/>
                    <a:pt x="33" y="1632"/>
                  </a:cubicBezTo>
                  <a:lnTo>
                    <a:pt x="53" y="1632"/>
                  </a:lnTo>
                  <a:lnTo>
                    <a:pt x="235" y="1567"/>
                  </a:lnTo>
                  <a:cubicBezTo>
                    <a:pt x="372" y="1515"/>
                    <a:pt x="506" y="1446"/>
                    <a:pt x="659" y="1398"/>
                  </a:cubicBezTo>
                  <a:cubicBezTo>
                    <a:pt x="724" y="1366"/>
                    <a:pt x="809" y="1329"/>
                    <a:pt x="877" y="1313"/>
                  </a:cubicBezTo>
                  <a:cubicBezTo>
                    <a:pt x="1043" y="1228"/>
                    <a:pt x="1213" y="1164"/>
                    <a:pt x="1382" y="1111"/>
                  </a:cubicBezTo>
                  <a:cubicBezTo>
                    <a:pt x="1483" y="1079"/>
                    <a:pt x="1516" y="1026"/>
                    <a:pt x="1516" y="909"/>
                  </a:cubicBezTo>
                  <a:lnTo>
                    <a:pt x="1516" y="638"/>
                  </a:lnTo>
                  <a:cubicBezTo>
                    <a:pt x="1516" y="505"/>
                    <a:pt x="1516" y="372"/>
                    <a:pt x="1500" y="234"/>
                  </a:cubicBezTo>
                  <a:cubicBezTo>
                    <a:pt x="1500" y="234"/>
                    <a:pt x="1500" y="218"/>
                    <a:pt x="1483" y="218"/>
                  </a:cubicBezTo>
                  <a:lnTo>
                    <a:pt x="1467" y="234"/>
                  </a:lnTo>
                  <a:cubicBezTo>
                    <a:pt x="1483" y="372"/>
                    <a:pt x="1483" y="505"/>
                    <a:pt x="1483" y="638"/>
                  </a:cubicBezTo>
                  <a:lnTo>
                    <a:pt x="1483" y="909"/>
                  </a:lnTo>
                  <a:cubicBezTo>
                    <a:pt x="1500" y="1010"/>
                    <a:pt x="1467" y="1042"/>
                    <a:pt x="1382" y="1079"/>
                  </a:cubicBezTo>
                  <a:cubicBezTo>
                    <a:pt x="1197" y="1143"/>
                    <a:pt x="1027" y="1212"/>
                    <a:pt x="877" y="1281"/>
                  </a:cubicBezTo>
                  <a:cubicBezTo>
                    <a:pt x="793" y="1313"/>
                    <a:pt x="724" y="1345"/>
                    <a:pt x="639" y="1382"/>
                  </a:cubicBezTo>
                  <a:cubicBezTo>
                    <a:pt x="506" y="1430"/>
                    <a:pt x="356" y="1483"/>
                    <a:pt x="219" y="1547"/>
                  </a:cubicBezTo>
                  <a:lnTo>
                    <a:pt x="53" y="1616"/>
                  </a:lnTo>
                  <a:cubicBezTo>
                    <a:pt x="33" y="1567"/>
                    <a:pt x="17" y="1547"/>
                    <a:pt x="17" y="1515"/>
                  </a:cubicBezTo>
                  <a:cubicBezTo>
                    <a:pt x="33" y="1228"/>
                    <a:pt x="33" y="962"/>
                    <a:pt x="17" y="691"/>
                  </a:cubicBezTo>
                  <a:cubicBezTo>
                    <a:pt x="17" y="638"/>
                    <a:pt x="53" y="606"/>
                    <a:pt x="118" y="590"/>
                  </a:cubicBezTo>
                  <a:cubicBezTo>
                    <a:pt x="170" y="558"/>
                    <a:pt x="235" y="537"/>
                    <a:pt x="288" y="505"/>
                  </a:cubicBezTo>
                  <a:cubicBezTo>
                    <a:pt x="336" y="473"/>
                    <a:pt x="405" y="457"/>
                    <a:pt x="473" y="420"/>
                  </a:cubicBezTo>
                  <a:cubicBezTo>
                    <a:pt x="607" y="372"/>
                    <a:pt x="760" y="303"/>
                    <a:pt x="894" y="255"/>
                  </a:cubicBezTo>
                  <a:cubicBezTo>
                    <a:pt x="1079" y="170"/>
                    <a:pt x="1265" y="85"/>
                    <a:pt x="1467" y="16"/>
                  </a:cubicBezTo>
                  <a:lnTo>
                    <a:pt x="14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6"/>
            <p:cNvSpPr/>
            <p:nvPr/>
          </p:nvSpPr>
          <p:spPr>
            <a:xfrm>
              <a:off x="1643857" y="3160220"/>
              <a:ext cx="6853" cy="72706"/>
            </a:xfrm>
            <a:custGeom>
              <a:rect b="b" l="l" r="r" t="t"/>
              <a:pathLst>
                <a:path extrusionOk="0" h="732" w="69">
                  <a:moveTo>
                    <a:pt x="49" y="1"/>
                  </a:moveTo>
                  <a:cubicBezTo>
                    <a:pt x="44" y="1"/>
                    <a:pt x="37" y="8"/>
                    <a:pt x="37" y="8"/>
                  </a:cubicBezTo>
                  <a:cubicBezTo>
                    <a:pt x="16" y="125"/>
                    <a:pt x="16" y="246"/>
                    <a:pt x="16" y="363"/>
                  </a:cubicBezTo>
                  <a:lnTo>
                    <a:pt x="16" y="582"/>
                  </a:lnTo>
                  <a:lnTo>
                    <a:pt x="16" y="630"/>
                  </a:lnTo>
                  <a:cubicBezTo>
                    <a:pt x="16" y="650"/>
                    <a:pt x="37" y="683"/>
                    <a:pt x="16" y="715"/>
                  </a:cubicBezTo>
                  <a:cubicBezTo>
                    <a:pt x="0" y="715"/>
                    <a:pt x="0" y="715"/>
                    <a:pt x="16" y="731"/>
                  </a:cubicBezTo>
                  <a:lnTo>
                    <a:pt x="37" y="715"/>
                  </a:lnTo>
                  <a:cubicBezTo>
                    <a:pt x="53" y="683"/>
                    <a:pt x="53" y="650"/>
                    <a:pt x="53" y="614"/>
                  </a:cubicBezTo>
                  <a:lnTo>
                    <a:pt x="53" y="582"/>
                  </a:lnTo>
                  <a:lnTo>
                    <a:pt x="53" y="363"/>
                  </a:lnTo>
                  <a:cubicBezTo>
                    <a:pt x="53" y="246"/>
                    <a:pt x="53" y="125"/>
                    <a:pt x="69" y="8"/>
                  </a:cubicBezTo>
                  <a:lnTo>
                    <a:pt x="53" y="8"/>
                  </a:lnTo>
                  <a:cubicBezTo>
                    <a:pt x="53" y="3"/>
                    <a:pt x="51"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6"/>
            <p:cNvSpPr/>
            <p:nvPr/>
          </p:nvSpPr>
          <p:spPr>
            <a:xfrm>
              <a:off x="1443220" y="2602808"/>
              <a:ext cx="5264" cy="71911"/>
            </a:xfrm>
            <a:custGeom>
              <a:rect b="b" l="l" r="r" t="t"/>
              <a:pathLst>
                <a:path extrusionOk="0" h="724" w="53">
                  <a:moveTo>
                    <a:pt x="17" y="1"/>
                  </a:moveTo>
                  <a:lnTo>
                    <a:pt x="17" y="267"/>
                  </a:lnTo>
                  <a:cubicBezTo>
                    <a:pt x="17" y="421"/>
                    <a:pt x="17" y="554"/>
                    <a:pt x="0" y="708"/>
                  </a:cubicBezTo>
                  <a:cubicBezTo>
                    <a:pt x="0" y="708"/>
                    <a:pt x="0" y="724"/>
                    <a:pt x="17" y="724"/>
                  </a:cubicBezTo>
                  <a:cubicBezTo>
                    <a:pt x="17" y="724"/>
                    <a:pt x="37" y="724"/>
                    <a:pt x="37" y="708"/>
                  </a:cubicBezTo>
                  <a:cubicBezTo>
                    <a:pt x="53" y="554"/>
                    <a:pt x="53" y="421"/>
                    <a:pt x="37" y="26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6"/>
            <p:cNvSpPr/>
            <p:nvPr/>
          </p:nvSpPr>
          <p:spPr>
            <a:xfrm>
              <a:off x="687655" y="1933953"/>
              <a:ext cx="132102" cy="192293"/>
            </a:xfrm>
            <a:custGeom>
              <a:rect b="b" l="l" r="r" t="t"/>
              <a:pathLst>
                <a:path extrusionOk="0" h="1936" w="1330">
                  <a:moveTo>
                    <a:pt x="1261" y="1"/>
                  </a:moveTo>
                  <a:lnTo>
                    <a:pt x="1261" y="17"/>
                  </a:lnTo>
                  <a:cubicBezTo>
                    <a:pt x="1297" y="219"/>
                    <a:pt x="1297" y="251"/>
                    <a:pt x="1160" y="320"/>
                  </a:cubicBezTo>
                  <a:cubicBezTo>
                    <a:pt x="1059" y="372"/>
                    <a:pt x="958" y="437"/>
                    <a:pt x="857" y="489"/>
                  </a:cubicBezTo>
                  <a:cubicBezTo>
                    <a:pt x="691" y="590"/>
                    <a:pt x="506" y="691"/>
                    <a:pt x="320" y="776"/>
                  </a:cubicBezTo>
                  <a:cubicBezTo>
                    <a:pt x="304" y="792"/>
                    <a:pt x="271" y="809"/>
                    <a:pt x="251" y="825"/>
                  </a:cubicBezTo>
                  <a:cubicBezTo>
                    <a:pt x="203" y="857"/>
                    <a:pt x="170" y="877"/>
                    <a:pt x="102" y="893"/>
                  </a:cubicBezTo>
                  <a:cubicBezTo>
                    <a:pt x="49" y="910"/>
                    <a:pt x="1" y="942"/>
                    <a:pt x="1" y="1027"/>
                  </a:cubicBezTo>
                  <a:lnTo>
                    <a:pt x="1" y="1362"/>
                  </a:lnTo>
                  <a:cubicBezTo>
                    <a:pt x="1" y="1548"/>
                    <a:pt x="1" y="1750"/>
                    <a:pt x="17" y="1936"/>
                  </a:cubicBezTo>
                  <a:lnTo>
                    <a:pt x="49" y="1936"/>
                  </a:lnTo>
                  <a:cubicBezTo>
                    <a:pt x="17" y="1750"/>
                    <a:pt x="33" y="1548"/>
                    <a:pt x="33" y="1362"/>
                  </a:cubicBezTo>
                  <a:lnTo>
                    <a:pt x="33" y="1027"/>
                  </a:lnTo>
                  <a:cubicBezTo>
                    <a:pt x="33" y="958"/>
                    <a:pt x="69" y="926"/>
                    <a:pt x="118" y="926"/>
                  </a:cubicBezTo>
                  <a:cubicBezTo>
                    <a:pt x="170" y="910"/>
                    <a:pt x="219" y="877"/>
                    <a:pt x="271" y="841"/>
                  </a:cubicBezTo>
                  <a:cubicBezTo>
                    <a:pt x="287" y="825"/>
                    <a:pt x="304" y="825"/>
                    <a:pt x="336" y="809"/>
                  </a:cubicBezTo>
                  <a:cubicBezTo>
                    <a:pt x="522" y="708"/>
                    <a:pt x="708" y="607"/>
                    <a:pt x="877" y="506"/>
                  </a:cubicBezTo>
                  <a:lnTo>
                    <a:pt x="1180" y="352"/>
                  </a:lnTo>
                  <a:cubicBezTo>
                    <a:pt x="1314" y="271"/>
                    <a:pt x="1330" y="235"/>
                    <a:pt x="1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6"/>
            <p:cNvSpPr/>
            <p:nvPr/>
          </p:nvSpPr>
          <p:spPr>
            <a:xfrm>
              <a:off x="2080390" y="2529009"/>
              <a:ext cx="106774" cy="279401"/>
            </a:xfrm>
            <a:custGeom>
              <a:rect b="b" l="l" r="r" t="t"/>
              <a:pathLst>
                <a:path extrusionOk="0" h="2813" w="1075">
                  <a:moveTo>
                    <a:pt x="65" y="0"/>
                  </a:moveTo>
                  <a:cubicBezTo>
                    <a:pt x="33" y="37"/>
                    <a:pt x="33" y="69"/>
                    <a:pt x="33" y="101"/>
                  </a:cubicBezTo>
                  <a:lnTo>
                    <a:pt x="33" y="118"/>
                  </a:lnTo>
                  <a:lnTo>
                    <a:pt x="33" y="255"/>
                  </a:lnTo>
                  <a:cubicBezTo>
                    <a:pt x="33" y="320"/>
                    <a:pt x="49" y="388"/>
                    <a:pt x="33" y="457"/>
                  </a:cubicBezTo>
                  <a:cubicBezTo>
                    <a:pt x="0" y="744"/>
                    <a:pt x="65" y="994"/>
                    <a:pt x="251" y="1265"/>
                  </a:cubicBezTo>
                  <a:cubicBezTo>
                    <a:pt x="368" y="1431"/>
                    <a:pt x="489" y="1616"/>
                    <a:pt x="590" y="1802"/>
                  </a:cubicBezTo>
                  <a:cubicBezTo>
                    <a:pt x="707" y="1988"/>
                    <a:pt x="824" y="2174"/>
                    <a:pt x="942" y="2339"/>
                  </a:cubicBezTo>
                  <a:cubicBezTo>
                    <a:pt x="1043" y="2493"/>
                    <a:pt x="1043" y="2626"/>
                    <a:pt x="1010" y="2796"/>
                  </a:cubicBezTo>
                  <a:lnTo>
                    <a:pt x="1010" y="2812"/>
                  </a:lnTo>
                  <a:lnTo>
                    <a:pt x="1026" y="2812"/>
                  </a:lnTo>
                  <a:cubicBezTo>
                    <a:pt x="1075" y="2626"/>
                    <a:pt x="1075" y="2493"/>
                    <a:pt x="958" y="2323"/>
                  </a:cubicBezTo>
                  <a:cubicBezTo>
                    <a:pt x="841" y="2158"/>
                    <a:pt x="723" y="1972"/>
                    <a:pt x="622" y="1786"/>
                  </a:cubicBezTo>
                  <a:cubicBezTo>
                    <a:pt x="505" y="1600"/>
                    <a:pt x="388" y="1414"/>
                    <a:pt x="267" y="1249"/>
                  </a:cubicBezTo>
                  <a:cubicBezTo>
                    <a:pt x="85" y="978"/>
                    <a:pt x="17" y="724"/>
                    <a:pt x="65" y="473"/>
                  </a:cubicBezTo>
                  <a:lnTo>
                    <a:pt x="65" y="255"/>
                  </a:lnTo>
                  <a:cubicBezTo>
                    <a:pt x="65" y="219"/>
                    <a:pt x="49" y="170"/>
                    <a:pt x="65" y="118"/>
                  </a:cubicBezTo>
                  <a:lnTo>
                    <a:pt x="65" y="101"/>
                  </a:lnTo>
                  <a:cubicBezTo>
                    <a:pt x="49" y="69"/>
                    <a:pt x="49" y="37"/>
                    <a:pt x="85" y="17"/>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6"/>
            <p:cNvSpPr/>
            <p:nvPr/>
          </p:nvSpPr>
          <p:spPr>
            <a:xfrm>
              <a:off x="1264237" y="3251797"/>
              <a:ext cx="210768" cy="153656"/>
            </a:xfrm>
            <a:custGeom>
              <a:rect b="b" l="l" r="r" t="t"/>
              <a:pathLst>
                <a:path extrusionOk="0" h="1547" w="2122">
                  <a:moveTo>
                    <a:pt x="1438" y="1"/>
                  </a:moveTo>
                  <a:cubicBezTo>
                    <a:pt x="1421" y="1"/>
                    <a:pt x="1403" y="5"/>
                    <a:pt x="1382" y="11"/>
                  </a:cubicBezTo>
                  <a:lnTo>
                    <a:pt x="1148" y="80"/>
                  </a:lnTo>
                  <a:cubicBezTo>
                    <a:pt x="809" y="197"/>
                    <a:pt x="457" y="314"/>
                    <a:pt x="102" y="435"/>
                  </a:cubicBezTo>
                  <a:cubicBezTo>
                    <a:pt x="21" y="451"/>
                    <a:pt x="1" y="516"/>
                    <a:pt x="1" y="585"/>
                  </a:cubicBezTo>
                  <a:lnTo>
                    <a:pt x="1" y="1223"/>
                  </a:lnTo>
                  <a:lnTo>
                    <a:pt x="1" y="1477"/>
                  </a:lnTo>
                  <a:lnTo>
                    <a:pt x="37" y="1477"/>
                  </a:lnTo>
                  <a:lnTo>
                    <a:pt x="37" y="1223"/>
                  </a:lnTo>
                  <a:lnTo>
                    <a:pt x="37" y="585"/>
                  </a:lnTo>
                  <a:cubicBezTo>
                    <a:pt x="37" y="516"/>
                    <a:pt x="53" y="484"/>
                    <a:pt x="122" y="451"/>
                  </a:cubicBezTo>
                  <a:cubicBezTo>
                    <a:pt x="473" y="350"/>
                    <a:pt x="829" y="233"/>
                    <a:pt x="1164" y="112"/>
                  </a:cubicBezTo>
                  <a:lnTo>
                    <a:pt x="1382" y="31"/>
                  </a:lnTo>
                  <a:cubicBezTo>
                    <a:pt x="1435" y="31"/>
                    <a:pt x="1467" y="31"/>
                    <a:pt x="1499" y="64"/>
                  </a:cubicBezTo>
                  <a:cubicBezTo>
                    <a:pt x="1617" y="148"/>
                    <a:pt x="1738" y="266"/>
                    <a:pt x="1839" y="367"/>
                  </a:cubicBezTo>
                  <a:cubicBezTo>
                    <a:pt x="1903" y="451"/>
                    <a:pt x="1988" y="536"/>
                    <a:pt x="2073" y="601"/>
                  </a:cubicBezTo>
                  <a:cubicBezTo>
                    <a:pt x="2089" y="617"/>
                    <a:pt x="2089" y="637"/>
                    <a:pt x="2089" y="670"/>
                  </a:cubicBezTo>
                  <a:lnTo>
                    <a:pt x="2089" y="920"/>
                  </a:lnTo>
                  <a:lnTo>
                    <a:pt x="2089" y="1425"/>
                  </a:lnTo>
                  <a:cubicBezTo>
                    <a:pt x="2089" y="1445"/>
                    <a:pt x="2073" y="1461"/>
                    <a:pt x="2073" y="1494"/>
                  </a:cubicBezTo>
                  <a:cubicBezTo>
                    <a:pt x="2073" y="1494"/>
                    <a:pt x="2073" y="1510"/>
                    <a:pt x="2057" y="1526"/>
                  </a:cubicBezTo>
                  <a:lnTo>
                    <a:pt x="2073" y="1546"/>
                  </a:lnTo>
                  <a:lnTo>
                    <a:pt x="2089" y="1526"/>
                  </a:lnTo>
                  <a:lnTo>
                    <a:pt x="2089" y="1494"/>
                  </a:lnTo>
                  <a:cubicBezTo>
                    <a:pt x="2105" y="1477"/>
                    <a:pt x="2105" y="1461"/>
                    <a:pt x="2105" y="1425"/>
                  </a:cubicBezTo>
                  <a:cubicBezTo>
                    <a:pt x="2121" y="1259"/>
                    <a:pt x="2121" y="1090"/>
                    <a:pt x="2121" y="920"/>
                  </a:cubicBezTo>
                  <a:lnTo>
                    <a:pt x="2121" y="670"/>
                  </a:lnTo>
                  <a:cubicBezTo>
                    <a:pt x="2121" y="637"/>
                    <a:pt x="2121" y="601"/>
                    <a:pt x="2089" y="585"/>
                  </a:cubicBezTo>
                  <a:cubicBezTo>
                    <a:pt x="2004" y="500"/>
                    <a:pt x="1919" y="435"/>
                    <a:pt x="1855" y="350"/>
                  </a:cubicBezTo>
                  <a:cubicBezTo>
                    <a:pt x="1754" y="249"/>
                    <a:pt x="1637" y="132"/>
                    <a:pt x="1516" y="31"/>
                  </a:cubicBezTo>
                  <a:cubicBezTo>
                    <a:pt x="1486" y="9"/>
                    <a:pt x="1463" y="1"/>
                    <a:pt x="1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6"/>
            <p:cNvSpPr/>
            <p:nvPr/>
          </p:nvSpPr>
          <p:spPr>
            <a:xfrm>
              <a:off x="610678" y="3050664"/>
              <a:ext cx="1689" cy="75487"/>
            </a:xfrm>
            <a:custGeom>
              <a:rect b="b" l="l" r="r" t="t"/>
              <a:pathLst>
                <a:path extrusionOk="0" h="760" w="17">
                  <a:moveTo>
                    <a:pt x="0" y="0"/>
                  </a:moveTo>
                  <a:lnTo>
                    <a:pt x="0" y="743"/>
                  </a:lnTo>
                  <a:lnTo>
                    <a:pt x="0" y="760"/>
                  </a:lnTo>
                  <a:cubicBezTo>
                    <a:pt x="16" y="760"/>
                    <a:pt x="16" y="743"/>
                    <a:pt x="16" y="743"/>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6"/>
            <p:cNvSpPr/>
            <p:nvPr/>
          </p:nvSpPr>
          <p:spPr>
            <a:xfrm>
              <a:off x="2081979" y="3370888"/>
              <a:ext cx="105185" cy="358762"/>
            </a:xfrm>
            <a:custGeom>
              <a:rect b="b" l="l" r="r" t="t"/>
              <a:pathLst>
                <a:path extrusionOk="0" h="3612" w="1059">
                  <a:moveTo>
                    <a:pt x="55" y="1"/>
                  </a:moveTo>
                  <a:cubicBezTo>
                    <a:pt x="49" y="1"/>
                    <a:pt x="49" y="8"/>
                    <a:pt x="49" y="8"/>
                  </a:cubicBezTo>
                  <a:cubicBezTo>
                    <a:pt x="1" y="125"/>
                    <a:pt x="17" y="262"/>
                    <a:pt x="17" y="379"/>
                  </a:cubicBezTo>
                  <a:lnTo>
                    <a:pt x="17" y="581"/>
                  </a:lnTo>
                  <a:cubicBezTo>
                    <a:pt x="17" y="614"/>
                    <a:pt x="33" y="630"/>
                    <a:pt x="69" y="666"/>
                  </a:cubicBezTo>
                  <a:lnTo>
                    <a:pt x="170" y="783"/>
                  </a:lnTo>
                  <a:cubicBezTo>
                    <a:pt x="372" y="1018"/>
                    <a:pt x="590" y="1272"/>
                    <a:pt x="792" y="1507"/>
                  </a:cubicBezTo>
                  <a:cubicBezTo>
                    <a:pt x="808" y="1523"/>
                    <a:pt x="825" y="1559"/>
                    <a:pt x="841" y="1575"/>
                  </a:cubicBezTo>
                  <a:cubicBezTo>
                    <a:pt x="893" y="1624"/>
                    <a:pt x="926" y="1692"/>
                    <a:pt x="994" y="1725"/>
                  </a:cubicBezTo>
                  <a:cubicBezTo>
                    <a:pt x="1010" y="1741"/>
                    <a:pt x="1010" y="1761"/>
                    <a:pt x="1010" y="1793"/>
                  </a:cubicBezTo>
                  <a:cubicBezTo>
                    <a:pt x="1010" y="1979"/>
                    <a:pt x="1027" y="2145"/>
                    <a:pt x="1027" y="2331"/>
                  </a:cubicBezTo>
                  <a:lnTo>
                    <a:pt x="1027" y="2872"/>
                  </a:lnTo>
                  <a:lnTo>
                    <a:pt x="1027" y="3207"/>
                  </a:lnTo>
                  <a:lnTo>
                    <a:pt x="1027" y="3409"/>
                  </a:lnTo>
                  <a:lnTo>
                    <a:pt x="1027" y="3425"/>
                  </a:lnTo>
                  <a:cubicBezTo>
                    <a:pt x="1027" y="3494"/>
                    <a:pt x="1027" y="3542"/>
                    <a:pt x="978" y="3579"/>
                  </a:cubicBezTo>
                  <a:lnTo>
                    <a:pt x="978" y="3611"/>
                  </a:lnTo>
                  <a:lnTo>
                    <a:pt x="994" y="3611"/>
                  </a:lnTo>
                  <a:cubicBezTo>
                    <a:pt x="1059" y="3559"/>
                    <a:pt x="1059" y="3494"/>
                    <a:pt x="1059" y="3425"/>
                  </a:cubicBezTo>
                  <a:lnTo>
                    <a:pt x="1059" y="3409"/>
                  </a:lnTo>
                  <a:lnTo>
                    <a:pt x="1059" y="3207"/>
                  </a:lnTo>
                  <a:lnTo>
                    <a:pt x="1059" y="2872"/>
                  </a:lnTo>
                  <a:cubicBezTo>
                    <a:pt x="1059" y="2702"/>
                    <a:pt x="1043" y="2516"/>
                    <a:pt x="1043" y="2331"/>
                  </a:cubicBezTo>
                  <a:lnTo>
                    <a:pt x="1043" y="1793"/>
                  </a:lnTo>
                  <a:cubicBezTo>
                    <a:pt x="1043" y="1777"/>
                    <a:pt x="1043" y="1725"/>
                    <a:pt x="1010" y="1708"/>
                  </a:cubicBezTo>
                  <a:cubicBezTo>
                    <a:pt x="942" y="1676"/>
                    <a:pt x="909" y="1624"/>
                    <a:pt x="857" y="1559"/>
                  </a:cubicBezTo>
                  <a:cubicBezTo>
                    <a:pt x="841" y="1539"/>
                    <a:pt x="825" y="1507"/>
                    <a:pt x="808" y="1490"/>
                  </a:cubicBezTo>
                  <a:cubicBezTo>
                    <a:pt x="606" y="1256"/>
                    <a:pt x="388" y="1002"/>
                    <a:pt x="186" y="767"/>
                  </a:cubicBezTo>
                  <a:lnTo>
                    <a:pt x="101" y="650"/>
                  </a:lnTo>
                  <a:lnTo>
                    <a:pt x="85" y="630"/>
                  </a:lnTo>
                  <a:cubicBezTo>
                    <a:pt x="69" y="614"/>
                    <a:pt x="49" y="598"/>
                    <a:pt x="49" y="581"/>
                  </a:cubicBezTo>
                  <a:lnTo>
                    <a:pt x="49" y="379"/>
                  </a:lnTo>
                  <a:cubicBezTo>
                    <a:pt x="33" y="262"/>
                    <a:pt x="33" y="145"/>
                    <a:pt x="69" y="24"/>
                  </a:cubicBezTo>
                  <a:lnTo>
                    <a:pt x="69" y="8"/>
                  </a:lnTo>
                  <a:cubicBezTo>
                    <a:pt x="62" y="2"/>
                    <a:pt x="58" y="1"/>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6"/>
            <p:cNvSpPr/>
            <p:nvPr/>
          </p:nvSpPr>
          <p:spPr>
            <a:xfrm>
              <a:off x="1819563" y="3650885"/>
              <a:ext cx="4966" cy="70322"/>
            </a:xfrm>
            <a:custGeom>
              <a:rect b="b" l="l" r="r" t="t"/>
              <a:pathLst>
                <a:path extrusionOk="0" h="708" w="50">
                  <a:moveTo>
                    <a:pt x="33" y="0"/>
                  </a:moveTo>
                  <a:lnTo>
                    <a:pt x="17" y="17"/>
                  </a:lnTo>
                  <a:cubicBezTo>
                    <a:pt x="1" y="118"/>
                    <a:pt x="1" y="235"/>
                    <a:pt x="17" y="356"/>
                  </a:cubicBezTo>
                  <a:lnTo>
                    <a:pt x="17" y="558"/>
                  </a:lnTo>
                  <a:lnTo>
                    <a:pt x="17" y="606"/>
                  </a:lnTo>
                  <a:cubicBezTo>
                    <a:pt x="17" y="639"/>
                    <a:pt x="17" y="659"/>
                    <a:pt x="1" y="691"/>
                  </a:cubicBezTo>
                  <a:lnTo>
                    <a:pt x="1" y="707"/>
                  </a:lnTo>
                  <a:lnTo>
                    <a:pt x="17" y="707"/>
                  </a:lnTo>
                  <a:cubicBezTo>
                    <a:pt x="49" y="675"/>
                    <a:pt x="33" y="639"/>
                    <a:pt x="33" y="606"/>
                  </a:cubicBezTo>
                  <a:lnTo>
                    <a:pt x="33" y="558"/>
                  </a:lnTo>
                  <a:lnTo>
                    <a:pt x="33" y="356"/>
                  </a:lnTo>
                  <a:cubicBezTo>
                    <a:pt x="33" y="235"/>
                    <a:pt x="33" y="134"/>
                    <a:pt x="49" y="17"/>
                  </a:cubicBezTo>
                  <a:cubicBezTo>
                    <a:pt x="49" y="17"/>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6"/>
            <p:cNvSpPr/>
            <p:nvPr/>
          </p:nvSpPr>
          <p:spPr>
            <a:xfrm>
              <a:off x="687655" y="3609169"/>
              <a:ext cx="132102" cy="125249"/>
            </a:xfrm>
            <a:custGeom>
              <a:rect b="b" l="l" r="r" t="t"/>
              <a:pathLst>
                <a:path extrusionOk="0" h="1261" w="1330">
                  <a:moveTo>
                    <a:pt x="1314" y="0"/>
                  </a:moveTo>
                  <a:cubicBezTo>
                    <a:pt x="857" y="117"/>
                    <a:pt x="437" y="235"/>
                    <a:pt x="17" y="388"/>
                  </a:cubicBezTo>
                  <a:lnTo>
                    <a:pt x="1" y="388"/>
                  </a:lnTo>
                  <a:lnTo>
                    <a:pt x="1" y="1244"/>
                  </a:lnTo>
                  <a:cubicBezTo>
                    <a:pt x="1" y="1261"/>
                    <a:pt x="17" y="1261"/>
                    <a:pt x="17" y="1261"/>
                  </a:cubicBezTo>
                  <a:cubicBezTo>
                    <a:pt x="17" y="1261"/>
                    <a:pt x="33" y="1261"/>
                    <a:pt x="33" y="1244"/>
                  </a:cubicBezTo>
                  <a:lnTo>
                    <a:pt x="33" y="404"/>
                  </a:lnTo>
                  <a:cubicBezTo>
                    <a:pt x="453" y="271"/>
                    <a:pt x="877" y="134"/>
                    <a:pt x="1314" y="16"/>
                  </a:cubicBezTo>
                  <a:cubicBezTo>
                    <a:pt x="1330" y="16"/>
                    <a:pt x="1330" y="16"/>
                    <a:pt x="1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6"/>
            <p:cNvSpPr/>
            <p:nvPr/>
          </p:nvSpPr>
          <p:spPr>
            <a:xfrm>
              <a:off x="1739308" y="2644524"/>
              <a:ext cx="162198" cy="274137"/>
            </a:xfrm>
            <a:custGeom>
              <a:rect b="b" l="l" r="r" t="t"/>
              <a:pathLst>
                <a:path extrusionOk="0" h="2760" w="1633">
                  <a:moveTo>
                    <a:pt x="49" y="1"/>
                  </a:moveTo>
                  <a:cubicBezTo>
                    <a:pt x="1" y="33"/>
                    <a:pt x="1" y="86"/>
                    <a:pt x="1" y="134"/>
                  </a:cubicBezTo>
                  <a:lnTo>
                    <a:pt x="1" y="150"/>
                  </a:lnTo>
                  <a:cubicBezTo>
                    <a:pt x="1" y="692"/>
                    <a:pt x="1" y="708"/>
                    <a:pt x="336" y="1112"/>
                  </a:cubicBezTo>
                  <a:lnTo>
                    <a:pt x="352" y="1128"/>
                  </a:lnTo>
                  <a:cubicBezTo>
                    <a:pt x="469" y="1298"/>
                    <a:pt x="607" y="1479"/>
                    <a:pt x="740" y="1649"/>
                  </a:cubicBezTo>
                  <a:cubicBezTo>
                    <a:pt x="910" y="1867"/>
                    <a:pt x="1095" y="2106"/>
                    <a:pt x="1277" y="2340"/>
                  </a:cubicBezTo>
                  <a:cubicBezTo>
                    <a:pt x="1314" y="2372"/>
                    <a:pt x="1346" y="2425"/>
                    <a:pt x="1378" y="2473"/>
                  </a:cubicBezTo>
                  <a:cubicBezTo>
                    <a:pt x="1447" y="2574"/>
                    <a:pt x="1516" y="2675"/>
                    <a:pt x="1616" y="2760"/>
                  </a:cubicBezTo>
                  <a:lnTo>
                    <a:pt x="1633" y="2760"/>
                  </a:lnTo>
                  <a:lnTo>
                    <a:pt x="1633" y="2744"/>
                  </a:lnTo>
                  <a:cubicBezTo>
                    <a:pt x="1532" y="2659"/>
                    <a:pt x="1463" y="2558"/>
                    <a:pt x="1398" y="2457"/>
                  </a:cubicBezTo>
                  <a:cubicBezTo>
                    <a:pt x="1362" y="2409"/>
                    <a:pt x="1330" y="2356"/>
                    <a:pt x="1297" y="2324"/>
                  </a:cubicBezTo>
                  <a:cubicBezTo>
                    <a:pt x="1112" y="2085"/>
                    <a:pt x="926" y="1851"/>
                    <a:pt x="756" y="1633"/>
                  </a:cubicBezTo>
                  <a:cubicBezTo>
                    <a:pt x="639" y="1463"/>
                    <a:pt x="506" y="1277"/>
                    <a:pt x="368" y="1112"/>
                  </a:cubicBezTo>
                  <a:lnTo>
                    <a:pt x="352" y="1096"/>
                  </a:lnTo>
                  <a:cubicBezTo>
                    <a:pt x="33" y="692"/>
                    <a:pt x="33" y="692"/>
                    <a:pt x="33" y="150"/>
                  </a:cubicBezTo>
                  <a:lnTo>
                    <a:pt x="33" y="134"/>
                  </a:lnTo>
                  <a:cubicBezTo>
                    <a:pt x="33" y="86"/>
                    <a:pt x="33" y="49"/>
                    <a:pt x="65" y="33"/>
                  </a:cubicBezTo>
                  <a:lnTo>
                    <a:pt x="65" y="17"/>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6"/>
            <p:cNvSpPr/>
            <p:nvPr/>
          </p:nvSpPr>
          <p:spPr>
            <a:xfrm>
              <a:off x="1518608" y="3670253"/>
              <a:ext cx="76778" cy="64164"/>
            </a:xfrm>
            <a:custGeom>
              <a:rect b="b" l="l" r="r" t="t"/>
              <a:pathLst>
                <a:path extrusionOk="0" h="646" w="773">
                  <a:moveTo>
                    <a:pt x="18" y="0"/>
                  </a:moveTo>
                  <a:cubicBezTo>
                    <a:pt x="17" y="0"/>
                    <a:pt x="17" y="2"/>
                    <a:pt x="17" y="7"/>
                  </a:cubicBezTo>
                  <a:cubicBezTo>
                    <a:pt x="1" y="7"/>
                    <a:pt x="1" y="7"/>
                    <a:pt x="1" y="24"/>
                  </a:cubicBezTo>
                  <a:cubicBezTo>
                    <a:pt x="17" y="92"/>
                    <a:pt x="65" y="141"/>
                    <a:pt x="134" y="193"/>
                  </a:cubicBezTo>
                  <a:cubicBezTo>
                    <a:pt x="304" y="310"/>
                    <a:pt x="469" y="444"/>
                    <a:pt x="623" y="581"/>
                  </a:cubicBezTo>
                  <a:lnTo>
                    <a:pt x="655" y="613"/>
                  </a:lnTo>
                  <a:cubicBezTo>
                    <a:pt x="692" y="646"/>
                    <a:pt x="708" y="646"/>
                    <a:pt x="740" y="646"/>
                  </a:cubicBezTo>
                  <a:lnTo>
                    <a:pt x="756" y="646"/>
                  </a:lnTo>
                  <a:cubicBezTo>
                    <a:pt x="756" y="646"/>
                    <a:pt x="772" y="646"/>
                    <a:pt x="772" y="629"/>
                  </a:cubicBezTo>
                  <a:lnTo>
                    <a:pt x="756" y="613"/>
                  </a:lnTo>
                  <a:lnTo>
                    <a:pt x="740" y="613"/>
                  </a:lnTo>
                  <a:cubicBezTo>
                    <a:pt x="724" y="613"/>
                    <a:pt x="708" y="613"/>
                    <a:pt x="692" y="597"/>
                  </a:cubicBezTo>
                  <a:lnTo>
                    <a:pt x="639" y="565"/>
                  </a:lnTo>
                  <a:cubicBezTo>
                    <a:pt x="490" y="428"/>
                    <a:pt x="320" y="278"/>
                    <a:pt x="150" y="177"/>
                  </a:cubicBezTo>
                  <a:cubicBezTo>
                    <a:pt x="86" y="125"/>
                    <a:pt x="49" y="76"/>
                    <a:pt x="33" y="7"/>
                  </a:cubicBezTo>
                  <a:cubicBezTo>
                    <a:pt x="22" y="7"/>
                    <a:pt x="19"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6"/>
            <p:cNvSpPr/>
            <p:nvPr/>
          </p:nvSpPr>
          <p:spPr>
            <a:xfrm>
              <a:off x="517114" y="2199548"/>
              <a:ext cx="123759" cy="185936"/>
            </a:xfrm>
            <a:custGeom>
              <a:rect b="b" l="l" r="r" t="t"/>
              <a:pathLst>
                <a:path extrusionOk="0" h="1872" w="1246">
                  <a:moveTo>
                    <a:pt x="1229" y="1"/>
                  </a:moveTo>
                  <a:cubicBezTo>
                    <a:pt x="1160" y="122"/>
                    <a:pt x="1180" y="255"/>
                    <a:pt x="1197" y="324"/>
                  </a:cubicBezTo>
                  <a:cubicBezTo>
                    <a:pt x="1213" y="490"/>
                    <a:pt x="1213" y="643"/>
                    <a:pt x="1197" y="793"/>
                  </a:cubicBezTo>
                  <a:cubicBezTo>
                    <a:pt x="1197" y="930"/>
                    <a:pt x="1197" y="1063"/>
                    <a:pt x="1213" y="1197"/>
                  </a:cubicBezTo>
                  <a:cubicBezTo>
                    <a:pt x="1213" y="1249"/>
                    <a:pt x="1197" y="1281"/>
                    <a:pt x="1144" y="1298"/>
                  </a:cubicBezTo>
                  <a:cubicBezTo>
                    <a:pt x="910" y="1399"/>
                    <a:pt x="675" y="1516"/>
                    <a:pt x="453" y="1637"/>
                  </a:cubicBezTo>
                  <a:cubicBezTo>
                    <a:pt x="320" y="1702"/>
                    <a:pt x="170" y="1786"/>
                    <a:pt x="17" y="1855"/>
                  </a:cubicBezTo>
                  <a:cubicBezTo>
                    <a:pt x="1" y="1855"/>
                    <a:pt x="1" y="1855"/>
                    <a:pt x="1" y="1871"/>
                  </a:cubicBezTo>
                  <a:lnTo>
                    <a:pt x="17" y="1871"/>
                  </a:lnTo>
                  <a:cubicBezTo>
                    <a:pt x="170" y="1803"/>
                    <a:pt x="320" y="1718"/>
                    <a:pt x="473" y="1653"/>
                  </a:cubicBezTo>
                  <a:cubicBezTo>
                    <a:pt x="692" y="1536"/>
                    <a:pt x="926" y="1415"/>
                    <a:pt x="1160" y="1314"/>
                  </a:cubicBezTo>
                  <a:cubicBezTo>
                    <a:pt x="1213" y="1298"/>
                    <a:pt x="1245" y="1249"/>
                    <a:pt x="1229" y="1197"/>
                  </a:cubicBezTo>
                  <a:lnTo>
                    <a:pt x="1229" y="809"/>
                  </a:lnTo>
                  <a:cubicBezTo>
                    <a:pt x="1229" y="643"/>
                    <a:pt x="1229" y="474"/>
                    <a:pt x="1213" y="324"/>
                  </a:cubicBezTo>
                  <a:cubicBezTo>
                    <a:pt x="1213" y="255"/>
                    <a:pt x="1197" y="122"/>
                    <a:pt x="1245" y="21"/>
                  </a:cubicBezTo>
                  <a:lnTo>
                    <a:pt x="12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6"/>
            <p:cNvSpPr/>
            <p:nvPr/>
          </p:nvSpPr>
          <p:spPr>
            <a:xfrm>
              <a:off x="574127" y="2748120"/>
              <a:ext cx="4867" cy="71911"/>
            </a:xfrm>
            <a:custGeom>
              <a:rect b="b" l="l" r="r" t="t"/>
              <a:pathLst>
                <a:path extrusionOk="0" h="724" w="49">
                  <a:moveTo>
                    <a:pt x="17" y="0"/>
                  </a:moveTo>
                  <a:cubicBezTo>
                    <a:pt x="0" y="0"/>
                    <a:pt x="0" y="16"/>
                    <a:pt x="0" y="16"/>
                  </a:cubicBezTo>
                  <a:cubicBezTo>
                    <a:pt x="17" y="133"/>
                    <a:pt x="17" y="255"/>
                    <a:pt x="17" y="356"/>
                  </a:cubicBezTo>
                  <a:lnTo>
                    <a:pt x="17" y="574"/>
                  </a:lnTo>
                  <a:lnTo>
                    <a:pt x="17" y="606"/>
                  </a:lnTo>
                  <a:cubicBezTo>
                    <a:pt x="17" y="638"/>
                    <a:pt x="17" y="691"/>
                    <a:pt x="33" y="723"/>
                  </a:cubicBezTo>
                  <a:lnTo>
                    <a:pt x="49" y="723"/>
                  </a:lnTo>
                  <a:lnTo>
                    <a:pt x="49" y="707"/>
                  </a:lnTo>
                  <a:cubicBezTo>
                    <a:pt x="33" y="675"/>
                    <a:pt x="33" y="638"/>
                    <a:pt x="33" y="606"/>
                  </a:cubicBezTo>
                  <a:lnTo>
                    <a:pt x="33" y="574"/>
                  </a:lnTo>
                  <a:lnTo>
                    <a:pt x="33" y="356"/>
                  </a:lnTo>
                  <a:cubicBezTo>
                    <a:pt x="33" y="255"/>
                    <a:pt x="49" y="133"/>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6"/>
            <p:cNvSpPr/>
            <p:nvPr/>
          </p:nvSpPr>
          <p:spPr>
            <a:xfrm>
              <a:off x="1411536" y="2164387"/>
              <a:ext cx="90386" cy="239572"/>
            </a:xfrm>
            <a:custGeom>
              <a:rect b="b" l="l" r="r" t="t"/>
              <a:pathLst>
                <a:path extrusionOk="0" h="2412" w="910">
                  <a:moveTo>
                    <a:pt x="49" y="0"/>
                  </a:moveTo>
                  <a:cubicBezTo>
                    <a:pt x="38" y="0"/>
                    <a:pt x="28" y="1"/>
                    <a:pt x="16" y="3"/>
                  </a:cubicBezTo>
                  <a:cubicBezTo>
                    <a:pt x="16" y="3"/>
                    <a:pt x="0" y="20"/>
                    <a:pt x="16" y="20"/>
                  </a:cubicBezTo>
                  <a:lnTo>
                    <a:pt x="16" y="238"/>
                  </a:lnTo>
                  <a:cubicBezTo>
                    <a:pt x="0" y="274"/>
                    <a:pt x="0" y="323"/>
                    <a:pt x="0" y="355"/>
                  </a:cubicBezTo>
                  <a:lnTo>
                    <a:pt x="0" y="710"/>
                  </a:lnTo>
                  <a:lnTo>
                    <a:pt x="0" y="1131"/>
                  </a:lnTo>
                  <a:cubicBezTo>
                    <a:pt x="0" y="1232"/>
                    <a:pt x="16" y="1300"/>
                    <a:pt x="69" y="1332"/>
                  </a:cubicBezTo>
                  <a:cubicBezTo>
                    <a:pt x="134" y="1365"/>
                    <a:pt x="170" y="1417"/>
                    <a:pt x="202" y="1466"/>
                  </a:cubicBezTo>
                  <a:cubicBezTo>
                    <a:pt x="218" y="1486"/>
                    <a:pt x="235" y="1502"/>
                    <a:pt x="255" y="1518"/>
                  </a:cubicBezTo>
                  <a:cubicBezTo>
                    <a:pt x="303" y="1567"/>
                    <a:pt x="336" y="1619"/>
                    <a:pt x="372" y="1668"/>
                  </a:cubicBezTo>
                  <a:cubicBezTo>
                    <a:pt x="436" y="1769"/>
                    <a:pt x="489" y="1854"/>
                    <a:pt x="590" y="1922"/>
                  </a:cubicBezTo>
                  <a:lnTo>
                    <a:pt x="606" y="1922"/>
                  </a:lnTo>
                  <a:lnTo>
                    <a:pt x="606" y="1890"/>
                  </a:lnTo>
                  <a:cubicBezTo>
                    <a:pt x="505" y="1837"/>
                    <a:pt x="457" y="1753"/>
                    <a:pt x="388" y="1668"/>
                  </a:cubicBezTo>
                  <a:cubicBezTo>
                    <a:pt x="356" y="1603"/>
                    <a:pt x="319" y="1551"/>
                    <a:pt x="271" y="1502"/>
                  </a:cubicBezTo>
                  <a:lnTo>
                    <a:pt x="218" y="1450"/>
                  </a:lnTo>
                  <a:cubicBezTo>
                    <a:pt x="186" y="1401"/>
                    <a:pt x="154" y="1349"/>
                    <a:pt x="85" y="1316"/>
                  </a:cubicBezTo>
                  <a:cubicBezTo>
                    <a:pt x="53" y="1284"/>
                    <a:pt x="16" y="1215"/>
                    <a:pt x="16" y="1131"/>
                  </a:cubicBezTo>
                  <a:cubicBezTo>
                    <a:pt x="33" y="997"/>
                    <a:pt x="33" y="844"/>
                    <a:pt x="33" y="710"/>
                  </a:cubicBezTo>
                  <a:lnTo>
                    <a:pt x="33" y="355"/>
                  </a:lnTo>
                  <a:lnTo>
                    <a:pt x="33" y="238"/>
                  </a:lnTo>
                  <a:cubicBezTo>
                    <a:pt x="33" y="173"/>
                    <a:pt x="53" y="104"/>
                    <a:pt x="33" y="36"/>
                  </a:cubicBezTo>
                  <a:cubicBezTo>
                    <a:pt x="45" y="33"/>
                    <a:pt x="56" y="32"/>
                    <a:pt x="65" y="32"/>
                  </a:cubicBezTo>
                  <a:cubicBezTo>
                    <a:pt x="112" y="32"/>
                    <a:pt x="137" y="61"/>
                    <a:pt x="154" y="104"/>
                  </a:cubicBezTo>
                  <a:lnTo>
                    <a:pt x="170" y="104"/>
                  </a:lnTo>
                  <a:cubicBezTo>
                    <a:pt x="271" y="254"/>
                    <a:pt x="388" y="407"/>
                    <a:pt x="489" y="557"/>
                  </a:cubicBezTo>
                  <a:cubicBezTo>
                    <a:pt x="590" y="710"/>
                    <a:pt x="707" y="860"/>
                    <a:pt x="808" y="1013"/>
                  </a:cubicBezTo>
                  <a:cubicBezTo>
                    <a:pt x="840" y="1046"/>
                    <a:pt x="861" y="1082"/>
                    <a:pt x="861" y="1114"/>
                  </a:cubicBezTo>
                  <a:lnTo>
                    <a:pt x="861" y="1466"/>
                  </a:lnTo>
                  <a:cubicBezTo>
                    <a:pt x="861" y="1668"/>
                    <a:pt x="877" y="1890"/>
                    <a:pt x="840" y="2108"/>
                  </a:cubicBezTo>
                  <a:cubicBezTo>
                    <a:pt x="840" y="2193"/>
                    <a:pt x="824" y="2294"/>
                    <a:pt x="877" y="2395"/>
                  </a:cubicBezTo>
                  <a:lnTo>
                    <a:pt x="893" y="2411"/>
                  </a:lnTo>
                  <a:cubicBezTo>
                    <a:pt x="893" y="2395"/>
                    <a:pt x="909" y="2395"/>
                    <a:pt x="893" y="2395"/>
                  </a:cubicBezTo>
                  <a:cubicBezTo>
                    <a:pt x="861" y="2294"/>
                    <a:pt x="861" y="2193"/>
                    <a:pt x="877" y="2108"/>
                  </a:cubicBezTo>
                  <a:cubicBezTo>
                    <a:pt x="893" y="1890"/>
                    <a:pt x="893" y="1668"/>
                    <a:pt x="893" y="1466"/>
                  </a:cubicBezTo>
                  <a:lnTo>
                    <a:pt x="893" y="1131"/>
                  </a:lnTo>
                  <a:cubicBezTo>
                    <a:pt x="893" y="1062"/>
                    <a:pt x="861" y="1030"/>
                    <a:pt x="824" y="997"/>
                  </a:cubicBezTo>
                  <a:cubicBezTo>
                    <a:pt x="723" y="844"/>
                    <a:pt x="622" y="694"/>
                    <a:pt x="505" y="541"/>
                  </a:cubicBezTo>
                  <a:cubicBezTo>
                    <a:pt x="404" y="391"/>
                    <a:pt x="287" y="238"/>
                    <a:pt x="186" y="88"/>
                  </a:cubicBezTo>
                  <a:cubicBezTo>
                    <a:pt x="158" y="43"/>
                    <a:pt x="115"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6"/>
            <p:cNvSpPr/>
            <p:nvPr/>
          </p:nvSpPr>
          <p:spPr>
            <a:xfrm>
              <a:off x="487019" y="1731727"/>
              <a:ext cx="153854" cy="172230"/>
            </a:xfrm>
            <a:custGeom>
              <a:rect b="b" l="l" r="r" t="t"/>
              <a:pathLst>
                <a:path extrusionOk="0" h="1734" w="1549">
                  <a:moveTo>
                    <a:pt x="1516" y="1"/>
                  </a:moveTo>
                  <a:lnTo>
                    <a:pt x="1500" y="17"/>
                  </a:lnTo>
                  <a:cubicBezTo>
                    <a:pt x="1516" y="186"/>
                    <a:pt x="1516" y="352"/>
                    <a:pt x="1516" y="522"/>
                  </a:cubicBezTo>
                  <a:cubicBezTo>
                    <a:pt x="1516" y="607"/>
                    <a:pt x="1500" y="691"/>
                    <a:pt x="1516" y="772"/>
                  </a:cubicBezTo>
                  <a:cubicBezTo>
                    <a:pt x="1516" y="825"/>
                    <a:pt x="1463" y="857"/>
                    <a:pt x="1415" y="873"/>
                  </a:cubicBezTo>
                  <a:lnTo>
                    <a:pt x="1415" y="893"/>
                  </a:lnTo>
                  <a:cubicBezTo>
                    <a:pt x="1043" y="1095"/>
                    <a:pt x="692" y="1314"/>
                    <a:pt x="336" y="1516"/>
                  </a:cubicBezTo>
                  <a:lnTo>
                    <a:pt x="1" y="1717"/>
                  </a:lnTo>
                  <a:lnTo>
                    <a:pt x="1" y="1734"/>
                  </a:lnTo>
                  <a:lnTo>
                    <a:pt x="17" y="1734"/>
                  </a:lnTo>
                  <a:lnTo>
                    <a:pt x="352" y="1548"/>
                  </a:lnTo>
                  <a:cubicBezTo>
                    <a:pt x="708" y="1330"/>
                    <a:pt x="1059" y="1128"/>
                    <a:pt x="1415" y="910"/>
                  </a:cubicBezTo>
                  <a:lnTo>
                    <a:pt x="1431" y="910"/>
                  </a:lnTo>
                  <a:cubicBezTo>
                    <a:pt x="1483" y="873"/>
                    <a:pt x="1532" y="841"/>
                    <a:pt x="1532" y="772"/>
                  </a:cubicBezTo>
                  <a:lnTo>
                    <a:pt x="1532" y="522"/>
                  </a:lnTo>
                  <a:cubicBezTo>
                    <a:pt x="1532" y="352"/>
                    <a:pt x="1548" y="186"/>
                    <a:pt x="1516" y="17"/>
                  </a:cubicBezTo>
                  <a:lnTo>
                    <a:pt x="15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6"/>
            <p:cNvSpPr/>
            <p:nvPr/>
          </p:nvSpPr>
          <p:spPr>
            <a:xfrm>
              <a:off x="610678" y="3358373"/>
              <a:ext cx="3675" cy="73500"/>
            </a:xfrm>
            <a:custGeom>
              <a:rect b="b" l="l" r="r" t="t"/>
              <a:pathLst>
                <a:path extrusionOk="0" h="740" w="37">
                  <a:moveTo>
                    <a:pt x="0" y="0"/>
                  </a:moveTo>
                  <a:lnTo>
                    <a:pt x="0" y="17"/>
                  </a:lnTo>
                  <a:cubicBezTo>
                    <a:pt x="16" y="303"/>
                    <a:pt x="16" y="522"/>
                    <a:pt x="0" y="724"/>
                  </a:cubicBezTo>
                  <a:lnTo>
                    <a:pt x="0" y="740"/>
                  </a:lnTo>
                  <a:cubicBezTo>
                    <a:pt x="16" y="740"/>
                    <a:pt x="16" y="724"/>
                    <a:pt x="16" y="724"/>
                  </a:cubicBezTo>
                  <a:cubicBezTo>
                    <a:pt x="36" y="522"/>
                    <a:pt x="36" y="303"/>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6"/>
            <p:cNvSpPr/>
            <p:nvPr/>
          </p:nvSpPr>
          <p:spPr>
            <a:xfrm>
              <a:off x="794827" y="2319930"/>
              <a:ext cx="3278" cy="70322"/>
            </a:xfrm>
            <a:custGeom>
              <a:rect b="b" l="l" r="r" t="t"/>
              <a:pathLst>
                <a:path extrusionOk="0" h="708" w="33">
                  <a:moveTo>
                    <a:pt x="0" y="1"/>
                  </a:moveTo>
                  <a:lnTo>
                    <a:pt x="0" y="21"/>
                  </a:lnTo>
                  <a:cubicBezTo>
                    <a:pt x="16" y="154"/>
                    <a:pt x="16" y="304"/>
                    <a:pt x="0" y="441"/>
                  </a:cubicBezTo>
                  <a:lnTo>
                    <a:pt x="0" y="692"/>
                  </a:lnTo>
                  <a:lnTo>
                    <a:pt x="16" y="708"/>
                  </a:lnTo>
                  <a:cubicBezTo>
                    <a:pt x="33" y="708"/>
                    <a:pt x="33" y="692"/>
                    <a:pt x="33" y="692"/>
                  </a:cubicBezTo>
                  <a:lnTo>
                    <a:pt x="33" y="441"/>
                  </a:lnTo>
                  <a:cubicBezTo>
                    <a:pt x="33" y="304"/>
                    <a:pt x="33" y="154"/>
                    <a:pt x="16" y="21"/>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6"/>
            <p:cNvSpPr/>
            <p:nvPr/>
          </p:nvSpPr>
          <p:spPr>
            <a:xfrm>
              <a:off x="1921470" y="3437038"/>
              <a:ext cx="132102" cy="212357"/>
            </a:xfrm>
            <a:custGeom>
              <a:rect b="b" l="l" r="r" t="t"/>
              <a:pathLst>
                <a:path extrusionOk="0" h="2138" w="1330">
                  <a:moveTo>
                    <a:pt x="49" y="0"/>
                  </a:moveTo>
                  <a:cubicBezTo>
                    <a:pt x="1" y="85"/>
                    <a:pt x="17" y="166"/>
                    <a:pt x="85" y="235"/>
                  </a:cubicBezTo>
                  <a:cubicBezTo>
                    <a:pt x="522" y="707"/>
                    <a:pt x="893" y="1111"/>
                    <a:pt x="1245" y="1479"/>
                  </a:cubicBezTo>
                  <a:lnTo>
                    <a:pt x="1261" y="1499"/>
                  </a:lnTo>
                  <a:cubicBezTo>
                    <a:pt x="1281" y="1499"/>
                    <a:pt x="1281" y="1515"/>
                    <a:pt x="1281" y="1531"/>
                  </a:cubicBezTo>
                  <a:lnTo>
                    <a:pt x="1281" y="1616"/>
                  </a:lnTo>
                  <a:cubicBezTo>
                    <a:pt x="1297" y="1782"/>
                    <a:pt x="1314" y="1951"/>
                    <a:pt x="1261" y="2121"/>
                  </a:cubicBezTo>
                  <a:lnTo>
                    <a:pt x="1281" y="2137"/>
                  </a:lnTo>
                  <a:lnTo>
                    <a:pt x="1297" y="2121"/>
                  </a:lnTo>
                  <a:cubicBezTo>
                    <a:pt x="1330" y="1951"/>
                    <a:pt x="1330" y="1782"/>
                    <a:pt x="1314" y="1616"/>
                  </a:cubicBezTo>
                  <a:lnTo>
                    <a:pt x="1314" y="1515"/>
                  </a:lnTo>
                  <a:cubicBezTo>
                    <a:pt x="1314" y="1499"/>
                    <a:pt x="1297" y="1479"/>
                    <a:pt x="1281" y="1463"/>
                  </a:cubicBezTo>
                  <a:lnTo>
                    <a:pt x="1261" y="1463"/>
                  </a:lnTo>
                  <a:cubicBezTo>
                    <a:pt x="910" y="1095"/>
                    <a:pt x="538" y="691"/>
                    <a:pt x="102" y="218"/>
                  </a:cubicBezTo>
                  <a:cubicBezTo>
                    <a:pt x="33" y="150"/>
                    <a:pt x="33" y="85"/>
                    <a:pt x="69" y="16"/>
                  </a:cubicBezTo>
                  <a:cubicBezTo>
                    <a:pt x="85" y="16"/>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6"/>
            <p:cNvSpPr/>
            <p:nvPr/>
          </p:nvSpPr>
          <p:spPr>
            <a:xfrm>
              <a:off x="856607" y="2612840"/>
              <a:ext cx="354392" cy="254073"/>
            </a:xfrm>
            <a:custGeom>
              <a:rect b="b" l="l" r="r" t="t"/>
              <a:pathLst>
                <a:path extrusionOk="0" h="2558" w="3568">
                  <a:moveTo>
                    <a:pt x="3519" y="1"/>
                  </a:moveTo>
                  <a:cubicBezTo>
                    <a:pt x="3499" y="1"/>
                    <a:pt x="3499" y="17"/>
                    <a:pt x="3499" y="17"/>
                  </a:cubicBezTo>
                  <a:cubicBezTo>
                    <a:pt x="3551" y="82"/>
                    <a:pt x="3535" y="150"/>
                    <a:pt x="3535" y="235"/>
                  </a:cubicBezTo>
                  <a:cubicBezTo>
                    <a:pt x="3519" y="267"/>
                    <a:pt x="3519" y="320"/>
                    <a:pt x="3519" y="352"/>
                  </a:cubicBezTo>
                  <a:cubicBezTo>
                    <a:pt x="3535" y="486"/>
                    <a:pt x="3535" y="623"/>
                    <a:pt x="3535" y="756"/>
                  </a:cubicBezTo>
                  <a:lnTo>
                    <a:pt x="3535" y="990"/>
                  </a:lnTo>
                  <a:cubicBezTo>
                    <a:pt x="3535" y="1091"/>
                    <a:pt x="3499" y="1128"/>
                    <a:pt x="3418" y="1160"/>
                  </a:cubicBezTo>
                  <a:cubicBezTo>
                    <a:pt x="2776" y="1415"/>
                    <a:pt x="2121" y="1681"/>
                    <a:pt x="1479" y="1936"/>
                  </a:cubicBezTo>
                  <a:cubicBezTo>
                    <a:pt x="1277" y="2021"/>
                    <a:pt x="1075" y="2101"/>
                    <a:pt x="873" y="2186"/>
                  </a:cubicBezTo>
                  <a:cubicBezTo>
                    <a:pt x="606" y="2303"/>
                    <a:pt x="319" y="2404"/>
                    <a:pt x="33" y="2526"/>
                  </a:cubicBezTo>
                  <a:lnTo>
                    <a:pt x="0" y="2526"/>
                  </a:lnTo>
                  <a:lnTo>
                    <a:pt x="0" y="2542"/>
                  </a:lnTo>
                  <a:lnTo>
                    <a:pt x="0" y="2558"/>
                  </a:lnTo>
                  <a:lnTo>
                    <a:pt x="49" y="2558"/>
                  </a:lnTo>
                  <a:cubicBezTo>
                    <a:pt x="336" y="2441"/>
                    <a:pt x="606" y="2324"/>
                    <a:pt x="893" y="2223"/>
                  </a:cubicBezTo>
                  <a:cubicBezTo>
                    <a:pt x="1095" y="2138"/>
                    <a:pt x="1297" y="2053"/>
                    <a:pt x="1499" y="1968"/>
                  </a:cubicBezTo>
                  <a:cubicBezTo>
                    <a:pt x="2121" y="1718"/>
                    <a:pt x="2776" y="1447"/>
                    <a:pt x="3434" y="1192"/>
                  </a:cubicBezTo>
                  <a:cubicBezTo>
                    <a:pt x="3535" y="1144"/>
                    <a:pt x="3567" y="1091"/>
                    <a:pt x="3551" y="990"/>
                  </a:cubicBezTo>
                  <a:cubicBezTo>
                    <a:pt x="3551" y="926"/>
                    <a:pt x="3551" y="841"/>
                    <a:pt x="3567" y="756"/>
                  </a:cubicBezTo>
                  <a:cubicBezTo>
                    <a:pt x="3567" y="623"/>
                    <a:pt x="3567" y="486"/>
                    <a:pt x="3551" y="352"/>
                  </a:cubicBezTo>
                  <a:lnTo>
                    <a:pt x="3551" y="235"/>
                  </a:lnTo>
                  <a:cubicBezTo>
                    <a:pt x="3567" y="150"/>
                    <a:pt x="3567" y="82"/>
                    <a:pt x="35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6"/>
            <p:cNvSpPr/>
            <p:nvPr/>
          </p:nvSpPr>
          <p:spPr>
            <a:xfrm>
              <a:off x="670770" y="1595454"/>
              <a:ext cx="147398" cy="198153"/>
            </a:xfrm>
            <a:custGeom>
              <a:rect b="b" l="l" r="r" t="t"/>
              <a:pathLst>
                <a:path extrusionOk="0" h="1995" w="1484">
                  <a:moveTo>
                    <a:pt x="1467" y="0"/>
                  </a:moveTo>
                  <a:cubicBezTo>
                    <a:pt x="1466" y="0"/>
                    <a:pt x="1462" y="7"/>
                    <a:pt x="1451" y="7"/>
                  </a:cubicBezTo>
                  <a:cubicBezTo>
                    <a:pt x="1451" y="60"/>
                    <a:pt x="1431" y="76"/>
                    <a:pt x="1399" y="92"/>
                  </a:cubicBezTo>
                  <a:cubicBezTo>
                    <a:pt x="1128" y="225"/>
                    <a:pt x="878" y="379"/>
                    <a:pt x="623" y="549"/>
                  </a:cubicBezTo>
                  <a:cubicBezTo>
                    <a:pt x="457" y="650"/>
                    <a:pt x="272" y="751"/>
                    <a:pt x="102" y="852"/>
                  </a:cubicBezTo>
                  <a:cubicBezTo>
                    <a:pt x="54" y="884"/>
                    <a:pt x="1" y="916"/>
                    <a:pt x="1" y="985"/>
                  </a:cubicBezTo>
                  <a:cubicBezTo>
                    <a:pt x="17" y="1171"/>
                    <a:pt x="17" y="1356"/>
                    <a:pt x="17" y="1538"/>
                  </a:cubicBezTo>
                  <a:lnTo>
                    <a:pt x="17" y="1910"/>
                  </a:lnTo>
                  <a:cubicBezTo>
                    <a:pt x="17" y="1926"/>
                    <a:pt x="17" y="1942"/>
                    <a:pt x="37" y="1962"/>
                  </a:cubicBezTo>
                  <a:lnTo>
                    <a:pt x="37" y="1979"/>
                  </a:lnTo>
                  <a:lnTo>
                    <a:pt x="54" y="1995"/>
                  </a:lnTo>
                  <a:lnTo>
                    <a:pt x="54" y="1979"/>
                  </a:lnTo>
                  <a:cubicBezTo>
                    <a:pt x="70" y="1979"/>
                    <a:pt x="70" y="1979"/>
                    <a:pt x="70" y="1962"/>
                  </a:cubicBezTo>
                  <a:cubicBezTo>
                    <a:pt x="54" y="1962"/>
                    <a:pt x="54" y="1962"/>
                    <a:pt x="54" y="1942"/>
                  </a:cubicBezTo>
                  <a:cubicBezTo>
                    <a:pt x="54" y="1926"/>
                    <a:pt x="37" y="1910"/>
                    <a:pt x="37" y="1910"/>
                  </a:cubicBezTo>
                  <a:lnTo>
                    <a:pt x="37" y="1538"/>
                  </a:lnTo>
                  <a:lnTo>
                    <a:pt x="37" y="985"/>
                  </a:lnTo>
                  <a:cubicBezTo>
                    <a:pt x="37" y="916"/>
                    <a:pt x="70" y="900"/>
                    <a:pt x="118" y="884"/>
                  </a:cubicBezTo>
                  <a:cubicBezTo>
                    <a:pt x="288" y="783"/>
                    <a:pt x="474" y="666"/>
                    <a:pt x="643" y="565"/>
                  </a:cubicBezTo>
                  <a:cubicBezTo>
                    <a:pt x="878" y="411"/>
                    <a:pt x="1148" y="246"/>
                    <a:pt x="1415" y="124"/>
                  </a:cubicBezTo>
                  <a:cubicBezTo>
                    <a:pt x="1451" y="92"/>
                    <a:pt x="1467" y="60"/>
                    <a:pt x="1484" y="23"/>
                  </a:cubicBezTo>
                  <a:cubicBezTo>
                    <a:pt x="1484" y="7"/>
                    <a:pt x="1484" y="7"/>
                    <a:pt x="1467" y="7"/>
                  </a:cubicBezTo>
                  <a:cubicBezTo>
                    <a:pt x="1467" y="2"/>
                    <a:pt x="1467" y="0"/>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6"/>
            <p:cNvSpPr/>
            <p:nvPr/>
          </p:nvSpPr>
          <p:spPr>
            <a:xfrm>
              <a:off x="935272" y="2584333"/>
              <a:ext cx="6456" cy="73600"/>
            </a:xfrm>
            <a:custGeom>
              <a:rect b="b" l="l" r="r" t="t"/>
              <a:pathLst>
                <a:path extrusionOk="0" h="741" w="65">
                  <a:moveTo>
                    <a:pt x="16" y="1"/>
                  </a:moveTo>
                  <a:lnTo>
                    <a:pt x="16" y="17"/>
                  </a:lnTo>
                  <a:lnTo>
                    <a:pt x="16" y="118"/>
                  </a:lnTo>
                  <a:cubicBezTo>
                    <a:pt x="32" y="320"/>
                    <a:pt x="49" y="522"/>
                    <a:pt x="0" y="724"/>
                  </a:cubicBezTo>
                  <a:lnTo>
                    <a:pt x="0" y="740"/>
                  </a:lnTo>
                  <a:lnTo>
                    <a:pt x="16" y="740"/>
                  </a:lnTo>
                  <a:cubicBezTo>
                    <a:pt x="65" y="522"/>
                    <a:pt x="49" y="320"/>
                    <a:pt x="49" y="118"/>
                  </a:cubicBezTo>
                  <a:cubicBezTo>
                    <a:pt x="32" y="86"/>
                    <a:pt x="32" y="49"/>
                    <a:pt x="32" y="17"/>
                  </a:cubicBezTo>
                  <a:cubicBezTo>
                    <a:pt x="32" y="1"/>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6"/>
            <p:cNvSpPr/>
            <p:nvPr/>
          </p:nvSpPr>
          <p:spPr>
            <a:xfrm>
              <a:off x="1413125" y="3007259"/>
              <a:ext cx="88797" cy="250895"/>
            </a:xfrm>
            <a:custGeom>
              <a:rect b="b" l="l" r="r" t="t"/>
              <a:pathLst>
                <a:path extrusionOk="0" h="2526" w="894">
                  <a:moveTo>
                    <a:pt x="37" y="1"/>
                  </a:moveTo>
                  <a:cubicBezTo>
                    <a:pt x="37" y="1"/>
                    <a:pt x="17" y="1"/>
                    <a:pt x="17" y="17"/>
                  </a:cubicBezTo>
                  <a:cubicBezTo>
                    <a:pt x="0" y="86"/>
                    <a:pt x="0" y="170"/>
                    <a:pt x="0" y="251"/>
                  </a:cubicBezTo>
                  <a:cubicBezTo>
                    <a:pt x="17" y="304"/>
                    <a:pt x="17" y="352"/>
                    <a:pt x="0" y="405"/>
                  </a:cubicBezTo>
                  <a:cubicBezTo>
                    <a:pt x="0" y="453"/>
                    <a:pt x="37" y="490"/>
                    <a:pt x="69" y="506"/>
                  </a:cubicBezTo>
                  <a:cubicBezTo>
                    <a:pt x="69" y="506"/>
                    <a:pt x="69" y="522"/>
                    <a:pt x="85" y="522"/>
                  </a:cubicBezTo>
                  <a:cubicBezTo>
                    <a:pt x="356" y="793"/>
                    <a:pt x="574" y="1011"/>
                    <a:pt x="776" y="1213"/>
                  </a:cubicBezTo>
                  <a:cubicBezTo>
                    <a:pt x="808" y="1245"/>
                    <a:pt x="845" y="1297"/>
                    <a:pt x="845" y="1362"/>
                  </a:cubicBezTo>
                  <a:cubicBezTo>
                    <a:pt x="845" y="1685"/>
                    <a:pt x="861" y="2021"/>
                    <a:pt x="861" y="2425"/>
                  </a:cubicBezTo>
                  <a:cubicBezTo>
                    <a:pt x="861" y="2457"/>
                    <a:pt x="861" y="2493"/>
                    <a:pt x="845" y="2509"/>
                  </a:cubicBezTo>
                  <a:lnTo>
                    <a:pt x="845" y="2526"/>
                  </a:lnTo>
                  <a:lnTo>
                    <a:pt x="861" y="2526"/>
                  </a:lnTo>
                  <a:cubicBezTo>
                    <a:pt x="877" y="2493"/>
                    <a:pt x="893" y="2473"/>
                    <a:pt x="893" y="2425"/>
                  </a:cubicBezTo>
                  <a:cubicBezTo>
                    <a:pt x="877" y="2021"/>
                    <a:pt x="877" y="1685"/>
                    <a:pt x="877" y="1362"/>
                  </a:cubicBezTo>
                  <a:cubicBezTo>
                    <a:pt x="877" y="1281"/>
                    <a:pt x="824" y="1229"/>
                    <a:pt x="792" y="1197"/>
                  </a:cubicBezTo>
                  <a:cubicBezTo>
                    <a:pt x="590" y="995"/>
                    <a:pt x="372" y="776"/>
                    <a:pt x="101" y="506"/>
                  </a:cubicBezTo>
                  <a:lnTo>
                    <a:pt x="85" y="490"/>
                  </a:lnTo>
                  <a:cubicBezTo>
                    <a:pt x="53" y="453"/>
                    <a:pt x="37" y="437"/>
                    <a:pt x="37" y="405"/>
                  </a:cubicBezTo>
                  <a:lnTo>
                    <a:pt x="37" y="251"/>
                  </a:lnTo>
                  <a:cubicBezTo>
                    <a:pt x="37" y="170"/>
                    <a:pt x="37" y="1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6"/>
            <p:cNvSpPr/>
            <p:nvPr/>
          </p:nvSpPr>
          <p:spPr>
            <a:xfrm>
              <a:off x="1670675" y="2870091"/>
              <a:ext cx="6953" cy="70322"/>
            </a:xfrm>
            <a:custGeom>
              <a:rect b="b" l="l" r="r" t="t"/>
              <a:pathLst>
                <a:path extrusionOk="0" h="708" w="70">
                  <a:moveTo>
                    <a:pt x="49" y="0"/>
                  </a:moveTo>
                  <a:cubicBezTo>
                    <a:pt x="49" y="0"/>
                    <a:pt x="33" y="0"/>
                    <a:pt x="33" y="16"/>
                  </a:cubicBezTo>
                  <a:cubicBezTo>
                    <a:pt x="17" y="117"/>
                    <a:pt x="17" y="239"/>
                    <a:pt x="17" y="340"/>
                  </a:cubicBezTo>
                  <a:cubicBezTo>
                    <a:pt x="17" y="404"/>
                    <a:pt x="33" y="473"/>
                    <a:pt x="17" y="542"/>
                  </a:cubicBezTo>
                  <a:lnTo>
                    <a:pt x="17" y="590"/>
                  </a:lnTo>
                  <a:cubicBezTo>
                    <a:pt x="33" y="622"/>
                    <a:pt x="33" y="659"/>
                    <a:pt x="17" y="691"/>
                  </a:cubicBezTo>
                  <a:cubicBezTo>
                    <a:pt x="1" y="691"/>
                    <a:pt x="17" y="707"/>
                    <a:pt x="17" y="707"/>
                  </a:cubicBezTo>
                  <a:lnTo>
                    <a:pt x="33" y="691"/>
                  </a:lnTo>
                  <a:cubicBezTo>
                    <a:pt x="49" y="659"/>
                    <a:pt x="49" y="622"/>
                    <a:pt x="49" y="590"/>
                  </a:cubicBezTo>
                  <a:lnTo>
                    <a:pt x="49" y="542"/>
                  </a:lnTo>
                  <a:lnTo>
                    <a:pt x="49" y="340"/>
                  </a:lnTo>
                  <a:cubicBezTo>
                    <a:pt x="49" y="239"/>
                    <a:pt x="49" y="117"/>
                    <a:pt x="70"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6"/>
            <p:cNvSpPr/>
            <p:nvPr/>
          </p:nvSpPr>
          <p:spPr>
            <a:xfrm>
              <a:off x="1443220" y="2071220"/>
              <a:ext cx="5264" cy="68236"/>
            </a:xfrm>
            <a:custGeom>
              <a:rect b="b" l="l" r="r" t="t"/>
              <a:pathLst>
                <a:path extrusionOk="0" h="687" w="53">
                  <a:moveTo>
                    <a:pt x="37" y="0"/>
                  </a:moveTo>
                  <a:cubicBezTo>
                    <a:pt x="17" y="117"/>
                    <a:pt x="17" y="234"/>
                    <a:pt x="17" y="335"/>
                  </a:cubicBezTo>
                  <a:lnTo>
                    <a:pt x="17" y="554"/>
                  </a:lnTo>
                  <a:lnTo>
                    <a:pt x="17" y="586"/>
                  </a:lnTo>
                  <a:cubicBezTo>
                    <a:pt x="17" y="622"/>
                    <a:pt x="17" y="655"/>
                    <a:pt x="0" y="671"/>
                  </a:cubicBezTo>
                  <a:lnTo>
                    <a:pt x="0" y="687"/>
                  </a:lnTo>
                  <a:lnTo>
                    <a:pt x="37" y="687"/>
                  </a:lnTo>
                  <a:cubicBezTo>
                    <a:pt x="53" y="655"/>
                    <a:pt x="53" y="622"/>
                    <a:pt x="53" y="586"/>
                  </a:cubicBezTo>
                  <a:cubicBezTo>
                    <a:pt x="37" y="570"/>
                    <a:pt x="37" y="554"/>
                    <a:pt x="37" y="554"/>
                  </a:cubicBezTo>
                  <a:cubicBezTo>
                    <a:pt x="53" y="469"/>
                    <a:pt x="53" y="404"/>
                    <a:pt x="37" y="335"/>
                  </a:cubicBezTo>
                  <a:cubicBezTo>
                    <a:pt x="37" y="234"/>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6"/>
            <p:cNvSpPr/>
            <p:nvPr/>
          </p:nvSpPr>
          <p:spPr>
            <a:xfrm>
              <a:off x="672458" y="3286561"/>
              <a:ext cx="150577" cy="135281"/>
            </a:xfrm>
            <a:custGeom>
              <a:rect b="b" l="l" r="r" t="t"/>
              <a:pathLst>
                <a:path extrusionOk="0" h="1362" w="1516">
                  <a:moveTo>
                    <a:pt x="1483" y="0"/>
                  </a:moveTo>
                  <a:cubicBezTo>
                    <a:pt x="1467" y="0"/>
                    <a:pt x="1467" y="0"/>
                    <a:pt x="1467" y="17"/>
                  </a:cubicBezTo>
                  <a:cubicBezTo>
                    <a:pt x="1483" y="186"/>
                    <a:pt x="1483" y="352"/>
                    <a:pt x="1483" y="521"/>
                  </a:cubicBezTo>
                  <a:lnTo>
                    <a:pt x="1483" y="792"/>
                  </a:lnTo>
                  <a:cubicBezTo>
                    <a:pt x="1483" y="841"/>
                    <a:pt x="1467" y="857"/>
                    <a:pt x="1414" y="873"/>
                  </a:cubicBezTo>
                  <a:cubicBezTo>
                    <a:pt x="1265" y="925"/>
                    <a:pt x="1131" y="974"/>
                    <a:pt x="994" y="1026"/>
                  </a:cubicBezTo>
                  <a:cubicBezTo>
                    <a:pt x="776" y="1095"/>
                    <a:pt x="558" y="1160"/>
                    <a:pt x="323" y="1228"/>
                  </a:cubicBezTo>
                  <a:cubicBezTo>
                    <a:pt x="255" y="1245"/>
                    <a:pt x="186" y="1277"/>
                    <a:pt x="121" y="1297"/>
                  </a:cubicBezTo>
                  <a:cubicBezTo>
                    <a:pt x="85" y="1313"/>
                    <a:pt x="53" y="1329"/>
                    <a:pt x="20" y="1329"/>
                  </a:cubicBezTo>
                  <a:lnTo>
                    <a:pt x="0" y="1346"/>
                  </a:lnTo>
                  <a:lnTo>
                    <a:pt x="20" y="1362"/>
                  </a:lnTo>
                  <a:cubicBezTo>
                    <a:pt x="53" y="1346"/>
                    <a:pt x="85" y="1346"/>
                    <a:pt x="121" y="1329"/>
                  </a:cubicBezTo>
                  <a:cubicBezTo>
                    <a:pt x="186" y="1297"/>
                    <a:pt x="271" y="1277"/>
                    <a:pt x="339" y="1261"/>
                  </a:cubicBezTo>
                  <a:cubicBezTo>
                    <a:pt x="558" y="1196"/>
                    <a:pt x="792" y="1111"/>
                    <a:pt x="994" y="1043"/>
                  </a:cubicBezTo>
                  <a:cubicBezTo>
                    <a:pt x="1147" y="994"/>
                    <a:pt x="1281" y="942"/>
                    <a:pt x="1414" y="909"/>
                  </a:cubicBezTo>
                  <a:cubicBezTo>
                    <a:pt x="1483" y="893"/>
                    <a:pt x="1499" y="857"/>
                    <a:pt x="1499" y="792"/>
                  </a:cubicBezTo>
                  <a:lnTo>
                    <a:pt x="1499" y="521"/>
                  </a:lnTo>
                  <a:cubicBezTo>
                    <a:pt x="1515" y="352"/>
                    <a:pt x="1515" y="186"/>
                    <a:pt x="1499" y="17"/>
                  </a:cubicBezTo>
                  <a:cubicBezTo>
                    <a:pt x="1499"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6"/>
            <p:cNvSpPr/>
            <p:nvPr/>
          </p:nvSpPr>
          <p:spPr>
            <a:xfrm>
              <a:off x="1416701" y="2350026"/>
              <a:ext cx="83532" cy="207589"/>
            </a:xfrm>
            <a:custGeom>
              <a:rect b="b" l="l" r="r" t="t"/>
              <a:pathLst>
                <a:path extrusionOk="0" h="2090" w="841">
                  <a:moveTo>
                    <a:pt x="1" y="1"/>
                  </a:moveTo>
                  <a:lnTo>
                    <a:pt x="1" y="21"/>
                  </a:lnTo>
                  <a:cubicBezTo>
                    <a:pt x="17" y="37"/>
                    <a:pt x="17" y="37"/>
                    <a:pt x="33" y="37"/>
                  </a:cubicBezTo>
                  <a:cubicBezTo>
                    <a:pt x="49" y="53"/>
                    <a:pt x="65" y="69"/>
                    <a:pt x="82" y="86"/>
                  </a:cubicBezTo>
                  <a:cubicBezTo>
                    <a:pt x="304" y="372"/>
                    <a:pt x="538" y="659"/>
                    <a:pt x="772" y="962"/>
                  </a:cubicBezTo>
                  <a:cubicBezTo>
                    <a:pt x="809" y="1011"/>
                    <a:pt x="809" y="1079"/>
                    <a:pt x="809" y="1132"/>
                  </a:cubicBezTo>
                  <a:lnTo>
                    <a:pt x="809" y="1940"/>
                  </a:lnTo>
                  <a:cubicBezTo>
                    <a:pt x="809" y="1988"/>
                    <a:pt x="809" y="2041"/>
                    <a:pt x="788" y="2073"/>
                  </a:cubicBezTo>
                  <a:cubicBezTo>
                    <a:pt x="772" y="2089"/>
                    <a:pt x="788" y="2089"/>
                    <a:pt x="788" y="2089"/>
                  </a:cubicBezTo>
                  <a:lnTo>
                    <a:pt x="809" y="2089"/>
                  </a:lnTo>
                  <a:cubicBezTo>
                    <a:pt x="825" y="2041"/>
                    <a:pt x="841" y="1988"/>
                    <a:pt x="841" y="1940"/>
                  </a:cubicBezTo>
                  <a:lnTo>
                    <a:pt x="841" y="1132"/>
                  </a:lnTo>
                  <a:cubicBezTo>
                    <a:pt x="841" y="1063"/>
                    <a:pt x="841" y="995"/>
                    <a:pt x="788" y="946"/>
                  </a:cubicBezTo>
                  <a:cubicBezTo>
                    <a:pt x="554" y="643"/>
                    <a:pt x="320" y="356"/>
                    <a:pt x="102" y="69"/>
                  </a:cubicBezTo>
                  <a:lnTo>
                    <a:pt x="49" y="21"/>
                  </a:lnTo>
                  <a:cubicBezTo>
                    <a:pt x="33" y="2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6"/>
            <p:cNvSpPr/>
            <p:nvPr/>
          </p:nvSpPr>
          <p:spPr>
            <a:xfrm>
              <a:off x="1919881" y="3179389"/>
              <a:ext cx="126937" cy="206000"/>
            </a:xfrm>
            <a:custGeom>
              <a:rect b="b" l="l" r="r" t="t"/>
              <a:pathLst>
                <a:path extrusionOk="0" h="2074" w="1278">
                  <a:moveTo>
                    <a:pt x="65" y="1"/>
                  </a:moveTo>
                  <a:cubicBezTo>
                    <a:pt x="33" y="53"/>
                    <a:pt x="33" y="102"/>
                    <a:pt x="49" y="154"/>
                  </a:cubicBezTo>
                  <a:cubicBezTo>
                    <a:pt x="49" y="187"/>
                    <a:pt x="65" y="219"/>
                    <a:pt x="49" y="255"/>
                  </a:cubicBezTo>
                  <a:cubicBezTo>
                    <a:pt x="0" y="591"/>
                    <a:pt x="166" y="825"/>
                    <a:pt x="320" y="995"/>
                  </a:cubicBezTo>
                  <a:cubicBezTo>
                    <a:pt x="538" y="1213"/>
                    <a:pt x="740" y="1467"/>
                    <a:pt x="926" y="1701"/>
                  </a:cubicBezTo>
                  <a:cubicBezTo>
                    <a:pt x="1027" y="1802"/>
                    <a:pt x="1111" y="1903"/>
                    <a:pt x="1212" y="2021"/>
                  </a:cubicBezTo>
                  <a:cubicBezTo>
                    <a:pt x="1212" y="2037"/>
                    <a:pt x="1229" y="2037"/>
                    <a:pt x="1245" y="2053"/>
                  </a:cubicBezTo>
                  <a:lnTo>
                    <a:pt x="1261" y="2053"/>
                  </a:lnTo>
                  <a:lnTo>
                    <a:pt x="1261" y="2073"/>
                  </a:lnTo>
                  <a:lnTo>
                    <a:pt x="1277" y="2053"/>
                  </a:lnTo>
                  <a:lnTo>
                    <a:pt x="1277" y="2037"/>
                  </a:lnTo>
                  <a:cubicBezTo>
                    <a:pt x="1277" y="2037"/>
                    <a:pt x="1261" y="2037"/>
                    <a:pt x="1261" y="2021"/>
                  </a:cubicBezTo>
                  <a:cubicBezTo>
                    <a:pt x="1245" y="2021"/>
                    <a:pt x="1229" y="2004"/>
                    <a:pt x="1229" y="2004"/>
                  </a:cubicBezTo>
                  <a:cubicBezTo>
                    <a:pt x="1128" y="1887"/>
                    <a:pt x="1043" y="1786"/>
                    <a:pt x="958" y="1685"/>
                  </a:cubicBezTo>
                  <a:cubicBezTo>
                    <a:pt x="756" y="1447"/>
                    <a:pt x="554" y="1197"/>
                    <a:pt x="336" y="978"/>
                  </a:cubicBezTo>
                  <a:cubicBezTo>
                    <a:pt x="118" y="724"/>
                    <a:pt x="33" y="506"/>
                    <a:pt x="85" y="255"/>
                  </a:cubicBezTo>
                  <a:cubicBezTo>
                    <a:pt x="85" y="219"/>
                    <a:pt x="85" y="187"/>
                    <a:pt x="65" y="154"/>
                  </a:cubicBezTo>
                  <a:cubicBezTo>
                    <a:pt x="65" y="102"/>
                    <a:pt x="49" y="6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6"/>
            <p:cNvSpPr/>
            <p:nvPr/>
          </p:nvSpPr>
          <p:spPr>
            <a:xfrm>
              <a:off x="1386605" y="1290327"/>
              <a:ext cx="6555" cy="73600"/>
            </a:xfrm>
            <a:custGeom>
              <a:rect b="b" l="l" r="r" t="t"/>
              <a:pathLst>
                <a:path extrusionOk="0" h="741" w="66">
                  <a:moveTo>
                    <a:pt x="17" y="1"/>
                  </a:moveTo>
                  <a:lnTo>
                    <a:pt x="1" y="17"/>
                  </a:lnTo>
                  <a:cubicBezTo>
                    <a:pt x="17" y="134"/>
                    <a:pt x="17" y="235"/>
                    <a:pt x="17" y="352"/>
                  </a:cubicBezTo>
                  <a:lnTo>
                    <a:pt x="17" y="554"/>
                  </a:lnTo>
                  <a:lnTo>
                    <a:pt x="17" y="623"/>
                  </a:lnTo>
                  <a:cubicBezTo>
                    <a:pt x="17" y="655"/>
                    <a:pt x="17" y="708"/>
                    <a:pt x="33" y="740"/>
                  </a:cubicBezTo>
                  <a:lnTo>
                    <a:pt x="49" y="740"/>
                  </a:lnTo>
                  <a:cubicBezTo>
                    <a:pt x="65" y="740"/>
                    <a:pt x="65" y="740"/>
                    <a:pt x="49" y="724"/>
                  </a:cubicBezTo>
                  <a:cubicBezTo>
                    <a:pt x="33" y="692"/>
                    <a:pt x="33" y="655"/>
                    <a:pt x="49" y="623"/>
                  </a:cubicBezTo>
                  <a:lnTo>
                    <a:pt x="49" y="554"/>
                  </a:lnTo>
                  <a:lnTo>
                    <a:pt x="49" y="352"/>
                  </a:lnTo>
                  <a:cubicBezTo>
                    <a:pt x="49" y="235"/>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6"/>
            <p:cNvSpPr/>
            <p:nvPr/>
          </p:nvSpPr>
          <p:spPr>
            <a:xfrm>
              <a:off x="1670675" y="3034176"/>
              <a:ext cx="6953" cy="70322"/>
            </a:xfrm>
            <a:custGeom>
              <a:rect b="b" l="l" r="r" t="t"/>
              <a:pathLst>
                <a:path extrusionOk="0" h="708" w="70">
                  <a:moveTo>
                    <a:pt x="49" y="0"/>
                  </a:moveTo>
                  <a:cubicBezTo>
                    <a:pt x="49" y="0"/>
                    <a:pt x="33" y="0"/>
                    <a:pt x="33" y="17"/>
                  </a:cubicBezTo>
                  <a:cubicBezTo>
                    <a:pt x="17" y="118"/>
                    <a:pt x="17" y="235"/>
                    <a:pt x="17" y="336"/>
                  </a:cubicBezTo>
                  <a:cubicBezTo>
                    <a:pt x="17" y="404"/>
                    <a:pt x="33" y="469"/>
                    <a:pt x="17" y="538"/>
                  </a:cubicBezTo>
                  <a:lnTo>
                    <a:pt x="17" y="586"/>
                  </a:lnTo>
                  <a:cubicBezTo>
                    <a:pt x="33" y="623"/>
                    <a:pt x="33" y="655"/>
                    <a:pt x="17" y="687"/>
                  </a:cubicBezTo>
                  <a:cubicBezTo>
                    <a:pt x="1" y="687"/>
                    <a:pt x="17" y="687"/>
                    <a:pt x="17" y="707"/>
                  </a:cubicBezTo>
                  <a:lnTo>
                    <a:pt x="33" y="687"/>
                  </a:lnTo>
                  <a:cubicBezTo>
                    <a:pt x="49" y="655"/>
                    <a:pt x="49" y="623"/>
                    <a:pt x="49" y="586"/>
                  </a:cubicBezTo>
                  <a:lnTo>
                    <a:pt x="49" y="538"/>
                  </a:lnTo>
                  <a:lnTo>
                    <a:pt x="49" y="336"/>
                  </a:lnTo>
                  <a:cubicBezTo>
                    <a:pt x="49" y="235"/>
                    <a:pt x="49" y="118"/>
                    <a:pt x="70"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6"/>
            <p:cNvSpPr/>
            <p:nvPr/>
          </p:nvSpPr>
          <p:spPr>
            <a:xfrm>
              <a:off x="1037180" y="2207991"/>
              <a:ext cx="1689" cy="68733"/>
            </a:xfrm>
            <a:custGeom>
              <a:rect b="b" l="l" r="r" t="t"/>
              <a:pathLst>
                <a:path extrusionOk="0" h="692" w="17">
                  <a:moveTo>
                    <a:pt x="0" y="1"/>
                  </a:moveTo>
                  <a:lnTo>
                    <a:pt x="0" y="692"/>
                  </a:lnTo>
                  <a:lnTo>
                    <a:pt x="16" y="692"/>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6"/>
            <p:cNvSpPr/>
            <p:nvPr/>
          </p:nvSpPr>
          <p:spPr>
            <a:xfrm>
              <a:off x="461790" y="2019075"/>
              <a:ext cx="179083" cy="102404"/>
            </a:xfrm>
            <a:custGeom>
              <a:rect b="b" l="l" r="r" t="t"/>
              <a:pathLst>
                <a:path extrusionOk="0" h="1031" w="1803">
                  <a:moveTo>
                    <a:pt x="1786" y="0"/>
                  </a:moveTo>
                  <a:cubicBezTo>
                    <a:pt x="1770" y="20"/>
                    <a:pt x="1770" y="36"/>
                    <a:pt x="1754" y="53"/>
                  </a:cubicBezTo>
                  <a:cubicBezTo>
                    <a:pt x="1754" y="69"/>
                    <a:pt x="1754" y="85"/>
                    <a:pt x="1717" y="101"/>
                  </a:cubicBezTo>
                  <a:cubicBezTo>
                    <a:pt x="1467" y="238"/>
                    <a:pt x="1212" y="372"/>
                    <a:pt x="962" y="505"/>
                  </a:cubicBezTo>
                  <a:cubicBezTo>
                    <a:pt x="893" y="541"/>
                    <a:pt x="828" y="574"/>
                    <a:pt x="776" y="606"/>
                  </a:cubicBezTo>
                  <a:cubicBezTo>
                    <a:pt x="590" y="691"/>
                    <a:pt x="424" y="792"/>
                    <a:pt x="255" y="877"/>
                  </a:cubicBezTo>
                  <a:lnTo>
                    <a:pt x="21" y="1010"/>
                  </a:lnTo>
                  <a:cubicBezTo>
                    <a:pt x="0" y="1010"/>
                    <a:pt x="0" y="1010"/>
                    <a:pt x="0" y="1030"/>
                  </a:cubicBezTo>
                  <a:lnTo>
                    <a:pt x="21" y="1030"/>
                  </a:lnTo>
                  <a:lnTo>
                    <a:pt x="271" y="909"/>
                  </a:lnTo>
                  <a:cubicBezTo>
                    <a:pt x="441" y="808"/>
                    <a:pt x="606" y="727"/>
                    <a:pt x="776" y="626"/>
                  </a:cubicBezTo>
                  <a:cubicBezTo>
                    <a:pt x="845" y="590"/>
                    <a:pt x="909" y="558"/>
                    <a:pt x="978" y="525"/>
                  </a:cubicBezTo>
                  <a:cubicBezTo>
                    <a:pt x="1212" y="388"/>
                    <a:pt x="1483" y="255"/>
                    <a:pt x="1737" y="137"/>
                  </a:cubicBezTo>
                  <a:cubicBezTo>
                    <a:pt x="1770" y="101"/>
                    <a:pt x="1786" y="85"/>
                    <a:pt x="1786" y="53"/>
                  </a:cubicBezTo>
                  <a:cubicBezTo>
                    <a:pt x="1786" y="53"/>
                    <a:pt x="1786" y="36"/>
                    <a:pt x="1802" y="36"/>
                  </a:cubicBezTo>
                  <a:lnTo>
                    <a:pt x="18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6"/>
            <p:cNvSpPr/>
            <p:nvPr/>
          </p:nvSpPr>
          <p:spPr>
            <a:xfrm>
              <a:off x="1669085" y="2054335"/>
              <a:ext cx="4966" cy="70322"/>
            </a:xfrm>
            <a:custGeom>
              <a:rect b="b" l="l" r="r" t="t"/>
              <a:pathLst>
                <a:path extrusionOk="0" h="708" w="50">
                  <a:moveTo>
                    <a:pt x="33" y="1"/>
                  </a:moveTo>
                  <a:lnTo>
                    <a:pt x="33" y="17"/>
                  </a:lnTo>
                  <a:cubicBezTo>
                    <a:pt x="1" y="118"/>
                    <a:pt x="17" y="235"/>
                    <a:pt x="17" y="336"/>
                  </a:cubicBezTo>
                  <a:lnTo>
                    <a:pt x="17" y="538"/>
                  </a:lnTo>
                  <a:lnTo>
                    <a:pt x="17" y="590"/>
                  </a:lnTo>
                  <a:cubicBezTo>
                    <a:pt x="17" y="623"/>
                    <a:pt x="17" y="655"/>
                    <a:pt x="1" y="691"/>
                  </a:cubicBezTo>
                  <a:lnTo>
                    <a:pt x="1" y="707"/>
                  </a:lnTo>
                  <a:lnTo>
                    <a:pt x="17" y="707"/>
                  </a:lnTo>
                  <a:lnTo>
                    <a:pt x="17" y="691"/>
                  </a:lnTo>
                  <a:cubicBezTo>
                    <a:pt x="49" y="655"/>
                    <a:pt x="33" y="623"/>
                    <a:pt x="33" y="590"/>
                  </a:cubicBezTo>
                  <a:lnTo>
                    <a:pt x="33" y="538"/>
                  </a:lnTo>
                  <a:lnTo>
                    <a:pt x="33" y="336"/>
                  </a:lnTo>
                  <a:cubicBezTo>
                    <a:pt x="33" y="235"/>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6"/>
            <p:cNvSpPr/>
            <p:nvPr/>
          </p:nvSpPr>
          <p:spPr>
            <a:xfrm>
              <a:off x="687655" y="3423332"/>
              <a:ext cx="137366" cy="152563"/>
            </a:xfrm>
            <a:custGeom>
              <a:rect b="b" l="l" r="r" t="t"/>
              <a:pathLst>
                <a:path extrusionOk="0" h="1536" w="1383">
                  <a:moveTo>
                    <a:pt x="1330" y="1"/>
                  </a:moveTo>
                  <a:cubicBezTo>
                    <a:pt x="1314" y="37"/>
                    <a:pt x="1314" y="86"/>
                    <a:pt x="1330" y="122"/>
                  </a:cubicBezTo>
                  <a:cubicBezTo>
                    <a:pt x="1330" y="171"/>
                    <a:pt x="1346" y="203"/>
                    <a:pt x="1297" y="223"/>
                  </a:cubicBezTo>
                  <a:cubicBezTo>
                    <a:pt x="1261" y="255"/>
                    <a:pt x="1213" y="255"/>
                    <a:pt x="1160" y="272"/>
                  </a:cubicBezTo>
                  <a:cubicBezTo>
                    <a:pt x="1144" y="288"/>
                    <a:pt x="1112" y="288"/>
                    <a:pt x="1079" y="304"/>
                  </a:cubicBezTo>
                  <a:cubicBezTo>
                    <a:pt x="825" y="389"/>
                    <a:pt x="554" y="474"/>
                    <a:pt x="287" y="575"/>
                  </a:cubicBezTo>
                  <a:lnTo>
                    <a:pt x="17" y="659"/>
                  </a:lnTo>
                  <a:lnTo>
                    <a:pt x="1" y="676"/>
                  </a:lnTo>
                  <a:lnTo>
                    <a:pt x="1" y="1011"/>
                  </a:lnTo>
                  <a:cubicBezTo>
                    <a:pt x="1" y="1180"/>
                    <a:pt x="1" y="1350"/>
                    <a:pt x="17" y="1536"/>
                  </a:cubicBezTo>
                  <a:lnTo>
                    <a:pt x="33" y="1536"/>
                  </a:lnTo>
                  <a:cubicBezTo>
                    <a:pt x="33" y="1536"/>
                    <a:pt x="49" y="1536"/>
                    <a:pt x="49" y="1516"/>
                  </a:cubicBezTo>
                  <a:cubicBezTo>
                    <a:pt x="17" y="1350"/>
                    <a:pt x="33" y="1180"/>
                    <a:pt x="33" y="1011"/>
                  </a:cubicBezTo>
                  <a:lnTo>
                    <a:pt x="33" y="692"/>
                  </a:lnTo>
                  <a:lnTo>
                    <a:pt x="304" y="591"/>
                  </a:lnTo>
                  <a:cubicBezTo>
                    <a:pt x="574" y="506"/>
                    <a:pt x="825" y="405"/>
                    <a:pt x="1095" y="324"/>
                  </a:cubicBezTo>
                  <a:cubicBezTo>
                    <a:pt x="1112" y="304"/>
                    <a:pt x="1144" y="304"/>
                    <a:pt x="1180" y="304"/>
                  </a:cubicBezTo>
                  <a:cubicBezTo>
                    <a:pt x="1229" y="288"/>
                    <a:pt x="1281" y="272"/>
                    <a:pt x="1314" y="255"/>
                  </a:cubicBezTo>
                  <a:cubicBezTo>
                    <a:pt x="1382" y="223"/>
                    <a:pt x="1362" y="171"/>
                    <a:pt x="1346" y="122"/>
                  </a:cubicBezTo>
                  <a:cubicBezTo>
                    <a:pt x="1346" y="86"/>
                    <a:pt x="1330" y="53"/>
                    <a:pt x="1346" y="21"/>
                  </a:cubicBezTo>
                  <a:cubicBezTo>
                    <a:pt x="1362" y="21"/>
                    <a:pt x="1346"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6"/>
            <p:cNvSpPr/>
            <p:nvPr/>
          </p:nvSpPr>
          <p:spPr>
            <a:xfrm>
              <a:off x="669181" y="3593873"/>
              <a:ext cx="148988" cy="140545"/>
            </a:xfrm>
            <a:custGeom>
              <a:rect b="b" l="l" r="r" t="t"/>
              <a:pathLst>
                <a:path extrusionOk="0" h="1415" w="1500">
                  <a:moveTo>
                    <a:pt x="1483" y="1"/>
                  </a:moveTo>
                  <a:lnTo>
                    <a:pt x="1197" y="69"/>
                  </a:lnTo>
                  <a:cubicBezTo>
                    <a:pt x="978" y="138"/>
                    <a:pt x="740" y="203"/>
                    <a:pt x="506" y="271"/>
                  </a:cubicBezTo>
                  <a:cubicBezTo>
                    <a:pt x="437" y="288"/>
                    <a:pt x="372" y="304"/>
                    <a:pt x="304" y="340"/>
                  </a:cubicBezTo>
                  <a:cubicBezTo>
                    <a:pt x="235" y="356"/>
                    <a:pt x="187" y="372"/>
                    <a:pt x="118" y="389"/>
                  </a:cubicBezTo>
                  <a:cubicBezTo>
                    <a:pt x="33" y="425"/>
                    <a:pt x="1" y="457"/>
                    <a:pt x="1" y="558"/>
                  </a:cubicBezTo>
                  <a:lnTo>
                    <a:pt x="1" y="1164"/>
                  </a:lnTo>
                  <a:lnTo>
                    <a:pt x="1" y="1398"/>
                  </a:lnTo>
                  <a:cubicBezTo>
                    <a:pt x="1" y="1415"/>
                    <a:pt x="1" y="1415"/>
                    <a:pt x="17" y="1415"/>
                  </a:cubicBezTo>
                  <a:cubicBezTo>
                    <a:pt x="17" y="1415"/>
                    <a:pt x="33" y="1415"/>
                    <a:pt x="33" y="1398"/>
                  </a:cubicBezTo>
                  <a:lnTo>
                    <a:pt x="33" y="1164"/>
                  </a:lnTo>
                  <a:cubicBezTo>
                    <a:pt x="33" y="962"/>
                    <a:pt x="33" y="760"/>
                    <a:pt x="17" y="558"/>
                  </a:cubicBezTo>
                  <a:cubicBezTo>
                    <a:pt x="17" y="473"/>
                    <a:pt x="53" y="441"/>
                    <a:pt x="118" y="425"/>
                  </a:cubicBezTo>
                  <a:cubicBezTo>
                    <a:pt x="187" y="389"/>
                    <a:pt x="255" y="372"/>
                    <a:pt x="304" y="356"/>
                  </a:cubicBezTo>
                  <a:cubicBezTo>
                    <a:pt x="372" y="340"/>
                    <a:pt x="457" y="324"/>
                    <a:pt x="522" y="288"/>
                  </a:cubicBezTo>
                  <a:cubicBezTo>
                    <a:pt x="740" y="239"/>
                    <a:pt x="978" y="170"/>
                    <a:pt x="1213" y="102"/>
                  </a:cubicBezTo>
                  <a:lnTo>
                    <a:pt x="1483" y="21"/>
                  </a:lnTo>
                  <a:cubicBezTo>
                    <a:pt x="1500" y="21"/>
                    <a:pt x="1500" y="21"/>
                    <a:pt x="1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6"/>
            <p:cNvSpPr/>
            <p:nvPr/>
          </p:nvSpPr>
          <p:spPr>
            <a:xfrm>
              <a:off x="1257880" y="1940111"/>
              <a:ext cx="215535" cy="75785"/>
            </a:xfrm>
            <a:custGeom>
              <a:rect b="b" l="l" r="r" t="t"/>
              <a:pathLst>
                <a:path extrusionOk="0" h="763" w="2170">
                  <a:moveTo>
                    <a:pt x="1547" y="0"/>
                  </a:moveTo>
                  <a:cubicBezTo>
                    <a:pt x="1507" y="0"/>
                    <a:pt x="1464" y="14"/>
                    <a:pt x="1414" y="40"/>
                  </a:cubicBezTo>
                  <a:cubicBezTo>
                    <a:pt x="1228" y="157"/>
                    <a:pt x="1026" y="258"/>
                    <a:pt x="824" y="343"/>
                  </a:cubicBezTo>
                  <a:cubicBezTo>
                    <a:pt x="755" y="391"/>
                    <a:pt x="671" y="427"/>
                    <a:pt x="590" y="460"/>
                  </a:cubicBezTo>
                  <a:cubicBezTo>
                    <a:pt x="537" y="492"/>
                    <a:pt x="489" y="512"/>
                    <a:pt x="420" y="545"/>
                  </a:cubicBezTo>
                  <a:cubicBezTo>
                    <a:pt x="287" y="613"/>
                    <a:pt x="149" y="694"/>
                    <a:pt x="16" y="730"/>
                  </a:cubicBezTo>
                  <a:cubicBezTo>
                    <a:pt x="0" y="730"/>
                    <a:pt x="0" y="747"/>
                    <a:pt x="0" y="747"/>
                  </a:cubicBezTo>
                  <a:lnTo>
                    <a:pt x="16" y="763"/>
                  </a:lnTo>
                  <a:cubicBezTo>
                    <a:pt x="166" y="714"/>
                    <a:pt x="303" y="646"/>
                    <a:pt x="436" y="577"/>
                  </a:cubicBezTo>
                  <a:cubicBezTo>
                    <a:pt x="489" y="545"/>
                    <a:pt x="553" y="512"/>
                    <a:pt x="606" y="476"/>
                  </a:cubicBezTo>
                  <a:cubicBezTo>
                    <a:pt x="691" y="444"/>
                    <a:pt x="755" y="411"/>
                    <a:pt x="840" y="375"/>
                  </a:cubicBezTo>
                  <a:cubicBezTo>
                    <a:pt x="1042" y="274"/>
                    <a:pt x="1244" y="189"/>
                    <a:pt x="1430" y="72"/>
                  </a:cubicBezTo>
                  <a:cubicBezTo>
                    <a:pt x="1475" y="47"/>
                    <a:pt x="1515" y="34"/>
                    <a:pt x="1552" y="34"/>
                  </a:cubicBezTo>
                  <a:cubicBezTo>
                    <a:pt x="1612" y="34"/>
                    <a:pt x="1664" y="68"/>
                    <a:pt x="1717" y="141"/>
                  </a:cubicBezTo>
                  <a:cubicBezTo>
                    <a:pt x="1850" y="326"/>
                    <a:pt x="1951" y="460"/>
                    <a:pt x="2036" y="613"/>
                  </a:cubicBezTo>
                  <a:cubicBezTo>
                    <a:pt x="2068" y="662"/>
                    <a:pt x="2105" y="694"/>
                    <a:pt x="2137" y="714"/>
                  </a:cubicBezTo>
                  <a:lnTo>
                    <a:pt x="2169" y="714"/>
                  </a:lnTo>
                  <a:lnTo>
                    <a:pt x="2153" y="694"/>
                  </a:lnTo>
                  <a:cubicBezTo>
                    <a:pt x="2121" y="662"/>
                    <a:pt x="2105" y="646"/>
                    <a:pt x="2068" y="593"/>
                  </a:cubicBezTo>
                  <a:cubicBezTo>
                    <a:pt x="1967" y="444"/>
                    <a:pt x="1866" y="310"/>
                    <a:pt x="1733" y="124"/>
                  </a:cubicBezTo>
                  <a:cubicBezTo>
                    <a:pt x="1670" y="39"/>
                    <a:pt x="1613"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6"/>
            <p:cNvSpPr/>
            <p:nvPr/>
          </p:nvSpPr>
          <p:spPr>
            <a:xfrm>
              <a:off x="1643857" y="2838407"/>
              <a:ext cx="6853" cy="70223"/>
            </a:xfrm>
            <a:custGeom>
              <a:rect b="b" l="l" r="r" t="t"/>
              <a:pathLst>
                <a:path extrusionOk="0" h="707" w="69">
                  <a:moveTo>
                    <a:pt x="53" y="0"/>
                  </a:moveTo>
                  <a:cubicBezTo>
                    <a:pt x="53" y="0"/>
                    <a:pt x="37" y="0"/>
                    <a:pt x="37" y="16"/>
                  </a:cubicBezTo>
                  <a:cubicBezTo>
                    <a:pt x="16" y="117"/>
                    <a:pt x="16" y="234"/>
                    <a:pt x="16" y="335"/>
                  </a:cubicBezTo>
                  <a:lnTo>
                    <a:pt x="16" y="558"/>
                  </a:lnTo>
                  <a:lnTo>
                    <a:pt x="16" y="590"/>
                  </a:lnTo>
                  <a:cubicBezTo>
                    <a:pt x="16" y="622"/>
                    <a:pt x="37" y="659"/>
                    <a:pt x="16" y="675"/>
                  </a:cubicBezTo>
                  <a:cubicBezTo>
                    <a:pt x="0" y="691"/>
                    <a:pt x="0" y="691"/>
                    <a:pt x="16" y="691"/>
                  </a:cubicBezTo>
                  <a:lnTo>
                    <a:pt x="16" y="707"/>
                  </a:lnTo>
                  <a:lnTo>
                    <a:pt x="37" y="691"/>
                  </a:lnTo>
                  <a:cubicBezTo>
                    <a:pt x="53" y="659"/>
                    <a:pt x="53" y="622"/>
                    <a:pt x="53" y="590"/>
                  </a:cubicBezTo>
                  <a:lnTo>
                    <a:pt x="53" y="558"/>
                  </a:lnTo>
                  <a:lnTo>
                    <a:pt x="53" y="335"/>
                  </a:lnTo>
                  <a:cubicBezTo>
                    <a:pt x="53" y="234"/>
                    <a:pt x="53" y="117"/>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6"/>
            <p:cNvSpPr/>
            <p:nvPr/>
          </p:nvSpPr>
          <p:spPr>
            <a:xfrm>
              <a:off x="2086747" y="2838407"/>
              <a:ext cx="95650" cy="130414"/>
            </a:xfrm>
            <a:custGeom>
              <a:rect b="b" l="l" r="r" t="t"/>
              <a:pathLst>
                <a:path extrusionOk="0" h="1313" w="963">
                  <a:moveTo>
                    <a:pt x="1" y="0"/>
                  </a:moveTo>
                  <a:cubicBezTo>
                    <a:pt x="1" y="16"/>
                    <a:pt x="1" y="16"/>
                    <a:pt x="21" y="16"/>
                  </a:cubicBezTo>
                  <a:cubicBezTo>
                    <a:pt x="53" y="32"/>
                    <a:pt x="70" y="69"/>
                    <a:pt x="86" y="101"/>
                  </a:cubicBezTo>
                  <a:cubicBezTo>
                    <a:pt x="102" y="101"/>
                    <a:pt x="102" y="101"/>
                    <a:pt x="102" y="117"/>
                  </a:cubicBezTo>
                  <a:cubicBezTo>
                    <a:pt x="187" y="218"/>
                    <a:pt x="255" y="335"/>
                    <a:pt x="340" y="457"/>
                  </a:cubicBezTo>
                  <a:cubicBezTo>
                    <a:pt x="457" y="659"/>
                    <a:pt x="591" y="840"/>
                    <a:pt x="728" y="1042"/>
                  </a:cubicBezTo>
                  <a:cubicBezTo>
                    <a:pt x="744" y="1062"/>
                    <a:pt x="760" y="1095"/>
                    <a:pt x="777" y="1127"/>
                  </a:cubicBezTo>
                  <a:cubicBezTo>
                    <a:pt x="809" y="1196"/>
                    <a:pt x="861" y="1281"/>
                    <a:pt x="946" y="1313"/>
                  </a:cubicBezTo>
                  <a:lnTo>
                    <a:pt x="962" y="1313"/>
                  </a:lnTo>
                  <a:lnTo>
                    <a:pt x="962" y="1297"/>
                  </a:lnTo>
                  <a:lnTo>
                    <a:pt x="962" y="1281"/>
                  </a:lnTo>
                  <a:cubicBezTo>
                    <a:pt x="878" y="1264"/>
                    <a:pt x="845" y="1196"/>
                    <a:pt x="793" y="1111"/>
                  </a:cubicBezTo>
                  <a:cubicBezTo>
                    <a:pt x="793" y="1079"/>
                    <a:pt x="777" y="1062"/>
                    <a:pt x="760" y="1026"/>
                  </a:cubicBezTo>
                  <a:cubicBezTo>
                    <a:pt x="607" y="840"/>
                    <a:pt x="490" y="638"/>
                    <a:pt x="356" y="436"/>
                  </a:cubicBezTo>
                  <a:cubicBezTo>
                    <a:pt x="272" y="319"/>
                    <a:pt x="203" y="218"/>
                    <a:pt x="122" y="101"/>
                  </a:cubicBezTo>
                  <a:lnTo>
                    <a:pt x="122" y="85"/>
                  </a:lnTo>
                  <a:cubicBezTo>
                    <a:pt x="86" y="53"/>
                    <a:pt x="70"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6"/>
            <p:cNvSpPr/>
            <p:nvPr/>
          </p:nvSpPr>
          <p:spPr>
            <a:xfrm>
              <a:off x="511949" y="2368500"/>
              <a:ext cx="128924" cy="170640"/>
            </a:xfrm>
            <a:custGeom>
              <a:rect b="b" l="l" r="r" t="t"/>
              <a:pathLst>
                <a:path extrusionOk="0" h="1718" w="1298">
                  <a:moveTo>
                    <a:pt x="1281" y="1"/>
                  </a:moveTo>
                  <a:cubicBezTo>
                    <a:pt x="1212" y="85"/>
                    <a:pt x="1232" y="186"/>
                    <a:pt x="1249" y="271"/>
                  </a:cubicBezTo>
                  <a:cubicBezTo>
                    <a:pt x="1265" y="405"/>
                    <a:pt x="1265" y="558"/>
                    <a:pt x="1249" y="691"/>
                  </a:cubicBezTo>
                  <a:cubicBezTo>
                    <a:pt x="1249" y="809"/>
                    <a:pt x="1249" y="926"/>
                    <a:pt x="1265" y="1047"/>
                  </a:cubicBezTo>
                  <a:cubicBezTo>
                    <a:pt x="1265" y="1095"/>
                    <a:pt x="1232" y="1112"/>
                    <a:pt x="1196" y="1128"/>
                  </a:cubicBezTo>
                  <a:lnTo>
                    <a:pt x="1164" y="1128"/>
                  </a:lnTo>
                  <a:cubicBezTo>
                    <a:pt x="877" y="1281"/>
                    <a:pt x="574" y="1431"/>
                    <a:pt x="271" y="1568"/>
                  </a:cubicBezTo>
                  <a:lnTo>
                    <a:pt x="0" y="1685"/>
                  </a:lnTo>
                  <a:lnTo>
                    <a:pt x="0" y="1701"/>
                  </a:lnTo>
                  <a:lnTo>
                    <a:pt x="20" y="1717"/>
                  </a:lnTo>
                  <a:lnTo>
                    <a:pt x="271" y="1600"/>
                  </a:lnTo>
                  <a:cubicBezTo>
                    <a:pt x="574" y="1451"/>
                    <a:pt x="877" y="1297"/>
                    <a:pt x="1180" y="1164"/>
                  </a:cubicBezTo>
                  <a:cubicBezTo>
                    <a:pt x="1196" y="1164"/>
                    <a:pt x="1196" y="1148"/>
                    <a:pt x="1196" y="1148"/>
                  </a:cubicBezTo>
                  <a:cubicBezTo>
                    <a:pt x="1249" y="1128"/>
                    <a:pt x="1297" y="1112"/>
                    <a:pt x="1281" y="1047"/>
                  </a:cubicBezTo>
                  <a:lnTo>
                    <a:pt x="1281" y="691"/>
                  </a:lnTo>
                  <a:cubicBezTo>
                    <a:pt x="1281" y="558"/>
                    <a:pt x="1281" y="405"/>
                    <a:pt x="1265" y="271"/>
                  </a:cubicBezTo>
                  <a:lnTo>
                    <a:pt x="1265" y="255"/>
                  </a:lnTo>
                  <a:cubicBezTo>
                    <a:pt x="1265" y="203"/>
                    <a:pt x="1249" y="85"/>
                    <a:pt x="1297" y="17"/>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6"/>
            <p:cNvSpPr/>
            <p:nvPr/>
          </p:nvSpPr>
          <p:spPr>
            <a:xfrm>
              <a:off x="1257880" y="1358961"/>
              <a:ext cx="155344" cy="93663"/>
            </a:xfrm>
            <a:custGeom>
              <a:rect b="b" l="l" r="r" t="t"/>
              <a:pathLst>
                <a:path extrusionOk="0" h="943" w="1564">
                  <a:moveTo>
                    <a:pt x="1547" y="1"/>
                  </a:moveTo>
                  <a:cubicBezTo>
                    <a:pt x="1398" y="49"/>
                    <a:pt x="1260" y="134"/>
                    <a:pt x="1127" y="219"/>
                  </a:cubicBezTo>
                  <a:cubicBezTo>
                    <a:pt x="1075" y="251"/>
                    <a:pt x="1010" y="304"/>
                    <a:pt x="941" y="336"/>
                  </a:cubicBezTo>
                  <a:cubicBezTo>
                    <a:pt x="808" y="405"/>
                    <a:pt x="671" y="486"/>
                    <a:pt x="537" y="570"/>
                  </a:cubicBezTo>
                  <a:cubicBezTo>
                    <a:pt x="404" y="655"/>
                    <a:pt x="250" y="740"/>
                    <a:pt x="101" y="825"/>
                  </a:cubicBezTo>
                  <a:cubicBezTo>
                    <a:pt x="48" y="857"/>
                    <a:pt x="32" y="890"/>
                    <a:pt x="0" y="926"/>
                  </a:cubicBezTo>
                  <a:cubicBezTo>
                    <a:pt x="0" y="942"/>
                    <a:pt x="0" y="942"/>
                    <a:pt x="16" y="942"/>
                  </a:cubicBezTo>
                  <a:lnTo>
                    <a:pt x="32" y="942"/>
                  </a:lnTo>
                  <a:cubicBezTo>
                    <a:pt x="48" y="910"/>
                    <a:pt x="65" y="873"/>
                    <a:pt x="117" y="841"/>
                  </a:cubicBezTo>
                  <a:cubicBezTo>
                    <a:pt x="267" y="772"/>
                    <a:pt x="404" y="671"/>
                    <a:pt x="553" y="587"/>
                  </a:cubicBezTo>
                  <a:cubicBezTo>
                    <a:pt x="691" y="522"/>
                    <a:pt x="824" y="437"/>
                    <a:pt x="957" y="352"/>
                  </a:cubicBezTo>
                  <a:cubicBezTo>
                    <a:pt x="1026" y="320"/>
                    <a:pt x="1075" y="284"/>
                    <a:pt x="1143" y="235"/>
                  </a:cubicBezTo>
                  <a:cubicBezTo>
                    <a:pt x="1260" y="166"/>
                    <a:pt x="1398" y="82"/>
                    <a:pt x="1547" y="33"/>
                  </a:cubicBezTo>
                  <a:lnTo>
                    <a:pt x="1563" y="17"/>
                  </a:lnTo>
                  <a:lnTo>
                    <a:pt x="15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6"/>
            <p:cNvSpPr/>
            <p:nvPr/>
          </p:nvSpPr>
          <p:spPr>
            <a:xfrm>
              <a:off x="1189246" y="1948852"/>
              <a:ext cx="3278" cy="73898"/>
            </a:xfrm>
            <a:custGeom>
              <a:rect b="b" l="l" r="r" t="t"/>
              <a:pathLst>
                <a:path extrusionOk="0" h="744" w="33">
                  <a:moveTo>
                    <a:pt x="0" y="0"/>
                  </a:moveTo>
                  <a:lnTo>
                    <a:pt x="0" y="20"/>
                  </a:lnTo>
                  <a:cubicBezTo>
                    <a:pt x="16" y="170"/>
                    <a:pt x="16" y="323"/>
                    <a:pt x="0" y="457"/>
                  </a:cubicBezTo>
                  <a:lnTo>
                    <a:pt x="0" y="727"/>
                  </a:lnTo>
                  <a:lnTo>
                    <a:pt x="16" y="743"/>
                  </a:lnTo>
                  <a:cubicBezTo>
                    <a:pt x="33" y="743"/>
                    <a:pt x="33" y="727"/>
                    <a:pt x="33" y="727"/>
                  </a:cubicBezTo>
                  <a:lnTo>
                    <a:pt x="33" y="457"/>
                  </a:lnTo>
                  <a:cubicBezTo>
                    <a:pt x="33" y="323"/>
                    <a:pt x="33" y="170"/>
                    <a:pt x="16" y="20"/>
                  </a:cubicBezTo>
                  <a:cubicBezTo>
                    <a:pt x="16" y="2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6"/>
            <p:cNvSpPr/>
            <p:nvPr/>
          </p:nvSpPr>
          <p:spPr>
            <a:xfrm>
              <a:off x="456923" y="1855288"/>
              <a:ext cx="182261" cy="223978"/>
            </a:xfrm>
            <a:custGeom>
              <a:rect b="b" l="l" r="r" t="t"/>
              <a:pathLst>
                <a:path extrusionOk="0" h="2255" w="1835">
                  <a:moveTo>
                    <a:pt x="1766" y="1"/>
                  </a:moveTo>
                  <a:lnTo>
                    <a:pt x="1665" y="70"/>
                  </a:lnTo>
                  <a:cubicBezTo>
                    <a:pt x="1601" y="102"/>
                    <a:pt x="1532" y="134"/>
                    <a:pt x="1447" y="187"/>
                  </a:cubicBezTo>
                  <a:lnTo>
                    <a:pt x="473" y="740"/>
                  </a:lnTo>
                  <a:cubicBezTo>
                    <a:pt x="453" y="740"/>
                    <a:pt x="453" y="740"/>
                    <a:pt x="473" y="760"/>
                  </a:cubicBezTo>
                  <a:lnTo>
                    <a:pt x="490" y="760"/>
                  </a:lnTo>
                  <a:lnTo>
                    <a:pt x="1463" y="203"/>
                  </a:lnTo>
                  <a:cubicBezTo>
                    <a:pt x="1532" y="171"/>
                    <a:pt x="1617" y="118"/>
                    <a:pt x="1685" y="86"/>
                  </a:cubicBezTo>
                  <a:lnTo>
                    <a:pt x="1786" y="33"/>
                  </a:lnTo>
                  <a:cubicBezTo>
                    <a:pt x="1819" y="70"/>
                    <a:pt x="1819" y="102"/>
                    <a:pt x="1819" y="134"/>
                  </a:cubicBezTo>
                  <a:lnTo>
                    <a:pt x="1819" y="154"/>
                  </a:lnTo>
                  <a:lnTo>
                    <a:pt x="1819" y="437"/>
                  </a:lnTo>
                  <a:lnTo>
                    <a:pt x="1819" y="1164"/>
                  </a:lnTo>
                  <a:cubicBezTo>
                    <a:pt x="1819" y="1213"/>
                    <a:pt x="1803" y="1245"/>
                    <a:pt x="1734" y="1281"/>
                  </a:cubicBezTo>
                  <a:cubicBezTo>
                    <a:pt x="1382" y="1467"/>
                    <a:pt x="1027" y="1669"/>
                    <a:pt x="692" y="1871"/>
                  </a:cubicBezTo>
                  <a:cubicBezTo>
                    <a:pt x="538" y="1936"/>
                    <a:pt x="405" y="2021"/>
                    <a:pt x="272" y="2106"/>
                  </a:cubicBezTo>
                  <a:cubicBezTo>
                    <a:pt x="203" y="2138"/>
                    <a:pt x="150" y="2174"/>
                    <a:pt x="86" y="2190"/>
                  </a:cubicBezTo>
                  <a:cubicBezTo>
                    <a:pt x="70" y="2207"/>
                    <a:pt x="33" y="2223"/>
                    <a:pt x="17" y="2239"/>
                  </a:cubicBezTo>
                  <a:cubicBezTo>
                    <a:pt x="1" y="2239"/>
                    <a:pt x="1" y="2255"/>
                    <a:pt x="1" y="2255"/>
                  </a:cubicBezTo>
                  <a:lnTo>
                    <a:pt x="17" y="2255"/>
                  </a:lnTo>
                  <a:cubicBezTo>
                    <a:pt x="49" y="2239"/>
                    <a:pt x="70" y="2239"/>
                    <a:pt x="102" y="2223"/>
                  </a:cubicBezTo>
                  <a:cubicBezTo>
                    <a:pt x="171" y="2190"/>
                    <a:pt x="219" y="2154"/>
                    <a:pt x="288" y="2122"/>
                  </a:cubicBezTo>
                  <a:cubicBezTo>
                    <a:pt x="421" y="2053"/>
                    <a:pt x="554" y="1972"/>
                    <a:pt x="692" y="1887"/>
                  </a:cubicBezTo>
                  <a:cubicBezTo>
                    <a:pt x="1043" y="1702"/>
                    <a:pt x="1399" y="1500"/>
                    <a:pt x="1750" y="1298"/>
                  </a:cubicBezTo>
                  <a:cubicBezTo>
                    <a:pt x="1819" y="1265"/>
                    <a:pt x="1835" y="1229"/>
                    <a:pt x="1835" y="1164"/>
                  </a:cubicBezTo>
                  <a:lnTo>
                    <a:pt x="1835" y="437"/>
                  </a:lnTo>
                  <a:lnTo>
                    <a:pt x="1835" y="154"/>
                  </a:lnTo>
                  <a:lnTo>
                    <a:pt x="1835" y="134"/>
                  </a:lnTo>
                  <a:cubicBezTo>
                    <a:pt x="1835" y="86"/>
                    <a:pt x="1835" y="33"/>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6"/>
            <p:cNvSpPr/>
            <p:nvPr/>
          </p:nvSpPr>
          <p:spPr>
            <a:xfrm>
              <a:off x="888292" y="2616117"/>
              <a:ext cx="6953" cy="71911"/>
            </a:xfrm>
            <a:custGeom>
              <a:rect b="b" l="l" r="r" t="t"/>
              <a:pathLst>
                <a:path extrusionOk="0" h="724" w="70">
                  <a:moveTo>
                    <a:pt x="17" y="0"/>
                  </a:moveTo>
                  <a:lnTo>
                    <a:pt x="17" y="133"/>
                  </a:lnTo>
                  <a:lnTo>
                    <a:pt x="17" y="420"/>
                  </a:lnTo>
                  <a:lnTo>
                    <a:pt x="17" y="473"/>
                  </a:lnTo>
                  <a:cubicBezTo>
                    <a:pt x="0" y="554"/>
                    <a:pt x="0" y="638"/>
                    <a:pt x="33" y="707"/>
                  </a:cubicBezTo>
                  <a:lnTo>
                    <a:pt x="49" y="723"/>
                  </a:lnTo>
                  <a:cubicBezTo>
                    <a:pt x="69" y="723"/>
                    <a:pt x="69" y="707"/>
                    <a:pt x="69" y="707"/>
                  </a:cubicBezTo>
                  <a:cubicBezTo>
                    <a:pt x="33" y="622"/>
                    <a:pt x="33" y="554"/>
                    <a:pt x="33" y="473"/>
                  </a:cubicBezTo>
                  <a:lnTo>
                    <a:pt x="33" y="420"/>
                  </a:lnTo>
                  <a:lnTo>
                    <a:pt x="33" y="133"/>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6"/>
            <p:cNvSpPr/>
            <p:nvPr/>
          </p:nvSpPr>
          <p:spPr>
            <a:xfrm>
              <a:off x="1921470" y="3042221"/>
              <a:ext cx="150577" cy="240863"/>
            </a:xfrm>
            <a:custGeom>
              <a:rect b="b" l="l" r="r" t="t"/>
              <a:pathLst>
                <a:path extrusionOk="0" h="2425" w="1516">
                  <a:moveTo>
                    <a:pt x="49" y="0"/>
                  </a:moveTo>
                  <a:cubicBezTo>
                    <a:pt x="33" y="37"/>
                    <a:pt x="17" y="69"/>
                    <a:pt x="33" y="101"/>
                  </a:cubicBezTo>
                  <a:cubicBezTo>
                    <a:pt x="49" y="170"/>
                    <a:pt x="49" y="255"/>
                    <a:pt x="33" y="340"/>
                  </a:cubicBezTo>
                  <a:cubicBezTo>
                    <a:pt x="1" y="505"/>
                    <a:pt x="85" y="626"/>
                    <a:pt x="186" y="760"/>
                  </a:cubicBezTo>
                  <a:cubicBezTo>
                    <a:pt x="352" y="945"/>
                    <a:pt x="506" y="1147"/>
                    <a:pt x="655" y="1349"/>
                  </a:cubicBezTo>
                  <a:cubicBezTo>
                    <a:pt x="825" y="1551"/>
                    <a:pt x="994" y="1753"/>
                    <a:pt x="1160" y="1972"/>
                  </a:cubicBezTo>
                  <a:cubicBezTo>
                    <a:pt x="1196" y="2004"/>
                    <a:pt x="1213" y="2040"/>
                    <a:pt x="1245" y="2073"/>
                  </a:cubicBezTo>
                  <a:cubicBezTo>
                    <a:pt x="1297" y="2141"/>
                    <a:pt x="1346" y="2206"/>
                    <a:pt x="1415" y="2275"/>
                  </a:cubicBezTo>
                  <a:cubicBezTo>
                    <a:pt x="1447" y="2291"/>
                    <a:pt x="1499" y="2343"/>
                    <a:pt x="1483" y="2408"/>
                  </a:cubicBezTo>
                  <a:cubicBezTo>
                    <a:pt x="1483" y="2424"/>
                    <a:pt x="1483" y="2424"/>
                    <a:pt x="1499" y="2424"/>
                  </a:cubicBezTo>
                  <a:lnTo>
                    <a:pt x="1516" y="2424"/>
                  </a:lnTo>
                  <a:cubicBezTo>
                    <a:pt x="1516" y="2343"/>
                    <a:pt x="1463" y="2275"/>
                    <a:pt x="1431" y="2258"/>
                  </a:cubicBezTo>
                  <a:cubicBezTo>
                    <a:pt x="1362" y="2190"/>
                    <a:pt x="1314" y="2121"/>
                    <a:pt x="1261" y="2056"/>
                  </a:cubicBezTo>
                  <a:cubicBezTo>
                    <a:pt x="1245" y="2020"/>
                    <a:pt x="1213" y="1988"/>
                    <a:pt x="1180" y="1955"/>
                  </a:cubicBezTo>
                  <a:cubicBezTo>
                    <a:pt x="1011" y="1737"/>
                    <a:pt x="841" y="1535"/>
                    <a:pt x="691" y="1333"/>
                  </a:cubicBezTo>
                  <a:cubicBezTo>
                    <a:pt x="522" y="1131"/>
                    <a:pt x="372" y="929"/>
                    <a:pt x="203" y="744"/>
                  </a:cubicBezTo>
                  <a:cubicBezTo>
                    <a:pt x="102" y="626"/>
                    <a:pt x="33" y="505"/>
                    <a:pt x="69" y="340"/>
                  </a:cubicBezTo>
                  <a:cubicBezTo>
                    <a:pt x="85" y="255"/>
                    <a:pt x="69" y="170"/>
                    <a:pt x="49" y="85"/>
                  </a:cubicBezTo>
                  <a:cubicBezTo>
                    <a:pt x="49" y="69"/>
                    <a:pt x="49"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6"/>
            <p:cNvSpPr/>
            <p:nvPr/>
          </p:nvSpPr>
          <p:spPr>
            <a:xfrm>
              <a:off x="1266223" y="2547484"/>
              <a:ext cx="212357" cy="160609"/>
            </a:xfrm>
            <a:custGeom>
              <a:rect b="b" l="l" r="r" t="t"/>
              <a:pathLst>
                <a:path extrusionOk="0" h="1617" w="2138">
                  <a:moveTo>
                    <a:pt x="1457" y="1"/>
                  </a:moveTo>
                  <a:cubicBezTo>
                    <a:pt x="1431" y="1"/>
                    <a:pt x="1405" y="6"/>
                    <a:pt x="1378" y="16"/>
                  </a:cubicBezTo>
                  <a:cubicBezTo>
                    <a:pt x="1213" y="85"/>
                    <a:pt x="1059" y="154"/>
                    <a:pt x="910" y="218"/>
                  </a:cubicBezTo>
                  <a:cubicBezTo>
                    <a:pt x="639" y="336"/>
                    <a:pt x="368" y="457"/>
                    <a:pt x="82" y="558"/>
                  </a:cubicBezTo>
                  <a:cubicBezTo>
                    <a:pt x="17" y="574"/>
                    <a:pt x="17" y="639"/>
                    <a:pt x="17" y="691"/>
                  </a:cubicBezTo>
                  <a:lnTo>
                    <a:pt x="17" y="1043"/>
                  </a:lnTo>
                  <a:lnTo>
                    <a:pt x="17" y="1313"/>
                  </a:lnTo>
                  <a:lnTo>
                    <a:pt x="17" y="1382"/>
                  </a:lnTo>
                  <a:cubicBezTo>
                    <a:pt x="1" y="1414"/>
                    <a:pt x="1" y="1467"/>
                    <a:pt x="33" y="1515"/>
                  </a:cubicBezTo>
                  <a:lnTo>
                    <a:pt x="49" y="1515"/>
                  </a:lnTo>
                  <a:lnTo>
                    <a:pt x="49" y="1499"/>
                  </a:lnTo>
                  <a:cubicBezTo>
                    <a:pt x="33" y="1467"/>
                    <a:pt x="33" y="1414"/>
                    <a:pt x="33" y="1382"/>
                  </a:cubicBezTo>
                  <a:cubicBezTo>
                    <a:pt x="33" y="1366"/>
                    <a:pt x="49" y="1329"/>
                    <a:pt x="49" y="1313"/>
                  </a:cubicBezTo>
                  <a:cubicBezTo>
                    <a:pt x="33" y="1228"/>
                    <a:pt x="49" y="1144"/>
                    <a:pt x="49" y="1043"/>
                  </a:cubicBezTo>
                  <a:cubicBezTo>
                    <a:pt x="49" y="925"/>
                    <a:pt x="49" y="808"/>
                    <a:pt x="33" y="691"/>
                  </a:cubicBezTo>
                  <a:cubicBezTo>
                    <a:pt x="33" y="639"/>
                    <a:pt x="49" y="590"/>
                    <a:pt x="102" y="574"/>
                  </a:cubicBezTo>
                  <a:cubicBezTo>
                    <a:pt x="368" y="473"/>
                    <a:pt x="655" y="356"/>
                    <a:pt x="910" y="255"/>
                  </a:cubicBezTo>
                  <a:cubicBezTo>
                    <a:pt x="1059" y="186"/>
                    <a:pt x="1229" y="101"/>
                    <a:pt x="1378" y="53"/>
                  </a:cubicBezTo>
                  <a:cubicBezTo>
                    <a:pt x="1412" y="38"/>
                    <a:pt x="1443" y="30"/>
                    <a:pt x="1471" y="30"/>
                  </a:cubicBezTo>
                  <a:cubicBezTo>
                    <a:pt x="1514" y="30"/>
                    <a:pt x="1551" y="50"/>
                    <a:pt x="1580" y="101"/>
                  </a:cubicBezTo>
                  <a:cubicBezTo>
                    <a:pt x="1617" y="134"/>
                    <a:pt x="1649" y="186"/>
                    <a:pt x="1681" y="218"/>
                  </a:cubicBezTo>
                  <a:cubicBezTo>
                    <a:pt x="1782" y="356"/>
                    <a:pt x="1899" y="505"/>
                    <a:pt x="2021" y="639"/>
                  </a:cubicBezTo>
                  <a:cubicBezTo>
                    <a:pt x="2069" y="691"/>
                    <a:pt x="2085" y="760"/>
                    <a:pt x="2101" y="861"/>
                  </a:cubicBezTo>
                  <a:cubicBezTo>
                    <a:pt x="2101" y="942"/>
                    <a:pt x="2101" y="1026"/>
                    <a:pt x="2085" y="1127"/>
                  </a:cubicBezTo>
                  <a:cubicBezTo>
                    <a:pt x="2085" y="1245"/>
                    <a:pt x="2069" y="1382"/>
                    <a:pt x="2101" y="1515"/>
                  </a:cubicBezTo>
                  <a:cubicBezTo>
                    <a:pt x="2101" y="1531"/>
                    <a:pt x="2085" y="1568"/>
                    <a:pt x="2053" y="1584"/>
                  </a:cubicBezTo>
                  <a:lnTo>
                    <a:pt x="2053" y="1600"/>
                  </a:lnTo>
                  <a:lnTo>
                    <a:pt x="2053" y="1616"/>
                  </a:lnTo>
                  <a:lnTo>
                    <a:pt x="2069" y="1616"/>
                  </a:lnTo>
                  <a:lnTo>
                    <a:pt x="2069" y="1600"/>
                  </a:lnTo>
                  <a:cubicBezTo>
                    <a:pt x="2101" y="1584"/>
                    <a:pt x="2138" y="1547"/>
                    <a:pt x="2122" y="1499"/>
                  </a:cubicBezTo>
                  <a:cubicBezTo>
                    <a:pt x="2101" y="1382"/>
                    <a:pt x="2101" y="1245"/>
                    <a:pt x="2122" y="1127"/>
                  </a:cubicBezTo>
                  <a:lnTo>
                    <a:pt x="2122" y="861"/>
                  </a:lnTo>
                  <a:cubicBezTo>
                    <a:pt x="2122" y="776"/>
                    <a:pt x="2101" y="707"/>
                    <a:pt x="2037" y="622"/>
                  </a:cubicBezTo>
                  <a:cubicBezTo>
                    <a:pt x="1920" y="489"/>
                    <a:pt x="1819" y="336"/>
                    <a:pt x="1698" y="202"/>
                  </a:cubicBezTo>
                  <a:cubicBezTo>
                    <a:pt x="1665" y="170"/>
                    <a:pt x="1633" y="117"/>
                    <a:pt x="1597" y="85"/>
                  </a:cubicBezTo>
                  <a:cubicBezTo>
                    <a:pt x="1563" y="27"/>
                    <a:pt x="1513" y="1"/>
                    <a:pt x="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6"/>
            <p:cNvSpPr/>
            <p:nvPr/>
          </p:nvSpPr>
          <p:spPr>
            <a:xfrm>
              <a:off x="1924649" y="2161507"/>
              <a:ext cx="118892" cy="240764"/>
            </a:xfrm>
            <a:custGeom>
              <a:rect b="b" l="l" r="r" t="t"/>
              <a:pathLst>
                <a:path extrusionOk="0" h="2424" w="1197">
                  <a:moveTo>
                    <a:pt x="37" y="0"/>
                  </a:moveTo>
                  <a:lnTo>
                    <a:pt x="17" y="16"/>
                  </a:lnTo>
                  <a:cubicBezTo>
                    <a:pt x="1" y="101"/>
                    <a:pt x="1" y="202"/>
                    <a:pt x="1" y="283"/>
                  </a:cubicBezTo>
                  <a:lnTo>
                    <a:pt x="1" y="469"/>
                  </a:lnTo>
                  <a:cubicBezTo>
                    <a:pt x="1" y="485"/>
                    <a:pt x="17" y="505"/>
                    <a:pt x="17" y="521"/>
                  </a:cubicBezTo>
                  <a:lnTo>
                    <a:pt x="37" y="521"/>
                  </a:lnTo>
                  <a:cubicBezTo>
                    <a:pt x="187" y="756"/>
                    <a:pt x="320" y="1010"/>
                    <a:pt x="474" y="1244"/>
                  </a:cubicBezTo>
                  <a:cubicBezTo>
                    <a:pt x="643" y="1547"/>
                    <a:pt x="825" y="1850"/>
                    <a:pt x="1011" y="2153"/>
                  </a:cubicBezTo>
                  <a:cubicBezTo>
                    <a:pt x="1047" y="2186"/>
                    <a:pt x="1063" y="2222"/>
                    <a:pt x="1080" y="2254"/>
                  </a:cubicBezTo>
                  <a:cubicBezTo>
                    <a:pt x="1112" y="2303"/>
                    <a:pt x="1148" y="2371"/>
                    <a:pt x="1181" y="2424"/>
                  </a:cubicBezTo>
                  <a:lnTo>
                    <a:pt x="1197" y="2424"/>
                  </a:lnTo>
                  <a:lnTo>
                    <a:pt x="1197" y="2404"/>
                  </a:lnTo>
                  <a:cubicBezTo>
                    <a:pt x="1164" y="2355"/>
                    <a:pt x="1128" y="2287"/>
                    <a:pt x="1096" y="2238"/>
                  </a:cubicBezTo>
                  <a:cubicBezTo>
                    <a:pt x="1080" y="2202"/>
                    <a:pt x="1063" y="2169"/>
                    <a:pt x="1047" y="2137"/>
                  </a:cubicBezTo>
                  <a:cubicBezTo>
                    <a:pt x="845" y="1834"/>
                    <a:pt x="659" y="1531"/>
                    <a:pt x="490" y="1228"/>
                  </a:cubicBezTo>
                  <a:cubicBezTo>
                    <a:pt x="356" y="990"/>
                    <a:pt x="203" y="739"/>
                    <a:pt x="53" y="505"/>
                  </a:cubicBezTo>
                  <a:cubicBezTo>
                    <a:pt x="37" y="485"/>
                    <a:pt x="37" y="469"/>
                    <a:pt x="37" y="469"/>
                  </a:cubicBezTo>
                  <a:lnTo>
                    <a:pt x="37" y="283"/>
                  </a:lnTo>
                  <a:cubicBezTo>
                    <a:pt x="37" y="202"/>
                    <a:pt x="37" y="117"/>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6"/>
            <p:cNvSpPr/>
            <p:nvPr/>
          </p:nvSpPr>
          <p:spPr>
            <a:xfrm>
              <a:off x="1737719" y="2594365"/>
              <a:ext cx="170640" cy="342771"/>
            </a:xfrm>
            <a:custGeom>
              <a:rect b="b" l="l" r="r" t="t"/>
              <a:pathLst>
                <a:path extrusionOk="0" h="3451" w="1718">
                  <a:moveTo>
                    <a:pt x="17" y="1"/>
                  </a:moveTo>
                  <a:cubicBezTo>
                    <a:pt x="0" y="1"/>
                    <a:pt x="0" y="1"/>
                    <a:pt x="0" y="17"/>
                  </a:cubicBezTo>
                  <a:cubicBezTo>
                    <a:pt x="33" y="187"/>
                    <a:pt x="134" y="288"/>
                    <a:pt x="235" y="405"/>
                  </a:cubicBezTo>
                  <a:cubicBezTo>
                    <a:pt x="283" y="453"/>
                    <a:pt x="336" y="506"/>
                    <a:pt x="368" y="571"/>
                  </a:cubicBezTo>
                  <a:cubicBezTo>
                    <a:pt x="772" y="1160"/>
                    <a:pt x="1212" y="1734"/>
                    <a:pt x="1632" y="2308"/>
                  </a:cubicBezTo>
                  <a:lnTo>
                    <a:pt x="1632" y="2324"/>
                  </a:lnTo>
                  <a:cubicBezTo>
                    <a:pt x="1665" y="2372"/>
                    <a:pt x="1665" y="2409"/>
                    <a:pt x="1665" y="2457"/>
                  </a:cubicBezTo>
                  <a:cubicBezTo>
                    <a:pt x="1681" y="2627"/>
                    <a:pt x="1681" y="2792"/>
                    <a:pt x="1681" y="2946"/>
                  </a:cubicBezTo>
                  <a:lnTo>
                    <a:pt x="1681" y="3132"/>
                  </a:lnTo>
                  <a:cubicBezTo>
                    <a:pt x="1681" y="3164"/>
                    <a:pt x="1681" y="3196"/>
                    <a:pt x="1665" y="3217"/>
                  </a:cubicBezTo>
                  <a:cubicBezTo>
                    <a:pt x="1665" y="3297"/>
                    <a:pt x="1665" y="3366"/>
                    <a:pt x="1681" y="3451"/>
                  </a:cubicBezTo>
                  <a:lnTo>
                    <a:pt x="1697" y="3451"/>
                  </a:lnTo>
                  <a:cubicBezTo>
                    <a:pt x="1717" y="3451"/>
                    <a:pt x="1717" y="3451"/>
                    <a:pt x="1717" y="3435"/>
                  </a:cubicBezTo>
                  <a:cubicBezTo>
                    <a:pt x="1697" y="3366"/>
                    <a:pt x="1697" y="3297"/>
                    <a:pt x="1697" y="3217"/>
                  </a:cubicBezTo>
                  <a:lnTo>
                    <a:pt x="1697" y="3132"/>
                  </a:lnTo>
                  <a:lnTo>
                    <a:pt x="1697" y="2946"/>
                  </a:lnTo>
                  <a:lnTo>
                    <a:pt x="1697" y="2457"/>
                  </a:lnTo>
                  <a:cubicBezTo>
                    <a:pt x="1697" y="2409"/>
                    <a:pt x="1697" y="2356"/>
                    <a:pt x="1665" y="2308"/>
                  </a:cubicBezTo>
                  <a:lnTo>
                    <a:pt x="1649" y="2287"/>
                  </a:lnTo>
                  <a:cubicBezTo>
                    <a:pt x="1229" y="1734"/>
                    <a:pt x="808" y="1144"/>
                    <a:pt x="384" y="554"/>
                  </a:cubicBezTo>
                  <a:cubicBezTo>
                    <a:pt x="352" y="490"/>
                    <a:pt x="303" y="437"/>
                    <a:pt x="251" y="389"/>
                  </a:cubicBezTo>
                  <a:cubicBezTo>
                    <a:pt x="150" y="288"/>
                    <a:pt x="49" y="16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6"/>
            <p:cNvSpPr/>
            <p:nvPr/>
          </p:nvSpPr>
          <p:spPr>
            <a:xfrm>
              <a:off x="468544" y="2058407"/>
              <a:ext cx="167462" cy="91081"/>
            </a:xfrm>
            <a:custGeom>
              <a:rect b="b" l="l" r="r" t="t"/>
              <a:pathLst>
                <a:path extrusionOk="0" h="917" w="1686">
                  <a:moveTo>
                    <a:pt x="1674" y="1"/>
                  </a:moveTo>
                  <a:cubicBezTo>
                    <a:pt x="1671" y="1"/>
                    <a:pt x="1669" y="3"/>
                    <a:pt x="1669" y="8"/>
                  </a:cubicBezTo>
                  <a:lnTo>
                    <a:pt x="1366" y="162"/>
                  </a:lnTo>
                  <a:cubicBezTo>
                    <a:pt x="1112" y="295"/>
                    <a:pt x="861" y="432"/>
                    <a:pt x="623" y="565"/>
                  </a:cubicBezTo>
                  <a:cubicBezTo>
                    <a:pt x="474" y="634"/>
                    <a:pt x="336" y="715"/>
                    <a:pt x="203" y="784"/>
                  </a:cubicBezTo>
                  <a:cubicBezTo>
                    <a:pt x="134" y="816"/>
                    <a:pt x="70" y="868"/>
                    <a:pt x="17" y="901"/>
                  </a:cubicBezTo>
                  <a:cubicBezTo>
                    <a:pt x="1" y="901"/>
                    <a:pt x="1" y="901"/>
                    <a:pt x="1" y="917"/>
                  </a:cubicBezTo>
                  <a:lnTo>
                    <a:pt x="33" y="917"/>
                  </a:lnTo>
                  <a:cubicBezTo>
                    <a:pt x="86" y="885"/>
                    <a:pt x="155" y="852"/>
                    <a:pt x="219" y="816"/>
                  </a:cubicBezTo>
                  <a:cubicBezTo>
                    <a:pt x="356" y="735"/>
                    <a:pt x="490" y="650"/>
                    <a:pt x="639" y="582"/>
                  </a:cubicBezTo>
                  <a:cubicBezTo>
                    <a:pt x="878" y="448"/>
                    <a:pt x="1128" y="311"/>
                    <a:pt x="1366" y="194"/>
                  </a:cubicBezTo>
                  <a:cubicBezTo>
                    <a:pt x="1467" y="129"/>
                    <a:pt x="1568" y="77"/>
                    <a:pt x="1669" y="28"/>
                  </a:cubicBezTo>
                  <a:cubicBezTo>
                    <a:pt x="1686" y="28"/>
                    <a:pt x="1686" y="8"/>
                    <a:pt x="1686" y="8"/>
                  </a:cubicBezTo>
                  <a:cubicBezTo>
                    <a:pt x="1686" y="8"/>
                    <a:pt x="1678" y="1"/>
                    <a:pt x="1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6"/>
            <p:cNvSpPr/>
            <p:nvPr/>
          </p:nvSpPr>
          <p:spPr>
            <a:xfrm>
              <a:off x="687655" y="2931871"/>
              <a:ext cx="133691" cy="172627"/>
            </a:xfrm>
            <a:custGeom>
              <a:rect b="b" l="l" r="r" t="t"/>
              <a:pathLst>
                <a:path extrusionOk="0" h="1738" w="1346">
                  <a:moveTo>
                    <a:pt x="1297" y="0"/>
                  </a:moveTo>
                  <a:cubicBezTo>
                    <a:pt x="1281" y="53"/>
                    <a:pt x="1297" y="101"/>
                    <a:pt x="1297" y="138"/>
                  </a:cubicBezTo>
                  <a:cubicBezTo>
                    <a:pt x="1314" y="186"/>
                    <a:pt x="1314" y="222"/>
                    <a:pt x="1281" y="239"/>
                  </a:cubicBezTo>
                  <a:cubicBezTo>
                    <a:pt x="1213" y="303"/>
                    <a:pt x="1128" y="340"/>
                    <a:pt x="1043" y="356"/>
                  </a:cubicBezTo>
                  <a:lnTo>
                    <a:pt x="1027" y="372"/>
                  </a:lnTo>
                  <a:cubicBezTo>
                    <a:pt x="724" y="473"/>
                    <a:pt x="421" y="590"/>
                    <a:pt x="134" y="707"/>
                  </a:cubicBezTo>
                  <a:lnTo>
                    <a:pt x="85" y="744"/>
                  </a:lnTo>
                  <a:cubicBezTo>
                    <a:pt x="33" y="760"/>
                    <a:pt x="1" y="760"/>
                    <a:pt x="1" y="828"/>
                  </a:cubicBezTo>
                  <a:lnTo>
                    <a:pt x="1" y="1164"/>
                  </a:lnTo>
                  <a:cubicBezTo>
                    <a:pt x="1" y="1350"/>
                    <a:pt x="1" y="1535"/>
                    <a:pt x="17" y="1717"/>
                  </a:cubicBezTo>
                  <a:cubicBezTo>
                    <a:pt x="17" y="1717"/>
                    <a:pt x="17" y="1737"/>
                    <a:pt x="33" y="1737"/>
                  </a:cubicBezTo>
                  <a:lnTo>
                    <a:pt x="49" y="1717"/>
                  </a:lnTo>
                  <a:cubicBezTo>
                    <a:pt x="17" y="1535"/>
                    <a:pt x="33" y="1350"/>
                    <a:pt x="33" y="1164"/>
                  </a:cubicBezTo>
                  <a:lnTo>
                    <a:pt x="33" y="828"/>
                  </a:lnTo>
                  <a:cubicBezTo>
                    <a:pt x="33" y="792"/>
                    <a:pt x="49" y="776"/>
                    <a:pt x="85" y="760"/>
                  </a:cubicBezTo>
                  <a:lnTo>
                    <a:pt x="134" y="744"/>
                  </a:lnTo>
                  <a:cubicBezTo>
                    <a:pt x="437" y="626"/>
                    <a:pt x="724" y="489"/>
                    <a:pt x="1027" y="388"/>
                  </a:cubicBezTo>
                  <a:lnTo>
                    <a:pt x="1043" y="388"/>
                  </a:lnTo>
                  <a:cubicBezTo>
                    <a:pt x="1144" y="356"/>
                    <a:pt x="1229" y="323"/>
                    <a:pt x="1297" y="271"/>
                  </a:cubicBezTo>
                  <a:cubicBezTo>
                    <a:pt x="1346" y="222"/>
                    <a:pt x="1330" y="186"/>
                    <a:pt x="1330" y="138"/>
                  </a:cubicBezTo>
                  <a:cubicBezTo>
                    <a:pt x="1314" y="85"/>
                    <a:pt x="1314" y="53"/>
                    <a:pt x="1330" y="20"/>
                  </a:cubicBezTo>
                  <a:cubicBezTo>
                    <a:pt x="1330" y="20"/>
                    <a:pt x="1330" y="0"/>
                    <a:pt x="13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6"/>
            <p:cNvSpPr/>
            <p:nvPr/>
          </p:nvSpPr>
          <p:spPr>
            <a:xfrm>
              <a:off x="1921470" y="2868502"/>
              <a:ext cx="130513" cy="239175"/>
            </a:xfrm>
            <a:custGeom>
              <a:rect b="b" l="l" r="r" t="t"/>
              <a:pathLst>
                <a:path extrusionOk="0" h="2408" w="1314">
                  <a:moveTo>
                    <a:pt x="85" y="0"/>
                  </a:moveTo>
                  <a:cubicBezTo>
                    <a:pt x="85" y="0"/>
                    <a:pt x="69" y="0"/>
                    <a:pt x="69" y="16"/>
                  </a:cubicBezTo>
                  <a:cubicBezTo>
                    <a:pt x="1" y="133"/>
                    <a:pt x="69" y="218"/>
                    <a:pt x="118" y="303"/>
                  </a:cubicBezTo>
                  <a:cubicBezTo>
                    <a:pt x="134" y="303"/>
                    <a:pt x="134" y="319"/>
                    <a:pt x="150" y="319"/>
                  </a:cubicBezTo>
                  <a:cubicBezTo>
                    <a:pt x="271" y="489"/>
                    <a:pt x="405" y="675"/>
                    <a:pt x="522" y="840"/>
                  </a:cubicBezTo>
                  <a:cubicBezTo>
                    <a:pt x="708" y="1111"/>
                    <a:pt x="910" y="1398"/>
                    <a:pt x="1128" y="1648"/>
                  </a:cubicBezTo>
                  <a:cubicBezTo>
                    <a:pt x="1245" y="1802"/>
                    <a:pt x="1297" y="1951"/>
                    <a:pt x="1281" y="2137"/>
                  </a:cubicBezTo>
                  <a:lnTo>
                    <a:pt x="1281" y="2206"/>
                  </a:lnTo>
                  <a:cubicBezTo>
                    <a:pt x="1281" y="2274"/>
                    <a:pt x="1281" y="2339"/>
                    <a:pt x="1245" y="2392"/>
                  </a:cubicBezTo>
                  <a:lnTo>
                    <a:pt x="1245" y="2408"/>
                  </a:lnTo>
                  <a:lnTo>
                    <a:pt x="1261" y="2408"/>
                  </a:lnTo>
                  <a:cubicBezTo>
                    <a:pt x="1314" y="2339"/>
                    <a:pt x="1314" y="2274"/>
                    <a:pt x="1314" y="2206"/>
                  </a:cubicBezTo>
                  <a:lnTo>
                    <a:pt x="1314" y="2137"/>
                  </a:lnTo>
                  <a:cubicBezTo>
                    <a:pt x="1314" y="1935"/>
                    <a:pt x="1281" y="1802"/>
                    <a:pt x="1144" y="1632"/>
                  </a:cubicBezTo>
                  <a:cubicBezTo>
                    <a:pt x="942" y="1382"/>
                    <a:pt x="740" y="1095"/>
                    <a:pt x="538" y="824"/>
                  </a:cubicBezTo>
                  <a:cubicBezTo>
                    <a:pt x="421" y="658"/>
                    <a:pt x="287" y="473"/>
                    <a:pt x="170" y="303"/>
                  </a:cubicBezTo>
                  <a:cubicBezTo>
                    <a:pt x="150" y="303"/>
                    <a:pt x="150" y="287"/>
                    <a:pt x="150" y="287"/>
                  </a:cubicBezTo>
                  <a:cubicBezTo>
                    <a:pt x="85" y="202"/>
                    <a:pt x="33" y="133"/>
                    <a:pt x="85" y="16"/>
                  </a:cubicBezTo>
                  <a:cubicBezTo>
                    <a:pt x="102" y="16"/>
                    <a:pt x="85" y="16"/>
                    <a:pt x="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6"/>
            <p:cNvSpPr/>
            <p:nvPr/>
          </p:nvSpPr>
          <p:spPr>
            <a:xfrm>
              <a:off x="1408258" y="1245035"/>
              <a:ext cx="71911" cy="205901"/>
            </a:xfrm>
            <a:custGeom>
              <a:rect b="b" l="l" r="r" t="t"/>
              <a:pathLst>
                <a:path extrusionOk="0" h="2073" w="724">
                  <a:moveTo>
                    <a:pt x="118" y="1"/>
                  </a:moveTo>
                  <a:cubicBezTo>
                    <a:pt x="102" y="1"/>
                    <a:pt x="102" y="1"/>
                    <a:pt x="102" y="17"/>
                  </a:cubicBezTo>
                  <a:cubicBezTo>
                    <a:pt x="86" y="37"/>
                    <a:pt x="86" y="69"/>
                    <a:pt x="86" y="85"/>
                  </a:cubicBezTo>
                  <a:cubicBezTo>
                    <a:pt x="66" y="154"/>
                    <a:pt x="49" y="202"/>
                    <a:pt x="33" y="271"/>
                  </a:cubicBezTo>
                  <a:cubicBezTo>
                    <a:pt x="1" y="340"/>
                    <a:pt x="33" y="388"/>
                    <a:pt x="66" y="421"/>
                  </a:cubicBezTo>
                  <a:cubicBezTo>
                    <a:pt x="187" y="590"/>
                    <a:pt x="288" y="776"/>
                    <a:pt x="389" y="962"/>
                  </a:cubicBezTo>
                  <a:cubicBezTo>
                    <a:pt x="469" y="1095"/>
                    <a:pt x="538" y="1229"/>
                    <a:pt x="623" y="1366"/>
                  </a:cubicBezTo>
                  <a:cubicBezTo>
                    <a:pt x="671" y="1431"/>
                    <a:pt x="708" y="1532"/>
                    <a:pt x="692" y="1616"/>
                  </a:cubicBezTo>
                  <a:lnTo>
                    <a:pt x="692" y="1786"/>
                  </a:lnTo>
                  <a:cubicBezTo>
                    <a:pt x="692" y="1871"/>
                    <a:pt x="708" y="1972"/>
                    <a:pt x="671" y="2057"/>
                  </a:cubicBezTo>
                  <a:cubicBezTo>
                    <a:pt x="655" y="2057"/>
                    <a:pt x="671" y="2073"/>
                    <a:pt x="671" y="2073"/>
                  </a:cubicBezTo>
                  <a:lnTo>
                    <a:pt x="692" y="2057"/>
                  </a:lnTo>
                  <a:cubicBezTo>
                    <a:pt x="724" y="1972"/>
                    <a:pt x="724" y="1871"/>
                    <a:pt x="724" y="1786"/>
                  </a:cubicBezTo>
                  <a:cubicBezTo>
                    <a:pt x="724" y="1734"/>
                    <a:pt x="708" y="1669"/>
                    <a:pt x="724" y="1616"/>
                  </a:cubicBezTo>
                  <a:cubicBezTo>
                    <a:pt x="724" y="1515"/>
                    <a:pt x="708" y="1431"/>
                    <a:pt x="655" y="1350"/>
                  </a:cubicBezTo>
                  <a:cubicBezTo>
                    <a:pt x="570" y="1212"/>
                    <a:pt x="490" y="1079"/>
                    <a:pt x="421" y="946"/>
                  </a:cubicBezTo>
                  <a:cubicBezTo>
                    <a:pt x="320" y="776"/>
                    <a:pt x="203" y="590"/>
                    <a:pt x="86" y="404"/>
                  </a:cubicBezTo>
                  <a:cubicBezTo>
                    <a:pt x="49" y="372"/>
                    <a:pt x="33" y="320"/>
                    <a:pt x="49" y="271"/>
                  </a:cubicBezTo>
                  <a:cubicBezTo>
                    <a:pt x="86" y="219"/>
                    <a:pt x="86" y="154"/>
                    <a:pt x="102" y="102"/>
                  </a:cubicBezTo>
                  <a:cubicBezTo>
                    <a:pt x="118" y="69"/>
                    <a:pt x="118" y="53"/>
                    <a:pt x="118" y="17"/>
                  </a:cubicBezTo>
                  <a:lnTo>
                    <a:pt x="1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6"/>
            <p:cNvSpPr/>
            <p:nvPr/>
          </p:nvSpPr>
          <p:spPr>
            <a:xfrm>
              <a:off x="1413125" y="2194085"/>
              <a:ext cx="80354" cy="191399"/>
            </a:xfrm>
            <a:custGeom>
              <a:rect b="b" l="l" r="r" t="t"/>
              <a:pathLst>
                <a:path extrusionOk="0" h="1927" w="809">
                  <a:moveTo>
                    <a:pt x="23" y="0"/>
                  </a:moveTo>
                  <a:cubicBezTo>
                    <a:pt x="17" y="0"/>
                    <a:pt x="17" y="7"/>
                    <a:pt x="17" y="7"/>
                  </a:cubicBezTo>
                  <a:cubicBezTo>
                    <a:pt x="0" y="7"/>
                    <a:pt x="0" y="24"/>
                    <a:pt x="17" y="24"/>
                  </a:cubicBezTo>
                  <a:cubicBezTo>
                    <a:pt x="85" y="76"/>
                    <a:pt x="138" y="141"/>
                    <a:pt x="170" y="209"/>
                  </a:cubicBezTo>
                  <a:lnTo>
                    <a:pt x="219" y="258"/>
                  </a:lnTo>
                  <a:cubicBezTo>
                    <a:pt x="303" y="379"/>
                    <a:pt x="388" y="496"/>
                    <a:pt x="473" y="613"/>
                  </a:cubicBezTo>
                  <a:cubicBezTo>
                    <a:pt x="505" y="646"/>
                    <a:pt x="542" y="682"/>
                    <a:pt x="558" y="731"/>
                  </a:cubicBezTo>
                  <a:cubicBezTo>
                    <a:pt x="606" y="763"/>
                    <a:pt x="622" y="832"/>
                    <a:pt x="622" y="900"/>
                  </a:cubicBezTo>
                  <a:lnTo>
                    <a:pt x="622" y="1102"/>
                  </a:lnTo>
                  <a:cubicBezTo>
                    <a:pt x="622" y="1235"/>
                    <a:pt x="643" y="1369"/>
                    <a:pt x="606" y="1490"/>
                  </a:cubicBezTo>
                  <a:cubicBezTo>
                    <a:pt x="558" y="1708"/>
                    <a:pt x="675" y="1825"/>
                    <a:pt x="792" y="1910"/>
                  </a:cubicBezTo>
                  <a:lnTo>
                    <a:pt x="808" y="1926"/>
                  </a:lnTo>
                  <a:lnTo>
                    <a:pt x="808" y="1910"/>
                  </a:lnTo>
                  <a:lnTo>
                    <a:pt x="808" y="1894"/>
                  </a:lnTo>
                  <a:cubicBezTo>
                    <a:pt x="691" y="1793"/>
                    <a:pt x="590" y="1708"/>
                    <a:pt x="643" y="1506"/>
                  </a:cubicBezTo>
                  <a:cubicBezTo>
                    <a:pt x="659" y="1369"/>
                    <a:pt x="659" y="1235"/>
                    <a:pt x="643" y="1102"/>
                  </a:cubicBezTo>
                  <a:lnTo>
                    <a:pt x="643" y="900"/>
                  </a:lnTo>
                  <a:cubicBezTo>
                    <a:pt x="643" y="815"/>
                    <a:pt x="622" y="763"/>
                    <a:pt x="590" y="714"/>
                  </a:cubicBezTo>
                  <a:cubicBezTo>
                    <a:pt x="558" y="662"/>
                    <a:pt x="521" y="630"/>
                    <a:pt x="489" y="597"/>
                  </a:cubicBezTo>
                  <a:cubicBezTo>
                    <a:pt x="404" y="480"/>
                    <a:pt x="320" y="359"/>
                    <a:pt x="239" y="242"/>
                  </a:cubicBezTo>
                  <a:cubicBezTo>
                    <a:pt x="219" y="226"/>
                    <a:pt x="202" y="209"/>
                    <a:pt x="202" y="193"/>
                  </a:cubicBezTo>
                  <a:cubicBezTo>
                    <a:pt x="154" y="125"/>
                    <a:pt x="101" y="56"/>
                    <a:pt x="37" y="7"/>
                  </a:cubicBezTo>
                  <a:cubicBezTo>
                    <a:pt x="30" y="2"/>
                    <a:pt x="2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6"/>
            <p:cNvSpPr/>
            <p:nvPr/>
          </p:nvSpPr>
          <p:spPr>
            <a:xfrm>
              <a:off x="1267912" y="2018280"/>
              <a:ext cx="227156" cy="193485"/>
            </a:xfrm>
            <a:custGeom>
              <a:rect b="b" l="l" r="r" t="t"/>
              <a:pathLst>
                <a:path extrusionOk="0" h="1948" w="2287">
                  <a:moveTo>
                    <a:pt x="1443" y="0"/>
                  </a:moveTo>
                  <a:cubicBezTo>
                    <a:pt x="1409" y="0"/>
                    <a:pt x="1375" y="12"/>
                    <a:pt x="1345" y="28"/>
                  </a:cubicBezTo>
                  <a:cubicBezTo>
                    <a:pt x="1026" y="178"/>
                    <a:pt x="691" y="347"/>
                    <a:pt x="388" y="497"/>
                  </a:cubicBezTo>
                  <a:lnTo>
                    <a:pt x="101" y="634"/>
                  </a:lnTo>
                  <a:lnTo>
                    <a:pt x="85" y="634"/>
                  </a:lnTo>
                  <a:cubicBezTo>
                    <a:pt x="48" y="667"/>
                    <a:pt x="16" y="683"/>
                    <a:pt x="16" y="751"/>
                  </a:cubicBezTo>
                  <a:lnTo>
                    <a:pt x="16" y="1054"/>
                  </a:lnTo>
                  <a:cubicBezTo>
                    <a:pt x="16" y="1220"/>
                    <a:pt x="0" y="1406"/>
                    <a:pt x="32" y="1575"/>
                  </a:cubicBezTo>
                  <a:lnTo>
                    <a:pt x="32" y="1592"/>
                  </a:lnTo>
                  <a:cubicBezTo>
                    <a:pt x="48" y="1592"/>
                    <a:pt x="48" y="1592"/>
                    <a:pt x="48" y="1575"/>
                  </a:cubicBezTo>
                  <a:cubicBezTo>
                    <a:pt x="32" y="1406"/>
                    <a:pt x="32" y="1220"/>
                    <a:pt x="32" y="1054"/>
                  </a:cubicBezTo>
                  <a:lnTo>
                    <a:pt x="32" y="751"/>
                  </a:lnTo>
                  <a:cubicBezTo>
                    <a:pt x="32" y="699"/>
                    <a:pt x="65" y="683"/>
                    <a:pt x="101" y="667"/>
                  </a:cubicBezTo>
                  <a:lnTo>
                    <a:pt x="404" y="513"/>
                  </a:lnTo>
                  <a:cubicBezTo>
                    <a:pt x="707" y="364"/>
                    <a:pt x="1026" y="210"/>
                    <a:pt x="1361" y="61"/>
                  </a:cubicBezTo>
                  <a:cubicBezTo>
                    <a:pt x="1392" y="37"/>
                    <a:pt x="1422" y="24"/>
                    <a:pt x="1452" y="24"/>
                  </a:cubicBezTo>
                  <a:cubicBezTo>
                    <a:pt x="1490" y="24"/>
                    <a:pt x="1527" y="45"/>
                    <a:pt x="1563" y="93"/>
                  </a:cubicBezTo>
                  <a:cubicBezTo>
                    <a:pt x="1701" y="311"/>
                    <a:pt x="1850" y="533"/>
                    <a:pt x="2004" y="735"/>
                  </a:cubicBezTo>
                  <a:lnTo>
                    <a:pt x="2036" y="784"/>
                  </a:lnTo>
                  <a:cubicBezTo>
                    <a:pt x="2068" y="836"/>
                    <a:pt x="2084" y="885"/>
                    <a:pt x="2084" y="953"/>
                  </a:cubicBezTo>
                  <a:cubicBezTo>
                    <a:pt x="2068" y="1054"/>
                    <a:pt x="2068" y="1155"/>
                    <a:pt x="2068" y="1256"/>
                  </a:cubicBezTo>
                  <a:lnTo>
                    <a:pt x="2068" y="1644"/>
                  </a:lnTo>
                  <a:cubicBezTo>
                    <a:pt x="2052" y="1761"/>
                    <a:pt x="2153" y="1878"/>
                    <a:pt x="2270" y="1947"/>
                  </a:cubicBezTo>
                  <a:lnTo>
                    <a:pt x="2286" y="1947"/>
                  </a:lnTo>
                  <a:lnTo>
                    <a:pt x="2286" y="1927"/>
                  </a:lnTo>
                  <a:cubicBezTo>
                    <a:pt x="2185" y="1862"/>
                    <a:pt x="2068" y="1745"/>
                    <a:pt x="2084" y="1644"/>
                  </a:cubicBezTo>
                  <a:cubicBezTo>
                    <a:pt x="2105" y="1507"/>
                    <a:pt x="2105" y="1373"/>
                    <a:pt x="2105" y="1256"/>
                  </a:cubicBezTo>
                  <a:lnTo>
                    <a:pt x="2105" y="953"/>
                  </a:lnTo>
                  <a:cubicBezTo>
                    <a:pt x="2105" y="885"/>
                    <a:pt x="2084" y="816"/>
                    <a:pt x="2052" y="767"/>
                  </a:cubicBezTo>
                  <a:lnTo>
                    <a:pt x="2020" y="715"/>
                  </a:lnTo>
                  <a:cubicBezTo>
                    <a:pt x="1866" y="513"/>
                    <a:pt x="1717" y="295"/>
                    <a:pt x="1580" y="77"/>
                  </a:cubicBezTo>
                  <a:cubicBezTo>
                    <a:pt x="1534" y="20"/>
                    <a:pt x="1488"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70" name="Google Shape;1070;p36"/>
          <p:cNvPicPr preferRelativeResize="0"/>
          <p:nvPr>
            <p:ph idx="2" type="pic"/>
          </p:nvPr>
        </p:nvPicPr>
        <p:blipFill rotWithShape="1">
          <a:blip r:embed="rId3">
            <a:alphaModFix/>
          </a:blip>
          <a:srcRect b="0" l="1407" r="4109" t="5517"/>
          <a:stretch/>
        </p:blipFill>
        <p:spPr>
          <a:xfrm>
            <a:off x="5888025" y="423650"/>
            <a:ext cx="2867474" cy="4296202"/>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4" name="Shape 1074"/>
        <p:cNvGrpSpPr/>
        <p:nvPr/>
      </p:nvGrpSpPr>
      <p:grpSpPr>
        <a:xfrm>
          <a:off x="0" y="0"/>
          <a:ext cx="0" cy="0"/>
          <a:chOff x="0" y="0"/>
          <a:chExt cx="0" cy="0"/>
        </a:xfrm>
      </p:grpSpPr>
      <p:sp>
        <p:nvSpPr>
          <p:cNvPr id="1075" name="Google Shape;1075;p37"/>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1076" name="Google Shape;1076;p37"/>
          <p:cNvSpPr txBox="1"/>
          <p:nvPr>
            <p:ph idx="1" type="body"/>
          </p:nvPr>
        </p:nvSpPr>
        <p:spPr>
          <a:xfrm>
            <a:off x="720000" y="1045965"/>
            <a:ext cx="7704000" cy="34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sp>
        <p:nvSpPr>
          <p:cNvPr id="1077" name="Google Shape;1077;p37"/>
          <p:cNvSpPr txBox="1"/>
          <p:nvPr/>
        </p:nvSpPr>
        <p:spPr>
          <a:xfrm>
            <a:off x="720000" y="4155200"/>
            <a:ext cx="3000000" cy="45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Syne Medium"/>
                <a:ea typeface="Syne Medium"/>
                <a:cs typeface="Syne Medium"/>
                <a:sym typeface="Syne Medium"/>
              </a:rPr>
              <a:t>For more info:</a:t>
            </a:r>
            <a:br>
              <a:rPr lang="en" sz="1100">
                <a:solidFill>
                  <a:schemeClr val="dk1"/>
                </a:solidFill>
                <a:latin typeface="Syne Medium"/>
                <a:ea typeface="Syne Medium"/>
                <a:cs typeface="Syne Medium"/>
                <a:sym typeface="Syne Medium"/>
              </a:rPr>
            </a:br>
            <a:r>
              <a:rPr b="1" lang="en" sz="1100" u="sng">
                <a:solidFill>
                  <a:schemeClr val="dk1"/>
                </a:solidFill>
                <a:latin typeface="Syne"/>
                <a:ea typeface="Syne"/>
                <a:cs typeface="Syne"/>
                <a:sym typeface="Syne"/>
                <a:hlinkClick r:id="rId3">
                  <a:extLst>
                    <a:ext uri="{A12FA001-AC4F-418D-AE19-62706E023703}">
                      <ahyp:hlinkClr val="tx"/>
                    </a:ext>
                  </a:extLst>
                </a:hlinkClick>
              </a:rPr>
              <a:t>SLIDESGO</a:t>
            </a:r>
            <a:r>
              <a:rPr b="1" lang="en" sz="1100">
                <a:solidFill>
                  <a:schemeClr val="dk1"/>
                </a:solidFill>
                <a:uFill>
                  <a:noFill/>
                </a:uFill>
                <a:latin typeface="Syne"/>
                <a:ea typeface="Syne"/>
                <a:cs typeface="Syne"/>
                <a:sym typeface="Syne"/>
                <a:hlinkClick r:id="rId4">
                  <a:extLst>
                    <a:ext uri="{A12FA001-AC4F-418D-AE19-62706E023703}">
                      <ahyp:hlinkClr val="tx"/>
                    </a:ext>
                  </a:extLst>
                </a:hlinkClick>
              </a:rPr>
              <a:t> </a:t>
            </a:r>
            <a:r>
              <a:rPr b="1" lang="en" sz="1100">
                <a:solidFill>
                  <a:schemeClr val="dk1"/>
                </a:solidFill>
                <a:latin typeface="Syne"/>
                <a:ea typeface="Syne"/>
                <a:cs typeface="Syne"/>
                <a:sym typeface="Syne"/>
              </a:rPr>
              <a:t>| </a:t>
            </a:r>
            <a:r>
              <a:rPr b="1" lang="en" sz="1100" u="sng">
                <a:solidFill>
                  <a:schemeClr val="dk1"/>
                </a:solidFill>
                <a:latin typeface="Syne"/>
                <a:ea typeface="Syne"/>
                <a:cs typeface="Syne"/>
                <a:sym typeface="Syne"/>
                <a:hlinkClick r:id="rId5">
                  <a:extLst>
                    <a:ext uri="{A12FA001-AC4F-418D-AE19-62706E023703}">
                      <ahyp:hlinkClr val="tx"/>
                    </a:ext>
                  </a:extLst>
                </a:hlinkClick>
              </a:rPr>
              <a:t>BLOG</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6">
                  <a:extLst>
                    <a:ext uri="{A12FA001-AC4F-418D-AE19-62706E023703}">
                      <ahyp:hlinkClr val="tx"/>
                    </a:ext>
                  </a:extLst>
                </a:hlinkClick>
              </a:rPr>
              <a:t>FAQ</a:t>
            </a:r>
            <a:r>
              <a:rPr b="1" lang="en" sz="1100" u="sng">
                <a:solidFill>
                  <a:schemeClr val="dk1"/>
                </a:solidFill>
                <a:latin typeface="Syne"/>
                <a:ea typeface="Syne"/>
                <a:cs typeface="Syne"/>
                <a:sym typeface="Syne"/>
              </a:rPr>
              <a:t>s</a:t>
            </a:r>
            <a:endParaRPr b="1" sz="1100" u="sng">
              <a:solidFill>
                <a:schemeClr val="dk1"/>
              </a:solidFill>
              <a:latin typeface="Syne"/>
              <a:ea typeface="Syne"/>
              <a:cs typeface="Syne"/>
              <a:sym typeface="Syne"/>
            </a:endParaRPr>
          </a:p>
        </p:txBody>
      </p:sp>
      <p:sp>
        <p:nvSpPr>
          <p:cNvPr id="1078" name="Google Shape;1078;p37"/>
          <p:cNvSpPr txBox="1"/>
          <p:nvPr/>
        </p:nvSpPr>
        <p:spPr>
          <a:xfrm>
            <a:off x="4042375" y="4155200"/>
            <a:ext cx="4388400" cy="45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Syne Medium"/>
                <a:ea typeface="Syne Medium"/>
                <a:cs typeface="Syne Medium"/>
                <a:sym typeface="Syne Medium"/>
              </a:rPr>
              <a:t>You can visit our sister </a:t>
            </a:r>
            <a:r>
              <a:rPr lang="en" sz="1100">
                <a:solidFill>
                  <a:schemeClr val="dk1"/>
                </a:solidFill>
                <a:latin typeface="Syne Medium"/>
                <a:ea typeface="Syne Medium"/>
                <a:cs typeface="Syne Medium"/>
                <a:sym typeface="Syne Medium"/>
              </a:rPr>
              <a:t>projects</a:t>
            </a:r>
            <a:r>
              <a:rPr lang="en" sz="1100">
                <a:solidFill>
                  <a:schemeClr val="dk1"/>
                </a:solidFill>
                <a:latin typeface="Syne Medium"/>
                <a:ea typeface="Syne Medium"/>
                <a:cs typeface="Syne Medium"/>
                <a:sym typeface="Syne Medium"/>
              </a:rPr>
              <a:t>:</a:t>
            </a:r>
            <a:br>
              <a:rPr lang="en" sz="1100">
                <a:solidFill>
                  <a:schemeClr val="dk1"/>
                </a:solidFill>
                <a:latin typeface="Syne Medium"/>
                <a:ea typeface="Syne Medium"/>
                <a:cs typeface="Syne Medium"/>
                <a:sym typeface="Syne Medium"/>
              </a:rPr>
            </a:br>
            <a:r>
              <a:rPr b="1" lang="en" sz="1100" u="sng">
                <a:solidFill>
                  <a:schemeClr val="dk1"/>
                </a:solidFill>
                <a:latin typeface="Syne"/>
                <a:ea typeface="Syne"/>
                <a:cs typeface="Syne"/>
                <a:sym typeface="Syne"/>
                <a:hlinkClick r:id="rId7">
                  <a:extLst>
                    <a:ext uri="{A12FA001-AC4F-418D-AE19-62706E023703}">
                      <ahyp:hlinkClr val="tx"/>
                    </a:ext>
                  </a:extLst>
                </a:hlinkClick>
              </a:rPr>
              <a:t>FREEPIK</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8">
                  <a:extLst>
                    <a:ext uri="{A12FA001-AC4F-418D-AE19-62706E023703}">
                      <ahyp:hlinkClr val="tx"/>
                    </a:ext>
                  </a:extLst>
                </a:hlinkClick>
              </a:rPr>
              <a:t>FLATICON</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9">
                  <a:extLst>
                    <a:ext uri="{A12FA001-AC4F-418D-AE19-62706E023703}">
                      <ahyp:hlinkClr val="tx"/>
                    </a:ext>
                  </a:extLst>
                </a:hlinkClick>
              </a:rPr>
              <a:t>STORYSET</a:t>
            </a:r>
            <a:r>
              <a:rPr b="1" lang="en" sz="1100">
                <a:solidFill>
                  <a:schemeClr val="dk1"/>
                </a:solidFill>
                <a:latin typeface="Syne"/>
                <a:ea typeface="Syne"/>
                <a:cs typeface="Syne"/>
                <a:sym typeface="Syne"/>
              </a:rPr>
              <a:t> | </a:t>
            </a:r>
            <a:r>
              <a:rPr b="1" lang="en" sz="1100" u="sng">
                <a:solidFill>
                  <a:schemeClr val="dk1"/>
                </a:solidFill>
                <a:latin typeface="Syne"/>
                <a:ea typeface="Syne"/>
                <a:cs typeface="Syne"/>
                <a:sym typeface="Syne"/>
                <a:hlinkClick r:id="rId10">
                  <a:extLst>
                    <a:ext uri="{A12FA001-AC4F-418D-AE19-62706E023703}">
                      <ahyp:hlinkClr val="tx"/>
                    </a:ext>
                  </a:extLst>
                </a:hlinkClick>
              </a:rPr>
              <a:t>WEPIK</a:t>
            </a:r>
            <a:r>
              <a:rPr b="1" lang="en" sz="1100">
                <a:solidFill>
                  <a:schemeClr val="dk1"/>
                </a:solidFill>
                <a:uFill>
                  <a:noFill/>
                </a:uFill>
                <a:latin typeface="Syne"/>
                <a:ea typeface="Syne"/>
                <a:cs typeface="Syne"/>
                <a:sym typeface="Syne"/>
                <a:hlinkClick r:id="rId11">
                  <a:extLst>
                    <a:ext uri="{A12FA001-AC4F-418D-AE19-62706E023703}">
                      <ahyp:hlinkClr val="tx"/>
                    </a:ext>
                  </a:extLst>
                </a:hlinkClick>
              </a:rPr>
              <a:t> </a:t>
            </a:r>
            <a:r>
              <a:rPr b="1" lang="en" sz="1100">
                <a:solidFill>
                  <a:schemeClr val="dk1"/>
                </a:solidFill>
                <a:latin typeface="Syne"/>
                <a:ea typeface="Syne"/>
                <a:cs typeface="Syne"/>
                <a:sym typeface="Syne"/>
              </a:rPr>
              <a:t>| </a:t>
            </a:r>
            <a:r>
              <a:rPr b="1" lang="en" sz="1100" u="sng">
                <a:solidFill>
                  <a:schemeClr val="dk1"/>
                </a:solidFill>
                <a:latin typeface="Syne"/>
                <a:ea typeface="Syne"/>
                <a:cs typeface="Syne"/>
                <a:sym typeface="Syne"/>
                <a:hlinkClick r:id="rId12">
                  <a:extLst>
                    <a:ext uri="{A12FA001-AC4F-418D-AE19-62706E023703}">
                      <ahyp:hlinkClr val="tx"/>
                    </a:ext>
                  </a:extLst>
                </a:hlinkClick>
              </a:rPr>
              <a:t>VIDEVO</a:t>
            </a:r>
            <a:endParaRPr b="1" sz="1100">
              <a:solidFill>
                <a:schemeClr val="dk1"/>
              </a:solidFill>
              <a:latin typeface="Syne"/>
              <a:ea typeface="Syne"/>
              <a:cs typeface="Syne"/>
              <a:sym typeface="Syne"/>
            </a:endParaRPr>
          </a:p>
        </p:txBody>
      </p:sp>
      <p:graphicFrame>
        <p:nvGraphicFramePr>
          <p:cNvPr id="1079" name="Google Shape;1079;p37"/>
          <p:cNvGraphicFramePr/>
          <p:nvPr/>
        </p:nvGraphicFramePr>
        <p:xfrm>
          <a:off x="943150" y="1606909"/>
          <a:ext cx="3000000" cy="3000000"/>
        </p:xfrm>
        <a:graphic>
          <a:graphicData uri="http://schemas.openxmlformats.org/drawingml/2006/table">
            <a:tbl>
              <a:tblPr>
                <a:noFill/>
                <a:tableStyleId>{0CB66DE6-2713-4400-8B04-927178BF6966}</a:tableStyleId>
              </a:tblPr>
              <a:tblGrid>
                <a:gridCol w="2663775"/>
                <a:gridCol w="4593925"/>
              </a:tblGrid>
              <a:tr h="388525">
                <a:tc>
                  <a:txBody>
                    <a:bodyPr/>
                    <a:lstStyle/>
                    <a:p>
                      <a:pPr indent="0" lvl="0" marL="0" rtl="0" algn="l">
                        <a:spcBef>
                          <a:spcPts val="0"/>
                        </a:spcBef>
                        <a:spcAft>
                          <a:spcPts val="0"/>
                        </a:spcAft>
                        <a:buNone/>
                      </a:pPr>
                      <a:r>
                        <a:rPr b="1" lang="en" sz="1100" u="sng">
                          <a:solidFill>
                            <a:schemeClr val="hlink"/>
                          </a:solidFill>
                          <a:latin typeface="Syne"/>
                          <a:ea typeface="Syne"/>
                          <a:cs typeface="Syne"/>
                          <a:sym typeface="Syne"/>
                          <a:hlinkClick action="ppaction://hlinksldjump" r:id="rId13"/>
                        </a:rPr>
                        <a:t>Fonts</a:t>
                      </a:r>
                      <a:endParaRPr b="1" sz="1100" u="sng">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78620"/>
                      </a:srgbClr>
                    </a:solidFill>
                  </a:tcPr>
                </a:tc>
                <a:tc>
                  <a:txBody>
                    <a:bodyPr/>
                    <a:lstStyle/>
                    <a:p>
                      <a:pPr indent="0" lvl="0" marL="0" rtl="0" algn="l">
                        <a:spcBef>
                          <a:spcPts val="0"/>
                        </a:spcBef>
                        <a:spcAft>
                          <a:spcPts val="1600"/>
                        </a:spcAft>
                        <a:buNone/>
                      </a:pPr>
                      <a:r>
                        <a:rPr lang="en" sz="1000">
                          <a:solidFill>
                            <a:schemeClr val="dk1"/>
                          </a:solidFill>
                          <a:latin typeface="Syne Medium"/>
                          <a:ea typeface="Syne Medium"/>
                          <a:cs typeface="Syne Medium"/>
                          <a:sym typeface="Syne Medium"/>
                        </a:rPr>
                        <a:t>To view this template correctly in PowerPoint, download and install the fonts we used</a:t>
                      </a:r>
                      <a:endParaRPr sz="1000">
                        <a:solidFill>
                          <a:schemeClr val="dk1"/>
                        </a:solidFill>
                        <a:latin typeface="Syne Medium"/>
                        <a:ea typeface="Syne Medium"/>
                        <a:cs typeface="Syne Medium"/>
                        <a:sym typeface="Syne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8525">
                <a:tc>
                  <a:txBody>
                    <a:bodyPr/>
                    <a:lstStyle/>
                    <a:p>
                      <a:pPr indent="0" lvl="0" marL="0" rtl="0" algn="l">
                        <a:spcBef>
                          <a:spcPts val="0"/>
                        </a:spcBef>
                        <a:spcAft>
                          <a:spcPts val="0"/>
                        </a:spcAft>
                        <a:buNone/>
                      </a:pPr>
                      <a:r>
                        <a:rPr b="1" lang="en" sz="1100" u="sng">
                          <a:solidFill>
                            <a:schemeClr val="dk1"/>
                          </a:solidFill>
                          <a:latin typeface="Syne"/>
                          <a:ea typeface="Syne"/>
                          <a:cs typeface="Syne"/>
                          <a:sym typeface="Syne"/>
                          <a:hlinkClick action="ppaction://hlinksldjump" r:id="rId14">
                            <a:extLst>
                              <a:ext uri="{A12FA001-AC4F-418D-AE19-62706E023703}">
                                <ahyp:hlinkClr val="tx"/>
                              </a:ext>
                            </a:extLst>
                          </a:hlinkClick>
                        </a:rPr>
                        <a:t>Used</a:t>
                      </a:r>
                      <a:r>
                        <a:rPr b="1" lang="en" sz="1100">
                          <a:solidFill>
                            <a:schemeClr val="dk1"/>
                          </a:solidFill>
                          <a:latin typeface="Syne"/>
                          <a:ea typeface="Syne"/>
                          <a:cs typeface="Syne"/>
                          <a:sym typeface="Syne"/>
                        </a:rPr>
                        <a:t> </a:t>
                      </a:r>
                      <a:r>
                        <a:rPr b="1" lang="en" sz="1100">
                          <a:solidFill>
                            <a:schemeClr val="dk1"/>
                          </a:solidFill>
                          <a:latin typeface="Syne"/>
                          <a:ea typeface="Syne"/>
                          <a:cs typeface="Syne"/>
                          <a:sym typeface="Syne"/>
                        </a:rPr>
                        <a:t>and </a:t>
                      </a:r>
                      <a:r>
                        <a:rPr b="1" lang="en" sz="1100" u="sng">
                          <a:solidFill>
                            <a:schemeClr val="dk1"/>
                          </a:solidFill>
                          <a:latin typeface="Syne"/>
                          <a:ea typeface="Syne"/>
                          <a:cs typeface="Syne"/>
                          <a:sym typeface="Syne"/>
                          <a:hlinkClick action="ppaction://hlinksldjump" r:id="rId15">
                            <a:extLst>
                              <a:ext uri="{A12FA001-AC4F-418D-AE19-62706E023703}">
                                <ahyp:hlinkClr val="tx"/>
                              </a:ext>
                            </a:extLst>
                          </a:hlinkClick>
                        </a:rPr>
                        <a:t>alternative</a:t>
                      </a:r>
                      <a:r>
                        <a:rPr b="1" lang="en" sz="1100" u="sng">
                          <a:solidFill>
                            <a:schemeClr val="dk1"/>
                          </a:solidFill>
                          <a:latin typeface="Syne"/>
                          <a:ea typeface="Syne"/>
                          <a:cs typeface="Syne"/>
                          <a:sym typeface="Syne"/>
                          <a:hlinkClick action="ppaction://hlinksldjump" r:id="rId16">
                            <a:extLst>
                              <a:ext uri="{A12FA001-AC4F-418D-AE19-62706E023703}">
                                <ahyp:hlinkClr val="tx"/>
                              </a:ext>
                            </a:extLst>
                          </a:hlinkClick>
                        </a:rPr>
                        <a:t> resources</a:t>
                      </a:r>
                      <a:endParaRPr b="1" sz="1100" u="sng">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78620"/>
                      </a:srgbClr>
                    </a:solidFill>
                  </a:tcPr>
                </a:tc>
                <a:tc>
                  <a:txBody>
                    <a:bodyPr/>
                    <a:lstStyle/>
                    <a:p>
                      <a:pPr indent="0" lvl="0" marL="0" marR="0" rtl="0" algn="l">
                        <a:lnSpc>
                          <a:spcPct val="100000"/>
                        </a:lnSpc>
                        <a:spcBef>
                          <a:spcPts val="0"/>
                        </a:spcBef>
                        <a:spcAft>
                          <a:spcPts val="1600"/>
                        </a:spcAft>
                        <a:buNone/>
                      </a:pPr>
                      <a:r>
                        <a:rPr lang="en" sz="1000">
                          <a:solidFill>
                            <a:schemeClr val="dk1"/>
                          </a:solidFill>
                          <a:latin typeface="Syne Medium"/>
                          <a:ea typeface="Syne Medium"/>
                          <a:cs typeface="Syne Medium"/>
                          <a:sym typeface="Syne Medium"/>
                        </a:rPr>
                        <a:t>An assortment of graphic resources that are suitable for use in this presentation</a:t>
                      </a:r>
                      <a:endParaRPr sz="1000">
                        <a:solidFill>
                          <a:schemeClr val="dk1"/>
                        </a:solidFill>
                        <a:latin typeface="Syne Medium"/>
                        <a:ea typeface="Syne Medium"/>
                        <a:cs typeface="Syne Medium"/>
                        <a:sym typeface="Syne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8525">
                <a:tc>
                  <a:txBody>
                    <a:bodyPr/>
                    <a:lstStyle/>
                    <a:p>
                      <a:pPr indent="0" lvl="0" marL="0" rtl="0" algn="l">
                        <a:spcBef>
                          <a:spcPts val="0"/>
                        </a:spcBef>
                        <a:spcAft>
                          <a:spcPts val="0"/>
                        </a:spcAft>
                        <a:buNone/>
                      </a:pPr>
                      <a:r>
                        <a:rPr b="1" lang="en" sz="1100" u="sng">
                          <a:solidFill>
                            <a:schemeClr val="hlink"/>
                          </a:solidFill>
                          <a:latin typeface="Syne"/>
                          <a:ea typeface="Syne"/>
                          <a:cs typeface="Syne"/>
                          <a:sym typeface="Syne"/>
                          <a:hlinkClick action="ppaction://hlinksldjump" r:id="rId17"/>
                        </a:rPr>
                        <a:t>Thanks slide</a:t>
                      </a:r>
                      <a:endParaRPr b="1" sz="1100" u="sng">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78620"/>
                      </a:srgbClr>
                    </a:solidFill>
                  </a:tcPr>
                </a:tc>
                <a:tc>
                  <a:txBody>
                    <a:bodyPr/>
                    <a:lstStyle/>
                    <a:p>
                      <a:pPr indent="0" lvl="0" marL="0" rtl="0" algn="l">
                        <a:spcBef>
                          <a:spcPts val="0"/>
                        </a:spcBef>
                        <a:spcAft>
                          <a:spcPts val="1600"/>
                        </a:spcAft>
                        <a:buNone/>
                      </a:pPr>
                      <a:r>
                        <a:rPr lang="en" sz="1000">
                          <a:solidFill>
                            <a:schemeClr val="dk1"/>
                          </a:solidFill>
                          <a:latin typeface="Syne Medium"/>
                          <a:ea typeface="Syne Medium"/>
                          <a:cs typeface="Syne Medium"/>
                          <a:sym typeface="Syne Medium"/>
                        </a:rPr>
                        <a:t>You must keep it so that proper credits for our design are given</a:t>
                      </a:r>
                      <a:endParaRPr sz="1000">
                        <a:solidFill>
                          <a:schemeClr val="dk1"/>
                        </a:solidFill>
                        <a:latin typeface="Syne Medium"/>
                        <a:ea typeface="Syne Medium"/>
                        <a:cs typeface="Syne Medium"/>
                        <a:sym typeface="Syne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8525">
                <a:tc>
                  <a:txBody>
                    <a:bodyPr/>
                    <a:lstStyle/>
                    <a:p>
                      <a:pPr indent="0" lvl="0" marL="0" rtl="0" algn="l">
                        <a:spcBef>
                          <a:spcPts val="0"/>
                        </a:spcBef>
                        <a:spcAft>
                          <a:spcPts val="0"/>
                        </a:spcAft>
                        <a:buNone/>
                      </a:pPr>
                      <a:r>
                        <a:rPr b="1" lang="en" sz="1100" u="sng">
                          <a:solidFill>
                            <a:schemeClr val="hlink"/>
                          </a:solidFill>
                          <a:latin typeface="Syne"/>
                          <a:ea typeface="Syne"/>
                          <a:cs typeface="Syne"/>
                          <a:sym typeface="Syne"/>
                          <a:hlinkClick action="ppaction://hlinksldjump" r:id="rId18"/>
                        </a:rPr>
                        <a:t>Colors</a:t>
                      </a:r>
                      <a:endParaRPr b="1" sz="1100" u="sng">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78620"/>
                      </a:srgbClr>
                    </a:solidFill>
                  </a:tcPr>
                </a:tc>
                <a:tc>
                  <a:txBody>
                    <a:bodyPr/>
                    <a:lstStyle/>
                    <a:p>
                      <a:pPr indent="0" lvl="0" marL="0" rtl="0" algn="l">
                        <a:spcBef>
                          <a:spcPts val="0"/>
                        </a:spcBef>
                        <a:spcAft>
                          <a:spcPts val="1600"/>
                        </a:spcAft>
                        <a:buNone/>
                      </a:pPr>
                      <a:r>
                        <a:rPr lang="en" sz="1000">
                          <a:solidFill>
                            <a:schemeClr val="dk1"/>
                          </a:solidFill>
                          <a:latin typeface="Syne Medium"/>
                          <a:ea typeface="Syne Medium"/>
                          <a:cs typeface="Syne Medium"/>
                          <a:sym typeface="Syne Medium"/>
                        </a:rPr>
                        <a:t>All the colors used in this presentation</a:t>
                      </a:r>
                      <a:endParaRPr sz="1000">
                        <a:solidFill>
                          <a:schemeClr val="dk1"/>
                        </a:solidFill>
                        <a:latin typeface="Syne Medium"/>
                        <a:ea typeface="Syne Medium"/>
                        <a:cs typeface="Syne Medium"/>
                        <a:sym typeface="Syne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8525">
                <a:tc>
                  <a:txBody>
                    <a:bodyPr/>
                    <a:lstStyle/>
                    <a:p>
                      <a:pPr indent="0" lvl="0" marL="0" rtl="0" algn="l">
                        <a:spcBef>
                          <a:spcPts val="0"/>
                        </a:spcBef>
                        <a:spcAft>
                          <a:spcPts val="0"/>
                        </a:spcAft>
                        <a:buNone/>
                      </a:pPr>
                      <a:r>
                        <a:rPr b="1" lang="en" sz="1100" u="sng">
                          <a:solidFill>
                            <a:schemeClr val="hlink"/>
                          </a:solidFill>
                          <a:latin typeface="Syne"/>
                          <a:ea typeface="Syne"/>
                          <a:cs typeface="Syne"/>
                          <a:sym typeface="Syne"/>
                          <a:hlinkClick action="ppaction://hlinksldjump" r:id="rId19"/>
                        </a:rPr>
                        <a:t>Icons</a:t>
                      </a:r>
                      <a:r>
                        <a:rPr b="1" lang="en" sz="1100">
                          <a:solidFill>
                            <a:schemeClr val="dk1"/>
                          </a:solidFill>
                          <a:latin typeface="Syne"/>
                          <a:ea typeface="Syne"/>
                          <a:cs typeface="Syne"/>
                          <a:sym typeface="Syne"/>
                        </a:rPr>
                        <a:t> and </a:t>
                      </a:r>
                      <a:r>
                        <a:rPr b="1" lang="en" sz="1100" u="sng">
                          <a:solidFill>
                            <a:schemeClr val="hlink"/>
                          </a:solidFill>
                          <a:latin typeface="Syne"/>
                          <a:ea typeface="Syne"/>
                          <a:cs typeface="Syne"/>
                          <a:sym typeface="Syne"/>
                          <a:hlinkClick action="ppaction://hlinksldjump" r:id="rId20"/>
                        </a:rPr>
                        <a:t>infographic resources</a:t>
                      </a:r>
                      <a:endParaRPr b="1" sz="1100" u="sng">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78620"/>
                      </a:srgbClr>
                    </a:solidFill>
                  </a:tcPr>
                </a:tc>
                <a:tc>
                  <a:txBody>
                    <a:bodyPr/>
                    <a:lstStyle/>
                    <a:p>
                      <a:pPr indent="0" lvl="0" marL="0" rtl="0" algn="l">
                        <a:spcBef>
                          <a:spcPts val="0"/>
                        </a:spcBef>
                        <a:spcAft>
                          <a:spcPts val="0"/>
                        </a:spcAft>
                        <a:buNone/>
                      </a:pPr>
                      <a:r>
                        <a:rPr lang="en" sz="1000">
                          <a:solidFill>
                            <a:schemeClr val="dk1"/>
                          </a:solidFill>
                          <a:latin typeface="Syne Medium"/>
                          <a:ea typeface="Syne Medium"/>
                          <a:cs typeface="Syne Medium"/>
                          <a:sym typeface="Syne Medium"/>
                        </a:rPr>
                        <a:t>These can be used in the template, and their size and color can be edited</a:t>
                      </a:r>
                      <a:endParaRPr sz="1000">
                        <a:solidFill>
                          <a:schemeClr val="dk1"/>
                        </a:solidFill>
                        <a:latin typeface="Syne Medium"/>
                        <a:ea typeface="Syne Medium"/>
                        <a:cs typeface="Syne Medium"/>
                        <a:sym typeface="Syne Medium"/>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8525">
                <a:tc>
                  <a:txBody>
                    <a:bodyPr/>
                    <a:lstStyle/>
                    <a:p>
                      <a:pPr indent="0" lvl="0" marL="0" rtl="0" algn="l">
                        <a:spcBef>
                          <a:spcPts val="0"/>
                        </a:spcBef>
                        <a:spcAft>
                          <a:spcPts val="0"/>
                        </a:spcAft>
                        <a:buNone/>
                      </a:pPr>
                      <a:r>
                        <a:rPr b="1" lang="en" sz="1100">
                          <a:solidFill>
                            <a:schemeClr val="dk1"/>
                          </a:solidFill>
                          <a:latin typeface="Syne"/>
                          <a:ea typeface="Syne"/>
                          <a:cs typeface="Syne"/>
                          <a:sym typeface="Syne"/>
                        </a:rPr>
                        <a:t>Editable presentation theme </a:t>
                      </a:r>
                      <a:endParaRPr b="1" sz="1100">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78620"/>
                      </a:srgbClr>
                    </a:solidFill>
                  </a:tcPr>
                </a:tc>
                <a:tc>
                  <a:txBody>
                    <a:bodyPr/>
                    <a:lstStyle/>
                    <a:p>
                      <a:pPr indent="0" lvl="0" marL="0" rtl="0" algn="l">
                        <a:spcBef>
                          <a:spcPts val="0"/>
                        </a:spcBef>
                        <a:spcAft>
                          <a:spcPts val="1600"/>
                        </a:spcAft>
                        <a:buNone/>
                      </a:pPr>
                      <a:r>
                        <a:rPr lang="en" sz="1000">
                          <a:solidFill>
                            <a:schemeClr val="dk1"/>
                          </a:solidFill>
                          <a:latin typeface="Syne Medium"/>
                          <a:ea typeface="Syne Medium"/>
                          <a:cs typeface="Syne Medium"/>
                          <a:sym typeface="Syne Medium"/>
                        </a:rPr>
                        <a:t>You can edit the master slides easily. For more info, click </a:t>
                      </a:r>
                      <a:r>
                        <a:rPr b="1" lang="en" sz="1000" u="sng">
                          <a:solidFill>
                            <a:schemeClr val="dk1"/>
                          </a:solidFill>
                          <a:latin typeface="Syne"/>
                          <a:ea typeface="Syne"/>
                          <a:cs typeface="Syne"/>
                          <a:sym typeface="Syne"/>
                          <a:hlinkClick r:id="rId21">
                            <a:extLst>
                              <a:ext uri="{A12FA001-AC4F-418D-AE19-62706E023703}">
                                <ahyp:hlinkClr val="tx"/>
                              </a:ext>
                            </a:extLst>
                          </a:hlinkClick>
                        </a:rPr>
                        <a:t>here</a:t>
                      </a:r>
                      <a:endParaRPr b="1" sz="1000" u="sng">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 name="Shape 1083"/>
        <p:cNvGrpSpPr/>
        <p:nvPr/>
      </p:nvGrpSpPr>
      <p:grpSpPr>
        <a:xfrm>
          <a:off x="0" y="0"/>
          <a:ext cx="0" cy="0"/>
          <a:chOff x="0" y="0"/>
          <a:chExt cx="0" cy="0"/>
        </a:xfrm>
      </p:grpSpPr>
      <p:sp>
        <p:nvSpPr>
          <p:cNvPr id="1084" name="Google Shape;1084;p38"/>
          <p:cNvSpPr txBox="1"/>
          <p:nvPr>
            <p:ph idx="15"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1085" name="Google Shape;1085;p38"/>
          <p:cNvSpPr txBox="1"/>
          <p:nvPr>
            <p:ph idx="1" type="subTitle"/>
          </p:nvPr>
        </p:nvSpPr>
        <p:spPr>
          <a:xfrm>
            <a:off x="911256" y="1870949"/>
            <a:ext cx="4026000" cy="34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086" name="Google Shape;1086;p38"/>
          <p:cNvSpPr txBox="1"/>
          <p:nvPr>
            <p:ph type="title"/>
          </p:nvPr>
        </p:nvSpPr>
        <p:spPr>
          <a:xfrm>
            <a:off x="1018075" y="961025"/>
            <a:ext cx="1076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087" name="Google Shape;1087;p38"/>
          <p:cNvSpPr txBox="1"/>
          <p:nvPr>
            <p:ph idx="2" type="subTitle"/>
          </p:nvPr>
        </p:nvSpPr>
        <p:spPr>
          <a:xfrm>
            <a:off x="911119" y="1576450"/>
            <a:ext cx="40260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088" name="Google Shape;1088;p38"/>
          <p:cNvSpPr txBox="1"/>
          <p:nvPr>
            <p:ph idx="3" type="subTitle"/>
          </p:nvPr>
        </p:nvSpPr>
        <p:spPr>
          <a:xfrm flipH="1">
            <a:off x="4206513" y="2666407"/>
            <a:ext cx="4026300" cy="34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1089" name="Google Shape;1089;p38"/>
          <p:cNvSpPr txBox="1"/>
          <p:nvPr>
            <p:ph idx="4" type="title"/>
          </p:nvPr>
        </p:nvSpPr>
        <p:spPr>
          <a:xfrm flipH="1">
            <a:off x="7049900" y="1754433"/>
            <a:ext cx="1076100" cy="48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090" name="Google Shape;1090;p38"/>
          <p:cNvSpPr txBox="1"/>
          <p:nvPr>
            <p:ph idx="5" type="subTitle"/>
          </p:nvPr>
        </p:nvSpPr>
        <p:spPr>
          <a:xfrm flipH="1">
            <a:off x="4206650" y="2371883"/>
            <a:ext cx="4026300" cy="38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
        <p:nvSpPr>
          <p:cNvPr id="1091" name="Google Shape;1091;p38"/>
          <p:cNvSpPr txBox="1"/>
          <p:nvPr>
            <p:ph idx="6" type="subTitle"/>
          </p:nvPr>
        </p:nvSpPr>
        <p:spPr>
          <a:xfrm>
            <a:off x="911187" y="3461865"/>
            <a:ext cx="4026000" cy="34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092" name="Google Shape;1092;p38"/>
          <p:cNvSpPr txBox="1"/>
          <p:nvPr>
            <p:ph idx="7" type="title"/>
          </p:nvPr>
        </p:nvSpPr>
        <p:spPr>
          <a:xfrm>
            <a:off x="1018000" y="2547842"/>
            <a:ext cx="1076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093" name="Google Shape;1093;p38"/>
          <p:cNvSpPr txBox="1"/>
          <p:nvPr>
            <p:ph idx="8" type="subTitle"/>
          </p:nvPr>
        </p:nvSpPr>
        <p:spPr>
          <a:xfrm>
            <a:off x="911050" y="3167316"/>
            <a:ext cx="40260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094" name="Google Shape;1094;p38"/>
          <p:cNvSpPr txBox="1"/>
          <p:nvPr>
            <p:ph idx="9" type="subTitle"/>
          </p:nvPr>
        </p:nvSpPr>
        <p:spPr>
          <a:xfrm flipH="1">
            <a:off x="4206513" y="4257324"/>
            <a:ext cx="4026300" cy="34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1095" name="Google Shape;1095;p38"/>
          <p:cNvSpPr txBox="1"/>
          <p:nvPr>
            <p:ph idx="13" type="title"/>
          </p:nvPr>
        </p:nvSpPr>
        <p:spPr>
          <a:xfrm flipH="1">
            <a:off x="7049900" y="3341250"/>
            <a:ext cx="1076100" cy="48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1096" name="Google Shape;1096;p38"/>
          <p:cNvSpPr txBox="1"/>
          <p:nvPr>
            <p:ph idx="14" type="subTitle"/>
          </p:nvPr>
        </p:nvSpPr>
        <p:spPr>
          <a:xfrm flipH="1">
            <a:off x="4206650" y="3962748"/>
            <a:ext cx="4026300" cy="38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 name="Shape 1100"/>
        <p:cNvGrpSpPr/>
        <p:nvPr/>
      </p:nvGrpSpPr>
      <p:grpSpPr>
        <a:xfrm>
          <a:off x="0" y="0"/>
          <a:ext cx="0" cy="0"/>
          <a:chOff x="0" y="0"/>
          <a:chExt cx="0" cy="0"/>
        </a:xfrm>
      </p:grpSpPr>
      <p:sp>
        <p:nvSpPr>
          <p:cNvPr id="1101" name="Google Shape;1101;p39"/>
          <p:cNvSpPr/>
          <p:nvPr/>
        </p:nvSpPr>
        <p:spPr>
          <a:xfrm>
            <a:off x="0" y="125"/>
            <a:ext cx="28923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 name="Google Shape;1102;p39"/>
          <p:cNvGrpSpPr/>
          <p:nvPr/>
        </p:nvGrpSpPr>
        <p:grpSpPr>
          <a:xfrm>
            <a:off x="-5799851" y="-555950"/>
            <a:ext cx="8692349" cy="5699591"/>
            <a:chOff x="1234141" y="-4"/>
            <a:chExt cx="1506760" cy="987986"/>
          </a:xfrm>
        </p:grpSpPr>
        <p:sp>
          <p:nvSpPr>
            <p:cNvPr id="1103" name="Google Shape;1103;p39"/>
            <p:cNvSpPr/>
            <p:nvPr/>
          </p:nvSpPr>
          <p:spPr>
            <a:xfrm>
              <a:off x="2720738" y="668453"/>
              <a:ext cx="14998" cy="4867"/>
            </a:xfrm>
            <a:custGeom>
              <a:rect b="b" l="l" r="r" t="t"/>
              <a:pathLst>
                <a:path extrusionOk="0" h="49" w="151">
                  <a:moveTo>
                    <a:pt x="1" y="0"/>
                  </a:moveTo>
                  <a:cubicBezTo>
                    <a:pt x="17" y="17"/>
                    <a:pt x="33" y="17"/>
                    <a:pt x="49" y="17"/>
                  </a:cubicBezTo>
                  <a:cubicBezTo>
                    <a:pt x="33" y="0"/>
                    <a:pt x="17" y="0"/>
                    <a:pt x="1" y="0"/>
                  </a:cubicBezTo>
                  <a:close/>
                  <a:moveTo>
                    <a:pt x="49" y="17"/>
                  </a:moveTo>
                  <a:cubicBezTo>
                    <a:pt x="81" y="33"/>
                    <a:pt x="118" y="49"/>
                    <a:pt x="150" y="49"/>
                  </a:cubicBezTo>
                  <a:lnTo>
                    <a:pt x="150" y="33"/>
                  </a:lnTo>
                  <a:cubicBezTo>
                    <a:pt x="118" y="33"/>
                    <a:pt x="81" y="17"/>
                    <a:pt x="4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9"/>
            <p:cNvSpPr/>
            <p:nvPr/>
          </p:nvSpPr>
          <p:spPr>
            <a:xfrm>
              <a:off x="1717655" y="455302"/>
              <a:ext cx="21752" cy="15793"/>
            </a:xfrm>
            <a:custGeom>
              <a:rect b="b" l="l" r="r" t="t"/>
              <a:pathLst>
                <a:path extrusionOk="0" h="159" w="219">
                  <a:moveTo>
                    <a:pt x="201" y="1"/>
                  </a:moveTo>
                  <a:cubicBezTo>
                    <a:pt x="189" y="1"/>
                    <a:pt x="177" y="10"/>
                    <a:pt x="166" y="10"/>
                  </a:cubicBezTo>
                  <a:cubicBezTo>
                    <a:pt x="134" y="42"/>
                    <a:pt x="81" y="74"/>
                    <a:pt x="49" y="111"/>
                  </a:cubicBezTo>
                  <a:lnTo>
                    <a:pt x="0" y="143"/>
                  </a:lnTo>
                  <a:lnTo>
                    <a:pt x="0" y="159"/>
                  </a:lnTo>
                  <a:lnTo>
                    <a:pt x="17" y="159"/>
                  </a:lnTo>
                  <a:lnTo>
                    <a:pt x="49" y="127"/>
                  </a:lnTo>
                  <a:cubicBezTo>
                    <a:pt x="101" y="90"/>
                    <a:pt x="134" y="58"/>
                    <a:pt x="182" y="26"/>
                  </a:cubicBezTo>
                  <a:cubicBezTo>
                    <a:pt x="202" y="10"/>
                    <a:pt x="202" y="10"/>
                    <a:pt x="219" y="10"/>
                  </a:cubicBezTo>
                  <a:cubicBezTo>
                    <a:pt x="213" y="3"/>
                    <a:pt x="207" y="1"/>
                    <a:pt x="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9"/>
            <p:cNvSpPr/>
            <p:nvPr/>
          </p:nvSpPr>
          <p:spPr>
            <a:xfrm>
              <a:off x="1679117" y="432556"/>
              <a:ext cx="56715" cy="43802"/>
            </a:xfrm>
            <a:custGeom>
              <a:rect b="b" l="l" r="r" t="t"/>
              <a:pathLst>
                <a:path extrusionOk="0" h="441" w="571">
                  <a:moveTo>
                    <a:pt x="570" y="0"/>
                  </a:moveTo>
                  <a:lnTo>
                    <a:pt x="570" y="0"/>
                  </a:lnTo>
                  <a:cubicBezTo>
                    <a:pt x="522" y="16"/>
                    <a:pt x="489" y="53"/>
                    <a:pt x="453" y="85"/>
                  </a:cubicBezTo>
                  <a:cubicBezTo>
                    <a:pt x="489" y="53"/>
                    <a:pt x="538" y="37"/>
                    <a:pt x="570" y="0"/>
                  </a:cubicBezTo>
                  <a:close/>
                  <a:moveTo>
                    <a:pt x="453" y="85"/>
                  </a:moveTo>
                  <a:cubicBezTo>
                    <a:pt x="437" y="85"/>
                    <a:pt x="421" y="101"/>
                    <a:pt x="388" y="117"/>
                  </a:cubicBezTo>
                  <a:cubicBezTo>
                    <a:pt x="352" y="154"/>
                    <a:pt x="304" y="202"/>
                    <a:pt x="251" y="239"/>
                  </a:cubicBezTo>
                  <a:cubicBezTo>
                    <a:pt x="186" y="271"/>
                    <a:pt x="134" y="319"/>
                    <a:pt x="65" y="372"/>
                  </a:cubicBezTo>
                  <a:cubicBezTo>
                    <a:pt x="49" y="388"/>
                    <a:pt x="33" y="404"/>
                    <a:pt x="1" y="420"/>
                  </a:cubicBezTo>
                  <a:lnTo>
                    <a:pt x="1" y="440"/>
                  </a:lnTo>
                  <a:lnTo>
                    <a:pt x="17" y="440"/>
                  </a:lnTo>
                  <a:cubicBezTo>
                    <a:pt x="33" y="420"/>
                    <a:pt x="49" y="404"/>
                    <a:pt x="65" y="388"/>
                  </a:cubicBezTo>
                  <a:cubicBezTo>
                    <a:pt x="134" y="340"/>
                    <a:pt x="203" y="287"/>
                    <a:pt x="267" y="239"/>
                  </a:cubicBezTo>
                  <a:cubicBezTo>
                    <a:pt x="304" y="202"/>
                    <a:pt x="352" y="170"/>
                    <a:pt x="405" y="138"/>
                  </a:cubicBezTo>
                  <a:cubicBezTo>
                    <a:pt x="421" y="117"/>
                    <a:pt x="437" y="101"/>
                    <a:pt x="453"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9"/>
            <p:cNvSpPr/>
            <p:nvPr/>
          </p:nvSpPr>
          <p:spPr>
            <a:xfrm>
              <a:off x="2339529" y="424114"/>
              <a:ext cx="16587" cy="8542"/>
            </a:xfrm>
            <a:custGeom>
              <a:rect b="b" l="l" r="r" t="t"/>
              <a:pathLst>
                <a:path extrusionOk="0" h="86" w="167">
                  <a:moveTo>
                    <a:pt x="1" y="0"/>
                  </a:moveTo>
                  <a:lnTo>
                    <a:pt x="1" y="21"/>
                  </a:lnTo>
                  <a:cubicBezTo>
                    <a:pt x="17" y="21"/>
                    <a:pt x="17" y="37"/>
                    <a:pt x="33" y="37"/>
                  </a:cubicBezTo>
                  <a:cubicBezTo>
                    <a:pt x="82" y="53"/>
                    <a:pt x="118" y="69"/>
                    <a:pt x="167" y="85"/>
                  </a:cubicBezTo>
                  <a:lnTo>
                    <a:pt x="167" y="69"/>
                  </a:lnTo>
                  <a:cubicBezTo>
                    <a:pt x="118" y="53"/>
                    <a:pt x="82" y="37"/>
                    <a:pt x="33" y="21"/>
                  </a:cubicBezTo>
                  <a:cubicBezTo>
                    <a:pt x="33" y="21"/>
                    <a:pt x="17" y="2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9"/>
            <p:cNvSpPr/>
            <p:nvPr/>
          </p:nvSpPr>
          <p:spPr>
            <a:xfrm>
              <a:off x="2281027" y="713348"/>
              <a:ext cx="1689" cy="13806"/>
            </a:xfrm>
            <a:custGeom>
              <a:rect b="b" l="l" r="r" t="t"/>
              <a:pathLst>
                <a:path extrusionOk="0" h="139" w="17">
                  <a:moveTo>
                    <a:pt x="16" y="1"/>
                  </a:moveTo>
                  <a:lnTo>
                    <a:pt x="0" y="17"/>
                  </a:lnTo>
                  <a:lnTo>
                    <a:pt x="0" y="86"/>
                  </a:lnTo>
                  <a:cubicBezTo>
                    <a:pt x="16" y="102"/>
                    <a:pt x="16" y="118"/>
                    <a:pt x="16" y="138"/>
                  </a:cubicBezTo>
                  <a:lnTo>
                    <a:pt x="16" y="86"/>
                  </a:lnTo>
                  <a:lnTo>
                    <a:pt x="16" y="17"/>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9"/>
            <p:cNvSpPr/>
            <p:nvPr/>
          </p:nvSpPr>
          <p:spPr>
            <a:xfrm>
              <a:off x="1667496" y="827373"/>
              <a:ext cx="65058" cy="36552"/>
            </a:xfrm>
            <a:custGeom>
              <a:rect b="b" l="l" r="r" t="t"/>
              <a:pathLst>
                <a:path extrusionOk="0" h="368" w="655">
                  <a:moveTo>
                    <a:pt x="639" y="0"/>
                  </a:moveTo>
                  <a:cubicBezTo>
                    <a:pt x="606" y="0"/>
                    <a:pt x="570" y="16"/>
                    <a:pt x="538" y="49"/>
                  </a:cubicBezTo>
                  <a:cubicBezTo>
                    <a:pt x="469" y="101"/>
                    <a:pt x="404" y="134"/>
                    <a:pt x="336" y="166"/>
                  </a:cubicBezTo>
                  <a:cubicBezTo>
                    <a:pt x="303" y="182"/>
                    <a:pt x="267" y="202"/>
                    <a:pt x="235" y="218"/>
                  </a:cubicBezTo>
                  <a:cubicBezTo>
                    <a:pt x="203" y="251"/>
                    <a:pt x="150" y="267"/>
                    <a:pt x="118" y="283"/>
                  </a:cubicBezTo>
                  <a:cubicBezTo>
                    <a:pt x="102" y="303"/>
                    <a:pt x="65" y="319"/>
                    <a:pt x="49" y="336"/>
                  </a:cubicBezTo>
                  <a:cubicBezTo>
                    <a:pt x="33" y="336"/>
                    <a:pt x="33" y="352"/>
                    <a:pt x="17" y="352"/>
                  </a:cubicBezTo>
                  <a:lnTo>
                    <a:pt x="1" y="352"/>
                  </a:lnTo>
                  <a:lnTo>
                    <a:pt x="1" y="368"/>
                  </a:lnTo>
                  <a:lnTo>
                    <a:pt x="17" y="368"/>
                  </a:lnTo>
                  <a:cubicBezTo>
                    <a:pt x="33" y="352"/>
                    <a:pt x="49" y="352"/>
                    <a:pt x="49" y="352"/>
                  </a:cubicBezTo>
                  <a:cubicBezTo>
                    <a:pt x="81" y="336"/>
                    <a:pt x="102" y="319"/>
                    <a:pt x="134" y="303"/>
                  </a:cubicBezTo>
                  <a:cubicBezTo>
                    <a:pt x="166" y="283"/>
                    <a:pt x="203" y="251"/>
                    <a:pt x="235" y="235"/>
                  </a:cubicBezTo>
                  <a:cubicBezTo>
                    <a:pt x="267" y="218"/>
                    <a:pt x="303" y="202"/>
                    <a:pt x="336" y="182"/>
                  </a:cubicBezTo>
                  <a:cubicBezTo>
                    <a:pt x="404" y="150"/>
                    <a:pt x="469" y="101"/>
                    <a:pt x="538" y="65"/>
                  </a:cubicBezTo>
                  <a:lnTo>
                    <a:pt x="554" y="49"/>
                  </a:lnTo>
                  <a:cubicBezTo>
                    <a:pt x="586" y="33"/>
                    <a:pt x="606" y="16"/>
                    <a:pt x="639" y="16"/>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9"/>
            <p:cNvSpPr/>
            <p:nvPr/>
          </p:nvSpPr>
          <p:spPr>
            <a:xfrm>
              <a:off x="2501628" y="454209"/>
              <a:ext cx="8542" cy="5264"/>
            </a:xfrm>
            <a:custGeom>
              <a:rect b="b" l="l" r="r" t="t"/>
              <a:pathLst>
                <a:path extrusionOk="0" h="53" w="86">
                  <a:moveTo>
                    <a:pt x="17" y="0"/>
                  </a:moveTo>
                  <a:lnTo>
                    <a:pt x="1" y="21"/>
                  </a:lnTo>
                  <a:cubicBezTo>
                    <a:pt x="17" y="21"/>
                    <a:pt x="33" y="21"/>
                    <a:pt x="49" y="37"/>
                  </a:cubicBezTo>
                  <a:cubicBezTo>
                    <a:pt x="49" y="37"/>
                    <a:pt x="66" y="53"/>
                    <a:pt x="86" y="53"/>
                  </a:cubicBezTo>
                  <a:lnTo>
                    <a:pt x="86" y="37"/>
                  </a:lnTo>
                  <a:cubicBezTo>
                    <a:pt x="66" y="37"/>
                    <a:pt x="66" y="21"/>
                    <a:pt x="49" y="21"/>
                  </a:cubicBezTo>
                  <a:cubicBezTo>
                    <a:pt x="33" y="21"/>
                    <a:pt x="1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9"/>
            <p:cNvSpPr/>
            <p:nvPr/>
          </p:nvSpPr>
          <p:spPr>
            <a:xfrm>
              <a:off x="2219247" y="900774"/>
              <a:ext cx="20163" cy="4867"/>
            </a:xfrm>
            <a:custGeom>
              <a:rect b="b" l="l" r="r" t="t"/>
              <a:pathLst>
                <a:path extrusionOk="0" h="49" w="203">
                  <a:moveTo>
                    <a:pt x="0" y="0"/>
                  </a:moveTo>
                  <a:lnTo>
                    <a:pt x="16" y="17"/>
                  </a:lnTo>
                  <a:cubicBezTo>
                    <a:pt x="65" y="17"/>
                    <a:pt x="101" y="33"/>
                    <a:pt x="150" y="49"/>
                  </a:cubicBezTo>
                  <a:lnTo>
                    <a:pt x="202" y="49"/>
                  </a:lnTo>
                  <a:lnTo>
                    <a:pt x="150" y="33"/>
                  </a:lnTo>
                  <a:cubicBezTo>
                    <a:pt x="117" y="17"/>
                    <a:pt x="65" y="17"/>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9"/>
            <p:cNvSpPr/>
            <p:nvPr/>
          </p:nvSpPr>
          <p:spPr>
            <a:xfrm>
              <a:off x="1762550" y="967819"/>
              <a:ext cx="45491" cy="20163"/>
            </a:xfrm>
            <a:custGeom>
              <a:rect b="b" l="l" r="r" t="t"/>
              <a:pathLst>
                <a:path extrusionOk="0" h="203" w="458">
                  <a:moveTo>
                    <a:pt x="457" y="0"/>
                  </a:moveTo>
                  <a:cubicBezTo>
                    <a:pt x="421" y="0"/>
                    <a:pt x="389" y="16"/>
                    <a:pt x="356" y="32"/>
                  </a:cubicBezTo>
                  <a:cubicBezTo>
                    <a:pt x="336" y="49"/>
                    <a:pt x="320" y="49"/>
                    <a:pt x="320" y="49"/>
                  </a:cubicBezTo>
                  <a:cubicBezTo>
                    <a:pt x="255" y="81"/>
                    <a:pt x="171" y="117"/>
                    <a:pt x="102" y="150"/>
                  </a:cubicBezTo>
                  <a:lnTo>
                    <a:pt x="1" y="182"/>
                  </a:lnTo>
                  <a:lnTo>
                    <a:pt x="1" y="202"/>
                  </a:lnTo>
                  <a:lnTo>
                    <a:pt x="17" y="202"/>
                  </a:lnTo>
                  <a:lnTo>
                    <a:pt x="102" y="166"/>
                  </a:lnTo>
                  <a:cubicBezTo>
                    <a:pt x="171" y="133"/>
                    <a:pt x="255" y="101"/>
                    <a:pt x="320" y="65"/>
                  </a:cubicBezTo>
                  <a:cubicBezTo>
                    <a:pt x="336" y="65"/>
                    <a:pt x="336" y="49"/>
                    <a:pt x="356" y="49"/>
                  </a:cubicBezTo>
                  <a:cubicBezTo>
                    <a:pt x="389" y="32"/>
                    <a:pt x="421" y="16"/>
                    <a:pt x="457" y="16"/>
                  </a:cubicBezTo>
                  <a:lnTo>
                    <a:pt x="4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9"/>
            <p:cNvSpPr/>
            <p:nvPr/>
          </p:nvSpPr>
          <p:spPr>
            <a:xfrm>
              <a:off x="2496463" y="491059"/>
              <a:ext cx="16985" cy="6953"/>
            </a:xfrm>
            <a:custGeom>
              <a:rect b="b" l="l" r="r" t="t"/>
              <a:pathLst>
                <a:path extrusionOk="0" h="70" w="171">
                  <a:moveTo>
                    <a:pt x="0" y="1"/>
                  </a:moveTo>
                  <a:lnTo>
                    <a:pt x="0" y="17"/>
                  </a:lnTo>
                  <a:lnTo>
                    <a:pt x="37" y="17"/>
                  </a:lnTo>
                  <a:cubicBezTo>
                    <a:pt x="17" y="1"/>
                    <a:pt x="17" y="1"/>
                    <a:pt x="0" y="1"/>
                  </a:cubicBezTo>
                  <a:close/>
                  <a:moveTo>
                    <a:pt x="37" y="17"/>
                  </a:moveTo>
                  <a:cubicBezTo>
                    <a:pt x="53" y="33"/>
                    <a:pt x="53" y="33"/>
                    <a:pt x="69" y="33"/>
                  </a:cubicBezTo>
                  <a:cubicBezTo>
                    <a:pt x="53" y="17"/>
                    <a:pt x="53" y="17"/>
                    <a:pt x="37" y="17"/>
                  </a:cubicBezTo>
                  <a:close/>
                  <a:moveTo>
                    <a:pt x="69" y="33"/>
                  </a:moveTo>
                  <a:cubicBezTo>
                    <a:pt x="101" y="53"/>
                    <a:pt x="138" y="70"/>
                    <a:pt x="170" y="70"/>
                  </a:cubicBezTo>
                  <a:cubicBezTo>
                    <a:pt x="138" y="53"/>
                    <a:pt x="101" y="33"/>
                    <a:pt x="69"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9"/>
            <p:cNvSpPr/>
            <p:nvPr/>
          </p:nvSpPr>
          <p:spPr>
            <a:xfrm>
              <a:off x="2463189" y="466228"/>
              <a:ext cx="73501" cy="28208"/>
            </a:xfrm>
            <a:custGeom>
              <a:rect b="b" l="l" r="r" t="t"/>
              <a:pathLst>
                <a:path extrusionOk="0" h="284" w="740">
                  <a:moveTo>
                    <a:pt x="0" y="1"/>
                  </a:moveTo>
                  <a:lnTo>
                    <a:pt x="16" y="17"/>
                  </a:lnTo>
                  <a:cubicBezTo>
                    <a:pt x="49" y="17"/>
                    <a:pt x="69" y="33"/>
                    <a:pt x="101" y="33"/>
                  </a:cubicBezTo>
                  <a:cubicBezTo>
                    <a:pt x="85" y="17"/>
                    <a:pt x="49" y="17"/>
                    <a:pt x="16" y="1"/>
                  </a:cubicBezTo>
                  <a:close/>
                  <a:moveTo>
                    <a:pt x="101" y="33"/>
                  </a:moveTo>
                  <a:lnTo>
                    <a:pt x="101" y="33"/>
                  </a:lnTo>
                  <a:cubicBezTo>
                    <a:pt x="150" y="65"/>
                    <a:pt x="202" y="81"/>
                    <a:pt x="251" y="101"/>
                  </a:cubicBezTo>
                  <a:cubicBezTo>
                    <a:pt x="303" y="118"/>
                    <a:pt x="352" y="134"/>
                    <a:pt x="404" y="166"/>
                  </a:cubicBezTo>
                  <a:cubicBezTo>
                    <a:pt x="453" y="182"/>
                    <a:pt x="489" y="202"/>
                    <a:pt x="537" y="219"/>
                  </a:cubicBezTo>
                  <a:cubicBezTo>
                    <a:pt x="606" y="235"/>
                    <a:pt x="675" y="267"/>
                    <a:pt x="739" y="283"/>
                  </a:cubicBezTo>
                  <a:cubicBezTo>
                    <a:pt x="675" y="251"/>
                    <a:pt x="606" y="219"/>
                    <a:pt x="537" y="202"/>
                  </a:cubicBezTo>
                  <a:cubicBezTo>
                    <a:pt x="505" y="182"/>
                    <a:pt x="453" y="166"/>
                    <a:pt x="404" y="150"/>
                  </a:cubicBezTo>
                  <a:cubicBezTo>
                    <a:pt x="352" y="134"/>
                    <a:pt x="303" y="118"/>
                    <a:pt x="251" y="81"/>
                  </a:cubicBezTo>
                  <a:cubicBezTo>
                    <a:pt x="202" y="65"/>
                    <a:pt x="150" y="49"/>
                    <a:pt x="10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9"/>
            <p:cNvSpPr/>
            <p:nvPr/>
          </p:nvSpPr>
          <p:spPr>
            <a:xfrm>
              <a:off x="1677528" y="499501"/>
              <a:ext cx="61879" cy="45094"/>
            </a:xfrm>
            <a:custGeom>
              <a:rect b="b" l="l" r="r" t="t"/>
              <a:pathLst>
                <a:path extrusionOk="0" h="454" w="623">
                  <a:moveTo>
                    <a:pt x="606" y="1"/>
                  </a:moveTo>
                  <a:cubicBezTo>
                    <a:pt x="586" y="1"/>
                    <a:pt x="554" y="17"/>
                    <a:pt x="538" y="33"/>
                  </a:cubicBezTo>
                  <a:lnTo>
                    <a:pt x="538" y="49"/>
                  </a:lnTo>
                  <a:lnTo>
                    <a:pt x="554" y="49"/>
                  </a:lnTo>
                  <a:cubicBezTo>
                    <a:pt x="570" y="33"/>
                    <a:pt x="586" y="17"/>
                    <a:pt x="606" y="17"/>
                  </a:cubicBezTo>
                  <a:lnTo>
                    <a:pt x="623" y="17"/>
                  </a:lnTo>
                  <a:lnTo>
                    <a:pt x="606" y="1"/>
                  </a:lnTo>
                  <a:close/>
                  <a:moveTo>
                    <a:pt x="538" y="49"/>
                  </a:moveTo>
                  <a:lnTo>
                    <a:pt x="538" y="49"/>
                  </a:lnTo>
                  <a:cubicBezTo>
                    <a:pt x="437" y="118"/>
                    <a:pt x="336" y="203"/>
                    <a:pt x="235" y="271"/>
                  </a:cubicBezTo>
                  <a:cubicBezTo>
                    <a:pt x="182" y="304"/>
                    <a:pt x="134" y="352"/>
                    <a:pt x="65" y="389"/>
                  </a:cubicBezTo>
                  <a:cubicBezTo>
                    <a:pt x="65" y="405"/>
                    <a:pt x="49" y="405"/>
                    <a:pt x="49" y="405"/>
                  </a:cubicBezTo>
                  <a:cubicBezTo>
                    <a:pt x="33" y="421"/>
                    <a:pt x="17" y="437"/>
                    <a:pt x="1" y="453"/>
                  </a:cubicBezTo>
                  <a:cubicBezTo>
                    <a:pt x="17" y="453"/>
                    <a:pt x="33" y="437"/>
                    <a:pt x="49" y="421"/>
                  </a:cubicBezTo>
                  <a:cubicBezTo>
                    <a:pt x="65" y="421"/>
                    <a:pt x="65" y="405"/>
                    <a:pt x="81" y="405"/>
                  </a:cubicBezTo>
                  <a:cubicBezTo>
                    <a:pt x="134" y="372"/>
                    <a:pt x="182" y="320"/>
                    <a:pt x="251" y="271"/>
                  </a:cubicBezTo>
                  <a:cubicBezTo>
                    <a:pt x="336" y="203"/>
                    <a:pt x="437" y="134"/>
                    <a:pt x="538"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9"/>
            <p:cNvSpPr/>
            <p:nvPr/>
          </p:nvSpPr>
          <p:spPr>
            <a:xfrm>
              <a:off x="2514937" y="459374"/>
              <a:ext cx="21752" cy="10131"/>
            </a:xfrm>
            <a:custGeom>
              <a:rect b="b" l="l" r="r" t="t"/>
              <a:pathLst>
                <a:path extrusionOk="0" h="102" w="219">
                  <a:moveTo>
                    <a:pt x="0" y="1"/>
                  </a:moveTo>
                  <a:lnTo>
                    <a:pt x="0" y="17"/>
                  </a:lnTo>
                  <a:cubicBezTo>
                    <a:pt x="16" y="17"/>
                    <a:pt x="33" y="33"/>
                    <a:pt x="53" y="33"/>
                  </a:cubicBezTo>
                  <a:cubicBezTo>
                    <a:pt x="85" y="49"/>
                    <a:pt x="134" y="70"/>
                    <a:pt x="170" y="86"/>
                  </a:cubicBezTo>
                  <a:lnTo>
                    <a:pt x="186" y="86"/>
                  </a:lnTo>
                  <a:lnTo>
                    <a:pt x="170" y="70"/>
                  </a:lnTo>
                  <a:cubicBezTo>
                    <a:pt x="134" y="49"/>
                    <a:pt x="85" y="33"/>
                    <a:pt x="53" y="17"/>
                  </a:cubicBezTo>
                  <a:cubicBezTo>
                    <a:pt x="33" y="17"/>
                    <a:pt x="16" y="17"/>
                    <a:pt x="0" y="1"/>
                  </a:cubicBezTo>
                  <a:close/>
                  <a:moveTo>
                    <a:pt x="186" y="86"/>
                  </a:moveTo>
                  <a:cubicBezTo>
                    <a:pt x="202" y="86"/>
                    <a:pt x="202" y="102"/>
                    <a:pt x="202" y="102"/>
                  </a:cubicBezTo>
                  <a:lnTo>
                    <a:pt x="218" y="102"/>
                  </a:lnTo>
                  <a:lnTo>
                    <a:pt x="218" y="8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9"/>
            <p:cNvSpPr/>
            <p:nvPr/>
          </p:nvSpPr>
          <p:spPr>
            <a:xfrm>
              <a:off x="1730866" y="935638"/>
              <a:ext cx="4966" cy="37048"/>
            </a:xfrm>
            <a:custGeom>
              <a:rect b="b" l="l" r="r" t="t"/>
              <a:pathLst>
                <a:path extrusionOk="0" h="373" w="50">
                  <a:moveTo>
                    <a:pt x="49" y="1"/>
                  </a:moveTo>
                  <a:cubicBezTo>
                    <a:pt x="33" y="21"/>
                    <a:pt x="33" y="37"/>
                    <a:pt x="33" y="52"/>
                  </a:cubicBezTo>
                  <a:lnTo>
                    <a:pt x="33" y="52"/>
                  </a:lnTo>
                  <a:cubicBezTo>
                    <a:pt x="33" y="37"/>
                    <a:pt x="33" y="21"/>
                    <a:pt x="49" y="21"/>
                  </a:cubicBezTo>
                  <a:lnTo>
                    <a:pt x="49" y="1"/>
                  </a:lnTo>
                  <a:close/>
                  <a:moveTo>
                    <a:pt x="33" y="102"/>
                  </a:moveTo>
                  <a:cubicBezTo>
                    <a:pt x="33" y="154"/>
                    <a:pt x="33" y="187"/>
                    <a:pt x="17" y="223"/>
                  </a:cubicBezTo>
                  <a:lnTo>
                    <a:pt x="17" y="272"/>
                  </a:lnTo>
                  <a:lnTo>
                    <a:pt x="17" y="324"/>
                  </a:lnTo>
                  <a:cubicBezTo>
                    <a:pt x="1" y="340"/>
                    <a:pt x="17" y="340"/>
                    <a:pt x="17" y="356"/>
                  </a:cubicBezTo>
                  <a:lnTo>
                    <a:pt x="17" y="373"/>
                  </a:lnTo>
                  <a:lnTo>
                    <a:pt x="33" y="356"/>
                  </a:lnTo>
                  <a:lnTo>
                    <a:pt x="17" y="340"/>
                  </a:lnTo>
                  <a:cubicBezTo>
                    <a:pt x="33" y="304"/>
                    <a:pt x="33" y="288"/>
                    <a:pt x="33" y="272"/>
                  </a:cubicBezTo>
                  <a:lnTo>
                    <a:pt x="33" y="223"/>
                  </a:lnTo>
                  <a:lnTo>
                    <a:pt x="33" y="10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9"/>
            <p:cNvSpPr/>
            <p:nvPr/>
          </p:nvSpPr>
          <p:spPr>
            <a:xfrm>
              <a:off x="2536590" y="701727"/>
              <a:ext cx="16985" cy="6953"/>
            </a:xfrm>
            <a:custGeom>
              <a:rect b="b" l="l" r="r" t="t"/>
              <a:pathLst>
                <a:path extrusionOk="0" h="70" w="171">
                  <a:moveTo>
                    <a:pt x="0" y="1"/>
                  </a:moveTo>
                  <a:lnTo>
                    <a:pt x="0" y="17"/>
                  </a:lnTo>
                  <a:cubicBezTo>
                    <a:pt x="37" y="17"/>
                    <a:pt x="69" y="33"/>
                    <a:pt x="85" y="33"/>
                  </a:cubicBezTo>
                  <a:cubicBezTo>
                    <a:pt x="69" y="17"/>
                    <a:pt x="37" y="17"/>
                    <a:pt x="0" y="1"/>
                  </a:cubicBezTo>
                  <a:close/>
                  <a:moveTo>
                    <a:pt x="85" y="33"/>
                  </a:moveTo>
                  <a:cubicBezTo>
                    <a:pt x="118" y="53"/>
                    <a:pt x="138" y="53"/>
                    <a:pt x="170" y="69"/>
                  </a:cubicBezTo>
                  <a:lnTo>
                    <a:pt x="170" y="53"/>
                  </a:lnTo>
                  <a:cubicBezTo>
                    <a:pt x="138" y="53"/>
                    <a:pt x="118" y="33"/>
                    <a:pt x="85"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9"/>
            <p:cNvSpPr/>
            <p:nvPr/>
          </p:nvSpPr>
          <p:spPr>
            <a:xfrm>
              <a:off x="1739308" y="902364"/>
              <a:ext cx="70322" cy="33373"/>
            </a:xfrm>
            <a:custGeom>
              <a:rect b="b" l="l" r="r" t="t"/>
              <a:pathLst>
                <a:path extrusionOk="0" h="336" w="708">
                  <a:moveTo>
                    <a:pt x="708" y="1"/>
                  </a:moveTo>
                  <a:cubicBezTo>
                    <a:pt x="671" y="1"/>
                    <a:pt x="639" y="17"/>
                    <a:pt x="607" y="33"/>
                  </a:cubicBezTo>
                  <a:lnTo>
                    <a:pt x="590" y="53"/>
                  </a:lnTo>
                  <a:lnTo>
                    <a:pt x="623" y="53"/>
                  </a:lnTo>
                  <a:cubicBezTo>
                    <a:pt x="639" y="33"/>
                    <a:pt x="671" y="17"/>
                    <a:pt x="708" y="17"/>
                  </a:cubicBezTo>
                  <a:lnTo>
                    <a:pt x="708" y="1"/>
                  </a:lnTo>
                  <a:close/>
                  <a:moveTo>
                    <a:pt x="590" y="53"/>
                  </a:moveTo>
                  <a:lnTo>
                    <a:pt x="590" y="53"/>
                  </a:lnTo>
                  <a:cubicBezTo>
                    <a:pt x="522" y="85"/>
                    <a:pt x="437" y="118"/>
                    <a:pt x="368" y="154"/>
                  </a:cubicBezTo>
                  <a:cubicBezTo>
                    <a:pt x="320" y="170"/>
                    <a:pt x="267" y="203"/>
                    <a:pt x="235" y="219"/>
                  </a:cubicBezTo>
                  <a:cubicBezTo>
                    <a:pt x="203" y="235"/>
                    <a:pt x="166" y="255"/>
                    <a:pt x="134" y="271"/>
                  </a:cubicBezTo>
                  <a:cubicBezTo>
                    <a:pt x="102" y="287"/>
                    <a:pt x="49" y="304"/>
                    <a:pt x="1" y="336"/>
                  </a:cubicBezTo>
                  <a:cubicBezTo>
                    <a:pt x="49" y="320"/>
                    <a:pt x="102" y="304"/>
                    <a:pt x="150" y="271"/>
                  </a:cubicBezTo>
                  <a:cubicBezTo>
                    <a:pt x="166" y="271"/>
                    <a:pt x="203" y="255"/>
                    <a:pt x="235" y="235"/>
                  </a:cubicBezTo>
                  <a:cubicBezTo>
                    <a:pt x="287" y="203"/>
                    <a:pt x="320" y="186"/>
                    <a:pt x="368" y="170"/>
                  </a:cubicBezTo>
                  <a:cubicBezTo>
                    <a:pt x="437" y="134"/>
                    <a:pt x="522" y="85"/>
                    <a:pt x="590"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9"/>
            <p:cNvSpPr/>
            <p:nvPr/>
          </p:nvSpPr>
          <p:spPr>
            <a:xfrm>
              <a:off x="1677528" y="747119"/>
              <a:ext cx="56715" cy="34962"/>
            </a:xfrm>
            <a:custGeom>
              <a:rect b="b" l="l" r="r" t="t"/>
              <a:pathLst>
                <a:path extrusionOk="0" h="352" w="571">
                  <a:moveTo>
                    <a:pt x="570" y="0"/>
                  </a:moveTo>
                  <a:cubicBezTo>
                    <a:pt x="538" y="0"/>
                    <a:pt x="505" y="16"/>
                    <a:pt x="485" y="33"/>
                  </a:cubicBezTo>
                  <a:cubicBezTo>
                    <a:pt x="421" y="65"/>
                    <a:pt x="368" y="117"/>
                    <a:pt x="320" y="150"/>
                  </a:cubicBezTo>
                  <a:cubicBezTo>
                    <a:pt x="368" y="117"/>
                    <a:pt x="437" y="81"/>
                    <a:pt x="485" y="49"/>
                  </a:cubicBezTo>
                  <a:lnTo>
                    <a:pt x="505" y="49"/>
                  </a:lnTo>
                  <a:cubicBezTo>
                    <a:pt x="522" y="33"/>
                    <a:pt x="538" y="16"/>
                    <a:pt x="570" y="16"/>
                  </a:cubicBezTo>
                  <a:lnTo>
                    <a:pt x="570" y="0"/>
                  </a:lnTo>
                  <a:close/>
                  <a:moveTo>
                    <a:pt x="320" y="150"/>
                  </a:moveTo>
                  <a:cubicBezTo>
                    <a:pt x="251" y="182"/>
                    <a:pt x="166" y="235"/>
                    <a:pt x="102" y="283"/>
                  </a:cubicBezTo>
                  <a:cubicBezTo>
                    <a:pt x="81" y="283"/>
                    <a:pt x="65" y="303"/>
                    <a:pt x="33" y="319"/>
                  </a:cubicBezTo>
                  <a:cubicBezTo>
                    <a:pt x="33" y="319"/>
                    <a:pt x="17" y="336"/>
                    <a:pt x="1" y="336"/>
                  </a:cubicBezTo>
                  <a:lnTo>
                    <a:pt x="1" y="352"/>
                  </a:lnTo>
                  <a:lnTo>
                    <a:pt x="17" y="352"/>
                  </a:lnTo>
                  <a:cubicBezTo>
                    <a:pt x="17" y="336"/>
                    <a:pt x="33" y="336"/>
                    <a:pt x="49" y="336"/>
                  </a:cubicBezTo>
                  <a:cubicBezTo>
                    <a:pt x="65" y="319"/>
                    <a:pt x="81" y="303"/>
                    <a:pt x="118" y="283"/>
                  </a:cubicBezTo>
                  <a:cubicBezTo>
                    <a:pt x="182" y="235"/>
                    <a:pt x="251" y="202"/>
                    <a:pt x="320" y="1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9"/>
            <p:cNvSpPr/>
            <p:nvPr/>
          </p:nvSpPr>
          <p:spPr>
            <a:xfrm>
              <a:off x="2488020" y="674909"/>
              <a:ext cx="45491" cy="13707"/>
            </a:xfrm>
            <a:custGeom>
              <a:rect b="b" l="l" r="r" t="t"/>
              <a:pathLst>
                <a:path extrusionOk="0" h="138" w="458">
                  <a:moveTo>
                    <a:pt x="1" y="0"/>
                  </a:moveTo>
                  <a:lnTo>
                    <a:pt x="21" y="20"/>
                  </a:lnTo>
                  <a:cubicBezTo>
                    <a:pt x="37" y="20"/>
                    <a:pt x="69" y="20"/>
                    <a:pt x="85" y="36"/>
                  </a:cubicBezTo>
                  <a:cubicBezTo>
                    <a:pt x="102" y="36"/>
                    <a:pt x="122" y="36"/>
                    <a:pt x="138" y="53"/>
                  </a:cubicBezTo>
                  <a:cubicBezTo>
                    <a:pt x="154" y="53"/>
                    <a:pt x="186" y="69"/>
                    <a:pt x="223" y="69"/>
                  </a:cubicBezTo>
                  <a:cubicBezTo>
                    <a:pt x="255" y="85"/>
                    <a:pt x="287" y="85"/>
                    <a:pt x="324" y="101"/>
                  </a:cubicBezTo>
                  <a:cubicBezTo>
                    <a:pt x="340" y="101"/>
                    <a:pt x="356" y="121"/>
                    <a:pt x="372" y="121"/>
                  </a:cubicBezTo>
                  <a:cubicBezTo>
                    <a:pt x="388" y="121"/>
                    <a:pt x="405" y="121"/>
                    <a:pt x="425" y="137"/>
                  </a:cubicBezTo>
                  <a:lnTo>
                    <a:pt x="457" y="137"/>
                  </a:lnTo>
                  <a:lnTo>
                    <a:pt x="457" y="121"/>
                  </a:lnTo>
                  <a:lnTo>
                    <a:pt x="425" y="121"/>
                  </a:lnTo>
                  <a:cubicBezTo>
                    <a:pt x="405" y="121"/>
                    <a:pt x="388" y="101"/>
                    <a:pt x="372" y="101"/>
                  </a:cubicBezTo>
                  <a:cubicBezTo>
                    <a:pt x="356" y="101"/>
                    <a:pt x="340" y="85"/>
                    <a:pt x="324" y="85"/>
                  </a:cubicBezTo>
                  <a:cubicBezTo>
                    <a:pt x="287" y="85"/>
                    <a:pt x="255" y="69"/>
                    <a:pt x="223" y="53"/>
                  </a:cubicBezTo>
                  <a:cubicBezTo>
                    <a:pt x="186" y="53"/>
                    <a:pt x="170" y="36"/>
                    <a:pt x="138" y="36"/>
                  </a:cubicBezTo>
                  <a:cubicBezTo>
                    <a:pt x="122" y="36"/>
                    <a:pt x="102" y="20"/>
                    <a:pt x="102" y="20"/>
                  </a:cubicBezTo>
                  <a:cubicBezTo>
                    <a:pt x="69" y="20"/>
                    <a:pt x="53" y="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9"/>
            <p:cNvSpPr/>
            <p:nvPr/>
          </p:nvSpPr>
          <p:spPr>
            <a:xfrm>
              <a:off x="2486431" y="531186"/>
              <a:ext cx="15296" cy="6953"/>
            </a:xfrm>
            <a:custGeom>
              <a:rect b="b" l="l" r="r" t="t"/>
              <a:pathLst>
                <a:path extrusionOk="0" h="70" w="154">
                  <a:moveTo>
                    <a:pt x="0" y="1"/>
                  </a:moveTo>
                  <a:lnTo>
                    <a:pt x="0" y="17"/>
                  </a:lnTo>
                  <a:cubicBezTo>
                    <a:pt x="37" y="17"/>
                    <a:pt x="53" y="33"/>
                    <a:pt x="69" y="33"/>
                  </a:cubicBezTo>
                  <a:cubicBezTo>
                    <a:pt x="101" y="53"/>
                    <a:pt x="118" y="53"/>
                    <a:pt x="138" y="70"/>
                  </a:cubicBezTo>
                  <a:lnTo>
                    <a:pt x="154" y="53"/>
                  </a:lnTo>
                  <a:lnTo>
                    <a:pt x="138" y="53"/>
                  </a:lnTo>
                  <a:cubicBezTo>
                    <a:pt x="118" y="53"/>
                    <a:pt x="101" y="33"/>
                    <a:pt x="85" y="33"/>
                  </a:cubicBezTo>
                  <a:cubicBezTo>
                    <a:pt x="53" y="17"/>
                    <a:pt x="37" y="1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9"/>
            <p:cNvSpPr/>
            <p:nvPr/>
          </p:nvSpPr>
          <p:spPr>
            <a:xfrm>
              <a:off x="2272584" y="406037"/>
              <a:ext cx="21752" cy="8145"/>
            </a:xfrm>
            <a:custGeom>
              <a:rect b="b" l="l" r="r" t="t"/>
              <a:pathLst>
                <a:path extrusionOk="0" h="82" w="219">
                  <a:moveTo>
                    <a:pt x="0" y="1"/>
                  </a:moveTo>
                  <a:lnTo>
                    <a:pt x="0" y="17"/>
                  </a:lnTo>
                  <a:lnTo>
                    <a:pt x="202" y="81"/>
                  </a:lnTo>
                  <a:lnTo>
                    <a:pt x="218" y="81"/>
                  </a:lnTo>
                  <a:lnTo>
                    <a:pt x="202" y="6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9"/>
            <p:cNvSpPr/>
            <p:nvPr/>
          </p:nvSpPr>
          <p:spPr>
            <a:xfrm>
              <a:off x="2285794" y="795291"/>
              <a:ext cx="110449" cy="38538"/>
            </a:xfrm>
            <a:custGeom>
              <a:rect b="b" l="l" r="r" t="t"/>
              <a:pathLst>
                <a:path extrusionOk="0" h="388" w="1112">
                  <a:moveTo>
                    <a:pt x="17" y="0"/>
                  </a:moveTo>
                  <a:cubicBezTo>
                    <a:pt x="1" y="20"/>
                    <a:pt x="1" y="36"/>
                    <a:pt x="1" y="36"/>
                  </a:cubicBezTo>
                  <a:cubicBezTo>
                    <a:pt x="1" y="53"/>
                    <a:pt x="17" y="69"/>
                    <a:pt x="37" y="85"/>
                  </a:cubicBezTo>
                  <a:cubicBezTo>
                    <a:pt x="53" y="101"/>
                    <a:pt x="85" y="101"/>
                    <a:pt x="102" y="101"/>
                  </a:cubicBezTo>
                  <a:cubicBezTo>
                    <a:pt x="102" y="101"/>
                    <a:pt x="118" y="101"/>
                    <a:pt x="138" y="121"/>
                  </a:cubicBezTo>
                  <a:cubicBezTo>
                    <a:pt x="186" y="137"/>
                    <a:pt x="255" y="154"/>
                    <a:pt x="304" y="170"/>
                  </a:cubicBezTo>
                  <a:cubicBezTo>
                    <a:pt x="356" y="186"/>
                    <a:pt x="405" y="186"/>
                    <a:pt x="457" y="202"/>
                  </a:cubicBezTo>
                  <a:cubicBezTo>
                    <a:pt x="675" y="271"/>
                    <a:pt x="877" y="339"/>
                    <a:pt x="1063" y="388"/>
                  </a:cubicBezTo>
                  <a:cubicBezTo>
                    <a:pt x="877" y="323"/>
                    <a:pt x="675" y="271"/>
                    <a:pt x="473" y="202"/>
                  </a:cubicBezTo>
                  <a:cubicBezTo>
                    <a:pt x="421" y="186"/>
                    <a:pt x="356" y="170"/>
                    <a:pt x="304" y="154"/>
                  </a:cubicBezTo>
                  <a:cubicBezTo>
                    <a:pt x="255" y="137"/>
                    <a:pt x="186" y="121"/>
                    <a:pt x="138" y="101"/>
                  </a:cubicBezTo>
                  <a:cubicBezTo>
                    <a:pt x="118" y="101"/>
                    <a:pt x="118" y="101"/>
                    <a:pt x="102" y="85"/>
                  </a:cubicBezTo>
                  <a:cubicBezTo>
                    <a:pt x="85" y="85"/>
                    <a:pt x="69" y="85"/>
                    <a:pt x="37" y="69"/>
                  </a:cubicBezTo>
                  <a:cubicBezTo>
                    <a:pt x="17" y="53"/>
                    <a:pt x="17" y="53"/>
                    <a:pt x="17" y="36"/>
                  </a:cubicBezTo>
                  <a:cubicBezTo>
                    <a:pt x="17" y="36"/>
                    <a:pt x="17" y="20"/>
                    <a:pt x="37" y="20"/>
                  </a:cubicBezTo>
                  <a:lnTo>
                    <a:pt x="37" y="0"/>
                  </a:lnTo>
                  <a:close/>
                  <a:moveTo>
                    <a:pt x="1063" y="238"/>
                  </a:moveTo>
                  <a:lnTo>
                    <a:pt x="1063" y="255"/>
                  </a:lnTo>
                  <a:cubicBezTo>
                    <a:pt x="1079" y="255"/>
                    <a:pt x="1079" y="271"/>
                    <a:pt x="1079" y="287"/>
                  </a:cubicBezTo>
                  <a:lnTo>
                    <a:pt x="1079" y="303"/>
                  </a:lnTo>
                  <a:lnTo>
                    <a:pt x="1079" y="339"/>
                  </a:lnTo>
                  <a:cubicBezTo>
                    <a:pt x="1095" y="356"/>
                    <a:pt x="1095" y="372"/>
                    <a:pt x="1079" y="388"/>
                  </a:cubicBezTo>
                  <a:cubicBezTo>
                    <a:pt x="1095" y="372"/>
                    <a:pt x="1112" y="356"/>
                    <a:pt x="1095" y="323"/>
                  </a:cubicBezTo>
                  <a:lnTo>
                    <a:pt x="1095" y="303"/>
                  </a:lnTo>
                  <a:lnTo>
                    <a:pt x="1095" y="287"/>
                  </a:lnTo>
                  <a:cubicBezTo>
                    <a:pt x="1095" y="271"/>
                    <a:pt x="1095" y="255"/>
                    <a:pt x="1079" y="2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9"/>
            <p:cNvSpPr/>
            <p:nvPr/>
          </p:nvSpPr>
          <p:spPr>
            <a:xfrm>
              <a:off x="2474810" y="464241"/>
              <a:ext cx="16885" cy="6853"/>
            </a:xfrm>
            <a:custGeom>
              <a:rect b="b" l="l" r="r" t="t"/>
              <a:pathLst>
                <a:path extrusionOk="0" h="69" w="170">
                  <a:moveTo>
                    <a:pt x="0" y="0"/>
                  </a:moveTo>
                  <a:cubicBezTo>
                    <a:pt x="33" y="21"/>
                    <a:pt x="53" y="37"/>
                    <a:pt x="85" y="37"/>
                  </a:cubicBezTo>
                  <a:cubicBezTo>
                    <a:pt x="69" y="21"/>
                    <a:pt x="33" y="0"/>
                    <a:pt x="0" y="0"/>
                  </a:cubicBezTo>
                  <a:close/>
                  <a:moveTo>
                    <a:pt x="85" y="37"/>
                  </a:moveTo>
                  <a:cubicBezTo>
                    <a:pt x="101" y="53"/>
                    <a:pt x="134" y="53"/>
                    <a:pt x="154" y="69"/>
                  </a:cubicBezTo>
                  <a:lnTo>
                    <a:pt x="170" y="69"/>
                  </a:lnTo>
                  <a:lnTo>
                    <a:pt x="170" y="53"/>
                  </a:lnTo>
                  <a:cubicBezTo>
                    <a:pt x="134" y="53"/>
                    <a:pt x="117"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9"/>
            <p:cNvSpPr/>
            <p:nvPr/>
          </p:nvSpPr>
          <p:spPr>
            <a:xfrm>
              <a:off x="1670675" y="694973"/>
              <a:ext cx="63568" cy="40227"/>
            </a:xfrm>
            <a:custGeom>
              <a:rect b="b" l="l" r="r" t="t"/>
              <a:pathLst>
                <a:path extrusionOk="0" h="405" w="640">
                  <a:moveTo>
                    <a:pt x="639" y="0"/>
                  </a:moveTo>
                  <a:cubicBezTo>
                    <a:pt x="607" y="0"/>
                    <a:pt x="591" y="20"/>
                    <a:pt x="574" y="36"/>
                  </a:cubicBezTo>
                  <a:cubicBezTo>
                    <a:pt x="591" y="20"/>
                    <a:pt x="623" y="20"/>
                    <a:pt x="639" y="20"/>
                  </a:cubicBezTo>
                  <a:lnTo>
                    <a:pt x="639" y="0"/>
                  </a:lnTo>
                  <a:close/>
                  <a:moveTo>
                    <a:pt x="554" y="36"/>
                  </a:moveTo>
                  <a:cubicBezTo>
                    <a:pt x="453" y="101"/>
                    <a:pt x="372" y="154"/>
                    <a:pt x="271" y="222"/>
                  </a:cubicBezTo>
                  <a:cubicBezTo>
                    <a:pt x="219" y="255"/>
                    <a:pt x="150" y="303"/>
                    <a:pt x="102" y="339"/>
                  </a:cubicBezTo>
                  <a:cubicBezTo>
                    <a:pt x="171" y="303"/>
                    <a:pt x="219" y="271"/>
                    <a:pt x="288" y="238"/>
                  </a:cubicBezTo>
                  <a:cubicBezTo>
                    <a:pt x="372" y="170"/>
                    <a:pt x="473" y="101"/>
                    <a:pt x="554" y="53"/>
                  </a:cubicBezTo>
                  <a:lnTo>
                    <a:pt x="574" y="36"/>
                  </a:lnTo>
                  <a:close/>
                  <a:moveTo>
                    <a:pt x="102" y="339"/>
                  </a:moveTo>
                  <a:cubicBezTo>
                    <a:pt x="86" y="339"/>
                    <a:pt x="86" y="339"/>
                    <a:pt x="70" y="356"/>
                  </a:cubicBezTo>
                  <a:cubicBezTo>
                    <a:pt x="49" y="372"/>
                    <a:pt x="17" y="388"/>
                    <a:pt x="1" y="404"/>
                  </a:cubicBezTo>
                  <a:cubicBezTo>
                    <a:pt x="33" y="388"/>
                    <a:pt x="49" y="372"/>
                    <a:pt x="86" y="356"/>
                  </a:cubicBezTo>
                  <a:cubicBezTo>
                    <a:pt x="86" y="356"/>
                    <a:pt x="102" y="356"/>
                    <a:pt x="102" y="3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9"/>
            <p:cNvSpPr/>
            <p:nvPr/>
          </p:nvSpPr>
          <p:spPr>
            <a:xfrm>
              <a:off x="2247256" y="900774"/>
              <a:ext cx="20163" cy="4867"/>
            </a:xfrm>
            <a:custGeom>
              <a:rect b="b" l="l" r="r" t="t"/>
              <a:pathLst>
                <a:path extrusionOk="0" h="49" w="203">
                  <a:moveTo>
                    <a:pt x="1" y="0"/>
                  </a:moveTo>
                  <a:cubicBezTo>
                    <a:pt x="53" y="17"/>
                    <a:pt x="102" y="33"/>
                    <a:pt x="138" y="33"/>
                  </a:cubicBezTo>
                  <a:cubicBezTo>
                    <a:pt x="102" y="17"/>
                    <a:pt x="53" y="0"/>
                    <a:pt x="1" y="0"/>
                  </a:cubicBezTo>
                  <a:close/>
                  <a:moveTo>
                    <a:pt x="138" y="33"/>
                  </a:moveTo>
                  <a:cubicBezTo>
                    <a:pt x="154" y="49"/>
                    <a:pt x="187" y="49"/>
                    <a:pt x="203" y="49"/>
                  </a:cubicBezTo>
                  <a:cubicBezTo>
                    <a:pt x="187" y="33"/>
                    <a:pt x="171" y="33"/>
                    <a:pt x="138"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9"/>
            <p:cNvSpPr/>
            <p:nvPr/>
          </p:nvSpPr>
          <p:spPr>
            <a:xfrm>
              <a:off x="2357606" y="593066"/>
              <a:ext cx="16985" cy="5264"/>
            </a:xfrm>
            <a:custGeom>
              <a:rect b="b" l="l" r="r" t="t"/>
              <a:pathLst>
                <a:path extrusionOk="0" h="53" w="171">
                  <a:moveTo>
                    <a:pt x="1" y="0"/>
                  </a:moveTo>
                  <a:lnTo>
                    <a:pt x="21" y="16"/>
                  </a:lnTo>
                  <a:lnTo>
                    <a:pt x="53" y="16"/>
                  </a:lnTo>
                  <a:cubicBezTo>
                    <a:pt x="53" y="16"/>
                    <a:pt x="37" y="0"/>
                    <a:pt x="21" y="0"/>
                  </a:cubicBezTo>
                  <a:close/>
                  <a:moveTo>
                    <a:pt x="53" y="16"/>
                  </a:moveTo>
                  <a:cubicBezTo>
                    <a:pt x="69" y="36"/>
                    <a:pt x="86" y="36"/>
                    <a:pt x="102" y="36"/>
                  </a:cubicBezTo>
                  <a:cubicBezTo>
                    <a:pt x="122" y="53"/>
                    <a:pt x="138" y="53"/>
                    <a:pt x="154" y="53"/>
                  </a:cubicBezTo>
                  <a:lnTo>
                    <a:pt x="170" y="53"/>
                  </a:lnTo>
                  <a:lnTo>
                    <a:pt x="170" y="36"/>
                  </a:lnTo>
                  <a:cubicBezTo>
                    <a:pt x="161" y="41"/>
                    <a:pt x="153" y="43"/>
                    <a:pt x="146" y="43"/>
                  </a:cubicBezTo>
                  <a:cubicBezTo>
                    <a:pt x="129" y="43"/>
                    <a:pt x="116" y="31"/>
                    <a:pt x="102"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9"/>
            <p:cNvSpPr/>
            <p:nvPr/>
          </p:nvSpPr>
          <p:spPr>
            <a:xfrm>
              <a:off x="2284205" y="755164"/>
              <a:ext cx="3278" cy="22149"/>
            </a:xfrm>
            <a:custGeom>
              <a:rect b="b" l="l" r="r" t="t"/>
              <a:pathLst>
                <a:path extrusionOk="0" h="223" w="33">
                  <a:moveTo>
                    <a:pt x="0" y="0"/>
                  </a:moveTo>
                  <a:lnTo>
                    <a:pt x="0" y="20"/>
                  </a:lnTo>
                  <a:lnTo>
                    <a:pt x="0" y="137"/>
                  </a:lnTo>
                  <a:lnTo>
                    <a:pt x="0" y="170"/>
                  </a:lnTo>
                  <a:cubicBezTo>
                    <a:pt x="0" y="186"/>
                    <a:pt x="0" y="186"/>
                    <a:pt x="17" y="202"/>
                  </a:cubicBezTo>
                  <a:lnTo>
                    <a:pt x="17" y="170"/>
                  </a:lnTo>
                  <a:lnTo>
                    <a:pt x="17" y="137"/>
                  </a:lnTo>
                  <a:cubicBezTo>
                    <a:pt x="17" y="101"/>
                    <a:pt x="0" y="53"/>
                    <a:pt x="17" y="20"/>
                  </a:cubicBezTo>
                  <a:lnTo>
                    <a:pt x="0" y="0"/>
                  </a:lnTo>
                  <a:close/>
                  <a:moveTo>
                    <a:pt x="17" y="202"/>
                  </a:moveTo>
                  <a:cubicBezTo>
                    <a:pt x="17" y="222"/>
                    <a:pt x="17" y="222"/>
                    <a:pt x="33" y="222"/>
                  </a:cubicBezTo>
                  <a:lnTo>
                    <a:pt x="33" y="20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9"/>
            <p:cNvSpPr/>
            <p:nvPr/>
          </p:nvSpPr>
          <p:spPr>
            <a:xfrm>
              <a:off x="1677528" y="506355"/>
              <a:ext cx="61879" cy="44994"/>
            </a:xfrm>
            <a:custGeom>
              <a:rect b="b" l="l" r="r" t="t"/>
              <a:pathLst>
                <a:path extrusionOk="0" h="453" w="623">
                  <a:moveTo>
                    <a:pt x="606" y="0"/>
                  </a:moveTo>
                  <a:cubicBezTo>
                    <a:pt x="570" y="17"/>
                    <a:pt x="538" y="33"/>
                    <a:pt x="505" y="65"/>
                  </a:cubicBezTo>
                  <a:cubicBezTo>
                    <a:pt x="505" y="65"/>
                    <a:pt x="485" y="65"/>
                    <a:pt x="485" y="81"/>
                  </a:cubicBezTo>
                  <a:cubicBezTo>
                    <a:pt x="368" y="166"/>
                    <a:pt x="235" y="251"/>
                    <a:pt x="134" y="352"/>
                  </a:cubicBezTo>
                  <a:cubicBezTo>
                    <a:pt x="251" y="267"/>
                    <a:pt x="368" y="182"/>
                    <a:pt x="485" y="101"/>
                  </a:cubicBezTo>
                  <a:cubicBezTo>
                    <a:pt x="505" y="81"/>
                    <a:pt x="505" y="81"/>
                    <a:pt x="522" y="65"/>
                  </a:cubicBezTo>
                  <a:cubicBezTo>
                    <a:pt x="538" y="49"/>
                    <a:pt x="570" y="17"/>
                    <a:pt x="606" y="17"/>
                  </a:cubicBezTo>
                  <a:lnTo>
                    <a:pt x="623" y="0"/>
                  </a:lnTo>
                  <a:close/>
                  <a:moveTo>
                    <a:pt x="134" y="352"/>
                  </a:moveTo>
                  <a:cubicBezTo>
                    <a:pt x="81" y="384"/>
                    <a:pt x="49" y="404"/>
                    <a:pt x="1" y="437"/>
                  </a:cubicBezTo>
                  <a:lnTo>
                    <a:pt x="1" y="453"/>
                  </a:lnTo>
                  <a:lnTo>
                    <a:pt x="17" y="453"/>
                  </a:lnTo>
                  <a:cubicBezTo>
                    <a:pt x="49" y="421"/>
                    <a:pt x="102" y="384"/>
                    <a:pt x="134" y="3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9"/>
            <p:cNvSpPr/>
            <p:nvPr/>
          </p:nvSpPr>
          <p:spPr>
            <a:xfrm>
              <a:off x="1679117" y="419247"/>
              <a:ext cx="56715" cy="45094"/>
            </a:xfrm>
            <a:custGeom>
              <a:rect b="b" l="l" r="r" t="t"/>
              <a:pathLst>
                <a:path extrusionOk="0" h="454" w="571">
                  <a:moveTo>
                    <a:pt x="554" y="1"/>
                  </a:moveTo>
                  <a:cubicBezTo>
                    <a:pt x="453" y="86"/>
                    <a:pt x="352" y="171"/>
                    <a:pt x="235" y="251"/>
                  </a:cubicBezTo>
                  <a:lnTo>
                    <a:pt x="186" y="288"/>
                  </a:lnTo>
                  <a:cubicBezTo>
                    <a:pt x="118" y="336"/>
                    <a:pt x="65" y="389"/>
                    <a:pt x="1" y="437"/>
                  </a:cubicBezTo>
                  <a:lnTo>
                    <a:pt x="1" y="453"/>
                  </a:lnTo>
                  <a:lnTo>
                    <a:pt x="17" y="453"/>
                  </a:lnTo>
                  <a:cubicBezTo>
                    <a:pt x="65" y="405"/>
                    <a:pt x="134" y="352"/>
                    <a:pt x="203" y="304"/>
                  </a:cubicBezTo>
                  <a:lnTo>
                    <a:pt x="251" y="251"/>
                  </a:lnTo>
                  <a:cubicBezTo>
                    <a:pt x="352" y="187"/>
                    <a:pt x="469" y="86"/>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9"/>
            <p:cNvSpPr/>
            <p:nvPr/>
          </p:nvSpPr>
          <p:spPr>
            <a:xfrm>
              <a:off x="2467956" y="492747"/>
              <a:ext cx="80354" cy="31784"/>
            </a:xfrm>
            <a:custGeom>
              <a:rect b="b" l="l" r="r" t="t"/>
              <a:pathLst>
                <a:path extrusionOk="0" h="320" w="809">
                  <a:moveTo>
                    <a:pt x="1" y="0"/>
                  </a:moveTo>
                  <a:lnTo>
                    <a:pt x="1" y="16"/>
                  </a:lnTo>
                  <a:lnTo>
                    <a:pt x="53" y="36"/>
                  </a:lnTo>
                  <a:lnTo>
                    <a:pt x="1" y="0"/>
                  </a:lnTo>
                  <a:close/>
                  <a:moveTo>
                    <a:pt x="53" y="36"/>
                  </a:moveTo>
                  <a:cubicBezTo>
                    <a:pt x="85" y="53"/>
                    <a:pt x="122" y="69"/>
                    <a:pt x="138" y="69"/>
                  </a:cubicBezTo>
                  <a:cubicBezTo>
                    <a:pt x="154" y="85"/>
                    <a:pt x="186" y="85"/>
                    <a:pt x="203" y="85"/>
                  </a:cubicBezTo>
                  <a:cubicBezTo>
                    <a:pt x="186" y="69"/>
                    <a:pt x="170" y="69"/>
                    <a:pt x="154" y="69"/>
                  </a:cubicBezTo>
                  <a:cubicBezTo>
                    <a:pt x="122" y="53"/>
                    <a:pt x="85" y="36"/>
                    <a:pt x="53" y="36"/>
                  </a:cubicBezTo>
                  <a:close/>
                  <a:moveTo>
                    <a:pt x="203" y="85"/>
                  </a:moveTo>
                  <a:cubicBezTo>
                    <a:pt x="239" y="101"/>
                    <a:pt x="271" y="117"/>
                    <a:pt x="324" y="137"/>
                  </a:cubicBezTo>
                  <a:cubicBezTo>
                    <a:pt x="287" y="117"/>
                    <a:pt x="239" y="101"/>
                    <a:pt x="203" y="85"/>
                  </a:cubicBezTo>
                  <a:close/>
                  <a:moveTo>
                    <a:pt x="324" y="137"/>
                  </a:moveTo>
                  <a:cubicBezTo>
                    <a:pt x="356" y="154"/>
                    <a:pt x="405" y="170"/>
                    <a:pt x="457" y="186"/>
                  </a:cubicBezTo>
                  <a:cubicBezTo>
                    <a:pt x="405" y="170"/>
                    <a:pt x="372" y="154"/>
                    <a:pt x="324" y="137"/>
                  </a:cubicBezTo>
                  <a:close/>
                  <a:moveTo>
                    <a:pt x="457" y="186"/>
                  </a:moveTo>
                  <a:lnTo>
                    <a:pt x="457" y="186"/>
                  </a:lnTo>
                  <a:cubicBezTo>
                    <a:pt x="489" y="202"/>
                    <a:pt x="542" y="218"/>
                    <a:pt x="590" y="255"/>
                  </a:cubicBezTo>
                  <a:cubicBezTo>
                    <a:pt x="643" y="271"/>
                    <a:pt x="691" y="287"/>
                    <a:pt x="744" y="303"/>
                  </a:cubicBezTo>
                  <a:cubicBezTo>
                    <a:pt x="760" y="303"/>
                    <a:pt x="776" y="319"/>
                    <a:pt x="809" y="319"/>
                  </a:cubicBezTo>
                  <a:cubicBezTo>
                    <a:pt x="792" y="303"/>
                    <a:pt x="760" y="303"/>
                    <a:pt x="744" y="287"/>
                  </a:cubicBezTo>
                  <a:cubicBezTo>
                    <a:pt x="691" y="271"/>
                    <a:pt x="643" y="255"/>
                    <a:pt x="590" y="238"/>
                  </a:cubicBezTo>
                  <a:cubicBezTo>
                    <a:pt x="542" y="218"/>
                    <a:pt x="506" y="202"/>
                    <a:pt x="457" y="1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9"/>
            <p:cNvSpPr/>
            <p:nvPr/>
          </p:nvSpPr>
          <p:spPr>
            <a:xfrm>
              <a:off x="2222425" y="967819"/>
              <a:ext cx="43405" cy="13310"/>
            </a:xfrm>
            <a:custGeom>
              <a:rect b="b" l="l" r="r" t="t"/>
              <a:pathLst>
                <a:path extrusionOk="0" h="134" w="437">
                  <a:moveTo>
                    <a:pt x="0" y="0"/>
                  </a:moveTo>
                  <a:lnTo>
                    <a:pt x="0" y="16"/>
                  </a:lnTo>
                  <a:cubicBezTo>
                    <a:pt x="17" y="16"/>
                    <a:pt x="33" y="16"/>
                    <a:pt x="49" y="32"/>
                  </a:cubicBezTo>
                  <a:lnTo>
                    <a:pt x="69" y="32"/>
                  </a:lnTo>
                  <a:cubicBezTo>
                    <a:pt x="150" y="49"/>
                    <a:pt x="251" y="81"/>
                    <a:pt x="352" y="101"/>
                  </a:cubicBezTo>
                  <a:cubicBezTo>
                    <a:pt x="251" y="65"/>
                    <a:pt x="170" y="49"/>
                    <a:pt x="69" y="16"/>
                  </a:cubicBezTo>
                  <a:cubicBezTo>
                    <a:pt x="33" y="16"/>
                    <a:pt x="17" y="0"/>
                    <a:pt x="0" y="0"/>
                  </a:cubicBezTo>
                  <a:close/>
                  <a:moveTo>
                    <a:pt x="352" y="101"/>
                  </a:moveTo>
                  <a:lnTo>
                    <a:pt x="437" y="133"/>
                  </a:lnTo>
                  <a:lnTo>
                    <a:pt x="437" y="117"/>
                  </a:lnTo>
                  <a:lnTo>
                    <a:pt x="352" y="10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9"/>
            <p:cNvSpPr/>
            <p:nvPr/>
          </p:nvSpPr>
          <p:spPr>
            <a:xfrm>
              <a:off x="2377670" y="670043"/>
              <a:ext cx="12118" cy="95253"/>
            </a:xfrm>
            <a:custGeom>
              <a:rect b="b" l="l" r="r" t="t"/>
              <a:pathLst>
                <a:path extrusionOk="0" h="959" w="122">
                  <a:moveTo>
                    <a:pt x="1" y="1"/>
                  </a:moveTo>
                  <a:lnTo>
                    <a:pt x="1" y="17"/>
                  </a:lnTo>
                  <a:lnTo>
                    <a:pt x="37" y="17"/>
                  </a:lnTo>
                  <a:cubicBezTo>
                    <a:pt x="37" y="1"/>
                    <a:pt x="21" y="1"/>
                    <a:pt x="1" y="1"/>
                  </a:cubicBezTo>
                  <a:close/>
                  <a:moveTo>
                    <a:pt x="37" y="17"/>
                  </a:moveTo>
                  <a:lnTo>
                    <a:pt x="37" y="49"/>
                  </a:lnTo>
                  <a:lnTo>
                    <a:pt x="37" y="102"/>
                  </a:lnTo>
                  <a:cubicBezTo>
                    <a:pt x="53" y="102"/>
                    <a:pt x="53" y="118"/>
                    <a:pt x="37" y="118"/>
                  </a:cubicBezTo>
                  <a:lnTo>
                    <a:pt x="37" y="134"/>
                  </a:lnTo>
                  <a:cubicBezTo>
                    <a:pt x="53" y="170"/>
                    <a:pt x="53" y="203"/>
                    <a:pt x="53" y="219"/>
                  </a:cubicBezTo>
                  <a:lnTo>
                    <a:pt x="53" y="134"/>
                  </a:lnTo>
                  <a:lnTo>
                    <a:pt x="53" y="118"/>
                  </a:lnTo>
                  <a:lnTo>
                    <a:pt x="53" y="85"/>
                  </a:lnTo>
                  <a:lnTo>
                    <a:pt x="53" y="49"/>
                  </a:lnTo>
                  <a:cubicBezTo>
                    <a:pt x="53" y="33"/>
                    <a:pt x="53" y="17"/>
                    <a:pt x="37" y="17"/>
                  </a:cubicBezTo>
                  <a:close/>
                  <a:moveTo>
                    <a:pt x="53" y="271"/>
                  </a:moveTo>
                  <a:lnTo>
                    <a:pt x="53" y="287"/>
                  </a:lnTo>
                  <a:lnTo>
                    <a:pt x="53" y="336"/>
                  </a:lnTo>
                  <a:lnTo>
                    <a:pt x="53" y="372"/>
                  </a:lnTo>
                  <a:lnTo>
                    <a:pt x="53" y="405"/>
                  </a:lnTo>
                  <a:cubicBezTo>
                    <a:pt x="53" y="421"/>
                    <a:pt x="53" y="421"/>
                    <a:pt x="69" y="437"/>
                  </a:cubicBezTo>
                  <a:lnTo>
                    <a:pt x="69" y="473"/>
                  </a:lnTo>
                  <a:cubicBezTo>
                    <a:pt x="86" y="453"/>
                    <a:pt x="86" y="437"/>
                    <a:pt x="69" y="421"/>
                  </a:cubicBezTo>
                  <a:lnTo>
                    <a:pt x="69" y="405"/>
                  </a:lnTo>
                  <a:lnTo>
                    <a:pt x="69" y="372"/>
                  </a:lnTo>
                  <a:lnTo>
                    <a:pt x="69" y="336"/>
                  </a:lnTo>
                  <a:lnTo>
                    <a:pt x="69" y="287"/>
                  </a:lnTo>
                  <a:cubicBezTo>
                    <a:pt x="69" y="287"/>
                    <a:pt x="69" y="271"/>
                    <a:pt x="53" y="271"/>
                  </a:cubicBezTo>
                  <a:close/>
                  <a:moveTo>
                    <a:pt x="69" y="473"/>
                  </a:moveTo>
                  <a:lnTo>
                    <a:pt x="69" y="473"/>
                  </a:lnTo>
                  <a:cubicBezTo>
                    <a:pt x="86" y="489"/>
                    <a:pt x="69" y="506"/>
                    <a:pt x="69" y="522"/>
                  </a:cubicBezTo>
                  <a:cubicBezTo>
                    <a:pt x="69" y="538"/>
                    <a:pt x="69" y="554"/>
                    <a:pt x="86" y="574"/>
                  </a:cubicBezTo>
                  <a:lnTo>
                    <a:pt x="86" y="590"/>
                  </a:lnTo>
                  <a:lnTo>
                    <a:pt x="86" y="639"/>
                  </a:lnTo>
                  <a:lnTo>
                    <a:pt x="86" y="708"/>
                  </a:lnTo>
                  <a:lnTo>
                    <a:pt x="86" y="740"/>
                  </a:lnTo>
                  <a:lnTo>
                    <a:pt x="86" y="756"/>
                  </a:lnTo>
                  <a:cubicBezTo>
                    <a:pt x="102" y="776"/>
                    <a:pt x="102" y="792"/>
                    <a:pt x="102" y="809"/>
                  </a:cubicBezTo>
                  <a:cubicBezTo>
                    <a:pt x="122" y="792"/>
                    <a:pt x="122" y="776"/>
                    <a:pt x="102" y="756"/>
                  </a:cubicBezTo>
                  <a:lnTo>
                    <a:pt x="102" y="740"/>
                  </a:lnTo>
                  <a:lnTo>
                    <a:pt x="102" y="708"/>
                  </a:lnTo>
                  <a:lnTo>
                    <a:pt x="102" y="623"/>
                  </a:lnTo>
                  <a:cubicBezTo>
                    <a:pt x="86" y="623"/>
                    <a:pt x="86" y="607"/>
                    <a:pt x="102" y="607"/>
                  </a:cubicBezTo>
                  <a:cubicBezTo>
                    <a:pt x="102" y="590"/>
                    <a:pt x="102" y="574"/>
                    <a:pt x="86" y="554"/>
                  </a:cubicBezTo>
                  <a:lnTo>
                    <a:pt x="86" y="522"/>
                  </a:lnTo>
                  <a:cubicBezTo>
                    <a:pt x="86" y="506"/>
                    <a:pt x="86" y="489"/>
                    <a:pt x="69" y="473"/>
                  </a:cubicBezTo>
                  <a:close/>
                  <a:moveTo>
                    <a:pt x="102" y="809"/>
                  </a:moveTo>
                  <a:cubicBezTo>
                    <a:pt x="86" y="809"/>
                    <a:pt x="102" y="825"/>
                    <a:pt x="102" y="825"/>
                  </a:cubicBezTo>
                  <a:lnTo>
                    <a:pt x="102" y="809"/>
                  </a:lnTo>
                  <a:close/>
                  <a:moveTo>
                    <a:pt x="102" y="825"/>
                  </a:moveTo>
                  <a:lnTo>
                    <a:pt x="102" y="942"/>
                  </a:lnTo>
                  <a:lnTo>
                    <a:pt x="102" y="958"/>
                  </a:lnTo>
                  <a:lnTo>
                    <a:pt x="122" y="942"/>
                  </a:lnTo>
                  <a:cubicBezTo>
                    <a:pt x="122" y="910"/>
                    <a:pt x="122" y="877"/>
                    <a:pt x="102" y="8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9"/>
            <p:cNvSpPr/>
            <p:nvPr/>
          </p:nvSpPr>
          <p:spPr>
            <a:xfrm>
              <a:off x="2533412" y="568135"/>
              <a:ext cx="20163" cy="6555"/>
            </a:xfrm>
            <a:custGeom>
              <a:rect b="b" l="l" r="r" t="t"/>
              <a:pathLst>
                <a:path extrusionOk="0" h="66" w="203">
                  <a:moveTo>
                    <a:pt x="0" y="1"/>
                  </a:moveTo>
                  <a:lnTo>
                    <a:pt x="0" y="17"/>
                  </a:lnTo>
                  <a:lnTo>
                    <a:pt x="186" y="65"/>
                  </a:lnTo>
                  <a:lnTo>
                    <a:pt x="202" y="6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9"/>
            <p:cNvSpPr/>
            <p:nvPr/>
          </p:nvSpPr>
          <p:spPr>
            <a:xfrm>
              <a:off x="2229278" y="420935"/>
              <a:ext cx="16488" cy="10131"/>
            </a:xfrm>
            <a:custGeom>
              <a:rect b="b" l="l" r="r" t="t"/>
              <a:pathLst>
                <a:path extrusionOk="0" h="102" w="166">
                  <a:moveTo>
                    <a:pt x="166" y="0"/>
                  </a:moveTo>
                  <a:cubicBezTo>
                    <a:pt x="133" y="0"/>
                    <a:pt x="101" y="16"/>
                    <a:pt x="81" y="53"/>
                  </a:cubicBezTo>
                  <a:cubicBezTo>
                    <a:pt x="117" y="32"/>
                    <a:pt x="133" y="16"/>
                    <a:pt x="166" y="16"/>
                  </a:cubicBezTo>
                  <a:lnTo>
                    <a:pt x="166" y="0"/>
                  </a:lnTo>
                  <a:close/>
                  <a:moveTo>
                    <a:pt x="81" y="53"/>
                  </a:moveTo>
                  <a:cubicBezTo>
                    <a:pt x="65" y="53"/>
                    <a:pt x="65" y="53"/>
                    <a:pt x="49" y="69"/>
                  </a:cubicBezTo>
                  <a:cubicBezTo>
                    <a:pt x="32" y="85"/>
                    <a:pt x="16" y="85"/>
                    <a:pt x="16" y="85"/>
                  </a:cubicBezTo>
                  <a:lnTo>
                    <a:pt x="0" y="85"/>
                  </a:lnTo>
                  <a:lnTo>
                    <a:pt x="16" y="101"/>
                  </a:lnTo>
                  <a:cubicBezTo>
                    <a:pt x="32" y="101"/>
                    <a:pt x="32" y="85"/>
                    <a:pt x="49" y="85"/>
                  </a:cubicBezTo>
                  <a:lnTo>
                    <a:pt x="65" y="69"/>
                  </a:lnTo>
                  <a:cubicBezTo>
                    <a:pt x="65" y="69"/>
                    <a:pt x="81" y="69"/>
                    <a:pt x="8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9"/>
            <p:cNvSpPr/>
            <p:nvPr/>
          </p:nvSpPr>
          <p:spPr>
            <a:xfrm>
              <a:off x="2281027" y="611441"/>
              <a:ext cx="14899" cy="6953"/>
            </a:xfrm>
            <a:custGeom>
              <a:rect b="b" l="l" r="r" t="t"/>
              <a:pathLst>
                <a:path extrusionOk="0" h="70" w="150">
                  <a:moveTo>
                    <a:pt x="0" y="1"/>
                  </a:moveTo>
                  <a:lnTo>
                    <a:pt x="0" y="17"/>
                  </a:lnTo>
                  <a:lnTo>
                    <a:pt x="133" y="70"/>
                  </a:lnTo>
                  <a:lnTo>
                    <a:pt x="150" y="53"/>
                  </a:lnTo>
                  <a:lnTo>
                    <a:pt x="133" y="5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9"/>
            <p:cNvSpPr/>
            <p:nvPr/>
          </p:nvSpPr>
          <p:spPr>
            <a:xfrm>
              <a:off x="2297415" y="489470"/>
              <a:ext cx="70322" cy="25030"/>
            </a:xfrm>
            <a:custGeom>
              <a:rect b="b" l="l" r="r" t="t"/>
              <a:pathLst>
                <a:path extrusionOk="0" h="252" w="708">
                  <a:moveTo>
                    <a:pt x="1" y="1"/>
                  </a:moveTo>
                  <a:lnTo>
                    <a:pt x="1" y="17"/>
                  </a:lnTo>
                  <a:lnTo>
                    <a:pt x="69" y="33"/>
                  </a:lnTo>
                  <a:cubicBezTo>
                    <a:pt x="122" y="49"/>
                    <a:pt x="170" y="69"/>
                    <a:pt x="239" y="86"/>
                  </a:cubicBezTo>
                  <a:cubicBezTo>
                    <a:pt x="187" y="69"/>
                    <a:pt x="138" y="33"/>
                    <a:pt x="86" y="17"/>
                  </a:cubicBezTo>
                  <a:lnTo>
                    <a:pt x="21" y="1"/>
                  </a:lnTo>
                  <a:close/>
                  <a:moveTo>
                    <a:pt x="239" y="86"/>
                  </a:moveTo>
                  <a:cubicBezTo>
                    <a:pt x="271" y="102"/>
                    <a:pt x="304" y="118"/>
                    <a:pt x="356" y="134"/>
                  </a:cubicBezTo>
                  <a:cubicBezTo>
                    <a:pt x="425" y="170"/>
                    <a:pt x="506" y="187"/>
                    <a:pt x="574" y="219"/>
                  </a:cubicBezTo>
                  <a:cubicBezTo>
                    <a:pt x="591" y="219"/>
                    <a:pt x="591" y="219"/>
                    <a:pt x="607" y="235"/>
                  </a:cubicBezTo>
                  <a:cubicBezTo>
                    <a:pt x="643" y="235"/>
                    <a:pt x="675" y="251"/>
                    <a:pt x="708" y="251"/>
                  </a:cubicBezTo>
                  <a:lnTo>
                    <a:pt x="708" y="235"/>
                  </a:lnTo>
                  <a:cubicBezTo>
                    <a:pt x="675" y="235"/>
                    <a:pt x="643" y="235"/>
                    <a:pt x="607" y="219"/>
                  </a:cubicBezTo>
                  <a:cubicBezTo>
                    <a:pt x="607" y="219"/>
                    <a:pt x="591" y="203"/>
                    <a:pt x="574" y="203"/>
                  </a:cubicBezTo>
                  <a:cubicBezTo>
                    <a:pt x="506" y="187"/>
                    <a:pt x="425" y="150"/>
                    <a:pt x="356" y="118"/>
                  </a:cubicBezTo>
                  <a:cubicBezTo>
                    <a:pt x="324" y="102"/>
                    <a:pt x="271" y="102"/>
                    <a:pt x="239" y="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9"/>
            <p:cNvSpPr/>
            <p:nvPr/>
          </p:nvSpPr>
          <p:spPr>
            <a:xfrm>
              <a:off x="2285794" y="404050"/>
              <a:ext cx="16985" cy="6953"/>
            </a:xfrm>
            <a:custGeom>
              <a:rect b="b" l="l" r="r" t="t"/>
              <a:pathLst>
                <a:path extrusionOk="0" h="70" w="171">
                  <a:moveTo>
                    <a:pt x="1" y="0"/>
                  </a:moveTo>
                  <a:lnTo>
                    <a:pt x="17" y="21"/>
                  </a:lnTo>
                  <a:lnTo>
                    <a:pt x="170" y="69"/>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9"/>
            <p:cNvSpPr/>
            <p:nvPr/>
          </p:nvSpPr>
          <p:spPr>
            <a:xfrm>
              <a:off x="1744175" y="946861"/>
              <a:ext cx="63866" cy="29003"/>
            </a:xfrm>
            <a:custGeom>
              <a:rect b="b" l="l" r="r" t="t"/>
              <a:pathLst>
                <a:path extrusionOk="0" h="292" w="643">
                  <a:moveTo>
                    <a:pt x="622" y="1"/>
                  </a:moveTo>
                  <a:cubicBezTo>
                    <a:pt x="604" y="1"/>
                    <a:pt x="585" y="14"/>
                    <a:pt x="574" y="25"/>
                  </a:cubicBezTo>
                  <a:cubicBezTo>
                    <a:pt x="606" y="25"/>
                    <a:pt x="622" y="9"/>
                    <a:pt x="642" y="9"/>
                  </a:cubicBezTo>
                  <a:cubicBezTo>
                    <a:pt x="636" y="3"/>
                    <a:pt x="629" y="1"/>
                    <a:pt x="622" y="1"/>
                  </a:cubicBezTo>
                  <a:close/>
                  <a:moveTo>
                    <a:pt x="558" y="25"/>
                  </a:moveTo>
                  <a:cubicBezTo>
                    <a:pt x="505" y="58"/>
                    <a:pt x="440" y="74"/>
                    <a:pt x="388" y="110"/>
                  </a:cubicBezTo>
                  <a:cubicBezTo>
                    <a:pt x="339" y="126"/>
                    <a:pt x="303" y="142"/>
                    <a:pt x="255" y="159"/>
                  </a:cubicBezTo>
                  <a:cubicBezTo>
                    <a:pt x="202" y="191"/>
                    <a:pt x="137" y="227"/>
                    <a:pt x="85" y="243"/>
                  </a:cubicBezTo>
                  <a:cubicBezTo>
                    <a:pt x="53" y="260"/>
                    <a:pt x="36" y="260"/>
                    <a:pt x="0" y="276"/>
                  </a:cubicBezTo>
                  <a:lnTo>
                    <a:pt x="0" y="292"/>
                  </a:lnTo>
                  <a:cubicBezTo>
                    <a:pt x="36" y="276"/>
                    <a:pt x="53" y="260"/>
                    <a:pt x="85" y="260"/>
                  </a:cubicBezTo>
                  <a:cubicBezTo>
                    <a:pt x="154" y="227"/>
                    <a:pt x="202" y="211"/>
                    <a:pt x="271" y="175"/>
                  </a:cubicBezTo>
                  <a:cubicBezTo>
                    <a:pt x="303" y="159"/>
                    <a:pt x="356" y="142"/>
                    <a:pt x="388" y="126"/>
                  </a:cubicBezTo>
                  <a:cubicBezTo>
                    <a:pt x="457" y="90"/>
                    <a:pt x="505" y="74"/>
                    <a:pt x="574" y="41"/>
                  </a:cubicBezTo>
                  <a:lnTo>
                    <a:pt x="574" y="2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9"/>
            <p:cNvSpPr/>
            <p:nvPr/>
          </p:nvSpPr>
          <p:spPr>
            <a:xfrm>
              <a:off x="2516526" y="549661"/>
              <a:ext cx="18574" cy="6953"/>
            </a:xfrm>
            <a:custGeom>
              <a:rect b="b" l="l" r="r" t="t"/>
              <a:pathLst>
                <a:path extrusionOk="0" h="70" w="187">
                  <a:moveTo>
                    <a:pt x="0" y="1"/>
                  </a:moveTo>
                  <a:cubicBezTo>
                    <a:pt x="37" y="17"/>
                    <a:pt x="53" y="17"/>
                    <a:pt x="69" y="33"/>
                  </a:cubicBezTo>
                  <a:cubicBezTo>
                    <a:pt x="101" y="49"/>
                    <a:pt x="138" y="49"/>
                    <a:pt x="186" y="69"/>
                  </a:cubicBezTo>
                  <a:lnTo>
                    <a:pt x="186" y="49"/>
                  </a:lnTo>
                  <a:cubicBezTo>
                    <a:pt x="154" y="49"/>
                    <a:pt x="118" y="33"/>
                    <a:pt x="85" y="17"/>
                  </a:cubicBezTo>
                  <a:cubicBezTo>
                    <a:pt x="53" y="17"/>
                    <a:pt x="37" y="1"/>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9"/>
            <p:cNvSpPr/>
            <p:nvPr/>
          </p:nvSpPr>
          <p:spPr>
            <a:xfrm>
              <a:off x="1730866" y="970997"/>
              <a:ext cx="3377" cy="16985"/>
            </a:xfrm>
            <a:custGeom>
              <a:rect b="b" l="l" r="r" t="t"/>
              <a:pathLst>
                <a:path extrusionOk="0" h="171" w="34">
                  <a:moveTo>
                    <a:pt x="33" y="0"/>
                  </a:moveTo>
                  <a:cubicBezTo>
                    <a:pt x="17" y="0"/>
                    <a:pt x="17" y="0"/>
                    <a:pt x="17" y="17"/>
                  </a:cubicBezTo>
                  <a:lnTo>
                    <a:pt x="33" y="17"/>
                  </a:lnTo>
                  <a:lnTo>
                    <a:pt x="33" y="0"/>
                  </a:lnTo>
                  <a:close/>
                  <a:moveTo>
                    <a:pt x="17" y="33"/>
                  </a:moveTo>
                  <a:cubicBezTo>
                    <a:pt x="17" y="69"/>
                    <a:pt x="17" y="101"/>
                    <a:pt x="1" y="134"/>
                  </a:cubicBezTo>
                  <a:lnTo>
                    <a:pt x="1" y="170"/>
                  </a:lnTo>
                  <a:lnTo>
                    <a:pt x="17" y="170"/>
                  </a:lnTo>
                  <a:lnTo>
                    <a:pt x="17" y="134"/>
                  </a:lnTo>
                  <a:cubicBezTo>
                    <a:pt x="17" y="101"/>
                    <a:pt x="33" y="69"/>
                    <a:pt x="17"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9"/>
            <p:cNvSpPr/>
            <p:nvPr/>
          </p:nvSpPr>
          <p:spPr>
            <a:xfrm>
              <a:off x="2540166" y="717023"/>
              <a:ext cx="14998" cy="4867"/>
            </a:xfrm>
            <a:custGeom>
              <a:rect b="b" l="l" r="r" t="t"/>
              <a:pathLst>
                <a:path extrusionOk="0" h="49" w="151">
                  <a:moveTo>
                    <a:pt x="1" y="0"/>
                  </a:moveTo>
                  <a:lnTo>
                    <a:pt x="134" y="49"/>
                  </a:lnTo>
                  <a:lnTo>
                    <a:pt x="150" y="49"/>
                  </a:lnTo>
                  <a:lnTo>
                    <a:pt x="150"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9"/>
            <p:cNvSpPr/>
            <p:nvPr/>
          </p:nvSpPr>
          <p:spPr>
            <a:xfrm>
              <a:off x="1944712" y="379120"/>
              <a:ext cx="192293" cy="68733"/>
            </a:xfrm>
            <a:custGeom>
              <a:rect b="b" l="l" r="r" t="t"/>
              <a:pathLst>
                <a:path extrusionOk="0" h="692" w="1936">
                  <a:moveTo>
                    <a:pt x="1" y="1"/>
                  </a:moveTo>
                  <a:cubicBezTo>
                    <a:pt x="1" y="1"/>
                    <a:pt x="17" y="17"/>
                    <a:pt x="37" y="17"/>
                  </a:cubicBezTo>
                  <a:cubicBezTo>
                    <a:pt x="53" y="17"/>
                    <a:pt x="70" y="33"/>
                    <a:pt x="86" y="33"/>
                  </a:cubicBezTo>
                  <a:cubicBezTo>
                    <a:pt x="118" y="49"/>
                    <a:pt x="154" y="49"/>
                    <a:pt x="187" y="70"/>
                  </a:cubicBezTo>
                  <a:cubicBezTo>
                    <a:pt x="219" y="70"/>
                    <a:pt x="255" y="86"/>
                    <a:pt x="288" y="102"/>
                  </a:cubicBezTo>
                  <a:cubicBezTo>
                    <a:pt x="320" y="118"/>
                    <a:pt x="373" y="134"/>
                    <a:pt x="405" y="150"/>
                  </a:cubicBezTo>
                  <a:cubicBezTo>
                    <a:pt x="490" y="171"/>
                    <a:pt x="558" y="203"/>
                    <a:pt x="643" y="219"/>
                  </a:cubicBezTo>
                  <a:cubicBezTo>
                    <a:pt x="558" y="187"/>
                    <a:pt x="490" y="171"/>
                    <a:pt x="405" y="134"/>
                  </a:cubicBezTo>
                  <a:cubicBezTo>
                    <a:pt x="373" y="118"/>
                    <a:pt x="340" y="102"/>
                    <a:pt x="288" y="86"/>
                  </a:cubicBezTo>
                  <a:cubicBezTo>
                    <a:pt x="255" y="86"/>
                    <a:pt x="219" y="70"/>
                    <a:pt x="187" y="49"/>
                  </a:cubicBezTo>
                  <a:cubicBezTo>
                    <a:pt x="154" y="33"/>
                    <a:pt x="118" y="33"/>
                    <a:pt x="102" y="17"/>
                  </a:cubicBezTo>
                  <a:cubicBezTo>
                    <a:pt x="86" y="17"/>
                    <a:pt x="53" y="1"/>
                    <a:pt x="37" y="1"/>
                  </a:cubicBezTo>
                  <a:close/>
                  <a:moveTo>
                    <a:pt x="910" y="320"/>
                  </a:moveTo>
                  <a:lnTo>
                    <a:pt x="1011" y="352"/>
                  </a:lnTo>
                  <a:cubicBezTo>
                    <a:pt x="1112" y="389"/>
                    <a:pt x="1213" y="437"/>
                    <a:pt x="1330" y="474"/>
                  </a:cubicBezTo>
                  <a:cubicBezTo>
                    <a:pt x="1451" y="522"/>
                    <a:pt x="1584" y="575"/>
                    <a:pt x="1702" y="607"/>
                  </a:cubicBezTo>
                  <a:cubicBezTo>
                    <a:pt x="1718" y="607"/>
                    <a:pt x="1754" y="623"/>
                    <a:pt x="1770" y="623"/>
                  </a:cubicBezTo>
                  <a:cubicBezTo>
                    <a:pt x="1819" y="655"/>
                    <a:pt x="1887" y="676"/>
                    <a:pt x="1936" y="692"/>
                  </a:cubicBezTo>
                  <a:lnTo>
                    <a:pt x="1936" y="676"/>
                  </a:lnTo>
                  <a:cubicBezTo>
                    <a:pt x="1887" y="655"/>
                    <a:pt x="1835" y="639"/>
                    <a:pt x="1786" y="623"/>
                  </a:cubicBezTo>
                  <a:cubicBezTo>
                    <a:pt x="1754" y="607"/>
                    <a:pt x="1734" y="607"/>
                    <a:pt x="1702" y="591"/>
                  </a:cubicBezTo>
                  <a:cubicBezTo>
                    <a:pt x="1584" y="554"/>
                    <a:pt x="1467" y="506"/>
                    <a:pt x="1330" y="453"/>
                  </a:cubicBezTo>
                  <a:cubicBezTo>
                    <a:pt x="1229" y="421"/>
                    <a:pt x="1112" y="389"/>
                    <a:pt x="1011" y="336"/>
                  </a:cubicBezTo>
                  <a:lnTo>
                    <a:pt x="910" y="3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9"/>
            <p:cNvSpPr/>
            <p:nvPr/>
          </p:nvSpPr>
          <p:spPr>
            <a:xfrm>
              <a:off x="1687560" y="574591"/>
              <a:ext cx="14899" cy="13707"/>
            </a:xfrm>
            <a:custGeom>
              <a:rect b="b" l="l" r="r" t="t"/>
              <a:pathLst>
                <a:path extrusionOk="0" h="138" w="150">
                  <a:moveTo>
                    <a:pt x="150" y="0"/>
                  </a:moveTo>
                  <a:cubicBezTo>
                    <a:pt x="134" y="20"/>
                    <a:pt x="118" y="37"/>
                    <a:pt x="101" y="53"/>
                  </a:cubicBezTo>
                  <a:cubicBezTo>
                    <a:pt x="118" y="53"/>
                    <a:pt x="134" y="37"/>
                    <a:pt x="150" y="20"/>
                  </a:cubicBezTo>
                  <a:lnTo>
                    <a:pt x="150" y="0"/>
                  </a:lnTo>
                  <a:close/>
                  <a:moveTo>
                    <a:pt x="101" y="53"/>
                  </a:moveTo>
                  <a:lnTo>
                    <a:pt x="101" y="53"/>
                  </a:lnTo>
                  <a:cubicBezTo>
                    <a:pt x="65" y="69"/>
                    <a:pt x="33" y="101"/>
                    <a:pt x="1" y="121"/>
                  </a:cubicBezTo>
                  <a:lnTo>
                    <a:pt x="1" y="138"/>
                  </a:lnTo>
                  <a:cubicBezTo>
                    <a:pt x="33" y="101"/>
                    <a:pt x="65" y="85"/>
                    <a:pt x="10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9"/>
            <p:cNvSpPr/>
            <p:nvPr/>
          </p:nvSpPr>
          <p:spPr>
            <a:xfrm>
              <a:off x="1679117" y="492747"/>
              <a:ext cx="10131" cy="8443"/>
            </a:xfrm>
            <a:custGeom>
              <a:rect b="b" l="l" r="r" t="t"/>
              <a:pathLst>
                <a:path extrusionOk="0" h="85" w="102">
                  <a:moveTo>
                    <a:pt x="86" y="0"/>
                  </a:moveTo>
                  <a:lnTo>
                    <a:pt x="17" y="69"/>
                  </a:lnTo>
                  <a:lnTo>
                    <a:pt x="17" y="69"/>
                  </a:lnTo>
                  <a:lnTo>
                    <a:pt x="102" y="16"/>
                  </a:lnTo>
                  <a:lnTo>
                    <a:pt x="102" y="0"/>
                  </a:lnTo>
                  <a:close/>
                  <a:moveTo>
                    <a:pt x="1" y="69"/>
                  </a:moveTo>
                  <a:lnTo>
                    <a:pt x="17" y="85"/>
                  </a:lnTo>
                  <a:lnTo>
                    <a:pt x="17" y="6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9"/>
            <p:cNvSpPr/>
            <p:nvPr/>
          </p:nvSpPr>
          <p:spPr>
            <a:xfrm>
              <a:off x="1679117" y="412493"/>
              <a:ext cx="55125" cy="45392"/>
            </a:xfrm>
            <a:custGeom>
              <a:rect b="b" l="l" r="r" t="t"/>
              <a:pathLst>
                <a:path extrusionOk="0" h="457" w="555">
                  <a:moveTo>
                    <a:pt x="554" y="0"/>
                  </a:moveTo>
                  <a:lnTo>
                    <a:pt x="437" y="101"/>
                  </a:lnTo>
                  <a:cubicBezTo>
                    <a:pt x="336" y="186"/>
                    <a:pt x="219" y="271"/>
                    <a:pt x="118" y="356"/>
                  </a:cubicBezTo>
                  <a:cubicBezTo>
                    <a:pt x="86" y="388"/>
                    <a:pt x="33" y="420"/>
                    <a:pt x="1" y="457"/>
                  </a:cubicBezTo>
                  <a:cubicBezTo>
                    <a:pt x="49" y="441"/>
                    <a:pt x="86" y="404"/>
                    <a:pt x="118" y="372"/>
                  </a:cubicBezTo>
                  <a:lnTo>
                    <a:pt x="134" y="356"/>
                  </a:lnTo>
                  <a:cubicBezTo>
                    <a:pt x="235" y="271"/>
                    <a:pt x="336" y="186"/>
                    <a:pt x="437" y="117"/>
                  </a:cubicBezTo>
                  <a:lnTo>
                    <a:pt x="554" y="16"/>
                  </a:lnTo>
                  <a:lnTo>
                    <a:pt x="5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9"/>
            <p:cNvSpPr/>
            <p:nvPr/>
          </p:nvSpPr>
          <p:spPr>
            <a:xfrm>
              <a:off x="1677528" y="512811"/>
              <a:ext cx="61879" cy="45392"/>
            </a:xfrm>
            <a:custGeom>
              <a:rect b="b" l="l" r="r" t="t"/>
              <a:pathLst>
                <a:path extrusionOk="0" h="457" w="623">
                  <a:moveTo>
                    <a:pt x="606" y="0"/>
                  </a:moveTo>
                  <a:cubicBezTo>
                    <a:pt x="586" y="0"/>
                    <a:pt x="570" y="0"/>
                    <a:pt x="554" y="16"/>
                  </a:cubicBezTo>
                  <a:cubicBezTo>
                    <a:pt x="421" y="117"/>
                    <a:pt x="283" y="238"/>
                    <a:pt x="150" y="339"/>
                  </a:cubicBezTo>
                  <a:cubicBezTo>
                    <a:pt x="283" y="238"/>
                    <a:pt x="421" y="137"/>
                    <a:pt x="554" y="36"/>
                  </a:cubicBezTo>
                  <a:cubicBezTo>
                    <a:pt x="570" y="16"/>
                    <a:pt x="586" y="16"/>
                    <a:pt x="606" y="16"/>
                  </a:cubicBezTo>
                  <a:lnTo>
                    <a:pt x="623" y="0"/>
                  </a:lnTo>
                  <a:close/>
                  <a:moveTo>
                    <a:pt x="134" y="339"/>
                  </a:moveTo>
                  <a:cubicBezTo>
                    <a:pt x="102" y="356"/>
                    <a:pt x="65" y="388"/>
                    <a:pt x="49" y="404"/>
                  </a:cubicBezTo>
                  <a:lnTo>
                    <a:pt x="1" y="440"/>
                  </a:lnTo>
                  <a:lnTo>
                    <a:pt x="1" y="457"/>
                  </a:lnTo>
                  <a:lnTo>
                    <a:pt x="49" y="420"/>
                  </a:lnTo>
                  <a:cubicBezTo>
                    <a:pt x="81" y="388"/>
                    <a:pt x="118" y="372"/>
                    <a:pt x="150" y="356"/>
                  </a:cubicBezTo>
                  <a:lnTo>
                    <a:pt x="150" y="3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9"/>
            <p:cNvSpPr/>
            <p:nvPr/>
          </p:nvSpPr>
          <p:spPr>
            <a:xfrm>
              <a:off x="2473221" y="539629"/>
              <a:ext cx="8542" cy="4966"/>
            </a:xfrm>
            <a:custGeom>
              <a:rect b="b" l="l" r="r" t="t"/>
              <a:pathLst>
                <a:path extrusionOk="0" h="50" w="86">
                  <a:moveTo>
                    <a:pt x="0" y="1"/>
                  </a:moveTo>
                  <a:lnTo>
                    <a:pt x="0" y="17"/>
                  </a:lnTo>
                  <a:lnTo>
                    <a:pt x="85" y="49"/>
                  </a:lnTo>
                  <a:lnTo>
                    <a:pt x="85"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9"/>
            <p:cNvSpPr/>
            <p:nvPr/>
          </p:nvSpPr>
          <p:spPr>
            <a:xfrm>
              <a:off x="2242489" y="663189"/>
              <a:ext cx="20163" cy="10131"/>
            </a:xfrm>
            <a:custGeom>
              <a:rect b="b" l="l" r="r" t="t"/>
              <a:pathLst>
                <a:path extrusionOk="0" h="102" w="203">
                  <a:moveTo>
                    <a:pt x="186" y="1"/>
                  </a:moveTo>
                  <a:cubicBezTo>
                    <a:pt x="170" y="1"/>
                    <a:pt x="134" y="17"/>
                    <a:pt x="118" y="37"/>
                  </a:cubicBezTo>
                  <a:lnTo>
                    <a:pt x="101" y="37"/>
                  </a:lnTo>
                  <a:cubicBezTo>
                    <a:pt x="85" y="53"/>
                    <a:pt x="85" y="53"/>
                    <a:pt x="69" y="53"/>
                  </a:cubicBezTo>
                  <a:cubicBezTo>
                    <a:pt x="49" y="70"/>
                    <a:pt x="33" y="86"/>
                    <a:pt x="17" y="86"/>
                  </a:cubicBezTo>
                  <a:lnTo>
                    <a:pt x="0" y="86"/>
                  </a:lnTo>
                  <a:lnTo>
                    <a:pt x="17" y="102"/>
                  </a:lnTo>
                  <a:cubicBezTo>
                    <a:pt x="33" y="102"/>
                    <a:pt x="69" y="86"/>
                    <a:pt x="85" y="70"/>
                  </a:cubicBezTo>
                  <a:lnTo>
                    <a:pt x="101" y="53"/>
                  </a:lnTo>
                  <a:cubicBezTo>
                    <a:pt x="118" y="53"/>
                    <a:pt x="118" y="53"/>
                    <a:pt x="134" y="37"/>
                  </a:cubicBezTo>
                  <a:cubicBezTo>
                    <a:pt x="150" y="17"/>
                    <a:pt x="170" y="17"/>
                    <a:pt x="186" y="17"/>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2372902" y="807310"/>
              <a:ext cx="14899" cy="4867"/>
            </a:xfrm>
            <a:custGeom>
              <a:rect b="b" l="l" r="r" t="t"/>
              <a:pathLst>
                <a:path extrusionOk="0" h="49" w="150">
                  <a:moveTo>
                    <a:pt x="0" y="0"/>
                  </a:moveTo>
                  <a:lnTo>
                    <a:pt x="0" y="16"/>
                  </a:lnTo>
                  <a:lnTo>
                    <a:pt x="33" y="16"/>
                  </a:lnTo>
                  <a:cubicBezTo>
                    <a:pt x="49" y="33"/>
                    <a:pt x="85" y="33"/>
                    <a:pt x="117" y="49"/>
                  </a:cubicBezTo>
                  <a:lnTo>
                    <a:pt x="150" y="49"/>
                  </a:lnTo>
                  <a:lnTo>
                    <a:pt x="117" y="33"/>
                  </a:lnTo>
                  <a:cubicBezTo>
                    <a:pt x="85" y="16"/>
                    <a:pt x="69" y="16"/>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1653889" y="939313"/>
              <a:ext cx="68634" cy="10131"/>
            </a:xfrm>
            <a:custGeom>
              <a:rect b="b" l="l" r="r" t="t"/>
              <a:pathLst>
                <a:path extrusionOk="0" h="102" w="691">
                  <a:moveTo>
                    <a:pt x="53" y="16"/>
                  </a:moveTo>
                  <a:cubicBezTo>
                    <a:pt x="37" y="33"/>
                    <a:pt x="37" y="33"/>
                    <a:pt x="16" y="33"/>
                  </a:cubicBezTo>
                  <a:lnTo>
                    <a:pt x="0" y="33"/>
                  </a:lnTo>
                  <a:cubicBezTo>
                    <a:pt x="12" y="38"/>
                    <a:pt x="20" y="40"/>
                    <a:pt x="26" y="40"/>
                  </a:cubicBezTo>
                  <a:cubicBezTo>
                    <a:pt x="38" y="40"/>
                    <a:pt x="42" y="33"/>
                    <a:pt x="53" y="33"/>
                  </a:cubicBezTo>
                  <a:lnTo>
                    <a:pt x="117" y="33"/>
                  </a:lnTo>
                  <a:cubicBezTo>
                    <a:pt x="154" y="49"/>
                    <a:pt x="170" y="49"/>
                    <a:pt x="202" y="49"/>
                  </a:cubicBezTo>
                  <a:cubicBezTo>
                    <a:pt x="170" y="33"/>
                    <a:pt x="154" y="33"/>
                    <a:pt x="138" y="33"/>
                  </a:cubicBezTo>
                  <a:cubicBezTo>
                    <a:pt x="101" y="16"/>
                    <a:pt x="85" y="16"/>
                    <a:pt x="53" y="16"/>
                  </a:cubicBezTo>
                  <a:close/>
                  <a:moveTo>
                    <a:pt x="691" y="0"/>
                  </a:moveTo>
                  <a:cubicBezTo>
                    <a:pt x="659" y="0"/>
                    <a:pt x="622" y="16"/>
                    <a:pt x="590" y="49"/>
                  </a:cubicBezTo>
                  <a:cubicBezTo>
                    <a:pt x="622" y="33"/>
                    <a:pt x="659" y="16"/>
                    <a:pt x="691" y="0"/>
                  </a:cubicBezTo>
                  <a:close/>
                  <a:moveTo>
                    <a:pt x="218" y="49"/>
                  </a:moveTo>
                  <a:cubicBezTo>
                    <a:pt x="340" y="65"/>
                    <a:pt x="440" y="85"/>
                    <a:pt x="521" y="101"/>
                  </a:cubicBezTo>
                  <a:lnTo>
                    <a:pt x="541" y="101"/>
                  </a:lnTo>
                  <a:lnTo>
                    <a:pt x="558" y="85"/>
                  </a:lnTo>
                  <a:cubicBezTo>
                    <a:pt x="574" y="65"/>
                    <a:pt x="574" y="65"/>
                    <a:pt x="590" y="49"/>
                  </a:cubicBezTo>
                  <a:cubicBezTo>
                    <a:pt x="574" y="49"/>
                    <a:pt x="558" y="65"/>
                    <a:pt x="558" y="65"/>
                  </a:cubicBezTo>
                  <a:lnTo>
                    <a:pt x="541" y="85"/>
                  </a:lnTo>
                  <a:cubicBezTo>
                    <a:pt x="440" y="65"/>
                    <a:pt x="340" y="49"/>
                    <a:pt x="218"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2284205" y="484305"/>
              <a:ext cx="8542" cy="3675"/>
            </a:xfrm>
            <a:custGeom>
              <a:rect b="b" l="l" r="r" t="t"/>
              <a:pathLst>
                <a:path extrusionOk="0" h="37" w="86">
                  <a:moveTo>
                    <a:pt x="0" y="0"/>
                  </a:moveTo>
                  <a:lnTo>
                    <a:pt x="0" y="20"/>
                  </a:lnTo>
                  <a:lnTo>
                    <a:pt x="53" y="20"/>
                  </a:lnTo>
                  <a:cubicBezTo>
                    <a:pt x="33" y="0"/>
                    <a:pt x="17" y="0"/>
                    <a:pt x="0" y="0"/>
                  </a:cubicBezTo>
                  <a:close/>
                  <a:moveTo>
                    <a:pt x="53" y="20"/>
                  </a:moveTo>
                  <a:cubicBezTo>
                    <a:pt x="53" y="37"/>
                    <a:pt x="69" y="37"/>
                    <a:pt x="85" y="37"/>
                  </a:cubicBezTo>
                  <a:lnTo>
                    <a:pt x="85" y="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1739308" y="893921"/>
              <a:ext cx="70322" cy="35459"/>
            </a:xfrm>
            <a:custGeom>
              <a:rect b="b" l="l" r="r" t="t"/>
              <a:pathLst>
                <a:path extrusionOk="0" h="357" w="708">
                  <a:moveTo>
                    <a:pt x="708" y="1"/>
                  </a:moveTo>
                  <a:cubicBezTo>
                    <a:pt x="671" y="1"/>
                    <a:pt x="655" y="17"/>
                    <a:pt x="623" y="37"/>
                  </a:cubicBezTo>
                  <a:lnTo>
                    <a:pt x="607" y="37"/>
                  </a:lnTo>
                  <a:lnTo>
                    <a:pt x="304" y="187"/>
                  </a:lnTo>
                  <a:cubicBezTo>
                    <a:pt x="251" y="219"/>
                    <a:pt x="203" y="239"/>
                    <a:pt x="150" y="271"/>
                  </a:cubicBezTo>
                  <a:cubicBezTo>
                    <a:pt x="118" y="288"/>
                    <a:pt x="85" y="304"/>
                    <a:pt x="49" y="320"/>
                  </a:cubicBezTo>
                  <a:lnTo>
                    <a:pt x="1" y="340"/>
                  </a:lnTo>
                  <a:lnTo>
                    <a:pt x="1" y="356"/>
                  </a:lnTo>
                  <a:lnTo>
                    <a:pt x="17" y="356"/>
                  </a:lnTo>
                  <a:lnTo>
                    <a:pt x="49" y="340"/>
                  </a:lnTo>
                  <a:cubicBezTo>
                    <a:pt x="85" y="320"/>
                    <a:pt x="118" y="304"/>
                    <a:pt x="150" y="288"/>
                  </a:cubicBezTo>
                  <a:cubicBezTo>
                    <a:pt x="203" y="255"/>
                    <a:pt x="251" y="239"/>
                    <a:pt x="304" y="203"/>
                  </a:cubicBezTo>
                  <a:lnTo>
                    <a:pt x="607" y="53"/>
                  </a:lnTo>
                  <a:cubicBezTo>
                    <a:pt x="623" y="53"/>
                    <a:pt x="623" y="37"/>
                    <a:pt x="639" y="37"/>
                  </a:cubicBezTo>
                  <a:cubicBezTo>
                    <a:pt x="655" y="37"/>
                    <a:pt x="671" y="17"/>
                    <a:pt x="708" y="17"/>
                  </a:cubicBez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2274173" y="589788"/>
              <a:ext cx="3278" cy="50258"/>
            </a:xfrm>
            <a:custGeom>
              <a:rect b="b" l="l" r="r" t="t"/>
              <a:pathLst>
                <a:path extrusionOk="0" h="506" w="33">
                  <a:moveTo>
                    <a:pt x="1" y="1"/>
                  </a:moveTo>
                  <a:lnTo>
                    <a:pt x="1" y="17"/>
                  </a:lnTo>
                  <a:lnTo>
                    <a:pt x="1" y="150"/>
                  </a:lnTo>
                  <a:lnTo>
                    <a:pt x="1" y="187"/>
                  </a:lnTo>
                  <a:lnTo>
                    <a:pt x="1" y="235"/>
                  </a:lnTo>
                  <a:cubicBezTo>
                    <a:pt x="17" y="271"/>
                    <a:pt x="17" y="288"/>
                    <a:pt x="17" y="320"/>
                  </a:cubicBezTo>
                  <a:lnTo>
                    <a:pt x="17" y="235"/>
                  </a:lnTo>
                  <a:lnTo>
                    <a:pt x="17" y="187"/>
                  </a:lnTo>
                  <a:lnTo>
                    <a:pt x="17" y="150"/>
                  </a:lnTo>
                  <a:cubicBezTo>
                    <a:pt x="17" y="102"/>
                    <a:pt x="1" y="49"/>
                    <a:pt x="17" y="17"/>
                  </a:cubicBezTo>
                  <a:lnTo>
                    <a:pt x="1" y="1"/>
                  </a:lnTo>
                  <a:close/>
                  <a:moveTo>
                    <a:pt x="17" y="320"/>
                  </a:moveTo>
                  <a:lnTo>
                    <a:pt x="17" y="421"/>
                  </a:lnTo>
                  <a:lnTo>
                    <a:pt x="17" y="453"/>
                  </a:lnTo>
                  <a:cubicBezTo>
                    <a:pt x="17" y="473"/>
                    <a:pt x="17" y="490"/>
                    <a:pt x="33" y="506"/>
                  </a:cubicBezTo>
                  <a:lnTo>
                    <a:pt x="33" y="490"/>
                  </a:lnTo>
                  <a:lnTo>
                    <a:pt x="33" y="453"/>
                  </a:lnTo>
                  <a:lnTo>
                    <a:pt x="33" y="421"/>
                  </a:lnTo>
                  <a:cubicBezTo>
                    <a:pt x="33" y="389"/>
                    <a:pt x="17" y="352"/>
                    <a:pt x="17" y="3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2234046" y="501091"/>
              <a:ext cx="16985" cy="8542"/>
            </a:xfrm>
            <a:custGeom>
              <a:rect b="b" l="l" r="r" t="t"/>
              <a:pathLst>
                <a:path extrusionOk="0" h="86" w="171">
                  <a:moveTo>
                    <a:pt x="170" y="1"/>
                  </a:moveTo>
                  <a:cubicBezTo>
                    <a:pt x="134" y="1"/>
                    <a:pt x="102" y="17"/>
                    <a:pt x="85" y="33"/>
                  </a:cubicBezTo>
                  <a:cubicBezTo>
                    <a:pt x="69" y="33"/>
                    <a:pt x="69" y="53"/>
                    <a:pt x="53" y="53"/>
                  </a:cubicBezTo>
                  <a:cubicBezTo>
                    <a:pt x="33" y="70"/>
                    <a:pt x="17" y="70"/>
                    <a:pt x="1" y="70"/>
                  </a:cubicBezTo>
                  <a:lnTo>
                    <a:pt x="1" y="86"/>
                  </a:lnTo>
                  <a:cubicBezTo>
                    <a:pt x="17" y="86"/>
                    <a:pt x="33" y="70"/>
                    <a:pt x="53" y="70"/>
                  </a:cubicBezTo>
                  <a:cubicBezTo>
                    <a:pt x="69" y="53"/>
                    <a:pt x="85" y="53"/>
                    <a:pt x="85" y="53"/>
                  </a:cubicBezTo>
                  <a:cubicBezTo>
                    <a:pt x="118" y="17"/>
                    <a:pt x="134" y="17"/>
                    <a:pt x="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1719245" y="482716"/>
              <a:ext cx="14998" cy="11720"/>
            </a:xfrm>
            <a:custGeom>
              <a:rect b="b" l="l" r="r" t="t"/>
              <a:pathLst>
                <a:path extrusionOk="0" h="118" w="151">
                  <a:moveTo>
                    <a:pt x="1" y="117"/>
                  </a:moveTo>
                  <a:lnTo>
                    <a:pt x="1" y="117"/>
                  </a:lnTo>
                  <a:lnTo>
                    <a:pt x="1" y="117"/>
                  </a:lnTo>
                  <a:lnTo>
                    <a:pt x="150" y="0"/>
                  </a:lnTo>
                  <a:lnTo>
                    <a:pt x="150" y="0"/>
                  </a:lnTo>
                  <a:lnTo>
                    <a:pt x="1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1667496" y="813666"/>
              <a:ext cx="65058" cy="37048"/>
            </a:xfrm>
            <a:custGeom>
              <a:rect b="b" l="l" r="r" t="t"/>
              <a:pathLst>
                <a:path extrusionOk="0" h="373" w="655">
                  <a:moveTo>
                    <a:pt x="655" y="1"/>
                  </a:moveTo>
                  <a:cubicBezTo>
                    <a:pt x="639" y="1"/>
                    <a:pt x="623" y="1"/>
                    <a:pt x="606" y="17"/>
                  </a:cubicBezTo>
                  <a:lnTo>
                    <a:pt x="639" y="17"/>
                  </a:lnTo>
                  <a:lnTo>
                    <a:pt x="655" y="1"/>
                  </a:lnTo>
                  <a:close/>
                  <a:moveTo>
                    <a:pt x="606" y="17"/>
                  </a:moveTo>
                  <a:cubicBezTo>
                    <a:pt x="554" y="37"/>
                    <a:pt x="522" y="53"/>
                    <a:pt x="485" y="86"/>
                  </a:cubicBezTo>
                  <a:cubicBezTo>
                    <a:pt x="384" y="138"/>
                    <a:pt x="303" y="187"/>
                    <a:pt x="203" y="239"/>
                  </a:cubicBezTo>
                  <a:cubicBezTo>
                    <a:pt x="182" y="255"/>
                    <a:pt x="166" y="272"/>
                    <a:pt x="134" y="288"/>
                  </a:cubicBezTo>
                  <a:cubicBezTo>
                    <a:pt x="102" y="304"/>
                    <a:pt x="49" y="340"/>
                    <a:pt x="1" y="356"/>
                  </a:cubicBezTo>
                  <a:lnTo>
                    <a:pt x="1" y="373"/>
                  </a:lnTo>
                  <a:lnTo>
                    <a:pt x="17" y="373"/>
                  </a:lnTo>
                  <a:cubicBezTo>
                    <a:pt x="49" y="356"/>
                    <a:pt x="102" y="320"/>
                    <a:pt x="150" y="304"/>
                  </a:cubicBezTo>
                  <a:cubicBezTo>
                    <a:pt x="166" y="288"/>
                    <a:pt x="182" y="272"/>
                    <a:pt x="219" y="255"/>
                  </a:cubicBezTo>
                  <a:cubicBezTo>
                    <a:pt x="303" y="203"/>
                    <a:pt x="404" y="154"/>
                    <a:pt x="485" y="102"/>
                  </a:cubicBezTo>
                  <a:cubicBezTo>
                    <a:pt x="522" y="70"/>
                    <a:pt x="570" y="53"/>
                    <a:pt x="606"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2270995" y="538040"/>
              <a:ext cx="3278" cy="14998"/>
            </a:xfrm>
            <a:custGeom>
              <a:rect b="b" l="l" r="r" t="t"/>
              <a:pathLst>
                <a:path extrusionOk="0" h="151" w="33">
                  <a:moveTo>
                    <a:pt x="0" y="1"/>
                  </a:moveTo>
                  <a:lnTo>
                    <a:pt x="0" y="17"/>
                  </a:lnTo>
                  <a:lnTo>
                    <a:pt x="0" y="33"/>
                  </a:lnTo>
                  <a:lnTo>
                    <a:pt x="0" y="134"/>
                  </a:lnTo>
                  <a:lnTo>
                    <a:pt x="16" y="150"/>
                  </a:lnTo>
                  <a:lnTo>
                    <a:pt x="33" y="134"/>
                  </a:lnTo>
                  <a:lnTo>
                    <a:pt x="16" y="134"/>
                  </a:lnTo>
                  <a:cubicBezTo>
                    <a:pt x="0" y="102"/>
                    <a:pt x="16" y="65"/>
                    <a:pt x="16" y="33"/>
                  </a:cubicBezTo>
                  <a:lnTo>
                    <a:pt x="16" y="17"/>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2270995" y="556514"/>
              <a:ext cx="3278" cy="14899"/>
            </a:xfrm>
            <a:custGeom>
              <a:rect b="b" l="l" r="r" t="t"/>
              <a:pathLst>
                <a:path extrusionOk="0" h="150" w="33">
                  <a:moveTo>
                    <a:pt x="16" y="0"/>
                  </a:moveTo>
                  <a:cubicBezTo>
                    <a:pt x="0" y="17"/>
                    <a:pt x="0" y="17"/>
                    <a:pt x="0" y="33"/>
                  </a:cubicBezTo>
                  <a:cubicBezTo>
                    <a:pt x="16" y="49"/>
                    <a:pt x="16" y="65"/>
                    <a:pt x="16" y="65"/>
                  </a:cubicBezTo>
                  <a:lnTo>
                    <a:pt x="16" y="33"/>
                  </a:lnTo>
                  <a:lnTo>
                    <a:pt x="16" y="17"/>
                  </a:lnTo>
                  <a:lnTo>
                    <a:pt x="33" y="17"/>
                  </a:lnTo>
                  <a:lnTo>
                    <a:pt x="33" y="0"/>
                  </a:lnTo>
                  <a:close/>
                  <a:moveTo>
                    <a:pt x="16" y="65"/>
                  </a:moveTo>
                  <a:lnTo>
                    <a:pt x="16" y="134"/>
                  </a:lnTo>
                  <a:lnTo>
                    <a:pt x="16" y="150"/>
                  </a:lnTo>
                  <a:lnTo>
                    <a:pt x="33" y="150"/>
                  </a:lnTo>
                  <a:lnTo>
                    <a:pt x="33" y="134"/>
                  </a:lnTo>
                  <a:cubicBezTo>
                    <a:pt x="16" y="118"/>
                    <a:pt x="16" y="101"/>
                    <a:pt x="16"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1734143" y="875447"/>
              <a:ext cx="77076" cy="62376"/>
            </a:xfrm>
            <a:custGeom>
              <a:rect b="b" l="l" r="r" t="t"/>
              <a:pathLst>
                <a:path extrusionOk="0" h="628" w="776">
                  <a:moveTo>
                    <a:pt x="776" y="1"/>
                  </a:moveTo>
                  <a:lnTo>
                    <a:pt x="776" y="1"/>
                  </a:lnTo>
                  <a:cubicBezTo>
                    <a:pt x="760" y="21"/>
                    <a:pt x="743" y="21"/>
                    <a:pt x="723" y="21"/>
                  </a:cubicBezTo>
                  <a:lnTo>
                    <a:pt x="707" y="37"/>
                  </a:lnTo>
                  <a:lnTo>
                    <a:pt x="743" y="37"/>
                  </a:lnTo>
                  <a:cubicBezTo>
                    <a:pt x="760" y="37"/>
                    <a:pt x="776" y="21"/>
                    <a:pt x="776" y="1"/>
                  </a:cubicBezTo>
                  <a:close/>
                  <a:moveTo>
                    <a:pt x="707" y="37"/>
                  </a:moveTo>
                  <a:lnTo>
                    <a:pt x="707" y="37"/>
                  </a:lnTo>
                  <a:cubicBezTo>
                    <a:pt x="675" y="53"/>
                    <a:pt x="622" y="70"/>
                    <a:pt x="590" y="102"/>
                  </a:cubicBezTo>
                  <a:cubicBezTo>
                    <a:pt x="622" y="86"/>
                    <a:pt x="675" y="70"/>
                    <a:pt x="707" y="37"/>
                  </a:cubicBezTo>
                  <a:close/>
                  <a:moveTo>
                    <a:pt x="590" y="102"/>
                  </a:moveTo>
                  <a:lnTo>
                    <a:pt x="590" y="102"/>
                  </a:lnTo>
                  <a:cubicBezTo>
                    <a:pt x="541" y="122"/>
                    <a:pt x="489" y="154"/>
                    <a:pt x="440" y="171"/>
                  </a:cubicBezTo>
                  <a:cubicBezTo>
                    <a:pt x="372" y="203"/>
                    <a:pt x="287" y="239"/>
                    <a:pt x="218" y="272"/>
                  </a:cubicBezTo>
                  <a:cubicBezTo>
                    <a:pt x="170" y="304"/>
                    <a:pt x="117" y="324"/>
                    <a:pt x="85" y="356"/>
                  </a:cubicBezTo>
                  <a:cubicBezTo>
                    <a:pt x="137" y="340"/>
                    <a:pt x="186" y="324"/>
                    <a:pt x="238" y="288"/>
                  </a:cubicBezTo>
                  <a:cubicBezTo>
                    <a:pt x="303" y="255"/>
                    <a:pt x="372" y="223"/>
                    <a:pt x="440" y="187"/>
                  </a:cubicBezTo>
                  <a:cubicBezTo>
                    <a:pt x="489" y="154"/>
                    <a:pt x="541" y="138"/>
                    <a:pt x="590" y="102"/>
                  </a:cubicBezTo>
                  <a:close/>
                  <a:moveTo>
                    <a:pt x="85" y="356"/>
                  </a:moveTo>
                  <a:cubicBezTo>
                    <a:pt x="69" y="356"/>
                    <a:pt x="69" y="356"/>
                    <a:pt x="53" y="373"/>
                  </a:cubicBezTo>
                  <a:lnTo>
                    <a:pt x="36" y="373"/>
                  </a:lnTo>
                  <a:cubicBezTo>
                    <a:pt x="16" y="389"/>
                    <a:pt x="0" y="405"/>
                    <a:pt x="0" y="425"/>
                  </a:cubicBezTo>
                  <a:lnTo>
                    <a:pt x="0" y="591"/>
                  </a:lnTo>
                  <a:lnTo>
                    <a:pt x="0" y="627"/>
                  </a:lnTo>
                  <a:lnTo>
                    <a:pt x="16" y="627"/>
                  </a:lnTo>
                  <a:cubicBezTo>
                    <a:pt x="16" y="607"/>
                    <a:pt x="0" y="591"/>
                    <a:pt x="16" y="591"/>
                  </a:cubicBezTo>
                  <a:lnTo>
                    <a:pt x="16" y="425"/>
                  </a:lnTo>
                  <a:cubicBezTo>
                    <a:pt x="16" y="405"/>
                    <a:pt x="16" y="389"/>
                    <a:pt x="36" y="389"/>
                  </a:cubicBezTo>
                  <a:cubicBezTo>
                    <a:pt x="53" y="389"/>
                    <a:pt x="53" y="389"/>
                    <a:pt x="69" y="373"/>
                  </a:cubicBezTo>
                  <a:lnTo>
                    <a:pt x="85" y="35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2315890" y="591377"/>
              <a:ext cx="55523" cy="18574"/>
            </a:xfrm>
            <a:custGeom>
              <a:rect b="b" l="l" r="r" t="t"/>
              <a:pathLst>
                <a:path extrusionOk="0" h="187" w="559">
                  <a:moveTo>
                    <a:pt x="558" y="187"/>
                  </a:moveTo>
                  <a:lnTo>
                    <a:pt x="558" y="187"/>
                  </a:lnTo>
                  <a:lnTo>
                    <a:pt x="1" y="1"/>
                  </a:lnTo>
                  <a:lnTo>
                    <a:pt x="1" y="1"/>
                  </a:lnTo>
                  <a:lnTo>
                    <a:pt x="1" y="1"/>
                  </a:lnTo>
                  <a:lnTo>
                    <a:pt x="558" y="18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2239310" y="581345"/>
              <a:ext cx="18077" cy="8542"/>
            </a:xfrm>
            <a:custGeom>
              <a:rect b="b" l="l" r="r" t="t"/>
              <a:pathLst>
                <a:path extrusionOk="0" h="86" w="182">
                  <a:moveTo>
                    <a:pt x="166" y="1"/>
                  </a:moveTo>
                  <a:cubicBezTo>
                    <a:pt x="150" y="1"/>
                    <a:pt x="117" y="17"/>
                    <a:pt x="101" y="17"/>
                  </a:cubicBezTo>
                  <a:cubicBezTo>
                    <a:pt x="101" y="33"/>
                    <a:pt x="81" y="33"/>
                    <a:pt x="81" y="33"/>
                  </a:cubicBezTo>
                  <a:lnTo>
                    <a:pt x="65" y="53"/>
                  </a:lnTo>
                  <a:cubicBezTo>
                    <a:pt x="32" y="70"/>
                    <a:pt x="16" y="70"/>
                    <a:pt x="0" y="86"/>
                  </a:cubicBezTo>
                  <a:cubicBezTo>
                    <a:pt x="32" y="86"/>
                    <a:pt x="49" y="70"/>
                    <a:pt x="65" y="70"/>
                  </a:cubicBezTo>
                  <a:cubicBezTo>
                    <a:pt x="65" y="53"/>
                    <a:pt x="81" y="53"/>
                    <a:pt x="81" y="53"/>
                  </a:cubicBezTo>
                  <a:cubicBezTo>
                    <a:pt x="101" y="53"/>
                    <a:pt x="101" y="33"/>
                    <a:pt x="117" y="33"/>
                  </a:cubicBezTo>
                  <a:cubicBezTo>
                    <a:pt x="133" y="17"/>
                    <a:pt x="150" y="17"/>
                    <a:pt x="166" y="17"/>
                  </a:cubicBezTo>
                  <a:lnTo>
                    <a:pt x="1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2285794" y="446164"/>
              <a:ext cx="60290" cy="24931"/>
            </a:xfrm>
            <a:custGeom>
              <a:rect b="b" l="l" r="r" t="t"/>
              <a:pathLst>
                <a:path extrusionOk="0" h="251" w="607">
                  <a:moveTo>
                    <a:pt x="1" y="1"/>
                  </a:moveTo>
                  <a:lnTo>
                    <a:pt x="1" y="17"/>
                  </a:lnTo>
                  <a:cubicBezTo>
                    <a:pt x="69" y="49"/>
                    <a:pt x="138" y="65"/>
                    <a:pt x="219" y="102"/>
                  </a:cubicBezTo>
                  <a:cubicBezTo>
                    <a:pt x="271" y="118"/>
                    <a:pt x="304" y="134"/>
                    <a:pt x="356" y="150"/>
                  </a:cubicBezTo>
                  <a:cubicBezTo>
                    <a:pt x="320" y="134"/>
                    <a:pt x="271" y="102"/>
                    <a:pt x="219" y="81"/>
                  </a:cubicBezTo>
                  <a:cubicBezTo>
                    <a:pt x="138" y="65"/>
                    <a:pt x="69" y="33"/>
                    <a:pt x="1" y="1"/>
                  </a:cubicBezTo>
                  <a:close/>
                  <a:moveTo>
                    <a:pt x="356" y="150"/>
                  </a:moveTo>
                  <a:lnTo>
                    <a:pt x="356" y="150"/>
                  </a:lnTo>
                  <a:cubicBezTo>
                    <a:pt x="421" y="182"/>
                    <a:pt x="489" y="203"/>
                    <a:pt x="558" y="235"/>
                  </a:cubicBezTo>
                  <a:lnTo>
                    <a:pt x="574" y="235"/>
                  </a:lnTo>
                  <a:cubicBezTo>
                    <a:pt x="590" y="235"/>
                    <a:pt x="590" y="251"/>
                    <a:pt x="607" y="251"/>
                  </a:cubicBezTo>
                  <a:lnTo>
                    <a:pt x="607" y="235"/>
                  </a:lnTo>
                  <a:lnTo>
                    <a:pt x="590" y="235"/>
                  </a:lnTo>
                  <a:cubicBezTo>
                    <a:pt x="574" y="219"/>
                    <a:pt x="574" y="219"/>
                    <a:pt x="558" y="219"/>
                  </a:cubicBezTo>
                  <a:cubicBezTo>
                    <a:pt x="489" y="203"/>
                    <a:pt x="421" y="166"/>
                    <a:pt x="356" y="1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1690738" y="496323"/>
              <a:ext cx="43504" cy="31784"/>
            </a:xfrm>
            <a:custGeom>
              <a:rect b="b" l="l" r="r" t="t"/>
              <a:pathLst>
                <a:path extrusionOk="0" h="320" w="438">
                  <a:moveTo>
                    <a:pt x="421" y="0"/>
                  </a:moveTo>
                  <a:lnTo>
                    <a:pt x="1" y="320"/>
                  </a:lnTo>
                  <a:lnTo>
                    <a:pt x="4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2369625" y="680074"/>
              <a:ext cx="8145" cy="3278"/>
            </a:xfrm>
            <a:custGeom>
              <a:rect b="b" l="l" r="r" t="t"/>
              <a:pathLst>
                <a:path extrusionOk="0" h="33" w="82">
                  <a:moveTo>
                    <a:pt x="1" y="1"/>
                  </a:moveTo>
                  <a:lnTo>
                    <a:pt x="1" y="17"/>
                  </a:lnTo>
                  <a:cubicBezTo>
                    <a:pt x="17" y="17"/>
                    <a:pt x="33" y="17"/>
                    <a:pt x="49" y="33"/>
                  </a:cubicBezTo>
                  <a:lnTo>
                    <a:pt x="82" y="33"/>
                  </a:lnTo>
                  <a:lnTo>
                    <a:pt x="82" y="17"/>
                  </a:lnTo>
                  <a:lnTo>
                    <a:pt x="49" y="17"/>
                  </a:lnTo>
                  <a:cubicBezTo>
                    <a:pt x="33"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9"/>
            <p:cNvSpPr/>
            <p:nvPr/>
          </p:nvSpPr>
          <p:spPr>
            <a:xfrm>
              <a:off x="2476399" y="936134"/>
              <a:ext cx="175805" cy="44994"/>
            </a:xfrm>
            <a:custGeom>
              <a:rect b="b" l="l" r="r" t="t"/>
              <a:pathLst>
                <a:path extrusionOk="0" h="453" w="1770">
                  <a:moveTo>
                    <a:pt x="42" y="1"/>
                  </a:moveTo>
                  <a:cubicBezTo>
                    <a:pt x="32" y="1"/>
                    <a:pt x="19" y="6"/>
                    <a:pt x="0" y="16"/>
                  </a:cubicBezTo>
                  <a:cubicBezTo>
                    <a:pt x="37" y="16"/>
                    <a:pt x="53" y="16"/>
                    <a:pt x="69" y="32"/>
                  </a:cubicBezTo>
                  <a:cubicBezTo>
                    <a:pt x="85" y="32"/>
                    <a:pt x="101" y="48"/>
                    <a:pt x="118" y="48"/>
                  </a:cubicBezTo>
                  <a:lnTo>
                    <a:pt x="154" y="48"/>
                  </a:lnTo>
                  <a:cubicBezTo>
                    <a:pt x="287" y="81"/>
                    <a:pt x="388" y="117"/>
                    <a:pt x="489" y="133"/>
                  </a:cubicBezTo>
                  <a:cubicBezTo>
                    <a:pt x="590" y="166"/>
                    <a:pt x="675" y="182"/>
                    <a:pt x="760" y="218"/>
                  </a:cubicBezTo>
                  <a:cubicBezTo>
                    <a:pt x="825" y="234"/>
                    <a:pt x="877" y="250"/>
                    <a:pt x="926" y="267"/>
                  </a:cubicBezTo>
                  <a:cubicBezTo>
                    <a:pt x="962" y="267"/>
                    <a:pt x="994" y="267"/>
                    <a:pt x="1027" y="283"/>
                  </a:cubicBezTo>
                  <a:cubicBezTo>
                    <a:pt x="1063" y="283"/>
                    <a:pt x="1111" y="299"/>
                    <a:pt x="1164" y="319"/>
                  </a:cubicBezTo>
                  <a:cubicBezTo>
                    <a:pt x="1196" y="335"/>
                    <a:pt x="1229" y="335"/>
                    <a:pt x="1281" y="351"/>
                  </a:cubicBezTo>
                  <a:cubicBezTo>
                    <a:pt x="1313" y="351"/>
                    <a:pt x="1350" y="368"/>
                    <a:pt x="1382" y="384"/>
                  </a:cubicBezTo>
                  <a:cubicBezTo>
                    <a:pt x="1451" y="400"/>
                    <a:pt x="1499" y="420"/>
                    <a:pt x="1568" y="420"/>
                  </a:cubicBezTo>
                  <a:cubicBezTo>
                    <a:pt x="1515" y="400"/>
                    <a:pt x="1451" y="384"/>
                    <a:pt x="1382" y="368"/>
                  </a:cubicBezTo>
                  <a:cubicBezTo>
                    <a:pt x="1350" y="351"/>
                    <a:pt x="1313" y="351"/>
                    <a:pt x="1281" y="335"/>
                  </a:cubicBezTo>
                  <a:cubicBezTo>
                    <a:pt x="1249" y="335"/>
                    <a:pt x="1196" y="319"/>
                    <a:pt x="1164" y="299"/>
                  </a:cubicBezTo>
                  <a:cubicBezTo>
                    <a:pt x="1111" y="283"/>
                    <a:pt x="1079" y="283"/>
                    <a:pt x="1027" y="267"/>
                  </a:cubicBezTo>
                  <a:cubicBezTo>
                    <a:pt x="994" y="267"/>
                    <a:pt x="962" y="250"/>
                    <a:pt x="946" y="250"/>
                  </a:cubicBezTo>
                  <a:cubicBezTo>
                    <a:pt x="877" y="234"/>
                    <a:pt x="825" y="218"/>
                    <a:pt x="776" y="198"/>
                  </a:cubicBezTo>
                  <a:cubicBezTo>
                    <a:pt x="675" y="182"/>
                    <a:pt x="590" y="149"/>
                    <a:pt x="505" y="133"/>
                  </a:cubicBezTo>
                  <a:cubicBezTo>
                    <a:pt x="404" y="97"/>
                    <a:pt x="287" y="65"/>
                    <a:pt x="154" y="32"/>
                  </a:cubicBezTo>
                  <a:lnTo>
                    <a:pt x="118" y="32"/>
                  </a:lnTo>
                  <a:cubicBezTo>
                    <a:pt x="101" y="32"/>
                    <a:pt x="85" y="32"/>
                    <a:pt x="69" y="16"/>
                  </a:cubicBezTo>
                  <a:cubicBezTo>
                    <a:pt x="61" y="6"/>
                    <a:pt x="53" y="1"/>
                    <a:pt x="42" y="1"/>
                  </a:cubicBezTo>
                  <a:close/>
                  <a:moveTo>
                    <a:pt x="1568" y="420"/>
                  </a:moveTo>
                  <a:cubicBezTo>
                    <a:pt x="1584" y="436"/>
                    <a:pt x="1600" y="436"/>
                    <a:pt x="1616" y="436"/>
                  </a:cubicBezTo>
                  <a:cubicBezTo>
                    <a:pt x="1669" y="452"/>
                    <a:pt x="1717" y="452"/>
                    <a:pt x="1754" y="452"/>
                  </a:cubicBezTo>
                  <a:lnTo>
                    <a:pt x="1770" y="452"/>
                  </a:lnTo>
                  <a:cubicBezTo>
                    <a:pt x="1717" y="452"/>
                    <a:pt x="1669" y="436"/>
                    <a:pt x="1616" y="4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9"/>
            <p:cNvSpPr/>
            <p:nvPr/>
          </p:nvSpPr>
          <p:spPr>
            <a:xfrm>
              <a:off x="2281027" y="706991"/>
              <a:ext cx="3278" cy="8145"/>
            </a:xfrm>
            <a:custGeom>
              <a:rect b="b" l="l" r="r" t="t"/>
              <a:pathLst>
                <a:path extrusionOk="0" h="82" w="33">
                  <a:moveTo>
                    <a:pt x="0" y="0"/>
                  </a:moveTo>
                  <a:lnTo>
                    <a:pt x="0" y="49"/>
                  </a:lnTo>
                  <a:lnTo>
                    <a:pt x="0" y="65"/>
                  </a:lnTo>
                  <a:lnTo>
                    <a:pt x="16" y="81"/>
                  </a:lnTo>
                  <a:lnTo>
                    <a:pt x="32" y="81"/>
                  </a:lnTo>
                  <a:lnTo>
                    <a:pt x="32" y="65"/>
                  </a:lnTo>
                  <a:lnTo>
                    <a:pt x="16" y="65"/>
                  </a:lnTo>
                  <a:lnTo>
                    <a:pt x="16" y="49"/>
                  </a:lnTo>
                  <a:cubicBezTo>
                    <a:pt x="16" y="33"/>
                    <a:pt x="0" y="16"/>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2315890" y="372365"/>
              <a:ext cx="18574" cy="8542"/>
            </a:xfrm>
            <a:custGeom>
              <a:rect b="b" l="l" r="r" t="t"/>
              <a:pathLst>
                <a:path extrusionOk="0" h="86" w="187">
                  <a:moveTo>
                    <a:pt x="17" y="0"/>
                  </a:moveTo>
                  <a:lnTo>
                    <a:pt x="1" y="16"/>
                  </a:lnTo>
                  <a:lnTo>
                    <a:pt x="17" y="16"/>
                  </a:lnTo>
                  <a:cubicBezTo>
                    <a:pt x="69" y="37"/>
                    <a:pt x="118" y="69"/>
                    <a:pt x="186" y="85"/>
                  </a:cubicBezTo>
                  <a:lnTo>
                    <a:pt x="186" y="69"/>
                  </a:lnTo>
                  <a:cubicBezTo>
                    <a:pt x="138" y="53"/>
                    <a:pt x="69" y="37"/>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1662331" y="787246"/>
              <a:ext cx="70223" cy="40227"/>
            </a:xfrm>
            <a:custGeom>
              <a:rect b="b" l="l" r="r" t="t"/>
              <a:pathLst>
                <a:path extrusionOk="0" h="405" w="707">
                  <a:moveTo>
                    <a:pt x="707" y="0"/>
                  </a:moveTo>
                  <a:cubicBezTo>
                    <a:pt x="675" y="0"/>
                    <a:pt x="658" y="16"/>
                    <a:pt x="638" y="33"/>
                  </a:cubicBezTo>
                  <a:cubicBezTo>
                    <a:pt x="658" y="33"/>
                    <a:pt x="675" y="16"/>
                    <a:pt x="707" y="16"/>
                  </a:cubicBezTo>
                  <a:lnTo>
                    <a:pt x="707" y="0"/>
                  </a:lnTo>
                  <a:close/>
                  <a:moveTo>
                    <a:pt x="638" y="33"/>
                  </a:moveTo>
                  <a:cubicBezTo>
                    <a:pt x="622" y="33"/>
                    <a:pt x="622" y="33"/>
                    <a:pt x="606" y="49"/>
                  </a:cubicBezTo>
                  <a:cubicBezTo>
                    <a:pt x="505" y="101"/>
                    <a:pt x="404" y="166"/>
                    <a:pt x="287" y="235"/>
                  </a:cubicBezTo>
                  <a:cubicBezTo>
                    <a:pt x="218" y="267"/>
                    <a:pt x="154" y="319"/>
                    <a:pt x="69" y="352"/>
                  </a:cubicBezTo>
                  <a:lnTo>
                    <a:pt x="69" y="368"/>
                  </a:lnTo>
                  <a:cubicBezTo>
                    <a:pt x="53" y="368"/>
                    <a:pt x="32" y="384"/>
                    <a:pt x="16" y="384"/>
                  </a:cubicBezTo>
                  <a:lnTo>
                    <a:pt x="0" y="384"/>
                  </a:lnTo>
                  <a:lnTo>
                    <a:pt x="16" y="404"/>
                  </a:lnTo>
                  <a:cubicBezTo>
                    <a:pt x="32" y="404"/>
                    <a:pt x="53" y="384"/>
                    <a:pt x="69" y="384"/>
                  </a:cubicBezTo>
                  <a:lnTo>
                    <a:pt x="85" y="368"/>
                  </a:lnTo>
                  <a:cubicBezTo>
                    <a:pt x="154" y="336"/>
                    <a:pt x="218" y="283"/>
                    <a:pt x="303" y="235"/>
                  </a:cubicBezTo>
                  <a:cubicBezTo>
                    <a:pt x="404" y="182"/>
                    <a:pt x="505" y="117"/>
                    <a:pt x="622" y="49"/>
                  </a:cubicBezTo>
                  <a:cubicBezTo>
                    <a:pt x="622" y="49"/>
                    <a:pt x="638" y="49"/>
                    <a:pt x="638"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1669085" y="755164"/>
              <a:ext cx="63469" cy="36949"/>
            </a:xfrm>
            <a:custGeom>
              <a:rect b="b" l="l" r="r" t="t"/>
              <a:pathLst>
                <a:path extrusionOk="0" h="372" w="639">
                  <a:moveTo>
                    <a:pt x="639" y="0"/>
                  </a:moveTo>
                  <a:cubicBezTo>
                    <a:pt x="623" y="0"/>
                    <a:pt x="590" y="0"/>
                    <a:pt x="570" y="20"/>
                  </a:cubicBezTo>
                  <a:cubicBezTo>
                    <a:pt x="437" y="101"/>
                    <a:pt x="304" y="170"/>
                    <a:pt x="187" y="255"/>
                  </a:cubicBezTo>
                  <a:cubicBezTo>
                    <a:pt x="134" y="271"/>
                    <a:pt x="102" y="303"/>
                    <a:pt x="49" y="339"/>
                  </a:cubicBezTo>
                  <a:cubicBezTo>
                    <a:pt x="33" y="339"/>
                    <a:pt x="33" y="339"/>
                    <a:pt x="17" y="356"/>
                  </a:cubicBezTo>
                  <a:lnTo>
                    <a:pt x="1" y="356"/>
                  </a:lnTo>
                  <a:lnTo>
                    <a:pt x="1" y="372"/>
                  </a:lnTo>
                  <a:lnTo>
                    <a:pt x="17" y="372"/>
                  </a:lnTo>
                  <a:lnTo>
                    <a:pt x="33" y="356"/>
                  </a:lnTo>
                  <a:cubicBezTo>
                    <a:pt x="33" y="356"/>
                    <a:pt x="49" y="356"/>
                    <a:pt x="65" y="339"/>
                  </a:cubicBezTo>
                  <a:cubicBezTo>
                    <a:pt x="102" y="323"/>
                    <a:pt x="150" y="287"/>
                    <a:pt x="203" y="255"/>
                  </a:cubicBezTo>
                  <a:cubicBezTo>
                    <a:pt x="320" y="186"/>
                    <a:pt x="437" y="121"/>
                    <a:pt x="570" y="36"/>
                  </a:cubicBezTo>
                  <a:lnTo>
                    <a:pt x="590" y="36"/>
                  </a:lnTo>
                  <a:cubicBezTo>
                    <a:pt x="607" y="20"/>
                    <a:pt x="623" y="0"/>
                    <a:pt x="6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2190740" y="937723"/>
              <a:ext cx="3278" cy="43405"/>
            </a:xfrm>
            <a:custGeom>
              <a:rect b="b" l="l" r="r" t="t"/>
              <a:pathLst>
                <a:path extrusionOk="0" h="437" w="33">
                  <a:moveTo>
                    <a:pt x="16" y="0"/>
                  </a:moveTo>
                  <a:lnTo>
                    <a:pt x="0" y="16"/>
                  </a:lnTo>
                  <a:lnTo>
                    <a:pt x="16" y="16"/>
                  </a:lnTo>
                  <a:lnTo>
                    <a:pt x="16" y="0"/>
                  </a:lnTo>
                  <a:close/>
                  <a:moveTo>
                    <a:pt x="16" y="16"/>
                  </a:moveTo>
                  <a:cubicBezTo>
                    <a:pt x="0" y="81"/>
                    <a:pt x="16" y="166"/>
                    <a:pt x="16" y="234"/>
                  </a:cubicBezTo>
                  <a:lnTo>
                    <a:pt x="16" y="420"/>
                  </a:lnTo>
                  <a:lnTo>
                    <a:pt x="33" y="436"/>
                  </a:lnTo>
                  <a:lnTo>
                    <a:pt x="33" y="420"/>
                  </a:lnTo>
                  <a:lnTo>
                    <a:pt x="33" y="234"/>
                  </a:lnTo>
                  <a:cubicBezTo>
                    <a:pt x="16" y="166"/>
                    <a:pt x="16" y="81"/>
                    <a:pt x="16"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1679117" y="740265"/>
              <a:ext cx="55125" cy="33373"/>
            </a:xfrm>
            <a:custGeom>
              <a:rect b="b" l="l" r="r" t="t"/>
              <a:pathLst>
                <a:path extrusionOk="0" h="336" w="555">
                  <a:moveTo>
                    <a:pt x="554" y="1"/>
                  </a:moveTo>
                  <a:cubicBezTo>
                    <a:pt x="538" y="1"/>
                    <a:pt x="522" y="1"/>
                    <a:pt x="506" y="17"/>
                  </a:cubicBezTo>
                  <a:cubicBezTo>
                    <a:pt x="453" y="49"/>
                    <a:pt x="388" y="102"/>
                    <a:pt x="320" y="134"/>
                  </a:cubicBezTo>
                  <a:cubicBezTo>
                    <a:pt x="287" y="150"/>
                    <a:pt x="251" y="170"/>
                    <a:pt x="219" y="203"/>
                  </a:cubicBezTo>
                  <a:cubicBezTo>
                    <a:pt x="251" y="186"/>
                    <a:pt x="287" y="170"/>
                    <a:pt x="336" y="150"/>
                  </a:cubicBezTo>
                  <a:cubicBezTo>
                    <a:pt x="388" y="102"/>
                    <a:pt x="453" y="69"/>
                    <a:pt x="522" y="33"/>
                  </a:cubicBezTo>
                  <a:cubicBezTo>
                    <a:pt x="522" y="17"/>
                    <a:pt x="538" y="17"/>
                    <a:pt x="554" y="17"/>
                  </a:cubicBezTo>
                  <a:lnTo>
                    <a:pt x="554" y="1"/>
                  </a:lnTo>
                  <a:close/>
                  <a:moveTo>
                    <a:pt x="219" y="203"/>
                  </a:moveTo>
                  <a:cubicBezTo>
                    <a:pt x="203" y="203"/>
                    <a:pt x="166" y="219"/>
                    <a:pt x="150" y="235"/>
                  </a:cubicBezTo>
                  <a:cubicBezTo>
                    <a:pt x="102" y="271"/>
                    <a:pt x="49" y="304"/>
                    <a:pt x="1" y="320"/>
                  </a:cubicBezTo>
                  <a:lnTo>
                    <a:pt x="1" y="336"/>
                  </a:lnTo>
                  <a:lnTo>
                    <a:pt x="17" y="336"/>
                  </a:lnTo>
                  <a:cubicBezTo>
                    <a:pt x="65" y="304"/>
                    <a:pt x="118" y="287"/>
                    <a:pt x="166" y="251"/>
                  </a:cubicBezTo>
                  <a:cubicBezTo>
                    <a:pt x="186" y="235"/>
                    <a:pt x="203" y="219"/>
                    <a:pt x="219"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2342807" y="382397"/>
              <a:ext cx="21752" cy="70322"/>
            </a:xfrm>
            <a:custGeom>
              <a:rect b="b" l="l" r="r" t="t"/>
              <a:pathLst>
                <a:path extrusionOk="0" h="708" w="219">
                  <a:moveTo>
                    <a:pt x="0" y="0"/>
                  </a:moveTo>
                  <a:lnTo>
                    <a:pt x="0" y="16"/>
                  </a:lnTo>
                  <a:cubicBezTo>
                    <a:pt x="16" y="16"/>
                    <a:pt x="33" y="37"/>
                    <a:pt x="49" y="37"/>
                  </a:cubicBezTo>
                  <a:cubicBezTo>
                    <a:pt x="69" y="37"/>
                    <a:pt x="69" y="53"/>
                    <a:pt x="85" y="53"/>
                  </a:cubicBezTo>
                  <a:cubicBezTo>
                    <a:pt x="101" y="53"/>
                    <a:pt x="117" y="69"/>
                    <a:pt x="117" y="69"/>
                  </a:cubicBezTo>
                  <a:cubicBezTo>
                    <a:pt x="134" y="69"/>
                    <a:pt x="150" y="69"/>
                    <a:pt x="150" y="101"/>
                  </a:cubicBezTo>
                  <a:lnTo>
                    <a:pt x="150" y="170"/>
                  </a:lnTo>
                  <a:cubicBezTo>
                    <a:pt x="150" y="186"/>
                    <a:pt x="150" y="202"/>
                    <a:pt x="170" y="218"/>
                  </a:cubicBezTo>
                  <a:lnTo>
                    <a:pt x="170" y="170"/>
                  </a:lnTo>
                  <a:lnTo>
                    <a:pt x="170" y="101"/>
                  </a:lnTo>
                  <a:cubicBezTo>
                    <a:pt x="170" y="69"/>
                    <a:pt x="150" y="53"/>
                    <a:pt x="117" y="53"/>
                  </a:cubicBezTo>
                  <a:cubicBezTo>
                    <a:pt x="117" y="53"/>
                    <a:pt x="101" y="53"/>
                    <a:pt x="101" y="37"/>
                  </a:cubicBezTo>
                  <a:lnTo>
                    <a:pt x="85" y="37"/>
                  </a:lnTo>
                  <a:cubicBezTo>
                    <a:pt x="69" y="37"/>
                    <a:pt x="69" y="37"/>
                    <a:pt x="49" y="16"/>
                  </a:cubicBezTo>
                  <a:cubicBezTo>
                    <a:pt x="33" y="16"/>
                    <a:pt x="16" y="16"/>
                    <a:pt x="0" y="0"/>
                  </a:cubicBezTo>
                  <a:close/>
                  <a:moveTo>
                    <a:pt x="170" y="239"/>
                  </a:moveTo>
                  <a:lnTo>
                    <a:pt x="170" y="303"/>
                  </a:lnTo>
                  <a:cubicBezTo>
                    <a:pt x="186" y="287"/>
                    <a:pt x="186" y="255"/>
                    <a:pt x="170" y="239"/>
                  </a:cubicBezTo>
                  <a:close/>
                  <a:moveTo>
                    <a:pt x="170" y="303"/>
                  </a:moveTo>
                  <a:cubicBezTo>
                    <a:pt x="150" y="319"/>
                    <a:pt x="170" y="319"/>
                    <a:pt x="170" y="340"/>
                  </a:cubicBezTo>
                  <a:lnTo>
                    <a:pt x="170" y="356"/>
                  </a:lnTo>
                  <a:lnTo>
                    <a:pt x="170" y="388"/>
                  </a:lnTo>
                  <a:cubicBezTo>
                    <a:pt x="186" y="404"/>
                    <a:pt x="186" y="420"/>
                    <a:pt x="170" y="441"/>
                  </a:cubicBezTo>
                  <a:lnTo>
                    <a:pt x="170" y="457"/>
                  </a:lnTo>
                  <a:cubicBezTo>
                    <a:pt x="186" y="457"/>
                    <a:pt x="186" y="473"/>
                    <a:pt x="186" y="505"/>
                  </a:cubicBezTo>
                  <a:lnTo>
                    <a:pt x="186" y="542"/>
                  </a:lnTo>
                  <a:cubicBezTo>
                    <a:pt x="202" y="558"/>
                    <a:pt x="202" y="590"/>
                    <a:pt x="186" y="622"/>
                  </a:cubicBezTo>
                  <a:cubicBezTo>
                    <a:pt x="186" y="643"/>
                    <a:pt x="202" y="643"/>
                    <a:pt x="202" y="659"/>
                  </a:cubicBezTo>
                  <a:lnTo>
                    <a:pt x="202" y="622"/>
                  </a:lnTo>
                  <a:lnTo>
                    <a:pt x="202" y="542"/>
                  </a:lnTo>
                  <a:lnTo>
                    <a:pt x="202" y="505"/>
                  </a:lnTo>
                  <a:cubicBezTo>
                    <a:pt x="202" y="473"/>
                    <a:pt x="202" y="457"/>
                    <a:pt x="186" y="441"/>
                  </a:cubicBezTo>
                  <a:lnTo>
                    <a:pt x="186" y="388"/>
                  </a:lnTo>
                  <a:lnTo>
                    <a:pt x="186" y="356"/>
                  </a:lnTo>
                  <a:lnTo>
                    <a:pt x="186" y="319"/>
                  </a:lnTo>
                  <a:cubicBezTo>
                    <a:pt x="170" y="319"/>
                    <a:pt x="170" y="319"/>
                    <a:pt x="170" y="303"/>
                  </a:cubicBezTo>
                  <a:close/>
                  <a:moveTo>
                    <a:pt x="202" y="659"/>
                  </a:moveTo>
                  <a:cubicBezTo>
                    <a:pt x="202" y="675"/>
                    <a:pt x="202" y="691"/>
                    <a:pt x="186" y="691"/>
                  </a:cubicBezTo>
                  <a:lnTo>
                    <a:pt x="202" y="707"/>
                  </a:lnTo>
                  <a:cubicBezTo>
                    <a:pt x="218" y="691"/>
                    <a:pt x="218" y="675"/>
                    <a:pt x="202" y="6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a:off x="2456335" y="419247"/>
              <a:ext cx="3675" cy="33473"/>
            </a:xfrm>
            <a:custGeom>
              <a:rect b="b" l="l" r="r" t="t"/>
              <a:pathLst>
                <a:path extrusionOk="0" h="337" w="37">
                  <a:moveTo>
                    <a:pt x="1" y="1"/>
                  </a:moveTo>
                  <a:lnTo>
                    <a:pt x="1" y="33"/>
                  </a:lnTo>
                  <a:lnTo>
                    <a:pt x="1" y="70"/>
                  </a:lnTo>
                  <a:lnTo>
                    <a:pt x="1" y="171"/>
                  </a:lnTo>
                  <a:cubicBezTo>
                    <a:pt x="17" y="203"/>
                    <a:pt x="17" y="251"/>
                    <a:pt x="17" y="288"/>
                  </a:cubicBezTo>
                  <a:lnTo>
                    <a:pt x="17" y="320"/>
                  </a:lnTo>
                  <a:lnTo>
                    <a:pt x="37" y="336"/>
                  </a:lnTo>
                  <a:lnTo>
                    <a:pt x="37" y="320"/>
                  </a:lnTo>
                  <a:lnTo>
                    <a:pt x="37" y="288"/>
                  </a:lnTo>
                  <a:cubicBezTo>
                    <a:pt x="37" y="251"/>
                    <a:pt x="37" y="203"/>
                    <a:pt x="17" y="150"/>
                  </a:cubicBezTo>
                  <a:lnTo>
                    <a:pt x="17" y="49"/>
                  </a:lnTo>
                  <a:lnTo>
                    <a:pt x="17" y="33"/>
                  </a:lnTo>
                  <a:cubicBezTo>
                    <a:pt x="17" y="33"/>
                    <a:pt x="1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a:off x="1679117" y="449342"/>
              <a:ext cx="60290" cy="45094"/>
            </a:xfrm>
            <a:custGeom>
              <a:rect b="b" l="l" r="r" t="t"/>
              <a:pathLst>
                <a:path extrusionOk="0" h="454" w="607">
                  <a:moveTo>
                    <a:pt x="607" y="1"/>
                  </a:moveTo>
                  <a:cubicBezTo>
                    <a:pt x="590" y="1"/>
                    <a:pt x="570" y="1"/>
                    <a:pt x="554" y="17"/>
                  </a:cubicBezTo>
                  <a:cubicBezTo>
                    <a:pt x="489" y="86"/>
                    <a:pt x="405" y="134"/>
                    <a:pt x="336" y="187"/>
                  </a:cubicBezTo>
                  <a:cubicBezTo>
                    <a:pt x="235" y="271"/>
                    <a:pt x="118" y="352"/>
                    <a:pt x="17" y="437"/>
                  </a:cubicBezTo>
                  <a:lnTo>
                    <a:pt x="1" y="453"/>
                  </a:lnTo>
                  <a:lnTo>
                    <a:pt x="17" y="453"/>
                  </a:lnTo>
                  <a:cubicBezTo>
                    <a:pt x="118" y="372"/>
                    <a:pt x="235" y="288"/>
                    <a:pt x="336" y="203"/>
                  </a:cubicBezTo>
                  <a:cubicBezTo>
                    <a:pt x="421" y="150"/>
                    <a:pt x="489" y="86"/>
                    <a:pt x="554" y="33"/>
                  </a:cubicBezTo>
                  <a:cubicBezTo>
                    <a:pt x="570" y="17"/>
                    <a:pt x="590" y="17"/>
                    <a:pt x="607" y="17"/>
                  </a:cubicBezTo>
                  <a:lnTo>
                    <a:pt x="6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1660643" y="496323"/>
              <a:ext cx="14998" cy="379223"/>
            </a:xfrm>
            <a:custGeom>
              <a:rect b="b" l="l" r="r" t="t"/>
              <a:pathLst>
                <a:path extrusionOk="0" h="3818" w="151">
                  <a:moveTo>
                    <a:pt x="150" y="0"/>
                  </a:moveTo>
                  <a:cubicBezTo>
                    <a:pt x="118" y="17"/>
                    <a:pt x="118" y="33"/>
                    <a:pt x="118" y="49"/>
                  </a:cubicBezTo>
                  <a:lnTo>
                    <a:pt x="118" y="65"/>
                  </a:lnTo>
                  <a:cubicBezTo>
                    <a:pt x="118" y="118"/>
                    <a:pt x="134" y="150"/>
                    <a:pt x="118" y="202"/>
                  </a:cubicBezTo>
                  <a:lnTo>
                    <a:pt x="118" y="320"/>
                  </a:lnTo>
                  <a:cubicBezTo>
                    <a:pt x="118" y="368"/>
                    <a:pt x="118" y="421"/>
                    <a:pt x="102" y="469"/>
                  </a:cubicBezTo>
                  <a:lnTo>
                    <a:pt x="102" y="522"/>
                  </a:lnTo>
                  <a:lnTo>
                    <a:pt x="102" y="538"/>
                  </a:lnTo>
                  <a:cubicBezTo>
                    <a:pt x="118" y="554"/>
                    <a:pt x="102" y="586"/>
                    <a:pt x="102" y="623"/>
                  </a:cubicBezTo>
                  <a:lnTo>
                    <a:pt x="102" y="687"/>
                  </a:lnTo>
                  <a:lnTo>
                    <a:pt x="102" y="825"/>
                  </a:lnTo>
                  <a:lnTo>
                    <a:pt x="102" y="926"/>
                  </a:lnTo>
                  <a:lnTo>
                    <a:pt x="102" y="942"/>
                  </a:lnTo>
                  <a:lnTo>
                    <a:pt x="102" y="974"/>
                  </a:lnTo>
                  <a:cubicBezTo>
                    <a:pt x="102" y="990"/>
                    <a:pt x="86" y="1010"/>
                    <a:pt x="102" y="1027"/>
                  </a:cubicBezTo>
                  <a:lnTo>
                    <a:pt x="102" y="990"/>
                  </a:lnTo>
                  <a:cubicBezTo>
                    <a:pt x="118" y="974"/>
                    <a:pt x="118" y="958"/>
                    <a:pt x="118" y="942"/>
                  </a:cubicBezTo>
                  <a:lnTo>
                    <a:pt x="118" y="926"/>
                  </a:lnTo>
                  <a:cubicBezTo>
                    <a:pt x="118" y="889"/>
                    <a:pt x="102" y="857"/>
                    <a:pt x="118" y="841"/>
                  </a:cubicBezTo>
                  <a:lnTo>
                    <a:pt x="118" y="687"/>
                  </a:lnTo>
                  <a:lnTo>
                    <a:pt x="118" y="623"/>
                  </a:lnTo>
                  <a:lnTo>
                    <a:pt x="118" y="538"/>
                  </a:lnTo>
                  <a:lnTo>
                    <a:pt x="118" y="505"/>
                  </a:lnTo>
                  <a:lnTo>
                    <a:pt x="118" y="469"/>
                  </a:lnTo>
                  <a:cubicBezTo>
                    <a:pt x="134" y="421"/>
                    <a:pt x="134" y="368"/>
                    <a:pt x="134" y="320"/>
                  </a:cubicBezTo>
                  <a:lnTo>
                    <a:pt x="134" y="202"/>
                  </a:lnTo>
                  <a:lnTo>
                    <a:pt x="134" y="65"/>
                  </a:lnTo>
                  <a:lnTo>
                    <a:pt x="134" y="49"/>
                  </a:lnTo>
                  <a:cubicBezTo>
                    <a:pt x="134" y="33"/>
                    <a:pt x="134" y="17"/>
                    <a:pt x="150" y="17"/>
                  </a:cubicBezTo>
                  <a:lnTo>
                    <a:pt x="150" y="0"/>
                  </a:lnTo>
                  <a:close/>
                  <a:moveTo>
                    <a:pt x="102" y="1027"/>
                  </a:moveTo>
                  <a:cubicBezTo>
                    <a:pt x="102" y="1059"/>
                    <a:pt x="102" y="1075"/>
                    <a:pt x="86" y="1111"/>
                  </a:cubicBezTo>
                  <a:lnTo>
                    <a:pt x="86" y="1261"/>
                  </a:lnTo>
                  <a:lnTo>
                    <a:pt x="86" y="1330"/>
                  </a:lnTo>
                  <a:lnTo>
                    <a:pt x="86" y="1414"/>
                  </a:lnTo>
                  <a:lnTo>
                    <a:pt x="86" y="1495"/>
                  </a:lnTo>
                  <a:cubicBezTo>
                    <a:pt x="86" y="1463"/>
                    <a:pt x="102" y="1447"/>
                    <a:pt x="102" y="1414"/>
                  </a:cubicBezTo>
                  <a:lnTo>
                    <a:pt x="102" y="1330"/>
                  </a:lnTo>
                  <a:lnTo>
                    <a:pt x="102" y="1261"/>
                  </a:lnTo>
                  <a:lnTo>
                    <a:pt x="102" y="1111"/>
                  </a:lnTo>
                  <a:lnTo>
                    <a:pt x="102" y="1027"/>
                  </a:lnTo>
                  <a:close/>
                  <a:moveTo>
                    <a:pt x="86" y="1495"/>
                  </a:moveTo>
                  <a:cubicBezTo>
                    <a:pt x="86" y="1515"/>
                    <a:pt x="86" y="1532"/>
                    <a:pt x="70" y="1548"/>
                  </a:cubicBezTo>
                  <a:lnTo>
                    <a:pt x="70" y="1649"/>
                  </a:lnTo>
                  <a:lnTo>
                    <a:pt x="70" y="1798"/>
                  </a:lnTo>
                  <a:lnTo>
                    <a:pt x="70" y="1867"/>
                  </a:lnTo>
                  <a:lnTo>
                    <a:pt x="70" y="1883"/>
                  </a:lnTo>
                  <a:lnTo>
                    <a:pt x="70" y="1935"/>
                  </a:lnTo>
                  <a:lnTo>
                    <a:pt x="70" y="2020"/>
                  </a:lnTo>
                  <a:cubicBezTo>
                    <a:pt x="49" y="2069"/>
                    <a:pt x="49" y="2101"/>
                    <a:pt x="49" y="2154"/>
                  </a:cubicBezTo>
                  <a:lnTo>
                    <a:pt x="49" y="2186"/>
                  </a:lnTo>
                  <a:lnTo>
                    <a:pt x="49" y="2271"/>
                  </a:lnTo>
                  <a:lnTo>
                    <a:pt x="49" y="2424"/>
                  </a:lnTo>
                  <a:lnTo>
                    <a:pt x="49" y="2505"/>
                  </a:lnTo>
                  <a:cubicBezTo>
                    <a:pt x="70" y="2473"/>
                    <a:pt x="70" y="2440"/>
                    <a:pt x="70" y="2424"/>
                  </a:cubicBezTo>
                  <a:lnTo>
                    <a:pt x="70" y="2271"/>
                  </a:lnTo>
                  <a:lnTo>
                    <a:pt x="70" y="2186"/>
                  </a:lnTo>
                  <a:lnTo>
                    <a:pt x="70" y="2154"/>
                  </a:lnTo>
                  <a:cubicBezTo>
                    <a:pt x="70" y="2101"/>
                    <a:pt x="70" y="2069"/>
                    <a:pt x="86" y="2036"/>
                  </a:cubicBezTo>
                  <a:lnTo>
                    <a:pt x="86" y="2020"/>
                  </a:lnTo>
                  <a:cubicBezTo>
                    <a:pt x="70" y="2000"/>
                    <a:pt x="86" y="1968"/>
                    <a:pt x="86" y="1935"/>
                  </a:cubicBezTo>
                  <a:lnTo>
                    <a:pt x="86" y="1883"/>
                  </a:lnTo>
                  <a:lnTo>
                    <a:pt x="86" y="1867"/>
                  </a:lnTo>
                  <a:lnTo>
                    <a:pt x="86" y="1798"/>
                  </a:lnTo>
                  <a:lnTo>
                    <a:pt x="86" y="1649"/>
                  </a:lnTo>
                  <a:lnTo>
                    <a:pt x="86" y="1548"/>
                  </a:lnTo>
                  <a:lnTo>
                    <a:pt x="86" y="1495"/>
                  </a:lnTo>
                  <a:close/>
                  <a:moveTo>
                    <a:pt x="49" y="2505"/>
                  </a:moveTo>
                  <a:cubicBezTo>
                    <a:pt x="33" y="2525"/>
                    <a:pt x="33" y="2541"/>
                    <a:pt x="49" y="2558"/>
                  </a:cubicBezTo>
                  <a:lnTo>
                    <a:pt x="49" y="2505"/>
                  </a:lnTo>
                  <a:close/>
                  <a:moveTo>
                    <a:pt x="49" y="2574"/>
                  </a:moveTo>
                  <a:cubicBezTo>
                    <a:pt x="49" y="2626"/>
                    <a:pt x="49" y="2675"/>
                    <a:pt x="33" y="2727"/>
                  </a:cubicBezTo>
                  <a:lnTo>
                    <a:pt x="33" y="2861"/>
                  </a:lnTo>
                  <a:lnTo>
                    <a:pt x="33" y="2945"/>
                  </a:lnTo>
                  <a:lnTo>
                    <a:pt x="33" y="2994"/>
                  </a:lnTo>
                  <a:lnTo>
                    <a:pt x="33" y="3030"/>
                  </a:lnTo>
                  <a:lnTo>
                    <a:pt x="33" y="3111"/>
                  </a:lnTo>
                  <a:cubicBezTo>
                    <a:pt x="17" y="3147"/>
                    <a:pt x="17" y="3164"/>
                    <a:pt x="17" y="3196"/>
                  </a:cubicBezTo>
                  <a:lnTo>
                    <a:pt x="17" y="3232"/>
                  </a:lnTo>
                  <a:lnTo>
                    <a:pt x="17" y="3366"/>
                  </a:lnTo>
                  <a:lnTo>
                    <a:pt x="17" y="3515"/>
                  </a:lnTo>
                  <a:lnTo>
                    <a:pt x="17" y="3568"/>
                  </a:lnTo>
                  <a:lnTo>
                    <a:pt x="17" y="3669"/>
                  </a:lnTo>
                  <a:cubicBezTo>
                    <a:pt x="33" y="3636"/>
                    <a:pt x="33" y="3600"/>
                    <a:pt x="33" y="3568"/>
                  </a:cubicBezTo>
                  <a:lnTo>
                    <a:pt x="33" y="3515"/>
                  </a:lnTo>
                  <a:lnTo>
                    <a:pt x="33" y="3366"/>
                  </a:lnTo>
                  <a:lnTo>
                    <a:pt x="33" y="3232"/>
                  </a:lnTo>
                  <a:lnTo>
                    <a:pt x="33" y="3196"/>
                  </a:lnTo>
                  <a:lnTo>
                    <a:pt x="33" y="3131"/>
                  </a:lnTo>
                  <a:cubicBezTo>
                    <a:pt x="49" y="3095"/>
                    <a:pt x="49" y="3063"/>
                    <a:pt x="49" y="3030"/>
                  </a:cubicBezTo>
                  <a:lnTo>
                    <a:pt x="49" y="2994"/>
                  </a:lnTo>
                  <a:lnTo>
                    <a:pt x="49" y="2945"/>
                  </a:lnTo>
                  <a:lnTo>
                    <a:pt x="49" y="2861"/>
                  </a:lnTo>
                  <a:lnTo>
                    <a:pt x="49" y="2727"/>
                  </a:lnTo>
                  <a:lnTo>
                    <a:pt x="49" y="2574"/>
                  </a:lnTo>
                  <a:close/>
                  <a:moveTo>
                    <a:pt x="17" y="3685"/>
                  </a:moveTo>
                  <a:cubicBezTo>
                    <a:pt x="1" y="3717"/>
                    <a:pt x="1" y="3769"/>
                    <a:pt x="17" y="3818"/>
                  </a:cubicBezTo>
                  <a:lnTo>
                    <a:pt x="17" y="36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a:off x="1663920" y="773539"/>
              <a:ext cx="70322" cy="40227"/>
            </a:xfrm>
            <a:custGeom>
              <a:rect b="b" l="l" r="r" t="t"/>
              <a:pathLst>
                <a:path extrusionOk="0" h="405" w="708">
                  <a:moveTo>
                    <a:pt x="691" y="1"/>
                  </a:moveTo>
                  <a:cubicBezTo>
                    <a:pt x="659" y="1"/>
                    <a:pt x="606" y="37"/>
                    <a:pt x="574" y="53"/>
                  </a:cubicBezTo>
                  <a:cubicBezTo>
                    <a:pt x="574" y="70"/>
                    <a:pt x="558" y="70"/>
                    <a:pt x="541" y="86"/>
                  </a:cubicBezTo>
                  <a:cubicBezTo>
                    <a:pt x="558" y="86"/>
                    <a:pt x="574" y="70"/>
                    <a:pt x="590" y="70"/>
                  </a:cubicBezTo>
                  <a:cubicBezTo>
                    <a:pt x="622" y="37"/>
                    <a:pt x="659" y="17"/>
                    <a:pt x="691" y="17"/>
                  </a:cubicBezTo>
                  <a:lnTo>
                    <a:pt x="707" y="1"/>
                  </a:lnTo>
                  <a:close/>
                  <a:moveTo>
                    <a:pt x="540" y="87"/>
                  </a:moveTo>
                  <a:lnTo>
                    <a:pt x="540" y="87"/>
                  </a:lnTo>
                  <a:cubicBezTo>
                    <a:pt x="456" y="139"/>
                    <a:pt x="371" y="187"/>
                    <a:pt x="287" y="239"/>
                  </a:cubicBezTo>
                  <a:cubicBezTo>
                    <a:pt x="239" y="255"/>
                    <a:pt x="202" y="288"/>
                    <a:pt x="154" y="304"/>
                  </a:cubicBezTo>
                  <a:cubicBezTo>
                    <a:pt x="138" y="320"/>
                    <a:pt x="138" y="320"/>
                    <a:pt x="117" y="340"/>
                  </a:cubicBezTo>
                  <a:cubicBezTo>
                    <a:pt x="85" y="356"/>
                    <a:pt x="53" y="373"/>
                    <a:pt x="16" y="389"/>
                  </a:cubicBezTo>
                  <a:lnTo>
                    <a:pt x="0" y="389"/>
                  </a:lnTo>
                  <a:lnTo>
                    <a:pt x="0" y="405"/>
                  </a:lnTo>
                  <a:lnTo>
                    <a:pt x="37" y="405"/>
                  </a:lnTo>
                  <a:cubicBezTo>
                    <a:pt x="69" y="389"/>
                    <a:pt x="101" y="373"/>
                    <a:pt x="117" y="356"/>
                  </a:cubicBezTo>
                  <a:cubicBezTo>
                    <a:pt x="138" y="340"/>
                    <a:pt x="154" y="340"/>
                    <a:pt x="170" y="320"/>
                  </a:cubicBezTo>
                  <a:cubicBezTo>
                    <a:pt x="202" y="288"/>
                    <a:pt x="255" y="272"/>
                    <a:pt x="303" y="239"/>
                  </a:cubicBezTo>
                  <a:cubicBezTo>
                    <a:pt x="371" y="187"/>
                    <a:pt x="456" y="139"/>
                    <a:pt x="540"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1679117" y="470995"/>
              <a:ext cx="53437" cy="41915"/>
            </a:xfrm>
            <a:custGeom>
              <a:rect b="b" l="l" r="r" t="t"/>
              <a:pathLst>
                <a:path extrusionOk="0" h="422" w="538">
                  <a:moveTo>
                    <a:pt x="538" y="1"/>
                  </a:moveTo>
                  <a:lnTo>
                    <a:pt x="1" y="421"/>
                  </a:lnTo>
                  <a:lnTo>
                    <a:pt x="17" y="421"/>
                  </a:lnTo>
                  <a:lnTo>
                    <a:pt x="538" y="17"/>
                  </a:lnTo>
                  <a:lnTo>
                    <a:pt x="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2543443" y="691695"/>
              <a:ext cx="11720" cy="3377"/>
            </a:xfrm>
            <a:custGeom>
              <a:rect b="b" l="l" r="r" t="t"/>
              <a:pathLst>
                <a:path extrusionOk="0" h="34" w="118">
                  <a:moveTo>
                    <a:pt x="0" y="1"/>
                  </a:moveTo>
                  <a:cubicBezTo>
                    <a:pt x="16" y="17"/>
                    <a:pt x="49" y="17"/>
                    <a:pt x="69" y="17"/>
                  </a:cubicBezTo>
                  <a:cubicBezTo>
                    <a:pt x="49" y="1"/>
                    <a:pt x="32" y="1"/>
                    <a:pt x="0" y="1"/>
                  </a:cubicBezTo>
                  <a:close/>
                  <a:moveTo>
                    <a:pt x="69" y="17"/>
                  </a:moveTo>
                  <a:cubicBezTo>
                    <a:pt x="85" y="33"/>
                    <a:pt x="101" y="33"/>
                    <a:pt x="117" y="33"/>
                  </a:cubicBezTo>
                  <a:cubicBezTo>
                    <a:pt x="101" y="33"/>
                    <a:pt x="85" y="17"/>
                    <a:pt x="6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1670675" y="681664"/>
              <a:ext cx="65157" cy="41816"/>
            </a:xfrm>
            <a:custGeom>
              <a:rect b="b" l="l" r="r" t="t"/>
              <a:pathLst>
                <a:path extrusionOk="0" h="421" w="656">
                  <a:moveTo>
                    <a:pt x="639" y="1"/>
                  </a:moveTo>
                  <a:cubicBezTo>
                    <a:pt x="623" y="1"/>
                    <a:pt x="607" y="17"/>
                    <a:pt x="591" y="33"/>
                  </a:cubicBezTo>
                  <a:cubicBezTo>
                    <a:pt x="607" y="33"/>
                    <a:pt x="623" y="17"/>
                    <a:pt x="639" y="17"/>
                  </a:cubicBezTo>
                  <a:lnTo>
                    <a:pt x="655" y="17"/>
                  </a:lnTo>
                  <a:lnTo>
                    <a:pt x="639" y="1"/>
                  </a:lnTo>
                  <a:close/>
                  <a:moveTo>
                    <a:pt x="591" y="33"/>
                  </a:moveTo>
                  <a:lnTo>
                    <a:pt x="591" y="33"/>
                  </a:lnTo>
                  <a:cubicBezTo>
                    <a:pt x="437" y="118"/>
                    <a:pt x="304" y="219"/>
                    <a:pt x="171" y="304"/>
                  </a:cubicBezTo>
                  <a:cubicBezTo>
                    <a:pt x="118" y="336"/>
                    <a:pt x="70" y="372"/>
                    <a:pt x="33" y="389"/>
                  </a:cubicBezTo>
                  <a:lnTo>
                    <a:pt x="17" y="405"/>
                  </a:lnTo>
                  <a:lnTo>
                    <a:pt x="33" y="405"/>
                  </a:lnTo>
                  <a:cubicBezTo>
                    <a:pt x="86" y="372"/>
                    <a:pt x="118" y="336"/>
                    <a:pt x="171" y="320"/>
                  </a:cubicBezTo>
                  <a:cubicBezTo>
                    <a:pt x="304" y="219"/>
                    <a:pt x="453" y="134"/>
                    <a:pt x="591" y="33"/>
                  </a:cubicBezTo>
                  <a:close/>
                  <a:moveTo>
                    <a:pt x="17" y="405"/>
                  </a:moveTo>
                  <a:lnTo>
                    <a:pt x="1" y="421"/>
                  </a:lnTo>
                  <a:lnTo>
                    <a:pt x="17" y="421"/>
                  </a:lnTo>
                  <a:lnTo>
                    <a:pt x="17" y="4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2305858" y="419247"/>
              <a:ext cx="51848" cy="20163"/>
            </a:xfrm>
            <a:custGeom>
              <a:rect b="b" l="l" r="r" t="t"/>
              <a:pathLst>
                <a:path extrusionOk="0" h="203" w="522">
                  <a:moveTo>
                    <a:pt x="1" y="1"/>
                  </a:moveTo>
                  <a:lnTo>
                    <a:pt x="1" y="17"/>
                  </a:lnTo>
                  <a:cubicBezTo>
                    <a:pt x="69" y="33"/>
                    <a:pt x="138" y="49"/>
                    <a:pt x="186" y="86"/>
                  </a:cubicBezTo>
                  <a:cubicBezTo>
                    <a:pt x="239" y="102"/>
                    <a:pt x="287" y="118"/>
                    <a:pt x="340" y="134"/>
                  </a:cubicBezTo>
                  <a:cubicBezTo>
                    <a:pt x="405" y="171"/>
                    <a:pt x="457" y="187"/>
                    <a:pt x="522" y="203"/>
                  </a:cubicBezTo>
                  <a:lnTo>
                    <a:pt x="522" y="187"/>
                  </a:lnTo>
                  <a:cubicBezTo>
                    <a:pt x="457" y="171"/>
                    <a:pt x="405" y="150"/>
                    <a:pt x="356" y="134"/>
                  </a:cubicBezTo>
                  <a:cubicBezTo>
                    <a:pt x="304" y="102"/>
                    <a:pt x="255" y="86"/>
                    <a:pt x="203" y="70"/>
                  </a:cubicBezTo>
                  <a:cubicBezTo>
                    <a:pt x="138" y="49"/>
                    <a:pt x="69"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2362871" y="457785"/>
              <a:ext cx="8542" cy="90386"/>
            </a:xfrm>
            <a:custGeom>
              <a:rect b="b" l="l" r="r" t="t"/>
              <a:pathLst>
                <a:path extrusionOk="0" h="910" w="86">
                  <a:moveTo>
                    <a:pt x="0" y="1"/>
                  </a:moveTo>
                  <a:lnTo>
                    <a:pt x="0" y="17"/>
                  </a:lnTo>
                  <a:cubicBezTo>
                    <a:pt x="0" y="33"/>
                    <a:pt x="16" y="49"/>
                    <a:pt x="0" y="65"/>
                  </a:cubicBezTo>
                  <a:cubicBezTo>
                    <a:pt x="0" y="86"/>
                    <a:pt x="0" y="102"/>
                    <a:pt x="16" y="118"/>
                  </a:cubicBezTo>
                  <a:lnTo>
                    <a:pt x="16" y="65"/>
                  </a:lnTo>
                  <a:cubicBezTo>
                    <a:pt x="33" y="49"/>
                    <a:pt x="16" y="33"/>
                    <a:pt x="16" y="17"/>
                  </a:cubicBezTo>
                  <a:lnTo>
                    <a:pt x="0" y="1"/>
                  </a:lnTo>
                  <a:close/>
                  <a:moveTo>
                    <a:pt x="16" y="118"/>
                  </a:moveTo>
                  <a:lnTo>
                    <a:pt x="16" y="134"/>
                  </a:lnTo>
                  <a:lnTo>
                    <a:pt x="16" y="166"/>
                  </a:lnTo>
                  <a:lnTo>
                    <a:pt x="16" y="219"/>
                  </a:lnTo>
                  <a:cubicBezTo>
                    <a:pt x="33" y="235"/>
                    <a:pt x="33" y="251"/>
                    <a:pt x="33" y="267"/>
                  </a:cubicBezTo>
                  <a:lnTo>
                    <a:pt x="33" y="219"/>
                  </a:lnTo>
                  <a:cubicBezTo>
                    <a:pt x="16" y="203"/>
                    <a:pt x="33" y="186"/>
                    <a:pt x="33" y="166"/>
                  </a:cubicBezTo>
                  <a:lnTo>
                    <a:pt x="33" y="134"/>
                  </a:lnTo>
                  <a:lnTo>
                    <a:pt x="16" y="118"/>
                  </a:lnTo>
                  <a:close/>
                  <a:moveTo>
                    <a:pt x="33" y="267"/>
                  </a:moveTo>
                  <a:cubicBezTo>
                    <a:pt x="16" y="267"/>
                    <a:pt x="16" y="287"/>
                    <a:pt x="16" y="287"/>
                  </a:cubicBezTo>
                  <a:cubicBezTo>
                    <a:pt x="16" y="304"/>
                    <a:pt x="33" y="304"/>
                    <a:pt x="33" y="320"/>
                  </a:cubicBezTo>
                  <a:lnTo>
                    <a:pt x="33" y="368"/>
                  </a:lnTo>
                  <a:lnTo>
                    <a:pt x="33" y="421"/>
                  </a:lnTo>
                  <a:lnTo>
                    <a:pt x="33" y="437"/>
                  </a:lnTo>
                  <a:lnTo>
                    <a:pt x="33" y="506"/>
                  </a:lnTo>
                  <a:cubicBezTo>
                    <a:pt x="49" y="538"/>
                    <a:pt x="49" y="570"/>
                    <a:pt x="49" y="607"/>
                  </a:cubicBezTo>
                  <a:lnTo>
                    <a:pt x="49" y="655"/>
                  </a:lnTo>
                  <a:lnTo>
                    <a:pt x="49" y="708"/>
                  </a:lnTo>
                  <a:cubicBezTo>
                    <a:pt x="69" y="724"/>
                    <a:pt x="69" y="724"/>
                    <a:pt x="69" y="740"/>
                  </a:cubicBezTo>
                  <a:lnTo>
                    <a:pt x="69" y="772"/>
                  </a:lnTo>
                  <a:cubicBezTo>
                    <a:pt x="69" y="825"/>
                    <a:pt x="85" y="857"/>
                    <a:pt x="69" y="893"/>
                  </a:cubicBezTo>
                  <a:lnTo>
                    <a:pt x="69" y="910"/>
                  </a:lnTo>
                  <a:lnTo>
                    <a:pt x="85" y="910"/>
                  </a:lnTo>
                  <a:lnTo>
                    <a:pt x="85" y="893"/>
                  </a:lnTo>
                  <a:lnTo>
                    <a:pt x="85" y="772"/>
                  </a:lnTo>
                  <a:lnTo>
                    <a:pt x="85" y="740"/>
                  </a:lnTo>
                  <a:cubicBezTo>
                    <a:pt x="69" y="724"/>
                    <a:pt x="69" y="708"/>
                    <a:pt x="69" y="708"/>
                  </a:cubicBezTo>
                  <a:lnTo>
                    <a:pt x="69" y="655"/>
                  </a:lnTo>
                  <a:lnTo>
                    <a:pt x="69" y="590"/>
                  </a:lnTo>
                  <a:cubicBezTo>
                    <a:pt x="49" y="570"/>
                    <a:pt x="49" y="538"/>
                    <a:pt x="49" y="506"/>
                  </a:cubicBezTo>
                  <a:lnTo>
                    <a:pt x="49" y="437"/>
                  </a:lnTo>
                  <a:lnTo>
                    <a:pt x="49" y="421"/>
                  </a:lnTo>
                  <a:lnTo>
                    <a:pt x="49" y="368"/>
                  </a:lnTo>
                  <a:lnTo>
                    <a:pt x="49" y="320"/>
                  </a:lnTo>
                  <a:cubicBezTo>
                    <a:pt x="33" y="304"/>
                    <a:pt x="33" y="304"/>
                    <a:pt x="33" y="287"/>
                  </a:cubicBezTo>
                  <a:lnTo>
                    <a:pt x="33"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1672363" y="622466"/>
              <a:ext cx="63469" cy="42511"/>
            </a:xfrm>
            <a:custGeom>
              <a:rect b="b" l="l" r="r" t="t"/>
              <a:pathLst>
                <a:path extrusionOk="0" h="428" w="639">
                  <a:moveTo>
                    <a:pt x="624" y="0"/>
                  </a:moveTo>
                  <a:cubicBezTo>
                    <a:pt x="613" y="0"/>
                    <a:pt x="601" y="12"/>
                    <a:pt x="590" y="23"/>
                  </a:cubicBezTo>
                  <a:cubicBezTo>
                    <a:pt x="606" y="23"/>
                    <a:pt x="622" y="7"/>
                    <a:pt x="638" y="7"/>
                  </a:cubicBezTo>
                  <a:cubicBezTo>
                    <a:pt x="634" y="2"/>
                    <a:pt x="629" y="0"/>
                    <a:pt x="624" y="0"/>
                  </a:cubicBezTo>
                  <a:close/>
                  <a:moveTo>
                    <a:pt x="574" y="23"/>
                  </a:moveTo>
                  <a:cubicBezTo>
                    <a:pt x="505" y="76"/>
                    <a:pt x="420" y="144"/>
                    <a:pt x="335" y="193"/>
                  </a:cubicBezTo>
                  <a:cubicBezTo>
                    <a:pt x="287" y="225"/>
                    <a:pt x="234" y="262"/>
                    <a:pt x="186" y="310"/>
                  </a:cubicBezTo>
                  <a:cubicBezTo>
                    <a:pt x="234" y="278"/>
                    <a:pt x="287" y="245"/>
                    <a:pt x="355" y="209"/>
                  </a:cubicBezTo>
                  <a:cubicBezTo>
                    <a:pt x="420" y="144"/>
                    <a:pt x="505" y="92"/>
                    <a:pt x="590" y="43"/>
                  </a:cubicBezTo>
                  <a:lnTo>
                    <a:pt x="590" y="23"/>
                  </a:lnTo>
                  <a:close/>
                  <a:moveTo>
                    <a:pt x="186" y="310"/>
                  </a:moveTo>
                  <a:lnTo>
                    <a:pt x="186" y="310"/>
                  </a:lnTo>
                  <a:cubicBezTo>
                    <a:pt x="133" y="326"/>
                    <a:pt x="101" y="363"/>
                    <a:pt x="53" y="395"/>
                  </a:cubicBezTo>
                  <a:lnTo>
                    <a:pt x="0" y="427"/>
                  </a:lnTo>
                  <a:lnTo>
                    <a:pt x="16" y="427"/>
                  </a:lnTo>
                  <a:lnTo>
                    <a:pt x="69" y="395"/>
                  </a:lnTo>
                  <a:cubicBezTo>
                    <a:pt x="101" y="379"/>
                    <a:pt x="154" y="346"/>
                    <a:pt x="186" y="3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2593602" y="833730"/>
              <a:ext cx="78665" cy="30195"/>
            </a:xfrm>
            <a:custGeom>
              <a:rect b="b" l="l" r="r" t="t"/>
              <a:pathLst>
                <a:path extrusionOk="0" h="304" w="792">
                  <a:moveTo>
                    <a:pt x="0" y="1"/>
                  </a:moveTo>
                  <a:lnTo>
                    <a:pt x="0" y="17"/>
                  </a:lnTo>
                  <a:lnTo>
                    <a:pt x="16" y="17"/>
                  </a:lnTo>
                  <a:cubicBezTo>
                    <a:pt x="21" y="12"/>
                    <a:pt x="27" y="10"/>
                    <a:pt x="34" y="10"/>
                  </a:cubicBezTo>
                  <a:cubicBezTo>
                    <a:pt x="53" y="10"/>
                    <a:pt x="78" y="23"/>
                    <a:pt x="101" y="37"/>
                  </a:cubicBezTo>
                  <a:lnTo>
                    <a:pt x="133" y="37"/>
                  </a:lnTo>
                  <a:cubicBezTo>
                    <a:pt x="150" y="53"/>
                    <a:pt x="170" y="53"/>
                    <a:pt x="186" y="53"/>
                  </a:cubicBezTo>
                  <a:cubicBezTo>
                    <a:pt x="218" y="70"/>
                    <a:pt x="234" y="70"/>
                    <a:pt x="251" y="86"/>
                  </a:cubicBezTo>
                  <a:cubicBezTo>
                    <a:pt x="287" y="86"/>
                    <a:pt x="335" y="102"/>
                    <a:pt x="372" y="118"/>
                  </a:cubicBezTo>
                  <a:cubicBezTo>
                    <a:pt x="388" y="118"/>
                    <a:pt x="420" y="138"/>
                    <a:pt x="436" y="138"/>
                  </a:cubicBezTo>
                  <a:cubicBezTo>
                    <a:pt x="489" y="154"/>
                    <a:pt x="537" y="171"/>
                    <a:pt x="590" y="187"/>
                  </a:cubicBezTo>
                  <a:cubicBezTo>
                    <a:pt x="606" y="187"/>
                    <a:pt x="622" y="187"/>
                    <a:pt x="638" y="203"/>
                  </a:cubicBezTo>
                  <a:lnTo>
                    <a:pt x="707" y="203"/>
                  </a:lnTo>
                  <a:cubicBezTo>
                    <a:pt x="707" y="203"/>
                    <a:pt x="691" y="203"/>
                    <a:pt x="691" y="187"/>
                  </a:cubicBezTo>
                  <a:lnTo>
                    <a:pt x="638" y="187"/>
                  </a:lnTo>
                  <a:cubicBezTo>
                    <a:pt x="622" y="187"/>
                    <a:pt x="606" y="171"/>
                    <a:pt x="606" y="171"/>
                  </a:cubicBezTo>
                  <a:cubicBezTo>
                    <a:pt x="554" y="154"/>
                    <a:pt x="505" y="138"/>
                    <a:pt x="453" y="118"/>
                  </a:cubicBezTo>
                  <a:cubicBezTo>
                    <a:pt x="420" y="118"/>
                    <a:pt x="388" y="102"/>
                    <a:pt x="372" y="102"/>
                  </a:cubicBezTo>
                  <a:cubicBezTo>
                    <a:pt x="335" y="86"/>
                    <a:pt x="303" y="70"/>
                    <a:pt x="251" y="70"/>
                  </a:cubicBezTo>
                  <a:cubicBezTo>
                    <a:pt x="234" y="70"/>
                    <a:pt x="218" y="53"/>
                    <a:pt x="202" y="53"/>
                  </a:cubicBezTo>
                  <a:cubicBezTo>
                    <a:pt x="186" y="37"/>
                    <a:pt x="170" y="37"/>
                    <a:pt x="150" y="37"/>
                  </a:cubicBezTo>
                  <a:cubicBezTo>
                    <a:pt x="133" y="37"/>
                    <a:pt x="117" y="17"/>
                    <a:pt x="101" y="17"/>
                  </a:cubicBezTo>
                  <a:cubicBezTo>
                    <a:pt x="69" y="1"/>
                    <a:pt x="32" y="1"/>
                    <a:pt x="0" y="1"/>
                  </a:cubicBezTo>
                  <a:close/>
                  <a:moveTo>
                    <a:pt x="707" y="203"/>
                  </a:moveTo>
                  <a:cubicBezTo>
                    <a:pt x="723" y="219"/>
                    <a:pt x="755" y="239"/>
                    <a:pt x="776" y="255"/>
                  </a:cubicBezTo>
                  <a:lnTo>
                    <a:pt x="776" y="304"/>
                  </a:lnTo>
                  <a:cubicBezTo>
                    <a:pt x="792" y="288"/>
                    <a:pt x="792" y="255"/>
                    <a:pt x="776" y="239"/>
                  </a:cubicBezTo>
                  <a:cubicBezTo>
                    <a:pt x="755" y="219"/>
                    <a:pt x="723" y="203"/>
                    <a:pt x="707"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1679117" y="442588"/>
              <a:ext cx="60290" cy="46981"/>
            </a:xfrm>
            <a:custGeom>
              <a:rect b="b" l="l" r="r" t="t"/>
              <a:pathLst>
                <a:path extrusionOk="0" h="473" w="607">
                  <a:moveTo>
                    <a:pt x="607" y="0"/>
                  </a:moveTo>
                  <a:cubicBezTo>
                    <a:pt x="590" y="0"/>
                    <a:pt x="570" y="0"/>
                    <a:pt x="554" y="16"/>
                  </a:cubicBezTo>
                  <a:cubicBezTo>
                    <a:pt x="506" y="69"/>
                    <a:pt x="453" y="101"/>
                    <a:pt x="405" y="138"/>
                  </a:cubicBezTo>
                  <a:cubicBezTo>
                    <a:pt x="287" y="239"/>
                    <a:pt x="166" y="339"/>
                    <a:pt x="33" y="420"/>
                  </a:cubicBezTo>
                  <a:cubicBezTo>
                    <a:pt x="17" y="440"/>
                    <a:pt x="17" y="440"/>
                    <a:pt x="1" y="457"/>
                  </a:cubicBezTo>
                  <a:lnTo>
                    <a:pt x="1" y="473"/>
                  </a:lnTo>
                  <a:lnTo>
                    <a:pt x="17" y="457"/>
                  </a:lnTo>
                  <a:cubicBezTo>
                    <a:pt x="33" y="457"/>
                    <a:pt x="33" y="440"/>
                    <a:pt x="49" y="440"/>
                  </a:cubicBezTo>
                  <a:cubicBezTo>
                    <a:pt x="166" y="339"/>
                    <a:pt x="287" y="239"/>
                    <a:pt x="421" y="154"/>
                  </a:cubicBezTo>
                  <a:cubicBezTo>
                    <a:pt x="453" y="101"/>
                    <a:pt x="506" y="69"/>
                    <a:pt x="554" y="37"/>
                  </a:cubicBezTo>
                  <a:cubicBezTo>
                    <a:pt x="566" y="22"/>
                    <a:pt x="579" y="10"/>
                    <a:pt x="592" y="10"/>
                  </a:cubicBezTo>
                  <a:cubicBezTo>
                    <a:pt x="597" y="10"/>
                    <a:pt x="602" y="12"/>
                    <a:pt x="607" y="16"/>
                  </a:cubicBezTo>
                  <a:lnTo>
                    <a:pt x="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2528147" y="680074"/>
              <a:ext cx="12118" cy="3278"/>
            </a:xfrm>
            <a:custGeom>
              <a:rect b="b" l="l" r="r" t="t"/>
              <a:pathLst>
                <a:path extrusionOk="0" h="33" w="122">
                  <a:moveTo>
                    <a:pt x="1" y="1"/>
                  </a:moveTo>
                  <a:lnTo>
                    <a:pt x="1" y="17"/>
                  </a:lnTo>
                  <a:lnTo>
                    <a:pt x="122" y="3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a:off x="2270995" y="569724"/>
              <a:ext cx="4867" cy="21752"/>
            </a:xfrm>
            <a:custGeom>
              <a:rect b="b" l="l" r="r" t="t"/>
              <a:pathLst>
                <a:path extrusionOk="0" h="219" w="49">
                  <a:moveTo>
                    <a:pt x="33" y="1"/>
                  </a:moveTo>
                  <a:cubicBezTo>
                    <a:pt x="0" y="17"/>
                    <a:pt x="16" y="33"/>
                    <a:pt x="16" y="49"/>
                  </a:cubicBezTo>
                  <a:lnTo>
                    <a:pt x="16" y="69"/>
                  </a:lnTo>
                  <a:lnTo>
                    <a:pt x="16" y="134"/>
                  </a:lnTo>
                  <a:lnTo>
                    <a:pt x="16" y="170"/>
                  </a:lnTo>
                  <a:cubicBezTo>
                    <a:pt x="16" y="187"/>
                    <a:pt x="16" y="219"/>
                    <a:pt x="49" y="219"/>
                  </a:cubicBezTo>
                  <a:lnTo>
                    <a:pt x="49" y="203"/>
                  </a:lnTo>
                  <a:cubicBezTo>
                    <a:pt x="33" y="203"/>
                    <a:pt x="33" y="187"/>
                    <a:pt x="33" y="187"/>
                  </a:cubicBezTo>
                  <a:lnTo>
                    <a:pt x="33" y="170"/>
                  </a:lnTo>
                  <a:lnTo>
                    <a:pt x="33" y="134"/>
                  </a:lnTo>
                  <a:lnTo>
                    <a:pt x="33" y="69"/>
                  </a:lnTo>
                  <a:lnTo>
                    <a:pt x="33" y="49"/>
                  </a:lnTo>
                  <a:cubicBezTo>
                    <a:pt x="16" y="33"/>
                    <a:pt x="16" y="17"/>
                    <a:pt x="33" y="17"/>
                  </a:cubicBez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2299501" y="477849"/>
              <a:ext cx="11720" cy="4966"/>
            </a:xfrm>
            <a:custGeom>
              <a:rect b="b" l="l" r="r" t="t"/>
              <a:pathLst>
                <a:path extrusionOk="0" h="50" w="118">
                  <a:moveTo>
                    <a:pt x="0" y="1"/>
                  </a:moveTo>
                  <a:lnTo>
                    <a:pt x="117" y="49"/>
                  </a:lnTo>
                  <a:lnTo>
                    <a:pt x="117"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2130549" y="295687"/>
              <a:ext cx="135281" cy="439513"/>
            </a:xfrm>
            <a:custGeom>
              <a:rect b="b" l="l" r="r" t="t"/>
              <a:pathLst>
                <a:path extrusionOk="0" h="4425" w="1362">
                  <a:moveTo>
                    <a:pt x="0" y="1"/>
                  </a:moveTo>
                  <a:lnTo>
                    <a:pt x="0" y="49"/>
                  </a:lnTo>
                  <a:lnTo>
                    <a:pt x="0" y="65"/>
                  </a:lnTo>
                  <a:lnTo>
                    <a:pt x="0" y="81"/>
                  </a:lnTo>
                  <a:cubicBezTo>
                    <a:pt x="0" y="134"/>
                    <a:pt x="0" y="182"/>
                    <a:pt x="16" y="251"/>
                  </a:cubicBezTo>
                  <a:lnTo>
                    <a:pt x="16" y="235"/>
                  </a:lnTo>
                  <a:lnTo>
                    <a:pt x="16" y="81"/>
                  </a:lnTo>
                  <a:lnTo>
                    <a:pt x="16" y="65"/>
                  </a:lnTo>
                  <a:lnTo>
                    <a:pt x="16" y="49"/>
                  </a:lnTo>
                  <a:lnTo>
                    <a:pt x="16" y="1"/>
                  </a:lnTo>
                  <a:close/>
                  <a:moveTo>
                    <a:pt x="16" y="304"/>
                  </a:moveTo>
                  <a:lnTo>
                    <a:pt x="16" y="352"/>
                  </a:lnTo>
                  <a:cubicBezTo>
                    <a:pt x="16" y="453"/>
                    <a:pt x="16" y="554"/>
                    <a:pt x="33" y="655"/>
                  </a:cubicBezTo>
                  <a:lnTo>
                    <a:pt x="33" y="352"/>
                  </a:lnTo>
                  <a:cubicBezTo>
                    <a:pt x="16" y="336"/>
                    <a:pt x="16" y="320"/>
                    <a:pt x="16" y="304"/>
                  </a:cubicBezTo>
                  <a:close/>
                  <a:moveTo>
                    <a:pt x="33" y="655"/>
                  </a:moveTo>
                  <a:lnTo>
                    <a:pt x="33" y="926"/>
                  </a:lnTo>
                  <a:cubicBezTo>
                    <a:pt x="49" y="974"/>
                    <a:pt x="49" y="1043"/>
                    <a:pt x="49" y="1091"/>
                  </a:cubicBezTo>
                  <a:lnTo>
                    <a:pt x="49" y="1261"/>
                  </a:lnTo>
                  <a:cubicBezTo>
                    <a:pt x="65" y="1330"/>
                    <a:pt x="65" y="1415"/>
                    <a:pt x="65" y="1495"/>
                  </a:cubicBezTo>
                  <a:cubicBezTo>
                    <a:pt x="65" y="1564"/>
                    <a:pt x="85" y="1649"/>
                    <a:pt x="85" y="1734"/>
                  </a:cubicBezTo>
                  <a:lnTo>
                    <a:pt x="85" y="1899"/>
                  </a:lnTo>
                  <a:cubicBezTo>
                    <a:pt x="101" y="2037"/>
                    <a:pt x="101" y="2170"/>
                    <a:pt x="117" y="2303"/>
                  </a:cubicBezTo>
                  <a:lnTo>
                    <a:pt x="117" y="2457"/>
                  </a:lnTo>
                  <a:cubicBezTo>
                    <a:pt x="117" y="2525"/>
                    <a:pt x="134" y="2590"/>
                    <a:pt x="134" y="2675"/>
                  </a:cubicBezTo>
                  <a:cubicBezTo>
                    <a:pt x="134" y="2792"/>
                    <a:pt x="134" y="2929"/>
                    <a:pt x="150" y="3063"/>
                  </a:cubicBezTo>
                  <a:lnTo>
                    <a:pt x="150" y="3095"/>
                  </a:lnTo>
                  <a:lnTo>
                    <a:pt x="150" y="3180"/>
                  </a:lnTo>
                  <a:cubicBezTo>
                    <a:pt x="150" y="3212"/>
                    <a:pt x="166" y="3249"/>
                    <a:pt x="166" y="3281"/>
                  </a:cubicBezTo>
                  <a:lnTo>
                    <a:pt x="166" y="3180"/>
                  </a:lnTo>
                  <a:lnTo>
                    <a:pt x="166" y="3095"/>
                  </a:lnTo>
                  <a:lnTo>
                    <a:pt x="166" y="3063"/>
                  </a:lnTo>
                  <a:cubicBezTo>
                    <a:pt x="150" y="2929"/>
                    <a:pt x="150" y="2792"/>
                    <a:pt x="150" y="2675"/>
                  </a:cubicBezTo>
                  <a:cubicBezTo>
                    <a:pt x="134" y="2590"/>
                    <a:pt x="134" y="2525"/>
                    <a:pt x="134" y="2457"/>
                  </a:cubicBezTo>
                  <a:cubicBezTo>
                    <a:pt x="134" y="2404"/>
                    <a:pt x="117" y="2356"/>
                    <a:pt x="117" y="2287"/>
                  </a:cubicBezTo>
                  <a:cubicBezTo>
                    <a:pt x="117" y="2170"/>
                    <a:pt x="117" y="2037"/>
                    <a:pt x="101" y="1899"/>
                  </a:cubicBezTo>
                  <a:lnTo>
                    <a:pt x="101" y="1734"/>
                  </a:lnTo>
                  <a:cubicBezTo>
                    <a:pt x="85" y="1649"/>
                    <a:pt x="85" y="1564"/>
                    <a:pt x="85" y="1495"/>
                  </a:cubicBezTo>
                  <a:cubicBezTo>
                    <a:pt x="85" y="1415"/>
                    <a:pt x="85" y="1330"/>
                    <a:pt x="65" y="1261"/>
                  </a:cubicBezTo>
                  <a:lnTo>
                    <a:pt x="65" y="1091"/>
                  </a:lnTo>
                  <a:cubicBezTo>
                    <a:pt x="65" y="1043"/>
                    <a:pt x="49" y="974"/>
                    <a:pt x="49" y="926"/>
                  </a:cubicBezTo>
                  <a:cubicBezTo>
                    <a:pt x="49" y="841"/>
                    <a:pt x="49" y="740"/>
                    <a:pt x="33" y="655"/>
                  </a:cubicBezTo>
                  <a:close/>
                  <a:moveTo>
                    <a:pt x="166" y="3281"/>
                  </a:moveTo>
                  <a:lnTo>
                    <a:pt x="166" y="3366"/>
                  </a:lnTo>
                  <a:cubicBezTo>
                    <a:pt x="166" y="3467"/>
                    <a:pt x="166" y="3568"/>
                    <a:pt x="186" y="3685"/>
                  </a:cubicBezTo>
                  <a:cubicBezTo>
                    <a:pt x="186" y="3786"/>
                    <a:pt x="202" y="3887"/>
                    <a:pt x="202" y="4040"/>
                  </a:cubicBezTo>
                  <a:cubicBezTo>
                    <a:pt x="202" y="4056"/>
                    <a:pt x="202" y="4073"/>
                    <a:pt x="235" y="4073"/>
                  </a:cubicBezTo>
                  <a:cubicBezTo>
                    <a:pt x="218" y="4056"/>
                    <a:pt x="218" y="4056"/>
                    <a:pt x="218" y="4040"/>
                  </a:cubicBezTo>
                  <a:cubicBezTo>
                    <a:pt x="202" y="3887"/>
                    <a:pt x="202" y="3786"/>
                    <a:pt x="202" y="3685"/>
                  </a:cubicBezTo>
                  <a:cubicBezTo>
                    <a:pt x="186" y="3568"/>
                    <a:pt x="186" y="3467"/>
                    <a:pt x="186" y="3366"/>
                  </a:cubicBezTo>
                  <a:cubicBezTo>
                    <a:pt x="186" y="3333"/>
                    <a:pt x="186" y="3313"/>
                    <a:pt x="166" y="3281"/>
                  </a:cubicBezTo>
                  <a:close/>
                  <a:moveTo>
                    <a:pt x="235" y="4073"/>
                  </a:moveTo>
                  <a:cubicBezTo>
                    <a:pt x="267" y="4089"/>
                    <a:pt x="303" y="4105"/>
                    <a:pt x="336" y="4121"/>
                  </a:cubicBezTo>
                  <a:cubicBezTo>
                    <a:pt x="352" y="4121"/>
                    <a:pt x="368" y="4121"/>
                    <a:pt x="388" y="4141"/>
                  </a:cubicBezTo>
                  <a:cubicBezTo>
                    <a:pt x="453" y="4157"/>
                    <a:pt x="521" y="4174"/>
                    <a:pt x="606" y="4190"/>
                  </a:cubicBezTo>
                  <a:cubicBezTo>
                    <a:pt x="521" y="4157"/>
                    <a:pt x="453" y="4141"/>
                    <a:pt x="404" y="4121"/>
                  </a:cubicBezTo>
                  <a:cubicBezTo>
                    <a:pt x="368" y="4121"/>
                    <a:pt x="352" y="4105"/>
                    <a:pt x="336" y="4105"/>
                  </a:cubicBezTo>
                  <a:cubicBezTo>
                    <a:pt x="303" y="4089"/>
                    <a:pt x="267" y="4089"/>
                    <a:pt x="235" y="4073"/>
                  </a:cubicBezTo>
                  <a:close/>
                  <a:moveTo>
                    <a:pt x="606" y="4190"/>
                  </a:moveTo>
                  <a:cubicBezTo>
                    <a:pt x="639" y="4206"/>
                    <a:pt x="671" y="4222"/>
                    <a:pt x="707" y="4222"/>
                  </a:cubicBezTo>
                  <a:cubicBezTo>
                    <a:pt x="671" y="4206"/>
                    <a:pt x="639" y="4190"/>
                    <a:pt x="606" y="4190"/>
                  </a:cubicBezTo>
                  <a:close/>
                  <a:moveTo>
                    <a:pt x="707" y="4222"/>
                  </a:moveTo>
                  <a:cubicBezTo>
                    <a:pt x="740" y="4242"/>
                    <a:pt x="792" y="4258"/>
                    <a:pt x="824" y="4275"/>
                  </a:cubicBezTo>
                  <a:lnTo>
                    <a:pt x="857" y="4275"/>
                  </a:lnTo>
                  <a:cubicBezTo>
                    <a:pt x="925" y="4291"/>
                    <a:pt x="994" y="4307"/>
                    <a:pt x="1059" y="4343"/>
                  </a:cubicBezTo>
                  <a:lnTo>
                    <a:pt x="1111" y="4343"/>
                  </a:lnTo>
                  <a:cubicBezTo>
                    <a:pt x="1095" y="4343"/>
                    <a:pt x="1095" y="4323"/>
                    <a:pt x="1075" y="4323"/>
                  </a:cubicBezTo>
                  <a:cubicBezTo>
                    <a:pt x="994" y="4307"/>
                    <a:pt x="925" y="4275"/>
                    <a:pt x="857" y="4258"/>
                  </a:cubicBezTo>
                  <a:lnTo>
                    <a:pt x="841" y="4258"/>
                  </a:lnTo>
                  <a:cubicBezTo>
                    <a:pt x="792" y="4242"/>
                    <a:pt x="756" y="4222"/>
                    <a:pt x="707" y="4222"/>
                  </a:cubicBezTo>
                  <a:close/>
                  <a:moveTo>
                    <a:pt x="1111" y="4343"/>
                  </a:moveTo>
                  <a:cubicBezTo>
                    <a:pt x="1127" y="4359"/>
                    <a:pt x="1144" y="4359"/>
                    <a:pt x="1160" y="4359"/>
                  </a:cubicBezTo>
                  <a:cubicBezTo>
                    <a:pt x="1176" y="4376"/>
                    <a:pt x="1212" y="4376"/>
                    <a:pt x="1228" y="4392"/>
                  </a:cubicBezTo>
                  <a:lnTo>
                    <a:pt x="1261" y="4392"/>
                  </a:lnTo>
                  <a:cubicBezTo>
                    <a:pt x="1261" y="4376"/>
                    <a:pt x="1245" y="4376"/>
                    <a:pt x="1228" y="4376"/>
                  </a:cubicBezTo>
                  <a:cubicBezTo>
                    <a:pt x="1212" y="4359"/>
                    <a:pt x="1196" y="4359"/>
                    <a:pt x="1160" y="4343"/>
                  </a:cubicBezTo>
                  <a:close/>
                  <a:moveTo>
                    <a:pt x="1261" y="4392"/>
                  </a:moveTo>
                  <a:cubicBezTo>
                    <a:pt x="1297" y="4408"/>
                    <a:pt x="1329" y="4424"/>
                    <a:pt x="1362" y="4424"/>
                  </a:cubicBezTo>
                  <a:lnTo>
                    <a:pt x="1362" y="4408"/>
                  </a:lnTo>
                  <a:cubicBezTo>
                    <a:pt x="1329" y="4408"/>
                    <a:pt x="1297" y="4392"/>
                    <a:pt x="1261" y="43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a:off x="1679117" y="477849"/>
              <a:ext cx="55125" cy="41816"/>
            </a:xfrm>
            <a:custGeom>
              <a:rect b="b" l="l" r="r" t="t"/>
              <a:pathLst>
                <a:path extrusionOk="0" h="421" w="555">
                  <a:moveTo>
                    <a:pt x="538" y="1"/>
                  </a:moveTo>
                  <a:cubicBezTo>
                    <a:pt x="469" y="49"/>
                    <a:pt x="405" y="102"/>
                    <a:pt x="352" y="150"/>
                  </a:cubicBezTo>
                  <a:cubicBezTo>
                    <a:pt x="267" y="203"/>
                    <a:pt x="203" y="267"/>
                    <a:pt x="118" y="320"/>
                  </a:cubicBezTo>
                  <a:cubicBezTo>
                    <a:pt x="86" y="336"/>
                    <a:pt x="65" y="368"/>
                    <a:pt x="33" y="388"/>
                  </a:cubicBezTo>
                  <a:lnTo>
                    <a:pt x="17" y="405"/>
                  </a:lnTo>
                  <a:lnTo>
                    <a:pt x="1" y="421"/>
                  </a:lnTo>
                  <a:lnTo>
                    <a:pt x="17" y="421"/>
                  </a:lnTo>
                  <a:cubicBezTo>
                    <a:pt x="33" y="405"/>
                    <a:pt x="33" y="405"/>
                    <a:pt x="49" y="388"/>
                  </a:cubicBezTo>
                  <a:cubicBezTo>
                    <a:pt x="65" y="368"/>
                    <a:pt x="102" y="352"/>
                    <a:pt x="134" y="336"/>
                  </a:cubicBezTo>
                  <a:cubicBezTo>
                    <a:pt x="203" y="287"/>
                    <a:pt x="287" y="219"/>
                    <a:pt x="352" y="166"/>
                  </a:cubicBezTo>
                  <a:cubicBezTo>
                    <a:pt x="421" y="118"/>
                    <a:pt x="489" y="65"/>
                    <a:pt x="554" y="17"/>
                  </a:cubicBezTo>
                  <a:lnTo>
                    <a:pt x="5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a:off x="2533412" y="454209"/>
              <a:ext cx="6853" cy="3675"/>
            </a:xfrm>
            <a:custGeom>
              <a:rect b="b" l="l" r="r" t="t"/>
              <a:pathLst>
                <a:path extrusionOk="0" h="37" w="69">
                  <a:moveTo>
                    <a:pt x="0" y="0"/>
                  </a:moveTo>
                  <a:lnTo>
                    <a:pt x="0" y="21"/>
                  </a:lnTo>
                  <a:cubicBezTo>
                    <a:pt x="16" y="21"/>
                    <a:pt x="32" y="21"/>
                    <a:pt x="32" y="37"/>
                  </a:cubicBezTo>
                  <a:lnTo>
                    <a:pt x="69" y="37"/>
                  </a:lnTo>
                  <a:cubicBezTo>
                    <a:pt x="69" y="37"/>
                    <a:pt x="49" y="21"/>
                    <a:pt x="32" y="21"/>
                  </a:cubicBezTo>
                  <a:cubicBezTo>
                    <a:pt x="32" y="21"/>
                    <a:pt x="16"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a:off x="2595192" y="969408"/>
              <a:ext cx="3278" cy="11720"/>
            </a:xfrm>
            <a:custGeom>
              <a:rect b="b" l="l" r="r" t="t"/>
              <a:pathLst>
                <a:path extrusionOk="0" h="118" w="33">
                  <a:moveTo>
                    <a:pt x="16" y="0"/>
                  </a:moveTo>
                  <a:cubicBezTo>
                    <a:pt x="0" y="16"/>
                    <a:pt x="0" y="49"/>
                    <a:pt x="16" y="65"/>
                  </a:cubicBezTo>
                  <a:cubicBezTo>
                    <a:pt x="16" y="49"/>
                    <a:pt x="16" y="33"/>
                    <a:pt x="33" y="0"/>
                  </a:cubicBezTo>
                  <a:close/>
                  <a:moveTo>
                    <a:pt x="16" y="65"/>
                  </a:moveTo>
                  <a:lnTo>
                    <a:pt x="16" y="101"/>
                  </a:lnTo>
                  <a:lnTo>
                    <a:pt x="16" y="117"/>
                  </a:lnTo>
                  <a:lnTo>
                    <a:pt x="33" y="117"/>
                  </a:lnTo>
                  <a:lnTo>
                    <a:pt x="33" y="101"/>
                  </a:lnTo>
                  <a:cubicBezTo>
                    <a:pt x="16" y="85"/>
                    <a:pt x="16" y="85"/>
                    <a:pt x="16"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9"/>
            <p:cNvSpPr/>
            <p:nvPr/>
          </p:nvSpPr>
          <p:spPr>
            <a:xfrm>
              <a:off x="2483252" y="939313"/>
              <a:ext cx="3278" cy="41816"/>
            </a:xfrm>
            <a:custGeom>
              <a:rect b="b" l="l" r="r" t="t"/>
              <a:pathLst>
                <a:path extrusionOk="0" h="421" w="33">
                  <a:moveTo>
                    <a:pt x="16" y="0"/>
                  </a:moveTo>
                  <a:cubicBezTo>
                    <a:pt x="0" y="33"/>
                    <a:pt x="0" y="65"/>
                    <a:pt x="0" y="101"/>
                  </a:cubicBezTo>
                  <a:lnTo>
                    <a:pt x="0" y="150"/>
                  </a:lnTo>
                  <a:cubicBezTo>
                    <a:pt x="0" y="166"/>
                    <a:pt x="0" y="186"/>
                    <a:pt x="16" y="202"/>
                  </a:cubicBezTo>
                  <a:lnTo>
                    <a:pt x="16" y="150"/>
                  </a:lnTo>
                  <a:lnTo>
                    <a:pt x="16" y="101"/>
                  </a:lnTo>
                  <a:lnTo>
                    <a:pt x="16" y="0"/>
                  </a:lnTo>
                  <a:close/>
                  <a:moveTo>
                    <a:pt x="16" y="202"/>
                  </a:moveTo>
                  <a:lnTo>
                    <a:pt x="16" y="235"/>
                  </a:lnTo>
                  <a:lnTo>
                    <a:pt x="16" y="352"/>
                  </a:lnTo>
                  <a:lnTo>
                    <a:pt x="16" y="420"/>
                  </a:lnTo>
                  <a:lnTo>
                    <a:pt x="32" y="420"/>
                  </a:lnTo>
                  <a:lnTo>
                    <a:pt x="32" y="352"/>
                  </a:lnTo>
                  <a:lnTo>
                    <a:pt x="32" y="235"/>
                  </a:lnTo>
                  <a:cubicBezTo>
                    <a:pt x="16" y="218"/>
                    <a:pt x="16" y="218"/>
                    <a:pt x="16" y="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9"/>
            <p:cNvSpPr/>
            <p:nvPr/>
          </p:nvSpPr>
          <p:spPr>
            <a:xfrm>
              <a:off x="2553475" y="460963"/>
              <a:ext cx="53437" cy="443089"/>
            </a:xfrm>
            <a:custGeom>
              <a:rect b="b" l="l" r="r" t="t"/>
              <a:pathLst>
                <a:path extrusionOk="0" h="4461" w="538">
                  <a:moveTo>
                    <a:pt x="16" y="1"/>
                  </a:moveTo>
                  <a:cubicBezTo>
                    <a:pt x="0" y="17"/>
                    <a:pt x="16" y="54"/>
                    <a:pt x="16" y="70"/>
                  </a:cubicBezTo>
                  <a:lnTo>
                    <a:pt x="16" y="134"/>
                  </a:lnTo>
                  <a:lnTo>
                    <a:pt x="16" y="171"/>
                  </a:lnTo>
                  <a:lnTo>
                    <a:pt x="32" y="187"/>
                  </a:lnTo>
                  <a:lnTo>
                    <a:pt x="32" y="171"/>
                  </a:lnTo>
                  <a:lnTo>
                    <a:pt x="32" y="134"/>
                  </a:lnTo>
                  <a:lnTo>
                    <a:pt x="32" y="70"/>
                  </a:lnTo>
                  <a:cubicBezTo>
                    <a:pt x="16" y="54"/>
                    <a:pt x="16" y="33"/>
                    <a:pt x="32" y="17"/>
                  </a:cubicBezTo>
                  <a:lnTo>
                    <a:pt x="69" y="17"/>
                  </a:lnTo>
                  <a:lnTo>
                    <a:pt x="69" y="1"/>
                  </a:lnTo>
                  <a:close/>
                  <a:moveTo>
                    <a:pt x="69" y="17"/>
                  </a:moveTo>
                  <a:lnTo>
                    <a:pt x="85" y="33"/>
                  </a:lnTo>
                  <a:cubicBezTo>
                    <a:pt x="186" y="70"/>
                    <a:pt x="303" y="118"/>
                    <a:pt x="404" y="154"/>
                  </a:cubicBezTo>
                  <a:cubicBezTo>
                    <a:pt x="420" y="171"/>
                    <a:pt x="436" y="171"/>
                    <a:pt x="436" y="171"/>
                  </a:cubicBezTo>
                  <a:cubicBezTo>
                    <a:pt x="473" y="187"/>
                    <a:pt x="505" y="187"/>
                    <a:pt x="521" y="203"/>
                  </a:cubicBezTo>
                  <a:lnTo>
                    <a:pt x="537" y="203"/>
                  </a:lnTo>
                  <a:cubicBezTo>
                    <a:pt x="505" y="171"/>
                    <a:pt x="473" y="171"/>
                    <a:pt x="453" y="154"/>
                  </a:cubicBezTo>
                  <a:lnTo>
                    <a:pt x="420" y="154"/>
                  </a:lnTo>
                  <a:cubicBezTo>
                    <a:pt x="303" y="102"/>
                    <a:pt x="202" y="54"/>
                    <a:pt x="85" y="17"/>
                  </a:cubicBezTo>
                  <a:close/>
                  <a:moveTo>
                    <a:pt x="32" y="187"/>
                  </a:moveTo>
                  <a:lnTo>
                    <a:pt x="32" y="272"/>
                  </a:lnTo>
                  <a:cubicBezTo>
                    <a:pt x="32" y="288"/>
                    <a:pt x="32" y="320"/>
                    <a:pt x="49" y="336"/>
                  </a:cubicBezTo>
                  <a:lnTo>
                    <a:pt x="49" y="272"/>
                  </a:lnTo>
                  <a:cubicBezTo>
                    <a:pt x="49" y="235"/>
                    <a:pt x="49" y="203"/>
                    <a:pt x="32" y="187"/>
                  </a:cubicBezTo>
                  <a:close/>
                  <a:moveTo>
                    <a:pt x="49" y="336"/>
                  </a:moveTo>
                  <a:lnTo>
                    <a:pt x="49" y="437"/>
                  </a:lnTo>
                  <a:lnTo>
                    <a:pt x="49" y="490"/>
                  </a:lnTo>
                  <a:cubicBezTo>
                    <a:pt x="69" y="558"/>
                    <a:pt x="69" y="639"/>
                    <a:pt x="85" y="724"/>
                  </a:cubicBezTo>
                  <a:cubicBezTo>
                    <a:pt x="85" y="760"/>
                    <a:pt x="85" y="793"/>
                    <a:pt x="101" y="841"/>
                  </a:cubicBezTo>
                  <a:lnTo>
                    <a:pt x="101" y="708"/>
                  </a:lnTo>
                  <a:cubicBezTo>
                    <a:pt x="85" y="639"/>
                    <a:pt x="85" y="558"/>
                    <a:pt x="69" y="490"/>
                  </a:cubicBezTo>
                  <a:lnTo>
                    <a:pt x="69" y="437"/>
                  </a:lnTo>
                  <a:cubicBezTo>
                    <a:pt x="69" y="405"/>
                    <a:pt x="69" y="373"/>
                    <a:pt x="49" y="336"/>
                  </a:cubicBezTo>
                  <a:close/>
                  <a:moveTo>
                    <a:pt x="101" y="841"/>
                  </a:moveTo>
                  <a:lnTo>
                    <a:pt x="101" y="926"/>
                  </a:lnTo>
                  <a:cubicBezTo>
                    <a:pt x="101" y="962"/>
                    <a:pt x="117" y="995"/>
                    <a:pt x="117" y="1027"/>
                  </a:cubicBezTo>
                  <a:lnTo>
                    <a:pt x="117" y="1144"/>
                  </a:lnTo>
                  <a:cubicBezTo>
                    <a:pt x="133" y="1181"/>
                    <a:pt x="133" y="1213"/>
                    <a:pt x="133" y="1265"/>
                  </a:cubicBezTo>
                  <a:cubicBezTo>
                    <a:pt x="133" y="1298"/>
                    <a:pt x="150" y="1330"/>
                    <a:pt x="150" y="1366"/>
                  </a:cubicBezTo>
                  <a:cubicBezTo>
                    <a:pt x="150" y="1399"/>
                    <a:pt x="150" y="1447"/>
                    <a:pt x="170" y="1484"/>
                  </a:cubicBezTo>
                  <a:lnTo>
                    <a:pt x="170" y="1366"/>
                  </a:lnTo>
                  <a:cubicBezTo>
                    <a:pt x="150" y="1330"/>
                    <a:pt x="150" y="1298"/>
                    <a:pt x="150" y="1265"/>
                  </a:cubicBezTo>
                  <a:cubicBezTo>
                    <a:pt x="150" y="1213"/>
                    <a:pt x="150" y="1181"/>
                    <a:pt x="133" y="1144"/>
                  </a:cubicBezTo>
                  <a:lnTo>
                    <a:pt x="133" y="1011"/>
                  </a:lnTo>
                  <a:cubicBezTo>
                    <a:pt x="117" y="995"/>
                    <a:pt x="117" y="962"/>
                    <a:pt x="117" y="926"/>
                  </a:cubicBezTo>
                  <a:cubicBezTo>
                    <a:pt x="117" y="894"/>
                    <a:pt x="117" y="861"/>
                    <a:pt x="101" y="841"/>
                  </a:cubicBezTo>
                  <a:close/>
                  <a:moveTo>
                    <a:pt x="170" y="1484"/>
                  </a:moveTo>
                  <a:lnTo>
                    <a:pt x="170" y="1516"/>
                  </a:lnTo>
                  <a:lnTo>
                    <a:pt x="170" y="1617"/>
                  </a:lnTo>
                  <a:lnTo>
                    <a:pt x="186" y="1669"/>
                  </a:lnTo>
                  <a:lnTo>
                    <a:pt x="186" y="1617"/>
                  </a:lnTo>
                  <a:lnTo>
                    <a:pt x="186" y="1516"/>
                  </a:lnTo>
                  <a:lnTo>
                    <a:pt x="170" y="1484"/>
                  </a:lnTo>
                  <a:close/>
                  <a:moveTo>
                    <a:pt x="186" y="1669"/>
                  </a:moveTo>
                  <a:lnTo>
                    <a:pt x="186" y="1718"/>
                  </a:lnTo>
                  <a:cubicBezTo>
                    <a:pt x="186" y="1770"/>
                    <a:pt x="186" y="1803"/>
                    <a:pt x="202" y="1835"/>
                  </a:cubicBezTo>
                  <a:lnTo>
                    <a:pt x="202" y="1718"/>
                  </a:lnTo>
                  <a:cubicBezTo>
                    <a:pt x="202" y="1702"/>
                    <a:pt x="202" y="1686"/>
                    <a:pt x="186" y="1669"/>
                  </a:cubicBezTo>
                  <a:close/>
                  <a:moveTo>
                    <a:pt x="202" y="1835"/>
                  </a:moveTo>
                  <a:lnTo>
                    <a:pt x="202" y="1936"/>
                  </a:lnTo>
                  <a:cubicBezTo>
                    <a:pt x="202" y="1972"/>
                    <a:pt x="218" y="2005"/>
                    <a:pt x="218" y="2053"/>
                  </a:cubicBezTo>
                  <a:lnTo>
                    <a:pt x="218" y="2089"/>
                  </a:lnTo>
                  <a:cubicBezTo>
                    <a:pt x="218" y="2106"/>
                    <a:pt x="218" y="2106"/>
                    <a:pt x="234" y="2122"/>
                  </a:cubicBezTo>
                  <a:lnTo>
                    <a:pt x="234" y="2089"/>
                  </a:lnTo>
                  <a:lnTo>
                    <a:pt x="234" y="2053"/>
                  </a:lnTo>
                  <a:cubicBezTo>
                    <a:pt x="218" y="2005"/>
                    <a:pt x="218" y="1972"/>
                    <a:pt x="218" y="1920"/>
                  </a:cubicBezTo>
                  <a:cubicBezTo>
                    <a:pt x="218" y="1904"/>
                    <a:pt x="218" y="1871"/>
                    <a:pt x="202" y="1835"/>
                  </a:cubicBezTo>
                  <a:close/>
                  <a:moveTo>
                    <a:pt x="234" y="2122"/>
                  </a:moveTo>
                  <a:lnTo>
                    <a:pt x="234" y="2291"/>
                  </a:lnTo>
                  <a:cubicBezTo>
                    <a:pt x="251" y="2324"/>
                    <a:pt x="251" y="2376"/>
                    <a:pt x="251" y="2409"/>
                  </a:cubicBezTo>
                  <a:cubicBezTo>
                    <a:pt x="251" y="2477"/>
                    <a:pt x="271" y="2526"/>
                    <a:pt x="271" y="2594"/>
                  </a:cubicBezTo>
                  <a:cubicBezTo>
                    <a:pt x="287" y="2643"/>
                    <a:pt x="287" y="2695"/>
                    <a:pt x="287" y="2744"/>
                  </a:cubicBezTo>
                  <a:cubicBezTo>
                    <a:pt x="303" y="2780"/>
                    <a:pt x="303" y="2813"/>
                    <a:pt x="303" y="2829"/>
                  </a:cubicBezTo>
                  <a:lnTo>
                    <a:pt x="303" y="2914"/>
                  </a:lnTo>
                  <a:cubicBezTo>
                    <a:pt x="303" y="2962"/>
                    <a:pt x="319" y="2998"/>
                    <a:pt x="319" y="3047"/>
                  </a:cubicBezTo>
                  <a:cubicBezTo>
                    <a:pt x="319" y="3099"/>
                    <a:pt x="335" y="3132"/>
                    <a:pt x="335" y="3164"/>
                  </a:cubicBezTo>
                  <a:lnTo>
                    <a:pt x="335" y="3265"/>
                  </a:lnTo>
                  <a:cubicBezTo>
                    <a:pt x="352" y="3285"/>
                    <a:pt x="352" y="3318"/>
                    <a:pt x="352" y="3350"/>
                  </a:cubicBezTo>
                  <a:cubicBezTo>
                    <a:pt x="352" y="3451"/>
                    <a:pt x="372" y="3552"/>
                    <a:pt x="388" y="3669"/>
                  </a:cubicBezTo>
                  <a:lnTo>
                    <a:pt x="388" y="3705"/>
                  </a:lnTo>
                  <a:cubicBezTo>
                    <a:pt x="388" y="3722"/>
                    <a:pt x="404" y="3738"/>
                    <a:pt x="404" y="3754"/>
                  </a:cubicBezTo>
                  <a:lnTo>
                    <a:pt x="404" y="3705"/>
                  </a:lnTo>
                  <a:lnTo>
                    <a:pt x="404" y="3669"/>
                  </a:lnTo>
                  <a:cubicBezTo>
                    <a:pt x="388" y="3552"/>
                    <a:pt x="372" y="3451"/>
                    <a:pt x="372" y="3350"/>
                  </a:cubicBezTo>
                  <a:cubicBezTo>
                    <a:pt x="352" y="3318"/>
                    <a:pt x="352" y="3285"/>
                    <a:pt x="352" y="3265"/>
                  </a:cubicBezTo>
                  <a:lnTo>
                    <a:pt x="352" y="3164"/>
                  </a:lnTo>
                  <a:cubicBezTo>
                    <a:pt x="335" y="3132"/>
                    <a:pt x="335" y="3099"/>
                    <a:pt x="335" y="3047"/>
                  </a:cubicBezTo>
                  <a:cubicBezTo>
                    <a:pt x="335" y="2998"/>
                    <a:pt x="319" y="2962"/>
                    <a:pt x="319" y="2914"/>
                  </a:cubicBezTo>
                  <a:lnTo>
                    <a:pt x="319" y="2829"/>
                  </a:lnTo>
                  <a:cubicBezTo>
                    <a:pt x="303" y="2813"/>
                    <a:pt x="303" y="2780"/>
                    <a:pt x="303" y="2744"/>
                  </a:cubicBezTo>
                  <a:cubicBezTo>
                    <a:pt x="303" y="2695"/>
                    <a:pt x="287" y="2643"/>
                    <a:pt x="287" y="2594"/>
                  </a:cubicBezTo>
                  <a:cubicBezTo>
                    <a:pt x="287" y="2526"/>
                    <a:pt x="271" y="2477"/>
                    <a:pt x="271" y="2409"/>
                  </a:cubicBezTo>
                  <a:cubicBezTo>
                    <a:pt x="271" y="2376"/>
                    <a:pt x="251" y="2324"/>
                    <a:pt x="251" y="2291"/>
                  </a:cubicBezTo>
                  <a:cubicBezTo>
                    <a:pt x="251" y="2223"/>
                    <a:pt x="251" y="2174"/>
                    <a:pt x="234" y="2122"/>
                  </a:cubicBezTo>
                  <a:close/>
                  <a:moveTo>
                    <a:pt x="404" y="3754"/>
                  </a:moveTo>
                  <a:lnTo>
                    <a:pt x="404" y="3790"/>
                  </a:lnTo>
                  <a:cubicBezTo>
                    <a:pt x="404" y="3806"/>
                    <a:pt x="420" y="3823"/>
                    <a:pt x="404" y="3839"/>
                  </a:cubicBezTo>
                  <a:cubicBezTo>
                    <a:pt x="404" y="3891"/>
                    <a:pt x="404" y="3924"/>
                    <a:pt x="420" y="3956"/>
                  </a:cubicBezTo>
                  <a:lnTo>
                    <a:pt x="420" y="3839"/>
                  </a:lnTo>
                  <a:lnTo>
                    <a:pt x="420" y="3790"/>
                  </a:lnTo>
                  <a:cubicBezTo>
                    <a:pt x="420" y="3770"/>
                    <a:pt x="420" y="3770"/>
                    <a:pt x="404" y="3754"/>
                  </a:cubicBezTo>
                  <a:close/>
                  <a:moveTo>
                    <a:pt x="420" y="3956"/>
                  </a:moveTo>
                  <a:lnTo>
                    <a:pt x="420" y="4073"/>
                  </a:lnTo>
                  <a:cubicBezTo>
                    <a:pt x="420" y="4093"/>
                    <a:pt x="436" y="4109"/>
                    <a:pt x="436" y="4125"/>
                  </a:cubicBezTo>
                  <a:lnTo>
                    <a:pt x="436" y="4073"/>
                  </a:lnTo>
                  <a:cubicBezTo>
                    <a:pt x="436" y="4041"/>
                    <a:pt x="436" y="3992"/>
                    <a:pt x="420" y="3956"/>
                  </a:cubicBezTo>
                  <a:close/>
                  <a:moveTo>
                    <a:pt x="436" y="4125"/>
                  </a:moveTo>
                  <a:lnTo>
                    <a:pt x="436" y="4174"/>
                  </a:lnTo>
                  <a:cubicBezTo>
                    <a:pt x="436" y="4226"/>
                    <a:pt x="436" y="4259"/>
                    <a:pt x="453" y="4295"/>
                  </a:cubicBezTo>
                  <a:lnTo>
                    <a:pt x="453" y="4174"/>
                  </a:lnTo>
                  <a:lnTo>
                    <a:pt x="436" y="4125"/>
                  </a:lnTo>
                  <a:close/>
                  <a:moveTo>
                    <a:pt x="453" y="4311"/>
                  </a:moveTo>
                  <a:lnTo>
                    <a:pt x="453" y="4376"/>
                  </a:lnTo>
                  <a:lnTo>
                    <a:pt x="453" y="4428"/>
                  </a:lnTo>
                  <a:lnTo>
                    <a:pt x="453" y="4445"/>
                  </a:lnTo>
                  <a:lnTo>
                    <a:pt x="473" y="4461"/>
                  </a:lnTo>
                  <a:lnTo>
                    <a:pt x="473" y="4445"/>
                  </a:lnTo>
                  <a:lnTo>
                    <a:pt x="473" y="4428"/>
                  </a:lnTo>
                  <a:lnTo>
                    <a:pt x="473" y="4376"/>
                  </a:lnTo>
                  <a:cubicBezTo>
                    <a:pt x="473" y="4360"/>
                    <a:pt x="473" y="4327"/>
                    <a:pt x="453" y="43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9"/>
            <p:cNvSpPr/>
            <p:nvPr/>
          </p:nvSpPr>
          <p:spPr>
            <a:xfrm>
              <a:off x="1672363" y="674909"/>
              <a:ext cx="63469" cy="40227"/>
            </a:xfrm>
            <a:custGeom>
              <a:rect b="b" l="l" r="r" t="t"/>
              <a:pathLst>
                <a:path extrusionOk="0" h="405" w="639">
                  <a:moveTo>
                    <a:pt x="622" y="0"/>
                  </a:moveTo>
                  <a:cubicBezTo>
                    <a:pt x="590" y="0"/>
                    <a:pt x="574" y="20"/>
                    <a:pt x="557" y="36"/>
                  </a:cubicBezTo>
                  <a:cubicBezTo>
                    <a:pt x="574" y="36"/>
                    <a:pt x="606" y="20"/>
                    <a:pt x="622" y="20"/>
                  </a:cubicBezTo>
                  <a:lnTo>
                    <a:pt x="638" y="0"/>
                  </a:lnTo>
                  <a:close/>
                  <a:moveTo>
                    <a:pt x="537" y="53"/>
                  </a:moveTo>
                  <a:lnTo>
                    <a:pt x="537" y="53"/>
                  </a:lnTo>
                  <a:cubicBezTo>
                    <a:pt x="420" y="121"/>
                    <a:pt x="319" y="186"/>
                    <a:pt x="202" y="255"/>
                  </a:cubicBezTo>
                  <a:cubicBezTo>
                    <a:pt x="170" y="287"/>
                    <a:pt x="117" y="303"/>
                    <a:pt x="85" y="339"/>
                  </a:cubicBezTo>
                  <a:cubicBezTo>
                    <a:pt x="69" y="356"/>
                    <a:pt x="32" y="372"/>
                    <a:pt x="16" y="372"/>
                  </a:cubicBezTo>
                  <a:cubicBezTo>
                    <a:pt x="16" y="388"/>
                    <a:pt x="0" y="388"/>
                    <a:pt x="0" y="404"/>
                  </a:cubicBezTo>
                  <a:cubicBezTo>
                    <a:pt x="16" y="404"/>
                    <a:pt x="16" y="388"/>
                    <a:pt x="32" y="388"/>
                  </a:cubicBezTo>
                  <a:cubicBezTo>
                    <a:pt x="53" y="372"/>
                    <a:pt x="69" y="356"/>
                    <a:pt x="85" y="356"/>
                  </a:cubicBezTo>
                  <a:cubicBezTo>
                    <a:pt x="133" y="323"/>
                    <a:pt x="170" y="287"/>
                    <a:pt x="218" y="271"/>
                  </a:cubicBezTo>
                  <a:cubicBezTo>
                    <a:pt x="319" y="202"/>
                    <a:pt x="436" y="121"/>
                    <a:pt x="537"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9"/>
            <p:cNvSpPr/>
            <p:nvPr/>
          </p:nvSpPr>
          <p:spPr>
            <a:xfrm>
              <a:off x="2688657" y="514400"/>
              <a:ext cx="52245" cy="22149"/>
            </a:xfrm>
            <a:custGeom>
              <a:rect b="b" l="l" r="r" t="t"/>
              <a:pathLst>
                <a:path extrusionOk="0" h="223" w="526">
                  <a:moveTo>
                    <a:pt x="0" y="0"/>
                  </a:moveTo>
                  <a:lnTo>
                    <a:pt x="21" y="20"/>
                  </a:lnTo>
                  <a:cubicBezTo>
                    <a:pt x="69" y="20"/>
                    <a:pt x="101" y="37"/>
                    <a:pt x="154" y="69"/>
                  </a:cubicBezTo>
                  <a:cubicBezTo>
                    <a:pt x="170" y="69"/>
                    <a:pt x="186" y="85"/>
                    <a:pt x="202" y="85"/>
                  </a:cubicBezTo>
                  <a:cubicBezTo>
                    <a:pt x="239" y="101"/>
                    <a:pt x="271" y="121"/>
                    <a:pt x="303" y="138"/>
                  </a:cubicBezTo>
                  <a:cubicBezTo>
                    <a:pt x="372" y="154"/>
                    <a:pt x="441" y="170"/>
                    <a:pt x="489" y="202"/>
                  </a:cubicBezTo>
                  <a:lnTo>
                    <a:pt x="505" y="202"/>
                  </a:lnTo>
                  <a:lnTo>
                    <a:pt x="505" y="222"/>
                  </a:lnTo>
                  <a:lnTo>
                    <a:pt x="526" y="222"/>
                  </a:lnTo>
                  <a:cubicBezTo>
                    <a:pt x="526" y="202"/>
                    <a:pt x="526" y="186"/>
                    <a:pt x="505" y="186"/>
                  </a:cubicBezTo>
                  <a:cubicBezTo>
                    <a:pt x="441" y="170"/>
                    <a:pt x="372" y="138"/>
                    <a:pt x="324" y="121"/>
                  </a:cubicBezTo>
                  <a:cubicBezTo>
                    <a:pt x="287" y="101"/>
                    <a:pt x="255" y="85"/>
                    <a:pt x="202" y="69"/>
                  </a:cubicBezTo>
                  <a:cubicBezTo>
                    <a:pt x="186" y="69"/>
                    <a:pt x="170" y="53"/>
                    <a:pt x="154" y="53"/>
                  </a:cubicBezTo>
                  <a:cubicBezTo>
                    <a:pt x="122" y="37"/>
                    <a:pt x="69" y="2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9"/>
            <p:cNvSpPr/>
            <p:nvPr/>
          </p:nvSpPr>
          <p:spPr>
            <a:xfrm>
              <a:off x="1663920" y="780393"/>
              <a:ext cx="68634" cy="40227"/>
            </a:xfrm>
            <a:custGeom>
              <a:rect b="b" l="l" r="r" t="t"/>
              <a:pathLst>
                <a:path extrusionOk="0" h="405" w="691">
                  <a:moveTo>
                    <a:pt x="691" y="1"/>
                  </a:moveTo>
                  <a:cubicBezTo>
                    <a:pt x="659" y="1"/>
                    <a:pt x="642" y="17"/>
                    <a:pt x="622" y="17"/>
                  </a:cubicBezTo>
                  <a:lnTo>
                    <a:pt x="590" y="33"/>
                  </a:lnTo>
                  <a:cubicBezTo>
                    <a:pt x="473" y="118"/>
                    <a:pt x="356" y="186"/>
                    <a:pt x="255" y="235"/>
                  </a:cubicBezTo>
                  <a:cubicBezTo>
                    <a:pt x="186" y="287"/>
                    <a:pt x="117" y="320"/>
                    <a:pt x="53" y="372"/>
                  </a:cubicBezTo>
                  <a:cubicBezTo>
                    <a:pt x="37" y="388"/>
                    <a:pt x="16" y="388"/>
                    <a:pt x="0" y="388"/>
                  </a:cubicBezTo>
                  <a:lnTo>
                    <a:pt x="0" y="405"/>
                  </a:lnTo>
                  <a:lnTo>
                    <a:pt x="16" y="405"/>
                  </a:lnTo>
                  <a:cubicBezTo>
                    <a:pt x="37" y="405"/>
                    <a:pt x="37" y="388"/>
                    <a:pt x="53" y="388"/>
                  </a:cubicBezTo>
                  <a:cubicBezTo>
                    <a:pt x="117" y="336"/>
                    <a:pt x="202" y="287"/>
                    <a:pt x="271" y="251"/>
                  </a:cubicBezTo>
                  <a:cubicBezTo>
                    <a:pt x="356" y="203"/>
                    <a:pt x="473" y="118"/>
                    <a:pt x="606" y="49"/>
                  </a:cubicBezTo>
                  <a:lnTo>
                    <a:pt x="622" y="33"/>
                  </a:lnTo>
                  <a:cubicBezTo>
                    <a:pt x="642" y="17"/>
                    <a:pt x="659" y="1"/>
                    <a:pt x="6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9"/>
            <p:cNvSpPr/>
            <p:nvPr/>
          </p:nvSpPr>
          <p:spPr>
            <a:xfrm>
              <a:off x="1672363" y="661600"/>
              <a:ext cx="63469" cy="41816"/>
            </a:xfrm>
            <a:custGeom>
              <a:rect b="b" l="l" r="r" t="t"/>
              <a:pathLst>
                <a:path extrusionOk="0" h="421" w="639">
                  <a:moveTo>
                    <a:pt x="622" y="1"/>
                  </a:moveTo>
                  <a:cubicBezTo>
                    <a:pt x="606" y="1"/>
                    <a:pt x="590" y="17"/>
                    <a:pt x="574" y="33"/>
                  </a:cubicBezTo>
                  <a:cubicBezTo>
                    <a:pt x="590" y="33"/>
                    <a:pt x="606" y="17"/>
                    <a:pt x="622" y="17"/>
                  </a:cubicBezTo>
                  <a:lnTo>
                    <a:pt x="638" y="17"/>
                  </a:lnTo>
                  <a:lnTo>
                    <a:pt x="622" y="1"/>
                  </a:lnTo>
                  <a:close/>
                  <a:moveTo>
                    <a:pt x="557" y="33"/>
                  </a:moveTo>
                  <a:cubicBezTo>
                    <a:pt x="420" y="118"/>
                    <a:pt x="287" y="219"/>
                    <a:pt x="170" y="304"/>
                  </a:cubicBezTo>
                  <a:cubicBezTo>
                    <a:pt x="303" y="219"/>
                    <a:pt x="420" y="134"/>
                    <a:pt x="557" y="53"/>
                  </a:cubicBezTo>
                  <a:lnTo>
                    <a:pt x="574" y="33"/>
                  </a:lnTo>
                  <a:close/>
                  <a:moveTo>
                    <a:pt x="16" y="389"/>
                  </a:moveTo>
                  <a:lnTo>
                    <a:pt x="0" y="405"/>
                  </a:lnTo>
                  <a:lnTo>
                    <a:pt x="0" y="421"/>
                  </a:lnTo>
                  <a:lnTo>
                    <a:pt x="16" y="405"/>
                  </a:lnTo>
                  <a:cubicBezTo>
                    <a:pt x="32" y="405"/>
                    <a:pt x="32" y="405"/>
                    <a:pt x="32" y="38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9"/>
            <p:cNvSpPr/>
            <p:nvPr/>
          </p:nvSpPr>
          <p:spPr>
            <a:xfrm>
              <a:off x="1712391" y="562970"/>
              <a:ext cx="6953" cy="6853"/>
            </a:xfrm>
            <a:custGeom>
              <a:rect b="b" l="l" r="r" t="t"/>
              <a:pathLst>
                <a:path extrusionOk="0" h="69" w="70">
                  <a:moveTo>
                    <a:pt x="70" y="0"/>
                  </a:moveTo>
                  <a:lnTo>
                    <a:pt x="1" y="53"/>
                  </a:lnTo>
                  <a:lnTo>
                    <a:pt x="1" y="69"/>
                  </a:lnTo>
                  <a:lnTo>
                    <a:pt x="70" y="16"/>
                  </a:lnTo>
                  <a:lnTo>
                    <a:pt x="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9"/>
            <p:cNvSpPr/>
            <p:nvPr/>
          </p:nvSpPr>
          <p:spPr>
            <a:xfrm>
              <a:off x="2508084" y="660011"/>
              <a:ext cx="60290" cy="20163"/>
            </a:xfrm>
            <a:custGeom>
              <a:rect b="b" l="l" r="r" t="t"/>
              <a:pathLst>
                <a:path extrusionOk="0" h="203" w="607">
                  <a:moveTo>
                    <a:pt x="1" y="1"/>
                  </a:moveTo>
                  <a:lnTo>
                    <a:pt x="1" y="17"/>
                  </a:lnTo>
                  <a:cubicBezTo>
                    <a:pt x="21" y="33"/>
                    <a:pt x="53" y="33"/>
                    <a:pt x="69" y="33"/>
                  </a:cubicBezTo>
                  <a:cubicBezTo>
                    <a:pt x="53" y="17"/>
                    <a:pt x="37" y="17"/>
                    <a:pt x="1" y="1"/>
                  </a:cubicBezTo>
                  <a:close/>
                  <a:moveTo>
                    <a:pt x="70" y="33"/>
                  </a:moveTo>
                  <a:lnTo>
                    <a:pt x="70" y="33"/>
                  </a:lnTo>
                  <a:cubicBezTo>
                    <a:pt x="138" y="49"/>
                    <a:pt x="187" y="69"/>
                    <a:pt x="239" y="102"/>
                  </a:cubicBezTo>
                  <a:cubicBezTo>
                    <a:pt x="271" y="102"/>
                    <a:pt x="324" y="118"/>
                    <a:pt x="356" y="134"/>
                  </a:cubicBezTo>
                  <a:cubicBezTo>
                    <a:pt x="405" y="150"/>
                    <a:pt x="457" y="170"/>
                    <a:pt x="506" y="186"/>
                  </a:cubicBezTo>
                  <a:lnTo>
                    <a:pt x="526" y="186"/>
                  </a:lnTo>
                  <a:cubicBezTo>
                    <a:pt x="542" y="186"/>
                    <a:pt x="574" y="203"/>
                    <a:pt x="590" y="203"/>
                  </a:cubicBezTo>
                  <a:lnTo>
                    <a:pt x="607" y="203"/>
                  </a:lnTo>
                  <a:lnTo>
                    <a:pt x="607" y="186"/>
                  </a:lnTo>
                  <a:cubicBezTo>
                    <a:pt x="574" y="186"/>
                    <a:pt x="558" y="186"/>
                    <a:pt x="526" y="170"/>
                  </a:cubicBezTo>
                  <a:lnTo>
                    <a:pt x="506" y="170"/>
                  </a:lnTo>
                  <a:cubicBezTo>
                    <a:pt x="457" y="150"/>
                    <a:pt x="405" y="134"/>
                    <a:pt x="356" y="118"/>
                  </a:cubicBezTo>
                  <a:cubicBezTo>
                    <a:pt x="324" y="102"/>
                    <a:pt x="287" y="85"/>
                    <a:pt x="239" y="85"/>
                  </a:cubicBezTo>
                  <a:cubicBezTo>
                    <a:pt x="187" y="69"/>
                    <a:pt x="138" y="49"/>
                    <a:pt x="70"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9"/>
            <p:cNvSpPr/>
            <p:nvPr/>
          </p:nvSpPr>
          <p:spPr>
            <a:xfrm>
              <a:off x="2257288" y="338992"/>
              <a:ext cx="13806" cy="199147"/>
            </a:xfrm>
            <a:custGeom>
              <a:rect b="b" l="l" r="r" t="t"/>
              <a:pathLst>
                <a:path extrusionOk="0" h="2005" w="139">
                  <a:moveTo>
                    <a:pt x="21" y="1"/>
                  </a:moveTo>
                  <a:lnTo>
                    <a:pt x="21" y="17"/>
                  </a:lnTo>
                  <a:cubicBezTo>
                    <a:pt x="1" y="49"/>
                    <a:pt x="1" y="102"/>
                    <a:pt x="21" y="150"/>
                  </a:cubicBezTo>
                  <a:cubicBezTo>
                    <a:pt x="21" y="102"/>
                    <a:pt x="21" y="49"/>
                    <a:pt x="37" y="17"/>
                  </a:cubicBezTo>
                  <a:lnTo>
                    <a:pt x="21" y="1"/>
                  </a:lnTo>
                  <a:close/>
                  <a:moveTo>
                    <a:pt x="21" y="150"/>
                  </a:moveTo>
                  <a:lnTo>
                    <a:pt x="21" y="272"/>
                  </a:lnTo>
                  <a:lnTo>
                    <a:pt x="21" y="304"/>
                  </a:lnTo>
                  <a:cubicBezTo>
                    <a:pt x="21" y="320"/>
                    <a:pt x="21" y="352"/>
                    <a:pt x="37" y="389"/>
                  </a:cubicBezTo>
                  <a:lnTo>
                    <a:pt x="37" y="304"/>
                  </a:lnTo>
                  <a:lnTo>
                    <a:pt x="37" y="272"/>
                  </a:lnTo>
                  <a:cubicBezTo>
                    <a:pt x="37" y="235"/>
                    <a:pt x="37" y="187"/>
                    <a:pt x="21" y="150"/>
                  </a:cubicBezTo>
                  <a:close/>
                  <a:moveTo>
                    <a:pt x="37" y="389"/>
                  </a:moveTo>
                  <a:lnTo>
                    <a:pt x="37" y="538"/>
                  </a:lnTo>
                  <a:lnTo>
                    <a:pt x="37" y="591"/>
                  </a:lnTo>
                  <a:lnTo>
                    <a:pt x="37" y="623"/>
                  </a:lnTo>
                  <a:cubicBezTo>
                    <a:pt x="37" y="655"/>
                    <a:pt x="53" y="692"/>
                    <a:pt x="53" y="724"/>
                  </a:cubicBezTo>
                  <a:lnTo>
                    <a:pt x="53" y="623"/>
                  </a:lnTo>
                  <a:lnTo>
                    <a:pt x="53" y="591"/>
                  </a:lnTo>
                  <a:lnTo>
                    <a:pt x="53" y="538"/>
                  </a:lnTo>
                  <a:cubicBezTo>
                    <a:pt x="53" y="490"/>
                    <a:pt x="53" y="437"/>
                    <a:pt x="37" y="389"/>
                  </a:cubicBezTo>
                  <a:close/>
                  <a:moveTo>
                    <a:pt x="53" y="724"/>
                  </a:moveTo>
                  <a:lnTo>
                    <a:pt x="53" y="793"/>
                  </a:lnTo>
                  <a:lnTo>
                    <a:pt x="53" y="809"/>
                  </a:lnTo>
                  <a:cubicBezTo>
                    <a:pt x="53" y="841"/>
                    <a:pt x="53" y="857"/>
                    <a:pt x="70" y="894"/>
                  </a:cubicBezTo>
                  <a:lnTo>
                    <a:pt x="70" y="809"/>
                  </a:lnTo>
                  <a:lnTo>
                    <a:pt x="70" y="793"/>
                  </a:lnTo>
                  <a:cubicBezTo>
                    <a:pt x="70" y="756"/>
                    <a:pt x="70" y="740"/>
                    <a:pt x="53" y="724"/>
                  </a:cubicBezTo>
                  <a:close/>
                  <a:moveTo>
                    <a:pt x="70" y="894"/>
                  </a:moveTo>
                  <a:lnTo>
                    <a:pt x="70" y="926"/>
                  </a:lnTo>
                  <a:cubicBezTo>
                    <a:pt x="86" y="926"/>
                    <a:pt x="86" y="910"/>
                    <a:pt x="70" y="894"/>
                  </a:cubicBezTo>
                  <a:close/>
                  <a:moveTo>
                    <a:pt x="70" y="942"/>
                  </a:moveTo>
                  <a:lnTo>
                    <a:pt x="70" y="995"/>
                  </a:lnTo>
                  <a:lnTo>
                    <a:pt x="70" y="1043"/>
                  </a:lnTo>
                  <a:lnTo>
                    <a:pt x="70" y="1112"/>
                  </a:lnTo>
                  <a:lnTo>
                    <a:pt x="70" y="1144"/>
                  </a:lnTo>
                  <a:lnTo>
                    <a:pt x="70" y="1181"/>
                  </a:lnTo>
                  <a:cubicBezTo>
                    <a:pt x="86" y="1197"/>
                    <a:pt x="86" y="1213"/>
                    <a:pt x="86" y="1245"/>
                  </a:cubicBezTo>
                  <a:lnTo>
                    <a:pt x="86" y="1314"/>
                  </a:lnTo>
                  <a:lnTo>
                    <a:pt x="86" y="1415"/>
                  </a:lnTo>
                  <a:cubicBezTo>
                    <a:pt x="102" y="1431"/>
                    <a:pt x="102" y="1463"/>
                    <a:pt x="102" y="1483"/>
                  </a:cubicBezTo>
                  <a:lnTo>
                    <a:pt x="102" y="1584"/>
                  </a:lnTo>
                  <a:lnTo>
                    <a:pt x="102" y="1665"/>
                  </a:lnTo>
                  <a:lnTo>
                    <a:pt x="102" y="1685"/>
                  </a:lnTo>
                  <a:cubicBezTo>
                    <a:pt x="102" y="1718"/>
                    <a:pt x="102" y="1766"/>
                    <a:pt x="122" y="1819"/>
                  </a:cubicBezTo>
                  <a:cubicBezTo>
                    <a:pt x="102" y="1835"/>
                    <a:pt x="122" y="1851"/>
                    <a:pt x="122" y="1867"/>
                  </a:cubicBezTo>
                  <a:lnTo>
                    <a:pt x="122" y="1904"/>
                  </a:lnTo>
                  <a:lnTo>
                    <a:pt x="122" y="1936"/>
                  </a:lnTo>
                  <a:lnTo>
                    <a:pt x="122" y="1988"/>
                  </a:lnTo>
                  <a:lnTo>
                    <a:pt x="138" y="2005"/>
                  </a:lnTo>
                  <a:lnTo>
                    <a:pt x="138" y="1988"/>
                  </a:lnTo>
                  <a:lnTo>
                    <a:pt x="138" y="1936"/>
                  </a:lnTo>
                  <a:lnTo>
                    <a:pt x="138" y="1904"/>
                  </a:lnTo>
                  <a:lnTo>
                    <a:pt x="138" y="1867"/>
                  </a:lnTo>
                  <a:cubicBezTo>
                    <a:pt x="122" y="1851"/>
                    <a:pt x="122" y="1835"/>
                    <a:pt x="138" y="1819"/>
                  </a:cubicBezTo>
                  <a:cubicBezTo>
                    <a:pt x="122" y="1766"/>
                    <a:pt x="122" y="1718"/>
                    <a:pt x="122" y="1685"/>
                  </a:cubicBezTo>
                  <a:lnTo>
                    <a:pt x="122" y="1665"/>
                  </a:lnTo>
                  <a:lnTo>
                    <a:pt x="122" y="1584"/>
                  </a:lnTo>
                  <a:lnTo>
                    <a:pt x="122" y="1483"/>
                  </a:lnTo>
                  <a:cubicBezTo>
                    <a:pt x="122" y="1463"/>
                    <a:pt x="102" y="1431"/>
                    <a:pt x="102" y="1399"/>
                  </a:cubicBezTo>
                  <a:lnTo>
                    <a:pt x="102" y="1314"/>
                  </a:lnTo>
                  <a:cubicBezTo>
                    <a:pt x="102" y="1298"/>
                    <a:pt x="102" y="1261"/>
                    <a:pt x="86" y="1229"/>
                  </a:cubicBezTo>
                  <a:lnTo>
                    <a:pt x="86" y="1181"/>
                  </a:lnTo>
                  <a:lnTo>
                    <a:pt x="86" y="1144"/>
                  </a:lnTo>
                  <a:lnTo>
                    <a:pt x="86" y="1112"/>
                  </a:lnTo>
                  <a:lnTo>
                    <a:pt x="86" y="1043"/>
                  </a:lnTo>
                  <a:lnTo>
                    <a:pt x="86" y="995"/>
                  </a:lnTo>
                  <a:cubicBezTo>
                    <a:pt x="70" y="979"/>
                    <a:pt x="70" y="958"/>
                    <a:pt x="70" y="9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9"/>
            <p:cNvSpPr/>
            <p:nvPr/>
          </p:nvSpPr>
          <p:spPr>
            <a:xfrm>
              <a:off x="2553475" y="450932"/>
              <a:ext cx="3278" cy="11820"/>
            </a:xfrm>
            <a:custGeom>
              <a:rect b="b" l="l" r="r" t="t"/>
              <a:pathLst>
                <a:path extrusionOk="0" h="119" w="33">
                  <a:moveTo>
                    <a:pt x="16" y="1"/>
                  </a:moveTo>
                  <a:lnTo>
                    <a:pt x="16" y="1"/>
                  </a:lnTo>
                  <a:cubicBezTo>
                    <a:pt x="0" y="54"/>
                    <a:pt x="0" y="86"/>
                    <a:pt x="32" y="118"/>
                  </a:cubicBezTo>
                  <a:lnTo>
                    <a:pt x="32" y="102"/>
                  </a:lnTo>
                  <a:cubicBezTo>
                    <a:pt x="16" y="86"/>
                    <a:pt x="16" y="54"/>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9"/>
            <p:cNvSpPr/>
            <p:nvPr/>
          </p:nvSpPr>
          <p:spPr>
            <a:xfrm>
              <a:off x="1755796" y="369088"/>
              <a:ext cx="5264" cy="232421"/>
            </a:xfrm>
            <a:custGeom>
              <a:rect b="b" l="l" r="r" t="t"/>
              <a:pathLst>
                <a:path extrusionOk="0" h="2340" w="53">
                  <a:moveTo>
                    <a:pt x="37" y="1"/>
                  </a:moveTo>
                  <a:cubicBezTo>
                    <a:pt x="53" y="17"/>
                    <a:pt x="37" y="33"/>
                    <a:pt x="37" y="49"/>
                  </a:cubicBezTo>
                  <a:lnTo>
                    <a:pt x="37" y="70"/>
                  </a:lnTo>
                  <a:lnTo>
                    <a:pt x="37" y="304"/>
                  </a:lnTo>
                  <a:lnTo>
                    <a:pt x="37" y="336"/>
                  </a:lnTo>
                  <a:lnTo>
                    <a:pt x="37" y="490"/>
                  </a:lnTo>
                  <a:lnTo>
                    <a:pt x="37" y="655"/>
                  </a:lnTo>
                  <a:lnTo>
                    <a:pt x="37" y="809"/>
                  </a:lnTo>
                  <a:lnTo>
                    <a:pt x="37" y="910"/>
                  </a:lnTo>
                  <a:lnTo>
                    <a:pt x="53" y="809"/>
                  </a:lnTo>
                  <a:lnTo>
                    <a:pt x="53" y="655"/>
                  </a:lnTo>
                  <a:lnTo>
                    <a:pt x="53" y="490"/>
                  </a:lnTo>
                  <a:lnTo>
                    <a:pt x="53" y="336"/>
                  </a:lnTo>
                  <a:lnTo>
                    <a:pt x="53" y="304"/>
                  </a:lnTo>
                  <a:lnTo>
                    <a:pt x="53" y="70"/>
                  </a:lnTo>
                  <a:lnTo>
                    <a:pt x="53" y="49"/>
                  </a:lnTo>
                  <a:lnTo>
                    <a:pt x="53" y="1"/>
                  </a:lnTo>
                  <a:close/>
                  <a:moveTo>
                    <a:pt x="37" y="1059"/>
                  </a:moveTo>
                  <a:cubicBezTo>
                    <a:pt x="37" y="1180"/>
                    <a:pt x="37" y="1298"/>
                    <a:pt x="20" y="1431"/>
                  </a:cubicBezTo>
                  <a:lnTo>
                    <a:pt x="20" y="1617"/>
                  </a:lnTo>
                  <a:lnTo>
                    <a:pt x="20" y="1819"/>
                  </a:lnTo>
                  <a:lnTo>
                    <a:pt x="20" y="2154"/>
                  </a:lnTo>
                  <a:cubicBezTo>
                    <a:pt x="20" y="2053"/>
                    <a:pt x="20" y="1936"/>
                    <a:pt x="37" y="1819"/>
                  </a:cubicBezTo>
                  <a:lnTo>
                    <a:pt x="37" y="1617"/>
                  </a:lnTo>
                  <a:lnTo>
                    <a:pt x="37" y="1431"/>
                  </a:lnTo>
                  <a:lnTo>
                    <a:pt x="37" y="1059"/>
                  </a:lnTo>
                  <a:close/>
                  <a:moveTo>
                    <a:pt x="20" y="2291"/>
                  </a:moveTo>
                  <a:lnTo>
                    <a:pt x="0" y="2308"/>
                  </a:lnTo>
                  <a:lnTo>
                    <a:pt x="0" y="2324"/>
                  </a:lnTo>
                  <a:lnTo>
                    <a:pt x="20" y="2340"/>
                  </a:lnTo>
                  <a:lnTo>
                    <a:pt x="20" y="2324"/>
                  </a:lnTo>
                  <a:lnTo>
                    <a:pt x="20" y="229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9"/>
            <p:cNvSpPr/>
            <p:nvPr/>
          </p:nvSpPr>
          <p:spPr>
            <a:xfrm>
              <a:off x="1653889" y="726161"/>
              <a:ext cx="292611" cy="163092"/>
            </a:xfrm>
            <a:custGeom>
              <a:rect b="b" l="l" r="r" t="t"/>
              <a:pathLst>
                <a:path extrusionOk="0" h="1642" w="2946">
                  <a:moveTo>
                    <a:pt x="2916" y="1"/>
                  </a:moveTo>
                  <a:cubicBezTo>
                    <a:pt x="2893" y="1"/>
                    <a:pt x="2870" y="14"/>
                    <a:pt x="2844" y="25"/>
                  </a:cubicBezTo>
                  <a:lnTo>
                    <a:pt x="2844" y="42"/>
                  </a:lnTo>
                  <a:lnTo>
                    <a:pt x="2864" y="42"/>
                  </a:lnTo>
                  <a:cubicBezTo>
                    <a:pt x="2880" y="25"/>
                    <a:pt x="2913" y="9"/>
                    <a:pt x="2945" y="9"/>
                  </a:cubicBezTo>
                  <a:cubicBezTo>
                    <a:pt x="2935" y="3"/>
                    <a:pt x="2926" y="1"/>
                    <a:pt x="2916" y="1"/>
                  </a:cubicBezTo>
                  <a:close/>
                  <a:moveTo>
                    <a:pt x="2844" y="42"/>
                  </a:moveTo>
                  <a:lnTo>
                    <a:pt x="2844" y="42"/>
                  </a:lnTo>
                  <a:cubicBezTo>
                    <a:pt x="2678" y="126"/>
                    <a:pt x="2509" y="227"/>
                    <a:pt x="2323" y="328"/>
                  </a:cubicBezTo>
                  <a:cubicBezTo>
                    <a:pt x="2206" y="393"/>
                    <a:pt x="2105" y="462"/>
                    <a:pt x="1988" y="514"/>
                  </a:cubicBezTo>
                  <a:cubicBezTo>
                    <a:pt x="1919" y="547"/>
                    <a:pt x="1871" y="579"/>
                    <a:pt x="1802" y="615"/>
                  </a:cubicBezTo>
                  <a:cubicBezTo>
                    <a:pt x="1733" y="664"/>
                    <a:pt x="1669" y="696"/>
                    <a:pt x="1584" y="749"/>
                  </a:cubicBezTo>
                  <a:cubicBezTo>
                    <a:pt x="1531" y="781"/>
                    <a:pt x="1467" y="817"/>
                    <a:pt x="1398" y="850"/>
                  </a:cubicBezTo>
                  <a:cubicBezTo>
                    <a:pt x="1366" y="866"/>
                    <a:pt x="1329" y="882"/>
                    <a:pt x="1297" y="898"/>
                  </a:cubicBezTo>
                  <a:cubicBezTo>
                    <a:pt x="1228" y="951"/>
                    <a:pt x="1147" y="999"/>
                    <a:pt x="1079" y="1035"/>
                  </a:cubicBezTo>
                  <a:cubicBezTo>
                    <a:pt x="1063" y="1035"/>
                    <a:pt x="1046" y="1052"/>
                    <a:pt x="1026" y="1068"/>
                  </a:cubicBezTo>
                  <a:cubicBezTo>
                    <a:pt x="994" y="1084"/>
                    <a:pt x="978" y="1100"/>
                    <a:pt x="925" y="1100"/>
                  </a:cubicBezTo>
                  <a:lnTo>
                    <a:pt x="909" y="1100"/>
                  </a:lnTo>
                  <a:cubicBezTo>
                    <a:pt x="877" y="1153"/>
                    <a:pt x="824" y="1185"/>
                    <a:pt x="776" y="1201"/>
                  </a:cubicBezTo>
                  <a:cubicBezTo>
                    <a:pt x="760" y="1221"/>
                    <a:pt x="743" y="1221"/>
                    <a:pt x="707" y="1237"/>
                  </a:cubicBezTo>
                  <a:cubicBezTo>
                    <a:pt x="590" y="1322"/>
                    <a:pt x="457" y="1387"/>
                    <a:pt x="319" y="1455"/>
                  </a:cubicBezTo>
                  <a:cubicBezTo>
                    <a:pt x="239" y="1504"/>
                    <a:pt x="154" y="1556"/>
                    <a:pt x="69" y="1605"/>
                  </a:cubicBezTo>
                  <a:lnTo>
                    <a:pt x="37" y="1605"/>
                  </a:lnTo>
                  <a:cubicBezTo>
                    <a:pt x="37" y="1625"/>
                    <a:pt x="16" y="1625"/>
                    <a:pt x="0" y="1641"/>
                  </a:cubicBezTo>
                  <a:lnTo>
                    <a:pt x="16" y="1641"/>
                  </a:lnTo>
                  <a:cubicBezTo>
                    <a:pt x="16" y="1641"/>
                    <a:pt x="37" y="1625"/>
                    <a:pt x="53" y="1625"/>
                  </a:cubicBezTo>
                  <a:lnTo>
                    <a:pt x="69" y="1625"/>
                  </a:lnTo>
                  <a:cubicBezTo>
                    <a:pt x="154" y="1573"/>
                    <a:pt x="239" y="1524"/>
                    <a:pt x="319" y="1472"/>
                  </a:cubicBezTo>
                  <a:cubicBezTo>
                    <a:pt x="457" y="1403"/>
                    <a:pt x="590" y="1322"/>
                    <a:pt x="723" y="1254"/>
                  </a:cubicBezTo>
                  <a:cubicBezTo>
                    <a:pt x="743" y="1237"/>
                    <a:pt x="760" y="1221"/>
                    <a:pt x="776" y="1221"/>
                  </a:cubicBezTo>
                  <a:cubicBezTo>
                    <a:pt x="824" y="1185"/>
                    <a:pt x="893" y="1169"/>
                    <a:pt x="925" y="1120"/>
                  </a:cubicBezTo>
                  <a:cubicBezTo>
                    <a:pt x="978" y="1120"/>
                    <a:pt x="1010" y="1084"/>
                    <a:pt x="1046" y="1068"/>
                  </a:cubicBezTo>
                  <a:cubicBezTo>
                    <a:pt x="1046" y="1068"/>
                    <a:pt x="1063" y="1052"/>
                    <a:pt x="1079" y="1052"/>
                  </a:cubicBezTo>
                  <a:cubicBezTo>
                    <a:pt x="1164" y="999"/>
                    <a:pt x="1228" y="967"/>
                    <a:pt x="1313" y="918"/>
                  </a:cubicBezTo>
                  <a:cubicBezTo>
                    <a:pt x="1349" y="898"/>
                    <a:pt x="1382" y="882"/>
                    <a:pt x="1414" y="866"/>
                  </a:cubicBezTo>
                  <a:cubicBezTo>
                    <a:pt x="1467" y="833"/>
                    <a:pt x="1531" y="797"/>
                    <a:pt x="1600" y="749"/>
                  </a:cubicBezTo>
                  <a:cubicBezTo>
                    <a:pt x="1669" y="716"/>
                    <a:pt x="1733" y="680"/>
                    <a:pt x="1818" y="631"/>
                  </a:cubicBezTo>
                  <a:cubicBezTo>
                    <a:pt x="1871" y="595"/>
                    <a:pt x="1935" y="563"/>
                    <a:pt x="1988" y="530"/>
                  </a:cubicBezTo>
                  <a:cubicBezTo>
                    <a:pt x="2105" y="462"/>
                    <a:pt x="2222" y="393"/>
                    <a:pt x="2323" y="345"/>
                  </a:cubicBezTo>
                  <a:cubicBezTo>
                    <a:pt x="2525" y="227"/>
                    <a:pt x="2695" y="143"/>
                    <a:pt x="2844" y="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9"/>
            <p:cNvSpPr/>
            <p:nvPr/>
          </p:nvSpPr>
          <p:spPr>
            <a:xfrm>
              <a:off x="2541755" y="564559"/>
              <a:ext cx="11820" cy="5264"/>
            </a:xfrm>
            <a:custGeom>
              <a:rect b="b" l="l" r="r" t="t"/>
              <a:pathLst>
                <a:path extrusionOk="0" h="53" w="119">
                  <a:moveTo>
                    <a:pt x="1" y="0"/>
                  </a:moveTo>
                  <a:lnTo>
                    <a:pt x="1" y="20"/>
                  </a:lnTo>
                  <a:cubicBezTo>
                    <a:pt x="33" y="20"/>
                    <a:pt x="66" y="37"/>
                    <a:pt x="118" y="53"/>
                  </a:cubicBezTo>
                  <a:lnTo>
                    <a:pt x="118" y="37"/>
                  </a:lnTo>
                  <a:cubicBezTo>
                    <a:pt x="86" y="20"/>
                    <a:pt x="4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9"/>
            <p:cNvSpPr/>
            <p:nvPr/>
          </p:nvSpPr>
          <p:spPr>
            <a:xfrm>
              <a:off x="2324332" y="619883"/>
              <a:ext cx="41816" cy="14998"/>
            </a:xfrm>
            <a:custGeom>
              <a:rect b="b" l="l" r="r" t="t"/>
              <a:pathLst>
                <a:path extrusionOk="0" h="151" w="421">
                  <a:moveTo>
                    <a:pt x="0" y="1"/>
                  </a:moveTo>
                  <a:lnTo>
                    <a:pt x="17" y="17"/>
                  </a:lnTo>
                  <a:lnTo>
                    <a:pt x="101" y="49"/>
                  </a:lnTo>
                  <a:cubicBezTo>
                    <a:pt x="170" y="69"/>
                    <a:pt x="255" y="102"/>
                    <a:pt x="336" y="118"/>
                  </a:cubicBezTo>
                  <a:cubicBezTo>
                    <a:pt x="255" y="86"/>
                    <a:pt x="186" y="49"/>
                    <a:pt x="101" y="33"/>
                  </a:cubicBezTo>
                  <a:lnTo>
                    <a:pt x="17" y="1"/>
                  </a:lnTo>
                  <a:close/>
                  <a:moveTo>
                    <a:pt x="336" y="118"/>
                  </a:moveTo>
                  <a:cubicBezTo>
                    <a:pt x="356" y="134"/>
                    <a:pt x="372" y="134"/>
                    <a:pt x="388" y="134"/>
                  </a:cubicBezTo>
                  <a:cubicBezTo>
                    <a:pt x="404" y="150"/>
                    <a:pt x="404" y="150"/>
                    <a:pt x="421" y="150"/>
                  </a:cubicBezTo>
                  <a:lnTo>
                    <a:pt x="421" y="134"/>
                  </a:lnTo>
                  <a:lnTo>
                    <a:pt x="404" y="134"/>
                  </a:lnTo>
                  <a:cubicBezTo>
                    <a:pt x="372" y="118"/>
                    <a:pt x="356" y="118"/>
                    <a:pt x="336"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9"/>
            <p:cNvSpPr/>
            <p:nvPr/>
          </p:nvSpPr>
          <p:spPr>
            <a:xfrm>
              <a:off x="1682296" y="668453"/>
              <a:ext cx="53536" cy="34962"/>
            </a:xfrm>
            <a:custGeom>
              <a:rect b="b" l="l" r="r" t="t"/>
              <a:pathLst>
                <a:path extrusionOk="0" h="352" w="539">
                  <a:moveTo>
                    <a:pt x="522" y="0"/>
                  </a:moveTo>
                  <a:cubicBezTo>
                    <a:pt x="506" y="0"/>
                    <a:pt x="474" y="17"/>
                    <a:pt x="457" y="33"/>
                  </a:cubicBezTo>
                  <a:lnTo>
                    <a:pt x="437" y="49"/>
                  </a:lnTo>
                  <a:cubicBezTo>
                    <a:pt x="356" y="101"/>
                    <a:pt x="255" y="166"/>
                    <a:pt x="187" y="219"/>
                  </a:cubicBezTo>
                  <a:cubicBezTo>
                    <a:pt x="134" y="235"/>
                    <a:pt x="102" y="267"/>
                    <a:pt x="54" y="303"/>
                  </a:cubicBezTo>
                  <a:lnTo>
                    <a:pt x="33" y="303"/>
                  </a:lnTo>
                  <a:cubicBezTo>
                    <a:pt x="17" y="320"/>
                    <a:pt x="17" y="336"/>
                    <a:pt x="1" y="336"/>
                  </a:cubicBezTo>
                  <a:lnTo>
                    <a:pt x="1" y="352"/>
                  </a:lnTo>
                  <a:cubicBezTo>
                    <a:pt x="17" y="336"/>
                    <a:pt x="33" y="336"/>
                    <a:pt x="54" y="320"/>
                  </a:cubicBezTo>
                  <a:cubicBezTo>
                    <a:pt x="54" y="320"/>
                    <a:pt x="54" y="303"/>
                    <a:pt x="70" y="303"/>
                  </a:cubicBezTo>
                  <a:cubicBezTo>
                    <a:pt x="102" y="287"/>
                    <a:pt x="154" y="251"/>
                    <a:pt x="187" y="235"/>
                  </a:cubicBezTo>
                  <a:cubicBezTo>
                    <a:pt x="272" y="166"/>
                    <a:pt x="356" y="118"/>
                    <a:pt x="437" y="65"/>
                  </a:cubicBezTo>
                  <a:lnTo>
                    <a:pt x="457" y="49"/>
                  </a:lnTo>
                  <a:cubicBezTo>
                    <a:pt x="490" y="33"/>
                    <a:pt x="506" y="17"/>
                    <a:pt x="522" y="17"/>
                  </a:cubicBezTo>
                  <a:lnTo>
                    <a:pt x="538" y="17"/>
                  </a:lnTo>
                  <a:lnTo>
                    <a:pt x="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9"/>
            <p:cNvSpPr/>
            <p:nvPr/>
          </p:nvSpPr>
          <p:spPr>
            <a:xfrm>
              <a:off x="2222425" y="915574"/>
              <a:ext cx="95153" cy="27016"/>
            </a:xfrm>
            <a:custGeom>
              <a:rect b="b" l="l" r="r" t="t"/>
              <a:pathLst>
                <a:path extrusionOk="0" h="272" w="958">
                  <a:moveTo>
                    <a:pt x="0" y="1"/>
                  </a:moveTo>
                  <a:lnTo>
                    <a:pt x="17" y="21"/>
                  </a:lnTo>
                  <a:lnTo>
                    <a:pt x="101" y="37"/>
                  </a:lnTo>
                  <a:cubicBezTo>
                    <a:pt x="150" y="53"/>
                    <a:pt x="219" y="70"/>
                    <a:pt x="271" y="86"/>
                  </a:cubicBezTo>
                  <a:cubicBezTo>
                    <a:pt x="336" y="102"/>
                    <a:pt x="388" y="122"/>
                    <a:pt x="437" y="138"/>
                  </a:cubicBezTo>
                  <a:cubicBezTo>
                    <a:pt x="489" y="154"/>
                    <a:pt x="554" y="154"/>
                    <a:pt x="606" y="171"/>
                  </a:cubicBezTo>
                  <a:cubicBezTo>
                    <a:pt x="554" y="154"/>
                    <a:pt x="505" y="138"/>
                    <a:pt x="437" y="122"/>
                  </a:cubicBezTo>
                  <a:cubicBezTo>
                    <a:pt x="388" y="102"/>
                    <a:pt x="336" y="86"/>
                    <a:pt x="271" y="70"/>
                  </a:cubicBezTo>
                  <a:cubicBezTo>
                    <a:pt x="219" y="53"/>
                    <a:pt x="170" y="37"/>
                    <a:pt x="101" y="21"/>
                  </a:cubicBezTo>
                  <a:lnTo>
                    <a:pt x="17" y="1"/>
                  </a:lnTo>
                  <a:close/>
                  <a:moveTo>
                    <a:pt x="606" y="171"/>
                  </a:moveTo>
                  <a:cubicBezTo>
                    <a:pt x="622" y="187"/>
                    <a:pt x="655" y="187"/>
                    <a:pt x="675" y="203"/>
                  </a:cubicBezTo>
                  <a:cubicBezTo>
                    <a:pt x="723" y="203"/>
                    <a:pt x="792" y="223"/>
                    <a:pt x="841" y="239"/>
                  </a:cubicBezTo>
                  <a:cubicBezTo>
                    <a:pt x="792" y="223"/>
                    <a:pt x="740" y="203"/>
                    <a:pt x="675" y="187"/>
                  </a:cubicBezTo>
                  <a:cubicBezTo>
                    <a:pt x="655" y="171"/>
                    <a:pt x="639" y="171"/>
                    <a:pt x="606" y="171"/>
                  </a:cubicBezTo>
                  <a:close/>
                  <a:moveTo>
                    <a:pt x="841" y="239"/>
                  </a:moveTo>
                  <a:lnTo>
                    <a:pt x="857" y="255"/>
                  </a:lnTo>
                  <a:cubicBezTo>
                    <a:pt x="877" y="255"/>
                    <a:pt x="909" y="272"/>
                    <a:pt x="942" y="272"/>
                  </a:cubicBezTo>
                  <a:lnTo>
                    <a:pt x="958" y="272"/>
                  </a:lnTo>
                  <a:lnTo>
                    <a:pt x="958" y="255"/>
                  </a:lnTo>
                  <a:cubicBezTo>
                    <a:pt x="925" y="255"/>
                    <a:pt x="893" y="255"/>
                    <a:pt x="857" y="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9"/>
            <p:cNvSpPr/>
            <p:nvPr/>
          </p:nvSpPr>
          <p:spPr>
            <a:xfrm>
              <a:off x="2277352" y="671632"/>
              <a:ext cx="5364" cy="35459"/>
            </a:xfrm>
            <a:custGeom>
              <a:rect b="b" l="l" r="r" t="t"/>
              <a:pathLst>
                <a:path extrusionOk="0" h="357" w="54">
                  <a:moveTo>
                    <a:pt x="37" y="1"/>
                  </a:moveTo>
                  <a:cubicBezTo>
                    <a:pt x="1" y="1"/>
                    <a:pt x="1" y="33"/>
                    <a:pt x="21" y="33"/>
                  </a:cubicBezTo>
                  <a:cubicBezTo>
                    <a:pt x="21" y="17"/>
                    <a:pt x="21" y="17"/>
                    <a:pt x="37" y="17"/>
                  </a:cubicBezTo>
                  <a:lnTo>
                    <a:pt x="37" y="1"/>
                  </a:lnTo>
                  <a:close/>
                  <a:moveTo>
                    <a:pt x="21" y="33"/>
                  </a:moveTo>
                  <a:lnTo>
                    <a:pt x="21" y="53"/>
                  </a:lnTo>
                  <a:lnTo>
                    <a:pt x="21" y="102"/>
                  </a:lnTo>
                  <a:lnTo>
                    <a:pt x="21" y="170"/>
                  </a:lnTo>
                  <a:lnTo>
                    <a:pt x="21" y="255"/>
                  </a:lnTo>
                  <a:cubicBezTo>
                    <a:pt x="21" y="271"/>
                    <a:pt x="37" y="304"/>
                    <a:pt x="37" y="336"/>
                  </a:cubicBezTo>
                  <a:cubicBezTo>
                    <a:pt x="37" y="356"/>
                    <a:pt x="37" y="356"/>
                    <a:pt x="53" y="356"/>
                  </a:cubicBezTo>
                  <a:lnTo>
                    <a:pt x="53" y="336"/>
                  </a:lnTo>
                  <a:cubicBezTo>
                    <a:pt x="37" y="304"/>
                    <a:pt x="37" y="271"/>
                    <a:pt x="37" y="255"/>
                  </a:cubicBezTo>
                  <a:lnTo>
                    <a:pt x="37" y="170"/>
                  </a:lnTo>
                  <a:lnTo>
                    <a:pt x="37" y="102"/>
                  </a:lnTo>
                  <a:cubicBezTo>
                    <a:pt x="37" y="86"/>
                    <a:pt x="21" y="69"/>
                    <a:pt x="2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9"/>
            <p:cNvSpPr/>
            <p:nvPr/>
          </p:nvSpPr>
          <p:spPr>
            <a:xfrm>
              <a:off x="2312711" y="446164"/>
              <a:ext cx="51848" cy="20163"/>
            </a:xfrm>
            <a:custGeom>
              <a:rect b="b" l="l" r="r" t="t"/>
              <a:pathLst>
                <a:path extrusionOk="0" h="203" w="522">
                  <a:moveTo>
                    <a:pt x="16" y="1"/>
                  </a:moveTo>
                  <a:lnTo>
                    <a:pt x="0" y="17"/>
                  </a:lnTo>
                  <a:lnTo>
                    <a:pt x="16" y="17"/>
                  </a:lnTo>
                  <a:cubicBezTo>
                    <a:pt x="33" y="17"/>
                    <a:pt x="33" y="17"/>
                    <a:pt x="49" y="33"/>
                  </a:cubicBezTo>
                  <a:lnTo>
                    <a:pt x="69" y="33"/>
                  </a:lnTo>
                  <a:cubicBezTo>
                    <a:pt x="117" y="49"/>
                    <a:pt x="170" y="65"/>
                    <a:pt x="202" y="81"/>
                  </a:cubicBezTo>
                  <a:cubicBezTo>
                    <a:pt x="235" y="102"/>
                    <a:pt x="271" y="118"/>
                    <a:pt x="303" y="118"/>
                  </a:cubicBezTo>
                  <a:cubicBezTo>
                    <a:pt x="336" y="134"/>
                    <a:pt x="388" y="150"/>
                    <a:pt x="420" y="166"/>
                  </a:cubicBezTo>
                  <a:cubicBezTo>
                    <a:pt x="420" y="166"/>
                    <a:pt x="437" y="166"/>
                    <a:pt x="437" y="182"/>
                  </a:cubicBezTo>
                  <a:cubicBezTo>
                    <a:pt x="453" y="182"/>
                    <a:pt x="489" y="203"/>
                    <a:pt x="505" y="203"/>
                  </a:cubicBezTo>
                  <a:lnTo>
                    <a:pt x="521" y="182"/>
                  </a:lnTo>
                  <a:lnTo>
                    <a:pt x="505" y="182"/>
                  </a:lnTo>
                  <a:cubicBezTo>
                    <a:pt x="489" y="182"/>
                    <a:pt x="473" y="166"/>
                    <a:pt x="437" y="166"/>
                  </a:cubicBezTo>
                  <a:cubicBezTo>
                    <a:pt x="437" y="166"/>
                    <a:pt x="420" y="166"/>
                    <a:pt x="420" y="150"/>
                  </a:cubicBezTo>
                  <a:cubicBezTo>
                    <a:pt x="388" y="134"/>
                    <a:pt x="352" y="134"/>
                    <a:pt x="319" y="118"/>
                  </a:cubicBezTo>
                  <a:cubicBezTo>
                    <a:pt x="287" y="102"/>
                    <a:pt x="251" y="81"/>
                    <a:pt x="218" y="81"/>
                  </a:cubicBezTo>
                  <a:cubicBezTo>
                    <a:pt x="170" y="65"/>
                    <a:pt x="117" y="33"/>
                    <a:pt x="85" y="33"/>
                  </a:cubicBezTo>
                  <a:cubicBezTo>
                    <a:pt x="69" y="17"/>
                    <a:pt x="69" y="17"/>
                    <a:pt x="49" y="17"/>
                  </a:cubicBezTo>
                  <a:cubicBezTo>
                    <a:pt x="49"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9"/>
            <p:cNvSpPr/>
            <p:nvPr/>
          </p:nvSpPr>
          <p:spPr>
            <a:xfrm>
              <a:off x="1787878" y="977851"/>
              <a:ext cx="13310" cy="6456"/>
            </a:xfrm>
            <a:custGeom>
              <a:rect b="b" l="l" r="r" t="t"/>
              <a:pathLst>
                <a:path extrusionOk="0" h="65" w="134">
                  <a:moveTo>
                    <a:pt x="134" y="0"/>
                  </a:moveTo>
                  <a:lnTo>
                    <a:pt x="0" y="49"/>
                  </a:lnTo>
                  <a:lnTo>
                    <a:pt x="0" y="65"/>
                  </a:lnTo>
                  <a:lnTo>
                    <a:pt x="17" y="65"/>
                  </a:lnTo>
                  <a:lnTo>
                    <a:pt x="1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9"/>
            <p:cNvSpPr/>
            <p:nvPr/>
          </p:nvSpPr>
          <p:spPr>
            <a:xfrm>
              <a:off x="1677528" y="519565"/>
              <a:ext cx="60290" cy="43504"/>
            </a:xfrm>
            <a:custGeom>
              <a:rect b="b" l="l" r="r" t="t"/>
              <a:pathLst>
                <a:path extrusionOk="0" h="438" w="607">
                  <a:moveTo>
                    <a:pt x="606" y="1"/>
                  </a:moveTo>
                  <a:cubicBezTo>
                    <a:pt x="570" y="1"/>
                    <a:pt x="538" y="17"/>
                    <a:pt x="522" y="33"/>
                  </a:cubicBezTo>
                  <a:cubicBezTo>
                    <a:pt x="522" y="49"/>
                    <a:pt x="505" y="49"/>
                    <a:pt x="505" y="69"/>
                  </a:cubicBezTo>
                  <a:cubicBezTo>
                    <a:pt x="522" y="69"/>
                    <a:pt x="522" y="49"/>
                    <a:pt x="538" y="49"/>
                  </a:cubicBezTo>
                  <a:cubicBezTo>
                    <a:pt x="554" y="33"/>
                    <a:pt x="570" y="17"/>
                    <a:pt x="606" y="1"/>
                  </a:cubicBezTo>
                  <a:close/>
                  <a:moveTo>
                    <a:pt x="505" y="69"/>
                  </a:moveTo>
                  <a:lnTo>
                    <a:pt x="505" y="69"/>
                  </a:lnTo>
                  <a:cubicBezTo>
                    <a:pt x="421" y="118"/>
                    <a:pt x="320" y="187"/>
                    <a:pt x="219" y="271"/>
                  </a:cubicBezTo>
                  <a:lnTo>
                    <a:pt x="166" y="304"/>
                  </a:lnTo>
                  <a:cubicBezTo>
                    <a:pt x="118" y="336"/>
                    <a:pt x="49" y="389"/>
                    <a:pt x="1" y="421"/>
                  </a:cubicBezTo>
                  <a:lnTo>
                    <a:pt x="1" y="437"/>
                  </a:lnTo>
                  <a:cubicBezTo>
                    <a:pt x="65" y="405"/>
                    <a:pt x="118" y="352"/>
                    <a:pt x="166" y="320"/>
                  </a:cubicBezTo>
                  <a:lnTo>
                    <a:pt x="219" y="288"/>
                  </a:lnTo>
                  <a:cubicBezTo>
                    <a:pt x="320" y="203"/>
                    <a:pt x="421" y="134"/>
                    <a:pt x="505" y="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9"/>
            <p:cNvSpPr/>
            <p:nvPr/>
          </p:nvSpPr>
          <p:spPr>
            <a:xfrm>
              <a:off x="2284205" y="434146"/>
              <a:ext cx="11720" cy="5264"/>
            </a:xfrm>
            <a:custGeom>
              <a:rect b="b" l="l" r="r" t="t"/>
              <a:pathLst>
                <a:path extrusionOk="0" h="53" w="118">
                  <a:moveTo>
                    <a:pt x="0" y="0"/>
                  </a:moveTo>
                  <a:lnTo>
                    <a:pt x="0" y="21"/>
                  </a:lnTo>
                  <a:lnTo>
                    <a:pt x="118" y="53"/>
                  </a:lnTo>
                  <a:lnTo>
                    <a:pt x="118" y="53"/>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9"/>
            <p:cNvSpPr/>
            <p:nvPr/>
          </p:nvSpPr>
          <p:spPr>
            <a:xfrm>
              <a:off x="2376081" y="802045"/>
              <a:ext cx="10131" cy="3377"/>
            </a:xfrm>
            <a:custGeom>
              <a:rect b="b" l="l" r="r" t="t"/>
              <a:pathLst>
                <a:path extrusionOk="0" h="34" w="102">
                  <a:moveTo>
                    <a:pt x="1" y="1"/>
                  </a:moveTo>
                  <a:lnTo>
                    <a:pt x="1" y="17"/>
                  </a:lnTo>
                  <a:cubicBezTo>
                    <a:pt x="17" y="17"/>
                    <a:pt x="37" y="17"/>
                    <a:pt x="53" y="33"/>
                  </a:cubicBezTo>
                  <a:lnTo>
                    <a:pt x="102" y="33"/>
                  </a:lnTo>
                  <a:cubicBezTo>
                    <a:pt x="85" y="17"/>
                    <a:pt x="69" y="17"/>
                    <a:pt x="53" y="17"/>
                  </a:cubicBezTo>
                  <a:cubicBezTo>
                    <a:pt x="37"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9"/>
            <p:cNvSpPr/>
            <p:nvPr/>
          </p:nvSpPr>
          <p:spPr>
            <a:xfrm>
              <a:off x="1672363" y="635875"/>
              <a:ext cx="63469" cy="42710"/>
            </a:xfrm>
            <a:custGeom>
              <a:rect b="b" l="l" r="r" t="t"/>
              <a:pathLst>
                <a:path extrusionOk="0" h="430" w="639">
                  <a:moveTo>
                    <a:pt x="613" y="1"/>
                  </a:moveTo>
                  <a:cubicBezTo>
                    <a:pt x="596" y="1"/>
                    <a:pt x="585" y="14"/>
                    <a:pt x="574" y="26"/>
                  </a:cubicBezTo>
                  <a:lnTo>
                    <a:pt x="557" y="42"/>
                  </a:lnTo>
                  <a:cubicBezTo>
                    <a:pt x="456" y="110"/>
                    <a:pt x="355" y="175"/>
                    <a:pt x="254" y="244"/>
                  </a:cubicBezTo>
                  <a:lnTo>
                    <a:pt x="186" y="292"/>
                  </a:lnTo>
                  <a:cubicBezTo>
                    <a:pt x="133" y="312"/>
                    <a:pt x="101" y="345"/>
                    <a:pt x="69" y="377"/>
                  </a:cubicBezTo>
                  <a:cubicBezTo>
                    <a:pt x="101" y="361"/>
                    <a:pt x="154" y="328"/>
                    <a:pt x="186" y="312"/>
                  </a:cubicBezTo>
                  <a:lnTo>
                    <a:pt x="271" y="244"/>
                  </a:lnTo>
                  <a:cubicBezTo>
                    <a:pt x="355" y="191"/>
                    <a:pt x="456" y="127"/>
                    <a:pt x="557" y="58"/>
                  </a:cubicBezTo>
                  <a:lnTo>
                    <a:pt x="574" y="42"/>
                  </a:lnTo>
                  <a:cubicBezTo>
                    <a:pt x="590" y="26"/>
                    <a:pt x="606" y="9"/>
                    <a:pt x="638" y="9"/>
                  </a:cubicBezTo>
                  <a:cubicBezTo>
                    <a:pt x="629" y="3"/>
                    <a:pt x="620" y="1"/>
                    <a:pt x="613" y="1"/>
                  </a:cubicBezTo>
                  <a:close/>
                  <a:moveTo>
                    <a:pt x="69" y="377"/>
                  </a:moveTo>
                  <a:lnTo>
                    <a:pt x="0" y="413"/>
                  </a:lnTo>
                  <a:lnTo>
                    <a:pt x="0" y="429"/>
                  </a:lnTo>
                  <a:lnTo>
                    <a:pt x="16" y="429"/>
                  </a:lnTo>
                  <a:lnTo>
                    <a:pt x="69" y="37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9"/>
            <p:cNvSpPr/>
            <p:nvPr/>
          </p:nvSpPr>
          <p:spPr>
            <a:xfrm>
              <a:off x="2235635" y="940902"/>
              <a:ext cx="15395" cy="4867"/>
            </a:xfrm>
            <a:custGeom>
              <a:rect b="b" l="l" r="r" t="t"/>
              <a:pathLst>
                <a:path extrusionOk="0" h="49" w="155">
                  <a:moveTo>
                    <a:pt x="1" y="0"/>
                  </a:moveTo>
                  <a:lnTo>
                    <a:pt x="17" y="17"/>
                  </a:lnTo>
                  <a:cubicBezTo>
                    <a:pt x="37" y="17"/>
                    <a:pt x="53" y="17"/>
                    <a:pt x="69" y="33"/>
                  </a:cubicBezTo>
                  <a:cubicBezTo>
                    <a:pt x="102" y="33"/>
                    <a:pt x="118" y="49"/>
                    <a:pt x="138" y="49"/>
                  </a:cubicBezTo>
                  <a:lnTo>
                    <a:pt x="154" y="33"/>
                  </a:lnTo>
                  <a:cubicBezTo>
                    <a:pt x="118" y="33"/>
                    <a:pt x="102" y="17"/>
                    <a:pt x="69" y="17"/>
                  </a:cubicBezTo>
                  <a:cubicBezTo>
                    <a:pt x="53" y="17"/>
                    <a:pt x="3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9"/>
            <p:cNvSpPr/>
            <p:nvPr/>
          </p:nvSpPr>
          <p:spPr>
            <a:xfrm>
              <a:off x="1762550" y="934048"/>
              <a:ext cx="41915" cy="18574"/>
            </a:xfrm>
            <a:custGeom>
              <a:rect b="b" l="l" r="r" t="t"/>
              <a:pathLst>
                <a:path extrusionOk="0" h="187" w="422">
                  <a:moveTo>
                    <a:pt x="421" y="1"/>
                  </a:moveTo>
                  <a:lnTo>
                    <a:pt x="356" y="17"/>
                  </a:lnTo>
                  <a:cubicBezTo>
                    <a:pt x="320" y="37"/>
                    <a:pt x="272" y="53"/>
                    <a:pt x="235" y="69"/>
                  </a:cubicBezTo>
                  <a:cubicBezTo>
                    <a:pt x="171" y="102"/>
                    <a:pt x="102" y="138"/>
                    <a:pt x="33" y="170"/>
                  </a:cubicBezTo>
                  <a:cubicBezTo>
                    <a:pt x="102" y="154"/>
                    <a:pt x="171" y="118"/>
                    <a:pt x="235" y="86"/>
                  </a:cubicBezTo>
                  <a:cubicBezTo>
                    <a:pt x="288" y="69"/>
                    <a:pt x="320" y="53"/>
                    <a:pt x="356" y="37"/>
                  </a:cubicBezTo>
                  <a:lnTo>
                    <a:pt x="421" y="1"/>
                  </a:lnTo>
                  <a:close/>
                  <a:moveTo>
                    <a:pt x="1" y="170"/>
                  </a:moveTo>
                  <a:lnTo>
                    <a:pt x="17" y="187"/>
                  </a:lnTo>
                  <a:lnTo>
                    <a:pt x="33" y="17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9"/>
            <p:cNvSpPr/>
            <p:nvPr/>
          </p:nvSpPr>
          <p:spPr>
            <a:xfrm>
              <a:off x="2466367" y="460963"/>
              <a:ext cx="6953" cy="3377"/>
            </a:xfrm>
            <a:custGeom>
              <a:rect b="b" l="l" r="r" t="t"/>
              <a:pathLst>
                <a:path extrusionOk="0" h="34" w="70">
                  <a:moveTo>
                    <a:pt x="1" y="1"/>
                  </a:moveTo>
                  <a:lnTo>
                    <a:pt x="69" y="33"/>
                  </a:lnTo>
                  <a:lnTo>
                    <a:pt x="69" y="17"/>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9"/>
            <p:cNvSpPr/>
            <p:nvPr/>
          </p:nvSpPr>
          <p:spPr>
            <a:xfrm>
              <a:off x="2322743" y="579756"/>
              <a:ext cx="11720" cy="4966"/>
            </a:xfrm>
            <a:custGeom>
              <a:rect b="b" l="l" r="r" t="t"/>
              <a:pathLst>
                <a:path extrusionOk="0" h="50" w="118">
                  <a:moveTo>
                    <a:pt x="0" y="1"/>
                  </a:moveTo>
                  <a:lnTo>
                    <a:pt x="0" y="17"/>
                  </a:lnTo>
                  <a:lnTo>
                    <a:pt x="101" y="49"/>
                  </a:lnTo>
                  <a:lnTo>
                    <a:pt x="117" y="49"/>
                  </a:lnTo>
                  <a:lnTo>
                    <a:pt x="101"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9"/>
            <p:cNvSpPr/>
            <p:nvPr/>
          </p:nvSpPr>
          <p:spPr>
            <a:xfrm>
              <a:off x="2311122" y="596641"/>
              <a:ext cx="51848" cy="16587"/>
            </a:xfrm>
            <a:custGeom>
              <a:rect b="b" l="l" r="r" t="t"/>
              <a:pathLst>
                <a:path extrusionOk="0" h="167" w="522">
                  <a:moveTo>
                    <a:pt x="0" y="0"/>
                  </a:moveTo>
                  <a:cubicBezTo>
                    <a:pt x="49" y="17"/>
                    <a:pt x="101" y="33"/>
                    <a:pt x="150" y="49"/>
                  </a:cubicBezTo>
                  <a:cubicBezTo>
                    <a:pt x="166" y="49"/>
                    <a:pt x="166" y="65"/>
                    <a:pt x="186" y="65"/>
                  </a:cubicBezTo>
                  <a:cubicBezTo>
                    <a:pt x="218" y="81"/>
                    <a:pt x="234" y="81"/>
                    <a:pt x="251" y="81"/>
                  </a:cubicBezTo>
                  <a:cubicBezTo>
                    <a:pt x="234" y="65"/>
                    <a:pt x="218" y="65"/>
                    <a:pt x="202" y="49"/>
                  </a:cubicBezTo>
                  <a:cubicBezTo>
                    <a:pt x="186" y="49"/>
                    <a:pt x="166" y="49"/>
                    <a:pt x="150" y="33"/>
                  </a:cubicBezTo>
                  <a:cubicBezTo>
                    <a:pt x="101" y="17"/>
                    <a:pt x="49" y="0"/>
                    <a:pt x="0" y="0"/>
                  </a:cubicBezTo>
                  <a:close/>
                  <a:moveTo>
                    <a:pt x="251" y="81"/>
                  </a:moveTo>
                  <a:cubicBezTo>
                    <a:pt x="267" y="101"/>
                    <a:pt x="303" y="101"/>
                    <a:pt x="319" y="118"/>
                  </a:cubicBezTo>
                  <a:cubicBezTo>
                    <a:pt x="335" y="118"/>
                    <a:pt x="352" y="118"/>
                    <a:pt x="368" y="134"/>
                  </a:cubicBezTo>
                  <a:cubicBezTo>
                    <a:pt x="420" y="150"/>
                    <a:pt x="469" y="166"/>
                    <a:pt x="505" y="166"/>
                  </a:cubicBezTo>
                  <a:lnTo>
                    <a:pt x="521" y="166"/>
                  </a:lnTo>
                  <a:cubicBezTo>
                    <a:pt x="469" y="150"/>
                    <a:pt x="420" y="134"/>
                    <a:pt x="388" y="118"/>
                  </a:cubicBezTo>
                  <a:cubicBezTo>
                    <a:pt x="352" y="118"/>
                    <a:pt x="335" y="101"/>
                    <a:pt x="319" y="101"/>
                  </a:cubicBezTo>
                  <a:cubicBezTo>
                    <a:pt x="303" y="101"/>
                    <a:pt x="287" y="81"/>
                    <a:pt x="251" y="8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9"/>
            <p:cNvSpPr/>
            <p:nvPr/>
          </p:nvSpPr>
          <p:spPr>
            <a:xfrm>
              <a:off x="1673952" y="558103"/>
              <a:ext cx="63866" cy="45094"/>
            </a:xfrm>
            <a:custGeom>
              <a:rect b="b" l="l" r="r" t="t"/>
              <a:pathLst>
                <a:path extrusionOk="0" h="454" w="643">
                  <a:moveTo>
                    <a:pt x="642" y="1"/>
                  </a:moveTo>
                  <a:cubicBezTo>
                    <a:pt x="606" y="1"/>
                    <a:pt x="606" y="1"/>
                    <a:pt x="590" y="17"/>
                  </a:cubicBezTo>
                  <a:cubicBezTo>
                    <a:pt x="521" y="65"/>
                    <a:pt x="457" y="102"/>
                    <a:pt x="404" y="150"/>
                  </a:cubicBezTo>
                  <a:cubicBezTo>
                    <a:pt x="319" y="203"/>
                    <a:pt x="255" y="251"/>
                    <a:pt x="186" y="304"/>
                  </a:cubicBezTo>
                  <a:cubicBezTo>
                    <a:pt x="154" y="336"/>
                    <a:pt x="101" y="368"/>
                    <a:pt x="69" y="405"/>
                  </a:cubicBezTo>
                  <a:cubicBezTo>
                    <a:pt x="117" y="388"/>
                    <a:pt x="154" y="352"/>
                    <a:pt x="186" y="320"/>
                  </a:cubicBezTo>
                  <a:cubicBezTo>
                    <a:pt x="271" y="267"/>
                    <a:pt x="339" y="219"/>
                    <a:pt x="404" y="166"/>
                  </a:cubicBezTo>
                  <a:cubicBezTo>
                    <a:pt x="473" y="118"/>
                    <a:pt x="521" y="65"/>
                    <a:pt x="590" y="33"/>
                  </a:cubicBezTo>
                  <a:cubicBezTo>
                    <a:pt x="606" y="17"/>
                    <a:pt x="622" y="17"/>
                    <a:pt x="642" y="17"/>
                  </a:cubicBezTo>
                  <a:lnTo>
                    <a:pt x="642" y="1"/>
                  </a:lnTo>
                  <a:close/>
                  <a:moveTo>
                    <a:pt x="69" y="405"/>
                  </a:moveTo>
                  <a:lnTo>
                    <a:pt x="0" y="437"/>
                  </a:lnTo>
                  <a:lnTo>
                    <a:pt x="0" y="453"/>
                  </a:lnTo>
                  <a:lnTo>
                    <a:pt x="16" y="453"/>
                  </a:lnTo>
                  <a:lnTo>
                    <a:pt x="69" y="4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9"/>
            <p:cNvSpPr/>
            <p:nvPr/>
          </p:nvSpPr>
          <p:spPr>
            <a:xfrm>
              <a:off x="1739308" y="885478"/>
              <a:ext cx="70322" cy="35459"/>
            </a:xfrm>
            <a:custGeom>
              <a:rect b="b" l="l" r="r" t="t"/>
              <a:pathLst>
                <a:path extrusionOk="0" h="357" w="708">
                  <a:moveTo>
                    <a:pt x="691" y="1"/>
                  </a:moveTo>
                  <a:cubicBezTo>
                    <a:pt x="671" y="1"/>
                    <a:pt x="655" y="21"/>
                    <a:pt x="639" y="21"/>
                  </a:cubicBezTo>
                  <a:cubicBezTo>
                    <a:pt x="623" y="21"/>
                    <a:pt x="623" y="37"/>
                    <a:pt x="607" y="37"/>
                  </a:cubicBezTo>
                  <a:lnTo>
                    <a:pt x="506" y="86"/>
                  </a:lnTo>
                  <a:cubicBezTo>
                    <a:pt x="352" y="171"/>
                    <a:pt x="203" y="239"/>
                    <a:pt x="49" y="324"/>
                  </a:cubicBezTo>
                  <a:cubicBezTo>
                    <a:pt x="33" y="324"/>
                    <a:pt x="33" y="324"/>
                    <a:pt x="17" y="340"/>
                  </a:cubicBezTo>
                  <a:lnTo>
                    <a:pt x="1" y="356"/>
                  </a:lnTo>
                  <a:lnTo>
                    <a:pt x="17" y="356"/>
                  </a:lnTo>
                  <a:lnTo>
                    <a:pt x="33" y="340"/>
                  </a:lnTo>
                  <a:lnTo>
                    <a:pt x="49" y="340"/>
                  </a:lnTo>
                  <a:cubicBezTo>
                    <a:pt x="203" y="255"/>
                    <a:pt x="368" y="171"/>
                    <a:pt x="522" y="102"/>
                  </a:cubicBezTo>
                  <a:lnTo>
                    <a:pt x="623" y="37"/>
                  </a:lnTo>
                  <a:lnTo>
                    <a:pt x="639" y="37"/>
                  </a:lnTo>
                  <a:cubicBezTo>
                    <a:pt x="655" y="21"/>
                    <a:pt x="671" y="21"/>
                    <a:pt x="691" y="21"/>
                  </a:cubicBezTo>
                  <a:lnTo>
                    <a:pt x="708" y="21"/>
                  </a:ln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9"/>
            <p:cNvSpPr/>
            <p:nvPr/>
          </p:nvSpPr>
          <p:spPr>
            <a:xfrm>
              <a:off x="2483252" y="447753"/>
              <a:ext cx="14899" cy="6555"/>
            </a:xfrm>
            <a:custGeom>
              <a:rect b="b" l="l" r="r" t="t"/>
              <a:pathLst>
                <a:path extrusionOk="0" h="66" w="150">
                  <a:moveTo>
                    <a:pt x="0" y="1"/>
                  </a:moveTo>
                  <a:lnTo>
                    <a:pt x="16" y="17"/>
                  </a:lnTo>
                  <a:lnTo>
                    <a:pt x="49" y="17"/>
                  </a:lnTo>
                  <a:cubicBezTo>
                    <a:pt x="49" y="1"/>
                    <a:pt x="32" y="1"/>
                    <a:pt x="32" y="1"/>
                  </a:cubicBezTo>
                  <a:close/>
                  <a:moveTo>
                    <a:pt x="49" y="17"/>
                  </a:moveTo>
                  <a:lnTo>
                    <a:pt x="49" y="33"/>
                  </a:lnTo>
                  <a:cubicBezTo>
                    <a:pt x="85" y="33"/>
                    <a:pt x="101" y="49"/>
                    <a:pt x="133" y="65"/>
                  </a:cubicBezTo>
                  <a:lnTo>
                    <a:pt x="150" y="49"/>
                  </a:lnTo>
                  <a:lnTo>
                    <a:pt x="133" y="49"/>
                  </a:lnTo>
                  <a:cubicBezTo>
                    <a:pt x="117" y="33"/>
                    <a:pt x="85" y="33"/>
                    <a:pt x="4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9"/>
            <p:cNvSpPr/>
            <p:nvPr/>
          </p:nvSpPr>
          <p:spPr>
            <a:xfrm>
              <a:off x="2304269" y="504368"/>
              <a:ext cx="45392" cy="16885"/>
            </a:xfrm>
            <a:custGeom>
              <a:rect b="b" l="l" r="r" t="t"/>
              <a:pathLst>
                <a:path extrusionOk="0" h="170" w="457">
                  <a:moveTo>
                    <a:pt x="17" y="0"/>
                  </a:moveTo>
                  <a:lnTo>
                    <a:pt x="0" y="20"/>
                  </a:lnTo>
                  <a:cubicBezTo>
                    <a:pt x="33" y="20"/>
                    <a:pt x="53" y="37"/>
                    <a:pt x="69" y="37"/>
                  </a:cubicBezTo>
                  <a:cubicBezTo>
                    <a:pt x="85" y="37"/>
                    <a:pt x="85" y="53"/>
                    <a:pt x="101" y="53"/>
                  </a:cubicBezTo>
                  <a:cubicBezTo>
                    <a:pt x="154" y="69"/>
                    <a:pt x="202" y="85"/>
                    <a:pt x="255" y="101"/>
                  </a:cubicBezTo>
                  <a:cubicBezTo>
                    <a:pt x="271" y="101"/>
                    <a:pt x="287" y="121"/>
                    <a:pt x="320" y="121"/>
                  </a:cubicBezTo>
                  <a:cubicBezTo>
                    <a:pt x="303" y="101"/>
                    <a:pt x="287" y="101"/>
                    <a:pt x="255" y="85"/>
                  </a:cubicBezTo>
                  <a:cubicBezTo>
                    <a:pt x="202" y="69"/>
                    <a:pt x="154" y="53"/>
                    <a:pt x="101" y="37"/>
                  </a:cubicBezTo>
                  <a:cubicBezTo>
                    <a:pt x="101" y="37"/>
                    <a:pt x="85" y="37"/>
                    <a:pt x="69" y="20"/>
                  </a:cubicBezTo>
                  <a:cubicBezTo>
                    <a:pt x="53" y="20"/>
                    <a:pt x="33" y="0"/>
                    <a:pt x="17" y="0"/>
                  </a:cubicBezTo>
                  <a:close/>
                  <a:moveTo>
                    <a:pt x="320" y="121"/>
                  </a:moveTo>
                  <a:cubicBezTo>
                    <a:pt x="356" y="138"/>
                    <a:pt x="404" y="154"/>
                    <a:pt x="457" y="170"/>
                  </a:cubicBezTo>
                  <a:cubicBezTo>
                    <a:pt x="404" y="154"/>
                    <a:pt x="372" y="138"/>
                    <a:pt x="320"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9"/>
            <p:cNvSpPr/>
            <p:nvPr/>
          </p:nvSpPr>
          <p:spPr>
            <a:xfrm>
              <a:off x="2469943" y="506355"/>
              <a:ext cx="80354" cy="31784"/>
            </a:xfrm>
            <a:custGeom>
              <a:rect b="b" l="l" r="r" t="t"/>
              <a:pathLst>
                <a:path extrusionOk="0" h="320" w="809">
                  <a:moveTo>
                    <a:pt x="1" y="0"/>
                  </a:moveTo>
                  <a:lnTo>
                    <a:pt x="1" y="17"/>
                  </a:lnTo>
                  <a:lnTo>
                    <a:pt x="203" y="81"/>
                  </a:lnTo>
                  <a:cubicBezTo>
                    <a:pt x="251" y="101"/>
                    <a:pt x="304" y="134"/>
                    <a:pt x="368" y="150"/>
                  </a:cubicBezTo>
                  <a:cubicBezTo>
                    <a:pt x="421" y="166"/>
                    <a:pt x="453" y="182"/>
                    <a:pt x="506" y="202"/>
                  </a:cubicBezTo>
                  <a:cubicBezTo>
                    <a:pt x="554" y="219"/>
                    <a:pt x="607" y="235"/>
                    <a:pt x="655" y="251"/>
                  </a:cubicBezTo>
                  <a:cubicBezTo>
                    <a:pt x="607" y="235"/>
                    <a:pt x="554" y="202"/>
                    <a:pt x="506" y="182"/>
                  </a:cubicBezTo>
                  <a:cubicBezTo>
                    <a:pt x="469" y="166"/>
                    <a:pt x="421" y="150"/>
                    <a:pt x="368" y="134"/>
                  </a:cubicBezTo>
                  <a:cubicBezTo>
                    <a:pt x="320" y="118"/>
                    <a:pt x="251" y="101"/>
                    <a:pt x="203" y="65"/>
                  </a:cubicBezTo>
                  <a:lnTo>
                    <a:pt x="1" y="0"/>
                  </a:lnTo>
                  <a:close/>
                  <a:moveTo>
                    <a:pt x="655" y="251"/>
                  </a:moveTo>
                  <a:cubicBezTo>
                    <a:pt x="688" y="267"/>
                    <a:pt x="724" y="283"/>
                    <a:pt x="756" y="303"/>
                  </a:cubicBezTo>
                  <a:lnTo>
                    <a:pt x="789" y="320"/>
                  </a:lnTo>
                  <a:lnTo>
                    <a:pt x="809" y="320"/>
                  </a:lnTo>
                  <a:lnTo>
                    <a:pt x="809" y="303"/>
                  </a:lnTo>
                  <a:lnTo>
                    <a:pt x="756" y="283"/>
                  </a:lnTo>
                  <a:cubicBezTo>
                    <a:pt x="724" y="267"/>
                    <a:pt x="688" y="251"/>
                    <a:pt x="655" y="2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9"/>
            <p:cNvSpPr/>
            <p:nvPr/>
          </p:nvSpPr>
          <p:spPr>
            <a:xfrm>
              <a:off x="1673952" y="609852"/>
              <a:ext cx="60290" cy="43405"/>
            </a:xfrm>
            <a:custGeom>
              <a:rect b="b" l="l" r="r" t="t"/>
              <a:pathLst>
                <a:path extrusionOk="0" h="437" w="607">
                  <a:moveTo>
                    <a:pt x="590" y="1"/>
                  </a:moveTo>
                  <a:cubicBezTo>
                    <a:pt x="574" y="17"/>
                    <a:pt x="558" y="33"/>
                    <a:pt x="521" y="49"/>
                  </a:cubicBezTo>
                  <a:cubicBezTo>
                    <a:pt x="521" y="49"/>
                    <a:pt x="505" y="49"/>
                    <a:pt x="505" y="69"/>
                  </a:cubicBezTo>
                  <a:cubicBezTo>
                    <a:pt x="521" y="69"/>
                    <a:pt x="521" y="69"/>
                    <a:pt x="541" y="49"/>
                  </a:cubicBezTo>
                  <a:cubicBezTo>
                    <a:pt x="558" y="33"/>
                    <a:pt x="574" y="17"/>
                    <a:pt x="606" y="17"/>
                  </a:cubicBezTo>
                  <a:lnTo>
                    <a:pt x="606" y="1"/>
                  </a:lnTo>
                  <a:close/>
                  <a:moveTo>
                    <a:pt x="505" y="69"/>
                  </a:moveTo>
                  <a:lnTo>
                    <a:pt x="505" y="69"/>
                  </a:lnTo>
                  <a:cubicBezTo>
                    <a:pt x="356" y="170"/>
                    <a:pt x="218" y="271"/>
                    <a:pt x="69" y="372"/>
                  </a:cubicBezTo>
                  <a:lnTo>
                    <a:pt x="0" y="421"/>
                  </a:lnTo>
                  <a:lnTo>
                    <a:pt x="0" y="437"/>
                  </a:lnTo>
                  <a:lnTo>
                    <a:pt x="85" y="389"/>
                  </a:lnTo>
                  <a:cubicBezTo>
                    <a:pt x="218" y="288"/>
                    <a:pt x="372" y="170"/>
                    <a:pt x="505" y="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9"/>
            <p:cNvSpPr/>
            <p:nvPr/>
          </p:nvSpPr>
          <p:spPr>
            <a:xfrm>
              <a:off x="2351249" y="795291"/>
              <a:ext cx="11720" cy="3675"/>
            </a:xfrm>
            <a:custGeom>
              <a:rect b="b" l="l" r="r" t="t"/>
              <a:pathLst>
                <a:path extrusionOk="0" h="37" w="118">
                  <a:moveTo>
                    <a:pt x="0" y="0"/>
                  </a:moveTo>
                  <a:lnTo>
                    <a:pt x="0" y="20"/>
                  </a:lnTo>
                  <a:lnTo>
                    <a:pt x="101" y="36"/>
                  </a:lnTo>
                  <a:lnTo>
                    <a:pt x="117" y="36"/>
                  </a:lnTo>
                  <a:lnTo>
                    <a:pt x="117" y="20"/>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9"/>
            <p:cNvSpPr/>
            <p:nvPr/>
          </p:nvSpPr>
          <p:spPr>
            <a:xfrm>
              <a:off x="2282616" y="735100"/>
              <a:ext cx="3278" cy="22149"/>
            </a:xfrm>
            <a:custGeom>
              <a:rect b="b" l="l" r="r" t="t"/>
              <a:pathLst>
                <a:path extrusionOk="0" h="223" w="33">
                  <a:moveTo>
                    <a:pt x="0" y="0"/>
                  </a:moveTo>
                  <a:cubicBezTo>
                    <a:pt x="0" y="53"/>
                    <a:pt x="0" y="85"/>
                    <a:pt x="16" y="137"/>
                  </a:cubicBezTo>
                  <a:lnTo>
                    <a:pt x="16" y="0"/>
                  </a:lnTo>
                  <a:close/>
                  <a:moveTo>
                    <a:pt x="16" y="154"/>
                  </a:moveTo>
                  <a:cubicBezTo>
                    <a:pt x="0" y="170"/>
                    <a:pt x="0" y="186"/>
                    <a:pt x="16" y="202"/>
                  </a:cubicBezTo>
                  <a:cubicBezTo>
                    <a:pt x="16" y="202"/>
                    <a:pt x="16" y="222"/>
                    <a:pt x="33" y="222"/>
                  </a:cubicBezTo>
                  <a:lnTo>
                    <a:pt x="33" y="202"/>
                  </a:lnTo>
                  <a:cubicBezTo>
                    <a:pt x="16" y="186"/>
                    <a:pt x="16" y="170"/>
                    <a:pt x="16" y="15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9"/>
            <p:cNvSpPr/>
            <p:nvPr/>
          </p:nvSpPr>
          <p:spPr>
            <a:xfrm>
              <a:off x="2324332" y="606673"/>
              <a:ext cx="15296" cy="4867"/>
            </a:xfrm>
            <a:custGeom>
              <a:rect b="b" l="l" r="r" t="t"/>
              <a:pathLst>
                <a:path extrusionOk="0" h="49" w="154">
                  <a:moveTo>
                    <a:pt x="0" y="0"/>
                  </a:moveTo>
                  <a:lnTo>
                    <a:pt x="17" y="17"/>
                  </a:lnTo>
                  <a:lnTo>
                    <a:pt x="134" y="49"/>
                  </a:lnTo>
                  <a:lnTo>
                    <a:pt x="154" y="49"/>
                  </a:lnTo>
                  <a:lnTo>
                    <a:pt x="134"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9"/>
            <p:cNvSpPr/>
            <p:nvPr/>
          </p:nvSpPr>
          <p:spPr>
            <a:xfrm>
              <a:off x="2339529" y="644814"/>
              <a:ext cx="40227" cy="13707"/>
            </a:xfrm>
            <a:custGeom>
              <a:rect b="b" l="l" r="r" t="t"/>
              <a:pathLst>
                <a:path extrusionOk="0" h="138" w="405">
                  <a:moveTo>
                    <a:pt x="1" y="0"/>
                  </a:moveTo>
                  <a:cubicBezTo>
                    <a:pt x="33" y="20"/>
                    <a:pt x="49" y="37"/>
                    <a:pt x="82" y="37"/>
                  </a:cubicBezTo>
                  <a:cubicBezTo>
                    <a:pt x="150" y="53"/>
                    <a:pt x="219" y="85"/>
                    <a:pt x="284" y="101"/>
                  </a:cubicBezTo>
                  <a:cubicBezTo>
                    <a:pt x="304" y="101"/>
                    <a:pt x="304" y="101"/>
                    <a:pt x="320" y="121"/>
                  </a:cubicBezTo>
                  <a:cubicBezTo>
                    <a:pt x="336" y="121"/>
                    <a:pt x="369" y="138"/>
                    <a:pt x="405" y="138"/>
                  </a:cubicBezTo>
                  <a:lnTo>
                    <a:pt x="405" y="121"/>
                  </a:lnTo>
                  <a:cubicBezTo>
                    <a:pt x="369" y="121"/>
                    <a:pt x="352" y="101"/>
                    <a:pt x="320" y="101"/>
                  </a:cubicBezTo>
                  <a:cubicBezTo>
                    <a:pt x="304" y="101"/>
                    <a:pt x="304" y="85"/>
                    <a:pt x="284" y="85"/>
                  </a:cubicBezTo>
                  <a:cubicBezTo>
                    <a:pt x="219" y="69"/>
                    <a:pt x="150" y="53"/>
                    <a:pt x="82" y="20"/>
                  </a:cubicBezTo>
                  <a:cubicBezTo>
                    <a:pt x="66" y="20"/>
                    <a:pt x="33"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9"/>
            <p:cNvSpPr/>
            <p:nvPr/>
          </p:nvSpPr>
          <p:spPr>
            <a:xfrm>
              <a:off x="2720738" y="649979"/>
              <a:ext cx="11720" cy="3278"/>
            </a:xfrm>
            <a:custGeom>
              <a:rect b="b" l="l" r="r" t="t"/>
              <a:pathLst>
                <a:path extrusionOk="0" h="33" w="118">
                  <a:moveTo>
                    <a:pt x="1" y="1"/>
                  </a:moveTo>
                  <a:lnTo>
                    <a:pt x="1" y="17"/>
                  </a:lnTo>
                  <a:lnTo>
                    <a:pt x="118" y="33"/>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9"/>
            <p:cNvSpPr/>
            <p:nvPr/>
          </p:nvSpPr>
          <p:spPr>
            <a:xfrm>
              <a:off x="1672363" y="628326"/>
              <a:ext cx="63469" cy="43405"/>
            </a:xfrm>
            <a:custGeom>
              <a:rect b="b" l="l" r="r" t="t"/>
              <a:pathLst>
                <a:path extrusionOk="0" h="437" w="639">
                  <a:moveTo>
                    <a:pt x="638" y="1"/>
                  </a:moveTo>
                  <a:cubicBezTo>
                    <a:pt x="622" y="1"/>
                    <a:pt x="606" y="17"/>
                    <a:pt x="590" y="17"/>
                  </a:cubicBezTo>
                  <a:cubicBezTo>
                    <a:pt x="404" y="150"/>
                    <a:pt x="218" y="287"/>
                    <a:pt x="32" y="404"/>
                  </a:cubicBezTo>
                  <a:cubicBezTo>
                    <a:pt x="16" y="421"/>
                    <a:pt x="16" y="421"/>
                    <a:pt x="0" y="421"/>
                  </a:cubicBezTo>
                  <a:lnTo>
                    <a:pt x="0" y="437"/>
                  </a:lnTo>
                  <a:lnTo>
                    <a:pt x="16" y="437"/>
                  </a:lnTo>
                  <a:lnTo>
                    <a:pt x="32" y="421"/>
                  </a:lnTo>
                  <a:lnTo>
                    <a:pt x="53" y="421"/>
                  </a:lnTo>
                  <a:cubicBezTo>
                    <a:pt x="218" y="287"/>
                    <a:pt x="404" y="150"/>
                    <a:pt x="590" y="33"/>
                  </a:cubicBezTo>
                  <a:cubicBezTo>
                    <a:pt x="606" y="17"/>
                    <a:pt x="622" y="17"/>
                    <a:pt x="638" y="17"/>
                  </a:cubicBezTo>
                  <a:lnTo>
                    <a:pt x="6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9"/>
            <p:cNvSpPr/>
            <p:nvPr/>
          </p:nvSpPr>
          <p:spPr>
            <a:xfrm>
              <a:off x="2269406" y="416068"/>
              <a:ext cx="95153" cy="43405"/>
            </a:xfrm>
            <a:custGeom>
              <a:rect b="b" l="l" r="r" t="t"/>
              <a:pathLst>
                <a:path extrusionOk="0" h="437" w="958">
                  <a:moveTo>
                    <a:pt x="0" y="1"/>
                  </a:moveTo>
                  <a:lnTo>
                    <a:pt x="0" y="17"/>
                  </a:lnTo>
                  <a:cubicBezTo>
                    <a:pt x="81" y="33"/>
                    <a:pt x="165" y="65"/>
                    <a:pt x="249" y="101"/>
                  </a:cubicBezTo>
                  <a:lnTo>
                    <a:pt x="249" y="101"/>
                  </a:lnTo>
                  <a:cubicBezTo>
                    <a:pt x="165" y="65"/>
                    <a:pt x="81" y="33"/>
                    <a:pt x="0" y="1"/>
                  </a:cubicBezTo>
                  <a:close/>
                  <a:moveTo>
                    <a:pt x="250" y="102"/>
                  </a:moveTo>
                  <a:lnTo>
                    <a:pt x="303" y="134"/>
                  </a:lnTo>
                  <a:cubicBezTo>
                    <a:pt x="335" y="150"/>
                    <a:pt x="384" y="166"/>
                    <a:pt x="436" y="166"/>
                  </a:cubicBezTo>
                  <a:cubicBezTo>
                    <a:pt x="384" y="150"/>
                    <a:pt x="351" y="134"/>
                    <a:pt x="303" y="118"/>
                  </a:cubicBezTo>
                  <a:lnTo>
                    <a:pt x="250" y="102"/>
                  </a:lnTo>
                  <a:close/>
                  <a:moveTo>
                    <a:pt x="436" y="166"/>
                  </a:moveTo>
                  <a:lnTo>
                    <a:pt x="436" y="166"/>
                  </a:lnTo>
                  <a:cubicBezTo>
                    <a:pt x="485" y="203"/>
                    <a:pt x="553" y="219"/>
                    <a:pt x="606" y="251"/>
                  </a:cubicBezTo>
                  <a:cubicBezTo>
                    <a:pt x="707" y="283"/>
                    <a:pt x="808" y="320"/>
                    <a:pt x="909" y="368"/>
                  </a:cubicBezTo>
                  <a:lnTo>
                    <a:pt x="925" y="368"/>
                  </a:lnTo>
                  <a:cubicBezTo>
                    <a:pt x="941" y="368"/>
                    <a:pt x="941" y="384"/>
                    <a:pt x="941" y="405"/>
                  </a:cubicBezTo>
                  <a:lnTo>
                    <a:pt x="941" y="421"/>
                  </a:lnTo>
                  <a:lnTo>
                    <a:pt x="925" y="421"/>
                  </a:lnTo>
                  <a:lnTo>
                    <a:pt x="925" y="437"/>
                  </a:lnTo>
                  <a:lnTo>
                    <a:pt x="941" y="437"/>
                  </a:lnTo>
                  <a:cubicBezTo>
                    <a:pt x="957" y="437"/>
                    <a:pt x="957" y="421"/>
                    <a:pt x="957" y="405"/>
                  </a:cubicBezTo>
                  <a:cubicBezTo>
                    <a:pt x="957" y="368"/>
                    <a:pt x="941" y="368"/>
                    <a:pt x="925" y="352"/>
                  </a:cubicBezTo>
                  <a:lnTo>
                    <a:pt x="909" y="352"/>
                  </a:lnTo>
                  <a:cubicBezTo>
                    <a:pt x="808" y="320"/>
                    <a:pt x="707" y="267"/>
                    <a:pt x="606" y="235"/>
                  </a:cubicBezTo>
                  <a:cubicBezTo>
                    <a:pt x="553" y="203"/>
                    <a:pt x="485" y="182"/>
                    <a:pt x="436"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9"/>
            <p:cNvSpPr/>
            <p:nvPr/>
          </p:nvSpPr>
          <p:spPr>
            <a:xfrm>
              <a:off x="2553475" y="706991"/>
              <a:ext cx="13310" cy="4867"/>
            </a:xfrm>
            <a:custGeom>
              <a:rect b="b" l="l" r="r" t="t"/>
              <a:pathLst>
                <a:path extrusionOk="0" h="49" w="134">
                  <a:moveTo>
                    <a:pt x="16" y="0"/>
                  </a:moveTo>
                  <a:lnTo>
                    <a:pt x="0" y="16"/>
                  </a:lnTo>
                  <a:lnTo>
                    <a:pt x="133" y="49"/>
                  </a:lnTo>
                  <a:lnTo>
                    <a:pt x="133" y="49"/>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9"/>
            <p:cNvSpPr/>
            <p:nvPr/>
          </p:nvSpPr>
          <p:spPr>
            <a:xfrm>
              <a:off x="2270995" y="434146"/>
              <a:ext cx="11720" cy="6953"/>
            </a:xfrm>
            <a:custGeom>
              <a:rect b="b" l="l" r="r" t="t"/>
              <a:pathLst>
                <a:path extrusionOk="0" h="70" w="118">
                  <a:moveTo>
                    <a:pt x="0" y="0"/>
                  </a:moveTo>
                  <a:lnTo>
                    <a:pt x="0" y="21"/>
                  </a:lnTo>
                  <a:lnTo>
                    <a:pt x="101" y="53"/>
                  </a:lnTo>
                  <a:lnTo>
                    <a:pt x="0" y="0"/>
                  </a:lnTo>
                  <a:close/>
                  <a:moveTo>
                    <a:pt x="101" y="53"/>
                  </a:moveTo>
                  <a:lnTo>
                    <a:pt x="101" y="69"/>
                  </a:lnTo>
                  <a:lnTo>
                    <a:pt x="117" y="5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9"/>
            <p:cNvSpPr/>
            <p:nvPr/>
          </p:nvSpPr>
          <p:spPr>
            <a:xfrm>
              <a:off x="2319465" y="502779"/>
              <a:ext cx="48272" cy="18474"/>
            </a:xfrm>
            <a:custGeom>
              <a:rect b="b" l="l" r="r" t="t"/>
              <a:pathLst>
                <a:path extrusionOk="0" h="186" w="486">
                  <a:moveTo>
                    <a:pt x="1" y="0"/>
                  </a:moveTo>
                  <a:lnTo>
                    <a:pt x="1" y="16"/>
                  </a:lnTo>
                  <a:cubicBezTo>
                    <a:pt x="66" y="36"/>
                    <a:pt x="134" y="69"/>
                    <a:pt x="183" y="85"/>
                  </a:cubicBezTo>
                  <a:cubicBezTo>
                    <a:pt x="219" y="101"/>
                    <a:pt x="251" y="117"/>
                    <a:pt x="304" y="117"/>
                  </a:cubicBezTo>
                  <a:cubicBezTo>
                    <a:pt x="268" y="101"/>
                    <a:pt x="235" y="85"/>
                    <a:pt x="203" y="69"/>
                  </a:cubicBezTo>
                  <a:cubicBezTo>
                    <a:pt x="134" y="53"/>
                    <a:pt x="66" y="36"/>
                    <a:pt x="1" y="0"/>
                  </a:cubicBezTo>
                  <a:close/>
                  <a:moveTo>
                    <a:pt x="304" y="117"/>
                  </a:moveTo>
                  <a:cubicBezTo>
                    <a:pt x="320" y="137"/>
                    <a:pt x="336" y="137"/>
                    <a:pt x="369" y="154"/>
                  </a:cubicBezTo>
                  <a:cubicBezTo>
                    <a:pt x="405" y="170"/>
                    <a:pt x="453" y="186"/>
                    <a:pt x="486" y="186"/>
                  </a:cubicBezTo>
                  <a:cubicBezTo>
                    <a:pt x="453" y="170"/>
                    <a:pt x="405" y="154"/>
                    <a:pt x="369" y="137"/>
                  </a:cubicBezTo>
                  <a:cubicBezTo>
                    <a:pt x="352" y="137"/>
                    <a:pt x="320" y="117"/>
                    <a:pt x="304" y="1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9"/>
            <p:cNvSpPr/>
            <p:nvPr/>
          </p:nvSpPr>
          <p:spPr>
            <a:xfrm>
              <a:off x="1673952" y="614718"/>
              <a:ext cx="61879" cy="43802"/>
            </a:xfrm>
            <a:custGeom>
              <a:rect b="b" l="l" r="r" t="t"/>
              <a:pathLst>
                <a:path extrusionOk="0" h="441" w="623">
                  <a:moveTo>
                    <a:pt x="622" y="0"/>
                  </a:moveTo>
                  <a:cubicBezTo>
                    <a:pt x="606" y="20"/>
                    <a:pt x="590" y="20"/>
                    <a:pt x="574" y="20"/>
                  </a:cubicBezTo>
                  <a:cubicBezTo>
                    <a:pt x="489" y="85"/>
                    <a:pt x="388" y="154"/>
                    <a:pt x="303" y="222"/>
                  </a:cubicBezTo>
                  <a:cubicBezTo>
                    <a:pt x="271" y="239"/>
                    <a:pt x="238" y="255"/>
                    <a:pt x="202" y="287"/>
                  </a:cubicBezTo>
                  <a:cubicBezTo>
                    <a:pt x="154" y="323"/>
                    <a:pt x="117" y="356"/>
                    <a:pt x="69" y="388"/>
                  </a:cubicBezTo>
                  <a:lnTo>
                    <a:pt x="0" y="441"/>
                  </a:lnTo>
                  <a:lnTo>
                    <a:pt x="69" y="404"/>
                  </a:lnTo>
                  <a:cubicBezTo>
                    <a:pt x="117" y="372"/>
                    <a:pt x="170" y="323"/>
                    <a:pt x="218" y="287"/>
                  </a:cubicBezTo>
                  <a:cubicBezTo>
                    <a:pt x="255" y="271"/>
                    <a:pt x="287" y="255"/>
                    <a:pt x="319" y="222"/>
                  </a:cubicBezTo>
                  <a:cubicBezTo>
                    <a:pt x="404" y="170"/>
                    <a:pt x="489" y="101"/>
                    <a:pt x="590" y="37"/>
                  </a:cubicBezTo>
                  <a:cubicBezTo>
                    <a:pt x="606" y="20"/>
                    <a:pt x="606" y="20"/>
                    <a:pt x="622" y="20"/>
                  </a:cubicBezTo>
                  <a:lnTo>
                    <a:pt x="6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9"/>
            <p:cNvSpPr/>
            <p:nvPr/>
          </p:nvSpPr>
          <p:spPr>
            <a:xfrm>
              <a:off x="2282616" y="599820"/>
              <a:ext cx="51848" cy="18574"/>
            </a:xfrm>
            <a:custGeom>
              <a:rect b="b" l="l" r="r" t="t"/>
              <a:pathLst>
                <a:path extrusionOk="0" h="187" w="522">
                  <a:moveTo>
                    <a:pt x="0" y="1"/>
                  </a:moveTo>
                  <a:lnTo>
                    <a:pt x="16" y="17"/>
                  </a:lnTo>
                  <a:cubicBezTo>
                    <a:pt x="33" y="17"/>
                    <a:pt x="49" y="17"/>
                    <a:pt x="69" y="33"/>
                  </a:cubicBezTo>
                  <a:cubicBezTo>
                    <a:pt x="117" y="49"/>
                    <a:pt x="170" y="69"/>
                    <a:pt x="218" y="86"/>
                  </a:cubicBezTo>
                  <a:cubicBezTo>
                    <a:pt x="251" y="86"/>
                    <a:pt x="303" y="102"/>
                    <a:pt x="336" y="118"/>
                  </a:cubicBezTo>
                  <a:cubicBezTo>
                    <a:pt x="388" y="134"/>
                    <a:pt x="420" y="150"/>
                    <a:pt x="473" y="170"/>
                  </a:cubicBezTo>
                  <a:cubicBezTo>
                    <a:pt x="489" y="170"/>
                    <a:pt x="505" y="170"/>
                    <a:pt x="521" y="187"/>
                  </a:cubicBezTo>
                  <a:lnTo>
                    <a:pt x="521" y="170"/>
                  </a:lnTo>
                  <a:cubicBezTo>
                    <a:pt x="505" y="170"/>
                    <a:pt x="489" y="150"/>
                    <a:pt x="473" y="150"/>
                  </a:cubicBezTo>
                  <a:cubicBezTo>
                    <a:pt x="437" y="134"/>
                    <a:pt x="388" y="118"/>
                    <a:pt x="336" y="102"/>
                  </a:cubicBezTo>
                  <a:cubicBezTo>
                    <a:pt x="303" y="86"/>
                    <a:pt x="251" y="86"/>
                    <a:pt x="218" y="69"/>
                  </a:cubicBezTo>
                  <a:cubicBezTo>
                    <a:pt x="170" y="49"/>
                    <a:pt x="117" y="33"/>
                    <a:pt x="85" y="17"/>
                  </a:cubicBezTo>
                  <a:cubicBezTo>
                    <a:pt x="49"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9"/>
            <p:cNvSpPr/>
            <p:nvPr/>
          </p:nvSpPr>
          <p:spPr>
            <a:xfrm>
              <a:off x="1705637" y="947755"/>
              <a:ext cx="3675" cy="40227"/>
            </a:xfrm>
            <a:custGeom>
              <a:rect b="b" l="l" r="r" t="t"/>
              <a:pathLst>
                <a:path extrusionOk="0" h="405" w="37">
                  <a:moveTo>
                    <a:pt x="20" y="0"/>
                  </a:moveTo>
                  <a:lnTo>
                    <a:pt x="20" y="49"/>
                  </a:lnTo>
                  <a:cubicBezTo>
                    <a:pt x="20" y="133"/>
                    <a:pt x="20" y="218"/>
                    <a:pt x="0" y="303"/>
                  </a:cubicBezTo>
                  <a:lnTo>
                    <a:pt x="0" y="404"/>
                  </a:lnTo>
                  <a:lnTo>
                    <a:pt x="20" y="404"/>
                  </a:lnTo>
                  <a:lnTo>
                    <a:pt x="20" y="303"/>
                  </a:lnTo>
                  <a:cubicBezTo>
                    <a:pt x="20" y="218"/>
                    <a:pt x="37" y="133"/>
                    <a:pt x="37" y="49"/>
                  </a:cubicBezTo>
                  <a:cubicBezTo>
                    <a:pt x="37" y="32"/>
                    <a:pt x="37" y="16"/>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9"/>
            <p:cNvSpPr/>
            <p:nvPr/>
          </p:nvSpPr>
          <p:spPr>
            <a:xfrm>
              <a:off x="2486431" y="558103"/>
              <a:ext cx="68733" cy="25030"/>
            </a:xfrm>
            <a:custGeom>
              <a:rect b="b" l="l" r="r" t="t"/>
              <a:pathLst>
                <a:path extrusionOk="0" h="252" w="692">
                  <a:moveTo>
                    <a:pt x="0" y="1"/>
                  </a:moveTo>
                  <a:cubicBezTo>
                    <a:pt x="69" y="33"/>
                    <a:pt x="138" y="49"/>
                    <a:pt x="202" y="85"/>
                  </a:cubicBezTo>
                  <a:cubicBezTo>
                    <a:pt x="271" y="102"/>
                    <a:pt x="320" y="118"/>
                    <a:pt x="372" y="134"/>
                  </a:cubicBezTo>
                  <a:cubicBezTo>
                    <a:pt x="421" y="150"/>
                    <a:pt x="457" y="166"/>
                    <a:pt x="489" y="186"/>
                  </a:cubicBezTo>
                  <a:cubicBezTo>
                    <a:pt x="558" y="203"/>
                    <a:pt x="623" y="219"/>
                    <a:pt x="675" y="251"/>
                  </a:cubicBezTo>
                  <a:lnTo>
                    <a:pt x="691" y="251"/>
                  </a:lnTo>
                  <a:lnTo>
                    <a:pt x="691" y="235"/>
                  </a:lnTo>
                  <a:cubicBezTo>
                    <a:pt x="623" y="203"/>
                    <a:pt x="558" y="186"/>
                    <a:pt x="505" y="166"/>
                  </a:cubicBezTo>
                  <a:cubicBezTo>
                    <a:pt x="457" y="150"/>
                    <a:pt x="421" y="134"/>
                    <a:pt x="372" y="118"/>
                  </a:cubicBezTo>
                  <a:cubicBezTo>
                    <a:pt x="320" y="102"/>
                    <a:pt x="271" y="85"/>
                    <a:pt x="219" y="65"/>
                  </a:cubicBezTo>
                  <a:cubicBezTo>
                    <a:pt x="154" y="33"/>
                    <a:pt x="85"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9"/>
            <p:cNvSpPr/>
            <p:nvPr/>
          </p:nvSpPr>
          <p:spPr>
            <a:xfrm>
              <a:off x="2294237" y="494337"/>
              <a:ext cx="15296" cy="6853"/>
            </a:xfrm>
            <a:custGeom>
              <a:rect b="b" l="l" r="r" t="t"/>
              <a:pathLst>
                <a:path extrusionOk="0" h="69" w="154">
                  <a:moveTo>
                    <a:pt x="0" y="0"/>
                  </a:moveTo>
                  <a:lnTo>
                    <a:pt x="17" y="20"/>
                  </a:lnTo>
                  <a:lnTo>
                    <a:pt x="134" y="69"/>
                  </a:lnTo>
                  <a:lnTo>
                    <a:pt x="154" y="53"/>
                  </a:lnTo>
                  <a:lnTo>
                    <a:pt x="134" y="5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9"/>
            <p:cNvSpPr/>
            <p:nvPr/>
          </p:nvSpPr>
          <p:spPr>
            <a:xfrm>
              <a:off x="1677528" y="524432"/>
              <a:ext cx="60290" cy="45392"/>
            </a:xfrm>
            <a:custGeom>
              <a:rect b="b" l="l" r="r" t="t"/>
              <a:pathLst>
                <a:path extrusionOk="0" h="457" w="607">
                  <a:moveTo>
                    <a:pt x="606" y="0"/>
                  </a:moveTo>
                  <a:cubicBezTo>
                    <a:pt x="570" y="0"/>
                    <a:pt x="554" y="20"/>
                    <a:pt x="554" y="37"/>
                  </a:cubicBezTo>
                  <a:cubicBezTo>
                    <a:pt x="570" y="37"/>
                    <a:pt x="586" y="20"/>
                    <a:pt x="606" y="20"/>
                  </a:cubicBezTo>
                  <a:lnTo>
                    <a:pt x="606" y="0"/>
                  </a:lnTo>
                  <a:close/>
                  <a:moveTo>
                    <a:pt x="538" y="53"/>
                  </a:moveTo>
                  <a:cubicBezTo>
                    <a:pt x="404" y="154"/>
                    <a:pt x="251" y="255"/>
                    <a:pt x="118" y="356"/>
                  </a:cubicBezTo>
                  <a:lnTo>
                    <a:pt x="1" y="441"/>
                  </a:lnTo>
                  <a:lnTo>
                    <a:pt x="1" y="457"/>
                  </a:lnTo>
                  <a:lnTo>
                    <a:pt x="134" y="372"/>
                  </a:lnTo>
                  <a:cubicBezTo>
                    <a:pt x="267" y="255"/>
                    <a:pt x="404" y="154"/>
                    <a:pt x="538"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9"/>
            <p:cNvSpPr/>
            <p:nvPr/>
          </p:nvSpPr>
          <p:spPr>
            <a:xfrm>
              <a:off x="1677528" y="529597"/>
              <a:ext cx="10131" cy="10131"/>
            </a:xfrm>
            <a:custGeom>
              <a:rect b="b" l="l" r="r" t="t"/>
              <a:pathLst>
                <a:path extrusionOk="0" h="102" w="102">
                  <a:moveTo>
                    <a:pt x="102" y="1"/>
                  </a:moveTo>
                  <a:cubicBezTo>
                    <a:pt x="81" y="17"/>
                    <a:pt x="65" y="17"/>
                    <a:pt x="49" y="33"/>
                  </a:cubicBezTo>
                  <a:cubicBezTo>
                    <a:pt x="33" y="49"/>
                    <a:pt x="17" y="69"/>
                    <a:pt x="1" y="86"/>
                  </a:cubicBezTo>
                  <a:lnTo>
                    <a:pt x="1" y="102"/>
                  </a:lnTo>
                  <a:lnTo>
                    <a:pt x="17" y="86"/>
                  </a:lnTo>
                  <a:cubicBezTo>
                    <a:pt x="17" y="69"/>
                    <a:pt x="49" y="49"/>
                    <a:pt x="65" y="49"/>
                  </a:cubicBezTo>
                  <a:lnTo>
                    <a:pt x="102"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9"/>
            <p:cNvSpPr/>
            <p:nvPr/>
          </p:nvSpPr>
          <p:spPr>
            <a:xfrm>
              <a:off x="1936369" y="-4"/>
              <a:ext cx="804533" cy="369191"/>
            </a:xfrm>
            <a:custGeom>
              <a:rect b="b" l="l" r="r" t="t"/>
              <a:pathLst>
                <a:path extrusionOk="0" h="3717" w="8100">
                  <a:moveTo>
                    <a:pt x="20" y="65"/>
                  </a:moveTo>
                  <a:lnTo>
                    <a:pt x="20" y="114"/>
                  </a:lnTo>
                  <a:cubicBezTo>
                    <a:pt x="20" y="150"/>
                    <a:pt x="20" y="182"/>
                    <a:pt x="36" y="215"/>
                  </a:cubicBezTo>
                  <a:lnTo>
                    <a:pt x="53" y="215"/>
                  </a:lnTo>
                  <a:lnTo>
                    <a:pt x="53" y="198"/>
                  </a:lnTo>
                  <a:cubicBezTo>
                    <a:pt x="36" y="166"/>
                    <a:pt x="36" y="150"/>
                    <a:pt x="36" y="114"/>
                  </a:cubicBezTo>
                  <a:cubicBezTo>
                    <a:pt x="36" y="97"/>
                    <a:pt x="36" y="81"/>
                    <a:pt x="20" y="65"/>
                  </a:cubicBezTo>
                  <a:close/>
                  <a:moveTo>
                    <a:pt x="45" y="0"/>
                  </a:moveTo>
                  <a:cubicBezTo>
                    <a:pt x="36" y="0"/>
                    <a:pt x="28" y="4"/>
                    <a:pt x="20" y="13"/>
                  </a:cubicBezTo>
                  <a:cubicBezTo>
                    <a:pt x="0" y="29"/>
                    <a:pt x="0" y="49"/>
                    <a:pt x="20" y="65"/>
                  </a:cubicBezTo>
                  <a:cubicBezTo>
                    <a:pt x="20" y="49"/>
                    <a:pt x="20" y="29"/>
                    <a:pt x="36" y="29"/>
                  </a:cubicBezTo>
                  <a:cubicBezTo>
                    <a:pt x="36" y="21"/>
                    <a:pt x="40" y="17"/>
                    <a:pt x="47" y="17"/>
                  </a:cubicBezTo>
                  <a:cubicBezTo>
                    <a:pt x="53" y="17"/>
                    <a:pt x="61" y="21"/>
                    <a:pt x="69" y="29"/>
                  </a:cubicBezTo>
                  <a:cubicBezTo>
                    <a:pt x="137" y="65"/>
                    <a:pt x="202" y="97"/>
                    <a:pt x="287" y="130"/>
                  </a:cubicBezTo>
                  <a:cubicBezTo>
                    <a:pt x="303" y="150"/>
                    <a:pt x="339" y="150"/>
                    <a:pt x="372" y="166"/>
                  </a:cubicBezTo>
                  <a:cubicBezTo>
                    <a:pt x="424" y="198"/>
                    <a:pt x="489" y="215"/>
                    <a:pt x="541" y="251"/>
                  </a:cubicBezTo>
                  <a:cubicBezTo>
                    <a:pt x="659" y="299"/>
                    <a:pt x="776" y="352"/>
                    <a:pt x="877" y="400"/>
                  </a:cubicBezTo>
                  <a:cubicBezTo>
                    <a:pt x="929" y="416"/>
                    <a:pt x="978" y="453"/>
                    <a:pt x="1030" y="469"/>
                  </a:cubicBezTo>
                  <a:cubicBezTo>
                    <a:pt x="1079" y="501"/>
                    <a:pt x="1147" y="517"/>
                    <a:pt x="1196" y="554"/>
                  </a:cubicBezTo>
                  <a:cubicBezTo>
                    <a:pt x="1297" y="586"/>
                    <a:pt x="1398" y="635"/>
                    <a:pt x="1499" y="687"/>
                  </a:cubicBezTo>
                  <a:cubicBezTo>
                    <a:pt x="1567" y="703"/>
                    <a:pt x="1636" y="736"/>
                    <a:pt x="1685" y="772"/>
                  </a:cubicBezTo>
                  <a:cubicBezTo>
                    <a:pt x="1769" y="804"/>
                    <a:pt x="1838" y="837"/>
                    <a:pt x="1919" y="873"/>
                  </a:cubicBezTo>
                  <a:cubicBezTo>
                    <a:pt x="1971" y="905"/>
                    <a:pt x="2040" y="921"/>
                    <a:pt x="2105" y="958"/>
                  </a:cubicBezTo>
                  <a:cubicBezTo>
                    <a:pt x="2173" y="990"/>
                    <a:pt x="2242" y="1022"/>
                    <a:pt x="2323" y="1059"/>
                  </a:cubicBezTo>
                  <a:cubicBezTo>
                    <a:pt x="2375" y="1075"/>
                    <a:pt x="2408" y="1107"/>
                    <a:pt x="2460" y="1123"/>
                  </a:cubicBezTo>
                  <a:lnTo>
                    <a:pt x="2561" y="1176"/>
                  </a:lnTo>
                  <a:cubicBezTo>
                    <a:pt x="2711" y="1224"/>
                    <a:pt x="2848" y="1293"/>
                    <a:pt x="2998" y="1362"/>
                  </a:cubicBezTo>
                  <a:cubicBezTo>
                    <a:pt x="2864" y="1293"/>
                    <a:pt x="2711" y="1224"/>
                    <a:pt x="2577" y="1160"/>
                  </a:cubicBezTo>
                  <a:lnTo>
                    <a:pt x="2476" y="1107"/>
                  </a:lnTo>
                  <a:cubicBezTo>
                    <a:pt x="2424" y="1091"/>
                    <a:pt x="2375" y="1075"/>
                    <a:pt x="2323" y="1039"/>
                  </a:cubicBezTo>
                  <a:cubicBezTo>
                    <a:pt x="2258" y="1006"/>
                    <a:pt x="2173" y="974"/>
                    <a:pt x="2105" y="938"/>
                  </a:cubicBezTo>
                  <a:cubicBezTo>
                    <a:pt x="2040" y="921"/>
                    <a:pt x="1988" y="889"/>
                    <a:pt x="1919" y="857"/>
                  </a:cubicBezTo>
                  <a:cubicBezTo>
                    <a:pt x="1854" y="820"/>
                    <a:pt x="1769" y="788"/>
                    <a:pt x="1701" y="756"/>
                  </a:cubicBezTo>
                  <a:cubicBezTo>
                    <a:pt x="1636" y="719"/>
                    <a:pt x="1567" y="703"/>
                    <a:pt x="1499" y="671"/>
                  </a:cubicBezTo>
                  <a:cubicBezTo>
                    <a:pt x="1398" y="618"/>
                    <a:pt x="1297" y="586"/>
                    <a:pt x="1212" y="534"/>
                  </a:cubicBezTo>
                  <a:cubicBezTo>
                    <a:pt x="1147" y="501"/>
                    <a:pt x="1095" y="485"/>
                    <a:pt x="1030" y="453"/>
                  </a:cubicBezTo>
                  <a:cubicBezTo>
                    <a:pt x="978" y="433"/>
                    <a:pt x="929" y="416"/>
                    <a:pt x="893" y="384"/>
                  </a:cubicBezTo>
                  <a:cubicBezTo>
                    <a:pt x="776" y="332"/>
                    <a:pt x="659" y="283"/>
                    <a:pt x="541" y="231"/>
                  </a:cubicBezTo>
                  <a:cubicBezTo>
                    <a:pt x="489" y="215"/>
                    <a:pt x="440" y="182"/>
                    <a:pt x="372" y="150"/>
                  </a:cubicBezTo>
                  <a:cubicBezTo>
                    <a:pt x="356" y="150"/>
                    <a:pt x="323" y="130"/>
                    <a:pt x="287" y="114"/>
                  </a:cubicBezTo>
                  <a:cubicBezTo>
                    <a:pt x="222" y="81"/>
                    <a:pt x="137" y="49"/>
                    <a:pt x="69" y="13"/>
                  </a:cubicBezTo>
                  <a:cubicBezTo>
                    <a:pt x="61" y="4"/>
                    <a:pt x="53" y="0"/>
                    <a:pt x="45" y="0"/>
                  </a:cubicBezTo>
                  <a:close/>
                  <a:moveTo>
                    <a:pt x="2998" y="1362"/>
                  </a:moveTo>
                  <a:lnTo>
                    <a:pt x="3301" y="1511"/>
                  </a:lnTo>
                  <a:lnTo>
                    <a:pt x="3454" y="1580"/>
                  </a:lnTo>
                  <a:cubicBezTo>
                    <a:pt x="3519" y="1596"/>
                    <a:pt x="3571" y="1628"/>
                    <a:pt x="3620" y="1645"/>
                  </a:cubicBezTo>
                  <a:cubicBezTo>
                    <a:pt x="3721" y="1697"/>
                    <a:pt x="3805" y="1729"/>
                    <a:pt x="3890" y="1782"/>
                  </a:cubicBezTo>
                  <a:cubicBezTo>
                    <a:pt x="3959" y="1798"/>
                    <a:pt x="4040" y="1830"/>
                    <a:pt x="4108" y="1867"/>
                  </a:cubicBezTo>
                  <a:cubicBezTo>
                    <a:pt x="4040" y="1830"/>
                    <a:pt x="3975" y="1798"/>
                    <a:pt x="3906" y="1766"/>
                  </a:cubicBezTo>
                  <a:cubicBezTo>
                    <a:pt x="3805" y="1729"/>
                    <a:pt x="3721" y="1681"/>
                    <a:pt x="3636" y="1645"/>
                  </a:cubicBezTo>
                  <a:cubicBezTo>
                    <a:pt x="3571" y="1612"/>
                    <a:pt x="3519" y="1596"/>
                    <a:pt x="3470" y="1564"/>
                  </a:cubicBezTo>
                  <a:lnTo>
                    <a:pt x="3317" y="1495"/>
                  </a:lnTo>
                  <a:cubicBezTo>
                    <a:pt x="3200" y="1443"/>
                    <a:pt x="3099" y="1394"/>
                    <a:pt x="2998" y="1362"/>
                  </a:cubicBezTo>
                  <a:close/>
                  <a:moveTo>
                    <a:pt x="4108" y="1867"/>
                  </a:moveTo>
                  <a:lnTo>
                    <a:pt x="4108" y="1867"/>
                  </a:lnTo>
                  <a:cubicBezTo>
                    <a:pt x="4226" y="1931"/>
                    <a:pt x="4343" y="1984"/>
                    <a:pt x="4464" y="2032"/>
                  </a:cubicBezTo>
                  <a:cubicBezTo>
                    <a:pt x="4529" y="2069"/>
                    <a:pt x="4597" y="2085"/>
                    <a:pt x="4646" y="2117"/>
                  </a:cubicBezTo>
                  <a:cubicBezTo>
                    <a:pt x="4682" y="2133"/>
                    <a:pt x="4714" y="2150"/>
                    <a:pt x="4747" y="2170"/>
                  </a:cubicBezTo>
                  <a:cubicBezTo>
                    <a:pt x="4969" y="2271"/>
                    <a:pt x="5203" y="2372"/>
                    <a:pt x="5421" y="2473"/>
                  </a:cubicBezTo>
                  <a:cubicBezTo>
                    <a:pt x="5591" y="2553"/>
                    <a:pt x="5757" y="2622"/>
                    <a:pt x="5942" y="2707"/>
                  </a:cubicBezTo>
                  <a:cubicBezTo>
                    <a:pt x="6043" y="2755"/>
                    <a:pt x="6161" y="2808"/>
                    <a:pt x="6282" y="2856"/>
                  </a:cubicBezTo>
                  <a:cubicBezTo>
                    <a:pt x="6161" y="2808"/>
                    <a:pt x="6060" y="2739"/>
                    <a:pt x="5942" y="2691"/>
                  </a:cubicBezTo>
                  <a:cubicBezTo>
                    <a:pt x="5777" y="2622"/>
                    <a:pt x="5591" y="2537"/>
                    <a:pt x="5421" y="2452"/>
                  </a:cubicBezTo>
                  <a:cubicBezTo>
                    <a:pt x="5203" y="2351"/>
                    <a:pt x="4985" y="2250"/>
                    <a:pt x="4767" y="2150"/>
                  </a:cubicBezTo>
                  <a:cubicBezTo>
                    <a:pt x="4731" y="2133"/>
                    <a:pt x="4698" y="2117"/>
                    <a:pt x="4666" y="2117"/>
                  </a:cubicBezTo>
                  <a:cubicBezTo>
                    <a:pt x="4597" y="2085"/>
                    <a:pt x="4529" y="2049"/>
                    <a:pt x="4464" y="2016"/>
                  </a:cubicBezTo>
                  <a:cubicBezTo>
                    <a:pt x="4343" y="1968"/>
                    <a:pt x="4226" y="1915"/>
                    <a:pt x="4108" y="1867"/>
                  </a:cubicBezTo>
                  <a:close/>
                  <a:moveTo>
                    <a:pt x="6282" y="2856"/>
                  </a:moveTo>
                  <a:cubicBezTo>
                    <a:pt x="6383" y="2909"/>
                    <a:pt x="6464" y="2957"/>
                    <a:pt x="6565" y="2994"/>
                  </a:cubicBezTo>
                  <a:cubicBezTo>
                    <a:pt x="6649" y="3026"/>
                    <a:pt x="6718" y="3058"/>
                    <a:pt x="6803" y="3095"/>
                  </a:cubicBezTo>
                  <a:cubicBezTo>
                    <a:pt x="6734" y="3058"/>
                    <a:pt x="6649" y="3026"/>
                    <a:pt x="6585" y="2994"/>
                  </a:cubicBezTo>
                  <a:cubicBezTo>
                    <a:pt x="6484" y="2941"/>
                    <a:pt x="6383" y="2893"/>
                    <a:pt x="6282" y="2856"/>
                  </a:cubicBezTo>
                  <a:close/>
                  <a:moveTo>
                    <a:pt x="6803" y="3095"/>
                  </a:moveTo>
                  <a:lnTo>
                    <a:pt x="6803" y="3095"/>
                  </a:lnTo>
                  <a:cubicBezTo>
                    <a:pt x="7005" y="3196"/>
                    <a:pt x="7207" y="3281"/>
                    <a:pt x="7393" y="3382"/>
                  </a:cubicBezTo>
                  <a:cubicBezTo>
                    <a:pt x="7457" y="3398"/>
                    <a:pt x="7526" y="3430"/>
                    <a:pt x="7595" y="3462"/>
                  </a:cubicBezTo>
                  <a:cubicBezTo>
                    <a:pt x="7712" y="3515"/>
                    <a:pt x="7813" y="3563"/>
                    <a:pt x="7930" y="3616"/>
                  </a:cubicBezTo>
                  <a:cubicBezTo>
                    <a:pt x="7962" y="3632"/>
                    <a:pt x="7999" y="3648"/>
                    <a:pt x="8031" y="3664"/>
                  </a:cubicBezTo>
                  <a:cubicBezTo>
                    <a:pt x="8047" y="3664"/>
                    <a:pt x="8063" y="3685"/>
                    <a:pt x="8079" y="3685"/>
                  </a:cubicBezTo>
                  <a:lnTo>
                    <a:pt x="8079" y="3717"/>
                  </a:lnTo>
                  <a:lnTo>
                    <a:pt x="8100" y="3717"/>
                  </a:lnTo>
                  <a:lnTo>
                    <a:pt x="8100" y="3685"/>
                  </a:lnTo>
                  <a:lnTo>
                    <a:pt x="8079" y="3664"/>
                  </a:lnTo>
                  <a:cubicBezTo>
                    <a:pt x="8063" y="3664"/>
                    <a:pt x="8047" y="3664"/>
                    <a:pt x="8047" y="3648"/>
                  </a:cubicBezTo>
                  <a:cubicBezTo>
                    <a:pt x="7999" y="3632"/>
                    <a:pt x="7962" y="3616"/>
                    <a:pt x="7930" y="3600"/>
                  </a:cubicBezTo>
                  <a:cubicBezTo>
                    <a:pt x="7829" y="3547"/>
                    <a:pt x="7712" y="3499"/>
                    <a:pt x="7595" y="3446"/>
                  </a:cubicBezTo>
                  <a:cubicBezTo>
                    <a:pt x="7542" y="3414"/>
                    <a:pt x="7473" y="3398"/>
                    <a:pt x="7409" y="3361"/>
                  </a:cubicBezTo>
                  <a:cubicBezTo>
                    <a:pt x="7207" y="3260"/>
                    <a:pt x="7005" y="3180"/>
                    <a:pt x="6803" y="30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9"/>
            <p:cNvSpPr/>
            <p:nvPr/>
          </p:nvSpPr>
          <p:spPr>
            <a:xfrm>
              <a:off x="2371313" y="571313"/>
              <a:ext cx="8443" cy="67144"/>
            </a:xfrm>
            <a:custGeom>
              <a:rect b="b" l="l" r="r" t="t"/>
              <a:pathLst>
                <a:path extrusionOk="0" h="676" w="85">
                  <a:moveTo>
                    <a:pt x="0" y="1"/>
                  </a:moveTo>
                  <a:lnTo>
                    <a:pt x="0" y="17"/>
                  </a:lnTo>
                  <a:cubicBezTo>
                    <a:pt x="16" y="17"/>
                    <a:pt x="16" y="17"/>
                    <a:pt x="16" y="33"/>
                  </a:cubicBezTo>
                  <a:lnTo>
                    <a:pt x="16" y="53"/>
                  </a:lnTo>
                  <a:lnTo>
                    <a:pt x="16" y="118"/>
                  </a:lnTo>
                  <a:cubicBezTo>
                    <a:pt x="16" y="134"/>
                    <a:pt x="16" y="154"/>
                    <a:pt x="32" y="154"/>
                  </a:cubicBezTo>
                  <a:lnTo>
                    <a:pt x="32" y="118"/>
                  </a:lnTo>
                  <a:lnTo>
                    <a:pt x="32" y="53"/>
                  </a:lnTo>
                  <a:lnTo>
                    <a:pt x="32" y="33"/>
                  </a:lnTo>
                  <a:cubicBezTo>
                    <a:pt x="32" y="17"/>
                    <a:pt x="32" y="1"/>
                    <a:pt x="0" y="1"/>
                  </a:cubicBezTo>
                  <a:close/>
                  <a:moveTo>
                    <a:pt x="32" y="187"/>
                  </a:moveTo>
                  <a:lnTo>
                    <a:pt x="32" y="272"/>
                  </a:lnTo>
                  <a:lnTo>
                    <a:pt x="32" y="288"/>
                  </a:lnTo>
                  <a:cubicBezTo>
                    <a:pt x="32" y="304"/>
                    <a:pt x="49" y="320"/>
                    <a:pt x="32" y="320"/>
                  </a:cubicBezTo>
                  <a:lnTo>
                    <a:pt x="32" y="336"/>
                  </a:lnTo>
                  <a:cubicBezTo>
                    <a:pt x="49" y="356"/>
                    <a:pt x="49" y="373"/>
                    <a:pt x="49" y="389"/>
                  </a:cubicBezTo>
                  <a:lnTo>
                    <a:pt x="49" y="336"/>
                  </a:lnTo>
                  <a:lnTo>
                    <a:pt x="49" y="288"/>
                  </a:lnTo>
                  <a:lnTo>
                    <a:pt x="49" y="272"/>
                  </a:lnTo>
                  <a:cubicBezTo>
                    <a:pt x="49" y="235"/>
                    <a:pt x="49" y="203"/>
                    <a:pt x="32" y="187"/>
                  </a:cubicBezTo>
                  <a:close/>
                  <a:moveTo>
                    <a:pt x="49" y="389"/>
                  </a:moveTo>
                  <a:lnTo>
                    <a:pt x="49" y="421"/>
                  </a:lnTo>
                  <a:lnTo>
                    <a:pt x="49" y="457"/>
                  </a:lnTo>
                  <a:lnTo>
                    <a:pt x="49" y="490"/>
                  </a:lnTo>
                  <a:lnTo>
                    <a:pt x="49" y="591"/>
                  </a:lnTo>
                  <a:lnTo>
                    <a:pt x="65" y="607"/>
                  </a:lnTo>
                  <a:lnTo>
                    <a:pt x="65" y="591"/>
                  </a:lnTo>
                  <a:lnTo>
                    <a:pt x="65" y="490"/>
                  </a:lnTo>
                  <a:lnTo>
                    <a:pt x="65" y="457"/>
                  </a:lnTo>
                  <a:lnTo>
                    <a:pt x="65" y="421"/>
                  </a:lnTo>
                  <a:cubicBezTo>
                    <a:pt x="49" y="405"/>
                    <a:pt x="49" y="405"/>
                    <a:pt x="49" y="389"/>
                  </a:cubicBezTo>
                  <a:close/>
                  <a:moveTo>
                    <a:pt x="65" y="607"/>
                  </a:moveTo>
                  <a:lnTo>
                    <a:pt x="65" y="659"/>
                  </a:lnTo>
                  <a:lnTo>
                    <a:pt x="65" y="676"/>
                  </a:lnTo>
                  <a:cubicBezTo>
                    <a:pt x="85" y="659"/>
                    <a:pt x="85" y="623"/>
                    <a:pt x="65" y="6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9"/>
            <p:cNvSpPr/>
            <p:nvPr/>
          </p:nvSpPr>
          <p:spPr>
            <a:xfrm>
              <a:off x="1943123" y="296680"/>
              <a:ext cx="190704" cy="70918"/>
            </a:xfrm>
            <a:custGeom>
              <a:rect b="b" l="l" r="r" t="t"/>
              <a:pathLst>
                <a:path extrusionOk="0" h="714" w="1920">
                  <a:moveTo>
                    <a:pt x="27" y="0"/>
                  </a:moveTo>
                  <a:cubicBezTo>
                    <a:pt x="19" y="0"/>
                    <a:pt x="10" y="2"/>
                    <a:pt x="1" y="7"/>
                  </a:cubicBezTo>
                  <a:cubicBezTo>
                    <a:pt x="33" y="7"/>
                    <a:pt x="53" y="23"/>
                    <a:pt x="86" y="39"/>
                  </a:cubicBezTo>
                  <a:lnTo>
                    <a:pt x="102" y="39"/>
                  </a:lnTo>
                  <a:cubicBezTo>
                    <a:pt x="170" y="71"/>
                    <a:pt x="235" y="92"/>
                    <a:pt x="304" y="124"/>
                  </a:cubicBezTo>
                  <a:cubicBezTo>
                    <a:pt x="389" y="156"/>
                    <a:pt x="490" y="193"/>
                    <a:pt x="574" y="225"/>
                  </a:cubicBezTo>
                  <a:cubicBezTo>
                    <a:pt x="623" y="241"/>
                    <a:pt x="675" y="257"/>
                    <a:pt x="708" y="273"/>
                  </a:cubicBezTo>
                  <a:cubicBezTo>
                    <a:pt x="776" y="294"/>
                    <a:pt x="861" y="326"/>
                    <a:pt x="926" y="342"/>
                  </a:cubicBezTo>
                  <a:cubicBezTo>
                    <a:pt x="995" y="374"/>
                    <a:pt x="1063" y="395"/>
                    <a:pt x="1128" y="427"/>
                  </a:cubicBezTo>
                  <a:cubicBezTo>
                    <a:pt x="1180" y="443"/>
                    <a:pt x="1213" y="459"/>
                    <a:pt x="1265" y="475"/>
                  </a:cubicBezTo>
                  <a:cubicBezTo>
                    <a:pt x="1314" y="496"/>
                    <a:pt x="1366" y="512"/>
                    <a:pt x="1399" y="528"/>
                  </a:cubicBezTo>
                  <a:cubicBezTo>
                    <a:pt x="1447" y="544"/>
                    <a:pt x="1499" y="560"/>
                    <a:pt x="1568" y="576"/>
                  </a:cubicBezTo>
                  <a:cubicBezTo>
                    <a:pt x="1516" y="544"/>
                    <a:pt x="1467" y="528"/>
                    <a:pt x="1399" y="512"/>
                  </a:cubicBezTo>
                  <a:cubicBezTo>
                    <a:pt x="1366" y="496"/>
                    <a:pt x="1314" y="475"/>
                    <a:pt x="1265" y="459"/>
                  </a:cubicBezTo>
                  <a:cubicBezTo>
                    <a:pt x="1229" y="443"/>
                    <a:pt x="1180" y="427"/>
                    <a:pt x="1144" y="411"/>
                  </a:cubicBezTo>
                  <a:cubicBezTo>
                    <a:pt x="1063" y="395"/>
                    <a:pt x="995" y="358"/>
                    <a:pt x="926" y="326"/>
                  </a:cubicBezTo>
                  <a:cubicBezTo>
                    <a:pt x="861" y="310"/>
                    <a:pt x="793" y="273"/>
                    <a:pt x="724" y="257"/>
                  </a:cubicBezTo>
                  <a:cubicBezTo>
                    <a:pt x="675" y="241"/>
                    <a:pt x="623" y="225"/>
                    <a:pt x="574" y="209"/>
                  </a:cubicBezTo>
                  <a:cubicBezTo>
                    <a:pt x="490" y="172"/>
                    <a:pt x="389" y="140"/>
                    <a:pt x="304" y="108"/>
                  </a:cubicBezTo>
                  <a:cubicBezTo>
                    <a:pt x="235" y="71"/>
                    <a:pt x="187" y="55"/>
                    <a:pt x="118" y="39"/>
                  </a:cubicBezTo>
                  <a:cubicBezTo>
                    <a:pt x="102" y="23"/>
                    <a:pt x="102" y="23"/>
                    <a:pt x="86" y="23"/>
                  </a:cubicBezTo>
                  <a:cubicBezTo>
                    <a:pt x="63" y="12"/>
                    <a:pt x="46" y="0"/>
                    <a:pt x="27" y="0"/>
                  </a:cubicBezTo>
                  <a:close/>
                  <a:moveTo>
                    <a:pt x="1568" y="576"/>
                  </a:moveTo>
                  <a:cubicBezTo>
                    <a:pt x="1584" y="597"/>
                    <a:pt x="1617" y="613"/>
                    <a:pt x="1633" y="613"/>
                  </a:cubicBezTo>
                  <a:cubicBezTo>
                    <a:pt x="1718" y="645"/>
                    <a:pt x="1786" y="677"/>
                    <a:pt x="1871" y="698"/>
                  </a:cubicBezTo>
                  <a:cubicBezTo>
                    <a:pt x="1802" y="661"/>
                    <a:pt x="1718" y="629"/>
                    <a:pt x="1633" y="597"/>
                  </a:cubicBezTo>
                  <a:cubicBezTo>
                    <a:pt x="1617" y="597"/>
                    <a:pt x="1584" y="576"/>
                    <a:pt x="1568" y="576"/>
                  </a:cubicBezTo>
                  <a:close/>
                  <a:moveTo>
                    <a:pt x="1871" y="698"/>
                  </a:moveTo>
                  <a:cubicBezTo>
                    <a:pt x="1887" y="714"/>
                    <a:pt x="1903" y="714"/>
                    <a:pt x="1920" y="714"/>
                  </a:cubicBezTo>
                  <a:lnTo>
                    <a:pt x="1920" y="69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9"/>
            <p:cNvSpPr/>
            <p:nvPr/>
          </p:nvSpPr>
          <p:spPr>
            <a:xfrm>
              <a:off x="2543443" y="972586"/>
              <a:ext cx="11720" cy="3278"/>
            </a:xfrm>
            <a:custGeom>
              <a:rect b="b" l="l" r="r" t="t"/>
              <a:pathLst>
                <a:path extrusionOk="0" h="33" w="118">
                  <a:moveTo>
                    <a:pt x="0" y="1"/>
                  </a:moveTo>
                  <a:cubicBezTo>
                    <a:pt x="16" y="1"/>
                    <a:pt x="32" y="17"/>
                    <a:pt x="49" y="17"/>
                  </a:cubicBezTo>
                  <a:cubicBezTo>
                    <a:pt x="69" y="17"/>
                    <a:pt x="85" y="33"/>
                    <a:pt x="101" y="33"/>
                  </a:cubicBezTo>
                  <a:lnTo>
                    <a:pt x="117" y="17"/>
                  </a:lnTo>
                  <a:lnTo>
                    <a:pt x="101" y="17"/>
                  </a:lnTo>
                  <a:cubicBezTo>
                    <a:pt x="85" y="17"/>
                    <a:pt x="69" y="17"/>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9"/>
            <p:cNvSpPr/>
            <p:nvPr/>
          </p:nvSpPr>
          <p:spPr>
            <a:xfrm>
              <a:off x="1680706" y="404050"/>
              <a:ext cx="48669" cy="40227"/>
            </a:xfrm>
            <a:custGeom>
              <a:rect b="b" l="l" r="r" t="t"/>
              <a:pathLst>
                <a:path extrusionOk="0" h="405" w="490">
                  <a:moveTo>
                    <a:pt x="473" y="0"/>
                  </a:moveTo>
                  <a:lnTo>
                    <a:pt x="372" y="85"/>
                  </a:lnTo>
                  <a:cubicBezTo>
                    <a:pt x="271" y="170"/>
                    <a:pt x="170" y="255"/>
                    <a:pt x="86" y="324"/>
                  </a:cubicBezTo>
                  <a:cubicBezTo>
                    <a:pt x="49" y="340"/>
                    <a:pt x="33" y="356"/>
                    <a:pt x="17" y="372"/>
                  </a:cubicBezTo>
                  <a:cubicBezTo>
                    <a:pt x="17" y="388"/>
                    <a:pt x="1" y="388"/>
                    <a:pt x="1" y="404"/>
                  </a:cubicBezTo>
                  <a:cubicBezTo>
                    <a:pt x="17" y="404"/>
                    <a:pt x="17" y="388"/>
                    <a:pt x="33" y="388"/>
                  </a:cubicBezTo>
                  <a:cubicBezTo>
                    <a:pt x="49" y="372"/>
                    <a:pt x="70" y="356"/>
                    <a:pt x="86" y="340"/>
                  </a:cubicBezTo>
                  <a:cubicBezTo>
                    <a:pt x="187" y="255"/>
                    <a:pt x="288" y="170"/>
                    <a:pt x="389" y="101"/>
                  </a:cubicBezTo>
                  <a:lnTo>
                    <a:pt x="490" y="21"/>
                  </a:lnTo>
                  <a:lnTo>
                    <a:pt x="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9"/>
            <p:cNvSpPr/>
            <p:nvPr/>
          </p:nvSpPr>
          <p:spPr>
            <a:xfrm>
              <a:off x="1673952" y="591377"/>
              <a:ext cx="61879" cy="43504"/>
            </a:xfrm>
            <a:custGeom>
              <a:rect b="b" l="l" r="r" t="t"/>
              <a:pathLst>
                <a:path extrusionOk="0" h="438" w="623">
                  <a:moveTo>
                    <a:pt x="622" y="1"/>
                  </a:moveTo>
                  <a:cubicBezTo>
                    <a:pt x="590" y="1"/>
                    <a:pt x="574" y="17"/>
                    <a:pt x="558" y="33"/>
                  </a:cubicBezTo>
                  <a:cubicBezTo>
                    <a:pt x="590" y="17"/>
                    <a:pt x="606" y="1"/>
                    <a:pt x="622" y="1"/>
                  </a:cubicBezTo>
                  <a:close/>
                  <a:moveTo>
                    <a:pt x="541" y="33"/>
                  </a:moveTo>
                  <a:cubicBezTo>
                    <a:pt x="473" y="86"/>
                    <a:pt x="420" y="118"/>
                    <a:pt x="356" y="171"/>
                  </a:cubicBezTo>
                  <a:cubicBezTo>
                    <a:pt x="271" y="235"/>
                    <a:pt x="170" y="304"/>
                    <a:pt x="69" y="373"/>
                  </a:cubicBezTo>
                  <a:cubicBezTo>
                    <a:pt x="37" y="389"/>
                    <a:pt x="16" y="405"/>
                    <a:pt x="0" y="421"/>
                  </a:cubicBezTo>
                  <a:lnTo>
                    <a:pt x="0" y="437"/>
                  </a:lnTo>
                  <a:cubicBezTo>
                    <a:pt x="16" y="405"/>
                    <a:pt x="53" y="389"/>
                    <a:pt x="69" y="389"/>
                  </a:cubicBezTo>
                  <a:lnTo>
                    <a:pt x="85" y="373"/>
                  </a:lnTo>
                  <a:cubicBezTo>
                    <a:pt x="170" y="304"/>
                    <a:pt x="271" y="235"/>
                    <a:pt x="356" y="187"/>
                  </a:cubicBezTo>
                  <a:cubicBezTo>
                    <a:pt x="420" y="134"/>
                    <a:pt x="489" y="86"/>
                    <a:pt x="541" y="53"/>
                  </a:cubicBezTo>
                  <a:lnTo>
                    <a:pt x="558" y="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9"/>
            <p:cNvSpPr/>
            <p:nvPr/>
          </p:nvSpPr>
          <p:spPr>
            <a:xfrm>
              <a:off x="2285794" y="777214"/>
              <a:ext cx="1689" cy="20163"/>
            </a:xfrm>
            <a:custGeom>
              <a:rect b="b" l="l" r="r" t="t"/>
              <a:pathLst>
                <a:path extrusionOk="0" h="203" w="17">
                  <a:moveTo>
                    <a:pt x="1" y="0"/>
                  </a:moveTo>
                  <a:lnTo>
                    <a:pt x="1" y="65"/>
                  </a:lnTo>
                  <a:cubicBezTo>
                    <a:pt x="1" y="117"/>
                    <a:pt x="1" y="150"/>
                    <a:pt x="17" y="202"/>
                  </a:cubicBezTo>
                  <a:lnTo>
                    <a:pt x="17" y="182"/>
                  </a:lnTo>
                  <a:lnTo>
                    <a:pt x="17" y="65"/>
                  </a:lnTo>
                  <a:cubicBezTo>
                    <a:pt x="17" y="49"/>
                    <a:pt x="17" y="1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9"/>
            <p:cNvSpPr/>
            <p:nvPr/>
          </p:nvSpPr>
          <p:spPr>
            <a:xfrm>
              <a:off x="2155381" y="852205"/>
              <a:ext cx="3774" cy="105682"/>
            </a:xfrm>
            <a:custGeom>
              <a:rect b="b" l="l" r="r" t="t"/>
              <a:pathLst>
                <a:path extrusionOk="0" h="1064" w="38">
                  <a:moveTo>
                    <a:pt x="17" y="1"/>
                  </a:moveTo>
                  <a:cubicBezTo>
                    <a:pt x="1" y="17"/>
                    <a:pt x="1" y="33"/>
                    <a:pt x="1" y="53"/>
                  </a:cubicBezTo>
                  <a:lnTo>
                    <a:pt x="1" y="69"/>
                  </a:lnTo>
                  <a:cubicBezTo>
                    <a:pt x="17" y="304"/>
                    <a:pt x="17" y="538"/>
                    <a:pt x="1" y="760"/>
                  </a:cubicBezTo>
                  <a:cubicBezTo>
                    <a:pt x="1" y="776"/>
                    <a:pt x="1" y="809"/>
                    <a:pt x="17" y="825"/>
                  </a:cubicBezTo>
                  <a:lnTo>
                    <a:pt x="17" y="760"/>
                  </a:lnTo>
                  <a:lnTo>
                    <a:pt x="17" y="69"/>
                  </a:lnTo>
                  <a:lnTo>
                    <a:pt x="17" y="53"/>
                  </a:lnTo>
                  <a:cubicBezTo>
                    <a:pt x="17" y="33"/>
                    <a:pt x="17" y="17"/>
                    <a:pt x="37" y="1"/>
                  </a:cubicBezTo>
                  <a:close/>
                  <a:moveTo>
                    <a:pt x="17" y="926"/>
                  </a:moveTo>
                  <a:cubicBezTo>
                    <a:pt x="1" y="978"/>
                    <a:pt x="1" y="1011"/>
                    <a:pt x="17" y="1063"/>
                  </a:cubicBezTo>
                  <a:lnTo>
                    <a:pt x="17" y="92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9"/>
            <p:cNvSpPr/>
            <p:nvPr/>
          </p:nvSpPr>
          <p:spPr>
            <a:xfrm>
              <a:off x="2324332" y="492747"/>
              <a:ext cx="38637" cy="15296"/>
            </a:xfrm>
            <a:custGeom>
              <a:rect b="b" l="l" r="r" t="t"/>
              <a:pathLst>
                <a:path extrusionOk="0" h="154" w="389">
                  <a:moveTo>
                    <a:pt x="0" y="0"/>
                  </a:moveTo>
                  <a:lnTo>
                    <a:pt x="0" y="16"/>
                  </a:lnTo>
                  <a:lnTo>
                    <a:pt x="53" y="36"/>
                  </a:lnTo>
                  <a:cubicBezTo>
                    <a:pt x="101" y="53"/>
                    <a:pt x="134" y="69"/>
                    <a:pt x="186" y="85"/>
                  </a:cubicBezTo>
                  <a:cubicBezTo>
                    <a:pt x="235" y="85"/>
                    <a:pt x="271" y="101"/>
                    <a:pt x="320" y="117"/>
                  </a:cubicBezTo>
                  <a:cubicBezTo>
                    <a:pt x="287" y="101"/>
                    <a:pt x="235" y="85"/>
                    <a:pt x="186" y="69"/>
                  </a:cubicBezTo>
                  <a:cubicBezTo>
                    <a:pt x="154" y="53"/>
                    <a:pt x="101" y="36"/>
                    <a:pt x="69" y="16"/>
                  </a:cubicBezTo>
                  <a:lnTo>
                    <a:pt x="0" y="0"/>
                  </a:lnTo>
                  <a:close/>
                  <a:moveTo>
                    <a:pt x="320" y="117"/>
                  </a:moveTo>
                  <a:lnTo>
                    <a:pt x="372" y="154"/>
                  </a:lnTo>
                  <a:lnTo>
                    <a:pt x="388" y="154"/>
                  </a:lnTo>
                  <a:lnTo>
                    <a:pt x="388" y="137"/>
                  </a:lnTo>
                  <a:lnTo>
                    <a:pt x="320" y="1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9"/>
            <p:cNvSpPr/>
            <p:nvPr/>
          </p:nvSpPr>
          <p:spPr>
            <a:xfrm>
              <a:off x="2325922" y="807310"/>
              <a:ext cx="11720" cy="3278"/>
            </a:xfrm>
            <a:custGeom>
              <a:rect b="b" l="l" r="r" t="t"/>
              <a:pathLst>
                <a:path extrusionOk="0" h="33" w="118">
                  <a:moveTo>
                    <a:pt x="1" y="0"/>
                  </a:moveTo>
                  <a:lnTo>
                    <a:pt x="17" y="16"/>
                  </a:lnTo>
                  <a:cubicBezTo>
                    <a:pt x="37" y="16"/>
                    <a:pt x="53" y="16"/>
                    <a:pt x="69" y="33"/>
                  </a:cubicBezTo>
                  <a:lnTo>
                    <a:pt x="118" y="33"/>
                  </a:lnTo>
                  <a:cubicBezTo>
                    <a:pt x="102" y="33"/>
                    <a:pt x="85" y="16"/>
                    <a:pt x="69" y="16"/>
                  </a:cubicBezTo>
                  <a:cubicBezTo>
                    <a:pt x="53" y="0"/>
                    <a:pt x="3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9"/>
            <p:cNvSpPr/>
            <p:nvPr/>
          </p:nvSpPr>
          <p:spPr>
            <a:xfrm>
              <a:off x="1673952" y="583034"/>
              <a:ext cx="63866" cy="45392"/>
            </a:xfrm>
            <a:custGeom>
              <a:rect b="b" l="l" r="r" t="t"/>
              <a:pathLst>
                <a:path extrusionOk="0" h="457" w="643">
                  <a:moveTo>
                    <a:pt x="642" y="0"/>
                  </a:moveTo>
                  <a:cubicBezTo>
                    <a:pt x="606" y="0"/>
                    <a:pt x="590" y="16"/>
                    <a:pt x="574" y="36"/>
                  </a:cubicBezTo>
                  <a:cubicBezTo>
                    <a:pt x="590" y="36"/>
                    <a:pt x="606" y="16"/>
                    <a:pt x="622" y="16"/>
                  </a:cubicBezTo>
                  <a:lnTo>
                    <a:pt x="642" y="16"/>
                  </a:lnTo>
                  <a:lnTo>
                    <a:pt x="642" y="0"/>
                  </a:lnTo>
                  <a:close/>
                  <a:moveTo>
                    <a:pt x="574" y="36"/>
                  </a:moveTo>
                  <a:lnTo>
                    <a:pt x="574" y="36"/>
                  </a:lnTo>
                  <a:cubicBezTo>
                    <a:pt x="473" y="101"/>
                    <a:pt x="372" y="170"/>
                    <a:pt x="287" y="238"/>
                  </a:cubicBezTo>
                  <a:cubicBezTo>
                    <a:pt x="388" y="186"/>
                    <a:pt x="489" y="117"/>
                    <a:pt x="574" y="36"/>
                  </a:cubicBezTo>
                  <a:close/>
                  <a:moveTo>
                    <a:pt x="287" y="238"/>
                  </a:moveTo>
                  <a:lnTo>
                    <a:pt x="287" y="238"/>
                  </a:lnTo>
                  <a:cubicBezTo>
                    <a:pt x="238" y="271"/>
                    <a:pt x="186" y="303"/>
                    <a:pt x="138" y="356"/>
                  </a:cubicBezTo>
                  <a:cubicBezTo>
                    <a:pt x="186" y="319"/>
                    <a:pt x="238" y="287"/>
                    <a:pt x="287" y="238"/>
                  </a:cubicBezTo>
                  <a:close/>
                  <a:moveTo>
                    <a:pt x="138" y="356"/>
                  </a:moveTo>
                  <a:cubicBezTo>
                    <a:pt x="101" y="356"/>
                    <a:pt x="85" y="372"/>
                    <a:pt x="69" y="388"/>
                  </a:cubicBezTo>
                  <a:cubicBezTo>
                    <a:pt x="53" y="404"/>
                    <a:pt x="16" y="420"/>
                    <a:pt x="0" y="440"/>
                  </a:cubicBezTo>
                  <a:lnTo>
                    <a:pt x="16" y="457"/>
                  </a:lnTo>
                  <a:lnTo>
                    <a:pt x="69" y="404"/>
                  </a:lnTo>
                  <a:cubicBezTo>
                    <a:pt x="85" y="388"/>
                    <a:pt x="117" y="372"/>
                    <a:pt x="138"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9"/>
            <p:cNvSpPr/>
            <p:nvPr/>
          </p:nvSpPr>
          <p:spPr>
            <a:xfrm>
              <a:off x="2376081" y="636769"/>
              <a:ext cx="6953" cy="34962"/>
            </a:xfrm>
            <a:custGeom>
              <a:rect b="b" l="l" r="r" t="t"/>
              <a:pathLst>
                <a:path extrusionOk="0" h="352" w="70">
                  <a:moveTo>
                    <a:pt x="1" y="0"/>
                  </a:moveTo>
                  <a:lnTo>
                    <a:pt x="1" y="17"/>
                  </a:lnTo>
                  <a:cubicBezTo>
                    <a:pt x="17" y="17"/>
                    <a:pt x="17" y="33"/>
                    <a:pt x="17" y="49"/>
                  </a:cubicBezTo>
                  <a:cubicBezTo>
                    <a:pt x="17" y="65"/>
                    <a:pt x="17" y="81"/>
                    <a:pt x="37" y="101"/>
                  </a:cubicBezTo>
                  <a:lnTo>
                    <a:pt x="37" y="49"/>
                  </a:lnTo>
                  <a:cubicBezTo>
                    <a:pt x="37" y="33"/>
                    <a:pt x="37" y="17"/>
                    <a:pt x="1" y="0"/>
                  </a:cubicBezTo>
                  <a:close/>
                  <a:moveTo>
                    <a:pt x="37" y="101"/>
                  </a:moveTo>
                  <a:lnTo>
                    <a:pt x="37" y="118"/>
                  </a:lnTo>
                  <a:lnTo>
                    <a:pt x="53" y="118"/>
                  </a:lnTo>
                  <a:cubicBezTo>
                    <a:pt x="53" y="118"/>
                    <a:pt x="53" y="101"/>
                    <a:pt x="37" y="101"/>
                  </a:cubicBezTo>
                  <a:close/>
                  <a:moveTo>
                    <a:pt x="37" y="118"/>
                  </a:moveTo>
                  <a:lnTo>
                    <a:pt x="37" y="219"/>
                  </a:lnTo>
                  <a:lnTo>
                    <a:pt x="37" y="235"/>
                  </a:lnTo>
                  <a:lnTo>
                    <a:pt x="37" y="267"/>
                  </a:lnTo>
                  <a:cubicBezTo>
                    <a:pt x="53" y="283"/>
                    <a:pt x="53" y="319"/>
                    <a:pt x="37" y="336"/>
                  </a:cubicBezTo>
                  <a:lnTo>
                    <a:pt x="53" y="352"/>
                  </a:lnTo>
                  <a:cubicBezTo>
                    <a:pt x="69" y="319"/>
                    <a:pt x="53" y="283"/>
                    <a:pt x="53" y="267"/>
                  </a:cubicBezTo>
                  <a:lnTo>
                    <a:pt x="53" y="235"/>
                  </a:lnTo>
                  <a:lnTo>
                    <a:pt x="53" y="219"/>
                  </a:lnTo>
                  <a:cubicBezTo>
                    <a:pt x="53" y="182"/>
                    <a:pt x="37" y="150"/>
                    <a:pt x="37"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9"/>
            <p:cNvSpPr/>
            <p:nvPr/>
          </p:nvSpPr>
          <p:spPr>
            <a:xfrm>
              <a:off x="1344491" y="757151"/>
              <a:ext cx="67144" cy="50258"/>
            </a:xfrm>
            <a:custGeom>
              <a:rect b="b" l="l" r="r" t="t"/>
              <a:pathLst>
                <a:path extrusionOk="0" h="506" w="676">
                  <a:moveTo>
                    <a:pt x="675" y="0"/>
                  </a:moveTo>
                  <a:cubicBezTo>
                    <a:pt x="659" y="0"/>
                    <a:pt x="643" y="0"/>
                    <a:pt x="627" y="16"/>
                  </a:cubicBezTo>
                  <a:cubicBezTo>
                    <a:pt x="489" y="117"/>
                    <a:pt x="356" y="218"/>
                    <a:pt x="223" y="303"/>
                  </a:cubicBezTo>
                  <a:lnTo>
                    <a:pt x="37" y="453"/>
                  </a:lnTo>
                  <a:cubicBezTo>
                    <a:pt x="21" y="453"/>
                    <a:pt x="1" y="469"/>
                    <a:pt x="1" y="485"/>
                  </a:cubicBezTo>
                  <a:lnTo>
                    <a:pt x="1" y="505"/>
                  </a:lnTo>
                  <a:lnTo>
                    <a:pt x="21" y="505"/>
                  </a:lnTo>
                  <a:cubicBezTo>
                    <a:pt x="21" y="485"/>
                    <a:pt x="21" y="469"/>
                    <a:pt x="37" y="469"/>
                  </a:cubicBezTo>
                  <a:lnTo>
                    <a:pt x="239" y="319"/>
                  </a:lnTo>
                  <a:cubicBezTo>
                    <a:pt x="372" y="218"/>
                    <a:pt x="506" y="117"/>
                    <a:pt x="643" y="16"/>
                  </a:cubicBezTo>
                  <a:lnTo>
                    <a:pt x="675" y="16"/>
                  </a:lnTo>
                  <a:lnTo>
                    <a:pt x="6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9"/>
            <p:cNvSpPr/>
            <p:nvPr/>
          </p:nvSpPr>
          <p:spPr>
            <a:xfrm>
              <a:off x="1673952" y="598231"/>
              <a:ext cx="60290" cy="41816"/>
            </a:xfrm>
            <a:custGeom>
              <a:rect b="b" l="l" r="r" t="t"/>
              <a:pathLst>
                <a:path extrusionOk="0" h="421" w="607">
                  <a:moveTo>
                    <a:pt x="590" y="1"/>
                  </a:moveTo>
                  <a:lnTo>
                    <a:pt x="505" y="49"/>
                  </a:lnTo>
                  <a:cubicBezTo>
                    <a:pt x="457" y="85"/>
                    <a:pt x="404" y="134"/>
                    <a:pt x="339" y="166"/>
                  </a:cubicBezTo>
                  <a:cubicBezTo>
                    <a:pt x="271" y="219"/>
                    <a:pt x="202" y="267"/>
                    <a:pt x="117" y="320"/>
                  </a:cubicBezTo>
                  <a:lnTo>
                    <a:pt x="0" y="405"/>
                  </a:lnTo>
                  <a:lnTo>
                    <a:pt x="0" y="421"/>
                  </a:lnTo>
                  <a:lnTo>
                    <a:pt x="16" y="421"/>
                  </a:lnTo>
                  <a:lnTo>
                    <a:pt x="138" y="336"/>
                  </a:lnTo>
                  <a:cubicBezTo>
                    <a:pt x="202" y="287"/>
                    <a:pt x="271" y="235"/>
                    <a:pt x="356" y="186"/>
                  </a:cubicBezTo>
                  <a:cubicBezTo>
                    <a:pt x="404" y="134"/>
                    <a:pt x="473" y="102"/>
                    <a:pt x="521" y="65"/>
                  </a:cubicBezTo>
                  <a:lnTo>
                    <a:pt x="6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9"/>
            <p:cNvSpPr/>
            <p:nvPr/>
          </p:nvSpPr>
          <p:spPr>
            <a:xfrm>
              <a:off x="2351249" y="472684"/>
              <a:ext cx="13310" cy="5264"/>
            </a:xfrm>
            <a:custGeom>
              <a:rect b="b" l="l" r="r" t="t"/>
              <a:pathLst>
                <a:path extrusionOk="0" h="53" w="134">
                  <a:moveTo>
                    <a:pt x="0" y="0"/>
                  </a:moveTo>
                  <a:cubicBezTo>
                    <a:pt x="16" y="16"/>
                    <a:pt x="16" y="16"/>
                    <a:pt x="32" y="16"/>
                  </a:cubicBezTo>
                  <a:cubicBezTo>
                    <a:pt x="49" y="16"/>
                    <a:pt x="65" y="36"/>
                    <a:pt x="85" y="36"/>
                  </a:cubicBezTo>
                  <a:cubicBezTo>
                    <a:pt x="101" y="53"/>
                    <a:pt x="101" y="53"/>
                    <a:pt x="117" y="53"/>
                  </a:cubicBezTo>
                  <a:lnTo>
                    <a:pt x="133" y="53"/>
                  </a:lnTo>
                  <a:lnTo>
                    <a:pt x="133" y="36"/>
                  </a:lnTo>
                  <a:lnTo>
                    <a:pt x="101" y="36"/>
                  </a:lnTo>
                  <a:cubicBezTo>
                    <a:pt x="65" y="16"/>
                    <a:pt x="49" y="16"/>
                    <a:pt x="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9"/>
            <p:cNvSpPr/>
            <p:nvPr/>
          </p:nvSpPr>
          <p:spPr>
            <a:xfrm>
              <a:off x="2490007" y="668453"/>
              <a:ext cx="10131" cy="3278"/>
            </a:xfrm>
            <a:custGeom>
              <a:rect b="b" l="l" r="r" t="t"/>
              <a:pathLst>
                <a:path extrusionOk="0" h="33" w="102">
                  <a:moveTo>
                    <a:pt x="1" y="0"/>
                  </a:moveTo>
                  <a:cubicBezTo>
                    <a:pt x="1" y="0"/>
                    <a:pt x="17" y="17"/>
                    <a:pt x="33" y="17"/>
                  </a:cubicBezTo>
                  <a:cubicBezTo>
                    <a:pt x="49" y="17"/>
                    <a:pt x="65" y="33"/>
                    <a:pt x="102" y="33"/>
                  </a:cubicBezTo>
                  <a:lnTo>
                    <a:pt x="102" y="17"/>
                  </a:lnTo>
                  <a:cubicBezTo>
                    <a:pt x="65" y="17"/>
                    <a:pt x="49" y="17"/>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9"/>
            <p:cNvSpPr/>
            <p:nvPr/>
          </p:nvSpPr>
          <p:spPr>
            <a:xfrm>
              <a:off x="2555064" y="720202"/>
              <a:ext cx="13310" cy="4966"/>
            </a:xfrm>
            <a:custGeom>
              <a:rect b="b" l="l" r="r" t="t"/>
              <a:pathLst>
                <a:path extrusionOk="0" h="50" w="134">
                  <a:moveTo>
                    <a:pt x="16" y="1"/>
                  </a:moveTo>
                  <a:lnTo>
                    <a:pt x="0" y="17"/>
                  </a:lnTo>
                  <a:lnTo>
                    <a:pt x="16" y="17"/>
                  </a:lnTo>
                  <a:lnTo>
                    <a:pt x="134" y="49"/>
                  </a:lnTo>
                  <a:lnTo>
                    <a:pt x="134" y="33"/>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9"/>
            <p:cNvSpPr/>
            <p:nvPr/>
          </p:nvSpPr>
          <p:spPr>
            <a:xfrm>
              <a:off x="2702264" y="599820"/>
              <a:ext cx="36651" cy="13409"/>
            </a:xfrm>
            <a:custGeom>
              <a:rect b="b" l="l" r="r" t="t"/>
              <a:pathLst>
                <a:path extrusionOk="0" h="135" w="369">
                  <a:moveTo>
                    <a:pt x="1" y="1"/>
                  </a:moveTo>
                  <a:lnTo>
                    <a:pt x="1" y="17"/>
                  </a:lnTo>
                  <a:lnTo>
                    <a:pt x="33" y="17"/>
                  </a:lnTo>
                  <a:cubicBezTo>
                    <a:pt x="65" y="33"/>
                    <a:pt x="102" y="33"/>
                    <a:pt x="118" y="49"/>
                  </a:cubicBezTo>
                  <a:cubicBezTo>
                    <a:pt x="150" y="69"/>
                    <a:pt x="203" y="86"/>
                    <a:pt x="235" y="102"/>
                  </a:cubicBezTo>
                  <a:lnTo>
                    <a:pt x="267" y="102"/>
                  </a:lnTo>
                  <a:cubicBezTo>
                    <a:pt x="267" y="86"/>
                    <a:pt x="251" y="86"/>
                    <a:pt x="235" y="86"/>
                  </a:cubicBezTo>
                  <a:cubicBezTo>
                    <a:pt x="203" y="69"/>
                    <a:pt x="166" y="49"/>
                    <a:pt x="134" y="33"/>
                  </a:cubicBezTo>
                  <a:cubicBezTo>
                    <a:pt x="102" y="33"/>
                    <a:pt x="65" y="17"/>
                    <a:pt x="33" y="1"/>
                  </a:cubicBezTo>
                  <a:close/>
                  <a:moveTo>
                    <a:pt x="267" y="102"/>
                  </a:moveTo>
                  <a:cubicBezTo>
                    <a:pt x="304" y="118"/>
                    <a:pt x="336" y="134"/>
                    <a:pt x="368" y="134"/>
                  </a:cubicBezTo>
                  <a:cubicBezTo>
                    <a:pt x="336" y="118"/>
                    <a:pt x="304" y="102"/>
                    <a:pt x="267" y="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9"/>
            <p:cNvSpPr/>
            <p:nvPr/>
          </p:nvSpPr>
          <p:spPr>
            <a:xfrm>
              <a:off x="2277352" y="651568"/>
              <a:ext cx="3774" cy="21752"/>
            </a:xfrm>
            <a:custGeom>
              <a:rect b="b" l="l" r="r" t="t"/>
              <a:pathLst>
                <a:path extrusionOk="0" h="219" w="38">
                  <a:moveTo>
                    <a:pt x="1" y="1"/>
                  </a:moveTo>
                  <a:lnTo>
                    <a:pt x="1" y="17"/>
                  </a:lnTo>
                  <a:lnTo>
                    <a:pt x="1" y="33"/>
                  </a:lnTo>
                  <a:lnTo>
                    <a:pt x="1" y="118"/>
                  </a:lnTo>
                  <a:lnTo>
                    <a:pt x="1" y="154"/>
                  </a:lnTo>
                  <a:cubicBezTo>
                    <a:pt x="1" y="170"/>
                    <a:pt x="1" y="187"/>
                    <a:pt x="21" y="203"/>
                  </a:cubicBezTo>
                  <a:lnTo>
                    <a:pt x="21" y="219"/>
                  </a:lnTo>
                  <a:lnTo>
                    <a:pt x="37" y="219"/>
                  </a:lnTo>
                  <a:lnTo>
                    <a:pt x="37" y="203"/>
                  </a:lnTo>
                  <a:cubicBezTo>
                    <a:pt x="21" y="187"/>
                    <a:pt x="21" y="170"/>
                    <a:pt x="21" y="154"/>
                  </a:cubicBezTo>
                  <a:lnTo>
                    <a:pt x="21" y="118"/>
                  </a:lnTo>
                  <a:lnTo>
                    <a:pt x="21" y="33"/>
                  </a:lnTo>
                  <a:lnTo>
                    <a:pt x="21" y="17"/>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9"/>
            <p:cNvSpPr/>
            <p:nvPr/>
          </p:nvSpPr>
          <p:spPr>
            <a:xfrm>
              <a:off x="1737719" y="952523"/>
              <a:ext cx="11720" cy="5364"/>
            </a:xfrm>
            <a:custGeom>
              <a:rect b="b" l="l" r="r" t="t"/>
              <a:pathLst>
                <a:path extrusionOk="0" h="54" w="118">
                  <a:moveTo>
                    <a:pt x="101" y="1"/>
                  </a:moveTo>
                  <a:cubicBezTo>
                    <a:pt x="81" y="1"/>
                    <a:pt x="49" y="17"/>
                    <a:pt x="33" y="33"/>
                  </a:cubicBezTo>
                  <a:cubicBezTo>
                    <a:pt x="65" y="33"/>
                    <a:pt x="81" y="17"/>
                    <a:pt x="118" y="1"/>
                  </a:cubicBezTo>
                  <a:close/>
                  <a:moveTo>
                    <a:pt x="17" y="33"/>
                  </a:moveTo>
                  <a:lnTo>
                    <a:pt x="0" y="53"/>
                  </a:lnTo>
                  <a:lnTo>
                    <a:pt x="17" y="53"/>
                  </a:lnTo>
                  <a:lnTo>
                    <a:pt x="33" y="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9"/>
            <p:cNvSpPr/>
            <p:nvPr/>
          </p:nvSpPr>
          <p:spPr>
            <a:xfrm>
              <a:off x="1234141" y="641536"/>
              <a:ext cx="25427" cy="344360"/>
            </a:xfrm>
            <a:custGeom>
              <a:rect b="b" l="l" r="r" t="t"/>
              <a:pathLst>
                <a:path extrusionOk="0" h="3467" w="256">
                  <a:moveTo>
                    <a:pt x="223" y="1"/>
                  </a:moveTo>
                  <a:cubicBezTo>
                    <a:pt x="239" y="33"/>
                    <a:pt x="239" y="53"/>
                    <a:pt x="239" y="86"/>
                  </a:cubicBezTo>
                  <a:lnTo>
                    <a:pt x="239" y="118"/>
                  </a:lnTo>
                  <a:cubicBezTo>
                    <a:pt x="239" y="102"/>
                    <a:pt x="239" y="102"/>
                    <a:pt x="255" y="86"/>
                  </a:cubicBezTo>
                  <a:cubicBezTo>
                    <a:pt x="255" y="53"/>
                    <a:pt x="255" y="33"/>
                    <a:pt x="239" y="1"/>
                  </a:cubicBezTo>
                  <a:close/>
                  <a:moveTo>
                    <a:pt x="239" y="118"/>
                  </a:moveTo>
                  <a:cubicBezTo>
                    <a:pt x="223" y="187"/>
                    <a:pt x="223" y="235"/>
                    <a:pt x="223" y="304"/>
                  </a:cubicBezTo>
                  <a:cubicBezTo>
                    <a:pt x="223" y="320"/>
                    <a:pt x="223" y="356"/>
                    <a:pt x="203" y="372"/>
                  </a:cubicBezTo>
                  <a:lnTo>
                    <a:pt x="203" y="457"/>
                  </a:lnTo>
                  <a:cubicBezTo>
                    <a:pt x="203" y="538"/>
                    <a:pt x="187" y="607"/>
                    <a:pt x="187" y="692"/>
                  </a:cubicBezTo>
                  <a:lnTo>
                    <a:pt x="187" y="809"/>
                  </a:lnTo>
                  <a:cubicBezTo>
                    <a:pt x="187" y="841"/>
                    <a:pt x="187" y="894"/>
                    <a:pt x="170" y="926"/>
                  </a:cubicBezTo>
                  <a:lnTo>
                    <a:pt x="170" y="1043"/>
                  </a:lnTo>
                  <a:cubicBezTo>
                    <a:pt x="170" y="1079"/>
                    <a:pt x="154" y="1128"/>
                    <a:pt x="154" y="1164"/>
                  </a:cubicBezTo>
                  <a:lnTo>
                    <a:pt x="154" y="1180"/>
                  </a:lnTo>
                  <a:lnTo>
                    <a:pt x="154" y="1265"/>
                  </a:lnTo>
                  <a:lnTo>
                    <a:pt x="154" y="1366"/>
                  </a:lnTo>
                  <a:cubicBezTo>
                    <a:pt x="170" y="1330"/>
                    <a:pt x="170" y="1298"/>
                    <a:pt x="170" y="1265"/>
                  </a:cubicBezTo>
                  <a:lnTo>
                    <a:pt x="170" y="1180"/>
                  </a:lnTo>
                  <a:lnTo>
                    <a:pt x="170" y="1164"/>
                  </a:lnTo>
                  <a:cubicBezTo>
                    <a:pt x="170" y="1128"/>
                    <a:pt x="170" y="1079"/>
                    <a:pt x="187" y="1043"/>
                  </a:cubicBezTo>
                  <a:lnTo>
                    <a:pt x="187" y="926"/>
                  </a:lnTo>
                  <a:cubicBezTo>
                    <a:pt x="187" y="894"/>
                    <a:pt x="187" y="841"/>
                    <a:pt x="203" y="809"/>
                  </a:cubicBezTo>
                  <a:lnTo>
                    <a:pt x="203" y="692"/>
                  </a:lnTo>
                  <a:cubicBezTo>
                    <a:pt x="203" y="607"/>
                    <a:pt x="223" y="538"/>
                    <a:pt x="223" y="457"/>
                  </a:cubicBezTo>
                  <a:lnTo>
                    <a:pt x="223" y="372"/>
                  </a:lnTo>
                  <a:cubicBezTo>
                    <a:pt x="223" y="356"/>
                    <a:pt x="223" y="320"/>
                    <a:pt x="239" y="304"/>
                  </a:cubicBezTo>
                  <a:lnTo>
                    <a:pt x="239" y="118"/>
                  </a:lnTo>
                  <a:close/>
                  <a:moveTo>
                    <a:pt x="154" y="1366"/>
                  </a:moveTo>
                  <a:cubicBezTo>
                    <a:pt x="154" y="1382"/>
                    <a:pt x="138" y="1399"/>
                    <a:pt x="138" y="1431"/>
                  </a:cubicBezTo>
                  <a:lnTo>
                    <a:pt x="138" y="1568"/>
                  </a:lnTo>
                  <a:lnTo>
                    <a:pt x="122" y="1685"/>
                  </a:lnTo>
                  <a:lnTo>
                    <a:pt x="122" y="1803"/>
                  </a:lnTo>
                  <a:cubicBezTo>
                    <a:pt x="122" y="1871"/>
                    <a:pt x="102" y="1936"/>
                    <a:pt x="102" y="2005"/>
                  </a:cubicBezTo>
                  <a:lnTo>
                    <a:pt x="102" y="2106"/>
                  </a:lnTo>
                  <a:cubicBezTo>
                    <a:pt x="122" y="2073"/>
                    <a:pt x="122" y="2037"/>
                    <a:pt x="122" y="2005"/>
                  </a:cubicBezTo>
                  <a:cubicBezTo>
                    <a:pt x="122" y="1936"/>
                    <a:pt x="122" y="1871"/>
                    <a:pt x="138" y="1819"/>
                  </a:cubicBezTo>
                  <a:lnTo>
                    <a:pt x="138" y="1685"/>
                  </a:lnTo>
                  <a:lnTo>
                    <a:pt x="154" y="1568"/>
                  </a:lnTo>
                  <a:lnTo>
                    <a:pt x="154" y="1431"/>
                  </a:lnTo>
                  <a:lnTo>
                    <a:pt x="154" y="1366"/>
                  </a:lnTo>
                  <a:close/>
                  <a:moveTo>
                    <a:pt x="102" y="2106"/>
                  </a:moveTo>
                  <a:cubicBezTo>
                    <a:pt x="86" y="2154"/>
                    <a:pt x="86" y="2223"/>
                    <a:pt x="86" y="2275"/>
                  </a:cubicBezTo>
                  <a:cubicBezTo>
                    <a:pt x="86" y="2340"/>
                    <a:pt x="69" y="2392"/>
                    <a:pt x="69" y="2441"/>
                  </a:cubicBezTo>
                  <a:cubicBezTo>
                    <a:pt x="69" y="2526"/>
                    <a:pt x="69" y="2594"/>
                    <a:pt x="53" y="2659"/>
                  </a:cubicBezTo>
                  <a:lnTo>
                    <a:pt x="53" y="2861"/>
                  </a:lnTo>
                  <a:cubicBezTo>
                    <a:pt x="69" y="2796"/>
                    <a:pt x="69" y="2728"/>
                    <a:pt x="69" y="2659"/>
                  </a:cubicBezTo>
                  <a:cubicBezTo>
                    <a:pt x="69" y="2594"/>
                    <a:pt x="86" y="2526"/>
                    <a:pt x="86" y="2441"/>
                  </a:cubicBezTo>
                  <a:cubicBezTo>
                    <a:pt x="86" y="2392"/>
                    <a:pt x="102" y="2340"/>
                    <a:pt x="102" y="2275"/>
                  </a:cubicBezTo>
                  <a:lnTo>
                    <a:pt x="102" y="2106"/>
                  </a:lnTo>
                  <a:close/>
                  <a:moveTo>
                    <a:pt x="53" y="2861"/>
                  </a:moveTo>
                  <a:cubicBezTo>
                    <a:pt x="37" y="2913"/>
                    <a:pt x="37" y="2962"/>
                    <a:pt x="37" y="3014"/>
                  </a:cubicBezTo>
                  <a:lnTo>
                    <a:pt x="37" y="3031"/>
                  </a:lnTo>
                  <a:cubicBezTo>
                    <a:pt x="37" y="3099"/>
                    <a:pt x="37" y="3164"/>
                    <a:pt x="21" y="3216"/>
                  </a:cubicBezTo>
                  <a:cubicBezTo>
                    <a:pt x="1" y="3233"/>
                    <a:pt x="1" y="3265"/>
                    <a:pt x="1" y="3285"/>
                  </a:cubicBezTo>
                  <a:cubicBezTo>
                    <a:pt x="1" y="3301"/>
                    <a:pt x="21" y="3301"/>
                    <a:pt x="1" y="3317"/>
                  </a:cubicBezTo>
                  <a:lnTo>
                    <a:pt x="1" y="3418"/>
                  </a:lnTo>
                  <a:lnTo>
                    <a:pt x="1" y="3467"/>
                  </a:lnTo>
                  <a:lnTo>
                    <a:pt x="21" y="3467"/>
                  </a:lnTo>
                  <a:lnTo>
                    <a:pt x="21" y="3418"/>
                  </a:lnTo>
                  <a:lnTo>
                    <a:pt x="21" y="3317"/>
                  </a:lnTo>
                  <a:lnTo>
                    <a:pt x="21" y="3285"/>
                  </a:lnTo>
                  <a:lnTo>
                    <a:pt x="21" y="3233"/>
                  </a:lnTo>
                  <a:cubicBezTo>
                    <a:pt x="37" y="3164"/>
                    <a:pt x="37" y="3099"/>
                    <a:pt x="53" y="3031"/>
                  </a:cubicBezTo>
                  <a:lnTo>
                    <a:pt x="53" y="3014"/>
                  </a:lnTo>
                  <a:lnTo>
                    <a:pt x="53" y="286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9"/>
            <p:cNvSpPr/>
            <p:nvPr/>
          </p:nvSpPr>
          <p:spPr>
            <a:xfrm>
              <a:off x="2321154" y="417658"/>
              <a:ext cx="13310" cy="6555"/>
            </a:xfrm>
            <a:custGeom>
              <a:rect b="b" l="l" r="r" t="t"/>
              <a:pathLst>
                <a:path extrusionOk="0" h="66" w="134">
                  <a:moveTo>
                    <a:pt x="0" y="1"/>
                  </a:moveTo>
                  <a:lnTo>
                    <a:pt x="0" y="17"/>
                  </a:lnTo>
                  <a:lnTo>
                    <a:pt x="133" y="65"/>
                  </a:lnTo>
                  <a:lnTo>
                    <a:pt x="133" y="49"/>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9"/>
            <p:cNvSpPr/>
            <p:nvPr/>
          </p:nvSpPr>
          <p:spPr>
            <a:xfrm>
              <a:off x="2281027" y="728644"/>
              <a:ext cx="3278" cy="8542"/>
            </a:xfrm>
            <a:custGeom>
              <a:rect b="b" l="l" r="r" t="t"/>
              <a:pathLst>
                <a:path extrusionOk="0" h="86" w="33">
                  <a:moveTo>
                    <a:pt x="16" y="0"/>
                  </a:moveTo>
                  <a:cubicBezTo>
                    <a:pt x="0" y="17"/>
                    <a:pt x="16" y="33"/>
                    <a:pt x="16" y="49"/>
                  </a:cubicBezTo>
                  <a:lnTo>
                    <a:pt x="16" y="65"/>
                  </a:lnTo>
                  <a:lnTo>
                    <a:pt x="32" y="85"/>
                  </a:lnTo>
                  <a:lnTo>
                    <a:pt x="32" y="65"/>
                  </a:lnTo>
                  <a:lnTo>
                    <a:pt x="32" y="49"/>
                  </a:lnTo>
                  <a:cubicBezTo>
                    <a:pt x="16" y="33"/>
                    <a:pt x="16" y="17"/>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9"/>
            <p:cNvSpPr/>
            <p:nvPr/>
          </p:nvSpPr>
          <p:spPr>
            <a:xfrm>
              <a:off x="1690738" y="436132"/>
              <a:ext cx="48669" cy="36651"/>
            </a:xfrm>
            <a:custGeom>
              <a:rect b="b" l="l" r="r" t="t"/>
              <a:pathLst>
                <a:path extrusionOk="0" h="369" w="490">
                  <a:moveTo>
                    <a:pt x="490" y="1"/>
                  </a:moveTo>
                  <a:cubicBezTo>
                    <a:pt x="473" y="1"/>
                    <a:pt x="453" y="1"/>
                    <a:pt x="437" y="17"/>
                  </a:cubicBezTo>
                  <a:cubicBezTo>
                    <a:pt x="336" y="102"/>
                    <a:pt x="219" y="203"/>
                    <a:pt x="102" y="283"/>
                  </a:cubicBezTo>
                  <a:lnTo>
                    <a:pt x="1" y="368"/>
                  </a:lnTo>
                  <a:lnTo>
                    <a:pt x="17" y="368"/>
                  </a:lnTo>
                  <a:lnTo>
                    <a:pt x="102" y="304"/>
                  </a:lnTo>
                  <a:cubicBezTo>
                    <a:pt x="219" y="203"/>
                    <a:pt x="336" y="118"/>
                    <a:pt x="453" y="17"/>
                  </a:cubicBezTo>
                  <a:lnTo>
                    <a:pt x="490" y="17"/>
                  </a:lnTo>
                  <a:lnTo>
                    <a:pt x="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9"/>
            <p:cNvSpPr/>
            <p:nvPr/>
          </p:nvSpPr>
          <p:spPr>
            <a:xfrm>
              <a:off x="2284205" y="606673"/>
              <a:ext cx="10131" cy="3278"/>
            </a:xfrm>
            <a:custGeom>
              <a:rect b="b" l="l" r="r" t="t"/>
              <a:pathLst>
                <a:path extrusionOk="0" h="33" w="102">
                  <a:moveTo>
                    <a:pt x="0" y="0"/>
                  </a:moveTo>
                  <a:lnTo>
                    <a:pt x="0" y="17"/>
                  </a:lnTo>
                  <a:cubicBezTo>
                    <a:pt x="17" y="17"/>
                    <a:pt x="33" y="17"/>
                    <a:pt x="53" y="33"/>
                  </a:cubicBezTo>
                  <a:lnTo>
                    <a:pt x="101" y="33"/>
                  </a:lnTo>
                  <a:cubicBezTo>
                    <a:pt x="85" y="33"/>
                    <a:pt x="69" y="17"/>
                    <a:pt x="53" y="17"/>
                  </a:cubicBezTo>
                  <a:cubicBezTo>
                    <a:pt x="33" y="17"/>
                    <a:pt x="1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9"/>
            <p:cNvSpPr/>
            <p:nvPr/>
          </p:nvSpPr>
          <p:spPr>
            <a:xfrm>
              <a:off x="1672363" y="641536"/>
              <a:ext cx="63469" cy="41816"/>
            </a:xfrm>
            <a:custGeom>
              <a:rect b="b" l="l" r="r" t="t"/>
              <a:pathLst>
                <a:path extrusionOk="0" h="421" w="639">
                  <a:moveTo>
                    <a:pt x="638" y="1"/>
                  </a:moveTo>
                  <a:cubicBezTo>
                    <a:pt x="622" y="1"/>
                    <a:pt x="606" y="17"/>
                    <a:pt x="590" y="17"/>
                  </a:cubicBezTo>
                  <a:lnTo>
                    <a:pt x="590" y="33"/>
                  </a:lnTo>
                  <a:cubicBezTo>
                    <a:pt x="606" y="17"/>
                    <a:pt x="622" y="17"/>
                    <a:pt x="638" y="17"/>
                  </a:cubicBezTo>
                  <a:lnTo>
                    <a:pt x="638" y="1"/>
                  </a:lnTo>
                  <a:close/>
                  <a:moveTo>
                    <a:pt x="590" y="33"/>
                  </a:moveTo>
                  <a:lnTo>
                    <a:pt x="590" y="33"/>
                  </a:lnTo>
                  <a:cubicBezTo>
                    <a:pt x="420" y="134"/>
                    <a:pt x="271" y="235"/>
                    <a:pt x="117" y="336"/>
                  </a:cubicBezTo>
                  <a:lnTo>
                    <a:pt x="0" y="405"/>
                  </a:lnTo>
                  <a:lnTo>
                    <a:pt x="0" y="421"/>
                  </a:lnTo>
                  <a:lnTo>
                    <a:pt x="16" y="421"/>
                  </a:lnTo>
                  <a:lnTo>
                    <a:pt x="117" y="356"/>
                  </a:lnTo>
                  <a:cubicBezTo>
                    <a:pt x="271" y="255"/>
                    <a:pt x="436" y="134"/>
                    <a:pt x="590"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9"/>
            <p:cNvSpPr/>
            <p:nvPr/>
          </p:nvSpPr>
          <p:spPr>
            <a:xfrm>
              <a:off x="2673857" y="501091"/>
              <a:ext cx="6853" cy="5364"/>
            </a:xfrm>
            <a:custGeom>
              <a:rect b="b" l="l" r="r" t="t"/>
              <a:pathLst>
                <a:path extrusionOk="0" h="54" w="69">
                  <a:moveTo>
                    <a:pt x="48" y="1"/>
                  </a:moveTo>
                  <a:cubicBezTo>
                    <a:pt x="48" y="17"/>
                    <a:pt x="32" y="17"/>
                    <a:pt x="16" y="33"/>
                  </a:cubicBezTo>
                  <a:cubicBezTo>
                    <a:pt x="16" y="33"/>
                    <a:pt x="0" y="33"/>
                    <a:pt x="0" y="53"/>
                  </a:cubicBezTo>
                  <a:cubicBezTo>
                    <a:pt x="16" y="53"/>
                    <a:pt x="16" y="53"/>
                    <a:pt x="32" y="33"/>
                  </a:cubicBezTo>
                  <a:lnTo>
                    <a:pt x="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9"/>
            <p:cNvSpPr/>
            <p:nvPr/>
          </p:nvSpPr>
          <p:spPr>
            <a:xfrm>
              <a:off x="2469943" y="436132"/>
              <a:ext cx="11820" cy="4966"/>
            </a:xfrm>
            <a:custGeom>
              <a:rect b="b" l="l" r="r" t="t"/>
              <a:pathLst>
                <a:path extrusionOk="0" h="50" w="119">
                  <a:moveTo>
                    <a:pt x="1" y="1"/>
                  </a:moveTo>
                  <a:lnTo>
                    <a:pt x="1" y="17"/>
                  </a:lnTo>
                  <a:lnTo>
                    <a:pt x="118" y="49"/>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9"/>
            <p:cNvSpPr/>
            <p:nvPr/>
          </p:nvSpPr>
          <p:spPr>
            <a:xfrm>
              <a:off x="2279438" y="909217"/>
              <a:ext cx="38141" cy="11720"/>
            </a:xfrm>
            <a:custGeom>
              <a:rect b="b" l="l" r="r" t="t"/>
              <a:pathLst>
                <a:path extrusionOk="0" h="118" w="384">
                  <a:moveTo>
                    <a:pt x="0" y="0"/>
                  </a:moveTo>
                  <a:lnTo>
                    <a:pt x="0" y="16"/>
                  </a:lnTo>
                  <a:lnTo>
                    <a:pt x="48" y="33"/>
                  </a:lnTo>
                  <a:cubicBezTo>
                    <a:pt x="101" y="33"/>
                    <a:pt x="133" y="49"/>
                    <a:pt x="182" y="65"/>
                  </a:cubicBezTo>
                  <a:cubicBezTo>
                    <a:pt x="202" y="65"/>
                    <a:pt x="218" y="65"/>
                    <a:pt x="234" y="85"/>
                  </a:cubicBezTo>
                  <a:cubicBezTo>
                    <a:pt x="283" y="85"/>
                    <a:pt x="319" y="101"/>
                    <a:pt x="368" y="117"/>
                  </a:cubicBezTo>
                  <a:lnTo>
                    <a:pt x="384" y="101"/>
                  </a:lnTo>
                  <a:lnTo>
                    <a:pt x="368" y="101"/>
                  </a:lnTo>
                  <a:cubicBezTo>
                    <a:pt x="335" y="85"/>
                    <a:pt x="283" y="85"/>
                    <a:pt x="234" y="65"/>
                  </a:cubicBezTo>
                  <a:cubicBezTo>
                    <a:pt x="218" y="49"/>
                    <a:pt x="202" y="49"/>
                    <a:pt x="182" y="49"/>
                  </a:cubicBezTo>
                  <a:cubicBezTo>
                    <a:pt x="149" y="33"/>
                    <a:pt x="101" y="33"/>
                    <a:pt x="65" y="16"/>
                  </a:cubicBez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9"/>
            <p:cNvSpPr/>
            <p:nvPr/>
          </p:nvSpPr>
          <p:spPr>
            <a:xfrm>
              <a:off x="2399720" y="783571"/>
              <a:ext cx="78367" cy="23838"/>
            </a:xfrm>
            <a:custGeom>
              <a:rect b="b" l="l" r="r" t="t"/>
              <a:pathLst>
                <a:path extrusionOk="0" h="240" w="789">
                  <a:moveTo>
                    <a:pt x="1" y="1"/>
                  </a:moveTo>
                  <a:lnTo>
                    <a:pt x="1" y="17"/>
                  </a:lnTo>
                  <a:lnTo>
                    <a:pt x="33" y="17"/>
                  </a:lnTo>
                  <a:cubicBezTo>
                    <a:pt x="82" y="37"/>
                    <a:pt x="118" y="53"/>
                    <a:pt x="150" y="53"/>
                  </a:cubicBezTo>
                  <a:cubicBezTo>
                    <a:pt x="219" y="70"/>
                    <a:pt x="268" y="86"/>
                    <a:pt x="320" y="102"/>
                  </a:cubicBezTo>
                  <a:cubicBezTo>
                    <a:pt x="385" y="138"/>
                    <a:pt x="453" y="154"/>
                    <a:pt x="506" y="171"/>
                  </a:cubicBezTo>
                  <a:cubicBezTo>
                    <a:pt x="554" y="187"/>
                    <a:pt x="607" y="187"/>
                    <a:pt x="655" y="203"/>
                  </a:cubicBezTo>
                  <a:cubicBezTo>
                    <a:pt x="672" y="219"/>
                    <a:pt x="672" y="219"/>
                    <a:pt x="688" y="219"/>
                  </a:cubicBezTo>
                  <a:cubicBezTo>
                    <a:pt x="724" y="239"/>
                    <a:pt x="740" y="239"/>
                    <a:pt x="772" y="239"/>
                  </a:cubicBezTo>
                  <a:lnTo>
                    <a:pt x="789" y="239"/>
                  </a:lnTo>
                  <a:lnTo>
                    <a:pt x="789" y="219"/>
                  </a:lnTo>
                  <a:cubicBezTo>
                    <a:pt x="779" y="225"/>
                    <a:pt x="769" y="227"/>
                    <a:pt x="760" y="227"/>
                  </a:cubicBezTo>
                  <a:cubicBezTo>
                    <a:pt x="737" y="227"/>
                    <a:pt x="713" y="214"/>
                    <a:pt x="688" y="203"/>
                  </a:cubicBezTo>
                  <a:lnTo>
                    <a:pt x="672" y="203"/>
                  </a:lnTo>
                  <a:cubicBezTo>
                    <a:pt x="623" y="187"/>
                    <a:pt x="571" y="171"/>
                    <a:pt x="522" y="154"/>
                  </a:cubicBezTo>
                  <a:cubicBezTo>
                    <a:pt x="453" y="138"/>
                    <a:pt x="385" y="118"/>
                    <a:pt x="336" y="102"/>
                  </a:cubicBezTo>
                  <a:cubicBezTo>
                    <a:pt x="268" y="86"/>
                    <a:pt x="219" y="70"/>
                    <a:pt x="167" y="53"/>
                  </a:cubicBezTo>
                  <a:cubicBezTo>
                    <a:pt x="118" y="37"/>
                    <a:pt x="82" y="17"/>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9"/>
            <p:cNvSpPr/>
            <p:nvPr/>
          </p:nvSpPr>
          <p:spPr>
            <a:xfrm>
              <a:off x="2496463" y="606673"/>
              <a:ext cx="10131" cy="3278"/>
            </a:xfrm>
            <a:custGeom>
              <a:rect b="b" l="l" r="r" t="t"/>
              <a:pathLst>
                <a:path extrusionOk="0" h="33" w="102">
                  <a:moveTo>
                    <a:pt x="0" y="0"/>
                  </a:moveTo>
                  <a:lnTo>
                    <a:pt x="0" y="17"/>
                  </a:lnTo>
                  <a:cubicBezTo>
                    <a:pt x="17" y="17"/>
                    <a:pt x="37" y="17"/>
                    <a:pt x="53" y="33"/>
                  </a:cubicBezTo>
                  <a:lnTo>
                    <a:pt x="101" y="33"/>
                  </a:lnTo>
                  <a:cubicBezTo>
                    <a:pt x="85" y="33"/>
                    <a:pt x="69" y="17"/>
                    <a:pt x="53" y="17"/>
                  </a:cubicBezTo>
                  <a:cubicBezTo>
                    <a:pt x="37" y="17"/>
                    <a:pt x="1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9"/>
            <p:cNvSpPr/>
            <p:nvPr/>
          </p:nvSpPr>
          <p:spPr>
            <a:xfrm>
              <a:off x="1682296" y="460963"/>
              <a:ext cx="57112" cy="43504"/>
            </a:xfrm>
            <a:custGeom>
              <a:rect b="b" l="l" r="r" t="t"/>
              <a:pathLst>
                <a:path extrusionOk="0" h="438" w="575">
                  <a:moveTo>
                    <a:pt x="575" y="1"/>
                  </a:moveTo>
                  <a:cubicBezTo>
                    <a:pt x="558" y="1"/>
                    <a:pt x="538" y="17"/>
                    <a:pt x="522" y="17"/>
                  </a:cubicBezTo>
                  <a:cubicBezTo>
                    <a:pt x="373" y="134"/>
                    <a:pt x="219" y="255"/>
                    <a:pt x="102" y="356"/>
                  </a:cubicBezTo>
                  <a:cubicBezTo>
                    <a:pt x="235" y="255"/>
                    <a:pt x="389" y="154"/>
                    <a:pt x="522" y="33"/>
                  </a:cubicBezTo>
                  <a:cubicBezTo>
                    <a:pt x="538" y="17"/>
                    <a:pt x="558" y="17"/>
                    <a:pt x="575" y="17"/>
                  </a:cubicBezTo>
                  <a:lnTo>
                    <a:pt x="575" y="1"/>
                  </a:lnTo>
                  <a:close/>
                  <a:moveTo>
                    <a:pt x="102" y="356"/>
                  </a:moveTo>
                  <a:cubicBezTo>
                    <a:pt x="70" y="373"/>
                    <a:pt x="33" y="405"/>
                    <a:pt x="1" y="437"/>
                  </a:cubicBezTo>
                  <a:cubicBezTo>
                    <a:pt x="33" y="421"/>
                    <a:pt x="70" y="389"/>
                    <a:pt x="102"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9"/>
            <p:cNvSpPr/>
            <p:nvPr/>
          </p:nvSpPr>
          <p:spPr>
            <a:xfrm>
              <a:off x="1679117" y="531186"/>
              <a:ext cx="58701" cy="43504"/>
            </a:xfrm>
            <a:custGeom>
              <a:rect b="b" l="l" r="r" t="t"/>
              <a:pathLst>
                <a:path extrusionOk="0" h="438" w="591">
                  <a:moveTo>
                    <a:pt x="590" y="1"/>
                  </a:moveTo>
                  <a:cubicBezTo>
                    <a:pt x="570" y="1"/>
                    <a:pt x="538" y="17"/>
                    <a:pt x="522" y="33"/>
                  </a:cubicBezTo>
                  <a:lnTo>
                    <a:pt x="522" y="53"/>
                  </a:lnTo>
                  <a:lnTo>
                    <a:pt x="538" y="53"/>
                  </a:lnTo>
                  <a:cubicBezTo>
                    <a:pt x="554" y="33"/>
                    <a:pt x="570" y="17"/>
                    <a:pt x="590" y="17"/>
                  </a:cubicBezTo>
                  <a:lnTo>
                    <a:pt x="590" y="1"/>
                  </a:lnTo>
                  <a:close/>
                  <a:moveTo>
                    <a:pt x="522" y="53"/>
                  </a:moveTo>
                  <a:lnTo>
                    <a:pt x="522" y="53"/>
                  </a:lnTo>
                  <a:cubicBezTo>
                    <a:pt x="421" y="118"/>
                    <a:pt x="336" y="187"/>
                    <a:pt x="235" y="255"/>
                  </a:cubicBezTo>
                  <a:cubicBezTo>
                    <a:pt x="203" y="272"/>
                    <a:pt x="150" y="304"/>
                    <a:pt x="118" y="336"/>
                  </a:cubicBezTo>
                  <a:cubicBezTo>
                    <a:pt x="86" y="356"/>
                    <a:pt x="65" y="373"/>
                    <a:pt x="33" y="389"/>
                  </a:cubicBezTo>
                  <a:lnTo>
                    <a:pt x="1" y="421"/>
                  </a:lnTo>
                  <a:lnTo>
                    <a:pt x="1" y="437"/>
                  </a:lnTo>
                  <a:lnTo>
                    <a:pt x="17" y="437"/>
                  </a:lnTo>
                  <a:lnTo>
                    <a:pt x="49" y="405"/>
                  </a:lnTo>
                  <a:cubicBezTo>
                    <a:pt x="65" y="389"/>
                    <a:pt x="102" y="373"/>
                    <a:pt x="134" y="356"/>
                  </a:cubicBezTo>
                  <a:cubicBezTo>
                    <a:pt x="166" y="320"/>
                    <a:pt x="203" y="288"/>
                    <a:pt x="251" y="255"/>
                  </a:cubicBezTo>
                  <a:cubicBezTo>
                    <a:pt x="336" y="187"/>
                    <a:pt x="437" y="118"/>
                    <a:pt x="522"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9"/>
            <p:cNvSpPr/>
            <p:nvPr/>
          </p:nvSpPr>
          <p:spPr>
            <a:xfrm>
              <a:off x="2240899" y="327371"/>
              <a:ext cx="10131" cy="8542"/>
            </a:xfrm>
            <a:custGeom>
              <a:rect b="b" l="l" r="r" t="t"/>
              <a:pathLst>
                <a:path extrusionOk="0" h="86" w="102">
                  <a:moveTo>
                    <a:pt x="85" y="1"/>
                  </a:moveTo>
                  <a:cubicBezTo>
                    <a:pt x="85" y="17"/>
                    <a:pt x="65" y="33"/>
                    <a:pt x="49" y="33"/>
                  </a:cubicBezTo>
                  <a:cubicBezTo>
                    <a:pt x="33" y="33"/>
                    <a:pt x="33" y="49"/>
                    <a:pt x="16" y="65"/>
                  </a:cubicBezTo>
                  <a:lnTo>
                    <a:pt x="0" y="86"/>
                  </a:lnTo>
                  <a:lnTo>
                    <a:pt x="16" y="86"/>
                  </a:lnTo>
                  <a:cubicBezTo>
                    <a:pt x="16" y="86"/>
                    <a:pt x="33" y="86"/>
                    <a:pt x="33" y="65"/>
                  </a:cubicBezTo>
                  <a:cubicBezTo>
                    <a:pt x="33" y="65"/>
                    <a:pt x="49" y="49"/>
                    <a:pt x="65" y="49"/>
                  </a:cubicBezTo>
                  <a:cubicBezTo>
                    <a:pt x="85" y="33"/>
                    <a:pt x="101" y="17"/>
                    <a:pt x="1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9"/>
            <p:cNvSpPr/>
            <p:nvPr/>
          </p:nvSpPr>
          <p:spPr>
            <a:xfrm>
              <a:off x="1669085" y="569724"/>
              <a:ext cx="68733" cy="47080"/>
            </a:xfrm>
            <a:custGeom>
              <a:rect b="b" l="l" r="r" t="t"/>
              <a:pathLst>
                <a:path extrusionOk="0" h="474" w="692">
                  <a:moveTo>
                    <a:pt x="691" y="1"/>
                  </a:moveTo>
                  <a:cubicBezTo>
                    <a:pt x="655" y="1"/>
                    <a:pt x="639" y="17"/>
                    <a:pt x="623" y="33"/>
                  </a:cubicBezTo>
                  <a:lnTo>
                    <a:pt x="607" y="49"/>
                  </a:lnTo>
                  <a:cubicBezTo>
                    <a:pt x="489" y="134"/>
                    <a:pt x="368" y="219"/>
                    <a:pt x="251" y="304"/>
                  </a:cubicBezTo>
                  <a:cubicBezTo>
                    <a:pt x="203" y="352"/>
                    <a:pt x="150" y="389"/>
                    <a:pt x="102" y="421"/>
                  </a:cubicBezTo>
                  <a:cubicBezTo>
                    <a:pt x="86" y="421"/>
                    <a:pt x="86" y="421"/>
                    <a:pt x="86" y="437"/>
                  </a:cubicBezTo>
                  <a:lnTo>
                    <a:pt x="102" y="437"/>
                  </a:lnTo>
                  <a:cubicBezTo>
                    <a:pt x="150" y="389"/>
                    <a:pt x="203" y="352"/>
                    <a:pt x="251" y="320"/>
                  </a:cubicBezTo>
                  <a:cubicBezTo>
                    <a:pt x="368" y="235"/>
                    <a:pt x="489" y="134"/>
                    <a:pt x="623" y="49"/>
                  </a:cubicBezTo>
                  <a:cubicBezTo>
                    <a:pt x="639" y="33"/>
                    <a:pt x="655" y="17"/>
                    <a:pt x="671" y="17"/>
                  </a:cubicBezTo>
                  <a:lnTo>
                    <a:pt x="691" y="17"/>
                  </a:lnTo>
                  <a:lnTo>
                    <a:pt x="691" y="1"/>
                  </a:lnTo>
                  <a:close/>
                  <a:moveTo>
                    <a:pt x="86" y="437"/>
                  </a:moveTo>
                  <a:cubicBezTo>
                    <a:pt x="65" y="437"/>
                    <a:pt x="49" y="453"/>
                    <a:pt x="49" y="453"/>
                  </a:cubicBezTo>
                  <a:lnTo>
                    <a:pt x="17" y="453"/>
                  </a:lnTo>
                  <a:lnTo>
                    <a:pt x="1" y="473"/>
                  </a:lnTo>
                  <a:lnTo>
                    <a:pt x="49" y="473"/>
                  </a:lnTo>
                  <a:cubicBezTo>
                    <a:pt x="65" y="453"/>
                    <a:pt x="65" y="453"/>
                    <a:pt x="86" y="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9"/>
            <p:cNvSpPr/>
            <p:nvPr/>
          </p:nvSpPr>
          <p:spPr>
            <a:xfrm>
              <a:off x="2341218" y="611441"/>
              <a:ext cx="8443" cy="3377"/>
            </a:xfrm>
            <a:custGeom>
              <a:rect b="b" l="l" r="r" t="t"/>
              <a:pathLst>
                <a:path extrusionOk="0" h="34" w="85">
                  <a:moveTo>
                    <a:pt x="0" y="1"/>
                  </a:moveTo>
                  <a:lnTo>
                    <a:pt x="0" y="17"/>
                  </a:lnTo>
                  <a:lnTo>
                    <a:pt x="85"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9"/>
            <p:cNvSpPr/>
            <p:nvPr/>
          </p:nvSpPr>
          <p:spPr>
            <a:xfrm>
              <a:off x="2516526" y="708581"/>
              <a:ext cx="10131" cy="4867"/>
            </a:xfrm>
            <a:custGeom>
              <a:rect b="b" l="l" r="r" t="t"/>
              <a:pathLst>
                <a:path extrusionOk="0" h="49" w="102">
                  <a:moveTo>
                    <a:pt x="17" y="0"/>
                  </a:moveTo>
                  <a:lnTo>
                    <a:pt x="0" y="17"/>
                  </a:lnTo>
                  <a:lnTo>
                    <a:pt x="17" y="17"/>
                  </a:lnTo>
                  <a:lnTo>
                    <a:pt x="101" y="49"/>
                  </a:lnTo>
                  <a:lnTo>
                    <a:pt x="101"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9"/>
            <p:cNvSpPr/>
            <p:nvPr/>
          </p:nvSpPr>
          <p:spPr>
            <a:xfrm>
              <a:off x="2281027" y="489470"/>
              <a:ext cx="13310" cy="4966"/>
            </a:xfrm>
            <a:custGeom>
              <a:rect b="b" l="l" r="r" t="t"/>
              <a:pathLst>
                <a:path extrusionOk="0" h="50" w="134">
                  <a:moveTo>
                    <a:pt x="16" y="1"/>
                  </a:moveTo>
                  <a:lnTo>
                    <a:pt x="0" y="17"/>
                  </a:lnTo>
                  <a:lnTo>
                    <a:pt x="16" y="17"/>
                  </a:lnTo>
                  <a:cubicBezTo>
                    <a:pt x="32" y="17"/>
                    <a:pt x="49" y="33"/>
                    <a:pt x="85" y="33"/>
                  </a:cubicBezTo>
                  <a:cubicBezTo>
                    <a:pt x="65" y="17"/>
                    <a:pt x="32" y="1"/>
                    <a:pt x="16" y="1"/>
                  </a:cubicBezTo>
                  <a:close/>
                  <a:moveTo>
                    <a:pt x="85" y="33"/>
                  </a:moveTo>
                  <a:cubicBezTo>
                    <a:pt x="101" y="49"/>
                    <a:pt x="117" y="49"/>
                    <a:pt x="133" y="49"/>
                  </a:cubicBezTo>
                  <a:cubicBezTo>
                    <a:pt x="117" y="33"/>
                    <a:pt x="101" y="33"/>
                    <a:pt x="85"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9"/>
            <p:cNvSpPr/>
            <p:nvPr/>
          </p:nvSpPr>
          <p:spPr>
            <a:xfrm>
              <a:off x="2329497" y="974176"/>
              <a:ext cx="1788" cy="8542"/>
            </a:xfrm>
            <a:custGeom>
              <a:rect b="b" l="l" r="r" t="t"/>
              <a:pathLst>
                <a:path extrusionOk="0" h="86" w="18">
                  <a:moveTo>
                    <a:pt x="17" y="1"/>
                  </a:moveTo>
                  <a:cubicBezTo>
                    <a:pt x="1" y="17"/>
                    <a:pt x="1" y="53"/>
                    <a:pt x="1" y="69"/>
                  </a:cubicBezTo>
                  <a:lnTo>
                    <a:pt x="17" y="86"/>
                  </a:lnTo>
                  <a:lnTo>
                    <a:pt x="17" y="69"/>
                  </a:lnTo>
                  <a:lnTo>
                    <a:pt x="17"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9"/>
            <p:cNvSpPr/>
            <p:nvPr/>
          </p:nvSpPr>
          <p:spPr>
            <a:xfrm>
              <a:off x="2145349" y="698549"/>
              <a:ext cx="5364" cy="8542"/>
            </a:xfrm>
            <a:custGeom>
              <a:rect b="b" l="l" r="r" t="t"/>
              <a:pathLst>
                <a:path extrusionOk="0" h="86" w="54">
                  <a:moveTo>
                    <a:pt x="53" y="0"/>
                  </a:moveTo>
                  <a:lnTo>
                    <a:pt x="53" y="0"/>
                  </a:lnTo>
                  <a:cubicBezTo>
                    <a:pt x="1" y="17"/>
                    <a:pt x="17" y="49"/>
                    <a:pt x="17" y="85"/>
                  </a:cubicBezTo>
                  <a:lnTo>
                    <a:pt x="37" y="85"/>
                  </a:lnTo>
                  <a:cubicBezTo>
                    <a:pt x="17" y="49"/>
                    <a:pt x="17" y="1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9"/>
            <p:cNvSpPr/>
            <p:nvPr/>
          </p:nvSpPr>
          <p:spPr>
            <a:xfrm>
              <a:off x="2299501" y="611441"/>
              <a:ext cx="10032" cy="3377"/>
            </a:xfrm>
            <a:custGeom>
              <a:rect b="b" l="l" r="r" t="t"/>
              <a:pathLst>
                <a:path extrusionOk="0" h="34" w="101">
                  <a:moveTo>
                    <a:pt x="16" y="1"/>
                  </a:moveTo>
                  <a:lnTo>
                    <a:pt x="0" y="17"/>
                  </a:lnTo>
                  <a:lnTo>
                    <a:pt x="16" y="17"/>
                  </a:lnTo>
                  <a:cubicBezTo>
                    <a:pt x="16" y="17"/>
                    <a:pt x="32" y="17"/>
                    <a:pt x="48" y="33"/>
                  </a:cubicBezTo>
                  <a:lnTo>
                    <a:pt x="101" y="33"/>
                  </a:lnTo>
                  <a:cubicBezTo>
                    <a:pt x="81" y="33"/>
                    <a:pt x="65" y="17"/>
                    <a:pt x="48" y="17"/>
                  </a:cubicBezTo>
                  <a:cubicBezTo>
                    <a:pt x="32" y="17"/>
                    <a:pt x="32"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9"/>
            <p:cNvSpPr/>
            <p:nvPr/>
          </p:nvSpPr>
          <p:spPr>
            <a:xfrm>
              <a:off x="2498052" y="690106"/>
              <a:ext cx="37048" cy="11720"/>
            </a:xfrm>
            <a:custGeom>
              <a:rect b="b" l="l" r="r" t="t"/>
              <a:pathLst>
                <a:path extrusionOk="0" h="118" w="373">
                  <a:moveTo>
                    <a:pt x="1" y="1"/>
                  </a:moveTo>
                  <a:lnTo>
                    <a:pt x="1" y="17"/>
                  </a:lnTo>
                  <a:lnTo>
                    <a:pt x="21" y="17"/>
                  </a:lnTo>
                  <a:lnTo>
                    <a:pt x="21" y="1"/>
                  </a:lnTo>
                  <a:close/>
                  <a:moveTo>
                    <a:pt x="21" y="17"/>
                  </a:moveTo>
                  <a:cubicBezTo>
                    <a:pt x="102" y="49"/>
                    <a:pt x="154" y="69"/>
                    <a:pt x="223" y="85"/>
                  </a:cubicBezTo>
                  <a:cubicBezTo>
                    <a:pt x="255" y="85"/>
                    <a:pt x="287" y="102"/>
                    <a:pt x="324" y="118"/>
                  </a:cubicBezTo>
                  <a:lnTo>
                    <a:pt x="372" y="118"/>
                  </a:lnTo>
                  <a:lnTo>
                    <a:pt x="372" y="102"/>
                  </a:lnTo>
                  <a:lnTo>
                    <a:pt x="324" y="102"/>
                  </a:lnTo>
                  <a:cubicBezTo>
                    <a:pt x="287" y="85"/>
                    <a:pt x="255" y="85"/>
                    <a:pt x="223" y="69"/>
                  </a:cubicBezTo>
                  <a:cubicBezTo>
                    <a:pt x="170" y="49"/>
                    <a:pt x="102" y="33"/>
                    <a:pt x="21"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9"/>
            <p:cNvSpPr/>
            <p:nvPr/>
          </p:nvSpPr>
          <p:spPr>
            <a:xfrm>
              <a:off x="1679117" y="472684"/>
              <a:ext cx="11720" cy="10131"/>
            </a:xfrm>
            <a:custGeom>
              <a:rect b="b" l="l" r="r" t="t"/>
              <a:pathLst>
                <a:path extrusionOk="0" h="102" w="118">
                  <a:moveTo>
                    <a:pt x="118" y="0"/>
                  </a:moveTo>
                  <a:lnTo>
                    <a:pt x="1" y="85"/>
                  </a:lnTo>
                  <a:lnTo>
                    <a:pt x="1" y="101"/>
                  </a:lnTo>
                  <a:lnTo>
                    <a:pt x="118" y="16"/>
                  </a:lnTo>
                  <a:lnTo>
                    <a:pt x="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9"/>
            <p:cNvSpPr/>
            <p:nvPr/>
          </p:nvSpPr>
          <p:spPr>
            <a:xfrm>
              <a:off x="1720834" y="907628"/>
              <a:ext cx="4966" cy="80354"/>
            </a:xfrm>
            <a:custGeom>
              <a:rect b="b" l="l" r="r" t="t"/>
              <a:pathLst>
                <a:path extrusionOk="0" h="809" w="50">
                  <a:moveTo>
                    <a:pt x="33" y="0"/>
                  </a:moveTo>
                  <a:lnTo>
                    <a:pt x="33" y="16"/>
                  </a:lnTo>
                  <a:lnTo>
                    <a:pt x="33" y="81"/>
                  </a:lnTo>
                  <a:lnTo>
                    <a:pt x="33" y="133"/>
                  </a:lnTo>
                  <a:lnTo>
                    <a:pt x="33" y="267"/>
                  </a:lnTo>
                  <a:cubicBezTo>
                    <a:pt x="17" y="319"/>
                    <a:pt x="17" y="368"/>
                    <a:pt x="17" y="420"/>
                  </a:cubicBezTo>
                  <a:lnTo>
                    <a:pt x="17" y="521"/>
                  </a:lnTo>
                  <a:lnTo>
                    <a:pt x="17" y="687"/>
                  </a:lnTo>
                  <a:cubicBezTo>
                    <a:pt x="33" y="638"/>
                    <a:pt x="33" y="586"/>
                    <a:pt x="33" y="521"/>
                  </a:cubicBezTo>
                  <a:lnTo>
                    <a:pt x="33" y="420"/>
                  </a:lnTo>
                  <a:lnTo>
                    <a:pt x="33" y="283"/>
                  </a:lnTo>
                  <a:cubicBezTo>
                    <a:pt x="49" y="234"/>
                    <a:pt x="49" y="182"/>
                    <a:pt x="49" y="133"/>
                  </a:cubicBezTo>
                  <a:lnTo>
                    <a:pt x="49" y="81"/>
                  </a:lnTo>
                  <a:cubicBezTo>
                    <a:pt x="49" y="49"/>
                    <a:pt x="49" y="32"/>
                    <a:pt x="33" y="0"/>
                  </a:cubicBezTo>
                  <a:close/>
                  <a:moveTo>
                    <a:pt x="17" y="687"/>
                  </a:moveTo>
                  <a:cubicBezTo>
                    <a:pt x="17" y="723"/>
                    <a:pt x="17" y="739"/>
                    <a:pt x="1" y="772"/>
                  </a:cubicBezTo>
                  <a:lnTo>
                    <a:pt x="1" y="788"/>
                  </a:lnTo>
                  <a:lnTo>
                    <a:pt x="1" y="808"/>
                  </a:lnTo>
                  <a:lnTo>
                    <a:pt x="17" y="808"/>
                  </a:lnTo>
                  <a:lnTo>
                    <a:pt x="17" y="788"/>
                  </a:lnTo>
                  <a:lnTo>
                    <a:pt x="17" y="772"/>
                  </a:lnTo>
                  <a:lnTo>
                    <a:pt x="17" y="68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9"/>
            <p:cNvSpPr/>
            <p:nvPr/>
          </p:nvSpPr>
          <p:spPr>
            <a:xfrm>
              <a:off x="2707131" y="532875"/>
              <a:ext cx="10131" cy="5264"/>
            </a:xfrm>
            <a:custGeom>
              <a:rect b="b" l="l" r="r" t="t"/>
              <a:pathLst>
                <a:path extrusionOk="0" h="53" w="102">
                  <a:moveTo>
                    <a:pt x="0" y="0"/>
                  </a:moveTo>
                  <a:lnTo>
                    <a:pt x="0" y="16"/>
                  </a:lnTo>
                  <a:lnTo>
                    <a:pt x="85" y="53"/>
                  </a:lnTo>
                  <a:lnTo>
                    <a:pt x="101" y="53"/>
                  </a:lnTo>
                  <a:lnTo>
                    <a:pt x="101" y="36"/>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9"/>
            <p:cNvSpPr/>
            <p:nvPr/>
          </p:nvSpPr>
          <p:spPr>
            <a:xfrm>
              <a:off x="2230868" y="977851"/>
              <a:ext cx="8542" cy="3278"/>
            </a:xfrm>
            <a:custGeom>
              <a:rect b="b" l="l" r="r" t="t"/>
              <a:pathLst>
                <a:path extrusionOk="0" h="33" w="86">
                  <a:moveTo>
                    <a:pt x="0" y="0"/>
                  </a:moveTo>
                  <a:cubicBezTo>
                    <a:pt x="0" y="0"/>
                    <a:pt x="16" y="16"/>
                    <a:pt x="33" y="16"/>
                  </a:cubicBezTo>
                  <a:cubicBezTo>
                    <a:pt x="33" y="16"/>
                    <a:pt x="49" y="32"/>
                    <a:pt x="65" y="32"/>
                  </a:cubicBezTo>
                  <a:lnTo>
                    <a:pt x="85" y="32"/>
                  </a:lnTo>
                  <a:lnTo>
                    <a:pt x="85" y="16"/>
                  </a:lnTo>
                  <a:cubicBezTo>
                    <a:pt x="65" y="16"/>
                    <a:pt x="49" y="0"/>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9"/>
            <p:cNvSpPr/>
            <p:nvPr/>
          </p:nvSpPr>
          <p:spPr>
            <a:xfrm>
              <a:off x="1672363" y="476259"/>
              <a:ext cx="5264" cy="21752"/>
            </a:xfrm>
            <a:custGeom>
              <a:rect b="b" l="l" r="r" t="t"/>
              <a:pathLst>
                <a:path extrusionOk="0" h="219" w="53">
                  <a:moveTo>
                    <a:pt x="53" y="0"/>
                  </a:moveTo>
                  <a:cubicBezTo>
                    <a:pt x="16" y="0"/>
                    <a:pt x="16" y="33"/>
                    <a:pt x="16" y="49"/>
                  </a:cubicBezTo>
                  <a:lnTo>
                    <a:pt x="16" y="65"/>
                  </a:lnTo>
                  <a:lnTo>
                    <a:pt x="16" y="101"/>
                  </a:lnTo>
                  <a:cubicBezTo>
                    <a:pt x="16" y="81"/>
                    <a:pt x="16" y="65"/>
                    <a:pt x="32" y="65"/>
                  </a:cubicBezTo>
                  <a:lnTo>
                    <a:pt x="32" y="49"/>
                  </a:lnTo>
                  <a:cubicBezTo>
                    <a:pt x="16" y="33"/>
                    <a:pt x="32" y="17"/>
                    <a:pt x="53" y="17"/>
                  </a:cubicBezTo>
                  <a:lnTo>
                    <a:pt x="53" y="0"/>
                  </a:lnTo>
                  <a:close/>
                  <a:moveTo>
                    <a:pt x="16" y="166"/>
                  </a:moveTo>
                  <a:cubicBezTo>
                    <a:pt x="0" y="182"/>
                    <a:pt x="0" y="202"/>
                    <a:pt x="16" y="219"/>
                  </a:cubicBezTo>
                  <a:lnTo>
                    <a:pt x="16" y="202"/>
                  </a:lnTo>
                  <a:lnTo>
                    <a:pt x="16" y="16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9"/>
            <p:cNvSpPr/>
            <p:nvPr/>
          </p:nvSpPr>
          <p:spPr>
            <a:xfrm>
              <a:off x="2291059" y="583034"/>
              <a:ext cx="10131" cy="3675"/>
            </a:xfrm>
            <a:custGeom>
              <a:rect b="b" l="l" r="r" t="t"/>
              <a:pathLst>
                <a:path extrusionOk="0" h="37" w="102">
                  <a:moveTo>
                    <a:pt x="0" y="0"/>
                  </a:moveTo>
                  <a:cubicBezTo>
                    <a:pt x="16" y="0"/>
                    <a:pt x="32" y="16"/>
                    <a:pt x="49" y="16"/>
                  </a:cubicBezTo>
                  <a:cubicBezTo>
                    <a:pt x="65" y="16"/>
                    <a:pt x="85" y="36"/>
                    <a:pt x="101" y="36"/>
                  </a:cubicBezTo>
                  <a:lnTo>
                    <a:pt x="101" y="16"/>
                  </a:lnTo>
                  <a:cubicBezTo>
                    <a:pt x="85" y="16"/>
                    <a:pt x="65" y="16"/>
                    <a:pt x="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9"/>
            <p:cNvSpPr/>
            <p:nvPr/>
          </p:nvSpPr>
          <p:spPr>
            <a:xfrm>
              <a:off x="2356017" y="616705"/>
              <a:ext cx="8542" cy="4867"/>
            </a:xfrm>
            <a:custGeom>
              <a:rect b="b" l="l" r="r" t="t"/>
              <a:pathLst>
                <a:path extrusionOk="0" h="49" w="86">
                  <a:moveTo>
                    <a:pt x="1" y="0"/>
                  </a:moveTo>
                  <a:lnTo>
                    <a:pt x="1" y="17"/>
                  </a:lnTo>
                  <a:lnTo>
                    <a:pt x="85" y="49"/>
                  </a:lnTo>
                  <a:lnTo>
                    <a:pt x="85" y="3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9"/>
            <p:cNvSpPr/>
            <p:nvPr/>
          </p:nvSpPr>
          <p:spPr>
            <a:xfrm>
              <a:off x="2289469" y="373955"/>
              <a:ext cx="10032" cy="5264"/>
            </a:xfrm>
            <a:custGeom>
              <a:rect b="b" l="l" r="r" t="t"/>
              <a:pathLst>
                <a:path extrusionOk="0" h="53" w="101">
                  <a:moveTo>
                    <a:pt x="0" y="0"/>
                  </a:moveTo>
                  <a:lnTo>
                    <a:pt x="0" y="21"/>
                  </a:lnTo>
                  <a:cubicBezTo>
                    <a:pt x="16" y="21"/>
                    <a:pt x="48" y="37"/>
                    <a:pt x="65" y="37"/>
                  </a:cubicBezTo>
                  <a:cubicBezTo>
                    <a:pt x="48" y="21"/>
                    <a:pt x="32" y="21"/>
                    <a:pt x="0" y="0"/>
                  </a:cubicBezTo>
                  <a:close/>
                  <a:moveTo>
                    <a:pt x="65" y="37"/>
                  </a:moveTo>
                  <a:lnTo>
                    <a:pt x="81" y="53"/>
                  </a:lnTo>
                  <a:lnTo>
                    <a:pt x="101" y="3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9"/>
            <p:cNvSpPr/>
            <p:nvPr/>
          </p:nvSpPr>
          <p:spPr>
            <a:xfrm>
              <a:off x="2275762" y="638358"/>
              <a:ext cx="3774" cy="14899"/>
            </a:xfrm>
            <a:custGeom>
              <a:rect b="b" l="l" r="r" t="t"/>
              <a:pathLst>
                <a:path extrusionOk="0" h="150" w="38">
                  <a:moveTo>
                    <a:pt x="37" y="1"/>
                  </a:moveTo>
                  <a:lnTo>
                    <a:pt x="17" y="17"/>
                  </a:lnTo>
                  <a:lnTo>
                    <a:pt x="37" y="17"/>
                  </a:lnTo>
                  <a:lnTo>
                    <a:pt x="37" y="1"/>
                  </a:lnTo>
                  <a:close/>
                  <a:moveTo>
                    <a:pt x="17" y="65"/>
                  </a:moveTo>
                  <a:cubicBezTo>
                    <a:pt x="17" y="85"/>
                    <a:pt x="1" y="118"/>
                    <a:pt x="17" y="134"/>
                  </a:cubicBezTo>
                  <a:lnTo>
                    <a:pt x="37" y="150"/>
                  </a:lnTo>
                  <a:lnTo>
                    <a:pt x="37" y="134"/>
                  </a:lnTo>
                  <a:cubicBezTo>
                    <a:pt x="17" y="118"/>
                    <a:pt x="17" y="85"/>
                    <a:pt x="17"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9"/>
            <p:cNvSpPr/>
            <p:nvPr/>
          </p:nvSpPr>
          <p:spPr>
            <a:xfrm>
              <a:off x="2520102" y="690106"/>
              <a:ext cx="35062" cy="11720"/>
            </a:xfrm>
            <a:custGeom>
              <a:rect b="b" l="l" r="r" t="t"/>
              <a:pathLst>
                <a:path extrusionOk="0" h="118" w="353">
                  <a:moveTo>
                    <a:pt x="1" y="1"/>
                  </a:moveTo>
                  <a:lnTo>
                    <a:pt x="1" y="17"/>
                  </a:lnTo>
                  <a:cubicBezTo>
                    <a:pt x="17" y="17"/>
                    <a:pt x="17" y="17"/>
                    <a:pt x="33" y="33"/>
                  </a:cubicBezTo>
                  <a:cubicBezTo>
                    <a:pt x="49" y="33"/>
                    <a:pt x="65" y="33"/>
                    <a:pt x="102" y="49"/>
                  </a:cubicBezTo>
                  <a:cubicBezTo>
                    <a:pt x="150" y="69"/>
                    <a:pt x="219" y="85"/>
                    <a:pt x="284" y="102"/>
                  </a:cubicBezTo>
                  <a:lnTo>
                    <a:pt x="352" y="118"/>
                  </a:lnTo>
                  <a:lnTo>
                    <a:pt x="352" y="102"/>
                  </a:lnTo>
                  <a:lnTo>
                    <a:pt x="284" y="85"/>
                  </a:lnTo>
                  <a:cubicBezTo>
                    <a:pt x="219" y="69"/>
                    <a:pt x="166" y="49"/>
                    <a:pt x="102" y="33"/>
                  </a:cubicBezTo>
                  <a:cubicBezTo>
                    <a:pt x="82" y="33"/>
                    <a:pt x="49" y="17"/>
                    <a:pt x="33" y="17"/>
                  </a:cubicBezTo>
                  <a:cubicBezTo>
                    <a:pt x="33" y="17"/>
                    <a:pt x="1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9"/>
            <p:cNvSpPr/>
            <p:nvPr/>
          </p:nvSpPr>
          <p:spPr>
            <a:xfrm>
              <a:off x="2354428" y="522843"/>
              <a:ext cx="10131" cy="3675"/>
            </a:xfrm>
            <a:custGeom>
              <a:rect b="b" l="l" r="r" t="t"/>
              <a:pathLst>
                <a:path extrusionOk="0" h="37" w="102">
                  <a:moveTo>
                    <a:pt x="0" y="0"/>
                  </a:moveTo>
                  <a:lnTo>
                    <a:pt x="17" y="16"/>
                  </a:lnTo>
                  <a:lnTo>
                    <a:pt x="33" y="16"/>
                  </a:lnTo>
                  <a:cubicBezTo>
                    <a:pt x="53" y="36"/>
                    <a:pt x="85" y="36"/>
                    <a:pt x="101" y="36"/>
                  </a:cubicBezTo>
                  <a:lnTo>
                    <a:pt x="101" y="16"/>
                  </a:lnTo>
                  <a:lnTo>
                    <a:pt x="53" y="16"/>
                  </a:lnTo>
                  <a:cubicBezTo>
                    <a:pt x="33" y="0"/>
                    <a:pt x="1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9"/>
            <p:cNvSpPr/>
            <p:nvPr/>
          </p:nvSpPr>
          <p:spPr>
            <a:xfrm>
              <a:off x="1672363" y="654846"/>
              <a:ext cx="63469" cy="42213"/>
            </a:xfrm>
            <a:custGeom>
              <a:rect b="b" l="l" r="r" t="t"/>
              <a:pathLst>
                <a:path extrusionOk="0" h="425" w="639">
                  <a:moveTo>
                    <a:pt x="622" y="0"/>
                  </a:moveTo>
                  <a:cubicBezTo>
                    <a:pt x="590" y="20"/>
                    <a:pt x="557" y="37"/>
                    <a:pt x="537" y="53"/>
                  </a:cubicBezTo>
                  <a:cubicBezTo>
                    <a:pt x="521" y="69"/>
                    <a:pt x="505" y="69"/>
                    <a:pt x="505" y="69"/>
                  </a:cubicBezTo>
                  <a:cubicBezTo>
                    <a:pt x="420" y="137"/>
                    <a:pt x="335" y="186"/>
                    <a:pt x="254" y="238"/>
                  </a:cubicBezTo>
                  <a:lnTo>
                    <a:pt x="170" y="287"/>
                  </a:lnTo>
                  <a:cubicBezTo>
                    <a:pt x="133" y="323"/>
                    <a:pt x="101" y="339"/>
                    <a:pt x="69" y="372"/>
                  </a:cubicBezTo>
                  <a:cubicBezTo>
                    <a:pt x="101" y="356"/>
                    <a:pt x="154" y="323"/>
                    <a:pt x="186" y="303"/>
                  </a:cubicBezTo>
                  <a:lnTo>
                    <a:pt x="254" y="255"/>
                  </a:lnTo>
                  <a:cubicBezTo>
                    <a:pt x="335" y="202"/>
                    <a:pt x="420" y="137"/>
                    <a:pt x="505" y="85"/>
                  </a:cubicBezTo>
                  <a:cubicBezTo>
                    <a:pt x="521" y="85"/>
                    <a:pt x="537" y="69"/>
                    <a:pt x="537" y="69"/>
                  </a:cubicBezTo>
                  <a:cubicBezTo>
                    <a:pt x="574" y="53"/>
                    <a:pt x="590" y="20"/>
                    <a:pt x="622" y="20"/>
                  </a:cubicBezTo>
                  <a:lnTo>
                    <a:pt x="638" y="20"/>
                  </a:lnTo>
                  <a:lnTo>
                    <a:pt x="622" y="0"/>
                  </a:lnTo>
                  <a:close/>
                  <a:moveTo>
                    <a:pt x="69" y="372"/>
                  </a:moveTo>
                  <a:lnTo>
                    <a:pt x="0" y="404"/>
                  </a:lnTo>
                  <a:lnTo>
                    <a:pt x="0" y="424"/>
                  </a:lnTo>
                  <a:lnTo>
                    <a:pt x="16" y="424"/>
                  </a:lnTo>
                  <a:lnTo>
                    <a:pt x="69" y="37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9"/>
            <p:cNvSpPr/>
            <p:nvPr/>
          </p:nvSpPr>
          <p:spPr>
            <a:xfrm>
              <a:off x="1675542" y="689411"/>
              <a:ext cx="58701" cy="35757"/>
            </a:xfrm>
            <a:custGeom>
              <a:rect b="b" l="l" r="r" t="t"/>
              <a:pathLst>
                <a:path extrusionOk="0" h="360" w="591">
                  <a:moveTo>
                    <a:pt x="576" y="1"/>
                  </a:moveTo>
                  <a:cubicBezTo>
                    <a:pt x="564" y="1"/>
                    <a:pt x="553" y="12"/>
                    <a:pt x="542" y="24"/>
                  </a:cubicBezTo>
                  <a:cubicBezTo>
                    <a:pt x="558" y="24"/>
                    <a:pt x="574" y="8"/>
                    <a:pt x="590" y="8"/>
                  </a:cubicBezTo>
                  <a:cubicBezTo>
                    <a:pt x="585" y="3"/>
                    <a:pt x="581" y="1"/>
                    <a:pt x="576" y="1"/>
                  </a:cubicBezTo>
                  <a:close/>
                  <a:moveTo>
                    <a:pt x="542" y="24"/>
                  </a:moveTo>
                  <a:cubicBezTo>
                    <a:pt x="424" y="92"/>
                    <a:pt x="303" y="157"/>
                    <a:pt x="202" y="226"/>
                  </a:cubicBezTo>
                  <a:cubicBezTo>
                    <a:pt x="154" y="258"/>
                    <a:pt x="101" y="294"/>
                    <a:pt x="53" y="327"/>
                  </a:cubicBezTo>
                  <a:cubicBezTo>
                    <a:pt x="37" y="327"/>
                    <a:pt x="37" y="343"/>
                    <a:pt x="21" y="343"/>
                  </a:cubicBezTo>
                  <a:lnTo>
                    <a:pt x="0" y="343"/>
                  </a:lnTo>
                  <a:lnTo>
                    <a:pt x="0" y="359"/>
                  </a:lnTo>
                  <a:lnTo>
                    <a:pt x="21" y="359"/>
                  </a:lnTo>
                  <a:cubicBezTo>
                    <a:pt x="37" y="343"/>
                    <a:pt x="53" y="343"/>
                    <a:pt x="53" y="343"/>
                  </a:cubicBezTo>
                  <a:cubicBezTo>
                    <a:pt x="101" y="311"/>
                    <a:pt x="154" y="278"/>
                    <a:pt x="202" y="242"/>
                  </a:cubicBezTo>
                  <a:cubicBezTo>
                    <a:pt x="323" y="177"/>
                    <a:pt x="424" y="109"/>
                    <a:pt x="54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9"/>
            <p:cNvSpPr/>
            <p:nvPr/>
          </p:nvSpPr>
          <p:spPr>
            <a:xfrm>
              <a:off x="2357606" y="781982"/>
              <a:ext cx="8542" cy="3377"/>
            </a:xfrm>
            <a:custGeom>
              <a:rect b="b" l="l" r="r" t="t"/>
              <a:pathLst>
                <a:path extrusionOk="0" h="34" w="86">
                  <a:moveTo>
                    <a:pt x="1" y="1"/>
                  </a:moveTo>
                  <a:lnTo>
                    <a:pt x="1" y="17"/>
                  </a:lnTo>
                  <a:cubicBezTo>
                    <a:pt x="21" y="33"/>
                    <a:pt x="37" y="33"/>
                    <a:pt x="69" y="33"/>
                  </a:cubicBezTo>
                  <a:lnTo>
                    <a:pt x="86" y="33"/>
                  </a:lnTo>
                  <a:lnTo>
                    <a:pt x="69" y="17"/>
                  </a:lnTo>
                  <a:cubicBezTo>
                    <a:pt x="53" y="17"/>
                    <a:pt x="3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9"/>
            <p:cNvSpPr/>
            <p:nvPr/>
          </p:nvSpPr>
          <p:spPr>
            <a:xfrm>
              <a:off x="2613666" y="486291"/>
              <a:ext cx="11720" cy="66746"/>
            </a:xfrm>
            <a:custGeom>
              <a:rect b="b" l="l" r="r" t="t"/>
              <a:pathLst>
                <a:path extrusionOk="0" h="672" w="118">
                  <a:moveTo>
                    <a:pt x="16" y="0"/>
                  </a:moveTo>
                  <a:cubicBezTo>
                    <a:pt x="0" y="17"/>
                    <a:pt x="16" y="49"/>
                    <a:pt x="16" y="65"/>
                  </a:cubicBezTo>
                  <a:lnTo>
                    <a:pt x="16" y="81"/>
                  </a:lnTo>
                  <a:cubicBezTo>
                    <a:pt x="32" y="118"/>
                    <a:pt x="32" y="150"/>
                    <a:pt x="32" y="166"/>
                  </a:cubicBezTo>
                  <a:cubicBezTo>
                    <a:pt x="32" y="202"/>
                    <a:pt x="49" y="235"/>
                    <a:pt x="49" y="283"/>
                  </a:cubicBezTo>
                  <a:cubicBezTo>
                    <a:pt x="49" y="320"/>
                    <a:pt x="69" y="368"/>
                    <a:pt x="69" y="404"/>
                  </a:cubicBezTo>
                  <a:cubicBezTo>
                    <a:pt x="69" y="437"/>
                    <a:pt x="69" y="469"/>
                    <a:pt x="85" y="485"/>
                  </a:cubicBezTo>
                  <a:lnTo>
                    <a:pt x="85" y="404"/>
                  </a:lnTo>
                  <a:cubicBezTo>
                    <a:pt x="69" y="368"/>
                    <a:pt x="69" y="320"/>
                    <a:pt x="69" y="283"/>
                  </a:cubicBezTo>
                  <a:cubicBezTo>
                    <a:pt x="49" y="235"/>
                    <a:pt x="49" y="202"/>
                    <a:pt x="49" y="166"/>
                  </a:cubicBezTo>
                  <a:cubicBezTo>
                    <a:pt x="49" y="134"/>
                    <a:pt x="32" y="118"/>
                    <a:pt x="32" y="81"/>
                  </a:cubicBezTo>
                  <a:lnTo>
                    <a:pt x="32" y="65"/>
                  </a:lnTo>
                  <a:cubicBezTo>
                    <a:pt x="32" y="33"/>
                    <a:pt x="16" y="17"/>
                    <a:pt x="32" y="0"/>
                  </a:cubicBezTo>
                  <a:close/>
                  <a:moveTo>
                    <a:pt x="85" y="485"/>
                  </a:moveTo>
                  <a:lnTo>
                    <a:pt x="85" y="586"/>
                  </a:lnTo>
                  <a:lnTo>
                    <a:pt x="101" y="606"/>
                  </a:lnTo>
                  <a:lnTo>
                    <a:pt x="101" y="586"/>
                  </a:lnTo>
                  <a:cubicBezTo>
                    <a:pt x="101" y="554"/>
                    <a:pt x="101" y="522"/>
                    <a:pt x="85" y="485"/>
                  </a:cubicBezTo>
                  <a:close/>
                  <a:moveTo>
                    <a:pt x="101" y="606"/>
                  </a:moveTo>
                  <a:lnTo>
                    <a:pt x="101" y="655"/>
                  </a:lnTo>
                  <a:lnTo>
                    <a:pt x="117" y="671"/>
                  </a:lnTo>
                  <a:lnTo>
                    <a:pt x="117" y="655"/>
                  </a:lnTo>
                  <a:cubicBezTo>
                    <a:pt x="117" y="639"/>
                    <a:pt x="101" y="623"/>
                    <a:pt x="101" y="60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9"/>
            <p:cNvSpPr/>
            <p:nvPr/>
          </p:nvSpPr>
          <p:spPr>
            <a:xfrm>
              <a:off x="1665510" y="195368"/>
              <a:ext cx="274534" cy="237287"/>
            </a:xfrm>
            <a:custGeom>
              <a:rect b="b" l="l" r="r" t="t"/>
              <a:pathLst>
                <a:path extrusionOk="0" h="2389" w="2764">
                  <a:moveTo>
                    <a:pt x="2763" y="1"/>
                  </a:moveTo>
                  <a:cubicBezTo>
                    <a:pt x="2727" y="1"/>
                    <a:pt x="2695" y="17"/>
                    <a:pt x="2679" y="49"/>
                  </a:cubicBezTo>
                  <a:cubicBezTo>
                    <a:pt x="2711" y="33"/>
                    <a:pt x="2727" y="17"/>
                    <a:pt x="2763" y="17"/>
                  </a:cubicBezTo>
                  <a:lnTo>
                    <a:pt x="2763" y="1"/>
                  </a:lnTo>
                  <a:close/>
                  <a:moveTo>
                    <a:pt x="2662" y="65"/>
                  </a:moveTo>
                  <a:lnTo>
                    <a:pt x="2662" y="65"/>
                  </a:lnTo>
                  <a:cubicBezTo>
                    <a:pt x="2561" y="134"/>
                    <a:pt x="2477" y="219"/>
                    <a:pt x="2392" y="283"/>
                  </a:cubicBezTo>
                  <a:lnTo>
                    <a:pt x="2323" y="336"/>
                  </a:lnTo>
                  <a:cubicBezTo>
                    <a:pt x="2291" y="368"/>
                    <a:pt x="2242" y="405"/>
                    <a:pt x="2206" y="437"/>
                  </a:cubicBezTo>
                  <a:cubicBezTo>
                    <a:pt x="2141" y="506"/>
                    <a:pt x="2073" y="554"/>
                    <a:pt x="2004" y="607"/>
                  </a:cubicBezTo>
                  <a:cubicBezTo>
                    <a:pt x="1939" y="655"/>
                    <a:pt x="1871" y="724"/>
                    <a:pt x="1802" y="772"/>
                  </a:cubicBezTo>
                  <a:cubicBezTo>
                    <a:pt x="1737" y="825"/>
                    <a:pt x="1669" y="889"/>
                    <a:pt x="1600" y="942"/>
                  </a:cubicBezTo>
                  <a:cubicBezTo>
                    <a:pt x="1552" y="990"/>
                    <a:pt x="1515" y="1027"/>
                    <a:pt x="1467" y="1059"/>
                  </a:cubicBezTo>
                  <a:cubicBezTo>
                    <a:pt x="1398" y="1112"/>
                    <a:pt x="1350" y="1160"/>
                    <a:pt x="1281" y="1213"/>
                  </a:cubicBezTo>
                  <a:cubicBezTo>
                    <a:pt x="1232" y="1261"/>
                    <a:pt x="1180" y="1314"/>
                    <a:pt x="1111" y="1346"/>
                  </a:cubicBezTo>
                  <a:cubicBezTo>
                    <a:pt x="1030" y="1431"/>
                    <a:pt x="946" y="1495"/>
                    <a:pt x="861" y="1564"/>
                  </a:cubicBezTo>
                  <a:cubicBezTo>
                    <a:pt x="808" y="1617"/>
                    <a:pt x="760" y="1649"/>
                    <a:pt x="707" y="1697"/>
                  </a:cubicBezTo>
                  <a:cubicBezTo>
                    <a:pt x="675" y="1734"/>
                    <a:pt x="626" y="1766"/>
                    <a:pt x="590" y="1798"/>
                  </a:cubicBezTo>
                  <a:cubicBezTo>
                    <a:pt x="525" y="1851"/>
                    <a:pt x="473" y="1899"/>
                    <a:pt x="404" y="1952"/>
                  </a:cubicBezTo>
                  <a:cubicBezTo>
                    <a:pt x="356" y="1984"/>
                    <a:pt x="303" y="2037"/>
                    <a:pt x="255" y="2085"/>
                  </a:cubicBezTo>
                  <a:cubicBezTo>
                    <a:pt x="323" y="2053"/>
                    <a:pt x="372" y="2000"/>
                    <a:pt x="424" y="1952"/>
                  </a:cubicBezTo>
                  <a:cubicBezTo>
                    <a:pt x="473" y="1899"/>
                    <a:pt x="542" y="1851"/>
                    <a:pt x="590" y="1819"/>
                  </a:cubicBezTo>
                  <a:cubicBezTo>
                    <a:pt x="643" y="1766"/>
                    <a:pt x="675" y="1734"/>
                    <a:pt x="727" y="1697"/>
                  </a:cubicBezTo>
                  <a:cubicBezTo>
                    <a:pt x="776" y="1665"/>
                    <a:pt x="808" y="1617"/>
                    <a:pt x="861" y="1580"/>
                  </a:cubicBezTo>
                  <a:cubicBezTo>
                    <a:pt x="962" y="1516"/>
                    <a:pt x="1047" y="1431"/>
                    <a:pt x="1131" y="1362"/>
                  </a:cubicBezTo>
                  <a:cubicBezTo>
                    <a:pt x="1180" y="1314"/>
                    <a:pt x="1232" y="1277"/>
                    <a:pt x="1297" y="1229"/>
                  </a:cubicBezTo>
                  <a:cubicBezTo>
                    <a:pt x="1350" y="1176"/>
                    <a:pt x="1414" y="1128"/>
                    <a:pt x="1467" y="1075"/>
                  </a:cubicBezTo>
                  <a:cubicBezTo>
                    <a:pt x="1515" y="1027"/>
                    <a:pt x="1568" y="990"/>
                    <a:pt x="1616" y="958"/>
                  </a:cubicBezTo>
                  <a:cubicBezTo>
                    <a:pt x="1685" y="889"/>
                    <a:pt x="1754" y="841"/>
                    <a:pt x="1818" y="788"/>
                  </a:cubicBezTo>
                  <a:cubicBezTo>
                    <a:pt x="1887" y="724"/>
                    <a:pt x="1956" y="671"/>
                    <a:pt x="2020" y="623"/>
                  </a:cubicBezTo>
                  <a:cubicBezTo>
                    <a:pt x="2089" y="554"/>
                    <a:pt x="2141" y="506"/>
                    <a:pt x="2206" y="453"/>
                  </a:cubicBezTo>
                  <a:cubicBezTo>
                    <a:pt x="2259" y="421"/>
                    <a:pt x="2291" y="384"/>
                    <a:pt x="2343" y="352"/>
                  </a:cubicBezTo>
                  <a:lnTo>
                    <a:pt x="2392" y="304"/>
                  </a:lnTo>
                  <a:cubicBezTo>
                    <a:pt x="2493" y="219"/>
                    <a:pt x="2578" y="150"/>
                    <a:pt x="2662" y="65"/>
                  </a:cubicBezTo>
                  <a:close/>
                  <a:moveTo>
                    <a:pt x="255" y="2085"/>
                  </a:moveTo>
                  <a:lnTo>
                    <a:pt x="255" y="2085"/>
                  </a:lnTo>
                  <a:cubicBezTo>
                    <a:pt x="186" y="2138"/>
                    <a:pt x="122" y="2186"/>
                    <a:pt x="69" y="2239"/>
                  </a:cubicBezTo>
                  <a:lnTo>
                    <a:pt x="21" y="2271"/>
                  </a:lnTo>
                  <a:cubicBezTo>
                    <a:pt x="21" y="2287"/>
                    <a:pt x="0" y="2287"/>
                    <a:pt x="0" y="2303"/>
                  </a:cubicBezTo>
                  <a:lnTo>
                    <a:pt x="0" y="2340"/>
                  </a:lnTo>
                  <a:cubicBezTo>
                    <a:pt x="0" y="2356"/>
                    <a:pt x="0" y="2372"/>
                    <a:pt x="21" y="2388"/>
                  </a:cubicBezTo>
                  <a:lnTo>
                    <a:pt x="21" y="2340"/>
                  </a:lnTo>
                  <a:lnTo>
                    <a:pt x="21" y="2303"/>
                  </a:lnTo>
                  <a:lnTo>
                    <a:pt x="21" y="2287"/>
                  </a:lnTo>
                  <a:lnTo>
                    <a:pt x="69" y="2255"/>
                  </a:lnTo>
                  <a:cubicBezTo>
                    <a:pt x="138" y="2186"/>
                    <a:pt x="202" y="2138"/>
                    <a:pt x="255" y="20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9"/>
            <p:cNvSpPr/>
            <p:nvPr/>
          </p:nvSpPr>
          <p:spPr>
            <a:xfrm>
              <a:off x="1760961" y="960965"/>
              <a:ext cx="47080" cy="20163"/>
            </a:xfrm>
            <a:custGeom>
              <a:rect b="b" l="l" r="r" t="t"/>
              <a:pathLst>
                <a:path extrusionOk="0" h="203" w="474">
                  <a:moveTo>
                    <a:pt x="473" y="0"/>
                  </a:moveTo>
                  <a:cubicBezTo>
                    <a:pt x="437" y="0"/>
                    <a:pt x="405" y="17"/>
                    <a:pt x="372" y="33"/>
                  </a:cubicBezTo>
                  <a:cubicBezTo>
                    <a:pt x="352" y="33"/>
                    <a:pt x="352" y="33"/>
                    <a:pt x="336" y="49"/>
                  </a:cubicBezTo>
                  <a:cubicBezTo>
                    <a:pt x="304" y="69"/>
                    <a:pt x="271" y="85"/>
                    <a:pt x="219" y="101"/>
                  </a:cubicBezTo>
                  <a:cubicBezTo>
                    <a:pt x="203" y="101"/>
                    <a:pt x="170" y="118"/>
                    <a:pt x="150" y="134"/>
                  </a:cubicBezTo>
                  <a:cubicBezTo>
                    <a:pt x="187" y="134"/>
                    <a:pt x="203" y="118"/>
                    <a:pt x="235" y="101"/>
                  </a:cubicBezTo>
                  <a:cubicBezTo>
                    <a:pt x="271" y="85"/>
                    <a:pt x="304" y="69"/>
                    <a:pt x="352" y="49"/>
                  </a:cubicBezTo>
                  <a:lnTo>
                    <a:pt x="372" y="49"/>
                  </a:lnTo>
                  <a:cubicBezTo>
                    <a:pt x="405" y="33"/>
                    <a:pt x="437" y="17"/>
                    <a:pt x="473" y="17"/>
                  </a:cubicBezTo>
                  <a:lnTo>
                    <a:pt x="473" y="0"/>
                  </a:lnTo>
                  <a:close/>
                  <a:moveTo>
                    <a:pt x="150" y="134"/>
                  </a:moveTo>
                  <a:cubicBezTo>
                    <a:pt x="118" y="134"/>
                    <a:pt x="86" y="150"/>
                    <a:pt x="49" y="170"/>
                  </a:cubicBezTo>
                  <a:lnTo>
                    <a:pt x="1" y="186"/>
                  </a:lnTo>
                  <a:lnTo>
                    <a:pt x="1" y="202"/>
                  </a:lnTo>
                  <a:lnTo>
                    <a:pt x="17" y="202"/>
                  </a:lnTo>
                  <a:lnTo>
                    <a:pt x="49" y="186"/>
                  </a:lnTo>
                  <a:cubicBezTo>
                    <a:pt x="86" y="170"/>
                    <a:pt x="118" y="150"/>
                    <a:pt x="150"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9"/>
            <p:cNvSpPr/>
            <p:nvPr/>
          </p:nvSpPr>
          <p:spPr>
            <a:xfrm>
              <a:off x="2369625" y="558103"/>
              <a:ext cx="4966" cy="13310"/>
            </a:xfrm>
            <a:custGeom>
              <a:rect b="b" l="l" r="r" t="t"/>
              <a:pathLst>
                <a:path extrusionOk="0" h="134" w="50">
                  <a:moveTo>
                    <a:pt x="17" y="1"/>
                  </a:moveTo>
                  <a:lnTo>
                    <a:pt x="1" y="17"/>
                  </a:lnTo>
                  <a:cubicBezTo>
                    <a:pt x="17" y="17"/>
                    <a:pt x="17" y="33"/>
                    <a:pt x="17" y="49"/>
                  </a:cubicBezTo>
                  <a:cubicBezTo>
                    <a:pt x="17" y="65"/>
                    <a:pt x="17" y="102"/>
                    <a:pt x="33" y="118"/>
                  </a:cubicBezTo>
                  <a:lnTo>
                    <a:pt x="33" y="134"/>
                  </a:lnTo>
                  <a:cubicBezTo>
                    <a:pt x="49" y="134"/>
                    <a:pt x="49" y="118"/>
                    <a:pt x="49" y="118"/>
                  </a:cubicBezTo>
                  <a:cubicBezTo>
                    <a:pt x="33" y="102"/>
                    <a:pt x="33" y="65"/>
                    <a:pt x="33" y="49"/>
                  </a:cubicBezTo>
                  <a:cubicBezTo>
                    <a:pt x="33" y="17"/>
                    <a:pt x="33"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9"/>
            <p:cNvSpPr/>
            <p:nvPr/>
          </p:nvSpPr>
          <p:spPr>
            <a:xfrm>
              <a:off x="2703853" y="583034"/>
              <a:ext cx="37048" cy="13707"/>
            </a:xfrm>
            <a:custGeom>
              <a:rect b="b" l="l" r="r" t="t"/>
              <a:pathLst>
                <a:path extrusionOk="0" h="138" w="373">
                  <a:moveTo>
                    <a:pt x="1" y="0"/>
                  </a:moveTo>
                  <a:lnTo>
                    <a:pt x="86" y="36"/>
                  </a:lnTo>
                  <a:cubicBezTo>
                    <a:pt x="150" y="69"/>
                    <a:pt x="219" y="85"/>
                    <a:pt x="288" y="101"/>
                  </a:cubicBezTo>
                  <a:cubicBezTo>
                    <a:pt x="219" y="69"/>
                    <a:pt x="171" y="53"/>
                    <a:pt x="102" y="16"/>
                  </a:cubicBezTo>
                  <a:lnTo>
                    <a:pt x="17" y="0"/>
                  </a:lnTo>
                  <a:close/>
                  <a:moveTo>
                    <a:pt x="288" y="101"/>
                  </a:moveTo>
                  <a:cubicBezTo>
                    <a:pt x="304" y="117"/>
                    <a:pt x="320" y="117"/>
                    <a:pt x="336" y="117"/>
                  </a:cubicBezTo>
                  <a:cubicBezTo>
                    <a:pt x="320" y="101"/>
                    <a:pt x="304" y="101"/>
                    <a:pt x="288" y="101"/>
                  </a:cubicBezTo>
                  <a:close/>
                  <a:moveTo>
                    <a:pt x="336" y="117"/>
                  </a:moveTo>
                  <a:cubicBezTo>
                    <a:pt x="336" y="137"/>
                    <a:pt x="352" y="137"/>
                    <a:pt x="352" y="137"/>
                  </a:cubicBezTo>
                  <a:lnTo>
                    <a:pt x="373" y="137"/>
                  </a:lnTo>
                  <a:lnTo>
                    <a:pt x="352" y="1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9"/>
            <p:cNvSpPr/>
            <p:nvPr/>
          </p:nvSpPr>
          <p:spPr>
            <a:xfrm>
              <a:off x="2732360" y="664878"/>
              <a:ext cx="6555" cy="3675"/>
            </a:xfrm>
            <a:custGeom>
              <a:rect b="b" l="l" r="r" t="t"/>
              <a:pathLst>
                <a:path extrusionOk="0" h="37" w="66">
                  <a:moveTo>
                    <a:pt x="17" y="0"/>
                  </a:moveTo>
                  <a:lnTo>
                    <a:pt x="1" y="20"/>
                  </a:lnTo>
                  <a:cubicBezTo>
                    <a:pt x="17" y="20"/>
                    <a:pt x="17" y="36"/>
                    <a:pt x="33" y="36"/>
                  </a:cubicBezTo>
                  <a:lnTo>
                    <a:pt x="65" y="36"/>
                  </a:lnTo>
                  <a:cubicBezTo>
                    <a:pt x="65" y="20"/>
                    <a:pt x="49" y="20"/>
                    <a:pt x="33" y="20"/>
                  </a:cubicBezTo>
                  <a:cubicBezTo>
                    <a:pt x="33" y="20"/>
                    <a:pt x="17" y="2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9"/>
            <p:cNvSpPr/>
            <p:nvPr/>
          </p:nvSpPr>
          <p:spPr>
            <a:xfrm>
              <a:off x="2369625" y="546482"/>
              <a:ext cx="3377" cy="8145"/>
            </a:xfrm>
            <a:custGeom>
              <a:rect b="b" l="l" r="r" t="t"/>
              <a:pathLst>
                <a:path extrusionOk="0" h="82" w="34">
                  <a:moveTo>
                    <a:pt x="17" y="0"/>
                  </a:moveTo>
                  <a:lnTo>
                    <a:pt x="1" y="17"/>
                  </a:lnTo>
                  <a:cubicBezTo>
                    <a:pt x="17" y="17"/>
                    <a:pt x="17" y="33"/>
                    <a:pt x="17" y="33"/>
                  </a:cubicBezTo>
                  <a:lnTo>
                    <a:pt x="17" y="65"/>
                  </a:lnTo>
                  <a:lnTo>
                    <a:pt x="1" y="65"/>
                  </a:lnTo>
                  <a:lnTo>
                    <a:pt x="1" y="81"/>
                  </a:lnTo>
                  <a:lnTo>
                    <a:pt x="17" y="81"/>
                  </a:lnTo>
                  <a:lnTo>
                    <a:pt x="33" y="65"/>
                  </a:lnTo>
                  <a:lnTo>
                    <a:pt x="33" y="33"/>
                  </a:lnTo>
                  <a:cubicBezTo>
                    <a:pt x="33" y="33"/>
                    <a:pt x="33" y="17"/>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9"/>
            <p:cNvSpPr/>
            <p:nvPr/>
          </p:nvSpPr>
          <p:spPr>
            <a:xfrm>
              <a:off x="2581882" y="863826"/>
              <a:ext cx="6555" cy="1689"/>
            </a:xfrm>
            <a:custGeom>
              <a:rect b="b" l="l" r="r" t="t"/>
              <a:pathLst>
                <a:path extrusionOk="0" h="17" w="66">
                  <a:moveTo>
                    <a:pt x="1" y="1"/>
                  </a:moveTo>
                  <a:lnTo>
                    <a:pt x="17" y="17"/>
                  </a:lnTo>
                  <a:lnTo>
                    <a:pt x="49" y="17"/>
                  </a:lnTo>
                  <a:lnTo>
                    <a:pt x="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9"/>
            <p:cNvSpPr/>
            <p:nvPr/>
          </p:nvSpPr>
          <p:spPr>
            <a:xfrm>
              <a:off x="2583571" y="875447"/>
              <a:ext cx="6853" cy="2185"/>
            </a:xfrm>
            <a:custGeom>
              <a:rect b="b" l="l" r="r" t="t"/>
              <a:pathLst>
                <a:path extrusionOk="0" h="22" w="69">
                  <a:moveTo>
                    <a:pt x="0" y="1"/>
                  </a:moveTo>
                  <a:lnTo>
                    <a:pt x="16" y="21"/>
                  </a:lnTo>
                  <a:lnTo>
                    <a:pt x="49" y="21"/>
                  </a:lnTo>
                  <a:lnTo>
                    <a:pt x="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9"/>
            <p:cNvSpPr/>
            <p:nvPr/>
          </p:nvSpPr>
          <p:spPr>
            <a:xfrm>
              <a:off x="1750929" y="918554"/>
              <a:ext cx="58701" cy="27215"/>
            </a:xfrm>
            <a:custGeom>
              <a:rect b="b" l="l" r="r" t="t"/>
              <a:pathLst>
                <a:path extrusionOk="0" h="274" w="591">
                  <a:moveTo>
                    <a:pt x="560" y="1"/>
                  </a:moveTo>
                  <a:cubicBezTo>
                    <a:pt x="537" y="1"/>
                    <a:pt x="517" y="12"/>
                    <a:pt x="506" y="23"/>
                  </a:cubicBezTo>
                  <a:cubicBezTo>
                    <a:pt x="490" y="23"/>
                    <a:pt x="490" y="40"/>
                    <a:pt x="473" y="40"/>
                  </a:cubicBezTo>
                  <a:cubicBezTo>
                    <a:pt x="405" y="72"/>
                    <a:pt x="336" y="108"/>
                    <a:pt x="271" y="141"/>
                  </a:cubicBezTo>
                  <a:lnTo>
                    <a:pt x="203" y="173"/>
                  </a:lnTo>
                  <a:cubicBezTo>
                    <a:pt x="187" y="173"/>
                    <a:pt x="170" y="193"/>
                    <a:pt x="134" y="193"/>
                  </a:cubicBezTo>
                  <a:cubicBezTo>
                    <a:pt x="118" y="209"/>
                    <a:pt x="86" y="225"/>
                    <a:pt x="49" y="242"/>
                  </a:cubicBezTo>
                  <a:cubicBezTo>
                    <a:pt x="33" y="242"/>
                    <a:pt x="33" y="258"/>
                    <a:pt x="17" y="258"/>
                  </a:cubicBezTo>
                  <a:lnTo>
                    <a:pt x="1" y="258"/>
                  </a:lnTo>
                  <a:lnTo>
                    <a:pt x="1" y="274"/>
                  </a:lnTo>
                  <a:lnTo>
                    <a:pt x="17" y="274"/>
                  </a:lnTo>
                  <a:cubicBezTo>
                    <a:pt x="33" y="258"/>
                    <a:pt x="33" y="258"/>
                    <a:pt x="49" y="258"/>
                  </a:cubicBezTo>
                  <a:cubicBezTo>
                    <a:pt x="86" y="242"/>
                    <a:pt x="118" y="225"/>
                    <a:pt x="150" y="209"/>
                  </a:cubicBezTo>
                  <a:cubicBezTo>
                    <a:pt x="170" y="193"/>
                    <a:pt x="187" y="193"/>
                    <a:pt x="219" y="173"/>
                  </a:cubicBezTo>
                  <a:lnTo>
                    <a:pt x="288" y="141"/>
                  </a:lnTo>
                  <a:cubicBezTo>
                    <a:pt x="352" y="108"/>
                    <a:pt x="421" y="72"/>
                    <a:pt x="490" y="56"/>
                  </a:cubicBezTo>
                  <a:cubicBezTo>
                    <a:pt x="490" y="40"/>
                    <a:pt x="506" y="40"/>
                    <a:pt x="506" y="40"/>
                  </a:cubicBezTo>
                  <a:cubicBezTo>
                    <a:pt x="538" y="23"/>
                    <a:pt x="554" y="7"/>
                    <a:pt x="591" y="7"/>
                  </a:cubicBezTo>
                  <a:cubicBezTo>
                    <a:pt x="580" y="3"/>
                    <a:pt x="570" y="1"/>
                    <a:pt x="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9"/>
            <p:cNvSpPr/>
            <p:nvPr/>
          </p:nvSpPr>
          <p:spPr>
            <a:xfrm>
              <a:off x="2312711" y="969408"/>
              <a:ext cx="4867" cy="1689"/>
            </a:xfrm>
            <a:custGeom>
              <a:rect b="b" l="l" r="r" t="t"/>
              <a:pathLst>
                <a:path extrusionOk="0" h="17" w="49">
                  <a:moveTo>
                    <a:pt x="0" y="0"/>
                  </a:moveTo>
                  <a:lnTo>
                    <a:pt x="0" y="16"/>
                  </a:lnTo>
                  <a:lnTo>
                    <a:pt x="49" y="16"/>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9"/>
            <p:cNvSpPr/>
            <p:nvPr/>
          </p:nvSpPr>
          <p:spPr>
            <a:xfrm>
              <a:off x="2382934" y="750297"/>
              <a:ext cx="4867" cy="1689"/>
            </a:xfrm>
            <a:custGeom>
              <a:rect b="b" l="l" r="r" t="t"/>
              <a:pathLst>
                <a:path extrusionOk="0" h="17" w="49">
                  <a:moveTo>
                    <a:pt x="0" y="1"/>
                  </a:moveTo>
                  <a:lnTo>
                    <a:pt x="0" y="17"/>
                  </a:lnTo>
                  <a:lnTo>
                    <a:pt x="49" y="17"/>
                  </a:lnTo>
                  <a:lnTo>
                    <a:pt x="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9"/>
            <p:cNvSpPr/>
            <p:nvPr/>
          </p:nvSpPr>
          <p:spPr>
            <a:xfrm>
              <a:off x="1675542" y="538040"/>
              <a:ext cx="62277" cy="45094"/>
            </a:xfrm>
            <a:custGeom>
              <a:rect b="b" l="l" r="r" t="t"/>
              <a:pathLst>
                <a:path extrusionOk="0" h="454" w="627">
                  <a:moveTo>
                    <a:pt x="626" y="1"/>
                  </a:moveTo>
                  <a:cubicBezTo>
                    <a:pt x="590" y="1"/>
                    <a:pt x="574" y="17"/>
                    <a:pt x="558" y="17"/>
                  </a:cubicBezTo>
                  <a:lnTo>
                    <a:pt x="558" y="33"/>
                  </a:lnTo>
                  <a:cubicBezTo>
                    <a:pt x="441" y="118"/>
                    <a:pt x="340" y="203"/>
                    <a:pt x="239" y="267"/>
                  </a:cubicBezTo>
                  <a:cubicBezTo>
                    <a:pt x="154" y="336"/>
                    <a:pt x="85" y="388"/>
                    <a:pt x="0" y="437"/>
                  </a:cubicBezTo>
                  <a:lnTo>
                    <a:pt x="0" y="453"/>
                  </a:lnTo>
                  <a:lnTo>
                    <a:pt x="21" y="453"/>
                  </a:lnTo>
                  <a:cubicBezTo>
                    <a:pt x="85" y="405"/>
                    <a:pt x="170" y="336"/>
                    <a:pt x="239" y="287"/>
                  </a:cubicBezTo>
                  <a:cubicBezTo>
                    <a:pt x="340" y="203"/>
                    <a:pt x="457" y="118"/>
                    <a:pt x="558" y="49"/>
                  </a:cubicBezTo>
                  <a:lnTo>
                    <a:pt x="574" y="33"/>
                  </a:lnTo>
                  <a:cubicBezTo>
                    <a:pt x="590" y="17"/>
                    <a:pt x="606" y="17"/>
                    <a:pt x="626" y="17"/>
                  </a:cubicBezTo>
                  <a:lnTo>
                    <a:pt x="6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9"/>
            <p:cNvSpPr/>
            <p:nvPr/>
          </p:nvSpPr>
          <p:spPr>
            <a:xfrm>
              <a:off x="2356017" y="426100"/>
              <a:ext cx="5364" cy="1689"/>
            </a:xfrm>
            <a:custGeom>
              <a:rect b="b" l="l" r="r" t="t"/>
              <a:pathLst>
                <a:path extrusionOk="0" h="17" w="54">
                  <a:moveTo>
                    <a:pt x="1" y="1"/>
                  </a:moveTo>
                  <a:lnTo>
                    <a:pt x="37" y="17"/>
                  </a:lnTo>
                  <a:lnTo>
                    <a:pt x="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9"/>
            <p:cNvSpPr/>
            <p:nvPr/>
          </p:nvSpPr>
          <p:spPr>
            <a:xfrm>
              <a:off x="1757783" y="910806"/>
              <a:ext cx="46683" cy="23341"/>
            </a:xfrm>
            <a:custGeom>
              <a:rect b="b" l="l" r="r" t="t"/>
              <a:pathLst>
                <a:path extrusionOk="0" h="235" w="470">
                  <a:moveTo>
                    <a:pt x="469" y="0"/>
                  </a:moveTo>
                  <a:cubicBezTo>
                    <a:pt x="421" y="33"/>
                    <a:pt x="352" y="49"/>
                    <a:pt x="320" y="69"/>
                  </a:cubicBezTo>
                  <a:cubicBezTo>
                    <a:pt x="251" y="101"/>
                    <a:pt x="202" y="134"/>
                    <a:pt x="134" y="150"/>
                  </a:cubicBezTo>
                  <a:cubicBezTo>
                    <a:pt x="81" y="170"/>
                    <a:pt x="49" y="202"/>
                    <a:pt x="0" y="219"/>
                  </a:cubicBezTo>
                  <a:lnTo>
                    <a:pt x="17" y="235"/>
                  </a:lnTo>
                  <a:cubicBezTo>
                    <a:pt x="49" y="202"/>
                    <a:pt x="101" y="186"/>
                    <a:pt x="134" y="170"/>
                  </a:cubicBezTo>
                  <a:cubicBezTo>
                    <a:pt x="202" y="134"/>
                    <a:pt x="251" y="118"/>
                    <a:pt x="320" y="85"/>
                  </a:cubicBezTo>
                  <a:cubicBezTo>
                    <a:pt x="368" y="69"/>
                    <a:pt x="421" y="33"/>
                    <a:pt x="469" y="17"/>
                  </a:cubicBez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9"/>
            <p:cNvSpPr/>
            <p:nvPr/>
          </p:nvSpPr>
          <p:spPr>
            <a:xfrm>
              <a:off x="1732455" y="551250"/>
              <a:ext cx="5364" cy="3377"/>
            </a:xfrm>
            <a:custGeom>
              <a:rect b="b" l="l" r="r" t="t"/>
              <a:pathLst>
                <a:path extrusionOk="0" h="34" w="54">
                  <a:moveTo>
                    <a:pt x="53" y="1"/>
                  </a:moveTo>
                  <a:cubicBezTo>
                    <a:pt x="33" y="1"/>
                    <a:pt x="33" y="17"/>
                    <a:pt x="17" y="17"/>
                  </a:cubicBezTo>
                  <a:lnTo>
                    <a:pt x="53" y="17"/>
                  </a:lnTo>
                  <a:lnTo>
                    <a:pt x="53" y="1"/>
                  </a:lnTo>
                  <a:close/>
                  <a:moveTo>
                    <a:pt x="1" y="17"/>
                  </a:moveTo>
                  <a:lnTo>
                    <a:pt x="17" y="33"/>
                  </a:lnTo>
                  <a:lnTo>
                    <a:pt x="17" y="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9"/>
            <p:cNvSpPr/>
            <p:nvPr/>
          </p:nvSpPr>
          <p:spPr>
            <a:xfrm>
              <a:off x="2289469" y="442588"/>
              <a:ext cx="66647" cy="26917"/>
            </a:xfrm>
            <a:custGeom>
              <a:rect b="b" l="l" r="r" t="t"/>
              <a:pathLst>
                <a:path extrusionOk="0" h="271" w="671">
                  <a:moveTo>
                    <a:pt x="0" y="0"/>
                  </a:moveTo>
                  <a:lnTo>
                    <a:pt x="16" y="16"/>
                  </a:lnTo>
                  <a:cubicBezTo>
                    <a:pt x="48" y="16"/>
                    <a:pt x="101" y="53"/>
                    <a:pt x="149" y="69"/>
                  </a:cubicBezTo>
                  <a:cubicBezTo>
                    <a:pt x="166" y="69"/>
                    <a:pt x="202" y="85"/>
                    <a:pt x="218" y="101"/>
                  </a:cubicBezTo>
                  <a:cubicBezTo>
                    <a:pt x="234" y="101"/>
                    <a:pt x="267" y="101"/>
                    <a:pt x="283" y="117"/>
                  </a:cubicBezTo>
                  <a:cubicBezTo>
                    <a:pt x="303" y="117"/>
                    <a:pt x="319" y="138"/>
                    <a:pt x="335" y="138"/>
                  </a:cubicBezTo>
                  <a:cubicBezTo>
                    <a:pt x="368" y="154"/>
                    <a:pt x="404" y="170"/>
                    <a:pt x="436" y="170"/>
                  </a:cubicBezTo>
                  <a:cubicBezTo>
                    <a:pt x="404" y="154"/>
                    <a:pt x="368" y="138"/>
                    <a:pt x="335" y="117"/>
                  </a:cubicBezTo>
                  <a:cubicBezTo>
                    <a:pt x="319" y="117"/>
                    <a:pt x="303" y="117"/>
                    <a:pt x="283" y="101"/>
                  </a:cubicBezTo>
                  <a:cubicBezTo>
                    <a:pt x="267" y="101"/>
                    <a:pt x="250" y="85"/>
                    <a:pt x="234" y="85"/>
                  </a:cubicBezTo>
                  <a:cubicBezTo>
                    <a:pt x="202" y="69"/>
                    <a:pt x="166" y="69"/>
                    <a:pt x="149" y="53"/>
                  </a:cubicBezTo>
                  <a:cubicBezTo>
                    <a:pt x="101" y="37"/>
                    <a:pt x="65" y="16"/>
                    <a:pt x="16" y="0"/>
                  </a:cubicBezTo>
                  <a:close/>
                  <a:moveTo>
                    <a:pt x="437" y="170"/>
                  </a:moveTo>
                  <a:cubicBezTo>
                    <a:pt x="469" y="186"/>
                    <a:pt x="521" y="202"/>
                    <a:pt x="553" y="218"/>
                  </a:cubicBezTo>
                  <a:cubicBezTo>
                    <a:pt x="570" y="239"/>
                    <a:pt x="586" y="239"/>
                    <a:pt x="606" y="239"/>
                  </a:cubicBezTo>
                  <a:cubicBezTo>
                    <a:pt x="606" y="218"/>
                    <a:pt x="586" y="218"/>
                    <a:pt x="570" y="218"/>
                  </a:cubicBezTo>
                  <a:cubicBezTo>
                    <a:pt x="521" y="202"/>
                    <a:pt x="469" y="186"/>
                    <a:pt x="437" y="170"/>
                  </a:cubicBezTo>
                  <a:close/>
                  <a:moveTo>
                    <a:pt x="606" y="239"/>
                  </a:moveTo>
                  <a:cubicBezTo>
                    <a:pt x="622" y="255"/>
                    <a:pt x="654" y="255"/>
                    <a:pt x="671" y="271"/>
                  </a:cubicBezTo>
                  <a:lnTo>
                    <a:pt x="671" y="255"/>
                  </a:lnTo>
                  <a:cubicBezTo>
                    <a:pt x="654" y="255"/>
                    <a:pt x="638" y="239"/>
                    <a:pt x="606" y="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9"/>
            <p:cNvSpPr/>
            <p:nvPr/>
          </p:nvSpPr>
          <p:spPr>
            <a:xfrm>
              <a:off x="2553475" y="574591"/>
              <a:ext cx="4867" cy="2086"/>
            </a:xfrm>
            <a:custGeom>
              <a:rect b="b" l="l" r="r" t="t"/>
              <a:pathLst>
                <a:path extrusionOk="0" h="21" w="49">
                  <a:moveTo>
                    <a:pt x="16" y="0"/>
                  </a:moveTo>
                  <a:lnTo>
                    <a:pt x="0" y="20"/>
                  </a:lnTo>
                  <a:lnTo>
                    <a:pt x="49" y="20"/>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9"/>
            <p:cNvSpPr/>
            <p:nvPr/>
          </p:nvSpPr>
          <p:spPr>
            <a:xfrm>
              <a:off x="1804366" y="910806"/>
              <a:ext cx="1689" cy="1689"/>
            </a:xfrm>
            <a:custGeom>
              <a:rect b="b" l="l" r="r" t="t"/>
              <a:pathLst>
                <a:path extrusionOk="0" h="17" w="17">
                  <a:moveTo>
                    <a:pt x="0" y="0"/>
                  </a:moveTo>
                  <a:lnTo>
                    <a:pt x="16" y="17"/>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9"/>
            <p:cNvSpPr/>
            <p:nvPr/>
          </p:nvSpPr>
          <p:spPr>
            <a:xfrm>
              <a:off x="1729276" y="721096"/>
              <a:ext cx="4966" cy="2384"/>
            </a:xfrm>
            <a:custGeom>
              <a:rect b="b" l="l" r="r" t="t"/>
              <a:pathLst>
                <a:path extrusionOk="0" h="24" w="50">
                  <a:moveTo>
                    <a:pt x="37" y="1"/>
                  </a:moveTo>
                  <a:cubicBezTo>
                    <a:pt x="31" y="1"/>
                    <a:pt x="28" y="8"/>
                    <a:pt x="17" y="8"/>
                  </a:cubicBezTo>
                  <a:lnTo>
                    <a:pt x="1" y="24"/>
                  </a:lnTo>
                  <a:lnTo>
                    <a:pt x="17" y="24"/>
                  </a:lnTo>
                  <a:cubicBezTo>
                    <a:pt x="33" y="8"/>
                    <a:pt x="33" y="8"/>
                    <a:pt x="49" y="8"/>
                  </a:cubicBezTo>
                  <a:cubicBezTo>
                    <a:pt x="44" y="2"/>
                    <a:pt x="40"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9"/>
            <p:cNvSpPr/>
            <p:nvPr/>
          </p:nvSpPr>
          <p:spPr>
            <a:xfrm>
              <a:off x="2692232" y="528008"/>
              <a:ext cx="3377" cy="1689"/>
            </a:xfrm>
            <a:custGeom>
              <a:rect b="b" l="l" r="r" t="t"/>
              <a:pathLst>
                <a:path extrusionOk="0" h="17" w="34">
                  <a:moveTo>
                    <a:pt x="1" y="1"/>
                  </a:moveTo>
                  <a:lnTo>
                    <a:pt x="1" y="17"/>
                  </a:lnTo>
                  <a:lnTo>
                    <a:pt x="33"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9"/>
            <p:cNvSpPr/>
            <p:nvPr/>
          </p:nvSpPr>
          <p:spPr>
            <a:xfrm>
              <a:off x="2700675" y="593066"/>
              <a:ext cx="4966" cy="1689"/>
            </a:xfrm>
            <a:custGeom>
              <a:rect b="b" l="l" r="r" t="t"/>
              <a:pathLst>
                <a:path extrusionOk="0" h="17" w="50">
                  <a:moveTo>
                    <a:pt x="1" y="0"/>
                  </a:moveTo>
                  <a:lnTo>
                    <a:pt x="1" y="16"/>
                  </a:lnTo>
                  <a:lnTo>
                    <a:pt x="49" y="16"/>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9"/>
            <p:cNvSpPr/>
            <p:nvPr/>
          </p:nvSpPr>
          <p:spPr>
            <a:xfrm>
              <a:off x="1669085" y="660011"/>
              <a:ext cx="3278" cy="1689"/>
            </a:xfrm>
            <a:custGeom>
              <a:rect b="b" l="l" r="r" t="t"/>
              <a:pathLst>
                <a:path extrusionOk="0" h="17" w="33">
                  <a:moveTo>
                    <a:pt x="1" y="1"/>
                  </a:moveTo>
                  <a:lnTo>
                    <a:pt x="1"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9"/>
            <p:cNvSpPr/>
            <p:nvPr/>
          </p:nvSpPr>
          <p:spPr>
            <a:xfrm>
              <a:off x="2335953" y="616705"/>
              <a:ext cx="35459" cy="13310"/>
            </a:xfrm>
            <a:custGeom>
              <a:rect b="b" l="l" r="r" t="t"/>
              <a:pathLst>
                <a:path extrusionOk="0" h="134" w="357">
                  <a:moveTo>
                    <a:pt x="1" y="0"/>
                  </a:moveTo>
                  <a:lnTo>
                    <a:pt x="1" y="17"/>
                  </a:lnTo>
                  <a:lnTo>
                    <a:pt x="37" y="17"/>
                  </a:lnTo>
                  <a:cubicBezTo>
                    <a:pt x="37" y="17"/>
                    <a:pt x="17" y="17"/>
                    <a:pt x="17" y="0"/>
                  </a:cubicBezTo>
                  <a:close/>
                  <a:moveTo>
                    <a:pt x="37" y="17"/>
                  </a:moveTo>
                  <a:cubicBezTo>
                    <a:pt x="102" y="49"/>
                    <a:pt x="170" y="65"/>
                    <a:pt x="239" y="101"/>
                  </a:cubicBezTo>
                  <a:cubicBezTo>
                    <a:pt x="271" y="101"/>
                    <a:pt x="304" y="118"/>
                    <a:pt x="340" y="134"/>
                  </a:cubicBezTo>
                  <a:lnTo>
                    <a:pt x="356" y="118"/>
                  </a:lnTo>
                  <a:lnTo>
                    <a:pt x="340" y="118"/>
                  </a:lnTo>
                  <a:cubicBezTo>
                    <a:pt x="304" y="101"/>
                    <a:pt x="271" y="101"/>
                    <a:pt x="239" y="81"/>
                  </a:cubicBezTo>
                  <a:cubicBezTo>
                    <a:pt x="170" y="65"/>
                    <a:pt x="102" y="33"/>
                    <a:pt x="37"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9"/>
            <p:cNvSpPr/>
            <p:nvPr/>
          </p:nvSpPr>
          <p:spPr>
            <a:xfrm>
              <a:off x="1673952" y="604687"/>
              <a:ext cx="58602" cy="42213"/>
            </a:xfrm>
            <a:custGeom>
              <a:rect b="b" l="l" r="r" t="t"/>
              <a:pathLst>
                <a:path extrusionOk="0" h="425" w="590">
                  <a:moveTo>
                    <a:pt x="590" y="0"/>
                  </a:moveTo>
                  <a:cubicBezTo>
                    <a:pt x="541" y="20"/>
                    <a:pt x="505" y="53"/>
                    <a:pt x="473" y="69"/>
                  </a:cubicBezTo>
                  <a:cubicBezTo>
                    <a:pt x="473" y="85"/>
                    <a:pt x="457" y="85"/>
                    <a:pt x="440" y="101"/>
                  </a:cubicBezTo>
                  <a:cubicBezTo>
                    <a:pt x="457" y="101"/>
                    <a:pt x="473" y="85"/>
                    <a:pt x="489" y="85"/>
                  </a:cubicBezTo>
                  <a:cubicBezTo>
                    <a:pt x="521" y="53"/>
                    <a:pt x="558" y="37"/>
                    <a:pt x="590" y="20"/>
                  </a:cubicBezTo>
                  <a:lnTo>
                    <a:pt x="590" y="0"/>
                  </a:lnTo>
                  <a:close/>
                  <a:moveTo>
                    <a:pt x="440" y="101"/>
                  </a:moveTo>
                  <a:lnTo>
                    <a:pt x="440" y="101"/>
                  </a:lnTo>
                  <a:cubicBezTo>
                    <a:pt x="339" y="170"/>
                    <a:pt x="255" y="239"/>
                    <a:pt x="170" y="303"/>
                  </a:cubicBezTo>
                  <a:cubicBezTo>
                    <a:pt x="255" y="239"/>
                    <a:pt x="356" y="170"/>
                    <a:pt x="440" y="101"/>
                  </a:cubicBezTo>
                  <a:close/>
                  <a:moveTo>
                    <a:pt x="170" y="303"/>
                  </a:moveTo>
                  <a:cubicBezTo>
                    <a:pt x="138" y="323"/>
                    <a:pt x="85" y="356"/>
                    <a:pt x="53" y="372"/>
                  </a:cubicBezTo>
                  <a:cubicBezTo>
                    <a:pt x="53" y="388"/>
                    <a:pt x="37" y="388"/>
                    <a:pt x="16" y="404"/>
                  </a:cubicBezTo>
                  <a:lnTo>
                    <a:pt x="0" y="404"/>
                  </a:lnTo>
                  <a:lnTo>
                    <a:pt x="0" y="424"/>
                  </a:lnTo>
                  <a:lnTo>
                    <a:pt x="16" y="424"/>
                  </a:lnTo>
                  <a:lnTo>
                    <a:pt x="37" y="404"/>
                  </a:lnTo>
                  <a:cubicBezTo>
                    <a:pt x="37" y="404"/>
                    <a:pt x="53" y="388"/>
                    <a:pt x="69" y="388"/>
                  </a:cubicBezTo>
                  <a:cubicBezTo>
                    <a:pt x="101" y="356"/>
                    <a:pt x="138" y="340"/>
                    <a:pt x="170" y="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9"/>
            <p:cNvSpPr/>
            <p:nvPr/>
          </p:nvSpPr>
          <p:spPr>
            <a:xfrm>
              <a:off x="2387702" y="805323"/>
              <a:ext cx="5364" cy="2086"/>
            </a:xfrm>
            <a:custGeom>
              <a:rect b="b" l="l" r="r" t="t"/>
              <a:pathLst>
                <a:path extrusionOk="0" h="21" w="54">
                  <a:moveTo>
                    <a:pt x="21" y="0"/>
                  </a:moveTo>
                  <a:lnTo>
                    <a:pt x="1" y="20"/>
                  </a:lnTo>
                  <a:lnTo>
                    <a:pt x="53" y="20"/>
                  </a:lnTo>
                  <a:lnTo>
                    <a:pt x="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9"/>
            <p:cNvSpPr/>
            <p:nvPr/>
          </p:nvSpPr>
          <p:spPr>
            <a:xfrm>
              <a:off x="2364460" y="387562"/>
              <a:ext cx="40227" cy="461563"/>
            </a:xfrm>
            <a:custGeom>
              <a:rect b="b" l="l" r="r" t="t"/>
              <a:pathLst>
                <a:path extrusionOk="0" h="4647" w="405">
                  <a:moveTo>
                    <a:pt x="17" y="1"/>
                  </a:moveTo>
                  <a:cubicBezTo>
                    <a:pt x="0" y="17"/>
                    <a:pt x="0" y="49"/>
                    <a:pt x="17" y="65"/>
                  </a:cubicBezTo>
                  <a:cubicBezTo>
                    <a:pt x="17" y="49"/>
                    <a:pt x="17" y="17"/>
                    <a:pt x="33" y="1"/>
                  </a:cubicBezTo>
                  <a:close/>
                  <a:moveTo>
                    <a:pt x="17" y="65"/>
                  </a:moveTo>
                  <a:lnTo>
                    <a:pt x="17" y="86"/>
                  </a:lnTo>
                  <a:cubicBezTo>
                    <a:pt x="17" y="166"/>
                    <a:pt x="17" y="251"/>
                    <a:pt x="33" y="320"/>
                  </a:cubicBezTo>
                  <a:lnTo>
                    <a:pt x="33" y="389"/>
                  </a:lnTo>
                  <a:cubicBezTo>
                    <a:pt x="33" y="421"/>
                    <a:pt x="53" y="453"/>
                    <a:pt x="53" y="469"/>
                  </a:cubicBezTo>
                  <a:lnTo>
                    <a:pt x="53" y="389"/>
                  </a:lnTo>
                  <a:lnTo>
                    <a:pt x="53" y="320"/>
                  </a:lnTo>
                  <a:cubicBezTo>
                    <a:pt x="33" y="251"/>
                    <a:pt x="33" y="166"/>
                    <a:pt x="33" y="86"/>
                  </a:cubicBezTo>
                  <a:cubicBezTo>
                    <a:pt x="17" y="86"/>
                    <a:pt x="17" y="65"/>
                    <a:pt x="17" y="65"/>
                  </a:cubicBezTo>
                  <a:close/>
                  <a:moveTo>
                    <a:pt x="53" y="469"/>
                  </a:moveTo>
                  <a:lnTo>
                    <a:pt x="53" y="623"/>
                  </a:lnTo>
                  <a:cubicBezTo>
                    <a:pt x="69" y="655"/>
                    <a:pt x="69" y="671"/>
                    <a:pt x="69" y="692"/>
                  </a:cubicBezTo>
                  <a:lnTo>
                    <a:pt x="69" y="756"/>
                  </a:lnTo>
                  <a:lnTo>
                    <a:pt x="69" y="772"/>
                  </a:lnTo>
                  <a:cubicBezTo>
                    <a:pt x="69" y="825"/>
                    <a:pt x="85" y="873"/>
                    <a:pt x="85" y="942"/>
                  </a:cubicBezTo>
                  <a:lnTo>
                    <a:pt x="85" y="974"/>
                  </a:lnTo>
                  <a:lnTo>
                    <a:pt x="85" y="1027"/>
                  </a:lnTo>
                  <a:cubicBezTo>
                    <a:pt x="101" y="1075"/>
                    <a:pt x="101" y="1112"/>
                    <a:pt x="101" y="1144"/>
                  </a:cubicBezTo>
                  <a:cubicBezTo>
                    <a:pt x="101" y="1176"/>
                    <a:pt x="101" y="1213"/>
                    <a:pt x="118" y="1245"/>
                  </a:cubicBezTo>
                  <a:lnTo>
                    <a:pt x="118" y="1144"/>
                  </a:lnTo>
                  <a:cubicBezTo>
                    <a:pt x="118" y="1112"/>
                    <a:pt x="118" y="1075"/>
                    <a:pt x="101" y="1027"/>
                  </a:cubicBezTo>
                  <a:lnTo>
                    <a:pt x="101" y="974"/>
                  </a:lnTo>
                  <a:lnTo>
                    <a:pt x="101" y="926"/>
                  </a:lnTo>
                  <a:cubicBezTo>
                    <a:pt x="85" y="873"/>
                    <a:pt x="85" y="825"/>
                    <a:pt x="85" y="772"/>
                  </a:cubicBezTo>
                  <a:lnTo>
                    <a:pt x="85" y="740"/>
                  </a:lnTo>
                  <a:lnTo>
                    <a:pt x="85" y="692"/>
                  </a:lnTo>
                  <a:cubicBezTo>
                    <a:pt x="69" y="671"/>
                    <a:pt x="69" y="655"/>
                    <a:pt x="69" y="623"/>
                  </a:cubicBezTo>
                  <a:cubicBezTo>
                    <a:pt x="69" y="570"/>
                    <a:pt x="69" y="522"/>
                    <a:pt x="53" y="469"/>
                  </a:cubicBezTo>
                  <a:close/>
                  <a:moveTo>
                    <a:pt x="118" y="1245"/>
                  </a:moveTo>
                  <a:lnTo>
                    <a:pt x="118" y="1346"/>
                  </a:lnTo>
                  <a:cubicBezTo>
                    <a:pt x="118" y="1398"/>
                    <a:pt x="118" y="1431"/>
                    <a:pt x="134" y="1463"/>
                  </a:cubicBezTo>
                  <a:lnTo>
                    <a:pt x="134" y="1479"/>
                  </a:lnTo>
                  <a:lnTo>
                    <a:pt x="134" y="1499"/>
                  </a:lnTo>
                  <a:cubicBezTo>
                    <a:pt x="134" y="1564"/>
                    <a:pt x="134" y="1649"/>
                    <a:pt x="154" y="1701"/>
                  </a:cubicBezTo>
                  <a:lnTo>
                    <a:pt x="154" y="1499"/>
                  </a:lnTo>
                  <a:lnTo>
                    <a:pt x="154" y="1479"/>
                  </a:lnTo>
                  <a:lnTo>
                    <a:pt x="154" y="1463"/>
                  </a:lnTo>
                  <a:cubicBezTo>
                    <a:pt x="134" y="1431"/>
                    <a:pt x="134" y="1398"/>
                    <a:pt x="134" y="1346"/>
                  </a:cubicBezTo>
                  <a:cubicBezTo>
                    <a:pt x="134" y="1314"/>
                    <a:pt x="134" y="1277"/>
                    <a:pt x="118" y="1245"/>
                  </a:cubicBezTo>
                  <a:close/>
                  <a:moveTo>
                    <a:pt x="154" y="1701"/>
                  </a:moveTo>
                  <a:lnTo>
                    <a:pt x="154" y="1802"/>
                  </a:lnTo>
                  <a:cubicBezTo>
                    <a:pt x="154" y="1819"/>
                    <a:pt x="170" y="1851"/>
                    <a:pt x="170" y="1883"/>
                  </a:cubicBezTo>
                  <a:lnTo>
                    <a:pt x="170" y="1802"/>
                  </a:lnTo>
                  <a:cubicBezTo>
                    <a:pt x="170" y="1766"/>
                    <a:pt x="170" y="1734"/>
                    <a:pt x="154" y="1701"/>
                  </a:cubicBezTo>
                  <a:close/>
                  <a:moveTo>
                    <a:pt x="170" y="1883"/>
                  </a:moveTo>
                  <a:lnTo>
                    <a:pt x="170" y="2004"/>
                  </a:lnTo>
                  <a:cubicBezTo>
                    <a:pt x="170" y="2037"/>
                    <a:pt x="170" y="2069"/>
                    <a:pt x="186" y="2105"/>
                  </a:cubicBezTo>
                  <a:lnTo>
                    <a:pt x="186" y="2004"/>
                  </a:lnTo>
                  <a:cubicBezTo>
                    <a:pt x="186" y="1968"/>
                    <a:pt x="186" y="1920"/>
                    <a:pt x="170" y="1883"/>
                  </a:cubicBezTo>
                  <a:close/>
                  <a:moveTo>
                    <a:pt x="186" y="2105"/>
                  </a:moveTo>
                  <a:lnTo>
                    <a:pt x="186" y="2154"/>
                  </a:lnTo>
                  <a:lnTo>
                    <a:pt x="186" y="2206"/>
                  </a:lnTo>
                  <a:lnTo>
                    <a:pt x="186" y="2223"/>
                  </a:lnTo>
                  <a:cubicBezTo>
                    <a:pt x="186" y="2239"/>
                    <a:pt x="186" y="2255"/>
                    <a:pt x="202" y="2255"/>
                  </a:cubicBezTo>
                  <a:lnTo>
                    <a:pt x="202" y="2223"/>
                  </a:lnTo>
                  <a:lnTo>
                    <a:pt x="202" y="2206"/>
                  </a:lnTo>
                  <a:lnTo>
                    <a:pt x="202" y="2138"/>
                  </a:lnTo>
                  <a:cubicBezTo>
                    <a:pt x="202" y="2138"/>
                    <a:pt x="186" y="2122"/>
                    <a:pt x="186" y="2105"/>
                  </a:cubicBezTo>
                  <a:close/>
                  <a:moveTo>
                    <a:pt x="202" y="2255"/>
                  </a:moveTo>
                  <a:lnTo>
                    <a:pt x="202" y="2271"/>
                  </a:lnTo>
                  <a:cubicBezTo>
                    <a:pt x="202" y="2340"/>
                    <a:pt x="202" y="2408"/>
                    <a:pt x="219" y="2473"/>
                  </a:cubicBezTo>
                  <a:cubicBezTo>
                    <a:pt x="219" y="2408"/>
                    <a:pt x="202" y="2340"/>
                    <a:pt x="219" y="2271"/>
                  </a:cubicBezTo>
                  <a:cubicBezTo>
                    <a:pt x="219" y="2271"/>
                    <a:pt x="219" y="2255"/>
                    <a:pt x="202" y="2255"/>
                  </a:cubicBezTo>
                  <a:close/>
                  <a:moveTo>
                    <a:pt x="219" y="2473"/>
                  </a:moveTo>
                  <a:lnTo>
                    <a:pt x="219" y="2574"/>
                  </a:lnTo>
                  <a:lnTo>
                    <a:pt x="219" y="2643"/>
                  </a:lnTo>
                  <a:cubicBezTo>
                    <a:pt x="235" y="2776"/>
                    <a:pt x="255" y="2913"/>
                    <a:pt x="255" y="3030"/>
                  </a:cubicBezTo>
                  <a:cubicBezTo>
                    <a:pt x="271" y="3079"/>
                    <a:pt x="271" y="3131"/>
                    <a:pt x="271" y="3164"/>
                  </a:cubicBezTo>
                  <a:cubicBezTo>
                    <a:pt x="271" y="3232"/>
                    <a:pt x="271" y="3281"/>
                    <a:pt x="287" y="3350"/>
                  </a:cubicBezTo>
                  <a:cubicBezTo>
                    <a:pt x="287" y="3398"/>
                    <a:pt x="303" y="3467"/>
                    <a:pt x="303" y="3535"/>
                  </a:cubicBezTo>
                  <a:lnTo>
                    <a:pt x="303" y="3653"/>
                  </a:lnTo>
                  <a:cubicBezTo>
                    <a:pt x="320" y="3754"/>
                    <a:pt x="320" y="3838"/>
                    <a:pt x="336" y="3923"/>
                  </a:cubicBezTo>
                  <a:lnTo>
                    <a:pt x="336" y="4040"/>
                  </a:lnTo>
                  <a:cubicBezTo>
                    <a:pt x="336" y="4057"/>
                    <a:pt x="356" y="4089"/>
                    <a:pt x="356" y="4105"/>
                  </a:cubicBezTo>
                  <a:lnTo>
                    <a:pt x="356" y="4040"/>
                  </a:lnTo>
                  <a:lnTo>
                    <a:pt x="356" y="3903"/>
                  </a:lnTo>
                  <a:cubicBezTo>
                    <a:pt x="336" y="3838"/>
                    <a:pt x="336" y="3754"/>
                    <a:pt x="320" y="3653"/>
                  </a:cubicBezTo>
                  <a:lnTo>
                    <a:pt x="320" y="3535"/>
                  </a:lnTo>
                  <a:cubicBezTo>
                    <a:pt x="303" y="3467"/>
                    <a:pt x="303" y="3398"/>
                    <a:pt x="303" y="3350"/>
                  </a:cubicBezTo>
                  <a:cubicBezTo>
                    <a:pt x="287" y="3281"/>
                    <a:pt x="287" y="3232"/>
                    <a:pt x="287" y="3164"/>
                  </a:cubicBezTo>
                  <a:cubicBezTo>
                    <a:pt x="287" y="3131"/>
                    <a:pt x="271" y="3079"/>
                    <a:pt x="271" y="3030"/>
                  </a:cubicBezTo>
                  <a:cubicBezTo>
                    <a:pt x="255" y="2913"/>
                    <a:pt x="255" y="2776"/>
                    <a:pt x="235" y="2643"/>
                  </a:cubicBezTo>
                  <a:lnTo>
                    <a:pt x="235" y="2574"/>
                  </a:lnTo>
                  <a:cubicBezTo>
                    <a:pt x="235" y="2542"/>
                    <a:pt x="235" y="2509"/>
                    <a:pt x="219" y="2473"/>
                  </a:cubicBezTo>
                  <a:close/>
                  <a:moveTo>
                    <a:pt x="356" y="4105"/>
                  </a:moveTo>
                  <a:cubicBezTo>
                    <a:pt x="356" y="4174"/>
                    <a:pt x="356" y="4242"/>
                    <a:pt x="372" y="4307"/>
                  </a:cubicBezTo>
                  <a:cubicBezTo>
                    <a:pt x="372" y="4242"/>
                    <a:pt x="372" y="4174"/>
                    <a:pt x="356" y="4105"/>
                  </a:cubicBezTo>
                  <a:close/>
                  <a:moveTo>
                    <a:pt x="372" y="4307"/>
                  </a:moveTo>
                  <a:lnTo>
                    <a:pt x="372" y="4360"/>
                  </a:lnTo>
                  <a:lnTo>
                    <a:pt x="372" y="4428"/>
                  </a:lnTo>
                  <a:cubicBezTo>
                    <a:pt x="388" y="4477"/>
                    <a:pt x="388" y="4545"/>
                    <a:pt x="388" y="4594"/>
                  </a:cubicBezTo>
                  <a:lnTo>
                    <a:pt x="388" y="4630"/>
                  </a:lnTo>
                  <a:lnTo>
                    <a:pt x="388" y="4646"/>
                  </a:lnTo>
                  <a:lnTo>
                    <a:pt x="404" y="4630"/>
                  </a:lnTo>
                  <a:lnTo>
                    <a:pt x="404" y="4594"/>
                  </a:lnTo>
                  <a:cubicBezTo>
                    <a:pt x="404" y="4529"/>
                    <a:pt x="388" y="4477"/>
                    <a:pt x="388" y="4428"/>
                  </a:cubicBezTo>
                  <a:lnTo>
                    <a:pt x="388" y="4360"/>
                  </a:lnTo>
                  <a:lnTo>
                    <a:pt x="372" y="430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9"/>
            <p:cNvSpPr/>
            <p:nvPr/>
          </p:nvSpPr>
          <p:spPr>
            <a:xfrm>
              <a:off x="2464778" y="511123"/>
              <a:ext cx="5264" cy="1788"/>
            </a:xfrm>
            <a:custGeom>
              <a:rect b="b" l="l" r="r" t="t"/>
              <a:pathLst>
                <a:path extrusionOk="0" h="18" w="53">
                  <a:moveTo>
                    <a:pt x="0" y="1"/>
                  </a:moveTo>
                  <a:lnTo>
                    <a:pt x="17" y="17"/>
                  </a:lnTo>
                  <a:lnTo>
                    <a:pt x="33" y="17"/>
                  </a:lnTo>
                  <a:lnTo>
                    <a:pt x="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9"/>
            <p:cNvSpPr/>
            <p:nvPr/>
          </p:nvSpPr>
          <p:spPr>
            <a:xfrm>
              <a:off x="1807942" y="877532"/>
              <a:ext cx="3278" cy="110449"/>
            </a:xfrm>
            <a:custGeom>
              <a:rect b="b" l="l" r="r" t="t"/>
              <a:pathLst>
                <a:path extrusionOk="0" h="1112" w="33">
                  <a:moveTo>
                    <a:pt x="17" y="0"/>
                  </a:moveTo>
                  <a:lnTo>
                    <a:pt x="17" y="16"/>
                  </a:lnTo>
                  <a:lnTo>
                    <a:pt x="17" y="49"/>
                  </a:lnTo>
                  <a:lnTo>
                    <a:pt x="17" y="150"/>
                  </a:lnTo>
                  <a:lnTo>
                    <a:pt x="17" y="218"/>
                  </a:lnTo>
                  <a:lnTo>
                    <a:pt x="17" y="303"/>
                  </a:lnTo>
                  <a:cubicBezTo>
                    <a:pt x="17" y="267"/>
                    <a:pt x="33" y="234"/>
                    <a:pt x="33" y="218"/>
                  </a:cubicBezTo>
                  <a:lnTo>
                    <a:pt x="33" y="150"/>
                  </a:lnTo>
                  <a:cubicBezTo>
                    <a:pt x="33" y="117"/>
                    <a:pt x="17" y="81"/>
                    <a:pt x="33" y="49"/>
                  </a:cubicBezTo>
                  <a:cubicBezTo>
                    <a:pt x="33" y="32"/>
                    <a:pt x="33" y="16"/>
                    <a:pt x="17" y="0"/>
                  </a:cubicBezTo>
                  <a:close/>
                  <a:moveTo>
                    <a:pt x="17" y="303"/>
                  </a:moveTo>
                  <a:cubicBezTo>
                    <a:pt x="17" y="335"/>
                    <a:pt x="0" y="368"/>
                    <a:pt x="0" y="420"/>
                  </a:cubicBezTo>
                  <a:lnTo>
                    <a:pt x="0" y="505"/>
                  </a:lnTo>
                  <a:lnTo>
                    <a:pt x="0" y="586"/>
                  </a:lnTo>
                  <a:lnTo>
                    <a:pt x="0" y="638"/>
                  </a:lnTo>
                  <a:lnTo>
                    <a:pt x="0" y="707"/>
                  </a:lnTo>
                  <a:lnTo>
                    <a:pt x="0" y="772"/>
                  </a:lnTo>
                  <a:lnTo>
                    <a:pt x="0" y="873"/>
                  </a:lnTo>
                  <a:lnTo>
                    <a:pt x="0" y="1010"/>
                  </a:lnTo>
                  <a:lnTo>
                    <a:pt x="0" y="1042"/>
                  </a:lnTo>
                  <a:lnTo>
                    <a:pt x="0" y="1059"/>
                  </a:lnTo>
                  <a:lnTo>
                    <a:pt x="0" y="1111"/>
                  </a:lnTo>
                  <a:cubicBezTo>
                    <a:pt x="17" y="1091"/>
                    <a:pt x="17" y="1075"/>
                    <a:pt x="17" y="1059"/>
                  </a:cubicBezTo>
                  <a:lnTo>
                    <a:pt x="17" y="1042"/>
                  </a:lnTo>
                  <a:lnTo>
                    <a:pt x="17" y="1010"/>
                  </a:lnTo>
                  <a:lnTo>
                    <a:pt x="17" y="873"/>
                  </a:lnTo>
                  <a:lnTo>
                    <a:pt x="17" y="772"/>
                  </a:lnTo>
                  <a:lnTo>
                    <a:pt x="17" y="707"/>
                  </a:lnTo>
                  <a:lnTo>
                    <a:pt x="17" y="638"/>
                  </a:lnTo>
                  <a:lnTo>
                    <a:pt x="17" y="586"/>
                  </a:lnTo>
                  <a:lnTo>
                    <a:pt x="17" y="505"/>
                  </a:lnTo>
                  <a:lnTo>
                    <a:pt x="17" y="420"/>
                  </a:lnTo>
                  <a:lnTo>
                    <a:pt x="17" y="30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9"/>
            <p:cNvSpPr/>
            <p:nvPr/>
          </p:nvSpPr>
          <p:spPr>
            <a:xfrm>
              <a:off x="1675542" y="544496"/>
              <a:ext cx="62277" cy="45392"/>
            </a:xfrm>
            <a:custGeom>
              <a:rect b="b" l="l" r="r" t="t"/>
              <a:pathLst>
                <a:path extrusionOk="0" h="457" w="627">
                  <a:moveTo>
                    <a:pt x="626" y="0"/>
                  </a:moveTo>
                  <a:cubicBezTo>
                    <a:pt x="590" y="0"/>
                    <a:pt x="574" y="20"/>
                    <a:pt x="558" y="37"/>
                  </a:cubicBezTo>
                  <a:cubicBezTo>
                    <a:pt x="372" y="170"/>
                    <a:pt x="170" y="323"/>
                    <a:pt x="0" y="441"/>
                  </a:cubicBezTo>
                  <a:lnTo>
                    <a:pt x="0" y="457"/>
                  </a:lnTo>
                  <a:cubicBezTo>
                    <a:pt x="186" y="323"/>
                    <a:pt x="372" y="186"/>
                    <a:pt x="558" y="53"/>
                  </a:cubicBezTo>
                  <a:lnTo>
                    <a:pt x="574" y="37"/>
                  </a:lnTo>
                  <a:cubicBezTo>
                    <a:pt x="590" y="20"/>
                    <a:pt x="606" y="20"/>
                    <a:pt x="626" y="20"/>
                  </a:cubicBezTo>
                  <a:lnTo>
                    <a:pt x="6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9"/>
            <p:cNvSpPr/>
            <p:nvPr/>
          </p:nvSpPr>
          <p:spPr>
            <a:xfrm>
              <a:off x="2359593" y="444177"/>
              <a:ext cx="3377" cy="2086"/>
            </a:xfrm>
            <a:custGeom>
              <a:rect b="b" l="l" r="r" t="t"/>
              <a:pathLst>
                <a:path extrusionOk="0" h="21" w="34">
                  <a:moveTo>
                    <a:pt x="1" y="0"/>
                  </a:moveTo>
                  <a:lnTo>
                    <a:pt x="1" y="21"/>
                  </a:lnTo>
                  <a:lnTo>
                    <a:pt x="33" y="21"/>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9"/>
            <p:cNvSpPr/>
            <p:nvPr/>
          </p:nvSpPr>
          <p:spPr>
            <a:xfrm>
              <a:off x="2374492" y="629915"/>
              <a:ext cx="3278" cy="1689"/>
            </a:xfrm>
            <a:custGeom>
              <a:rect b="b" l="l" r="r" t="t"/>
              <a:pathLst>
                <a:path extrusionOk="0" h="17" w="33">
                  <a:moveTo>
                    <a:pt x="0" y="1"/>
                  </a:moveTo>
                  <a:lnTo>
                    <a:pt x="0" y="17"/>
                  </a:lnTo>
                  <a:lnTo>
                    <a:pt x="33"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9"/>
            <p:cNvSpPr/>
            <p:nvPr/>
          </p:nvSpPr>
          <p:spPr>
            <a:xfrm>
              <a:off x="1690738" y="740265"/>
              <a:ext cx="10131" cy="6953"/>
            </a:xfrm>
            <a:custGeom>
              <a:rect b="b" l="l" r="r" t="t"/>
              <a:pathLst>
                <a:path extrusionOk="0" h="70" w="102">
                  <a:moveTo>
                    <a:pt x="86" y="1"/>
                  </a:moveTo>
                  <a:lnTo>
                    <a:pt x="1" y="49"/>
                  </a:lnTo>
                  <a:lnTo>
                    <a:pt x="1" y="69"/>
                  </a:lnTo>
                  <a:lnTo>
                    <a:pt x="17" y="69"/>
                  </a:lnTo>
                  <a:lnTo>
                    <a:pt x="102"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9"/>
            <p:cNvSpPr/>
            <p:nvPr/>
          </p:nvSpPr>
          <p:spPr>
            <a:xfrm>
              <a:off x="2364460" y="507944"/>
              <a:ext cx="1689" cy="1689"/>
            </a:xfrm>
            <a:custGeom>
              <a:rect b="b" l="l" r="r" t="t"/>
              <a:pathLst>
                <a:path extrusionOk="0" h="17" w="17">
                  <a:moveTo>
                    <a:pt x="0" y="1"/>
                  </a:moveTo>
                  <a:lnTo>
                    <a:pt x="0"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9"/>
            <p:cNvSpPr/>
            <p:nvPr/>
          </p:nvSpPr>
          <p:spPr>
            <a:xfrm>
              <a:off x="2382934" y="737087"/>
              <a:ext cx="3278" cy="99"/>
            </a:xfrm>
            <a:custGeom>
              <a:rect b="b" l="l" r="r" t="t"/>
              <a:pathLst>
                <a:path extrusionOk="0" h="1" w="33">
                  <a:moveTo>
                    <a:pt x="33" y="0"/>
                  </a:moveTo>
                  <a:lnTo>
                    <a:pt x="33" y="0"/>
                  </a:lnTo>
                  <a:lnTo>
                    <a:pt x="16" y="0"/>
                  </a:lnTo>
                  <a:lnTo>
                    <a:pt x="0" y="0"/>
                  </a:lnTo>
                  <a:lnTo>
                    <a:pt x="16" y="0"/>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9"/>
            <p:cNvSpPr/>
            <p:nvPr/>
          </p:nvSpPr>
          <p:spPr>
            <a:xfrm>
              <a:off x="2526558" y="559692"/>
              <a:ext cx="10131" cy="3377"/>
            </a:xfrm>
            <a:custGeom>
              <a:rect b="b" l="l" r="r" t="t"/>
              <a:pathLst>
                <a:path extrusionOk="0" h="34" w="102">
                  <a:moveTo>
                    <a:pt x="0" y="1"/>
                  </a:moveTo>
                  <a:lnTo>
                    <a:pt x="0" y="17"/>
                  </a:lnTo>
                  <a:lnTo>
                    <a:pt x="85" y="33"/>
                  </a:lnTo>
                  <a:lnTo>
                    <a:pt x="101" y="33"/>
                  </a:lnTo>
                  <a:lnTo>
                    <a:pt x="101"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9"/>
            <p:cNvSpPr/>
            <p:nvPr/>
          </p:nvSpPr>
          <p:spPr>
            <a:xfrm>
              <a:off x="2705542" y="593066"/>
              <a:ext cx="33373" cy="13707"/>
            </a:xfrm>
            <a:custGeom>
              <a:rect b="b" l="l" r="r" t="t"/>
              <a:pathLst>
                <a:path extrusionOk="0" h="138" w="336">
                  <a:moveTo>
                    <a:pt x="0" y="0"/>
                  </a:moveTo>
                  <a:lnTo>
                    <a:pt x="0" y="16"/>
                  </a:lnTo>
                  <a:cubicBezTo>
                    <a:pt x="16" y="36"/>
                    <a:pt x="53" y="36"/>
                    <a:pt x="85" y="53"/>
                  </a:cubicBezTo>
                  <a:cubicBezTo>
                    <a:pt x="101" y="53"/>
                    <a:pt x="117" y="69"/>
                    <a:pt x="133" y="69"/>
                  </a:cubicBezTo>
                  <a:cubicBezTo>
                    <a:pt x="154" y="85"/>
                    <a:pt x="186" y="85"/>
                    <a:pt x="218" y="101"/>
                  </a:cubicBezTo>
                  <a:cubicBezTo>
                    <a:pt x="234" y="101"/>
                    <a:pt x="271" y="117"/>
                    <a:pt x="303" y="137"/>
                  </a:cubicBezTo>
                  <a:lnTo>
                    <a:pt x="335" y="137"/>
                  </a:lnTo>
                  <a:cubicBezTo>
                    <a:pt x="335" y="117"/>
                    <a:pt x="319" y="117"/>
                    <a:pt x="319" y="117"/>
                  </a:cubicBezTo>
                  <a:lnTo>
                    <a:pt x="303" y="117"/>
                  </a:lnTo>
                  <a:cubicBezTo>
                    <a:pt x="271" y="101"/>
                    <a:pt x="255" y="101"/>
                    <a:pt x="218" y="85"/>
                  </a:cubicBezTo>
                  <a:cubicBezTo>
                    <a:pt x="186" y="69"/>
                    <a:pt x="170" y="69"/>
                    <a:pt x="133" y="53"/>
                  </a:cubicBezTo>
                  <a:cubicBezTo>
                    <a:pt x="117" y="53"/>
                    <a:pt x="101" y="36"/>
                    <a:pt x="85" y="36"/>
                  </a:cubicBezTo>
                  <a:cubicBezTo>
                    <a:pt x="53" y="36"/>
                    <a:pt x="32" y="1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9"/>
            <p:cNvSpPr/>
            <p:nvPr/>
          </p:nvSpPr>
          <p:spPr>
            <a:xfrm>
              <a:off x="2633730" y="623161"/>
              <a:ext cx="58602" cy="20064"/>
            </a:xfrm>
            <a:custGeom>
              <a:rect b="b" l="l" r="r" t="t"/>
              <a:pathLst>
                <a:path extrusionOk="0" h="202" w="590">
                  <a:moveTo>
                    <a:pt x="0" y="0"/>
                  </a:moveTo>
                  <a:lnTo>
                    <a:pt x="0" y="16"/>
                  </a:lnTo>
                  <a:cubicBezTo>
                    <a:pt x="32" y="16"/>
                    <a:pt x="69" y="16"/>
                    <a:pt x="101" y="36"/>
                  </a:cubicBezTo>
                  <a:cubicBezTo>
                    <a:pt x="117" y="36"/>
                    <a:pt x="117" y="53"/>
                    <a:pt x="133" y="53"/>
                  </a:cubicBezTo>
                  <a:cubicBezTo>
                    <a:pt x="271" y="101"/>
                    <a:pt x="388" y="137"/>
                    <a:pt x="489" y="170"/>
                  </a:cubicBezTo>
                  <a:cubicBezTo>
                    <a:pt x="388" y="117"/>
                    <a:pt x="271" y="85"/>
                    <a:pt x="133" y="36"/>
                  </a:cubicBezTo>
                  <a:cubicBezTo>
                    <a:pt x="133" y="36"/>
                    <a:pt x="117" y="36"/>
                    <a:pt x="101" y="16"/>
                  </a:cubicBezTo>
                  <a:cubicBezTo>
                    <a:pt x="69" y="16"/>
                    <a:pt x="49" y="0"/>
                    <a:pt x="0" y="0"/>
                  </a:cubicBezTo>
                  <a:close/>
                  <a:moveTo>
                    <a:pt x="489" y="170"/>
                  </a:moveTo>
                  <a:lnTo>
                    <a:pt x="505" y="186"/>
                  </a:lnTo>
                  <a:cubicBezTo>
                    <a:pt x="521" y="186"/>
                    <a:pt x="537" y="202"/>
                    <a:pt x="553" y="202"/>
                  </a:cubicBezTo>
                  <a:lnTo>
                    <a:pt x="574" y="202"/>
                  </a:lnTo>
                  <a:lnTo>
                    <a:pt x="590" y="186"/>
                  </a:lnTo>
                  <a:lnTo>
                    <a:pt x="574" y="186"/>
                  </a:lnTo>
                  <a:cubicBezTo>
                    <a:pt x="553" y="186"/>
                    <a:pt x="521" y="186"/>
                    <a:pt x="505" y="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9"/>
            <p:cNvSpPr/>
            <p:nvPr/>
          </p:nvSpPr>
          <p:spPr>
            <a:xfrm>
              <a:off x="2457925" y="452620"/>
              <a:ext cx="18574" cy="168952"/>
            </a:xfrm>
            <a:custGeom>
              <a:rect b="b" l="l" r="r" t="t"/>
              <a:pathLst>
                <a:path extrusionOk="0" h="1701" w="187">
                  <a:moveTo>
                    <a:pt x="21" y="0"/>
                  </a:moveTo>
                  <a:cubicBezTo>
                    <a:pt x="1" y="0"/>
                    <a:pt x="1" y="16"/>
                    <a:pt x="21" y="37"/>
                  </a:cubicBezTo>
                  <a:cubicBezTo>
                    <a:pt x="21" y="16"/>
                    <a:pt x="21" y="16"/>
                    <a:pt x="37" y="16"/>
                  </a:cubicBezTo>
                  <a:lnTo>
                    <a:pt x="37" y="0"/>
                  </a:lnTo>
                  <a:close/>
                  <a:moveTo>
                    <a:pt x="21" y="53"/>
                  </a:moveTo>
                  <a:lnTo>
                    <a:pt x="21" y="170"/>
                  </a:lnTo>
                  <a:cubicBezTo>
                    <a:pt x="37" y="218"/>
                    <a:pt x="37" y="271"/>
                    <a:pt x="37" y="303"/>
                  </a:cubicBezTo>
                  <a:lnTo>
                    <a:pt x="37" y="319"/>
                  </a:lnTo>
                  <a:cubicBezTo>
                    <a:pt x="37" y="339"/>
                    <a:pt x="53" y="356"/>
                    <a:pt x="53" y="372"/>
                  </a:cubicBezTo>
                  <a:lnTo>
                    <a:pt x="53" y="440"/>
                  </a:lnTo>
                  <a:lnTo>
                    <a:pt x="53" y="541"/>
                  </a:lnTo>
                  <a:cubicBezTo>
                    <a:pt x="69" y="558"/>
                    <a:pt x="69" y="558"/>
                    <a:pt x="69" y="574"/>
                  </a:cubicBezTo>
                  <a:lnTo>
                    <a:pt x="69" y="541"/>
                  </a:lnTo>
                  <a:lnTo>
                    <a:pt x="69" y="440"/>
                  </a:lnTo>
                  <a:cubicBezTo>
                    <a:pt x="69" y="404"/>
                    <a:pt x="69" y="388"/>
                    <a:pt x="53" y="356"/>
                  </a:cubicBezTo>
                  <a:lnTo>
                    <a:pt x="53" y="319"/>
                  </a:lnTo>
                  <a:lnTo>
                    <a:pt x="53" y="303"/>
                  </a:lnTo>
                  <a:cubicBezTo>
                    <a:pt x="53" y="255"/>
                    <a:pt x="53" y="218"/>
                    <a:pt x="37" y="170"/>
                  </a:cubicBezTo>
                  <a:cubicBezTo>
                    <a:pt x="37" y="138"/>
                    <a:pt x="37" y="85"/>
                    <a:pt x="21" y="53"/>
                  </a:cubicBezTo>
                  <a:close/>
                  <a:moveTo>
                    <a:pt x="69" y="574"/>
                  </a:moveTo>
                  <a:lnTo>
                    <a:pt x="69" y="691"/>
                  </a:lnTo>
                  <a:cubicBezTo>
                    <a:pt x="69" y="707"/>
                    <a:pt x="69" y="723"/>
                    <a:pt x="86" y="743"/>
                  </a:cubicBezTo>
                  <a:lnTo>
                    <a:pt x="86" y="691"/>
                  </a:lnTo>
                  <a:cubicBezTo>
                    <a:pt x="86" y="659"/>
                    <a:pt x="86" y="606"/>
                    <a:pt x="69" y="574"/>
                  </a:cubicBezTo>
                  <a:close/>
                  <a:moveTo>
                    <a:pt x="86" y="743"/>
                  </a:moveTo>
                  <a:lnTo>
                    <a:pt x="86" y="776"/>
                  </a:lnTo>
                  <a:cubicBezTo>
                    <a:pt x="86" y="824"/>
                    <a:pt x="86" y="877"/>
                    <a:pt x="102" y="909"/>
                  </a:cubicBezTo>
                  <a:lnTo>
                    <a:pt x="102" y="776"/>
                  </a:lnTo>
                  <a:cubicBezTo>
                    <a:pt x="102" y="760"/>
                    <a:pt x="86" y="743"/>
                    <a:pt x="86" y="743"/>
                  </a:cubicBezTo>
                  <a:close/>
                  <a:moveTo>
                    <a:pt x="102" y="909"/>
                  </a:moveTo>
                  <a:lnTo>
                    <a:pt x="102" y="978"/>
                  </a:lnTo>
                  <a:lnTo>
                    <a:pt x="102" y="1046"/>
                  </a:lnTo>
                  <a:cubicBezTo>
                    <a:pt x="102" y="1095"/>
                    <a:pt x="122" y="1147"/>
                    <a:pt x="122" y="1180"/>
                  </a:cubicBezTo>
                  <a:cubicBezTo>
                    <a:pt x="138" y="1212"/>
                    <a:pt x="138" y="1228"/>
                    <a:pt x="138" y="1265"/>
                  </a:cubicBezTo>
                  <a:lnTo>
                    <a:pt x="138" y="1180"/>
                  </a:lnTo>
                  <a:cubicBezTo>
                    <a:pt x="122" y="1127"/>
                    <a:pt x="122" y="1095"/>
                    <a:pt x="122" y="1046"/>
                  </a:cubicBezTo>
                  <a:lnTo>
                    <a:pt x="122" y="978"/>
                  </a:lnTo>
                  <a:cubicBezTo>
                    <a:pt x="122" y="962"/>
                    <a:pt x="122" y="925"/>
                    <a:pt x="102" y="909"/>
                  </a:cubicBezTo>
                  <a:close/>
                  <a:moveTo>
                    <a:pt x="138" y="1265"/>
                  </a:moveTo>
                  <a:lnTo>
                    <a:pt x="138" y="1349"/>
                  </a:lnTo>
                  <a:cubicBezTo>
                    <a:pt x="154" y="1366"/>
                    <a:pt x="154" y="1398"/>
                    <a:pt x="154" y="1414"/>
                  </a:cubicBezTo>
                  <a:cubicBezTo>
                    <a:pt x="138" y="1430"/>
                    <a:pt x="138" y="1430"/>
                    <a:pt x="138" y="1450"/>
                  </a:cubicBezTo>
                  <a:cubicBezTo>
                    <a:pt x="154" y="1499"/>
                    <a:pt x="154" y="1551"/>
                    <a:pt x="170" y="1616"/>
                  </a:cubicBezTo>
                  <a:cubicBezTo>
                    <a:pt x="170" y="1551"/>
                    <a:pt x="170" y="1499"/>
                    <a:pt x="154" y="1450"/>
                  </a:cubicBezTo>
                  <a:lnTo>
                    <a:pt x="154" y="1430"/>
                  </a:lnTo>
                  <a:cubicBezTo>
                    <a:pt x="170" y="1398"/>
                    <a:pt x="154" y="1366"/>
                    <a:pt x="154" y="1349"/>
                  </a:cubicBezTo>
                  <a:cubicBezTo>
                    <a:pt x="154" y="1313"/>
                    <a:pt x="138" y="1281"/>
                    <a:pt x="138" y="1265"/>
                  </a:cubicBezTo>
                  <a:close/>
                  <a:moveTo>
                    <a:pt x="170" y="1616"/>
                  </a:moveTo>
                  <a:lnTo>
                    <a:pt x="170" y="1652"/>
                  </a:lnTo>
                  <a:cubicBezTo>
                    <a:pt x="170" y="1669"/>
                    <a:pt x="170" y="1685"/>
                    <a:pt x="186" y="1701"/>
                  </a:cubicBezTo>
                  <a:lnTo>
                    <a:pt x="186" y="1685"/>
                  </a:lnTo>
                  <a:lnTo>
                    <a:pt x="186" y="1652"/>
                  </a:lnTo>
                  <a:cubicBezTo>
                    <a:pt x="186" y="1632"/>
                    <a:pt x="170" y="1632"/>
                    <a:pt x="170" y="16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9"/>
            <p:cNvSpPr/>
            <p:nvPr/>
          </p:nvSpPr>
          <p:spPr>
            <a:xfrm>
              <a:off x="2287384" y="454209"/>
              <a:ext cx="8542" cy="5264"/>
            </a:xfrm>
            <a:custGeom>
              <a:rect b="b" l="l" r="r" t="t"/>
              <a:pathLst>
                <a:path extrusionOk="0" h="53" w="86">
                  <a:moveTo>
                    <a:pt x="1" y="0"/>
                  </a:moveTo>
                  <a:lnTo>
                    <a:pt x="1" y="21"/>
                  </a:lnTo>
                  <a:cubicBezTo>
                    <a:pt x="21" y="21"/>
                    <a:pt x="37" y="21"/>
                    <a:pt x="53" y="37"/>
                  </a:cubicBezTo>
                  <a:cubicBezTo>
                    <a:pt x="53" y="37"/>
                    <a:pt x="69" y="37"/>
                    <a:pt x="86" y="53"/>
                  </a:cubicBezTo>
                  <a:lnTo>
                    <a:pt x="86" y="37"/>
                  </a:lnTo>
                  <a:cubicBezTo>
                    <a:pt x="69" y="37"/>
                    <a:pt x="69" y="21"/>
                    <a:pt x="53" y="21"/>
                  </a:cubicBezTo>
                  <a:cubicBezTo>
                    <a:pt x="37" y="21"/>
                    <a:pt x="2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9"/>
            <p:cNvSpPr/>
            <p:nvPr/>
          </p:nvSpPr>
          <p:spPr>
            <a:xfrm>
              <a:off x="2456335" y="419247"/>
              <a:ext cx="135678" cy="473184"/>
            </a:xfrm>
            <a:custGeom>
              <a:rect b="b" l="l" r="r" t="t"/>
              <a:pathLst>
                <a:path extrusionOk="0" h="4764" w="1366">
                  <a:moveTo>
                    <a:pt x="1" y="1"/>
                  </a:moveTo>
                  <a:lnTo>
                    <a:pt x="1" y="17"/>
                  </a:lnTo>
                  <a:lnTo>
                    <a:pt x="53" y="17"/>
                  </a:lnTo>
                  <a:cubicBezTo>
                    <a:pt x="186" y="86"/>
                    <a:pt x="340" y="134"/>
                    <a:pt x="473" y="187"/>
                  </a:cubicBezTo>
                  <a:lnTo>
                    <a:pt x="861" y="336"/>
                  </a:lnTo>
                  <a:lnTo>
                    <a:pt x="489" y="187"/>
                  </a:lnTo>
                  <a:cubicBezTo>
                    <a:pt x="340" y="118"/>
                    <a:pt x="202" y="70"/>
                    <a:pt x="53" y="1"/>
                  </a:cubicBezTo>
                  <a:close/>
                  <a:moveTo>
                    <a:pt x="861" y="336"/>
                  </a:moveTo>
                  <a:cubicBezTo>
                    <a:pt x="893" y="352"/>
                    <a:pt x="909" y="373"/>
                    <a:pt x="893" y="405"/>
                  </a:cubicBezTo>
                  <a:cubicBezTo>
                    <a:pt x="893" y="421"/>
                    <a:pt x="893" y="437"/>
                    <a:pt x="909" y="474"/>
                  </a:cubicBezTo>
                  <a:lnTo>
                    <a:pt x="909" y="405"/>
                  </a:lnTo>
                  <a:cubicBezTo>
                    <a:pt x="909" y="352"/>
                    <a:pt x="893" y="336"/>
                    <a:pt x="861" y="336"/>
                  </a:cubicBezTo>
                  <a:close/>
                  <a:moveTo>
                    <a:pt x="909" y="474"/>
                  </a:moveTo>
                  <a:lnTo>
                    <a:pt x="909" y="522"/>
                  </a:lnTo>
                  <a:cubicBezTo>
                    <a:pt x="909" y="538"/>
                    <a:pt x="909" y="574"/>
                    <a:pt x="926" y="607"/>
                  </a:cubicBezTo>
                  <a:lnTo>
                    <a:pt x="926" y="522"/>
                  </a:lnTo>
                  <a:cubicBezTo>
                    <a:pt x="926" y="506"/>
                    <a:pt x="926" y="490"/>
                    <a:pt x="909" y="474"/>
                  </a:cubicBezTo>
                  <a:close/>
                  <a:moveTo>
                    <a:pt x="926" y="607"/>
                  </a:moveTo>
                  <a:lnTo>
                    <a:pt x="926" y="675"/>
                  </a:lnTo>
                  <a:cubicBezTo>
                    <a:pt x="926" y="724"/>
                    <a:pt x="946" y="756"/>
                    <a:pt x="926" y="809"/>
                  </a:cubicBezTo>
                  <a:cubicBezTo>
                    <a:pt x="926" y="809"/>
                    <a:pt x="946" y="809"/>
                    <a:pt x="946" y="825"/>
                  </a:cubicBezTo>
                  <a:cubicBezTo>
                    <a:pt x="962" y="825"/>
                    <a:pt x="946" y="841"/>
                    <a:pt x="946" y="857"/>
                  </a:cubicBezTo>
                  <a:lnTo>
                    <a:pt x="946" y="926"/>
                  </a:lnTo>
                  <a:cubicBezTo>
                    <a:pt x="962" y="926"/>
                    <a:pt x="962" y="926"/>
                    <a:pt x="962" y="942"/>
                  </a:cubicBezTo>
                  <a:lnTo>
                    <a:pt x="962" y="910"/>
                  </a:lnTo>
                  <a:lnTo>
                    <a:pt x="962" y="857"/>
                  </a:lnTo>
                  <a:lnTo>
                    <a:pt x="962" y="809"/>
                  </a:lnTo>
                  <a:lnTo>
                    <a:pt x="946" y="809"/>
                  </a:lnTo>
                  <a:lnTo>
                    <a:pt x="946" y="675"/>
                  </a:lnTo>
                  <a:cubicBezTo>
                    <a:pt x="946" y="655"/>
                    <a:pt x="926" y="623"/>
                    <a:pt x="926" y="607"/>
                  </a:cubicBezTo>
                  <a:close/>
                  <a:moveTo>
                    <a:pt x="962" y="942"/>
                  </a:moveTo>
                  <a:lnTo>
                    <a:pt x="962" y="995"/>
                  </a:lnTo>
                  <a:lnTo>
                    <a:pt x="962" y="1027"/>
                  </a:lnTo>
                  <a:cubicBezTo>
                    <a:pt x="978" y="1059"/>
                    <a:pt x="978" y="1096"/>
                    <a:pt x="978" y="1128"/>
                  </a:cubicBezTo>
                  <a:lnTo>
                    <a:pt x="978" y="1213"/>
                  </a:lnTo>
                  <a:lnTo>
                    <a:pt x="978" y="1229"/>
                  </a:lnTo>
                  <a:cubicBezTo>
                    <a:pt x="994" y="1261"/>
                    <a:pt x="994" y="1281"/>
                    <a:pt x="994" y="1298"/>
                  </a:cubicBezTo>
                  <a:lnTo>
                    <a:pt x="994" y="1382"/>
                  </a:lnTo>
                  <a:cubicBezTo>
                    <a:pt x="1010" y="1415"/>
                    <a:pt x="1010" y="1447"/>
                    <a:pt x="1010" y="1463"/>
                  </a:cubicBezTo>
                  <a:lnTo>
                    <a:pt x="1010" y="1548"/>
                  </a:lnTo>
                  <a:cubicBezTo>
                    <a:pt x="1027" y="1564"/>
                    <a:pt x="1027" y="1584"/>
                    <a:pt x="1027" y="1601"/>
                  </a:cubicBezTo>
                  <a:lnTo>
                    <a:pt x="1027" y="1548"/>
                  </a:lnTo>
                  <a:lnTo>
                    <a:pt x="1027" y="1463"/>
                  </a:lnTo>
                  <a:cubicBezTo>
                    <a:pt x="1027" y="1447"/>
                    <a:pt x="1010" y="1415"/>
                    <a:pt x="1010" y="1382"/>
                  </a:cubicBezTo>
                  <a:lnTo>
                    <a:pt x="1010" y="1298"/>
                  </a:lnTo>
                  <a:cubicBezTo>
                    <a:pt x="1010" y="1281"/>
                    <a:pt x="994" y="1261"/>
                    <a:pt x="994" y="1229"/>
                  </a:cubicBezTo>
                  <a:lnTo>
                    <a:pt x="994" y="1213"/>
                  </a:lnTo>
                  <a:lnTo>
                    <a:pt x="994" y="1128"/>
                  </a:lnTo>
                  <a:cubicBezTo>
                    <a:pt x="978" y="1096"/>
                    <a:pt x="978" y="1059"/>
                    <a:pt x="978" y="1027"/>
                  </a:cubicBezTo>
                  <a:lnTo>
                    <a:pt x="978" y="995"/>
                  </a:lnTo>
                  <a:cubicBezTo>
                    <a:pt x="978" y="978"/>
                    <a:pt x="978" y="958"/>
                    <a:pt x="962" y="942"/>
                  </a:cubicBezTo>
                  <a:close/>
                  <a:moveTo>
                    <a:pt x="1027" y="1601"/>
                  </a:moveTo>
                  <a:lnTo>
                    <a:pt x="1027" y="1649"/>
                  </a:lnTo>
                  <a:cubicBezTo>
                    <a:pt x="1027" y="1665"/>
                    <a:pt x="1027" y="1685"/>
                    <a:pt x="1047" y="1718"/>
                  </a:cubicBezTo>
                  <a:lnTo>
                    <a:pt x="1047" y="1649"/>
                  </a:lnTo>
                  <a:cubicBezTo>
                    <a:pt x="1047" y="1633"/>
                    <a:pt x="1027" y="1617"/>
                    <a:pt x="1027" y="1601"/>
                  </a:cubicBezTo>
                  <a:close/>
                  <a:moveTo>
                    <a:pt x="1047" y="1718"/>
                  </a:moveTo>
                  <a:lnTo>
                    <a:pt x="1047" y="1750"/>
                  </a:lnTo>
                  <a:lnTo>
                    <a:pt x="1047" y="1835"/>
                  </a:lnTo>
                  <a:lnTo>
                    <a:pt x="1047" y="1867"/>
                  </a:lnTo>
                  <a:cubicBezTo>
                    <a:pt x="1063" y="1887"/>
                    <a:pt x="1063" y="1887"/>
                    <a:pt x="1063" y="1904"/>
                  </a:cubicBezTo>
                  <a:lnTo>
                    <a:pt x="1063" y="1968"/>
                  </a:lnTo>
                  <a:lnTo>
                    <a:pt x="1063" y="2037"/>
                  </a:lnTo>
                  <a:cubicBezTo>
                    <a:pt x="1079" y="2037"/>
                    <a:pt x="1079" y="2053"/>
                    <a:pt x="1079" y="2053"/>
                  </a:cubicBezTo>
                  <a:lnTo>
                    <a:pt x="1079" y="2037"/>
                  </a:lnTo>
                  <a:lnTo>
                    <a:pt x="1079" y="1968"/>
                  </a:lnTo>
                  <a:lnTo>
                    <a:pt x="1079" y="1904"/>
                  </a:lnTo>
                  <a:cubicBezTo>
                    <a:pt x="1063" y="1887"/>
                    <a:pt x="1063" y="1867"/>
                    <a:pt x="1063" y="1867"/>
                  </a:cubicBezTo>
                  <a:lnTo>
                    <a:pt x="1063" y="1835"/>
                  </a:lnTo>
                  <a:lnTo>
                    <a:pt x="1063" y="1750"/>
                  </a:lnTo>
                  <a:cubicBezTo>
                    <a:pt x="1047" y="1734"/>
                    <a:pt x="1047" y="1718"/>
                    <a:pt x="1047" y="1718"/>
                  </a:cubicBezTo>
                  <a:close/>
                  <a:moveTo>
                    <a:pt x="219" y="2021"/>
                  </a:moveTo>
                  <a:cubicBezTo>
                    <a:pt x="202" y="2021"/>
                    <a:pt x="202" y="2021"/>
                    <a:pt x="186" y="2037"/>
                  </a:cubicBezTo>
                  <a:lnTo>
                    <a:pt x="186" y="2053"/>
                  </a:lnTo>
                  <a:lnTo>
                    <a:pt x="186" y="2069"/>
                  </a:lnTo>
                  <a:cubicBezTo>
                    <a:pt x="186" y="2089"/>
                    <a:pt x="186" y="2089"/>
                    <a:pt x="202" y="2106"/>
                  </a:cubicBezTo>
                  <a:lnTo>
                    <a:pt x="202" y="2069"/>
                  </a:lnTo>
                  <a:lnTo>
                    <a:pt x="202" y="2053"/>
                  </a:lnTo>
                  <a:lnTo>
                    <a:pt x="202" y="2037"/>
                  </a:lnTo>
                  <a:lnTo>
                    <a:pt x="219" y="2037"/>
                  </a:lnTo>
                  <a:lnTo>
                    <a:pt x="219" y="2021"/>
                  </a:lnTo>
                  <a:close/>
                  <a:moveTo>
                    <a:pt x="1079" y="2053"/>
                  </a:moveTo>
                  <a:lnTo>
                    <a:pt x="1079" y="2089"/>
                  </a:lnTo>
                  <a:lnTo>
                    <a:pt x="1079" y="2154"/>
                  </a:lnTo>
                  <a:cubicBezTo>
                    <a:pt x="1079" y="2170"/>
                    <a:pt x="1079" y="2190"/>
                    <a:pt x="1095" y="2207"/>
                  </a:cubicBezTo>
                  <a:lnTo>
                    <a:pt x="1095" y="2138"/>
                  </a:lnTo>
                  <a:lnTo>
                    <a:pt x="1095" y="2089"/>
                  </a:lnTo>
                  <a:cubicBezTo>
                    <a:pt x="1095" y="2089"/>
                    <a:pt x="1095" y="2069"/>
                    <a:pt x="1079" y="2053"/>
                  </a:cubicBezTo>
                  <a:close/>
                  <a:moveTo>
                    <a:pt x="202" y="2106"/>
                  </a:moveTo>
                  <a:lnTo>
                    <a:pt x="202" y="2154"/>
                  </a:lnTo>
                  <a:lnTo>
                    <a:pt x="202" y="2190"/>
                  </a:lnTo>
                  <a:lnTo>
                    <a:pt x="202" y="2255"/>
                  </a:lnTo>
                  <a:cubicBezTo>
                    <a:pt x="202" y="2271"/>
                    <a:pt x="219" y="2291"/>
                    <a:pt x="219" y="2291"/>
                  </a:cubicBezTo>
                  <a:lnTo>
                    <a:pt x="219" y="2255"/>
                  </a:lnTo>
                  <a:lnTo>
                    <a:pt x="219" y="2190"/>
                  </a:lnTo>
                  <a:lnTo>
                    <a:pt x="219" y="2154"/>
                  </a:lnTo>
                  <a:cubicBezTo>
                    <a:pt x="219" y="2138"/>
                    <a:pt x="219" y="2122"/>
                    <a:pt x="202" y="2106"/>
                  </a:cubicBezTo>
                  <a:close/>
                  <a:moveTo>
                    <a:pt x="1095" y="2207"/>
                  </a:moveTo>
                  <a:lnTo>
                    <a:pt x="1095" y="2255"/>
                  </a:lnTo>
                  <a:lnTo>
                    <a:pt x="1095" y="2340"/>
                  </a:lnTo>
                  <a:cubicBezTo>
                    <a:pt x="1095" y="2356"/>
                    <a:pt x="1095" y="2372"/>
                    <a:pt x="1111" y="2392"/>
                  </a:cubicBezTo>
                  <a:lnTo>
                    <a:pt x="1111" y="2340"/>
                  </a:lnTo>
                  <a:lnTo>
                    <a:pt x="1111" y="2255"/>
                  </a:lnTo>
                  <a:cubicBezTo>
                    <a:pt x="1111" y="2239"/>
                    <a:pt x="1095" y="2223"/>
                    <a:pt x="1095" y="2207"/>
                  </a:cubicBezTo>
                  <a:close/>
                  <a:moveTo>
                    <a:pt x="219" y="2291"/>
                  </a:moveTo>
                  <a:lnTo>
                    <a:pt x="219" y="2372"/>
                  </a:lnTo>
                  <a:cubicBezTo>
                    <a:pt x="219" y="2409"/>
                    <a:pt x="219" y="2441"/>
                    <a:pt x="239" y="2473"/>
                  </a:cubicBezTo>
                  <a:lnTo>
                    <a:pt x="239" y="2372"/>
                  </a:lnTo>
                  <a:cubicBezTo>
                    <a:pt x="239" y="2356"/>
                    <a:pt x="219" y="2324"/>
                    <a:pt x="219" y="2291"/>
                  </a:cubicBezTo>
                  <a:close/>
                  <a:moveTo>
                    <a:pt x="239" y="2473"/>
                  </a:moveTo>
                  <a:lnTo>
                    <a:pt x="239" y="2542"/>
                  </a:lnTo>
                  <a:lnTo>
                    <a:pt x="239" y="2558"/>
                  </a:lnTo>
                  <a:cubicBezTo>
                    <a:pt x="239" y="2594"/>
                    <a:pt x="255" y="2627"/>
                    <a:pt x="255" y="2643"/>
                  </a:cubicBezTo>
                  <a:lnTo>
                    <a:pt x="255" y="2558"/>
                  </a:lnTo>
                  <a:lnTo>
                    <a:pt x="255" y="2542"/>
                  </a:lnTo>
                  <a:cubicBezTo>
                    <a:pt x="255" y="2526"/>
                    <a:pt x="255" y="2493"/>
                    <a:pt x="239" y="2473"/>
                  </a:cubicBezTo>
                  <a:close/>
                  <a:moveTo>
                    <a:pt x="1111" y="2392"/>
                  </a:moveTo>
                  <a:lnTo>
                    <a:pt x="1111" y="2425"/>
                  </a:lnTo>
                  <a:lnTo>
                    <a:pt x="1111" y="2509"/>
                  </a:lnTo>
                  <a:lnTo>
                    <a:pt x="1111" y="2526"/>
                  </a:lnTo>
                  <a:cubicBezTo>
                    <a:pt x="1128" y="2558"/>
                    <a:pt x="1128" y="2574"/>
                    <a:pt x="1128" y="2610"/>
                  </a:cubicBezTo>
                  <a:lnTo>
                    <a:pt x="1128" y="2695"/>
                  </a:lnTo>
                  <a:cubicBezTo>
                    <a:pt x="1148" y="2711"/>
                    <a:pt x="1148" y="2728"/>
                    <a:pt x="1148" y="2744"/>
                  </a:cubicBezTo>
                  <a:lnTo>
                    <a:pt x="1148" y="2695"/>
                  </a:lnTo>
                  <a:lnTo>
                    <a:pt x="1148" y="2610"/>
                  </a:lnTo>
                  <a:cubicBezTo>
                    <a:pt x="1148" y="2574"/>
                    <a:pt x="1128" y="2558"/>
                    <a:pt x="1128" y="2526"/>
                  </a:cubicBezTo>
                  <a:lnTo>
                    <a:pt x="1128" y="2509"/>
                  </a:lnTo>
                  <a:lnTo>
                    <a:pt x="1128" y="2425"/>
                  </a:lnTo>
                  <a:cubicBezTo>
                    <a:pt x="1128" y="2409"/>
                    <a:pt x="1111" y="2392"/>
                    <a:pt x="1111" y="2392"/>
                  </a:cubicBezTo>
                  <a:close/>
                  <a:moveTo>
                    <a:pt x="255" y="2643"/>
                  </a:moveTo>
                  <a:lnTo>
                    <a:pt x="255" y="2695"/>
                  </a:lnTo>
                  <a:lnTo>
                    <a:pt x="255" y="2728"/>
                  </a:lnTo>
                  <a:cubicBezTo>
                    <a:pt x="255" y="2776"/>
                    <a:pt x="271" y="2829"/>
                    <a:pt x="271" y="2877"/>
                  </a:cubicBezTo>
                  <a:lnTo>
                    <a:pt x="271" y="2913"/>
                  </a:lnTo>
                  <a:cubicBezTo>
                    <a:pt x="271" y="2930"/>
                    <a:pt x="271" y="2946"/>
                    <a:pt x="287" y="2962"/>
                  </a:cubicBezTo>
                  <a:lnTo>
                    <a:pt x="287" y="2913"/>
                  </a:lnTo>
                  <a:lnTo>
                    <a:pt x="287" y="2877"/>
                  </a:lnTo>
                  <a:cubicBezTo>
                    <a:pt x="271" y="2829"/>
                    <a:pt x="271" y="2776"/>
                    <a:pt x="271" y="2728"/>
                  </a:cubicBezTo>
                  <a:lnTo>
                    <a:pt x="271" y="2695"/>
                  </a:lnTo>
                  <a:cubicBezTo>
                    <a:pt x="255" y="2675"/>
                    <a:pt x="255" y="2659"/>
                    <a:pt x="255" y="2643"/>
                  </a:cubicBezTo>
                  <a:close/>
                  <a:moveTo>
                    <a:pt x="287" y="2962"/>
                  </a:moveTo>
                  <a:lnTo>
                    <a:pt x="287" y="3079"/>
                  </a:lnTo>
                  <a:cubicBezTo>
                    <a:pt x="287" y="3115"/>
                    <a:pt x="287" y="3148"/>
                    <a:pt x="303" y="3180"/>
                  </a:cubicBezTo>
                  <a:lnTo>
                    <a:pt x="303" y="3079"/>
                  </a:lnTo>
                  <a:cubicBezTo>
                    <a:pt x="303" y="3047"/>
                    <a:pt x="303" y="2998"/>
                    <a:pt x="287" y="2962"/>
                  </a:cubicBezTo>
                  <a:close/>
                  <a:moveTo>
                    <a:pt x="1148" y="2744"/>
                  </a:moveTo>
                  <a:lnTo>
                    <a:pt x="1148" y="2776"/>
                  </a:lnTo>
                  <a:cubicBezTo>
                    <a:pt x="1148" y="2829"/>
                    <a:pt x="1164" y="2877"/>
                    <a:pt x="1164" y="2913"/>
                  </a:cubicBezTo>
                  <a:lnTo>
                    <a:pt x="1164" y="2998"/>
                  </a:lnTo>
                  <a:cubicBezTo>
                    <a:pt x="1180" y="3031"/>
                    <a:pt x="1180" y="3063"/>
                    <a:pt x="1180" y="3099"/>
                  </a:cubicBezTo>
                  <a:cubicBezTo>
                    <a:pt x="1180" y="3132"/>
                    <a:pt x="1180" y="3180"/>
                    <a:pt x="1196" y="3216"/>
                  </a:cubicBezTo>
                  <a:lnTo>
                    <a:pt x="1196" y="3099"/>
                  </a:lnTo>
                  <a:cubicBezTo>
                    <a:pt x="1196" y="3063"/>
                    <a:pt x="1180" y="3031"/>
                    <a:pt x="1180" y="2998"/>
                  </a:cubicBezTo>
                  <a:lnTo>
                    <a:pt x="1180" y="2913"/>
                  </a:lnTo>
                  <a:cubicBezTo>
                    <a:pt x="1164" y="2877"/>
                    <a:pt x="1164" y="2829"/>
                    <a:pt x="1164" y="2776"/>
                  </a:cubicBezTo>
                  <a:cubicBezTo>
                    <a:pt x="1164" y="2760"/>
                    <a:pt x="1164" y="2744"/>
                    <a:pt x="1148" y="2744"/>
                  </a:cubicBezTo>
                  <a:close/>
                  <a:moveTo>
                    <a:pt x="303" y="3180"/>
                  </a:moveTo>
                  <a:lnTo>
                    <a:pt x="303" y="3317"/>
                  </a:lnTo>
                  <a:cubicBezTo>
                    <a:pt x="303" y="3350"/>
                    <a:pt x="303" y="3366"/>
                    <a:pt x="320" y="3382"/>
                  </a:cubicBezTo>
                  <a:lnTo>
                    <a:pt x="320" y="3317"/>
                  </a:lnTo>
                  <a:cubicBezTo>
                    <a:pt x="320" y="3265"/>
                    <a:pt x="320" y="3233"/>
                    <a:pt x="303" y="3180"/>
                  </a:cubicBezTo>
                  <a:close/>
                  <a:moveTo>
                    <a:pt x="1196" y="3216"/>
                  </a:moveTo>
                  <a:lnTo>
                    <a:pt x="1196" y="3265"/>
                  </a:lnTo>
                  <a:lnTo>
                    <a:pt x="1196" y="3317"/>
                  </a:lnTo>
                  <a:cubicBezTo>
                    <a:pt x="1212" y="3334"/>
                    <a:pt x="1212" y="3366"/>
                    <a:pt x="1212" y="3382"/>
                  </a:cubicBezTo>
                  <a:cubicBezTo>
                    <a:pt x="1212" y="3435"/>
                    <a:pt x="1212" y="3467"/>
                    <a:pt x="1229" y="3503"/>
                  </a:cubicBezTo>
                  <a:lnTo>
                    <a:pt x="1229" y="3382"/>
                  </a:lnTo>
                  <a:cubicBezTo>
                    <a:pt x="1229" y="3350"/>
                    <a:pt x="1212" y="3334"/>
                    <a:pt x="1212" y="3317"/>
                  </a:cubicBezTo>
                  <a:lnTo>
                    <a:pt x="1212" y="3265"/>
                  </a:lnTo>
                  <a:cubicBezTo>
                    <a:pt x="1212" y="3249"/>
                    <a:pt x="1212" y="3233"/>
                    <a:pt x="1196" y="3216"/>
                  </a:cubicBezTo>
                  <a:close/>
                  <a:moveTo>
                    <a:pt x="1229" y="3503"/>
                  </a:moveTo>
                  <a:lnTo>
                    <a:pt x="1229" y="3536"/>
                  </a:lnTo>
                  <a:lnTo>
                    <a:pt x="1229" y="3584"/>
                  </a:lnTo>
                  <a:lnTo>
                    <a:pt x="1229" y="3669"/>
                  </a:lnTo>
                  <a:lnTo>
                    <a:pt x="1249" y="3669"/>
                  </a:lnTo>
                  <a:lnTo>
                    <a:pt x="1249" y="3653"/>
                  </a:lnTo>
                  <a:lnTo>
                    <a:pt x="1249" y="3584"/>
                  </a:lnTo>
                  <a:lnTo>
                    <a:pt x="1249" y="3536"/>
                  </a:lnTo>
                  <a:cubicBezTo>
                    <a:pt x="1229" y="3519"/>
                    <a:pt x="1229" y="3519"/>
                    <a:pt x="1229" y="3503"/>
                  </a:cubicBezTo>
                  <a:close/>
                  <a:moveTo>
                    <a:pt x="1249" y="3669"/>
                  </a:moveTo>
                  <a:lnTo>
                    <a:pt x="1249" y="3738"/>
                  </a:lnTo>
                  <a:lnTo>
                    <a:pt x="1249" y="3770"/>
                  </a:lnTo>
                  <a:lnTo>
                    <a:pt x="1249" y="3806"/>
                  </a:lnTo>
                  <a:cubicBezTo>
                    <a:pt x="1265" y="3822"/>
                    <a:pt x="1265" y="3855"/>
                    <a:pt x="1265" y="3871"/>
                  </a:cubicBezTo>
                  <a:lnTo>
                    <a:pt x="1265" y="3806"/>
                  </a:lnTo>
                  <a:lnTo>
                    <a:pt x="1265" y="3770"/>
                  </a:lnTo>
                  <a:lnTo>
                    <a:pt x="1265" y="3738"/>
                  </a:lnTo>
                  <a:cubicBezTo>
                    <a:pt x="1265" y="3721"/>
                    <a:pt x="1265" y="3705"/>
                    <a:pt x="1249" y="3669"/>
                  </a:cubicBezTo>
                  <a:close/>
                  <a:moveTo>
                    <a:pt x="1265" y="3871"/>
                  </a:moveTo>
                  <a:lnTo>
                    <a:pt x="1265" y="3940"/>
                  </a:lnTo>
                  <a:cubicBezTo>
                    <a:pt x="1281" y="3972"/>
                    <a:pt x="1281" y="4024"/>
                    <a:pt x="1281" y="4057"/>
                  </a:cubicBezTo>
                  <a:cubicBezTo>
                    <a:pt x="1281" y="4089"/>
                    <a:pt x="1281" y="4125"/>
                    <a:pt x="1297" y="4158"/>
                  </a:cubicBezTo>
                  <a:lnTo>
                    <a:pt x="1297" y="4057"/>
                  </a:lnTo>
                  <a:cubicBezTo>
                    <a:pt x="1297" y="4008"/>
                    <a:pt x="1281" y="3972"/>
                    <a:pt x="1281" y="3940"/>
                  </a:cubicBezTo>
                  <a:cubicBezTo>
                    <a:pt x="1265" y="3923"/>
                    <a:pt x="1265" y="3907"/>
                    <a:pt x="1265" y="3871"/>
                  </a:cubicBezTo>
                  <a:close/>
                  <a:moveTo>
                    <a:pt x="320" y="3382"/>
                  </a:moveTo>
                  <a:lnTo>
                    <a:pt x="320" y="3402"/>
                  </a:lnTo>
                  <a:cubicBezTo>
                    <a:pt x="320" y="3451"/>
                    <a:pt x="340" y="3519"/>
                    <a:pt x="340" y="3568"/>
                  </a:cubicBezTo>
                  <a:lnTo>
                    <a:pt x="340" y="3637"/>
                  </a:lnTo>
                  <a:cubicBezTo>
                    <a:pt x="356" y="3705"/>
                    <a:pt x="356" y="3770"/>
                    <a:pt x="356" y="3822"/>
                  </a:cubicBezTo>
                  <a:cubicBezTo>
                    <a:pt x="372" y="3907"/>
                    <a:pt x="372" y="3988"/>
                    <a:pt x="388" y="4073"/>
                  </a:cubicBezTo>
                  <a:lnTo>
                    <a:pt x="388" y="4142"/>
                  </a:lnTo>
                  <a:cubicBezTo>
                    <a:pt x="388" y="4174"/>
                    <a:pt x="388" y="4210"/>
                    <a:pt x="404" y="4243"/>
                  </a:cubicBezTo>
                  <a:lnTo>
                    <a:pt x="404" y="4142"/>
                  </a:lnTo>
                  <a:lnTo>
                    <a:pt x="404" y="4073"/>
                  </a:lnTo>
                  <a:cubicBezTo>
                    <a:pt x="388" y="3988"/>
                    <a:pt x="388" y="3907"/>
                    <a:pt x="372" y="3822"/>
                  </a:cubicBezTo>
                  <a:cubicBezTo>
                    <a:pt x="372" y="3770"/>
                    <a:pt x="372" y="3705"/>
                    <a:pt x="356" y="3637"/>
                  </a:cubicBezTo>
                  <a:lnTo>
                    <a:pt x="356" y="3568"/>
                  </a:lnTo>
                  <a:cubicBezTo>
                    <a:pt x="340" y="3519"/>
                    <a:pt x="340" y="3451"/>
                    <a:pt x="340" y="3402"/>
                  </a:cubicBezTo>
                  <a:lnTo>
                    <a:pt x="320" y="3382"/>
                  </a:lnTo>
                  <a:close/>
                  <a:moveTo>
                    <a:pt x="404" y="4243"/>
                  </a:moveTo>
                  <a:lnTo>
                    <a:pt x="404" y="4344"/>
                  </a:lnTo>
                  <a:cubicBezTo>
                    <a:pt x="404" y="4360"/>
                    <a:pt x="421" y="4376"/>
                    <a:pt x="421" y="4392"/>
                  </a:cubicBezTo>
                  <a:lnTo>
                    <a:pt x="421" y="4344"/>
                  </a:lnTo>
                  <a:cubicBezTo>
                    <a:pt x="421" y="4311"/>
                    <a:pt x="421" y="4275"/>
                    <a:pt x="404" y="4243"/>
                  </a:cubicBezTo>
                  <a:close/>
                  <a:moveTo>
                    <a:pt x="421" y="4392"/>
                  </a:moveTo>
                  <a:lnTo>
                    <a:pt x="421" y="4428"/>
                  </a:lnTo>
                  <a:cubicBezTo>
                    <a:pt x="421" y="4445"/>
                    <a:pt x="441" y="4461"/>
                    <a:pt x="421" y="4493"/>
                  </a:cubicBezTo>
                  <a:cubicBezTo>
                    <a:pt x="441" y="4529"/>
                    <a:pt x="473" y="4529"/>
                    <a:pt x="489" y="4529"/>
                  </a:cubicBezTo>
                  <a:cubicBezTo>
                    <a:pt x="473" y="4513"/>
                    <a:pt x="457" y="4513"/>
                    <a:pt x="441" y="4493"/>
                  </a:cubicBezTo>
                  <a:lnTo>
                    <a:pt x="441" y="4412"/>
                  </a:lnTo>
                  <a:lnTo>
                    <a:pt x="421" y="4392"/>
                  </a:lnTo>
                  <a:close/>
                  <a:moveTo>
                    <a:pt x="489" y="4529"/>
                  </a:moveTo>
                  <a:cubicBezTo>
                    <a:pt x="606" y="4562"/>
                    <a:pt x="744" y="4594"/>
                    <a:pt x="877" y="4630"/>
                  </a:cubicBezTo>
                  <a:cubicBezTo>
                    <a:pt x="744" y="4594"/>
                    <a:pt x="623" y="4562"/>
                    <a:pt x="489" y="4529"/>
                  </a:cubicBezTo>
                  <a:close/>
                  <a:moveTo>
                    <a:pt x="877" y="4630"/>
                  </a:moveTo>
                  <a:lnTo>
                    <a:pt x="962" y="4663"/>
                  </a:lnTo>
                  <a:cubicBezTo>
                    <a:pt x="1010" y="4679"/>
                    <a:pt x="1063" y="4695"/>
                    <a:pt x="1111" y="4695"/>
                  </a:cubicBezTo>
                  <a:cubicBezTo>
                    <a:pt x="1063" y="4679"/>
                    <a:pt x="1010" y="4663"/>
                    <a:pt x="962" y="4646"/>
                  </a:cubicBezTo>
                  <a:lnTo>
                    <a:pt x="877" y="4630"/>
                  </a:lnTo>
                  <a:close/>
                  <a:moveTo>
                    <a:pt x="1297" y="4158"/>
                  </a:moveTo>
                  <a:lnTo>
                    <a:pt x="1297" y="4291"/>
                  </a:lnTo>
                  <a:cubicBezTo>
                    <a:pt x="1297" y="4311"/>
                    <a:pt x="1313" y="4344"/>
                    <a:pt x="1313" y="4360"/>
                  </a:cubicBezTo>
                  <a:lnTo>
                    <a:pt x="1313" y="4477"/>
                  </a:lnTo>
                  <a:lnTo>
                    <a:pt x="1313" y="4493"/>
                  </a:lnTo>
                  <a:cubicBezTo>
                    <a:pt x="1330" y="4513"/>
                    <a:pt x="1330" y="4529"/>
                    <a:pt x="1330" y="4545"/>
                  </a:cubicBezTo>
                  <a:lnTo>
                    <a:pt x="1330" y="4594"/>
                  </a:lnTo>
                  <a:lnTo>
                    <a:pt x="1330" y="4630"/>
                  </a:lnTo>
                  <a:cubicBezTo>
                    <a:pt x="1330" y="4663"/>
                    <a:pt x="1330" y="4679"/>
                    <a:pt x="1350" y="4695"/>
                  </a:cubicBezTo>
                  <a:cubicBezTo>
                    <a:pt x="1366" y="4715"/>
                    <a:pt x="1350" y="4731"/>
                    <a:pt x="1350" y="4747"/>
                  </a:cubicBezTo>
                  <a:cubicBezTo>
                    <a:pt x="1366" y="4731"/>
                    <a:pt x="1366" y="4715"/>
                    <a:pt x="1366" y="4695"/>
                  </a:cubicBezTo>
                  <a:cubicBezTo>
                    <a:pt x="1350" y="4679"/>
                    <a:pt x="1350" y="4663"/>
                    <a:pt x="1350" y="4630"/>
                  </a:cubicBezTo>
                  <a:lnTo>
                    <a:pt x="1350" y="4594"/>
                  </a:lnTo>
                  <a:lnTo>
                    <a:pt x="1350" y="4545"/>
                  </a:lnTo>
                  <a:cubicBezTo>
                    <a:pt x="1350" y="4529"/>
                    <a:pt x="1350" y="4513"/>
                    <a:pt x="1330" y="4493"/>
                  </a:cubicBezTo>
                  <a:lnTo>
                    <a:pt x="1330" y="4477"/>
                  </a:lnTo>
                  <a:lnTo>
                    <a:pt x="1330" y="4360"/>
                  </a:lnTo>
                  <a:cubicBezTo>
                    <a:pt x="1313" y="4344"/>
                    <a:pt x="1313" y="4311"/>
                    <a:pt x="1313" y="4291"/>
                  </a:cubicBezTo>
                  <a:cubicBezTo>
                    <a:pt x="1313" y="4243"/>
                    <a:pt x="1313" y="4210"/>
                    <a:pt x="1297" y="4158"/>
                  </a:cubicBezTo>
                  <a:close/>
                  <a:moveTo>
                    <a:pt x="1112" y="4695"/>
                  </a:moveTo>
                  <a:cubicBezTo>
                    <a:pt x="1181" y="4715"/>
                    <a:pt x="1249" y="4731"/>
                    <a:pt x="1313" y="4764"/>
                  </a:cubicBezTo>
                  <a:lnTo>
                    <a:pt x="1330" y="4764"/>
                  </a:lnTo>
                  <a:cubicBezTo>
                    <a:pt x="1350" y="4764"/>
                    <a:pt x="1350" y="4764"/>
                    <a:pt x="1350" y="4747"/>
                  </a:cubicBezTo>
                  <a:lnTo>
                    <a:pt x="1313" y="4747"/>
                  </a:lnTo>
                  <a:cubicBezTo>
                    <a:pt x="1249" y="4731"/>
                    <a:pt x="1181" y="4715"/>
                    <a:pt x="1112" y="46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9"/>
            <p:cNvSpPr/>
            <p:nvPr/>
          </p:nvSpPr>
          <p:spPr>
            <a:xfrm>
              <a:off x="1311217" y="793603"/>
              <a:ext cx="40227" cy="81943"/>
            </a:xfrm>
            <a:custGeom>
              <a:rect b="b" l="l" r="r" t="t"/>
              <a:pathLst>
                <a:path extrusionOk="0" h="825" w="405">
                  <a:moveTo>
                    <a:pt x="0" y="1"/>
                  </a:moveTo>
                  <a:lnTo>
                    <a:pt x="0" y="17"/>
                  </a:lnTo>
                  <a:cubicBezTo>
                    <a:pt x="33" y="53"/>
                    <a:pt x="69" y="53"/>
                    <a:pt x="101" y="70"/>
                  </a:cubicBezTo>
                  <a:lnTo>
                    <a:pt x="134" y="70"/>
                  </a:lnTo>
                  <a:cubicBezTo>
                    <a:pt x="117" y="53"/>
                    <a:pt x="117" y="53"/>
                    <a:pt x="101" y="53"/>
                  </a:cubicBezTo>
                  <a:cubicBezTo>
                    <a:pt x="69" y="37"/>
                    <a:pt x="33" y="37"/>
                    <a:pt x="16" y="1"/>
                  </a:cubicBezTo>
                  <a:close/>
                  <a:moveTo>
                    <a:pt x="134" y="70"/>
                  </a:moveTo>
                  <a:lnTo>
                    <a:pt x="134" y="70"/>
                  </a:lnTo>
                  <a:cubicBezTo>
                    <a:pt x="186" y="86"/>
                    <a:pt x="235" y="118"/>
                    <a:pt x="303" y="138"/>
                  </a:cubicBezTo>
                  <a:lnTo>
                    <a:pt x="319" y="138"/>
                  </a:lnTo>
                  <a:cubicBezTo>
                    <a:pt x="336" y="138"/>
                    <a:pt x="356" y="138"/>
                    <a:pt x="372" y="154"/>
                  </a:cubicBezTo>
                  <a:cubicBezTo>
                    <a:pt x="388" y="171"/>
                    <a:pt x="388" y="187"/>
                    <a:pt x="388" y="187"/>
                  </a:cubicBezTo>
                  <a:cubicBezTo>
                    <a:pt x="372" y="219"/>
                    <a:pt x="372" y="272"/>
                    <a:pt x="372" y="304"/>
                  </a:cubicBezTo>
                  <a:lnTo>
                    <a:pt x="372" y="340"/>
                  </a:lnTo>
                  <a:cubicBezTo>
                    <a:pt x="372" y="389"/>
                    <a:pt x="372" y="441"/>
                    <a:pt x="356" y="490"/>
                  </a:cubicBezTo>
                  <a:lnTo>
                    <a:pt x="356" y="591"/>
                  </a:lnTo>
                  <a:lnTo>
                    <a:pt x="356" y="659"/>
                  </a:lnTo>
                  <a:lnTo>
                    <a:pt x="356" y="708"/>
                  </a:lnTo>
                  <a:cubicBezTo>
                    <a:pt x="356" y="692"/>
                    <a:pt x="356" y="676"/>
                    <a:pt x="372" y="659"/>
                  </a:cubicBezTo>
                  <a:lnTo>
                    <a:pt x="372" y="591"/>
                  </a:lnTo>
                  <a:lnTo>
                    <a:pt x="372" y="490"/>
                  </a:lnTo>
                  <a:cubicBezTo>
                    <a:pt x="372" y="441"/>
                    <a:pt x="388" y="389"/>
                    <a:pt x="388" y="340"/>
                  </a:cubicBezTo>
                  <a:lnTo>
                    <a:pt x="388" y="304"/>
                  </a:lnTo>
                  <a:cubicBezTo>
                    <a:pt x="388" y="272"/>
                    <a:pt x="388" y="239"/>
                    <a:pt x="404" y="203"/>
                  </a:cubicBezTo>
                  <a:cubicBezTo>
                    <a:pt x="404" y="187"/>
                    <a:pt x="388" y="171"/>
                    <a:pt x="388" y="154"/>
                  </a:cubicBezTo>
                  <a:cubicBezTo>
                    <a:pt x="356" y="138"/>
                    <a:pt x="336" y="118"/>
                    <a:pt x="319" y="118"/>
                  </a:cubicBezTo>
                  <a:lnTo>
                    <a:pt x="303" y="118"/>
                  </a:lnTo>
                  <a:cubicBezTo>
                    <a:pt x="255" y="102"/>
                    <a:pt x="186" y="86"/>
                    <a:pt x="134" y="70"/>
                  </a:cubicBezTo>
                  <a:close/>
                  <a:moveTo>
                    <a:pt x="356" y="708"/>
                  </a:moveTo>
                  <a:cubicBezTo>
                    <a:pt x="336" y="708"/>
                    <a:pt x="336" y="724"/>
                    <a:pt x="336" y="724"/>
                  </a:cubicBezTo>
                  <a:lnTo>
                    <a:pt x="336" y="776"/>
                  </a:lnTo>
                  <a:cubicBezTo>
                    <a:pt x="336" y="793"/>
                    <a:pt x="336" y="809"/>
                    <a:pt x="356" y="825"/>
                  </a:cubicBezTo>
                  <a:lnTo>
                    <a:pt x="356" y="776"/>
                  </a:lnTo>
                  <a:lnTo>
                    <a:pt x="356" y="724"/>
                  </a:lnTo>
                  <a:lnTo>
                    <a:pt x="356" y="70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9"/>
            <p:cNvSpPr/>
            <p:nvPr/>
          </p:nvSpPr>
          <p:spPr>
            <a:xfrm>
              <a:off x="1939945" y="220299"/>
              <a:ext cx="299465" cy="152166"/>
            </a:xfrm>
            <a:custGeom>
              <a:rect b="b" l="l" r="r" t="t"/>
              <a:pathLst>
                <a:path extrusionOk="0" h="1532" w="3015">
                  <a:moveTo>
                    <a:pt x="49" y="0"/>
                  </a:moveTo>
                  <a:cubicBezTo>
                    <a:pt x="33" y="0"/>
                    <a:pt x="17" y="0"/>
                    <a:pt x="0" y="16"/>
                  </a:cubicBezTo>
                  <a:lnTo>
                    <a:pt x="0" y="53"/>
                  </a:lnTo>
                  <a:cubicBezTo>
                    <a:pt x="17" y="69"/>
                    <a:pt x="17" y="101"/>
                    <a:pt x="17" y="117"/>
                  </a:cubicBezTo>
                  <a:lnTo>
                    <a:pt x="17" y="53"/>
                  </a:lnTo>
                  <a:lnTo>
                    <a:pt x="17" y="16"/>
                  </a:lnTo>
                  <a:lnTo>
                    <a:pt x="49" y="16"/>
                  </a:lnTo>
                  <a:cubicBezTo>
                    <a:pt x="65" y="16"/>
                    <a:pt x="85" y="16"/>
                    <a:pt x="85" y="32"/>
                  </a:cubicBezTo>
                  <a:lnTo>
                    <a:pt x="101" y="32"/>
                  </a:lnTo>
                  <a:cubicBezTo>
                    <a:pt x="251" y="101"/>
                    <a:pt x="404" y="154"/>
                    <a:pt x="570" y="218"/>
                  </a:cubicBezTo>
                  <a:cubicBezTo>
                    <a:pt x="655" y="255"/>
                    <a:pt x="740" y="287"/>
                    <a:pt x="825" y="319"/>
                  </a:cubicBezTo>
                  <a:cubicBezTo>
                    <a:pt x="893" y="356"/>
                    <a:pt x="974" y="372"/>
                    <a:pt x="1059" y="404"/>
                  </a:cubicBezTo>
                  <a:cubicBezTo>
                    <a:pt x="1111" y="436"/>
                    <a:pt x="1176" y="457"/>
                    <a:pt x="1245" y="489"/>
                  </a:cubicBezTo>
                  <a:cubicBezTo>
                    <a:pt x="1330" y="505"/>
                    <a:pt x="1398" y="537"/>
                    <a:pt x="1479" y="574"/>
                  </a:cubicBezTo>
                  <a:cubicBezTo>
                    <a:pt x="1515" y="590"/>
                    <a:pt x="1531" y="606"/>
                    <a:pt x="1564" y="606"/>
                  </a:cubicBezTo>
                  <a:cubicBezTo>
                    <a:pt x="1616" y="622"/>
                    <a:pt x="1665" y="659"/>
                    <a:pt x="1717" y="675"/>
                  </a:cubicBezTo>
                  <a:cubicBezTo>
                    <a:pt x="1766" y="691"/>
                    <a:pt x="1802" y="707"/>
                    <a:pt x="1851" y="723"/>
                  </a:cubicBezTo>
                  <a:cubicBezTo>
                    <a:pt x="1883" y="739"/>
                    <a:pt x="1919" y="760"/>
                    <a:pt x="1968" y="760"/>
                  </a:cubicBezTo>
                  <a:cubicBezTo>
                    <a:pt x="1935" y="739"/>
                    <a:pt x="1883" y="723"/>
                    <a:pt x="1851" y="707"/>
                  </a:cubicBezTo>
                  <a:cubicBezTo>
                    <a:pt x="1818" y="691"/>
                    <a:pt x="1766" y="675"/>
                    <a:pt x="1733" y="659"/>
                  </a:cubicBezTo>
                  <a:cubicBezTo>
                    <a:pt x="1681" y="638"/>
                    <a:pt x="1616" y="622"/>
                    <a:pt x="1564" y="590"/>
                  </a:cubicBezTo>
                  <a:cubicBezTo>
                    <a:pt x="1548" y="590"/>
                    <a:pt x="1515" y="574"/>
                    <a:pt x="1479" y="558"/>
                  </a:cubicBezTo>
                  <a:cubicBezTo>
                    <a:pt x="1414" y="537"/>
                    <a:pt x="1330" y="505"/>
                    <a:pt x="1245" y="473"/>
                  </a:cubicBezTo>
                  <a:cubicBezTo>
                    <a:pt x="1176" y="436"/>
                    <a:pt x="1128" y="420"/>
                    <a:pt x="1059" y="388"/>
                  </a:cubicBezTo>
                  <a:cubicBezTo>
                    <a:pt x="974" y="372"/>
                    <a:pt x="909" y="335"/>
                    <a:pt x="825" y="303"/>
                  </a:cubicBezTo>
                  <a:cubicBezTo>
                    <a:pt x="740" y="271"/>
                    <a:pt x="655" y="234"/>
                    <a:pt x="570" y="202"/>
                  </a:cubicBezTo>
                  <a:cubicBezTo>
                    <a:pt x="421" y="154"/>
                    <a:pt x="251" y="85"/>
                    <a:pt x="101" y="16"/>
                  </a:cubicBezTo>
                  <a:cubicBezTo>
                    <a:pt x="85" y="16"/>
                    <a:pt x="65" y="0"/>
                    <a:pt x="49" y="0"/>
                  </a:cubicBezTo>
                  <a:close/>
                  <a:moveTo>
                    <a:pt x="1968" y="760"/>
                  </a:moveTo>
                  <a:cubicBezTo>
                    <a:pt x="2069" y="808"/>
                    <a:pt x="2170" y="840"/>
                    <a:pt x="2271" y="893"/>
                  </a:cubicBezTo>
                  <a:cubicBezTo>
                    <a:pt x="2323" y="909"/>
                    <a:pt x="2372" y="925"/>
                    <a:pt x="2408" y="941"/>
                  </a:cubicBezTo>
                  <a:cubicBezTo>
                    <a:pt x="2457" y="962"/>
                    <a:pt x="2489" y="978"/>
                    <a:pt x="2541" y="994"/>
                  </a:cubicBezTo>
                  <a:cubicBezTo>
                    <a:pt x="2659" y="1026"/>
                    <a:pt x="2776" y="1079"/>
                    <a:pt x="2893" y="1127"/>
                  </a:cubicBezTo>
                  <a:cubicBezTo>
                    <a:pt x="2893" y="1127"/>
                    <a:pt x="2913" y="1127"/>
                    <a:pt x="2929" y="1143"/>
                  </a:cubicBezTo>
                  <a:cubicBezTo>
                    <a:pt x="2945" y="1143"/>
                    <a:pt x="2978" y="1164"/>
                    <a:pt x="2994" y="1180"/>
                  </a:cubicBezTo>
                  <a:lnTo>
                    <a:pt x="3014" y="1180"/>
                  </a:lnTo>
                  <a:lnTo>
                    <a:pt x="3014" y="1164"/>
                  </a:lnTo>
                  <a:cubicBezTo>
                    <a:pt x="2978" y="1143"/>
                    <a:pt x="2962" y="1127"/>
                    <a:pt x="2929" y="1127"/>
                  </a:cubicBezTo>
                  <a:cubicBezTo>
                    <a:pt x="2913" y="1127"/>
                    <a:pt x="2893" y="1127"/>
                    <a:pt x="2893" y="1111"/>
                  </a:cubicBezTo>
                  <a:cubicBezTo>
                    <a:pt x="2776" y="1063"/>
                    <a:pt x="2659" y="1026"/>
                    <a:pt x="2541" y="978"/>
                  </a:cubicBezTo>
                  <a:cubicBezTo>
                    <a:pt x="2509" y="962"/>
                    <a:pt x="2457" y="941"/>
                    <a:pt x="2408" y="925"/>
                  </a:cubicBezTo>
                  <a:cubicBezTo>
                    <a:pt x="2372" y="909"/>
                    <a:pt x="2323" y="893"/>
                    <a:pt x="2287" y="877"/>
                  </a:cubicBezTo>
                  <a:cubicBezTo>
                    <a:pt x="2186" y="840"/>
                    <a:pt x="2069" y="792"/>
                    <a:pt x="1968" y="760"/>
                  </a:cubicBezTo>
                  <a:close/>
                  <a:moveTo>
                    <a:pt x="17" y="117"/>
                  </a:moveTo>
                  <a:lnTo>
                    <a:pt x="17" y="388"/>
                  </a:lnTo>
                  <a:lnTo>
                    <a:pt x="17" y="521"/>
                  </a:lnTo>
                  <a:lnTo>
                    <a:pt x="17" y="622"/>
                  </a:lnTo>
                  <a:lnTo>
                    <a:pt x="17" y="723"/>
                  </a:lnTo>
                  <a:lnTo>
                    <a:pt x="17" y="792"/>
                  </a:lnTo>
                  <a:lnTo>
                    <a:pt x="17" y="1026"/>
                  </a:lnTo>
                  <a:lnTo>
                    <a:pt x="17" y="1313"/>
                  </a:lnTo>
                  <a:lnTo>
                    <a:pt x="17" y="1515"/>
                  </a:lnTo>
                  <a:lnTo>
                    <a:pt x="17" y="1531"/>
                  </a:lnTo>
                  <a:lnTo>
                    <a:pt x="33" y="1531"/>
                  </a:lnTo>
                  <a:lnTo>
                    <a:pt x="33" y="1515"/>
                  </a:lnTo>
                  <a:lnTo>
                    <a:pt x="33" y="1313"/>
                  </a:lnTo>
                  <a:lnTo>
                    <a:pt x="33" y="1026"/>
                  </a:lnTo>
                  <a:lnTo>
                    <a:pt x="33" y="792"/>
                  </a:lnTo>
                  <a:lnTo>
                    <a:pt x="33" y="723"/>
                  </a:lnTo>
                  <a:lnTo>
                    <a:pt x="33" y="622"/>
                  </a:lnTo>
                  <a:lnTo>
                    <a:pt x="33" y="521"/>
                  </a:lnTo>
                  <a:lnTo>
                    <a:pt x="33" y="388"/>
                  </a:lnTo>
                  <a:cubicBezTo>
                    <a:pt x="17" y="303"/>
                    <a:pt x="17" y="202"/>
                    <a:pt x="17" y="1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9"/>
            <p:cNvSpPr/>
            <p:nvPr/>
          </p:nvSpPr>
          <p:spPr>
            <a:xfrm>
              <a:off x="2530134" y="674909"/>
              <a:ext cx="33473" cy="10131"/>
            </a:xfrm>
            <a:custGeom>
              <a:rect b="b" l="l" r="r" t="t"/>
              <a:pathLst>
                <a:path extrusionOk="0" h="102" w="337">
                  <a:moveTo>
                    <a:pt x="1" y="0"/>
                  </a:moveTo>
                  <a:lnTo>
                    <a:pt x="1" y="20"/>
                  </a:lnTo>
                  <a:cubicBezTo>
                    <a:pt x="49" y="20"/>
                    <a:pt x="82" y="36"/>
                    <a:pt x="118" y="53"/>
                  </a:cubicBezTo>
                  <a:cubicBezTo>
                    <a:pt x="134" y="53"/>
                    <a:pt x="150" y="53"/>
                    <a:pt x="183" y="69"/>
                  </a:cubicBezTo>
                  <a:lnTo>
                    <a:pt x="203" y="69"/>
                  </a:lnTo>
                  <a:cubicBezTo>
                    <a:pt x="251" y="85"/>
                    <a:pt x="284" y="101"/>
                    <a:pt x="320" y="101"/>
                  </a:cubicBezTo>
                  <a:lnTo>
                    <a:pt x="336" y="101"/>
                  </a:lnTo>
                  <a:cubicBezTo>
                    <a:pt x="284" y="85"/>
                    <a:pt x="251" y="69"/>
                    <a:pt x="219" y="53"/>
                  </a:cubicBezTo>
                  <a:lnTo>
                    <a:pt x="183" y="53"/>
                  </a:lnTo>
                  <a:cubicBezTo>
                    <a:pt x="166" y="53"/>
                    <a:pt x="134" y="36"/>
                    <a:pt x="118" y="36"/>
                  </a:cubicBezTo>
                  <a:cubicBezTo>
                    <a:pt x="82" y="20"/>
                    <a:pt x="4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9"/>
            <p:cNvSpPr/>
            <p:nvPr/>
          </p:nvSpPr>
          <p:spPr>
            <a:xfrm>
              <a:off x="2344396" y="588199"/>
              <a:ext cx="8542" cy="3278"/>
            </a:xfrm>
            <a:custGeom>
              <a:rect b="b" l="l" r="r" t="t"/>
              <a:pathLst>
                <a:path extrusionOk="0" h="33" w="86">
                  <a:moveTo>
                    <a:pt x="0" y="1"/>
                  </a:moveTo>
                  <a:cubicBezTo>
                    <a:pt x="0" y="17"/>
                    <a:pt x="17" y="17"/>
                    <a:pt x="33" y="17"/>
                  </a:cubicBezTo>
                  <a:cubicBezTo>
                    <a:pt x="53" y="17"/>
                    <a:pt x="69" y="33"/>
                    <a:pt x="85" y="33"/>
                  </a:cubicBezTo>
                  <a:lnTo>
                    <a:pt x="85" y="17"/>
                  </a:lnTo>
                  <a:cubicBezTo>
                    <a:pt x="69" y="17"/>
                    <a:pt x="53" y="17"/>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9"/>
            <p:cNvSpPr/>
            <p:nvPr/>
          </p:nvSpPr>
          <p:spPr>
            <a:xfrm>
              <a:off x="1941534" y="372365"/>
              <a:ext cx="6953" cy="352802"/>
            </a:xfrm>
            <a:custGeom>
              <a:rect b="b" l="l" r="r" t="t"/>
              <a:pathLst>
                <a:path extrusionOk="0" h="3552" w="70">
                  <a:moveTo>
                    <a:pt x="1" y="0"/>
                  </a:moveTo>
                  <a:lnTo>
                    <a:pt x="1" y="37"/>
                  </a:lnTo>
                  <a:cubicBezTo>
                    <a:pt x="17" y="53"/>
                    <a:pt x="17" y="85"/>
                    <a:pt x="17" y="117"/>
                  </a:cubicBezTo>
                  <a:cubicBezTo>
                    <a:pt x="33" y="85"/>
                    <a:pt x="33" y="53"/>
                    <a:pt x="17" y="16"/>
                  </a:cubicBezTo>
                  <a:lnTo>
                    <a:pt x="33" y="0"/>
                  </a:lnTo>
                  <a:close/>
                  <a:moveTo>
                    <a:pt x="17" y="154"/>
                  </a:moveTo>
                  <a:lnTo>
                    <a:pt x="17" y="303"/>
                  </a:lnTo>
                  <a:cubicBezTo>
                    <a:pt x="33" y="255"/>
                    <a:pt x="33" y="202"/>
                    <a:pt x="17" y="154"/>
                  </a:cubicBezTo>
                  <a:close/>
                  <a:moveTo>
                    <a:pt x="17" y="303"/>
                  </a:moveTo>
                  <a:lnTo>
                    <a:pt x="17" y="441"/>
                  </a:lnTo>
                  <a:lnTo>
                    <a:pt x="17" y="574"/>
                  </a:lnTo>
                  <a:lnTo>
                    <a:pt x="17" y="744"/>
                  </a:lnTo>
                  <a:lnTo>
                    <a:pt x="17" y="845"/>
                  </a:lnTo>
                  <a:lnTo>
                    <a:pt x="17" y="909"/>
                  </a:lnTo>
                  <a:lnTo>
                    <a:pt x="17" y="946"/>
                  </a:lnTo>
                  <a:lnTo>
                    <a:pt x="17" y="1095"/>
                  </a:lnTo>
                  <a:lnTo>
                    <a:pt x="17" y="1164"/>
                  </a:lnTo>
                  <a:lnTo>
                    <a:pt x="17" y="1281"/>
                  </a:lnTo>
                  <a:lnTo>
                    <a:pt x="17" y="1467"/>
                  </a:lnTo>
                  <a:cubicBezTo>
                    <a:pt x="17" y="1531"/>
                    <a:pt x="17" y="1600"/>
                    <a:pt x="33" y="1652"/>
                  </a:cubicBezTo>
                  <a:lnTo>
                    <a:pt x="33" y="1467"/>
                  </a:lnTo>
                  <a:lnTo>
                    <a:pt x="33" y="1281"/>
                  </a:lnTo>
                  <a:lnTo>
                    <a:pt x="33" y="1164"/>
                  </a:lnTo>
                  <a:lnTo>
                    <a:pt x="33" y="1095"/>
                  </a:lnTo>
                  <a:lnTo>
                    <a:pt x="33" y="925"/>
                  </a:lnTo>
                  <a:lnTo>
                    <a:pt x="33" y="909"/>
                  </a:lnTo>
                  <a:lnTo>
                    <a:pt x="33" y="845"/>
                  </a:lnTo>
                  <a:lnTo>
                    <a:pt x="33" y="744"/>
                  </a:lnTo>
                  <a:lnTo>
                    <a:pt x="33" y="574"/>
                  </a:lnTo>
                  <a:lnTo>
                    <a:pt x="33" y="441"/>
                  </a:lnTo>
                  <a:cubicBezTo>
                    <a:pt x="17" y="388"/>
                    <a:pt x="17" y="356"/>
                    <a:pt x="17" y="303"/>
                  </a:cubicBezTo>
                  <a:close/>
                  <a:moveTo>
                    <a:pt x="33" y="1717"/>
                  </a:moveTo>
                  <a:lnTo>
                    <a:pt x="33" y="1834"/>
                  </a:lnTo>
                  <a:lnTo>
                    <a:pt x="33" y="1887"/>
                  </a:lnTo>
                  <a:lnTo>
                    <a:pt x="33" y="1919"/>
                  </a:lnTo>
                  <a:lnTo>
                    <a:pt x="33" y="2073"/>
                  </a:lnTo>
                  <a:lnTo>
                    <a:pt x="33" y="2323"/>
                  </a:lnTo>
                  <a:lnTo>
                    <a:pt x="33" y="2541"/>
                  </a:lnTo>
                  <a:lnTo>
                    <a:pt x="33" y="2743"/>
                  </a:lnTo>
                  <a:cubicBezTo>
                    <a:pt x="49" y="2929"/>
                    <a:pt x="49" y="3099"/>
                    <a:pt x="49" y="3284"/>
                  </a:cubicBezTo>
                  <a:lnTo>
                    <a:pt x="49" y="2743"/>
                  </a:lnTo>
                  <a:lnTo>
                    <a:pt x="49" y="2541"/>
                  </a:lnTo>
                  <a:lnTo>
                    <a:pt x="49" y="2323"/>
                  </a:lnTo>
                  <a:lnTo>
                    <a:pt x="49" y="2073"/>
                  </a:lnTo>
                  <a:lnTo>
                    <a:pt x="49" y="1919"/>
                  </a:lnTo>
                  <a:lnTo>
                    <a:pt x="49" y="1887"/>
                  </a:lnTo>
                  <a:lnTo>
                    <a:pt x="49" y="1834"/>
                  </a:lnTo>
                  <a:cubicBezTo>
                    <a:pt x="33" y="1802"/>
                    <a:pt x="33" y="1753"/>
                    <a:pt x="33" y="1717"/>
                  </a:cubicBezTo>
                  <a:close/>
                  <a:moveTo>
                    <a:pt x="49" y="3284"/>
                  </a:moveTo>
                  <a:lnTo>
                    <a:pt x="49" y="3470"/>
                  </a:lnTo>
                  <a:lnTo>
                    <a:pt x="49" y="3551"/>
                  </a:lnTo>
                  <a:lnTo>
                    <a:pt x="69" y="3551"/>
                  </a:lnTo>
                  <a:lnTo>
                    <a:pt x="69" y="3470"/>
                  </a:lnTo>
                  <a:cubicBezTo>
                    <a:pt x="69" y="3418"/>
                    <a:pt x="49" y="3349"/>
                    <a:pt x="49" y="32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9"/>
            <p:cNvSpPr/>
            <p:nvPr/>
          </p:nvSpPr>
          <p:spPr>
            <a:xfrm>
              <a:off x="1672363" y="649979"/>
              <a:ext cx="63469" cy="40227"/>
            </a:xfrm>
            <a:custGeom>
              <a:rect b="b" l="l" r="r" t="t"/>
              <a:pathLst>
                <a:path extrusionOk="0" h="405" w="639">
                  <a:moveTo>
                    <a:pt x="622" y="1"/>
                  </a:moveTo>
                  <a:cubicBezTo>
                    <a:pt x="590" y="1"/>
                    <a:pt x="557" y="33"/>
                    <a:pt x="521" y="49"/>
                  </a:cubicBezTo>
                  <a:lnTo>
                    <a:pt x="505" y="69"/>
                  </a:lnTo>
                  <a:cubicBezTo>
                    <a:pt x="420" y="118"/>
                    <a:pt x="355" y="170"/>
                    <a:pt x="287" y="203"/>
                  </a:cubicBezTo>
                  <a:cubicBezTo>
                    <a:pt x="271" y="219"/>
                    <a:pt x="234" y="235"/>
                    <a:pt x="218" y="251"/>
                  </a:cubicBezTo>
                  <a:cubicBezTo>
                    <a:pt x="170" y="287"/>
                    <a:pt x="117" y="320"/>
                    <a:pt x="69" y="352"/>
                  </a:cubicBezTo>
                  <a:lnTo>
                    <a:pt x="16" y="388"/>
                  </a:lnTo>
                  <a:lnTo>
                    <a:pt x="0" y="405"/>
                  </a:lnTo>
                  <a:lnTo>
                    <a:pt x="16" y="405"/>
                  </a:lnTo>
                  <a:lnTo>
                    <a:pt x="85" y="372"/>
                  </a:lnTo>
                  <a:cubicBezTo>
                    <a:pt x="133" y="336"/>
                    <a:pt x="170" y="304"/>
                    <a:pt x="218" y="271"/>
                  </a:cubicBezTo>
                  <a:cubicBezTo>
                    <a:pt x="254" y="251"/>
                    <a:pt x="271" y="235"/>
                    <a:pt x="303" y="219"/>
                  </a:cubicBezTo>
                  <a:cubicBezTo>
                    <a:pt x="372" y="170"/>
                    <a:pt x="436" y="118"/>
                    <a:pt x="505" y="86"/>
                  </a:cubicBezTo>
                  <a:cubicBezTo>
                    <a:pt x="521" y="69"/>
                    <a:pt x="521" y="69"/>
                    <a:pt x="537" y="49"/>
                  </a:cubicBezTo>
                  <a:cubicBezTo>
                    <a:pt x="574" y="33"/>
                    <a:pt x="590" y="17"/>
                    <a:pt x="622" y="17"/>
                  </a:cubicBezTo>
                  <a:lnTo>
                    <a:pt x="6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9"/>
            <p:cNvSpPr/>
            <p:nvPr/>
          </p:nvSpPr>
          <p:spPr>
            <a:xfrm>
              <a:off x="1675542" y="576578"/>
              <a:ext cx="62277" cy="43405"/>
            </a:xfrm>
            <a:custGeom>
              <a:rect b="b" l="l" r="r" t="t"/>
              <a:pathLst>
                <a:path extrusionOk="0" h="437" w="627">
                  <a:moveTo>
                    <a:pt x="606" y="0"/>
                  </a:moveTo>
                  <a:cubicBezTo>
                    <a:pt x="590" y="0"/>
                    <a:pt x="574" y="17"/>
                    <a:pt x="542" y="33"/>
                  </a:cubicBezTo>
                  <a:lnTo>
                    <a:pt x="542" y="49"/>
                  </a:lnTo>
                  <a:cubicBezTo>
                    <a:pt x="404" y="134"/>
                    <a:pt x="271" y="235"/>
                    <a:pt x="138" y="336"/>
                  </a:cubicBezTo>
                  <a:lnTo>
                    <a:pt x="21" y="421"/>
                  </a:lnTo>
                  <a:lnTo>
                    <a:pt x="0" y="437"/>
                  </a:lnTo>
                  <a:lnTo>
                    <a:pt x="21" y="437"/>
                  </a:lnTo>
                  <a:lnTo>
                    <a:pt x="138" y="352"/>
                  </a:lnTo>
                  <a:cubicBezTo>
                    <a:pt x="271" y="251"/>
                    <a:pt x="404" y="150"/>
                    <a:pt x="558" y="49"/>
                  </a:cubicBezTo>
                  <a:cubicBezTo>
                    <a:pt x="574" y="33"/>
                    <a:pt x="590" y="17"/>
                    <a:pt x="626" y="17"/>
                  </a:cubicBezTo>
                  <a:lnTo>
                    <a:pt x="6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9"/>
            <p:cNvSpPr/>
            <p:nvPr/>
          </p:nvSpPr>
          <p:spPr>
            <a:xfrm>
              <a:off x="2269406" y="422525"/>
              <a:ext cx="91975" cy="36949"/>
            </a:xfrm>
            <a:custGeom>
              <a:rect b="b" l="l" r="r" t="t"/>
              <a:pathLst>
                <a:path extrusionOk="0" h="372" w="926">
                  <a:moveTo>
                    <a:pt x="0" y="0"/>
                  </a:moveTo>
                  <a:lnTo>
                    <a:pt x="0" y="16"/>
                  </a:lnTo>
                  <a:cubicBezTo>
                    <a:pt x="49" y="37"/>
                    <a:pt x="81" y="53"/>
                    <a:pt x="117" y="53"/>
                  </a:cubicBezTo>
                  <a:cubicBezTo>
                    <a:pt x="81" y="37"/>
                    <a:pt x="49" y="16"/>
                    <a:pt x="0" y="0"/>
                  </a:cubicBezTo>
                  <a:close/>
                  <a:moveTo>
                    <a:pt x="117" y="53"/>
                  </a:moveTo>
                  <a:cubicBezTo>
                    <a:pt x="133" y="69"/>
                    <a:pt x="149" y="69"/>
                    <a:pt x="166" y="85"/>
                  </a:cubicBezTo>
                  <a:cubicBezTo>
                    <a:pt x="202" y="85"/>
                    <a:pt x="234" y="101"/>
                    <a:pt x="283" y="117"/>
                  </a:cubicBezTo>
                  <a:cubicBezTo>
                    <a:pt x="319" y="138"/>
                    <a:pt x="351" y="154"/>
                    <a:pt x="404" y="170"/>
                  </a:cubicBezTo>
                  <a:cubicBezTo>
                    <a:pt x="521" y="218"/>
                    <a:pt x="638" y="271"/>
                    <a:pt x="739" y="303"/>
                  </a:cubicBezTo>
                  <a:cubicBezTo>
                    <a:pt x="788" y="319"/>
                    <a:pt x="824" y="340"/>
                    <a:pt x="856" y="356"/>
                  </a:cubicBezTo>
                  <a:cubicBezTo>
                    <a:pt x="873" y="356"/>
                    <a:pt x="909" y="356"/>
                    <a:pt x="925" y="372"/>
                  </a:cubicBezTo>
                  <a:lnTo>
                    <a:pt x="925" y="356"/>
                  </a:lnTo>
                  <a:cubicBezTo>
                    <a:pt x="909" y="356"/>
                    <a:pt x="889" y="340"/>
                    <a:pt x="873" y="340"/>
                  </a:cubicBezTo>
                  <a:cubicBezTo>
                    <a:pt x="824" y="319"/>
                    <a:pt x="788" y="303"/>
                    <a:pt x="755" y="287"/>
                  </a:cubicBezTo>
                  <a:cubicBezTo>
                    <a:pt x="638" y="255"/>
                    <a:pt x="521" y="202"/>
                    <a:pt x="404" y="154"/>
                  </a:cubicBezTo>
                  <a:cubicBezTo>
                    <a:pt x="368" y="138"/>
                    <a:pt x="319" y="117"/>
                    <a:pt x="283" y="101"/>
                  </a:cubicBezTo>
                  <a:cubicBezTo>
                    <a:pt x="250" y="101"/>
                    <a:pt x="202" y="85"/>
                    <a:pt x="166" y="69"/>
                  </a:cubicBezTo>
                  <a:cubicBezTo>
                    <a:pt x="149" y="69"/>
                    <a:pt x="133" y="53"/>
                    <a:pt x="117"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9"/>
            <p:cNvSpPr/>
            <p:nvPr/>
          </p:nvSpPr>
          <p:spPr>
            <a:xfrm>
              <a:off x="2558243" y="482716"/>
              <a:ext cx="67144" cy="359556"/>
            </a:xfrm>
            <a:custGeom>
              <a:rect b="b" l="l" r="r" t="t"/>
              <a:pathLst>
                <a:path extrusionOk="0" h="3620" w="676">
                  <a:moveTo>
                    <a:pt x="1" y="0"/>
                  </a:moveTo>
                  <a:cubicBezTo>
                    <a:pt x="21" y="0"/>
                    <a:pt x="53" y="16"/>
                    <a:pt x="69" y="16"/>
                  </a:cubicBezTo>
                  <a:cubicBezTo>
                    <a:pt x="53" y="0"/>
                    <a:pt x="37" y="0"/>
                    <a:pt x="1" y="0"/>
                  </a:cubicBezTo>
                  <a:close/>
                  <a:moveTo>
                    <a:pt x="69" y="16"/>
                  </a:moveTo>
                  <a:cubicBezTo>
                    <a:pt x="69" y="36"/>
                    <a:pt x="85" y="36"/>
                    <a:pt x="85" y="36"/>
                  </a:cubicBezTo>
                  <a:cubicBezTo>
                    <a:pt x="122" y="53"/>
                    <a:pt x="154" y="69"/>
                    <a:pt x="186" y="69"/>
                  </a:cubicBezTo>
                  <a:cubicBezTo>
                    <a:pt x="154" y="53"/>
                    <a:pt x="122" y="36"/>
                    <a:pt x="102" y="16"/>
                  </a:cubicBezTo>
                  <a:close/>
                  <a:moveTo>
                    <a:pt x="186" y="69"/>
                  </a:moveTo>
                  <a:cubicBezTo>
                    <a:pt x="203" y="85"/>
                    <a:pt x="223" y="85"/>
                    <a:pt x="239" y="101"/>
                  </a:cubicBezTo>
                  <a:cubicBezTo>
                    <a:pt x="255" y="101"/>
                    <a:pt x="271" y="137"/>
                    <a:pt x="271" y="154"/>
                  </a:cubicBezTo>
                  <a:cubicBezTo>
                    <a:pt x="271" y="271"/>
                    <a:pt x="287" y="356"/>
                    <a:pt x="304" y="440"/>
                  </a:cubicBezTo>
                  <a:cubicBezTo>
                    <a:pt x="304" y="356"/>
                    <a:pt x="287" y="255"/>
                    <a:pt x="287" y="154"/>
                  </a:cubicBezTo>
                  <a:cubicBezTo>
                    <a:pt x="271" y="117"/>
                    <a:pt x="271" y="101"/>
                    <a:pt x="239" y="85"/>
                  </a:cubicBezTo>
                  <a:cubicBezTo>
                    <a:pt x="223" y="69"/>
                    <a:pt x="203" y="69"/>
                    <a:pt x="186" y="69"/>
                  </a:cubicBezTo>
                  <a:close/>
                  <a:moveTo>
                    <a:pt x="304" y="440"/>
                  </a:moveTo>
                  <a:lnTo>
                    <a:pt x="304" y="558"/>
                  </a:lnTo>
                  <a:cubicBezTo>
                    <a:pt x="324" y="590"/>
                    <a:pt x="324" y="622"/>
                    <a:pt x="324" y="659"/>
                  </a:cubicBezTo>
                  <a:cubicBezTo>
                    <a:pt x="324" y="691"/>
                    <a:pt x="324" y="707"/>
                    <a:pt x="340" y="743"/>
                  </a:cubicBezTo>
                  <a:lnTo>
                    <a:pt x="340" y="659"/>
                  </a:lnTo>
                  <a:cubicBezTo>
                    <a:pt x="340" y="622"/>
                    <a:pt x="324" y="590"/>
                    <a:pt x="324" y="558"/>
                  </a:cubicBezTo>
                  <a:cubicBezTo>
                    <a:pt x="324" y="505"/>
                    <a:pt x="324" y="473"/>
                    <a:pt x="304" y="440"/>
                  </a:cubicBezTo>
                  <a:close/>
                  <a:moveTo>
                    <a:pt x="340" y="743"/>
                  </a:moveTo>
                  <a:lnTo>
                    <a:pt x="340" y="824"/>
                  </a:lnTo>
                  <a:cubicBezTo>
                    <a:pt x="356" y="861"/>
                    <a:pt x="356" y="893"/>
                    <a:pt x="356" y="925"/>
                  </a:cubicBezTo>
                  <a:lnTo>
                    <a:pt x="356" y="994"/>
                  </a:lnTo>
                  <a:cubicBezTo>
                    <a:pt x="372" y="1095"/>
                    <a:pt x="372" y="1180"/>
                    <a:pt x="388" y="1265"/>
                  </a:cubicBezTo>
                  <a:cubicBezTo>
                    <a:pt x="405" y="1329"/>
                    <a:pt x="405" y="1398"/>
                    <a:pt x="425" y="1467"/>
                  </a:cubicBezTo>
                  <a:cubicBezTo>
                    <a:pt x="425" y="1398"/>
                    <a:pt x="405" y="1329"/>
                    <a:pt x="405" y="1265"/>
                  </a:cubicBezTo>
                  <a:cubicBezTo>
                    <a:pt x="388" y="1164"/>
                    <a:pt x="388" y="1079"/>
                    <a:pt x="372" y="994"/>
                  </a:cubicBezTo>
                  <a:lnTo>
                    <a:pt x="372" y="925"/>
                  </a:lnTo>
                  <a:cubicBezTo>
                    <a:pt x="372" y="893"/>
                    <a:pt x="356" y="861"/>
                    <a:pt x="356" y="824"/>
                  </a:cubicBezTo>
                  <a:cubicBezTo>
                    <a:pt x="356" y="792"/>
                    <a:pt x="356" y="776"/>
                    <a:pt x="340" y="743"/>
                  </a:cubicBezTo>
                  <a:close/>
                  <a:moveTo>
                    <a:pt x="425" y="1467"/>
                  </a:moveTo>
                  <a:cubicBezTo>
                    <a:pt x="425" y="1551"/>
                    <a:pt x="441" y="1632"/>
                    <a:pt x="441" y="1701"/>
                  </a:cubicBezTo>
                  <a:cubicBezTo>
                    <a:pt x="441" y="1753"/>
                    <a:pt x="457" y="1818"/>
                    <a:pt x="457" y="1870"/>
                  </a:cubicBezTo>
                  <a:cubicBezTo>
                    <a:pt x="457" y="1887"/>
                    <a:pt x="457" y="1919"/>
                    <a:pt x="473" y="1935"/>
                  </a:cubicBezTo>
                  <a:lnTo>
                    <a:pt x="473" y="1854"/>
                  </a:lnTo>
                  <a:cubicBezTo>
                    <a:pt x="457" y="1802"/>
                    <a:pt x="457" y="1753"/>
                    <a:pt x="457" y="1701"/>
                  </a:cubicBezTo>
                  <a:cubicBezTo>
                    <a:pt x="441" y="1632"/>
                    <a:pt x="441" y="1551"/>
                    <a:pt x="425" y="1467"/>
                  </a:cubicBezTo>
                  <a:close/>
                  <a:moveTo>
                    <a:pt x="473" y="1935"/>
                  </a:moveTo>
                  <a:cubicBezTo>
                    <a:pt x="473" y="2004"/>
                    <a:pt x="473" y="2089"/>
                    <a:pt x="489" y="2157"/>
                  </a:cubicBezTo>
                  <a:cubicBezTo>
                    <a:pt x="506" y="2206"/>
                    <a:pt x="506" y="2258"/>
                    <a:pt x="506" y="2323"/>
                  </a:cubicBezTo>
                  <a:cubicBezTo>
                    <a:pt x="526" y="2359"/>
                    <a:pt x="526" y="2392"/>
                    <a:pt x="526" y="2440"/>
                  </a:cubicBezTo>
                  <a:cubicBezTo>
                    <a:pt x="526" y="2476"/>
                    <a:pt x="526" y="2509"/>
                    <a:pt x="542" y="2525"/>
                  </a:cubicBezTo>
                  <a:lnTo>
                    <a:pt x="542" y="2440"/>
                  </a:lnTo>
                  <a:cubicBezTo>
                    <a:pt x="542" y="2392"/>
                    <a:pt x="526" y="2359"/>
                    <a:pt x="526" y="2323"/>
                  </a:cubicBezTo>
                  <a:cubicBezTo>
                    <a:pt x="526" y="2258"/>
                    <a:pt x="506" y="2206"/>
                    <a:pt x="506" y="2157"/>
                  </a:cubicBezTo>
                  <a:cubicBezTo>
                    <a:pt x="489" y="2072"/>
                    <a:pt x="489" y="2004"/>
                    <a:pt x="473" y="1935"/>
                  </a:cubicBezTo>
                  <a:close/>
                  <a:moveTo>
                    <a:pt x="542" y="2525"/>
                  </a:moveTo>
                  <a:cubicBezTo>
                    <a:pt x="542" y="2626"/>
                    <a:pt x="558" y="2727"/>
                    <a:pt x="558" y="2812"/>
                  </a:cubicBezTo>
                  <a:cubicBezTo>
                    <a:pt x="574" y="2897"/>
                    <a:pt x="590" y="2981"/>
                    <a:pt x="590" y="3082"/>
                  </a:cubicBezTo>
                  <a:cubicBezTo>
                    <a:pt x="607" y="3131"/>
                    <a:pt x="607" y="3167"/>
                    <a:pt x="607" y="3216"/>
                  </a:cubicBezTo>
                  <a:cubicBezTo>
                    <a:pt x="627" y="3284"/>
                    <a:pt x="627" y="3333"/>
                    <a:pt x="643" y="3402"/>
                  </a:cubicBezTo>
                  <a:cubicBezTo>
                    <a:pt x="643" y="3333"/>
                    <a:pt x="627" y="3284"/>
                    <a:pt x="627" y="3216"/>
                  </a:cubicBezTo>
                  <a:cubicBezTo>
                    <a:pt x="627" y="3167"/>
                    <a:pt x="607" y="3115"/>
                    <a:pt x="607" y="3082"/>
                  </a:cubicBezTo>
                  <a:cubicBezTo>
                    <a:pt x="590" y="2981"/>
                    <a:pt x="590" y="2897"/>
                    <a:pt x="574" y="2812"/>
                  </a:cubicBezTo>
                  <a:cubicBezTo>
                    <a:pt x="574" y="2727"/>
                    <a:pt x="558" y="2626"/>
                    <a:pt x="542" y="2525"/>
                  </a:cubicBezTo>
                  <a:close/>
                  <a:moveTo>
                    <a:pt x="643" y="3402"/>
                  </a:moveTo>
                  <a:lnTo>
                    <a:pt x="643" y="3486"/>
                  </a:lnTo>
                  <a:cubicBezTo>
                    <a:pt x="643" y="3519"/>
                    <a:pt x="659" y="3551"/>
                    <a:pt x="659" y="3587"/>
                  </a:cubicBezTo>
                  <a:lnTo>
                    <a:pt x="659" y="3604"/>
                  </a:lnTo>
                  <a:lnTo>
                    <a:pt x="675" y="3587"/>
                  </a:lnTo>
                  <a:cubicBezTo>
                    <a:pt x="659" y="3551"/>
                    <a:pt x="659" y="3519"/>
                    <a:pt x="659" y="3486"/>
                  </a:cubicBezTo>
                  <a:cubicBezTo>
                    <a:pt x="659" y="3450"/>
                    <a:pt x="659" y="3434"/>
                    <a:pt x="643" y="3402"/>
                  </a:cubicBezTo>
                  <a:close/>
                  <a:moveTo>
                    <a:pt x="643" y="3604"/>
                  </a:moveTo>
                  <a:lnTo>
                    <a:pt x="659" y="3620"/>
                  </a:lnTo>
                  <a:lnTo>
                    <a:pt x="659" y="360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9"/>
            <p:cNvSpPr/>
            <p:nvPr/>
          </p:nvSpPr>
          <p:spPr>
            <a:xfrm>
              <a:off x="2601946" y="623161"/>
              <a:ext cx="31883" cy="15296"/>
            </a:xfrm>
            <a:custGeom>
              <a:rect b="b" l="l" r="r" t="t"/>
              <a:pathLst>
                <a:path extrusionOk="0" h="154" w="321">
                  <a:moveTo>
                    <a:pt x="320" y="0"/>
                  </a:moveTo>
                  <a:cubicBezTo>
                    <a:pt x="288" y="0"/>
                    <a:pt x="268" y="16"/>
                    <a:pt x="235" y="36"/>
                  </a:cubicBezTo>
                  <a:lnTo>
                    <a:pt x="219" y="36"/>
                  </a:lnTo>
                  <a:cubicBezTo>
                    <a:pt x="187" y="53"/>
                    <a:pt x="134" y="85"/>
                    <a:pt x="102" y="101"/>
                  </a:cubicBezTo>
                  <a:cubicBezTo>
                    <a:pt x="86" y="101"/>
                    <a:pt x="66" y="117"/>
                    <a:pt x="33" y="137"/>
                  </a:cubicBezTo>
                  <a:lnTo>
                    <a:pt x="1" y="137"/>
                  </a:lnTo>
                  <a:lnTo>
                    <a:pt x="1" y="154"/>
                  </a:lnTo>
                  <a:lnTo>
                    <a:pt x="17" y="154"/>
                  </a:lnTo>
                  <a:cubicBezTo>
                    <a:pt x="33" y="154"/>
                    <a:pt x="33" y="154"/>
                    <a:pt x="49" y="137"/>
                  </a:cubicBezTo>
                  <a:cubicBezTo>
                    <a:pt x="66" y="137"/>
                    <a:pt x="86" y="117"/>
                    <a:pt x="118" y="101"/>
                  </a:cubicBezTo>
                  <a:cubicBezTo>
                    <a:pt x="150" y="85"/>
                    <a:pt x="187" y="69"/>
                    <a:pt x="219" y="53"/>
                  </a:cubicBezTo>
                  <a:cubicBezTo>
                    <a:pt x="235" y="53"/>
                    <a:pt x="235" y="53"/>
                    <a:pt x="251" y="36"/>
                  </a:cubicBezTo>
                  <a:cubicBezTo>
                    <a:pt x="268" y="36"/>
                    <a:pt x="288" y="16"/>
                    <a:pt x="320" y="16"/>
                  </a:cubicBezTo>
                  <a:lnTo>
                    <a:pt x="3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9"/>
            <p:cNvSpPr/>
            <p:nvPr/>
          </p:nvSpPr>
          <p:spPr>
            <a:xfrm>
              <a:off x="1948387" y="795291"/>
              <a:ext cx="244042" cy="67044"/>
            </a:xfrm>
            <a:custGeom>
              <a:rect b="b" l="l" r="r" t="t"/>
              <a:pathLst>
                <a:path extrusionOk="0" h="675" w="2457">
                  <a:moveTo>
                    <a:pt x="0" y="0"/>
                  </a:moveTo>
                  <a:lnTo>
                    <a:pt x="0" y="20"/>
                  </a:lnTo>
                  <a:lnTo>
                    <a:pt x="49" y="20"/>
                  </a:lnTo>
                  <a:cubicBezTo>
                    <a:pt x="134" y="36"/>
                    <a:pt x="202" y="53"/>
                    <a:pt x="283" y="85"/>
                  </a:cubicBezTo>
                  <a:cubicBezTo>
                    <a:pt x="368" y="101"/>
                    <a:pt x="469" y="137"/>
                    <a:pt x="554" y="154"/>
                  </a:cubicBezTo>
                  <a:cubicBezTo>
                    <a:pt x="622" y="170"/>
                    <a:pt x="671" y="186"/>
                    <a:pt x="740" y="202"/>
                  </a:cubicBezTo>
                  <a:lnTo>
                    <a:pt x="788" y="222"/>
                  </a:lnTo>
                  <a:cubicBezTo>
                    <a:pt x="873" y="238"/>
                    <a:pt x="974" y="271"/>
                    <a:pt x="1059" y="287"/>
                  </a:cubicBezTo>
                  <a:cubicBezTo>
                    <a:pt x="1091" y="303"/>
                    <a:pt x="1144" y="303"/>
                    <a:pt x="1176" y="323"/>
                  </a:cubicBezTo>
                  <a:cubicBezTo>
                    <a:pt x="1212" y="339"/>
                    <a:pt x="1245" y="339"/>
                    <a:pt x="1277" y="356"/>
                  </a:cubicBezTo>
                  <a:cubicBezTo>
                    <a:pt x="1378" y="372"/>
                    <a:pt x="1479" y="404"/>
                    <a:pt x="1580" y="440"/>
                  </a:cubicBezTo>
                  <a:lnTo>
                    <a:pt x="1648" y="440"/>
                  </a:lnTo>
                  <a:lnTo>
                    <a:pt x="1596" y="424"/>
                  </a:lnTo>
                  <a:cubicBezTo>
                    <a:pt x="1495" y="388"/>
                    <a:pt x="1378" y="372"/>
                    <a:pt x="1277" y="339"/>
                  </a:cubicBezTo>
                  <a:cubicBezTo>
                    <a:pt x="1245" y="323"/>
                    <a:pt x="1212" y="323"/>
                    <a:pt x="1176" y="303"/>
                  </a:cubicBezTo>
                  <a:cubicBezTo>
                    <a:pt x="1144" y="303"/>
                    <a:pt x="1111" y="287"/>
                    <a:pt x="1059" y="271"/>
                  </a:cubicBezTo>
                  <a:cubicBezTo>
                    <a:pt x="974" y="255"/>
                    <a:pt x="873" y="222"/>
                    <a:pt x="788" y="202"/>
                  </a:cubicBezTo>
                  <a:lnTo>
                    <a:pt x="740" y="186"/>
                  </a:lnTo>
                  <a:cubicBezTo>
                    <a:pt x="687" y="170"/>
                    <a:pt x="622" y="154"/>
                    <a:pt x="554" y="137"/>
                  </a:cubicBezTo>
                  <a:cubicBezTo>
                    <a:pt x="469" y="121"/>
                    <a:pt x="368" y="85"/>
                    <a:pt x="283" y="69"/>
                  </a:cubicBezTo>
                  <a:cubicBezTo>
                    <a:pt x="218" y="53"/>
                    <a:pt x="134" y="20"/>
                    <a:pt x="65" y="0"/>
                  </a:cubicBezTo>
                  <a:close/>
                  <a:moveTo>
                    <a:pt x="1648" y="440"/>
                  </a:moveTo>
                  <a:cubicBezTo>
                    <a:pt x="1681" y="457"/>
                    <a:pt x="1717" y="473"/>
                    <a:pt x="1749" y="473"/>
                  </a:cubicBezTo>
                  <a:cubicBezTo>
                    <a:pt x="1798" y="489"/>
                    <a:pt x="1834" y="505"/>
                    <a:pt x="1883" y="505"/>
                  </a:cubicBezTo>
                  <a:cubicBezTo>
                    <a:pt x="1919" y="525"/>
                    <a:pt x="1951" y="525"/>
                    <a:pt x="1984" y="541"/>
                  </a:cubicBezTo>
                  <a:cubicBezTo>
                    <a:pt x="2036" y="558"/>
                    <a:pt x="2085" y="574"/>
                    <a:pt x="2153" y="574"/>
                  </a:cubicBezTo>
                  <a:cubicBezTo>
                    <a:pt x="2101" y="558"/>
                    <a:pt x="2036" y="541"/>
                    <a:pt x="1984" y="525"/>
                  </a:cubicBezTo>
                  <a:cubicBezTo>
                    <a:pt x="1951" y="505"/>
                    <a:pt x="1919" y="505"/>
                    <a:pt x="1883" y="489"/>
                  </a:cubicBezTo>
                  <a:cubicBezTo>
                    <a:pt x="1850" y="489"/>
                    <a:pt x="1798" y="473"/>
                    <a:pt x="1766" y="457"/>
                  </a:cubicBezTo>
                  <a:cubicBezTo>
                    <a:pt x="1717" y="457"/>
                    <a:pt x="1681" y="440"/>
                    <a:pt x="1648" y="440"/>
                  </a:cubicBezTo>
                  <a:close/>
                  <a:moveTo>
                    <a:pt x="2153" y="574"/>
                  </a:moveTo>
                  <a:cubicBezTo>
                    <a:pt x="2186" y="590"/>
                    <a:pt x="2238" y="606"/>
                    <a:pt x="2287" y="626"/>
                  </a:cubicBezTo>
                  <a:lnTo>
                    <a:pt x="2339" y="626"/>
                  </a:lnTo>
                  <a:cubicBezTo>
                    <a:pt x="2323" y="606"/>
                    <a:pt x="2303" y="606"/>
                    <a:pt x="2287" y="606"/>
                  </a:cubicBezTo>
                  <a:cubicBezTo>
                    <a:pt x="2238" y="590"/>
                    <a:pt x="2186" y="574"/>
                    <a:pt x="2153" y="574"/>
                  </a:cubicBezTo>
                  <a:close/>
                  <a:moveTo>
                    <a:pt x="2339" y="626"/>
                  </a:moveTo>
                  <a:cubicBezTo>
                    <a:pt x="2388" y="642"/>
                    <a:pt x="2424" y="642"/>
                    <a:pt x="2456" y="675"/>
                  </a:cubicBezTo>
                  <a:lnTo>
                    <a:pt x="2456" y="659"/>
                  </a:lnTo>
                  <a:cubicBezTo>
                    <a:pt x="2424" y="642"/>
                    <a:pt x="2388" y="626"/>
                    <a:pt x="2339" y="6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9"/>
            <p:cNvSpPr/>
            <p:nvPr/>
          </p:nvSpPr>
          <p:spPr>
            <a:xfrm>
              <a:off x="2387702" y="763507"/>
              <a:ext cx="6953" cy="57112"/>
            </a:xfrm>
            <a:custGeom>
              <a:rect b="b" l="l" r="r" t="t"/>
              <a:pathLst>
                <a:path extrusionOk="0" h="575" w="70">
                  <a:moveTo>
                    <a:pt x="1" y="1"/>
                  </a:moveTo>
                  <a:lnTo>
                    <a:pt x="1" y="17"/>
                  </a:lnTo>
                  <a:cubicBezTo>
                    <a:pt x="21" y="17"/>
                    <a:pt x="21" y="37"/>
                    <a:pt x="21" y="53"/>
                  </a:cubicBezTo>
                  <a:cubicBezTo>
                    <a:pt x="21" y="37"/>
                    <a:pt x="37" y="1"/>
                    <a:pt x="1" y="1"/>
                  </a:cubicBezTo>
                  <a:close/>
                  <a:moveTo>
                    <a:pt x="21" y="53"/>
                  </a:moveTo>
                  <a:lnTo>
                    <a:pt x="21" y="154"/>
                  </a:lnTo>
                  <a:lnTo>
                    <a:pt x="21" y="219"/>
                  </a:lnTo>
                  <a:cubicBezTo>
                    <a:pt x="21" y="255"/>
                    <a:pt x="37" y="288"/>
                    <a:pt x="37" y="320"/>
                  </a:cubicBezTo>
                  <a:lnTo>
                    <a:pt x="37" y="373"/>
                  </a:lnTo>
                  <a:lnTo>
                    <a:pt x="37" y="441"/>
                  </a:lnTo>
                  <a:lnTo>
                    <a:pt x="37" y="474"/>
                  </a:lnTo>
                  <a:cubicBezTo>
                    <a:pt x="37" y="490"/>
                    <a:pt x="37" y="506"/>
                    <a:pt x="53" y="522"/>
                  </a:cubicBezTo>
                  <a:lnTo>
                    <a:pt x="53" y="558"/>
                  </a:lnTo>
                  <a:lnTo>
                    <a:pt x="53" y="575"/>
                  </a:lnTo>
                  <a:lnTo>
                    <a:pt x="69" y="558"/>
                  </a:lnTo>
                  <a:cubicBezTo>
                    <a:pt x="69" y="542"/>
                    <a:pt x="69" y="522"/>
                    <a:pt x="53" y="506"/>
                  </a:cubicBezTo>
                  <a:lnTo>
                    <a:pt x="53" y="474"/>
                  </a:lnTo>
                  <a:lnTo>
                    <a:pt x="53" y="421"/>
                  </a:lnTo>
                  <a:lnTo>
                    <a:pt x="53" y="373"/>
                  </a:lnTo>
                  <a:lnTo>
                    <a:pt x="53" y="320"/>
                  </a:lnTo>
                  <a:cubicBezTo>
                    <a:pt x="37" y="288"/>
                    <a:pt x="37" y="255"/>
                    <a:pt x="37" y="219"/>
                  </a:cubicBezTo>
                  <a:lnTo>
                    <a:pt x="37" y="154"/>
                  </a:lnTo>
                  <a:cubicBezTo>
                    <a:pt x="21" y="102"/>
                    <a:pt x="21" y="86"/>
                    <a:pt x="2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9"/>
            <p:cNvSpPr/>
            <p:nvPr/>
          </p:nvSpPr>
          <p:spPr>
            <a:xfrm>
              <a:off x="1408258" y="767182"/>
              <a:ext cx="4966" cy="65058"/>
            </a:xfrm>
            <a:custGeom>
              <a:rect b="b" l="l" r="r" t="t"/>
              <a:pathLst>
                <a:path extrusionOk="0" h="655" w="50">
                  <a:moveTo>
                    <a:pt x="17" y="0"/>
                  </a:moveTo>
                  <a:cubicBezTo>
                    <a:pt x="33" y="16"/>
                    <a:pt x="33" y="49"/>
                    <a:pt x="33" y="65"/>
                  </a:cubicBezTo>
                  <a:lnTo>
                    <a:pt x="33" y="81"/>
                  </a:lnTo>
                  <a:cubicBezTo>
                    <a:pt x="49" y="49"/>
                    <a:pt x="49" y="16"/>
                    <a:pt x="33" y="0"/>
                  </a:cubicBezTo>
                  <a:close/>
                  <a:moveTo>
                    <a:pt x="33" y="101"/>
                  </a:moveTo>
                  <a:cubicBezTo>
                    <a:pt x="33" y="134"/>
                    <a:pt x="17" y="166"/>
                    <a:pt x="17" y="218"/>
                  </a:cubicBezTo>
                  <a:lnTo>
                    <a:pt x="17" y="283"/>
                  </a:lnTo>
                  <a:lnTo>
                    <a:pt x="17" y="368"/>
                  </a:lnTo>
                  <a:lnTo>
                    <a:pt x="17" y="505"/>
                  </a:lnTo>
                  <a:cubicBezTo>
                    <a:pt x="33" y="453"/>
                    <a:pt x="33" y="404"/>
                    <a:pt x="33" y="368"/>
                  </a:cubicBezTo>
                  <a:lnTo>
                    <a:pt x="33" y="283"/>
                  </a:lnTo>
                  <a:lnTo>
                    <a:pt x="33" y="218"/>
                  </a:lnTo>
                  <a:lnTo>
                    <a:pt x="33" y="101"/>
                  </a:lnTo>
                  <a:close/>
                  <a:moveTo>
                    <a:pt x="17" y="554"/>
                  </a:moveTo>
                  <a:cubicBezTo>
                    <a:pt x="17" y="586"/>
                    <a:pt x="17" y="622"/>
                    <a:pt x="1" y="655"/>
                  </a:cubicBezTo>
                  <a:lnTo>
                    <a:pt x="17" y="655"/>
                  </a:lnTo>
                  <a:lnTo>
                    <a:pt x="17" y="55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9"/>
            <p:cNvSpPr/>
            <p:nvPr/>
          </p:nvSpPr>
          <p:spPr>
            <a:xfrm>
              <a:off x="2610388" y="698549"/>
              <a:ext cx="91975" cy="18574"/>
            </a:xfrm>
            <a:custGeom>
              <a:rect b="b" l="l" r="r" t="t"/>
              <a:pathLst>
                <a:path extrusionOk="0" h="187" w="926">
                  <a:moveTo>
                    <a:pt x="352" y="0"/>
                  </a:moveTo>
                  <a:cubicBezTo>
                    <a:pt x="320" y="0"/>
                    <a:pt x="284" y="17"/>
                    <a:pt x="267" y="17"/>
                  </a:cubicBezTo>
                  <a:lnTo>
                    <a:pt x="251" y="33"/>
                  </a:lnTo>
                  <a:cubicBezTo>
                    <a:pt x="183" y="49"/>
                    <a:pt x="134" y="85"/>
                    <a:pt x="82" y="101"/>
                  </a:cubicBezTo>
                  <a:cubicBezTo>
                    <a:pt x="65" y="118"/>
                    <a:pt x="49" y="134"/>
                    <a:pt x="17" y="134"/>
                  </a:cubicBezTo>
                  <a:lnTo>
                    <a:pt x="1" y="134"/>
                  </a:lnTo>
                  <a:lnTo>
                    <a:pt x="1" y="150"/>
                  </a:lnTo>
                  <a:lnTo>
                    <a:pt x="17" y="150"/>
                  </a:lnTo>
                  <a:cubicBezTo>
                    <a:pt x="49" y="134"/>
                    <a:pt x="65" y="134"/>
                    <a:pt x="102" y="118"/>
                  </a:cubicBezTo>
                  <a:cubicBezTo>
                    <a:pt x="150" y="85"/>
                    <a:pt x="203" y="65"/>
                    <a:pt x="251" y="49"/>
                  </a:cubicBezTo>
                  <a:cubicBezTo>
                    <a:pt x="251" y="33"/>
                    <a:pt x="267" y="33"/>
                    <a:pt x="267" y="33"/>
                  </a:cubicBezTo>
                  <a:cubicBezTo>
                    <a:pt x="304" y="17"/>
                    <a:pt x="320" y="17"/>
                    <a:pt x="352" y="17"/>
                  </a:cubicBezTo>
                  <a:cubicBezTo>
                    <a:pt x="368" y="17"/>
                    <a:pt x="385" y="17"/>
                    <a:pt x="421" y="33"/>
                  </a:cubicBezTo>
                  <a:cubicBezTo>
                    <a:pt x="469" y="49"/>
                    <a:pt x="522" y="65"/>
                    <a:pt x="570" y="85"/>
                  </a:cubicBezTo>
                  <a:cubicBezTo>
                    <a:pt x="671" y="118"/>
                    <a:pt x="756" y="150"/>
                    <a:pt x="841" y="166"/>
                  </a:cubicBezTo>
                  <a:cubicBezTo>
                    <a:pt x="756" y="134"/>
                    <a:pt x="671" y="101"/>
                    <a:pt x="586" y="65"/>
                  </a:cubicBezTo>
                  <a:cubicBezTo>
                    <a:pt x="522" y="49"/>
                    <a:pt x="469" y="33"/>
                    <a:pt x="421" y="17"/>
                  </a:cubicBezTo>
                  <a:cubicBezTo>
                    <a:pt x="405" y="17"/>
                    <a:pt x="368" y="0"/>
                    <a:pt x="352" y="0"/>
                  </a:cubicBezTo>
                  <a:close/>
                  <a:moveTo>
                    <a:pt x="841" y="166"/>
                  </a:moveTo>
                  <a:lnTo>
                    <a:pt x="857" y="186"/>
                  </a:lnTo>
                  <a:lnTo>
                    <a:pt x="926" y="186"/>
                  </a:lnTo>
                  <a:lnTo>
                    <a:pt x="910" y="166"/>
                  </a:lnTo>
                  <a:cubicBezTo>
                    <a:pt x="903" y="173"/>
                    <a:pt x="897" y="175"/>
                    <a:pt x="891" y="175"/>
                  </a:cubicBezTo>
                  <a:cubicBezTo>
                    <a:pt x="879" y="175"/>
                    <a:pt x="868" y="166"/>
                    <a:pt x="857"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9"/>
            <p:cNvSpPr/>
            <p:nvPr/>
          </p:nvSpPr>
          <p:spPr>
            <a:xfrm>
              <a:off x="2501628" y="531186"/>
              <a:ext cx="31883" cy="13409"/>
            </a:xfrm>
            <a:custGeom>
              <a:rect b="b" l="l" r="r" t="t"/>
              <a:pathLst>
                <a:path extrusionOk="0" h="135" w="321">
                  <a:moveTo>
                    <a:pt x="1" y="1"/>
                  </a:moveTo>
                  <a:lnTo>
                    <a:pt x="1" y="17"/>
                  </a:lnTo>
                  <a:cubicBezTo>
                    <a:pt x="49" y="33"/>
                    <a:pt x="118" y="53"/>
                    <a:pt x="167" y="70"/>
                  </a:cubicBezTo>
                  <a:cubicBezTo>
                    <a:pt x="118" y="33"/>
                    <a:pt x="66" y="17"/>
                    <a:pt x="1" y="1"/>
                  </a:cubicBezTo>
                  <a:close/>
                  <a:moveTo>
                    <a:pt x="167" y="70"/>
                  </a:moveTo>
                  <a:cubicBezTo>
                    <a:pt x="187" y="86"/>
                    <a:pt x="203" y="86"/>
                    <a:pt x="235" y="102"/>
                  </a:cubicBezTo>
                  <a:cubicBezTo>
                    <a:pt x="251" y="102"/>
                    <a:pt x="268" y="118"/>
                    <a:pt x="288" y="118"/>
                  </a:cubicBezTo>
                  <a:lnTo>
                    <a:pt x="320" y="134"/>
                  </a:lnTo>
                  <a:lnTo>
                    <a:pt x="320" y="118"/>
                  </a:lnTo>
                  <a:lnTo>
                    <a:pt x="304" y="102"/>
                  </a:lnTo>
                  <a:cubicBezTo>
                    <a:pt x="268" y="102"/>
                    <a:pt x="251" y="102"/>
                    <a:pt x="235" y="86"/>
                  </a:cubicBezTo>
                  <a:cubicBezTo>
                    <a:pt x="219" y="86"/>
                    <a:pt x="187" y="70"/>
                    <a:pt x="167" y="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9"/>
            <p:cNvSpPr/>
            <p:nvPr/>
          </p:nvSpPr>
          <p:spPr>
            <a:xfrm>
              <a:off x="1717655" y="725069"/>
              <a:ext cx="8145" cy="5264"/>
            </a:xfrm>
            <a:custGeom>
              <a:rect b="b" l="l" r="r" t="t"/>
              <a:pathLst>
                <a:path extrusionOk="0" h="53" w="82">
                  <a:moveTo>
                    <a:pt x="65" y="0"/>
                  </a:moveTo>
                  <a:lnTo>
                    <a:pt x="0" y="53"/>
                  </a:lnTo>
                  <a:lnTo>
                    <a:pt x="81" y="20"/>
                  </a:lnTo>
                  <a:lnTo>
                    <a:pt x="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9"/>
            <p:cNvSpPr/>
            <p:nvPr/>
          </p:nvSpPr>
          <p:spPr>
            <a:xfrm>
              <a:off x="1679117" y="406037"/>
              <a:ext cx="56715" cy="46683"/>
            </a:xfrm>
            <a:custGeom>
              <a:rect b="b" l="l" r="r" t="t"/>
              <a:pathLst>
                <a:path extrusionOk="0" h="470" w="571">
                  <a:moveTo>
                    <a:pt x="554" y="1"/>
                  </a:moveTo>
                  <a:lnTo>
                    <a:pt x="489" y="65"/>
                  </a:lnTo>
                  <a:lnTo>
                    <a:pt x="570" y="1"/>
                  </a:lnTo>
                  <a:close/>
                  <a:moveTo>
                    <a:pt x="489" y="65"/>
                  </a:moveTo>
                  <a:cubicBezTo>
                    <a:pt x="421" y="118"/>
                    <a:pt x="368" y="166"/>
                    <a:pt x="304" y="219"/>
                  </a:cubicBezTo>
                  <a:cubicBezTo>
                    <a:pt x="368" y="166"/>
                    <a:pt x="437" y="118"/>
                    <a:pt x="489" y="65"/>
                  </a:cubicBezTo>
                  <a:close/>
                  <a:moveTo>
                    <a:pt x="304" y="219"/>
                  </a:moveTo>
                  <a:cubicBezTo>
                    <a:pt x="235" y="267"/>
                    <a:pt x="166" y="336"/>
                    <a:pt x="86" y="384"/>
                  </a:cubicBezTo>
                  <a:lnTo>
                    <a:pt x="1" y="453"/>
                  </a:lnTo>
                  <a:lnTo>
                    <a:pt x="1" y="469"/>
                  </a:lnTo>
                  <a:lnTo>
                    <a:pt x="102" y="405"/>
                  </a:lnTo>
                  <a:cubicBezTo>
                    <a:pt x="166" y="336"/>
                    <a:pt x="235" y="283"/>
                    <a:pt x="304" y="2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9"/>
            <p:cNvSpPr/>
            <p:nvPr/>
          </p:nvSpPr>
          <p:spPr>
            <a:xfrm>
              <a:off x="1677528" y="519565"/>
              <a:ext cx="10131" cy="6953"/>
            </a:xfrm>
            <a:custGeom>
              <a:rect b="b" l="l" r="r" t="t"/>
              <a:pathLst>
                <a:path extrusionOk="0" h="70" w="102">
                  <a:moveTo>
                    <a:pt x="81" y="1"/>
                  </a:moveTo>
                  <a:lnTo>
                    <a:pt x="1" y="69"/>
                  </a:lnTo>
                  <a:lnTo>
                    <a:pt x="17" y="69"/>
                  </a:lnTo>
                  <a:lnTo>
                    <a:pt x="81"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9"/>
            <p:cNvSpPr/>
            <p:nvPr/>
          </p:nvSpPr>
          <p:spPr>
            <a:xfrm>
              <a:off x="1675542" y="562970"/>
              <a:ext cx="62277" cy="43802"/>
            </a:xfrm>
            <a:custGeom>
              <a:rect b="b" l="l" r="r" t="t"/>
              <a:pathLst>
                <a:path extrusionOk="0" h="441" w="627">
                  <a:moveTo>
                    <a:pt x="606" y="0"/>
                  </a:moveTo>
                  <a:cubicBezTo>
                    <a:pt x="590" y="16"/>
                    <a:pt x="558" y="36"/>
                    <a:pt x="542" y="53"/>
                  </a:cubicBezTo>
                  <a:cubicBezTo>
                    <a:pt x="542" y="53"/>
                    <a:pt x="525" y="53"/>
                    <a:pt x="525" y="69"/>
                  </a:cubicBezTo>
                  <a:cubicBezTo>
                    <a:pt x="542" y="69"/>
                    <a:pt x="542" y="69"/>
                    <a:pt x="558" y="53"/>
                  </a:cubicBezTo>
                  <a:cubicBezTo>
                    <a:pt x="574" y="36"/>
                    <a:pt x="590" y="16"/>
                    <a:pt x="626" y="16"/>
                  </a:cubicBezTo>
                  <a:lnTo>
                    <a:pt x="606" y="0"/>
                  </a:lnTo>
                  <a:close/>
                  <a:moveTo>
                    <a:pt x="525" y="69"/>
                  </a:moveTo>
                  <a:cubicBezTo>
                    <a:pt x="424" y="117"/>
                    <a:pt x="340" y="186"/>
                    <a:pt x="255" y="255"/>
                  </a:cubicBezTo>
                  <a:cubicBezTo>
                    <a:pt x="202" y="303"/>
                    <a:pt x="138" y="339"/>
                    <a:pt x="85" y="372"/>
                  </a:cubicBezTo>
                  <a:lnTo>
                    <a:pt x="37" y="420"/>
                  </a:lnTo>
                  <a:cubicBezTo>
                    <a:pt x="53" y="404"/>
                    <a:pt x="85" y="404"/>
                    <a:pt x="101" y="388"/>
                  </a:cubicBezTo>
                  <a:cubicBezTo>
                    <a:pt x="154" y="356"/>
                    <a:pt x="202" y="303"/>
                    <a:pt x="255" y="271"/>
                  </a:cubicBezTo>
                  <a:cubicBezTo>
                    <a:pt x="340" y="202"/>
                    <a:pt x="441" y="137"/>
                    <a:pt x="525" y="69"/>
                  </a:cubicBezTo>
                  <a:close/>
                  <a:moveTo>
                    <a:pt x="37" y="420"/>
                  </a:moveTo>
                  <a:cubicBezTo>
                    <a:pt x="21" y="420"/>
                    <a:pt x="21" y="420"/>
                    <a:pt x="0" y="440"/>
                  </a:cubicBezTo>
                  <a:cubicBezTo>
                    <a:pt x="21" y="440"/>
                    <a:pt x="37" y="440"/>
                    <a:pt x="37" y="4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9"/>
            <p:cNvSpPr/>
            <p:nvPr/>
          </p:nvSpPr>
          <p:spPr>
            <a:xfrm>
              <a:off x="2490007" y="552938"/>
              <a:ext cx="8145" cy="3675"/>
            </a:xfrm>
            <a:custGeom>
              <a:rect b="b" l="l" r="r" t="t"/>
              <a:pathLst>
                <a:path extrusionOk="0" h="37" w="82">
                  <a:moveTo>
                    <a:pt x="1" y="0"/>
                  </a:moveTo>
                  <a:cubicBezTo>
                    <a:pt x="33" y="16"/>
                    <a:pt x="49" y="16"/>
                    <a:pt x="82" y="36"/>
                  </a:cubicBezTo>
                  <a:lnTo>
                    <a:pt x="82" y="16"/>
                  </a:lnTo>
                  <a:cubicBezTo>
                    <a:pt x="65" y="0"/>
                    <a:pt x="33"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9"/>
            <p:cNvSpPr/>
            <p:nvPr/>
          </p:nvSpPr>
          <p:spPr>
            <a:xfrm>
              <a:off x="2463189" y="484305"/>
              <a:ext cx="85122" cy="33770"/>
            </a:xfrm>
            <a:custGeom>
              <a:rect b="b" l="l" r="r" t="t"/>
              <a:pathLst>
                <a:path extrusionOk="0" h="340" w="857">
                  <a:moveTo>
                    <a:pt x="0" y="0"/>
                  </a:moveTo>
                  <a:lnTo>
                    <a:pt x="0" y="20"/>
                  </a:lnTo>
                  <a:cubicBezTo>
                    <a:pt x="33" y="20"/>
                    <a:pt x="49" y="37"/>
                    <a:pt x="85" y="37"/>
                  </a:cubicBezTo>
                  <a:cubicBezTo>
                    <a:pt x="69" y="20"/>
                    <a:pt x="33" y="0"/>
                    <a:pt x="0" y="0"/>
                  </a:cubicBezTo>
                  <a:close/>
                  <a:moveTo>
                    <a:pt x="85" y="37"/>
                  </a:moveTo>
                  <a:cubicBezTo>
                    <a:pt x="101" y="53"/>
                    <a:pt x="117" y="53"/>
                    <a:pt x="117" y="53"/>
                  </a:cubicBezTo>
                  <a:cubicBezTo>
                    <a:pt x="170" y="69"/>
                    <a:pt x="202" y="85"/>
                    <a:pt x="234" y="101"/>
                  </a:cubicBezTo>
                  <a:cubicBezTo>
                    <a:pt x="251" y="101"/>
                    <a:pt x="271" y="121"/>
                    <a:pt x="287" y="121"/>
                  </a:cubicBezTo>
                  <a:cubicBezTo>
                    <a:pt x="319" y="138"/>
                    <a:pt x="335" y="154"/>
                    <a:pt x="372" y="154"/>
                  </a:cubicBezTo>
                  <a:cubicBezTo>
                    <a:pt x="436" y="186"/>
                    <a:pt x="505" y="202"/>
                    <a:pt x="574" y="239"/>
                  </a:cubicBezTo>
                  <a:cubicBezTo>
                    <a:pt x="638" y="255"/>
                    <a:pt x="707" y="287"/>
                    <a:pt x="756" y="303"/>
                  </a:cubicBezTo>
                  <a:cubicBezTo>
                    <a:pt x="792" y="323"/>
                    <a:pt x="824" y="340"/>
                    <a:pt x="857" y="340"/>
                  </a:cubicBezTo>
                  <a:cubicBezTo>
                    <a:pt x="824" y="323"/>
                    <a:pt x="792" y="303"/>
                    <a:pt x="776" y="287"/>
                  </a:cubicBezTo>
                  <a:cubicBezTo>
                    <a:pt x="707" y="271"/>
                    <a:pt x="638" y="239"/>
                    <a:pt x="574" y="222"/>
                  </a:cubicBezTo>
                  <a:cubicBezTo>
                    <a:pt x="505" y="186"/>
                    <a:pt x="436" y="170"/>
                    <a:pt x="372" y="138"/>
                  </a:cubicBezTo>
                  <a:cubicBezTo>
                    <a:pt x="352" y="138"/>
                    <a:pt x="319" y="121"/>
                    <a:pt x="303" y="121"/>
                  </a:cubicBezTo>
                  <a:cubicBezTo>
                    <a:pt x="271" y="101"/>
                    <a:pt x="251" y="101"/>
                    <a:pt x="234" y="85"/>
                  </a:cubicBezTo>
                  <a:cubicBezTo>
                    <a:pt x="202" y="69"/>
                    <a:pt x="170" y="53"/>
                    <a:pt x="133" y="53"/>
                  </a:cubicBezTo>
                  <a:cubicBezTo>
                    <a:pt x="117" y="37"/>
                    <a:pt x="101"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9"/>
            <p:cNvSpPr/>
            <p:nvPr/>
          </p:nvSpPr>
          <p:spPr>
            <a:xfrm>
              <a:off x="1673952" y="751886"/>
              <a:ext cx="8443" cy="5364"/>
            </a:xfrm>
            <a:custGeom>
              <a:rect b="b" l="l" r="r" t="t"/>
              <a:pathLst>
                <a:path extrusionOk="0" h="54" w="85">
                  <a:moveTo>
                    <a:pt x="85" y="1"/>
                  </a:moveTo>
                  <a:lnTo>
                    <a:pt x="16" y="33"/>
                  </a:lnTo>
                  <a:lnTo>
                    <a:pt x="0" y="53"/>
                  </a:lnTo>
                  <a:lnTo>
                    <a:pt x="16" y="53"/>
                  </a:lnTo>
                  <a:lnTo>
                    <a:pt x="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9"/>
            <p:cNvSpPr/>
            <p:nvPr/>
          </p:nvSpPr>
          <p:spPr>
            <a:xfrm>
              <a:off x="2287384" y="594655"/>
              <a:ext cx="32181" cy="10131"/>
            </a:xfrm>
            <a:custGeom>
              <a:rect b="b" l="l" r="r" t="t"/>
              <a:pathLst>
                <a:path extrusionOk="0" h="102" w="324">
                  <a:moveTo>
                    <a:pt x="1" y="0"/>
                  </a:moveTo>
                  <a:lnTo>
                    <a:pt x="21" y="20"/>
                  </a:lnTo>
                  <a:cubicBezTo>
                    <a:pt x="53" y="20"/>
                    <a:pt x="102" y="37"/>
                    <a:pt x="138" y="53"/>
                  </a:cubicBezTo>
                  <a:cubicBezTo>
                    <a:pt x="154" y="53"/>
                    <a:pt x="154" y="53"/>
                    <a:pt x="170" y="69"/>
                  </a:cubicBezTo>
                  <a:cubicBezTo>
                    <a:pt x="203" y="69"/>
                    <a:pt x="239" y="85"/>
                    <a:pt x="271" y="101"/>
                  </a:cubicBezTo>
                  <a:lnTo>
                    <a:pt x="324" y="101"/>
                  </a:lnTo>
                  <a:cubicBezTo>
                    <a:pt x="304" y="85"/>
                    <a:pt x="288" y="85"/>
                    <a:pt x="271" y="85"/>
                  </a:cubicBezTo>
                  <a:cubicBezTo>
                    <a:pt x="239" y="69"/>
                    <a:pt x="203" y="69"/>
                    <a:pt x="170" y="53"/>
                  </a:cubicBezTo>
                  <a:cubicBezTo>
                    <a:pt x="170" y="53"/>
                    <a:pt x="154" y="37"/>
                    <a:pt x="138" y="37"/>
                  </a:cubicBezTo>
                  <a:cubicBezTo>
                    <a:pt x="102" y="20"/>
                    <a:pt x="69" y="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9"/>
            <p:cNvSpPr/>
            <p:nvPr/>
          </p:nvSpPr>
          <p:spPr>
            <a:xfrm>
              <a:off x="2132139" y="318929"/>
              <a:ext cx="91975" cy="35062"/>
            </a:xfrm>
            <a:custGeom>
              <a:rect b="b" l="l" r="r" t="t"/>
              <a:pathLst>
                <a:path extrusionOk="0" h="353" w="926">
                  <a:moveTo>
                    <a:pt x="17" y="1"/>
                  </a:moveTo>
                  <a:lnTo>
                    <a:pt x="0" y="17"/>
                  </a:lnTo>
                  <a:lnTo>
                    <a:pt x="17" y="17"/>
                  </a:lnTo>
                  <a:cubicBezTo>
                    <a:pt x="49" y="17"/>
                    <a:pt x="85" y="33"/>
                    <a:pt x="118" y="49"/>
                  </a:cubicBezTo>
                  <a:cubicBezTo>
                    <a:pt x="134" y="49"/>
                    <a:pt x="150" y="70"/>
                    <a:pt x="170" y="70"/>
                  </a:cubicBezTo>
                  <a:cubicBezTo>
                    <a:pt x="251" y="102"/>
                    <a:pt x="320" y="118"/>
                    <a:pt x="404" y="150"/>
                  </a:cubicBezTo>
                  <a:cubicBezTo>
                    <a:pt x="437" y="171"/>
                    <a:pt x="489" y="187"/>
                    <a:pt x="522" y="203"/>
                  </a:cubicBezTo>
                  <a:cubicBezTo>
                    <a:pt x="623" y="235"/>
                    <a:pt x="724" y="272"/>
                    <a:pt x="808" y="320"/>
                  </a:cubicBezTo>
                  <a:lnTo>
                    <a:pt x="893" y="336"/>
                  </a:lnTo>
                  <a:lnTo>
                    <a:pt x="909" y="336"/>
                  </a:lnTo>
                  <a:lnTo>
                    <a:pt x="893" y="320"/>
                  </a:lnTo>
                  <a:lnTo>
                    <a:pt x="825" y="304"/>
                  </a:lnTo>
                  <a:cubicBezTo>
                    <a:pt x="724" y="272"/>
                    <a:pt x="623" y="235"/>
                    <a:pt x="522" y="187"/>
                  </a:cubicBezTo>
                  <a:cubicBezTo>
                    <a:pt x="489" y="171"/>
                    <a:pt x="437" y="150"/>
                    <a:pt x="404" y="134"/>
                  </a:cubicBezTo>
                  <a:cubicBezTo>
                    <a:pt x="320" y="118"/>
                    <a:pt x="251" y="86"/>
                    <a:pt x="170" y="49"/>
                  </a:cubicBezTo>
                  <a:cubicBezTo>
                    <a:pt x="150" y="49"/>
                    <a:pt x="150" y="49"/>
                    <a:pt x="134" y="33"/>
                  </a:cubicBezTo>
                  <a:cubicBezTo>
                    <a:pt x="85" y="17"/>
                    <a:pt x="49" y="1"/>
                    <a:pt x="17" y="1"/>
                  </a:cubicBezTo>
                  <a:close/>
                  <a:moveTo>
                    <a:pt x="909" y="336"/>
                  </a:moveTo>
                  <a:lnTo>
                    <a:pt x="909" y="352"/>
                  </a:lnTo>
                  <a:lnTo>
                    <a:pt x="926" y="3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9"/>
            <p:cNvSpPr/>
            <p:nvPr/>
          </p:nvSpPr>
          <p:spPr>
            <a:xfrm>
              <a:off x="2274173" y="449342"/>
              <a:ext cx="8542" cy="4966"/>
            </a:xfrm>
            <a:custGeom>
              <a:rect b="b" l="l" r="r" t="t"/>
              <a:pathLst>
                <a:path extrusionOk="0" h="50" w="86">
                  <a:moveTo>
                    <a:pt x="1" y="1"/>
                  </a:moveTo>
                  <a:lnTo>
                    <a:pt x="1" y="17"/>
                  </a:lnTo>
                  <a:lnTo>
                    <a:pt x="85" y="49"/>
                  </a:lnTo>
                  <a:lnTo>
                    <a:pt x="85" y="3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9"/>
            <p:cNvSpPr/>
            <p:nvPr/>
          </p:nvSpPr>
          <p:spPr>
            <a:xfrm>
              <a:off x="2484842" y="517976"/>
              <a:ext cx="67044" cy="26619"/>
            </a:xfrm>
            <a:custGeom>
              <a:rect b="b" l="l" r="r" t="t"/>
              <a:pathLst>
                <a:path extrusionOk="0" h="268" w="675">
                  <a:moveTo>
                    <a:pt x="0" y="1"/>
                  </a:moveTo>
                  <a:lnTo>
                    <a:pt x="0" y="17"/>
                  </a:lnTo>
                  <a:cubicBezTo>
                    <a:pt x="69" y="33"/>
                    <a:pt x="117" y="65"/>
                    <a:pt x="186" y="85"/>
                  </a:cubicBezTo>
                  <a:cubicBezTo>
                    <a:pt x="271" y="118"/>
                    <a:pt x="336" y="134"/>
                    <a:pt x="388" y="166"/>
                  </a:cubicBezTo>
                  <a:cubicBezTo>
                    <a:pt x="420" y="166"/>
                    <a:pt x="437" y="186"/>
                    <a:pt x="457" y="186"/>
                  </a:cubicBezTo>
                  <a:cubicBezTo>
                    <a:pt x="521" y="203"/>
                    <a:pt x="590" y="235"/>
                    <a:pt x="639" y="251"/>
                  </a:cubicBezTo>
                  <a:lnTo>
                    <a:pt x="659" y="251"/>
                  </a:lnTo>
                  <a:lnTo>
                    <a:pt x="639" y="235"/>
                  </a:lnTo>
                  <a:cubicBezTo>
                    <a:pt x="590" y="219"/>
                    <a:pt x="521" y="203"/>
                    <a:pt x="473" y="166"/>
                  </a:cubicBezTo>
                  <a:cubicBezTo>
                    <a:pt x="437" y="166"/>
                    <a:pt x="420" y="150"/>
                    <a:pt x="404" y="150"/>
                  </a:cubicBezTo>
                  <a:cubicBezTo>
                    <a:pt x="336" y="118"/>
                    <a:pt x="271" y="102"/>
                    <a:pt x="186" y="65"/>
                  </a:cubicBezTo>
                  <a:cubicBezTo>
                    <a:pt x="134" y="49"/>
                    <a:pt x="69" y="17"/>
                    <a:pt x="0" y="1"/>
                  </a:cubicBezTo>
                  <a:close/>
                  <a:moveTo>
                    <a:pt x="659" y="251"/>
                  </a:moveTo>
                  <a:lnTo>
                    <a:pt x="659" y="267"/>
                  </a:lnTo>
                  <a:lnTo>
                    <a:pt x="675" y="25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9"/>
            <p:cNvSpPr/>
            <p:nvPr/>
          </p:nvSpPr>
          <p:spPr>
            <a:xfrm>
              <a:off x="2305858" y="373955"/>
              <a:ext cx="8542" cy="5264"/>
            </a:xfrm>
            <a:custGeom>
              <a:rect b="b" l="l" r="r" t="t"/>
              <a:pathLst>
                <a:path extrusionOk="0" h="53" w="86">
                  <a:moveTo>
                    <a:pt x="1" y="0"/>
                  </a:moveTo>
                  <a:lnTo>
                    <a:pt x="1" y="21"/>
                  </a:lnTo>
                  <a:lnTo>
                    <a:pt x="85" y="53"/>
                  </a:lnTo>
                  <a:lnTo>
                    <a:pt x="85" y="37"/>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9"/>
            <p:cNvSpPr/>
            <p:nvPr/>
          </p:nvSpPr>
          <p:spPr>
            <a:xfrm>
              <a:off x="2653793" y="775228"/>
              <a:ext cx="11720" cy="78665"/>
            </a:xfrm>
            <a:custGeom>
              <a:rect b="b" l="l" r="r" t="t"/>
              <a:pathLst>
                <a:path extrusionOk="0" h="792" w="118">
                  <a:moveTo>
                    <a:pt x="0" y="0"/>
                  </a:moveTo>
                  <a:lnTo>
                    <a:pt x="0" y="20"/>
                  </a:lnTo>
                  <a:lnTo>
                    <a:pt x="0" y="53"/>
                  </a:lnTo>
                  <a:cubicBezTo>
                    <a:pt x="16" y="101"/>
                    <a:pt x="16" y="137"/>
                    <a:pt x="16" y="170"/>
                  </a:cubicBezTo>
                  <a:cubicBezTo>
                    <a:pt x="32" y="222"/>
                    <a:pt x="32" y="271"/>
                    <a:pt x="32" y="303"/>
                  </a:cubicBezTo>
                  <a:cubicBezTo>
                    <a:pt x="49" y="372"/>
                    <a:pt x="49" y="424"/>
                    <a:pt x="69" y="473"/>
                  </a:cubicBezTo>
                  <a:cubicBezTo>
                    <a:pt x="69" y="424"/>
                    <a:pt x="69" y="356"/>
                    <a:pt x="49" y="303"/>
                  </a:cubicBezTo>
                  <a:cubicBezTo>
                    <a:pt x="49" y="271"/>
                    <a:pt x="32" y="222"/>
                    <a:pt x="32" y="170"/>
                  </a:cubicBezTo>
                  <a:cubicBezTo>
                    <a:pt x="32" y="137"/>
                    <a:pt x="16" y="101"/>
                    <a:pt x="16" y="53"/>
                  </a:cubicBezTo>
                  <a:lnTo>
                    <a:pt x="16" y="0"/>
                  </a:lnTo>
                  <a:close/>
                  <a:moveTo>
                    <a:pt x="69" y="473"/>
                  </a:moveTo>
                  <a:cubicBezTo>
                    <a:pt x="69" y="525"/>
                    <a:pt x="85" y="574"/>
                    <a:pt x="85" y="626"/>
                  </a:cubicBezTo>
                  <a:lnTo>
                    <a:pt x="85" y="691"/>
                  </a:lnTo>
                  <a:cubicBezTo>
                    <a:pt x="85" y="707"/>
                    <a:pt x="101" y="727"/>
                    <a:pt x="101" y="727"/>
                  </a:cubicBezTo>
                  <a:lnTo>
                    <a:pt x="101" y="691"/>
                  </a:lnTo>
                  <a:lnTo>
                    <a:pt x="101" y="626"/>
                  </a:lnTo>
                  <a:cubicBezTo>
                    <a:pt x="85" y="574"/>
                    <a:pt x="85" y="525"/>
                    <a:pt x="69" y="473"/>
                  </a:cubicBezTo>
                  <a:close/>
                  <a:moveTo>
                    <a:pt x="101" y="727"/>
                  </a:moveTo>
                  <a:lnTo>
                    <a:pt x="101" y="792"/>
                  </a:lnTo>
                  <a:lnTo>
                    <a:pt x="117" y="792"/>
                  </a:lnTo>
                  <a:cubicBezTo>
                    <a:pt x="117" y="760"/>
                    <a:pt x="117" y="743"/>
                    <a:pt x="101" y="7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9"/>
            <p:cNvSpPr/>
            <p:nvPr/>
          </p:nvSpPr>
          <p:spPr>
            <a:xfrm>
              <a:off x="2493284" y="950934"/>
              <a:ext cx="95153" cy="30195"/>
            </a:xfrm>
            <a:custGeom>
              <a:rect b="b" l="l" r="r" t="t"/>
              <a:pathLst>
                <a:path extrusionOk="0" h="304" w="958">
                  <a:moveTo>
                    <a:pt x="16" y="287"/>
                  </a:moveTo>
                  <a:lnTo>
                    <a:pt x="16" y="303"/>
                  </a:lnTo>
                  <a:lnTo>
                    <a:pt x="32" y="303"/>
                  </a:lnTo>
                  <a:lnTo>
                    <a:pt x="49" y="287"/>
                  </a:lnTo>
                  <a:close/>
                  <a:moveTo>
                    <a:pt x="0" y="0"/>
                  </a:moveTo>
                  <a:lnTo>
                    <a:pt x="0" y="69"/>
                  </a:lnTo>
                  <a:lnTo>
                    <a:pt x="0" y="134"/>
                  </a:lnTo>
                  <a:lnTo>
                    <a:pt x="0" y="150"/>
                  </a:lnTo>
                  <a:lnTo>
                    <a:pt x="0" y="186"/>
                  </a:lnTo>
                  <a:cubicBezTo>
                    <a:pt x="0" y="219"/>
                    <a:pt x="0" y="251"/>
                    <a:pt x="16" y="287"/>
                  </a:cubicBezTo>
                  <a:lnTo>
                    <a:pt x="16" y="186"/>
                  </a:lnTo>
                  <a:lnTo>
                    <a:pt x="16" y="150"/>
                  </a:lnTo>
                  <a:lnTo>
                    <a:pt x="16" y="134"/>
                  </a:lnTo>
                  <a:lnTo>
                    <a:pt x="16" y="69"/>
                  </a:lnTo>
                  <a:cubicBezTo>
                    <a:pt x="0" y="33"/>
                    <a:pt x="16" y="17"/>
                    <a:pt x="16" y="17"/>
                  </a:cubicBezTo>
                  <a:lnTo>
                    <a:pt x="49" y="17"/>
                  </a:lnTo>
                  <a:cubicBezTo>
                    <a:pt x="133" y="33"/>
                    <a:pt x="202" y="69"/>
                    <a:pt x="287" y="85"/>
                  </a:cubicBezTo>
                  <a:cubicBezTo>
                    <a:pt x="335" y="101"/>
                    <a:pt x="404" y="118"/>
                    <a:pt x="453" y="134"/>
                  </a:cubicBezTo>
                  <a:cubicBezTo>
                    <a:pt x="505" y="150"/>
                    <a:pt x="554" y="150"/>
                    <a:pt x="606" y="170"/>
                  </a:cubicBezTo>
                  <a:cubicBezTo>
                    <a:pt x="655" y="186"/>
                    <a:pt x="707" y="202"/>
                    <a:pt x="756" y="219"/>
                  </a:cubicBezTo>
                  <a:cubicBezTo>
                    <a:pt x="776" y="219"/>
                    <a:pt x="792" y="219"/>
                    <a:pt x="808" y="235"/>
                  </a:cubicBezTo>
                  <a:cubicBezTo>
                    <a:pt x="840" y="235"/>
                    <a:pt x="893" y="251"/>
                    <a:pt x="925" y="271"/>
                  </a:cubicBezTo>
                  <a:cubicBezTo>
                    <a:pt x="941" y="271"/>
                    <a:pt x="958" y="287"/>
                    <a:pt x="941" y="303"/>
                  </a:cubicBezTo>
                  <a:lnTo>
                    <a:pt x="958" y="303"/>
                  </a:lnTo>
                  <a:cubicBezTo>
                    <a:pt x="958" y="271"/>
                    <a:pt x="941" y="251"/>
                    <a:pt x="925" y="251"/>
                  </a:cubicBezTo>
                  <a:cubicBezTo>
                    <a:pt x="893" y="235"/>
                    <a:pt x="857" y="219"/>
                    <a:pt x="808" y="219"/>
                  </a:cubicBezTo>
                  <a:cubicBezTo>
                    <a:pt x="792" y="219"/>
                    <a:pt x="776" y="202"/>
                    <a:pt x="756" y="202"/>
                  </a:cubicBezTo>
                  <a:cubicBezTo>
                    <a:pt x="707" y="186"/>
                    <a:pt x="655" y="170"/>
                    <a:pt x="606" y="150"/>
                  </a:cubicBezTo>
                  <a:cubicBezTo>
                    <a:pt x="554" y="150"/>
                    <a:pt x="505" y="134"/>
                    <a:pt x="473" y="118"/>
                  </a:cubicBezTo>
                  <a:cubicBezTo>
                    <a:pt x="404" y="101"/>
                    <a:pt x="352" y="85"/>
                    <a:pt x="287" y="69"/>
                  </a:cubicBezTo>
                  <a:cubicBezTo>
                    <a:pt x="218" y="49"/>
                    <a:pt x="133" y="33"/>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9"/>
            <p:cNvSpPr/>
            <p:nvPr/>
          </p:nvSpPr>
          <p:spPr>
            <a:xfrm>
              <a:off x="2474810" y="514400"/>
              <a:ext cx="10131" cy="3675"/>
            </a:xfrm>
            <a:custGeom>
              <a:rect b="b" l="l" r="r" t="t"/>
              <a:pathLst>
                <a:path extrusionOk="0" h="37" w="102">
                  <a:moveTo>
                    <a:pt x="0" y="0"/>
                  </a:moveTo>
                  <a:lnTo>
                    <a:pt x="16" y="20"/>
                  </a:lnTo>
                  <a:lnTo>
                    <a:pt x="53" y="20"/>
                  </a:lnTo>
                  <a:cubicBezTo>
                    <a:pt x="53" y="0"/>
                    <a:pt x="33" y="0"/>
                    <a:pt x="16" y="0"/>
                  </a:cubicBezTo>
                  <a:close/>
                  <a:moveTo>
                    <a:pt x="53" y="20"/>
                  </a:moveTo>
                  <a:cubicBezTo>
                    <a:pt x="69" y="37"/>
                    <a:pt x="85" y="37"/>
                    <a:pt x="85" y="37"/>
                  </a:cubicBezTo>
                  <a:lnTo>
                    <a:pt x="101" y="37"/>
                  </a:lnTo>
                  <a:lnTo>
                    <a:pt x="85" y="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9"/>
            <p:cNvSpPr/>
            <p:nvPr/>
          </p:nvSpPr>
          <p:spPr>
            <a:xfrm>
              <a:off x="2488020" y="544496"/>
              <a:ext cx="28606" cy="12118"/>
            </a:xfrm>
            <a:custGeom>
              <a:rect b="b" l="l" r="r" t="t"/>
              <a:pathLst>
                <a:path extrusionOk="0" h="122" w="288">
                  <a:moveTo>
                    <a:pt x="1" y="0"/>
                  </a:moveTo>
                  <a:lnTo>
                    <a:pt x="1" y="20"/>
                  </a:lnTo>
                  <a:lnTo>
                    <a:pt x="53" y="37"/>
                  </a:lnTo>
                  <a:cubicBezTo>
                    <a:pt x="102" y="53"/>
                    <a:pt x="154" y="69"/>
                    <a:pt x="203" y="85"/>
                  </a:cubicBezTo>
                  <a:cubicBezTo>
                    <a:pt x="223" y="101"/>
                    <a:pt x="239" y="101"/>
                    <a:pt x="255" y="101"/>
                  </a:cubicBezTo>
                  <a:cubicBezTo>
                    <a:pt x="239" y="85"/>
                    <a:pt x="239" y="85"/>
                    <a:pt x="223" y="85"/>
                  </a:cubicBezTo>
                  <a:cubicBezTo>
                    <a:pt x="170" y="69"/>
                    <a:pt x="122" y="53"/>
                    <a:pt x="69" y="37"/>
                  </a:cubicBezTo>
                  <a:lnTo>
                    <a:pt x="1" y="0"/>
                  </a:lnTo>
                  <a:close/>
                  <a:moveTo>
                    <a:pt x="255" y="101"/>
                  </a:moveTo>
                  <a:lnTo>
                    <a:pt x="271" y="121"/>
                  </a:lnTo>
                  <a:lnTo>
                    <a:pt x="287" y="121"/>
                  </a:lnTo>
                  <a:lnTo>
                    <a:pt x="287" y="10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a:off x="1349756" y="674909"/>
              <a:ext cx="145312" cy="135678"/>
            </a:xfrm>
            <a:custGeom>
              <a:rect b="b" l="l" r="r" t="t"/>
              <a:pathLst>
                <a:path extrusionOk="0" h="1366" w="1463">
                  <a:moveTo>
                    <a:pt x="1446" y="0"/>
                  </a:moveTo>
                  <a:cubicBezTo>
                    <a:pt x="1441" y="0"/>
                    <a:pt x="1436" y="2"/>
                    <a:pt x="1431" y="5"/>
                  </a:cubicBezTo>
                  <a:lnTo>
                    <a:pt x="1431" y="5"/>
                  </a:lnTo>
                  <a:cubicBezTo>
                    <a:pt x="1441" y="2"/>
                    <a:pt x="1452" y="0"/>
                    <a:pt x="1462" y="0"/>
                  </a:cubicBezTo>
                  <a:close/>
                  <a:moveTo>
                    <a:pt x="1431" y="5"/>
                  </a:moveTo>
                  <a:lnTo>
                    <a:pt x="1431" y="5"/>
                  </a:lnTo>
                  <a:cubicBezTo>
                    <a:pt x="1411" y="11"/>
                    <a:pt x="1393" y="20"/>
                    <a:pt x="1382" y="20"/>
                  </a:cubicBezTo>
                  <a:cubicBezTo>
                    <a:pt x="1196" y="170"/>
                    <a:pt x="1010" y="303"/>
                    <a:pt x="824" y="440"/>
                  </a:cubicBezTo>
                  <a:lnTo>
                    <a:pt x="776" y="489"/>
                  </a:lnTo>
                  <a:lnTo>
                    <a:pt x="824" y="457"/>
                  </a:lnTo>
                  <a:cubicBezTo>
                    <a:pt x="1010" y="323"/>
                    <a:pt x="1212" y="170"/>
                    <a:pt x="1398" y="36"/>
                  </a:cubicBezTo>
                  <a:cubicBezTo>
                    <a:pt x="1409" y="25"/>
                    <a:pt x="1420" y="12"/>
                    <a:pt x="1431" y="5"/>
                  </a:cubicBezTo>
                  <a:close/>
                  <a:moveTo>
                    <a:pt x="776" y="489"/>
                  </a:moveTo>
                  <a:lnTo>
                    <a:pt x="776" y="489"/>
                  </a:lnTo>
                  <a:cubicBezTo>
                    <a:pt x="723" y="505"/>
                    <a:pt x="691" y="541"/>
                    <a:pt x="655" y="574"/>
                  </a:cubicBezTo>
                  <a:cubicBezTo>
                    <a:pt x="691" y="558"/>
                    <a:pt x="739" y="525"/>
                    <a:pt x="776" y="489"/>
                  </a:cubicBezTo>
                  <a:close/>
                  <a:moveTo>
                    <a:pt x="655" y="574"/>
                  </a:moveTo>
                  <a:lnTo>
                    <a:pt x="655" y="574"/>
                  </a:lnTo>
                  <a:cubicBezTo>
                    <a:pt x="638" y="590"/>
                    <a:pt x="622" y="606"/>
                    <a:pt x="622" y="626"/>
                  </a:cubicBezTo>
                  <a:cubicBezTo>
                    <a:pt x="638" y="659"/>
                    <a:pt x="622" y="691"/>
                    <a:pt x="622" y="727"/>
                  </a:cubicBezTo>
                  <a:lnTo>
                    <a:pt x="622" y="792"/>
                  </a:lnTo>
                  <a:lnTo>
                    <a:pt x="622" y="808"/>
                  </a:lnTo>
                  <a:lnTo>
                    <a:pt x="622" y="861"/>
                  </a:lnTo>
                  <a:cubicBezTo>
                    <a:pt x="622" y="893"/>
                    <a:pt x="622" y="909"/>
                    <a:pt x="590" y="929"/>
                  </a:cubicBezTo>
                  <a:cubicBezTo>
                    <a:pt x="554" y="945"/>
                    <a:pt x="537" y="962"/>
                    <a:pt x="505" y="978"/>
                  </a:cubicBezTo>
                  <a:cubicBezTo>
                    <a:pt x="505" y="978"/>
                    <a:pt x="489" y="994"/>
                    <a:pt x="473" y="994"/>
                  </a:cubicBezTo>
                  <a:cubicBezTo>
                    <a:pt x="372" y="1079"/>
                    <a:pt x="271" y="1147"/>
                    <a:pt x="186" y="1212"/>
                  </a:cubicBezTo>
                  <a:lnTo>
                    <a:pt x="101" y="1281"/>
                  </a:lnTo>
                  <a:lnTo>
                    <a:pt x="186" y="1232"/>
                  </a:lnTo>
                  <a:cubicBezTo>
                    <a:pt x="287" y="1164"/>
                    <a:pt x="388" y="1079"/>
                    <a:pt x="489" y="1010"/>
                  </a:cubicBezTo>
                  <a:cubicBezTo>
                    <a:pt x="505" y="1010"/>
                    <a:pt x="505" y="994"/>
                    <a:pt x="521" y="978"/>
                  </a:cubicBezTo>
                  <a:cubicBezTo>
                    <a:pt x="537" y="962"/>
                    <a:pt x="574" y="945"/>
                    <a:pt x="590" y="945"/>
                  </a:cubicBezTo>
                  <a:cubicBezTo>
                    <a:pt x="622" y="929"/>
                    <a:pt x="638" y="893"/>
                    <a:pt x="638" y="861"/>
                  </a:cubicBezTo>
                  <a:lnTo>
                    <a:pt x="638" y="808"/>
                  </a:lnTo>
                  <a:lnTo>
                    <a:pt x="638" y="792"/>
                  </a:lnTo>
                  <a:lnTo>
                    <a:pt x="638" y="727"/>
                  </a:lnTo>
                  <a:lnTo>
                    <a:pt x="638" y="626"/>
                  </a:lnTo>
                  <a:cubicBezTo>
                    <a:pt x="638" y="606"/>
                    <a:pt x="638" y="590"/>
                    <a:pt x="655" y="574"/>
                  </a:cubicBezTo>
                  <a:close/>
                  <a:moveTo>
                    <a:pt x="101" y="1281"/>
                  </a:moveTo>
                  <a:lnTo>
                    <a:pt x="101" y="1281"/>
                  </a:lnTo>
                  <a:cubicBezTo>
                    <a:pt x="69" y="1297"/>
                    <a:pt x="49" y="1313"/>
                    <a:pt x="32" y="1333"/>
                  </a:cubicBezTo>
                  <a:cubicBezTo>
                    <a:pt x="49" y="1313"/>
                    <a:pt x="85" y="1297"/>
                    <a:pt x="101" y="1281"/>
                  </a:cubicBezTo>
                  <a:close/>
                  <a:moveTo>
                    <a:pt x="32" y="1333"/>
                  </a:moveTo>
                  <a:lnTo>
                    <a:pt x="0" y="1349"/>
                  </a:lnTo>
                  <a:lnTo>
                    <a:pt x="0" y="1366"/>
                  </a:lnTo>
                  <a:lnTo>
                    <a:pt x="32" y="13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2618434" y="774532"/>
              <a:ext cx="93961" cy="17581"/>
            </a:xfrm>
            <a:custGeom>
              <a:rect b="b" l="l" r="r" t="t"/>
              <a:pathLst>
                <a:path extrusionOk="0" h="177" w="946">
                  <a:moveTo>
                    <a:pt x="355" y="0"/>
                  </a:moveTo>
                  <a:cubicBezTo>
                    <a:pt x="343" y="0"/>
                    <a:pt x="333" y="2"/>
                    <a:pt x="324" y="7"/>
                  </a:cubicBezTo>
                  <a:cubicBezTo>
                    <a:pt x="255" y="43"/>
                    <a:pt x="186" y="92"/>
                    <a:pt x="102" y="128"/>
                  </a:cubicBezTo>
                  <a:lnTo>
                    <a:pt x="69" y="128"/>
                  </a:lnTo>
                  <a:cubicBezTo>
                    <a:pt x="53" y="144"/>
                    <a:pt x="37" y="161"/>
                    <a:pt x="1" y="161"/>
                  </a:cubicBezTo>
                  <a:lnTo>
                    <a:pt x="21" y="177"/>
                  </a:lnTo>
                  <a:cubicBezTo>
                    <a:pt x="37" y="177"/>
                    <a:pt x="69" y="161"/>
                    <a:pt x="85" y="144"/>
                  </a:cubicBezTo>
                  <a:cubicBezTo>
                    <a:pt x="85" y="144"/>
                    <a:pt x="102" y="144"/>
                    <a:pt x="122" y="128"/>
                  </a:cubicBezTo>
                  <a:cubicBezTo>
                    <a:pt x="186" y="92"/>
                    <a:pt x="255" y="60"/>
                    <a:pt x="324" y="27"/>
                  </a:cubicBezTo>
                  <a:cubicBezTo>
                    <a:pt x="340" y="17"/>
                    <a:pt x="360" y="12"/>
                    <a:pt x="381" y="12"/>
                  </a:cubicBezTo>
                  <a:cubicBezTo>
                    <a:pt x="401" y="12"/>
                    <a:pt x="423" y="17"/>
                    <a:pt x="441" y="27"/>
                  </a:cubicBezTo>
                  <a:cubicBezTo>
                    <a:pt x="415" y="13"/>
                    <a:pt x="383" y="0"/>
                    <a:pt x="355" y="0"/>
                  </a:cubicBezTo>
                  <a:close/>
                  <a:moveTo>
                    <a:pt x="441" y="27"/>
                  </a:moveTo>
                  <a:lnTo>
                    <a:pt x="441" y="27"/>
                  </a:lnTo>
                  <a:cubicBezTo>
                    <a:pt x="526" y="60"/>
                    <a:pt x="606" y="76"/>
                    <a:pt x="675" y="108"/>
                  </a:cubicBezTo>
                  <a:cubicBezTo>
                    <a:pt x="760" y="128"/>
                    <a:pt x="829" y="144"/>
                    <a:pt x="893" y="177"/>
                  </a:cubicBezTo>
                  <a:lnTo>
                    <a:pt x="946" y="177"/>
                  </a:lnTo>
                  <a:lnTo>
                    <a:pt x="930" y="161"/>
                  </a:lnTo>
                  <a:lnTo>
                    <a:pt x="893" y="161"/>
                  </a:lnTo>
                  <a:cubicBezTo>
                    <a:pt x="829" y="144"/>
                    <a:pt x="760" y="108"/>
                    <a:pt x="691" y="92"/>
                  </a:cubicBezTo>
                  <a:cubicBezTo>
                    <a:pt x="606" y="76"/>
                    <a:pt x="526" y="43"/>
                    <a:pt x="44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2510070" y="477849"/>
              <a:ext cx="30195" cy="11720"/>
            </a:xfrm>
            <a:custGeom>
              <a:rect b="b" l="l" r="r" t="t"/>
              <a:pathLst>
                <a:path extrusionOk="0" h="118" w="304">
                  <a:moveTo>
                    <a:pt x="1" y="1"/>
                  </a:moveTo>
                  <a:lnTo>
                    <a:pt x="17" y="17"/>
                  </a:lnTo>
                  <a:cubicBezTo>
                    <a:pt x="17" y="17"/>
                    <a:pt x="33" y="17"/>
                    <a:pt x="49" y="33"/>
                  </a:cubicBezTo>
                  <a:cubicBezTo>
                    <a:pt x="65" y="33"/>
                    <a:pt x="102" y="49"/>
                    <a:pt x="134" y="49"/>
                  </a:cubicBezTo>
                  <a:cubicBezTo>
                    <a:pt x="102" y="33"/>
                    <a:pt x="82" y="17"/>
                    <a:pt x="49" y="17"/>
                  </a:cubicBezTo>
                  <a:cubicBezTo>
                    <a:pt x="33" y="17"/>
                    <a:pt x="33" y="1"/>
                    <a:pt x="17" y="1"/>
                  </a:cubicBezTo>
                  <a:close/>
                  <a:moveTo>
                    <a:pt x="134" y="49"/>
                  </a:moveTo>
                  <a:cubicBezTo>
                    <a:pt x="150" y="65"/>
                    <a:pt x="166" y="65"/>
                    <a:pt x="183" y="85"/>
                  </a:cubicBezTo>
                  <a:cubicBezTo>
                    <a:pt x="219" y="85"/>
                    <a:pt x="251" y="102"/>
                    <a:pt x="284" y="118"/>
                  </a:cubicBezTo>
                  <a:lnTo>
                    <a:pt x="304" y="118"/>
                  </a:lnTo>
                  <a:lnTo>
                    <a:pt x="284" y="102"/>
                  </a:lnTo>
                  <a:cubicBezTo>
                    <a:pt x="251" y="102"/>
                    <a:pt x="219" y="85"/>
                    <a:pt x="183" y="65"/>
                  </a:cubicBezTo>
                  <a:cubicBezTo>
                    <a:pt x="166" y="49"/>
                    <a:pt x="150" y="49"/>
                    <a:pt x="134"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a:off x="1755796" y="651568"/>
              <a:ext cx="190704" cy="117303"/>
            </a:xfrm>
            <a:custGeom>
              <a:rect b="b" l="l" r="r" t="t"/>
              <a:pathLst>
                <a:path extrusionOk="0" h="1181" w="1920">
                  <a:moveTo>
                    <a:pt x="1903" y="1"/>
                  </a:moveTo>
                  <a:cubicBezTo>
                    <a:pt x="1871" y="1"/>
                    <a:pt x="1854" y="17"/>
                    <a:pt x="1818" y="33"/>
                  </a:cubicBezTo>
                  <a:lnTo>
                    <a:pt x="1802" y="53"/>
                  </a:lnTo>
                  <a:cubicBezTo>
                    <a:pt x="1753" y="86"/>
                    <a:pt x="1701" y="118"/>
                    <a:pt x="1652" y="134"/>
                  </a:cubicBezTo>
                  <a:cubicBezTo>
                    <a:pt x="1584" y="187"/>
                    <a:pt x="1515" y="235"/>
                    <a:pt x="1434" y="288"/>
                  </a:cubicBezTo>
                  <a:cubicBezTo>
                    <a:pt x="1382" y="304"/>
                    <a:pt x="1333" y="336"/>
                    <a:pt x="1281" y="372"/>
                  </a:cubicBezTo>
                  <a:cubicBezTo>
                    <a:pt x="1249" y="389"/>
                    <a:pt x="1232" y="421"/>
                    <a:pt x="1196" y="437"/>
                  </a:cubicBezTo>
                  <a:cubicBezTo>
                    <a:pt x="1232" y="421"/>
                    <a:pt x="1265" y="405"/>
                    <a:pt x="1297" y="389"/>
                  </a:cubicBezTo>
                  <a:cubicBezTo>
                    <a:pt x="1350" y="356"/>
                    <a:pt x="1398" y="320"/>
                    <a:pt x="1450" y="288"/>
                  </a:cubicBezTo>
                  <a:cubicBezTo>
                    <a:pt x="1515" y="255"/>
                    <a:pt x="1584" y="203"/>
                    <a:pt x="1669" y="154"/>
                  </a:cubicBezTo>
                  <a:cubicBezTo>
                    <a:pt x="1701" y="118"/>
                    <a:pt x="1753" y="86"/>
                    <a:pt x="1802" y="70"/>
                  </a:cubicBezTo>
                  <a:cubicBezTo>
                    <a:pt x="1818" y="53"/>
                    <a:pt x="1818" y="53"/>
                    <a:pt x="1838" y="53"/>
                  </a:cubicBezTo>
                  <a:cubicBezTo>
                    <a:pt x="1854" y="33"/>
                    <a:pt x="1871" y="17"/>
                    <a:pt x="1903" y="17"/>
                  </a:cubicBezTo>
                  <a:lnTo>
                    <a:pt x="1919" y="17"/>
                  </a:lnTo>
                  <a:lnTo>
                    <a:pt x="1903" y="1"/>
                  </a:lnTo>
                  <a:close/>
                  <a:moveTo>
                    <a:pt x="1196" y="437"/>
                  </a:moveTo>
                  <a:cubicBezTo>
                    <a:pt x="1131" y="473"/>
                    <a:pt x="1079" y="506"/>
                    <a:pt x="1010" y="538"/>
                  </a:cubicBezTo>
                  <a:cubicBezTo>
                    <a:pt x="978" y="574"/>
                    <a:pt x="929" y="607"/>
                    <a:pt x="877" y="639"/>
                  </a:cubicBezTo>
                  <a:cubicBezTo>
                    <a:pt x="929" y="607"/>
                    <a:pt x="978" y="591"/>
                    <a:pt x="1030" y="558"/>
                  </a:cubicBezTo>
                  <a:cubicBezTo>
                    <a:pt x="1079" y="522"/>
                    <a:pt x="1148" y="490"/>
                    <a:pt x="1196" y="437"/>
                  </a:cubicBezTo>
                  <a:close/>
                  <a:moveTo>
                    <a:pt x="877" y="639"/>
                  </a:moveTo>
                  <a:cubicBezTo>
                    <a:pt x="675" y="760"/>
                    <a:pt x="457" y="894"/>
                    <a:pt x="255" y="1027"/>
                  </a:cubicBezTo>
                  <a:cubicBezTo>
                    <a:pt x="239" y="1043"/>
                    <a:pt x="202" y="1063"/>
                    <a:pt x="186" y="1079"/>
                  </a:cubicBezTo>
                  <a:cubicBezTo>
                    <a:pt x="222" y="1063"/>
                    <a:pt x="239" y="1043"/>
                    <a:pt x="271" y="1027"/>
                  </a:cubicBezTo>
                  <a:cubicBezTo>
                    <a:pt x="473" y="910"/>
                    <a:pt x="675" y="776"/>
                    <a:pt x="877" y="639"/>
                  </a:cubicBezTo>
                  <a:close/>
                  <a:moveTo>
                    <a:pt x="186" y="1079"/>
                  </a:moveTo>
                  <a:lnTo>
                    <a:pt x="186" y="1079"/>
                  </a:lnTo>
                  <a:cubicBezTo>
                    <a:pt x="138" y="1096"/>
                    <a:pt x="101" y="1128"/>
                    <a:pt x="53" y="1144"/>
                  </a:cubicBezTo>
                  <a:lnTo>
                    <a:pt x="53" y="1164"/>
                  </a:lnTo>
                  <a:cubicBezTo>
                    <a:pt x="101" y="1128"/>
                    <a:pt x="154" y="1112"/>
                    <a:pt x="186" y="1079"/>
                  </a:cubicBezTo>
                  <a:close/>
                  <a:moveTo>
                    <a:pt x="53" y="1164"/>
                  </a:moveTo>
                  <a:cubicBezTo>
                    <a:pt x="37" y="1164"/>
                    <a:pt x="20" y="1180"/>
                    <a:pt x="0" y="1180"/>
                  </a:cubicBezTo>
                  <a:cubicBezTo>
                    <a:pt x="20" y="1180"/>
                    <a:pt x="37" y="1180"/>
                    <a:pt x="53" y="11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2476399" y="566546"/>
              <a:ext cx="83930" cy="30195"/>
            </a:xfrm>
            <a:custGeom>
              <a:rect b="b" l="l" r="r" t="t"/>
              <a:pathLst>
                <a:path extrusionOk="0" h="304" w="845">
                  <a:moveTo>
                    <a:pt x="0" y="0"/>
                  </a:moveTo>
                  <a:lnTo>
                    <a:pt x="0" y="17"/>
                  </a:lnTo>
                  <a:cubicBezTo>
                    <a:pt x="37" y="33"/>
                    <a:pt x="69" y="49"/>
                    <a:pt x="101" y="49"/>
                  </a:cubicBezTo>
                  <a:cubicBezTo>
                    <a:pt x="69" y="33"/>
                    <a:pt x="37" y="17"/>
                    <a:pt x="0" y="0"/>
                  </a:cubicBezTo>
                  <a:close/>
                  <a:moveTo>
                    <a:pt x="101" y="49"/>
                  </a:moveTo>
                  <a:cubicBezTo>
                    <a:pt x="170" y="81"/>
                    <a:pt x="255" y="101"/>
                    <a:pt x="340" y="134"/>
                  </a:cubicBezTo>
                  <a:cubicBezTo>
                    <a:pt x="473" y="182"/>
                    <a:pt x="590" y="219"/>
                    <a:pt x="707" y="267"/>
                  </a:cubicBezTo>
                  <a:lnTo>
                    <a:pt x="744" y="267"/>
                  </a:lnTo>
                  <a:cubicBezTo>
                    <a:pt x="744" y="267"/>
                    <a:pt x="724" y="251"/>
                    <a:pt x="707" y="251"/>
                  </a:cubicBezTo>
                  <a:cubicBezTo>
                    <a:pt x="590" y="202"/>
                    <a:pt x="473" y="166"/>
                    <a:pt x="340" y="118"/>
                  </a:cubicBezTo>
                  <a:cubicBezTo>
                    <a:pt x="255" y="101"/>
                    <a:pt x="186" y="65"/>
                    <a:pt x="101" y="49"/>
                  </a:cubicBezTo>
                  <a:close/>
                  <a:moveTo>
                    <a:pt x="744" y="267"/>
                  </a:moveTo>
                  <a:lnTo>
                    <a:pt x="744" y="267"/>
                  </a:lnTo>
                  <a:cubicBezTo>
                    <a:pt x="776" y="283"/>
                    <a:pt x="808" y="303"/>
                    <a:pt x="845" y="303"/>
                  </a:cubicBezTo>
                  <a:lnTo>
                    <a:pt x="845" y="283"/>
                  </a:lnTo>
                  <a:cubicBezTo>
                    <a:pt x="808" y="283"/>
                    <a:pt x="776" y="283"/>
                    <a:pt x="744" y="2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2688657" y="516387"/>
              <a:ext cx="52245" cy="369191"/>
            </a:xfrm>
            <a:custGeom>
              <a:rect b="b" l="l" r="r" t="t"/>
              <a:pathLst>
                <a:path extrusionOk="0" h="3717" w="526">
                  <a:moveTo>
                    <a:pt x="21" y="0"/>
                  </a:moveTo>
                  <a:cubicBezTo>
                    <a:pt x="0" y="17"/>
                    <a:pt x="0" y="33"/>
                    <a:pt x="21" y="49"/>
                  </a:cubicBezTo>
                  <a:lnTo>
                    <a:pt x="21" y="134"/>
                  </a:lnTo>
                  <a:cubicBezTo>
                    <a:pt x="21" y="150"/>
                    <a:pt x="37" y="166"/>
                    <a:pt x="37" y="182"/>
                  </a:cubicBezTo>
                  <a:lnTo>
                    <a:pt x="37" y="235"/>
                  </a:lnTo>
                  <a:cubicBezTo>
                    <a:pt x="37" y="267"/>
                    <a:pt x="53" y="303"/>
                    <a:pt x="53" y="320"/>
                  </a:cubicBezTo>
                  <a:lnTo>
                    <a:pt x="53" y="352"/>
                  </a:lnTo>
                  <a:cubicBezTo>
                    <a:pt x="53" y="368"/>
                    <a:pt x="53" y="384"/>
                    <a:pt x="69" y="404"/>
                  </a:cubicBezTo>
                  <a:lnTo>
                    <a:pt x="69" y="352"/>
                  </a:lnTo>
                  <a:lnTo>
                    <a:pt x="69" y="320"/>
                  </a:lnTo>
                  <a:cubicBezTo>
                    <a:pt x="53" y="283"/>
                    <a:pt x="53" y="267"/>
                    <a:pt x="53" y="235"/>
                  </a:cubicBezTo>
                  <a:lnTo>
                    <a:pt x="53" y="182"/>
                  </a:lnTo>
                  <a:cubicBezTo>
                    <a:pt x="37" y="166"/>
                    <a:pt x="37" y="150"/>
                    <a:pt x="37" y="134"/>
                  </a:cubicBezTo>
                  <a:lnTo>
                    <a:pt x="37" y="49"/>
                  </a:lnTo>
                  <a:cubicBezTo>
                    <a:pt x="21" y="33"/>
                    <a:pt x="21" y="17"/>
                    <a:pt x="37" y="0"/>
                  </a:cubicBezTo>
                  <a:close/>
                  <a:moveTo>
                    <a:pt x="69" y="404"/>
                  </a:moveTo>
                  <a:lnTo>
                    <a:pt x="69" y="437"/>
                  </a:lnTo>
                  <a:cubicBezTo>
                    <a:pt x="69" y="469"/>
                    <a:pt x="69" y="505"/>
                    <a:pt x="85" y="538"/>
                  </a:cubicBezTo>
                  <a:lnTo>
                    <a:pt x="85" y="437"/>
                  </a:lnTo>
                  <a:cubicBezTo>
                    <a:pt x="85" y="421"/>
                    <a:pt x="69" y="404"/>
                    <a:pt x="69" y="404"/>
                  </a:cubicBezTo>
                  <a:close/>
                  <a:moveTo>
                    <a:pt x="85" y="538"/>
                  </a:moveTo>
                  <a:lnTo>
                    <a:pt x="85" y="623"/>
                  </a:lnTo>
                  <a:cubicBezTo>
                    <a:pt x="101" y="639"/>
                    <a:pt x="101" y="655"/>
                    <a:pt x="101" y="687"/>
                  </a:cubicBezTo>
                  <a:cubicBezTo>
                    <a:pt x="101" y="707"/>
                    <a:pt x="101" y="740"/>
                    <a:pt x="122" y="756"/>
                  </a:cubicBezTo>
                  <a:lnTo>
                    <a:pt x="122" y="687"/>
                  </a:lnTo>
                  <a:cubicBezTo>
                    <a:pt x="122" y="655"/>
                    <a:pt x="101" y="639"/>
                    <a:pt x="101" y="623"/>
                  </a:cubicBezTo>
                  <a:lnTo>
                    <a:pt x="85" y="538"/>
                  </a:lnTo>
                  <a:close/>
                  <a:moveTo>
                    <a:pt x="122" y="756"/>
                  </a:moveTo>
                  <a:lnTo>
                    <a:pt x="122" y="825"/>
                  </a:lnTo>
                  <a:cubicBezTo>
                    <a:pt x="122" y="857"/>
                    <a:pt x="138" y="909"/>
                    <a:pt x="138" y="942"/>
                  </a:cubicBezTo>
                  <a:cubicBezTo>
                    <a:pt x="138" y="974"/>
                    <a:pt x="154" y="1010"/>
                    <a:pt x="154" y="1043"/>
                  </a:cubicBezTo>
                  <a:cubicBezTo>
                    <a:pt x="154" y="1059"/>
                    <a:pt x="154" y="1091"/>
                    <a:pt x="170" y="1111"/>
                  </a:cubicBezTo>
                  <a:lnTo>
                    <a:pt x="170" y="1043"/>
                  </a:lnTo>
                  <a:cubicBezTo>
                    <a:pt x="170" y="1010"/>
                    <a:pt x="154" y="974"/>
                    <a:pt x="154" y="942"/>
                  </a:cubicBezTo>
                  <a:cubicBezTo>
                    <a:pt x="138" y="909"/>
                    <a:pt x="138" y="857"/>
                    <a:pt x="138" y="808"/>
                  </a:cubicBezTo>
                  <a:cubicBezTo>
                    <a:pt x="138" y="788"/>
                    <a:pt x="122" y="772"/>
                    <a:pt x="122" y="756"/>
                  </a:cubicBezTo>
                  <a:close/>
                  <a:moveTo>
                    <a:pt x="170" y="1111"/>
                  </a:moveTo>
                  <a:cubicBezTo>
                    <a:pt x="170" y="1160"/>
                    <a:pt x="186" y="1212"/>
                    <a:pt x="186" y="1261"/>
                  </a:cubicBezTo>
                  <a:lnTo>
                    <a:pt x="186" y="1313"/>
                  </a:lnTo>
                  <a:lnTo>
                    <a:pt x="186" y="1330"/>
                  </a:lnTo>
                  <a:cubicBezTo>
                    <a:pt x="202" y="1362"/>
                    <a:pt x="202" y="1394"/>
                    <a:pt x="202" y="1414"/>
                  </a:cubicBezTo>
                  <a:cubicBezTo>
                    <a:pt x="202" y="1447"/>
                    <a:pt x="223" y="1463"/>
                    <a:pt x="223" y="1495"/>
                  </a:cubicBezTo>
                  <a:lnTo>
                    <a:pt x="223" y="1414"/>
                  </a:lnTo>
                  <a:cubicBezTo>
                    <a:pt x="223" y="1394"/>
                    <a:pt x="202" y="1362"/>
                    <a:pt x="202" y="1330"/>
                  </a:cubicBezTo>
                  <a:lnTo>
                    <a:pt x="202" y="1293"/>
                  </a:lnTo>
                  <a:lnTo>
                    <a:pt x="202" y="1261"/>
                  </a:lnTo>
                  <a:cubicBezTo>
                    <a:pt x="186" y="1212"/>
                    <a:pt x="186" y="1160"/>
                    <a:pt x="170" y="1111"/>
                  </a:cubicBezTo>
                  <a:close/>
                  <a:moveTo>
                    <a:pt x="223" y="1495"/>
                  </a:moveTo>
                  <a:lnTo>
                    <a:pt x="223" y="1580"/>
                  </a:lnTo>
                  <a:cubicBezTo>
                    <a:pt x="239" y="1616"/>
                    <a:pt x="239" y="1632"/>
                    <a:pt x="239" y="1665"/>
                  </a:cubicBezTo>
                  <a:cubicBezTo>
                    <a:pt x="239" y="1697"/>
                    <a:pt x="255" y="1733"/>
                    <a:pt x="255" y="1766"/>
                  </a:cubicBezTo>
                  <a:lnTo>
                    <a:pt x="255" y="1818"/>
                  </a:lnTo>
                  <a:cubicBezTo>
                    <a:pt x="255" y="1834"/>
                    <a:pt x="271" y="1851"/>
                    <a:pt x="271" y="1867"/>
                  </a:cubicBezTo>
                  <a:lnTo>
                    <a:pt x="271" y="1818"/>
                  </a:lnTo>
                  <a:lnTo>
                    <a:pt x="271" y="1766"/>
                  </a:lnTo>
                  <a:cubicBezTo>
                    <a:pt x="255" y="1733"/>
                    <a:pt x="255" y="1697"/>
                    <a:pt x="255" y="1665"/>
                  </a:cubicBezTo>
                  <a:cubicBezTo>
                    <a:pt x="255" y="1632"/>
                    <a:pt x="239" y="1616"/>
                    <a:pt x="239" y="1580"/>
                  </a:cubicBezTo>
                  <a:cubicBezTo>
                    <a:pt x="239" y="1548"/>
                    <a:pt x="239" y="1531"/>
                    <a:pt x="223" y="1495"/>
                  </a:cubicBezTo>
                  <a:close/>
                  <a:moveTo>
                    <a:pt x="271" y="1867"/>
                  </a:moveTo>
                  <a:cubicBezTo>
                    <a:pt x="271" y="1899"/>
                    <a:pt x="271" y="1952"/>
                    <a:pt x="287" y="2000"/>
                  </a:cubicBezTo>
                  <a:cubicBezTo>
                    <a:pt x="287" y="2036"/>
                    <a:pt x="303" y="2069"/>
                    <a:pt x="303" y="2085"/>
                  </a:cubicBezTo>
                  <a:lnTo>
                    <a:pt x="303" y="2000"/>
                  </a:lnTo>
                  <a:cubicBezTo>
                    <a:pt x="287" y="1952"/>
                    <a:pt x="287" y="1899"/>
                    <a:pt x="271" y="1867"/>
                  </a:cubicBezTo>
                  <a:close/>
                  <a:moveTo>
                    <a:pt x="303" y="2085"/>
                  </a:moveTo>
                  <a:cubicBezTo>
                    <a:pt x="303" y="2121"/>
                    <a:pt x="303" y="2154"/>
                    <a:pt x="324" y="2186"/>
                  </a:cubicBezTo>
                  <a:cubicBezTo>
                    <a:pt x="324" y="2154"/>
                    <a:pt x="324" y="2121"/>
                    <a:pt x="303" y="2085"/>
                  </a:cubicBezTo>
                  <a:close/>
                  <a:moveTo>
                    <a:pt x="324" y="2186"/>
                  </a:moveTo>
                  <a:lnTo>
                    <a:pt x="324" y="2303"/>
                  </a:lnTo>
                  <a:cubicBezTo>
                    <a:pt x="340" y="2323"/>
                    <a:pt x="340" y="2339"/>
                    <a:pt x="340" y="2372"/>
                  </a:cubicBezTo>
                  <a:lnTo>
                    <a:pt x="340" y="2424"/>
                  </a:lnTo>
                  <a:cubicBezTo>
                    <a:pt x="356" y="2440"/>
                    <a:pt x="356" y="2473"/>
                    <a:pt x="356" y="2505"/>
                  </a:cubicBezTo>
                  <a:lnTo>
                    <a:pt x="356" y="2541"/>
                  </a:lnTo>
                  <a:cubicBezTo>
                    <a:pt x="372" y="2558"/>
                    <a:pt x="372" y="2574"/>
                    <a:pt x="372" y="2590"/>
                  </a:cubicBezTo>
                  <a:lnTo>
                    <a:pt x="372" y="2541"/>
                  </a:lnTo>
                  <a:lnTo>
                    <a:pt x="372" y="2505"/>
                  </a:lnTo>
                  <a:cubicBezTo>
                    <a:pt x="372" y="2473"/>
                    <a:pt x="356" y="2440"/>
                    <a:pt x="356" y="2404"/>
                  </a:cubicBezTo>
                  <a:lnTo>
                    <a:pt x="356" y="2372"/>
                  </a:lnTo>
                  <a:cubicBezTo>
                    <a:pt x="356" y="2339"/>
                    <a:pt x="340" y="2323"/>
                    <a:pt x="340" y="2303"/>
                  </a:cubicBezTo>
                  <a:cubicBezTo>
                    <a:pt x="340" y="2255"/>
                    <a:pt x="340" y="2222"/>
                    <a:pt x="324" y="2186"/>
                  </a:cubicBezTo>
                  <a:close/>
                  <a:moveTo>
                    <a:pt x="372" y="2590"/>
                  </a:moveTo>
                  <a:lnTo>
                    <a:pt x="372" y="2642"/>
                  </a:lnTo>
                  <a:cubicBezTo>
                    <a:pt x="372" y="2659"/>
                    <a:pt x="388" y="2675"/>
                    <a:pt x="388" y="2691"/>
                  </a:cubicBezTo>
                  <a:lnTo>
                    <a:pt x="388" y="2642"/>
                  </a:lnTo>
                  <a:cubicBezTo>
                    <a:pt x="388" y="2626"/>
                    <a:pt x="388" y="2606"/>
                    <a:pt x="372" y="2590"/>
                  </a:cubicBezTo>
                  <a:close/>
                  <a:moveTo>
                    <a:pt x="388" y="2691"/>
                  </a:moveTo>
                  <a:cubicBezTo>
                    <a:pt x="388" y="2743"/>
                    <a:pt x="388" y="2776"/>
                    <a:pt x="404" y="2828"/>
                  </a:cubicBezTo>
                  <a:cubicBezTo>
                    <a:pt x="404" y="2776"/>
                    <a:pt x="404" y="2727"/>
                    <a:pt x="388" y="2691"/>
                  </a:cubicBezTo>
                  <a:close/>
                  <a:moveTo>
                    <a:pt x="404" y="2828"/>
                  </a:moveTo>
                  <a:lnTo>
                    <a:pt x="404" y="2877"/>
                  </a:lnTo>
                  <a:cubicBezTo>
                    <a:pt x="404" y="2893"/>
                    <a:pt x="404" y="2909"/>
                    <a:pt x="425" y="2929"/>
                  </a:cubicBezTo>
                  <a:lnTo>
                    <a:pt x="425" y="2877"/>
                  </a:lnTo>
                  <a:cubicBezTo>
                    <a:pt x="425" y="2861"/>
                    <a:pt x="425" y="2844"/>
                    <a:pt x="404" y="2828"/>
                  </a:cubicBezTo>
                  <a:close/>
                  <a:moveTo>
                    <a:pt x="425" y="2929"/>
                  </a:moveTo>
                  <a:cubicBezTo>
                    <a:pt x="425" y="2978"/>
                    <a:pt x="425" y="3030"/>
                    <a:pt x="441" y="3063"/>
                  </a:cubicBezTo>
                  <a:lnTo>
                    <a:pt x="441" y="3131"/>
                  </a:lnTo>
                  <a:lnTo>
                    <a:pt x="441" y="3147"/>
                  </a:lnTo>
                  <a:cubicBezTo>
                    <a:pt x="441" y="3180"/>
                    <a:pt x="457" y="3212"/>
                    <a:pt x="457" y="3232"/>
                  </a:cubicBezTo>
                  <a:lnTo>
                    <a:pt x="457" y="3248"/>
                  </a:lnTo>
                  <a:lnTo>
                    <a:pt x="457" y="3265"/>
                  </a:lnTo>
                  <a:cubicBezTo>
                    <a:pt x="457" y="3297"/>
                    <a:pt x="473" y="3333"/>
                    <a:pt x="489" y="3366"/>
                  </a:cubicBezTo>
                  <a:cubicBezTo>
                    <a:pt x="505" y="3366"/>
                    <a:pt x="505" y="3382"/>
                    <a:pt x="505" y="3398"/>
                  </a:cubicBezTo>
                  <a:lnTo>
                    <a:pt x="505" y="3600"/>
                  </a:lnTo>
                  <a:lnTo>
                    <a:pt x="505" y="3701"/>
                  </a:lnTo>
                  <a:lnTo>
                    <a:pt x="505" y="3717"/>
                  </a:lnTo>
                  <a:lnTo>
                    <a:pt x="526" y="3701"/>
                  </a:lnTo>
                  <a:lnTo>
                    <a:pt x="526" y="3600"/>
                  </a:lnTo>
                  <a:lnTo>
                    <a:pt x="526" y="3398"/>
                  </a:lnTo>
                  <a:cubicBezTo>
                    <a:pt x="526" y="3382"/>
                    <a:pt x="526" y="3366"/>
                    <a:pt x="505" y="3349"/>
                  </a:cubicBezTo>
                  <a:cubicBezTo>
                    <a:pt x="489" y="3333"/>
                    <a:pt x="473" y="3297"/>
                    <a:pt x="473" y="3265"/>
                  </a:cubicBezTo>
                  <a:lnTo>
                    <a:pt x="473" y="3248"/>
                  </a:lnTo>
                  <a:lnTo>
                    <a:pt x="473" y="3232"/>
                  </a:lnTo>
                  <a:cubicBezTo>
                    <a:pt x="473" y="3196"/>
                    <a:pt x="457" y="3180"/>
                    <a:pt x="457" y="3147"/>
                  </a:cubicBezTo>
                  <a:lnTo>
                    <a:pt x="457" y="3131"/>
                  </a:lnTo>
                  <a:lnTo>
                    <a:pt x="457" y="3063"/>
                  </a:lnTo>
                  <a:cubicBezTo>
                    <a:pt x="441" y="3010"/>
                    <a:pt x="441" y="2978"/>
                    <a:pt x="425" y="29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2331186" y="434146"/>
              <a:ext cx="21752" cy="8542"/>
            </a:xfrm>
            <a:custGeom>
              <a:rect b="b" l="l" r="r" t="t"/>
              <a:pathLst>
                <a:path extrusionOk="0" h="86" w="219">
                  <a:moveTo>
                    <a:pt x="0" y="0"/>
                  </a:moveTo>
                  <a:cubicBezTo>
                    <a:pt x="49" y="21"/>
                    <a:pt x="85" y="37"/>
                    <a:pt x="133" y="53"/>
                  </a:cubicBezTo>
                  <a:cubicBezTo>
                    <a:pt x="101" y="37"/>
                    <a:pt x="49" y="21"/>
                    <a:pt x="0" y="0"/>
                  </a:cubicBezTo>
                  <a:close/>
                  <a:moveTo>
                    <a:pt x="133" y="53"/>
                  </a:moveTo>
                  <a:cubicBezTo>
                    <a:pt x="150" y="69"/>
                    <a:pt x="166" y="69"/>
                    <a:pt x="202" y="85"/>
                  </a:cubicBezTo>
                  <a:lnTo>
                    <a:pt x="218" y="85"/>
                  </a:lnTo>
                  <a:lnTo>
                    <a:pt x="202" y="69"/>
                  </a:lnTo>
                  <a:cubicBezTo>
                    <a:pt x="186" y="69"/>
                    <a:pt x="166" y="53"/>
                    <a:pt x="133"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1944712" y="724671"/>
              <a:ext cx="322707" cy="259636"/>
            </a:xfrm>
            <a:custGeom>
              <a:rect b="b" l="l" r="r" t="t"/>
              <a:pathLst>
                <a:path extrusionOk="0" h="2614" w="3249">
                  <a:moveTo>
                    <a:pt x="31" y="1"/>
                  </a:moveTo>
                  <a:cubicBezTo>
                    <a:pt x="19" y="1"/>
                    <a:pt x="9" y="5"/>
                    <a:pt x="1" y="24"/>
                  </a:cubicBezTo>
                  <a:lnTo>
                    <a:pt x="17" y="40"/>
                  </a:lnTo>
                  <a:lnTo>
                    <a:pt x="17" y="24"/>
                  </a:lnTo>
                  <a:cubicBezTo>
                    <a:pt x="27" y="14"/>
                    <a:pt x="32" y="9"/>
                    <a:pt x="37" y="9"/>
                  </a:cubicBezTo>
                  <a:cubicBezTo>
                    <a:pt x="41" y="9"/>
                    <a:pt x="45" y="14"/>
                    <a:pt x="53" y="24"/>
                  </a:cubicBezTo>
                  <a:lnTo>
                    <a:pt x="70" y="24"/>
                  </a:lnTo>
                  <a:cubicBezTo>
                    <a:pt x="102" y="24"/>
                    <a:pt x="138" y="40"/>
                    <a:pt x="171" y="40"/>
                  </a:cubicBezTo>
                  <a:cubicBezTo>
                    <a:pt x="187" y="57"/>
                    <a:pt x="203" y="57"/>
                    <a:pt x="219" y="57"/>
                  </a:cubicBezTo>
                  <a:cubicBezTo>
                    <a:pt x="320" y="89"/>
                    <a:pt x="421" y="105"/>
                    <a:pt x="522" y="141"/>
                  </a:cubicBezTo>
                  <a:cubicBezTo>
                    <a:pt x="575" y="158"/>
                    <a:pt x="623" y="174"/>
                    <a:pt x="676" y="174"/>
                  </a:cubicBezTo>
                  <a:cubicBezTo>
                    <a:pt x="623" y="158"/>
                    <a:pt x="575" y="141"/>
                    <a:pt x="542" y="125"/>
                  </a:cubicBezTo>
                  <a:cubicBezTo>
                    <a:pt x="441" y="105"/>
                    <a:pt x="340" y="73"/>
                    <a:pt x="239" y="40"/>
                  </a:cubicBezTo>
                  <a:lnTo>
                    <a:pt x="187" y="40"/>
                  </a:lnTo>
                  <a:cubicBezTo>
                    <a:pt x="138" y="24"/>
                    <a:pt x="102" y="4"/>
                    <a:pt x="70" y="4"/>
                  </a:cubicBezTo>
                  <a:cubicBezTo>
                    <a:pt x="54" y="4"/>
                    <a:pt x="42" y="1"/>
                    <a:pt x="31" y="1"/>
                  </a:cubicBezTo>
                  <a:close/>
                  <a:moveTo>
                    <a:pt x="17" y="40"/>
                  </a:moveTo>
                  <a:lnTo>
                    <a:pt x="17" y="73"/>
                  </a:lnTo>
                  <a:lnTo>
                    <a:pt x="17" y="327"/>
                  </a:lnTo>
                  <a:lnTo>
                    <a:pt x="17" y="360"/>
                  </a:lnTo>
                  <a:lnTo>
                    <a:pt x="17" y="461"/>
                  </a:lnTo>
                  <a:cubicBezTo>
                    <a:pt x="37" y="477"/>
                    <a:pt x="37" y="493"/>
                    <a:pt x="17" y="509"/>
                  </a:cubicBezTo>
                  <a:cubicBezTo>
                    <a:pt x="53" y="493"/>
                    <a:pt x="37" y="477"/>
                    <a:pt x="37" y="461"/>
                  </a:cubicBezTo>
                  <a:lnTo>
                    <a:pt x="37" y="444"/>
                  </a:lnTo>
                  <a:lnTo>
                    <a:pt x="37" y="360"/>
                  </a:lnTo>
                  <a:lnTo>
                    <a:pt x="37" y="327"/>
                  </a:lnTo>
                  <a:lnTo>
                    <a:pt x="37" y="73"/>
                  </a:lnTo>
                  <a:cubicBezTo>
                    <a:pt x="37" y="57"/>
                    <a:pt x="37" y="40"/>
                    <a:pt x="17" y="40"/>
                  </a:cubicBezTo>
                  <a:close/>
                  <a:moveTo>
                    <a:pt x="17" y="509"/>
                  </a:moveTo>
                  <a:cubicBezTo>
                    <a:pt x="1" y="509"/>
                    <a:pt x="17" y="529"/>
                    <a:pt x="17" y="529"/>
                  </a:cubicBezTo>
                  <a:cubicBezTo>
                    <a:pt x="37" y="562"/>
                    <a:pt x="37" y="610"/>
                    <a:pt x="17" y="646"/>
                  </a:cubicBezTo>
                  <a:lnTo>
                    <a:pt x="37" y="646"/>
                  </a:lnTo>
                  <a:lnTo>
                    <a:pt x="37" y="529"/>
                  </a:lnTo>
                  <a:lnTo>
                    <a:pt x="17" y="509"/>
                  </a:lnTo>
                  <a:close/>
                  <a:moveTo>
                    <a:pt x="676" y="174"/>
                  </a:moveTo>
                  <a:lnTo>
                    <a:pt x="676" y="174"/>
                  </a:lnTo>
                  <a:cubicBezTo>
                    <a:pt x="809" y="226"/>
                    <a:pt x="962" y="259"/>
                    <a:pt x="1096" y="291"/>
                  </a:cubicBezTo>
                  <a:cubicBezTo>
                    <a:pt x="1213" y="327"/>
                    <a:pt x="1314" y="360"/>
                    <a:pt x="1431" y="392"/>
                  </a:cubicBezTo>
                  <a:lnTo>
                    <a:pt x="1734" y="477"/>
                  </a:lnTo>
                  <a:cubicBezTo>
                    <a:pt x="1904" y="509"/>
                    <a:pt x="2057" y="562"/>
                    <a:pt x="2223" y="610"/>
                  </a:cubicBezTo>
                  <a:cubicBezTo>
                    <a:pt x="2425" y="663"/>
                    <a:pt x="2643" y="731"/>
                    <a:pt x="2845" y="780"/>
                  </a:cubicBezTo>
                  <a:cubicBezTo>
                    <a:pt x="2881" y="796"/>
                    <a:pt x="2914" y="796"/>
                    <a:pt x="2946" y="812"/>
                  </a:cubicBezTo>
                  <a:cubicBezTo>
                    <a:pt x="3015" y="832"/>
                    <a:pt x="3083" y="848"/>
                    <a:pt x="3148" y="865"/>
                  </a:cubicBezTo>
                  <a:lnTo>
                    <a:pt x="3184" y="865"/>
                  </a:lnTo>
                  <a:cubicBezTo>
                    <a:pt x="3184" y="865"/>
                    <a:pt x="3168" y="848"/>
                    <a:pt x="3148" y="848"/>
                  </a:cubicBezTo>
                  <a:cubicBezTo>
                    <a:pt x="3083" y="832"/>
                    <a:pt x="3015" y="812"/>
                    <a:pt x="2946" y="796"/>
                  </a:cubicBezTo>
                  <a:cubicBezTo>
                    <a:pt x="2914" y="780"/>
                    <a:pt x="2881" y="780"/>
                    <a:pt x="2845" y="764"/>
                  </a:cubicBezTo>
                  <a:cubicBezTo>
                    <a:pt x="2643" y="711"/>
                    <a:pt x="2425" y="646"/>
                    <a:pt x="2223" y="594"/>
                  </a:cubicBezTo>
                  <a:cubicBezTo>
                    <a:pt x="2057" y="545"/>
                    <a:pt x="1904" y="509"/>
                    <a:pt x="1734" y="461"/>
                  </a:cubicBezTo>
                  <a:lnTo>
                    <a:pt x="1431" y="376"/>
                  </a:lnTo>
                  <a:cubicBezTo>
                    <a:pt x="1314" y="343"/>
                    <a:pt x="1213" y="307"/>
                    <a:pt x="1112" y="291"/>
                  </a:cubicBezTo>
                  <a:cubicBezTo>
                    <a:pt x="962" y="242"/>
                    <a:pt x="809" y="206"/>
                    <a:pt x="676" y="174"/>
                  </a:cubicBezTo>
                  <a:close/>
                  <a:moveTo>
                    <a:pt x="3184" y="865"/>
                  </a:moveTo>
                  <a:cubicBezTo>
                    <a:pt x="3200" y="881"/>
                    <a:pt x="3217" y="881"/>
                    <a:pt x="3249" y="881"/>
                  </a:cubicBezTo>
                  <a:cubicBezTo>
                    <a:pt x="3233" y="881"/>
                    <a:pt x="3200" y="865"/>
                    <a:pt x="3184" y="865"/>
                  </a:cubicBezTo>
                  <a:close/>
                  <a:moveTo>
                    <a:pt x="17" y="646"/>
                  </a:moveTo>
                  <a:lnTo>
                    <a:pt x="17" y="663"/>
                  </a:lnTo>
                  <a:lnTo>
                    <a:pt x="17" y="747"/>
                  </a:lnTo>
                  <a:cubicBezTo>
                    <a:pt x="17" y="832"/>
                    <a:pt x="17" y="897"/>
                    <a:pt x="37" y="966"/>
                  </a:cubicBezTo>
                  <a:lnTo>
                    <a:pt x="37" y="747"/>
                  </a:lnTo>
                  <a:cubicBezTo>
                    <a:pt x="37" y="711"/>
                    <a:pt x="37" y="679"/>
                    <a:pt x="17" y="646"/>
                  </a:cubicBezTo>
                  <a:close/>
                  <a:moveTo>
                    <a:pt x="37" y="966"/>
                  </a:moveTo>
                  <a:lnTo>
                    <a:pt x="37" y="1099"/>
                  </a:lnTo>
                  <a:lnTo>
                    <a:pt x="37" y="1418"/>
                  </a:lnTo>
                  <a:lnTo>
                    <a:pt x="37" y="1539"/>
                  </a:lnTo>
                  <a:lnTo>
                    <a:pt x="37" y="1604"/>
                  </a:lnTo>
                  <a:lnTo>
                    <a:pt x="37" y="1689"/>
                  </a:lnTo>
                  <a:lnTo>
                    <a:pt x="37" y="1822"/>
                  </a:lnTo>
                  <a:lnTo>
                    <a:pt x="37" y="1992"/>
                  </a:lnTo>
                  <a:lnTo>
                    <a:pt x="37" y="2125"/>
                  </a:lnTo>
                  <a:lnTo>
                    <a:pt x="37" y="2363"/>
                  </a:lnTo>
                  <a:lnTo>
                    <a:pt x="37" y="2396"/>
                  </a:lnTo>
                  <a:cubicBezTo>
                    <a:pt x="53" y="2464"/>
                    <a:pt x="53" y="2529"/>
                    <a:pt x="53" y="2614"/>
                  </a:cubicBezTo>
                  <a:cubicBezTo>
                    <a:pt x="70" y="2529"/>
                    <a:pt x="53" y="2464"/>
                    <a:pt x="53" y="2396"/>
                  </a:cubicBezTo>
                  <a:lnTo>
                    <a:pt x="53" y="2347"/>
                  </a:lnTo>
                  <a:lnTo>
                    <a:pt x="53" y="2125"/>
                  </a:lnTo>
                  <a:lnTo>
                    <a:pt x="53" y="1992"/>
                  </a:lnTo>
                  <a:lnTo>
                    <a:pt x="53" y="1822"/>
                  </a:lnTo>
                  <a:lnTo>
                    <a:pt x="53" y="1689"/>
                  </a:lnTo>
                  <a:lnTo>
                    <a:pt x="53" y="1604"/>
                  </a:lnTo>
                  <a:lnTo>
                    <a:pt x="53" y="1539"/>
                  </a:lnTo>
                  <a:lnTo>
                    <a:pt x="53" y="1418"/>
                  </a:lnTo>
                  <a:lnTo>
                    <a:pt x="53" y="1099"/>
                  </a:lnTo>
                  <a:cubicBezTo>
                    <a:pt x="37" y="1067"/>
                    <a:pt x="37" y="1014"/>
                    <a:pt x="37" y="9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2392966" y="693285"/>
              <a:ext cx="77076" cy="23838"/>
            </a:xfrm>
            <a:custGeom>
              <a:rect b="b" l="l" r="r" t="t"/>
              <a:pathLst>
                <a:path extrusionOk="0" h="240" w="776">
                  <a:moveTo>
                    <a:pt x="0" y="1"/>
                  </a:moveTo>
                  <a:cubicBezTo>
                    <a:pt x="16" y="1"/>
                    <a:pt x="16" y="17"/>
                    <a:pt x="33" y="17"/>
                  </a:cubicBezTo>
                  <a:lnTo>
                    <a:pt x="49" y="17"/>
                  </a:lnTo>
                  <a:cubicBezTo>
                    <a:pt x="202" y="70"/>
                    <a:pt x="352" y="118"/>
                    <a:pt x="521" y="171"/>
                  </a:cubicBezTo>
                  <a:lnTo>
                    <a:pt x="707" y="219"/>
                  </a:lnTo>
                  <a:lnTo>
                    <a:pt x="521" y="154"/>
                  </a:lnTo>
                  <a:cubicBezTo>
                    <a:pt x="372" y="102"/>
                    <a:pt x="202" y="53"/>
                    <a:pt x="49" y="1"/>
                  </a:cubicBezTo>
                  <a:close/>
                  <a:moveTo>
                    <a:pt x="707" y="219"/>
                  </a:moveTo>
                  <a:cubicBezTo>
                    <a:pt x="723" y="239"/>
                    <a:pt x="740" y="239"/>
                    <a:pt x="740" y="239"/>
                  </a:cubicBezTo>
                  <a:lnTo>
                    <a:pt x="756" y="239"/>
                  </a:lnTo>
                  <a:lnTo>
                    <a:pt x="776" y="2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9"/>
            <p:cNvSpPr/>
            <p:nvPr/>
          </p:nvSpPr>
          <p:spPr>
            <a:xfrm>
              <a:off x="2327511" y="897596"/>
              <a:ext cx="32181" cy="83532"/>
            </a:xfrm>
            <a:custGeom>
              <a:rect b="b" l="l" r="r" t="t"/>
              <a:pathLst>
                <a:path extrusionOk="0" h="841" w="324">
                  <a:moveTo>
                    <a:pt x="21" y="0"/>
                  </a:moveTo>
                  <a:cubicBezTo>
                    <a:pt x="1" y="32"/>
                    <a:pt x="1" y="49"/>
                    <a:pt x="1" y="81"/>
                  </a:cubicBezTo>
                  <a:cubicBezTo>
                    <a:pt x="21" y="81"/>
                    <a:pt x="21" y="81"/>
                    <a:pt x="21" y="101"/>
                  </a:cubicBezTo>
                  <a:lnTo>
                    <a:pt x="21" y="65"/>
                  </a:lnTo>
                  <a:cubicBezTo>
                    <a:pt x="21" y="49"/>
                    <a:pt x="21" y="32"/>
                    <a:pt x="37" y="0"/>
                  </a:cubicBezTo>
                  <a:close/>
                  <a:moveTo>
                    <a:pt x="21" y="267"/>
                  </a:moveTo>
                  <a:lnTo>
                    <a:pt x="21" y="739"/>
                  </a:lnTo>
                  <a:cubicBezTo>
                    <a:pt x="21" y="772"/>
                    <a:pt x="37" y="788"/>
                    <a:pt x="53" y="788"/>
                  </a:cubicBezTo>
                  <a:cubicBezTo>
                    <a:pt x="102" y="788"/>
                    <a:pt x="154" y="808"/>
                    <a:pt x="187" y="824"/>
                  </a:cubicBezTo>
                  <a:cubicBezTo>
                    <a:pt x="223" y="824"/>
                    <a:pt x="239" y="824"/>
                    <a:pt x="271" y="840"/>
                  </a:cubicBezTo>
                  <a:lnTo>
                    <a:pt x="324" y="840"/>
                  </a:lnTo>
                  <a:cubicBezTo>
                    <a:pt x="304" y="824"/>
                    <a:pt x="288" y="824"/>
                    <a:pt x="271" y="824"/>
                  </a:cubicBezTo>
                  <a:cubicBezTo>
                    <a:pt x="255" y="824"/>
                    <a:pt x="223" y="808"/>
                    <a:pt x="187" y="808"/>
                  </a:cubicBezTo>
                  <a:cubicBezTo>
                    <a:pt x="154" y="788"/>
                    <a:pt x="102" y="788"/>
                    <a:pt x="69" y="772"/>
                  </a:cubicBezTo>
                  <a:cubicBezTo>
                    <a:pt x="37" y="772"/>
                    <a:pt x="37" y="756"/>
                    <a:pt x="37" y="739"/>
                  </a:cubicBezTo>
                  <a:cubicBezTo>
                    <a:pt x="37" y="570"/>
                    <a:pt x="37" y="404"/>
                    <a:pt x="21" y="2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9"/>
            <p:cNvSpPr/>
            <p:nvPr/>
          </p:nvSpPr>
          <p:spPr>
            <a:xfrm>
              <a:off x="1673952" y="383987"/>
              <a:ext cx="67044" cy="93961"/>
            </a:xfrm>
            <a:custGeom>
              <a:rect b="b" l="l" r="r" t="t"/>
              <a:pathLst>
                <a:path extrusionOk="0" h="946" w="675">
                  <a:moveTo>
                    <a:pt x="675" y="0"/>
                  </a:moveTo>
                  <a:cubicBezTo>
                    <a:pt x="606" y="37"/>
                    <a:pt x="558" y="69"/>
                    <a:pt x="521" y="122"/>
                  </a:cubicBezTo>
                  <a:cubicBezTo>
                    <a:pt x="574" y="85"/>
                    <a:pt x="622" y="53"/>
                    <a:pt x="675" y="21"/>
                  </a:cubicBezTo>
                  <a:lnTo>
                    <a:pt x="675" y="0"/>
                  </a:lnTo>
                  <a:close/>
                  <a:moveTo>
                    <a:pt x="521" y="122"/>
                  </a:moveTo>
                  <a:cubicBezTo>
                    <a:pt x="489" y="138"/>
                    <a:pt x="473" y="154"/>
                    <a:pt x="457" y="170"/>
                  </a:cubicBezTo>
                  <a:cubicBezTo>
                    <a:pt x="489" y="170"/>
                    <a:pt x="505" y="138"/>
                    <a:pt x="521" y="122"/>
                  </a:cubicBezTo>
                  <a:close/>
                  <a:moveTo>
                    <a:pt x="457" y="170"/>
                  </a:moveTo>
                  <a:cubicBezTo>
                    <a:pt x="388" y="223"/>
                    <a:pt x="303" y="287"/>
                    <a:pt x="238" y="340"/>
                  </a:cubicBezTo>
                  <a:cubicBezTo>
                    <a:pt x="170" y="388"/>
                    <a:pt x="117" y="441"/>
                    <a:pt x="53" y="489"/>
                  </a:cubicBezTo>
                  <a:cubicBezTo>
                    <a:pt x="16" y="526"/>
                    <a:pt x="0" y="558"/>
                    <a:pt x="0" y="590"/>
                  </a:cubicBezTo>
                  <a:lnTo>
                    <a:pt x="0" y="728"/>
                  </a:lnTo>
                  <a:lnTo>
                    <a:pt x="0" y="792"/>
                  </a:lnTo>
                  <a:lnTo>
                    <a:pt x="0" y="808"/>
                  </a:lnTo>
                  <a:lnTo>
                    <a:pt x="0" y="946"/>
                  </a:lnTo>
                  <a:lnTo>
                    <a:pt x="16" y="946"/>
                  </a:lnTo>
                  <a:cubicBezTo>
                    <a:pt x="0" y="893"/>
                    <a:pt x="16" y="861"/>
                    <a:pt x="16" y="808"/>
                  </a:cubicBezTo>
                  <a:lnTo>
                    <a:pt x="16" y="792"/>
                  </a:lnTo>
                  <a:lnTo>
                    <a:pt x="16" y="728"/>
                  </a:lnTo>
                  <a:lnTo>
                    <a:pt x="16" y="590"/>
                  </a:lnTo>
                  <a:cubicBezTo>
                    <a:pt x="16" y="558"/>
                    <a:pt x="37" y="526"/>
                    <a:pt x="53" y="505"/>
                  </a:cubicBezTo>
                  <a:cubicBezTo>
                    <a:pt x="117" y="457"/>
                    <a:pt x="186" y="404"/>
                    <a:pt x="255" y="356"/>
                  </a:cubicBezTo>
                  <a:cubicBezTo>
                    <a:pt x="319" y="287"/>
                    <a:pt x="388" y="239"/>
                    <a:pt x="457" y="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a:off x="1948387" y="879122"/>
              <a:ext cx="208682" cy="51848"/>
            </a:xfrm>
            <a:custGeom>
              <a:rect b="b" l="l" r="r" t="t"/>
              <a:pathLst>
                <a:path extrusionOk="0" h="522" w="2101">
                  <a:moveTo>
                    <a:pt x="16" y="0"/>
                  </a:moveTo>
                  <a:lnTo>
                    <a:pt x="0" y="16"/>
                  </a:lnTo>
                  <a:lnTo>
                    <a:pt x="16" y="16"/>
                  </a:lnTo>
                  <a:cubicBezTo>
                    <a:pt x="49" y="16"/>
                    <a:pt x="81" y="33"/>
                    <a:pt x="134" y="33"/>
                  </a:cubicBezTo>
                  <a:lnTo>
                    <a:pt x="134" y="16"/>
                  </a:lnTo>
                  <a:cubicBezTo>
                    <a:pt x="101" y="16"/>
                    <a:pt x="49" y="0"/>
                    <a:pt x="16" y="0"/>
                  </a:cubicBezTo>
                  <a:close/>
                  <a:moveTo>
                    <a:pt x="134" y="33"/>
                  </a:moveTo>
                  <a:lnTo>
                    <a:pt x="134" y="33"/>
                  </a:lnTo>
                  <a:cubicBezTo>
                    <a:pt x="218" y="65"/>
                    <a:pt x="283" y="85"/>
                    <a:pt x="352" y="101"/>
                  </a:cubicBezTo>
                  <a:cubicBezTo>
                    <a:pt x="384" y="101"/>
                    <a:pt x="420" y="117"/>
                    <a:pt x="453" y="117"/>
                  </a:cubicBezTo>
                  <a:cubicBezTo>
                    <a:pt x="521" y="134"/>
                    <a:pt x="586" y="150"/>
                    <a:pt x="655" y="166"/>
                  </a:cubicBezTo>
                  <a:cubicBezTo>
                    <a:pt x="723" y="186"/>
                    <a:pt x="772" y="202"/>
                    <a:pt x="841" y="218"/>
                  </a:cubicBezTo>
                  <a:cubicBezTo>
                    <a:pt x="974" y="251"/>
                    <a:pt x="1091" y="287"/>
                    <a:pt x="1212" y="303"/>
                  </a:cubicBezTo>
                  <a:cubicBezTo>
                    <a:pt x="1091" y="267"/>
                    <a:pt x="974" y="235"/>
                    <a:pt x="841" y="202"/>
                  </a:cubicBezTo>
                  <a:cubicBezTo>
                    <a:pt x="772" y="186"/>
                    <a:pt x="723" y="166"/>
                    <a:pt x="655" y="150"/>
                  </a:cubicBezTo>
                  <a:cubicBezTo>
                    <a:pt x="586" y="134"/>
                    <a:pt x="521" y="117"/>
                    <a:pt x="453" y="101"/>
                  </a:cubicBezTo>
                  <a:cubicBezTo>
                    <a:pt x="420" y="101"/>
                    <a:pt x="384" y="85"/>
                    <a:pt x="368" y="85"/>
                  </a:cubicBezTo>
                  <a:cubicBezTo>
                    <a:pt x="283" y="65"/>
                    <a:pt x="218" y="49"/>
                    <a:pt x="134" y="33"/>
                  </a:cubicBezTo>
                  <a:close/>
                  <a:moveTo>
                    <a:pt x="1212" y="303"/>
                  </a:moveTo>
                  <a:cubicBezTo>
                    <a:pt x="1346" y="352"/>
                    <a:pt x="1495" y="388"/>
                    <a:pt x="1648" y="420"/>
                  </a:cubicBezTo>
                  <a:cubicBezTo>
                    <a:pt x="1697" y="437"/>
                    <a:pt x="1749" y="437"/>
                    <a:pt x="1798" y="453"/>
                  </a:cubicBezTo>
                  <a:cubicBezTo>
                    <a:pt x="1834" y="453"/>
                    <a:pt x="1850" y="469"/>
                    <a:pt x="1883" y="469"/>
                  </a:cubicBezTo>
                  <a:cubicBezTo>
                    <a:pt x="1867" y="453"/>
                    <a:pt x="1834" y="453"/>
                    <a:pt x="1798" y="437"/>
                  </a:cubicBezTo>
                  <a:cubicBezTo>
                    <a:pt x="1749" y="437"/>
                    <a:pt x="1697" y="420"/>
                    <a:pt x="1648" y="404"/>
                  </a:cubicBezTo>
                  <a:cubicBezTo>
                    <a:pt x="1495" y="368"/>
                    <a:pt x="1346" y="336"/>
                    <a:pt x="1212" y="303"/>
                  </a:cubicBezTo>
                  <a:close/>
                  <a:moveTo>
                    <a:pt x="1883" y="469"/>
                  </a:moveTo>
                  <a:lnTo>
                    <a:pt x="1883" y="469"/>
                  </a:lnTo>
                  <a:cubicBezTo>
                    <a:pt x="1951" y="489"/>
                    <a:pt x="2020" y="521"/>
                    <a:pt x="2085" y="521"/>
                  </a:cubicBezTo>
                  <a:lnTo>
                    <a:pt x="2101" y="521"/>
                  </a:lnTo>
                  <a:lnTo>
                    <a:pt x="2085" y="505"/>
                  </a:lnTo>
                  <a:cubicBezTo>
                    <a:pt x="2020" y="505"/>
                    <a:pt x="1951" y="489"/>
                    <a:pt x="1883" y="4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a:off x="1689149" y="470995"/>
              <a:ext cx="28606" cy="21852"/>
            </a:xfrm>
            <a:custGeom>
              <a:rect b="b" l="l" r="r" t="t"/>
              <a:pathLst>
                <a:path extrusionOk="0" h="220" w="288">
                  <a:moveTo>
                    <a:pt x="267" y="1"/>
                  </a:moveTo>
                  <a:lnTo>
                    <a:pt x="1" y="219"/>
                  </a:lnTo>
                  <a:lnTo>
                    <a:pt x="287" y="17"/>
                  </a:lnTo>
                  <a:lnTo>
                    <a:pt x="2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a:off x="2213982" y="927692"/>
              <a:ext cx="103596" cy="30195"/>
            </a:xfrm>
            <a:custGeom>
              <a:rect b="b" l="l" r="r" t="t"/>
              <a:pathLst>
                <a:path extrusionOk="0" h="304" w="1043">
                  <a:moveTo>
                    <a:pt x="1" y="0"/>
                  </a:moveTo>
                  <a:lnTo>
                    <a:pt x="1" y="16"/>
                  </a:lnTo>
                  <a:lnTo>
                    <a:pt x="154" y="49"/>
                  </a:lnTo>
                  <a:lnTo>
                    <a:pt x="1" y="0"/>
                  </a:lnTo>
                  <a:close/>
                  <a:moveTo>
                    <a:pt x="154" y="49"/>
                  </a:moveTo>
                  <a:lnTo>
                    <a:pt x="154" y="49"/>
                  </a:lnTo>
                  <a:cubicBezTo>
                    <a:pt x="271" y="81"/>
                    <a:pt x="405" y="133"/>
                    <a:pt x="522" y="166"/>
                  </a:cubicBezTo>
                  <a:cubicBezTo>
                    <a:pt x="558" y="166"/>
                    <a:pt x="590" y="182"/>
                    <a:pt x="623" y="182"/>
                  </a:cubicBezTo>
                  <a:cubicBezTo>
                    <a:pt x="590" y="166"/>
                    <a:pt x="558" y="166"/>
                    <a:pt x="522" y="150"/>
                  </a:cubicBezTo>
                  <a:cubicBezTo>
                    <a:pt x="405" y="117"/>
                    <a:pt x="287" y="81"/>
                    <a:pt x="154" y="49"/>
                  </a:cubicBezTo>
                  <a:close/>
                  <a:moveTo>
                    <a:pt x="623" y="182"/>
                  </a:moveTo>
                  <a:cubicBezTo>
                    <a:pt x="659" y="202"/>
                    <a:pt x="691" y="218"/>
                    <a:pt x="740" y="218"/>
                  </a:cubicBezTo>
                  <a:cubicBezTo>
                    <a:pt x="707" y="202"/>
                    <a:pt x="659" y="182"/>
                    <a:pt x="623" y="182"/>
                  </a:cubicBezTo>
                  <a:close/>
                  <a:moveTo>
                    <a:pt x="740" y="218"/>
                  </a:moveTo>
                  <a:cubicBezTo>
                    <a:pt x="760" y="234"/>
                    <a:pt x="776" y="234"/>
                    <a:pt x="792" y="234"/>
                  </a:cubicBezTo>
                  <a:cubicBezTo>
                    <a:pt x="776" y="218"/>
                    <a:pt x="760" y="218"/>
                    <a:pt x="740" y="218"/>
                  </a:cubicBezTo>
                  <a:close/>
                  <a:moveTo>
                    <a:pt x="792" y="234"/>
                  </a:moveTo>
                  <a:cubicBezTo>
                    <a:pt x="825" y="251"/>
                    <a:pt x="861" y="251"/>
                    <a:pt x="877" y="267"/>
                  </a:cubicBezTo>
                  <a:cubicBezTo>
                    <a:pt x="926" y="283"/>
                    <a:pt x="978" y="303"/>
                    <a:pt x="1010" y="303"/>
                  </a:cubicBezTo>
                  <a:lnTo>
                    <a:pt x="1043" y="303"/>
                  </a:lnTo>
                  <a:lnTo>
                    <a:pt x="1043" y="283"/>
                  </a:lnTo>
                  <a:lnTo>
                    <a:pt x="1010" y="283"/>
                  </a:lnTo>
                  <a:cubicBezTo>
                    <a:pt x="978" y="283"/>
                    <a:pt x="926" y="267"/>
                    <a:pt x="893" y="251"/>
                  </a:cubicBezTo>
                  <a:cubicBezTo>
                    <a:pt x="861" y="251"/>
                    <a:pt x="825" y="234"/>
                    <a:pt x="792" y="2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9"/>
            <p:cNvSpPr/>
            <p:nvPr/>
          </p:nvSpPr>
          <p:spPr>
            <a:xfrm>
              <a:off x="2593602" y="551250"/>
              <a:ext cx="88697" cy="20163"/>
            </a:xfrm>
            <a:custGeom>
              <a:rect b="b" l="l" r="r" t="t"/>
              <a:pathLst>
                <a:path extrusionOk="0" h="203" w="893">
                  <a:moveTo>
                    <a:pt x="218" y="53"/>
                  </a:moveTo>
                  <a:cubicBezTo>
                    <a:pt x="186" y="53"/>
                    <a:pt x="170" y="70"/>
                    <a:pt x="133" y="86"/>
                  </a:cubicBezTo>
                  <a:cubicBezTo>
                    <a:pt x="117" y="86"/>
                    <a:pt x="101" y="102"/>
                    <a:pt x="85" y="102"/>
                  </a:cubicBezTo>
                  <a:cubicBezTo>
                    <a:pt x="49" y="118"/>
                    <a:pt x="32" y="134"/>
                    <a:pt x="0" y="134"/>
                  </a:cubicBezTo>
                  <a:lnTo>
                    <a:pt x="0" y="154"/>
                  </a:lnTo>
                  <a:cubicBezTo>
                    <a:pt x="32" y="154"/>
                    <a:pt x="69" y="134"/>
                    <a:pt x="85" y="118"/>
                  </a:cubicBezTo>
                  <a:cubicBezTo>
                    <a:pt x="101" y="102"/>
                    <a:pt x="117" y="102"/>
                    <a:pt x="150" y="86"/>
                  </a:cubicBezTo>
                  <a:cubicBezTo>
                    <a:pt x="170" y="86"/>
                    <a:pt x="202" y="70"/>
                    <a:pt x="218" y="53"/>
                  </a:cubicBezTo>
                  <a:close/>
                  <a:moveTo>
                    <a:pt x="303" y="1"/>
                  </a:moveTo>
                  <a:cubicBezTo>
                    <a:pt x="271" y="17"/>
                    <a:pt x="234" y="33"/>
                    <a:pt x="218" y="53"/>
                  </a:cubicBezTo>
                  <a:cubicBezTo>
                    <a:pt x="251" y="53"/>
                    <a:pt x="287" y="33"/>
                    <a:pt x="303" y="17"/>
                  </a:cubicBezTo>
                  <a:cubicBezTo>
                    <a:pt x="335" y="17"/>
                    <a:pt x="352" y="17"/>
                    <a:pt x="388" y="33"/>
                  </a:cubicBezTo>
                  <a:lnTo>
                    <a:pt x="404" y="33"/>
                  </a:lnTo>
                  <a:cubicBezTo>
                    <a:pt x="521" y="86"/>
                    <a:pt x="655" y="134"/>
                    <a:pt x="792" y="187"/>
                  </a:cubicBezTo>
                  <a:lnTo>
                    <a:pt x="840" y="203"/>
                  </a:lnTo>
                  <a:lnTo>
                    <a:pt x="893" y="203"/>
                  </a:lnTo>
                  <a:lnTo>
                    <a:pt x="893" y="187"/>
                  </a:lnTo>
                  <a:cubicBezTo>
                    <a:pt x="885" y="195"/>
                    <a:pt x="876" y="199"/>
                    <a:pt x="867" y="199"/>
                  </a:cubicBezTo>
                  <a:cubicBezTo>
                    <a:pt x="857" y="199"/>
                    <a:pt x="848" y="195"/>
                    <a:pt x="840" y="187"/>
                  </a:cubicBezTo>
                  <a:lnTo>
                    <a:pt x="792" y="171"/>
                  </a:lnTo>
                  <a:cubicBezTo>
                    <a:pt x="675" y="118"/>
                    <a:pt x="537" y="70"/>
                    <a:pt x="404" y="17"/>
                  </a:cubicBezTo>
                  <a:lnTo>
                    <a:pt x="388" y="17"/>
                  </a:lnTo>
                  <a:cubicBezTo>
                    <a:pt x="372" y="1"/>
                    <a:pt x="335"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a:off x="1762550" y="939313"/>
              <a:ext cx="47080" cy="20163"/>
            </a:xfrm>
            <a:custGeom>
              <a:rect b="b" l="l" r="r" t="t"/>
              <a:pathLst>
                <a:path extrusionOk="0" h="203" w="474">
                  <a:moveTo>
                    <a:pt x="457" y="0"/>
                  </a:moveTo>
                  <a:cubicBezTo>
                    <a:pt x="437" y="0"/>
                    <a:pt x="405" y="16"/>
                    <a:pt x="389" y="33"/>
                  </a:cubicBezTo>
                  <a:cubicBezTo>
                    <a:pt x="405" y="33"/>
                    <a:pt x="437" y="16"/>
                    <a:pt x="457" y="16"/>
                  </a:cubicBezTo>
                  <a:lnTo>
                    <a:pt x="474" y="16"/>
                  </a:lnTo>
                  <a:lnTo>
                    <a:pt x="457" y="0"/>
                  </a:lnTo>
                  <a:close/>
                  <a:moveTo>
                    <a:pt x="373" y="33"/>
                  </a:moveTo>
                  <a:cubicBezTo>
                    <a:pt x="336" y="49"/>
                    <a:pt x="304" y="65"/>
                    <a:pt x="288" y="65"/>
                  </a:cubicBezTo>
                  <a:cubicBezTo>
                    <a:pt x="255" y="85"/>
                    <a:pt x="219" y="101"/>
                    <a:pt x="171" y="117"/>
                  </a:cubicBezTo>
                  <a:cubicBezTo>
                    <a:pt x="134" y="134"/>
                    <a:pt x="102" y="150"/>
                    <a:pt x="86" y="166"/>
                  </a:cubicBezTo>
                  <a:cubicBezTo>
                    <a:pt x="118" y="166"/>
                    <a:pt x="154" y="150"/>
                    <a:pt x="187" y="134"/>
                  </a:cubicBezTo>
                  <a:cubicBezTo>
                    <a:pt x="219" y="117"/>
                    <a:pt x="255" y="101"/>
                    <a:pt x="288" y="85"/>
                  </a:cubicBezTo>
                  <a:cubicBezTo>
                    <a:pt x="320" y="65"/>
                    <a:pt x="336" y="65"/>
                    <a:pt x="373" y="49"/>
                  </a:cubicBezTo>
                  <a:cubicBezTo>
                    <a:pt x="373" y="49"/>
                    <a:pt x="389" y="49"/>
                    <a:pt x="389" y="33"/>
                  </a:cubicBezTo>
                  <a:close/>
                  <a:moveTo>
                    <a:pt x="86" y="166"/>
                  </a:moveTo>
                  <a:cubicBezTo>
                    <a:pt x="70" y="166"/>
                    <a:pt x="53" y="186"/>
                    <a:pt x="33" y="186"/>
                  </a:cubicBezTo>
                  <a:lnTo>
                    <a:pt x="17" y="186"/>
                  </a:lnTo>
                  <a:lnTo>
                    <a:pt x="1" y="202"/>
                  </a:lnTo>
                  <a:lnTo>
                    <a:pt x="33" y="202"/>
                  </a:lnTo>
                  <a:cubicBezTo>
                    <a:pt x="53" y="186"/>
                    <a:pt x="70" y="186"/>
                    <a:pt x="86"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2213982" y="949344"/>
              <a:ext cx="103596" cy="30195"/>
            </a:xfrm>
            <a:custGeom>
              <a:rect b="b" l="l" r="r" t="t"/>
              <a:pathLst>
                <a:path extrusionOk="0" h="304" w="1043">
                  <a:moveTo>
                    <a:pt x="1" y="0"/>
                  </a:moveTo>
                  <a:lnTo>
                    <a:pt x="1" y="16"/>
                  </a:lnTo>
                  <a:cubicBezTo>
                    <a:pt x="53" y="16"/>
                    <a:pt x="85" y="33"/>
                    <a:pt x="134" y="49"/>
                  </a:cubicBezTo>
                  <a:cubicBezTo>
                    <a:pt x="154" y="49"/>
                    <a:pt x="170" y="49"/>
                    <a:pt x="186" y="65"/>
                  </a:cubicBezTo>
                  <a:cubicBezTo>
                    <a:pt x="203" y="65"/>
                    <a:pt x="235" y="85"/>
                    <a:pt x="271" y="85"/>
                  </a:cubicBezTo>
                  <a:cubicBezTo>
                    <a:pt x="287" y="85"/>
                    <a:pt x="304" y="101"/>
                    <a:pt x="320" y="101"/>
                  </a:cubicBezTo>
                  <a:cubicBezTo>
                    <a:pt x="372" y="117"/>
                    <a:pt x="405" y="117"/>
                    <a:pt x="437" y="134"/>
                  </a:cubicBezTo>
                  <a:cubicBezTo>
                    <a:pt x="473" y="150"/>
                    <a:pt x="506" y="150"/>
                    <a:pt x="538" y="166"/>
                  </a:cubicBezTo>
                  <a:cubicBezTo>
                    <a:pt x="574" y="166"/>
                    <a:pt x="590" y="186"/>
                    <a:pt x="607" y="186"/>
                  </a:cubicBezTo>
                  <a:cubicBezTo>
                    <a:pt x="659" y="202"/>
                    <a:pt x="707" y="218"/>
                    <a:pt x="760" y="218"/>
                  </a:cubicBezTo>
                  <a:cubicBezTo>
                    <a:pt x="707" y="202"/>
                    <a:pt x="659" y="186"/>
                    <a:pt x="623" y="166"/>
                  </a:cubicBezTo>
                  <a:cubicBezTo>
                    <a:pt x="590" y="166"/>
                    <a:pt x="574" y="150"/>
                    <a:pt x="538" y="150"/>
                  </a:cubicBezTo>
                  <a:cubicBezTo>
                    <a:pt x="506" y="134"/>
                    <a:pt x="473" y="134"/>
                    <a:pt x="437" y="117"/>
                  </a:cubicBezTo>
                  <a:cubicBezTo>
                    <a:pt x="405" y="117"/>
                    <a:pt x="372" y="101"/>
                    <a:pt x="336" y="85"/>
                  </a:cubicBezTo>
                  <a:cubicBezTo>
                    <a:pt x="304" y="85"/>
                    <a:pt x="287" y="85"/>
                    <a:pt x="271" y="65"/>
                  </a:cubicBezTo>
                  <a:cubicBezTo>
                    <a:pt x="235" y="65"/>
                    <a:pt x="219" y="49"/>
                    <a:pt x="186" y="49"/>
                  </a:cubicBezTo>
                  <a:cubicBezTo>
                    <a:pt x="170" y="49"/>
                    <a:pt x="154" y="33"/>
                    <a:pt x="134" y="33"/>
                  </a:cubicBezTo>
                  <a:cubicBezTo>
                    <a:pt x="85" y="16"/>
                    <a:pt x="53" y="0"/>
                    <a:pt x="1" y="0"/>
                  </a:cubicBezTo>
                  <a:close/>
                  <a:moveTo>
                    <a:pt x="760" y="218"/>
                  </a:moveTo>
                  <a:lnTo>
                    <a:pt x="760" y="218"/>
                  </a:lnTo>
                  <a:cubicBezTo>
                    <a:pt x="825" y="251"/>
                    <a:pt x="909" y="267"/>
                    <a:pt x="978" y="287"/>
                  </a:cubicBezTo>
                  <a:cubicBezTo>
                    <a:pt x="994" y="303"/>
                    <a:pt x="1027" y="303"/>
                    <a:pt x="1043" y="303"/>
                  </a:cubicBezTo>
                  <a:lnTo>
                    <a:pt x="1043" y="287"/>
                  </a:lnTo>
                  <a:cubicBezTo>
                    <a:pt x="1027" y="287"/>
                    <a:pt x="994" y="287"/>
                    <a:pt x="978" y="267"/>
                  </a:cubicBezTo>
                  <a:cubicBezTo>
                    <a:pt x="909" y="251"/>
                    <a:pt x="825" y="235"/>
                    <a:pt x="760" y="2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9"/>
            <p:cNvSpPr/>
            <p:nvPr/>
          </p:nvSpPr>
          <p:spPr>
            <a:xfrm>
              <a:off x="2518115" y="499501"/>
              <a:ext cx="28606" cy="11720"/>
            </a:xfrm>
            <a:custGeom>
              <a:rect b="b" l="l" r="r" t="t"/>
              <a:pathLst>
                <a:path extrusionOk="0" h="118" w="288">
                  <a:moveTo>
                    <a:pt x="1" y="1"/>
                  </a:moveTo>
                  <a:lnTo>
                    <a:pt x="1" y="17"/>
                  </a:lnTo>
                  <a:cubicBezTo>
                    <a:pt x="37" y="33"/>
                    <a:pt x="69" y="33"/>
                    <a:pt x="102" y="49"/>
                  </a:cubicBezTo>
                  <a:cubicBezTo>
                    <a:pt x="154" y="69"/>
                    <a:pt x="203" y="86"/>
                    <a:pt x="255" y="118"/>
                  </a:cubicBezTo>
                  <a:lnTo>
                    <a:pt x="287" y="118"/>
                  </a:lnTo>
                  <a:lnTo>
                    <a:pt x="287" y="102"/>
                  </a:lnTo>
                  <a:lnTo>
                    <a:pt x="271" y="102"/>
                  </a:lnTo>
                  <a:cubicBezTo>
                    <a:pt x="203" y="86"/>
                    <a:pt x="154" y="69"/>
                    <a:pt x="102" y="33"/>
                  </a:cubicBezTo>
                  <a:cubicBezTo>
                    <a:pt x="69" y="33"/>
                    <a:pt x="3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a:off x="1679117" y="511123"/>
              <a:ext cx="26619" cy="20163"/>
            </a:xfrm>
            <a:custGeom>
              <a:rect b="b" l="l" r="r" t="t"/>
              <a:pathLst>
                <a:path extrusionOk="0" h="203" w="268">
                  <a:moveTo>
                    <a:pt x="251" y="1"/>
                  </a:moveTo>
                  <a:lnTo>
                    <a:pt x="1" y="203"/>
                  </a:lnTo>
                  <a:lnTo>
                    <a:pt x="267" y="17"/>
                  </a:lnTo>
                  <a:lnTo>
                    <a:pt x="2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2504905" y="558103"/>
              <a:ext cx="28606" cy="10131"/>
            </a:xfrm>
            <a:custGeom>
              <a:rect b="b" l="l" r="r" t="t"/>
              <a:pathLst>
                <a:path extrusionOk="0" h="102" w="288">
                  <a:moveTo>
                    <a:pt x="0" y="1"/>
                  </a:moveTo>
                  <a:lnTo>
                    <a:pt x="53" y="33"/>
                  </a:lnTo>
                  <a:cubicBezTo>
                    <a:pt x="101" y="49"/>
                    <a:pt x="154" y="65"/>
                    <a:pt x="202" y="85"/>
                  </a:cubicBezTo>
                  <a:cubicBezTo>
                    <a:pt x="218" y="85"/>
                    <a:pt x="235" y="85"/>
                    <a:pt x="255" y="102"/>
                  </a:cubicBezTo>
                  <a:lnTo>
                    <a:pt x="287" y="102"/>
                  </a:lnTo>
                  <a:lnTo>
                    <a:pt x="287" y="85"/>
                  </a:lnTo>
                  <a:lnTo>
                    <a:pt x="255" y="85"/>
                  </a:lnTo>
                  <a:cubicBezTo>
                    <a:pt x="235" y="85"/>
                    <a:pt x="218" y="65"/>
                    <a:pt x="202" y="65"/>
                  </a:cubicBezTo>
                  <a:cubicBezTo>
                    <a:pt x="154" y="49"/>
                    <a:pt x="101" y="33"/>
                    <a:pt x="53" y="17"/>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2469943" y="476259"/>
              <a:ext cx="76778" cy="30195"/>
            </a:xfrm>
            <a:custGeom>
              <a:rect b="b" l="l" r="r" t="t"/>
              <a:pathLst>
                <a:path extrusionOk="0" h="304" w="773">
                  <a:moveTo>
                    <a:pt x="1" y="0"/>
                  </a:moveTo>
                  <a:lnTo>
                    <a:pt x="1" y="0"/>
                  </a:lnTo>
                  <a:cubicBezTo>
                    <a:pt x="82" y="33"/>
                    <a:pt x="150" y="65"/>
                    <a:pt x="235" y="101"/>
                  </a:cubicBezTo>
                  <a:cubicBezTo>
                    <a:pt x="284" y="118"/>
                    <a:pt x="320" y="134"/>
                    <a:pt x="368" y="150"/>
                  </a:cubicBezTo>
                  <a:lnTo>
                    <a:pt x="437" y="166"/>
                  </a:lnTo>
                  <a:lnTo>
                    <a:pt x="368" y="134"/>
                  </a:lnTo>
                  <a:cubicBezTo>
                    <a:pt x="336" y="118"/>
                    <a:pt x="284" y="101"/>
                    <a:pt x="235" y="81"/>
                  </a:cubicBezTo>
                  <a:cubicBezTo>
                    <a:pt x="166" y="49"/>
                    <a:pt x="82" y="17"/>
                    <a:pt x="1" y="0"/>
                  </a:cubicBezTo>
                  <a:close/>
                  <a:moveTo>
                    <a:pt x="437" y="166"/>
                  </a:moveTo>
                  <a:lnTo>
                    <a:pt x="437" y="166"/>
                  </a:lnTo>
                  <a:cubicBezTo>
                    <a:pt x="538" y="219"/>
                    <a:pt x="639" y="251"/>
                    <a:pt x="740" y="283"/>
                  </a:cubicBezTo>
                  <a:cubicBezTo>
                    <a:pt x="639" y="235"/>
                    <a:pt x="538" y="202"/>
                    <a:pt x="437" y="166"/>
                  </a:cubicBezTo>
                  <a:close/>
                  <a:moveTo>
                    <a:pt x="740" y="283"/>
                  </a:moveTo>
                  <a:lnTo>
                    <a:pt x="756" y="303"/>
                  </a:lnTo>
                  <a:lnTo>
                    <a:pt x="772" y="303"/>
                  </a:lnTo>
                  <a:lnTo>
                    <a:pt x="772" y="28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9"/>
            <p:cNvSpPr/>
            <p:nvPr/>
          </p:nvSpPr>
          <p:spPr>
            <a:xfrm>
              <a:off x="2219247" y="959376"/>
              <a:ext cx="78268" cy="21752"/>
            </a:xfrm>
            <a:custGeom>
              <a:rect b="b" l="l" r="r" t="t"/>
              <a:pathLst>
                <a:path extrusionOk="0" h="219" w="788">
                  <a:moveTo>
                    <a:pt x="0" y="0"/>
                  </a:moveTo>
                  <a:lnTo>
                    <a:pt x="0" y="16"/>
                  </a:lnTo>
                  <a:cubicBezTo>
                    <a:pt x="32" y="16"/>
                    <a:pt x="49" y="16"/>
                    <a:pt x="65" y="33"/>
                  </a:cubicBezTo>
                  <a:lnTo>
                    <a:pt x="117" y="33"/>
                  </a:lnTo>
                  <a:cubicBezTo>
                    <a:pt x="150" y="49"/>
                    <a:pt x="182" y="49"/>
                    <a:pt x="218" y="65"/>
                  </a:cubicBezTo>
                  <a:cubicBezTo>
                    <a:pt x="234" y="65"/>
                    <a:pt x="251" y="85"/>
                    <a:pt x="267" y="85"/>
                  </a:cubicBezTo>
                  <a:cubicBezTo>
                    <a:pt x="335" y="101"/>
                    <a:pt x="404" y="117"/>
                    <a:pt x="469" y="134"/>
                  </a:cubicBezTo>
                  <a:lnTo>
                    <a:pt x="521" y="150"/>
                  </a:lnTo>
                  <a:cubicBezTo>
                    <a:pt x="586" y="166"/>
                    <a:pt x="654" y="186"/>
                    <a:pt x="723" y="202"/>
                  </a:cubicBezTo>
                  <a:lnTo>
                    <a:pt x="772" y="218"/>
                  </a:lnTo>
                  <a:lnTo>
                    <a:pt x="788" y="218"/>
                  </a:lnTo>
                  <a:lnTo>
                    <a:pt x="788" y="202"/>
                  </a:lnTo>
                  <a:lnTo>
                    <a:pt x="723" y="186"/>
                  </a:lnTo>
                  <a:cubicBezTo>
                    <a:pt x="654" y="166"/>
                    <a:pt x="586" y="150"/>
                    <a:pt x="521" y="134"/>
                  </a:cubicBezTo>
                  <a:lnTo>
                    <a:pt x="469" y="117"/>
                  </a:lnTo>
                  <a:cubicBezTo>
                    <a:pt x="404" y="101"/>
                    <a:pt x="335" y="85"/>
                    <a:pt x="267" y="65"/>
                  </a:cubicBezTo>
                  <a:cubicBezTo>
                    <a:pt x="251" y="65"/>
                    <a:pt x="234" y="65"/>
                    <a:pt x="218" y="49"/>
                  </a:cubicBezTo>
                  <a:cubicBezTo>
                    <a:pt x="182" y="49"/>
                    <a:pt x="150" y="33"/>
                    <a:pt x="117" y="16"/>
                  </a:cubicBezTo>
                  <a:lnTo>
                    <a:pt x="81" y="16"/>
                  </a:lnTo>
                  <a:cubicBezTo>
                    <a:pt x="49" y="0"/>
                    <a:pt x="32"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a:off x="1824430" y="855383"/>
              <a:ext cx="6853" cy="87207"/>
            </a:xfrm>
            <a:custGeom>
              <a:rect b="b" l="l" r="r" t="t"/>
              <a:pathLst>
                <a:path extrusionOk="0" h="878" w="69">
                  <a:moveTo>
                    <a:pt x="0" y="1"/>
                  </a:moveTo>
                  <a:lnTo>
                    <a:pt x="0" y="21"/>
                  </a:lnTo>
                  <a:cubicBezTo>
                    <a:pt x="36" y="37"/>
                    <a:pt x="53" y="70"/>
                    <a:pt x="53" y="86"/>
                  </a:cubicBezTo>
                  <a:cubicBezTo>
                    <a:pt x="36" y="138"/>
                    <a:pt x="36" y="171"/>
                    <a:pt x="53" y="203"/>
                  </a:cubicBezTo>
                  <a:cubicBezTo>
                    <a:pt x="53" y="171"/>
                    <a:pt x="53" y="138"/>
                    <a:pt x="69" y="102"/>
                  </a:cubicBezTo>
                  <a:cubicBezTo>
                    <a:pt x="69" y="54"/>
                    <a:pt x="53" y="37"/>
                    <a:pt x="0" y="1"/>
                  </a:cubicBezTo>
                  <a:close/>
                  <a:moveTo>
                    <a:pt x="53" y="255"/>
                  </a:moveTo>
                  <a:cubicBezTo>
                    <a:pt x="36" y="389"/>
                    <a:pt x="36" y="526"/>
                    <a:pt x="36" y="676"/>
                  </a:cubicBezTo>
                  <a:lnTo>
                    <a:pt x="36" y="829"/>
                  </a:lnTo>
                  <a:lnTo>
                    <a:pt x="53" y="676"/>
                  </a:lnTo>
                  <a:lnTo>
                    <a:pt x="53" y="255"/>
                  </a:lnTo>
                  <a:close/>
                  <a:moveTo>
                    <a:pt x="36" y="829"/>
                  </a:moveTo>
                  <a:cubicBezTo>
                    <a:pt x="36" y="845"/>
                    <a:pt x="16" y="861"/>
                    <a:pt x="36" y="878"/>
                  </a:cubicBezTo>
                  <a:lnTo>
                    <a:pt x="53" y="861"/>
                  </a:lnTo>
                  <a:cubicBezTo>
                    <a:pt x="36" y="845"/>
                    <a:pt x="36" y="845"/>
                    <a:pt x="36" y="8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1667496" y="793603"/>
              <a:ext cx="65058" cy="38637"/>
            </a:xfrm>
            <a:custGeom>
              <a:rect b="b" l="l" r="r" t="t"/>
              <a:pathLst>
                <a:path extrusionOk="0" h="389" w="655">
                  <a:moveTo>
                    <a:pt x="655" y="1"/>
                  </a:moveTo>
                  <a:cubicBezTo>
                    <a:pt x="623" y="1"/>
                    <a:pt x="606" y="17"/>
                    <a:pt x="570" y="37"/>
                  </a:cubicBezTo>
                  <a:lnTo>
                    <a:pt x="554" y="37"/>
                  </a:lnTo>
                  <a:cubicBezTo>
                    <a:pt x="469" y="102"/>
                    <a:pt x="368" y="154"/>
                    <a:pt x="283" y="203"/>
                  </a:cubicBezTo>
                  <a:cubicBezTo>
                    <a:pt x="203" y="255"/>
                    <a:pt x="134" y="288"/>
                    <a:pt x="65" y="340"/>
                  </a:cubicBezTo>
                  <a:cubicBezTo>
                    <a:pt x="134" y="304"/>
                    <a:pt x="219" y="255"/>
                    <a:pt x="283" y="219"/>
                  </a:cubicBezTo>
                  <a:cubicBezTo>
                    <a:pt x="384" y="171"/>
                    <a:pt x="469" y="102"/>
                    <a:pt x="570" y="53"/>
                  </a:cubicBezTo>
                  <a:lnTo>
                    <a:pt x="586" y="37"/>
                  </a:lnTo>
                  <a:cubicBezTo>
                    <a:pt x="606" y="17"/>
                    <a:pt x="623" y="17"/>
                    <a:pt x="655" y="17"/>
                  </a:cubicBezTo>
                  <a:lnTo>
                    <a:pt x="655" y="1"/>
                  </a:lnTo>
                  <a:close/>
                  <a:moveTo>
                    <a:pt x="65" y="340"/>
                  </a:moveTo>
                  <a:cubicBezTo>
                    <a:pt x="49" y="340"/>
                    <a:pt x="49" y="340"/>
                    <a:pt x="33" y="356"/>
                  </a:cubicBezTo>
                  <a:cubicBezTo>
                    <a:pt x="17" y="356"/>
                    <a:pt x="17" y="373"/>
                    <a:pt x="1" y="373"/>
                  </a:cubicBezTo>
                  <a:lnTo>
                    <a:pt x="1" y="389"/>
                  </a:lnTo>
                  <a:cubicBezTo>
                    <a:pt x="17" y="373"/>
                    <a:pt x="33" y="373"/>
                    <a:pt x="49" y="356"/>
                  </a:cubicBezTo>
                  <a:lnTo>
                    <a:pt x="65" y="34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1941534" y="191793"/>
              <a:ext cx="799368" cy="324693"/>
            </a:xfrm>
            <a:custGeom>
              <a:rect b="b" l="l" r="r" t="t"/>
              <a:pathLst>
                <a:path extrusionOk="0" h="3269" w="8048">
                  <a:moveTo>
                    <a:pt x="1" y="0"/>
                  </a:moveTo>
                  <a:lnTo>
                    <a:pt x="1" y="17"/>
                  </a:lnTo>
                  <a:cubicBezTo>
                    <a:pt x="49" y="17"/>
                    <a:pt x="69" y="17"/>
                    <a:pt x="102" y="37"/>
                  </a:cubicBezTo>
                  <a:cubicBezTo>
                    <a:pt x="118" y="53"/>
                    <a:pt x="134" y="53"/>
                    <a:pt x="134" y="53"/>
                  </a:cubicBezTo>
                  <a:cubicBezTo>
                    <a:pt x="287" y="101"/>
                    <a:pt x="421" y="170"/>
                    <a:pt x="554" y="219"/>
                  </a:cubicBezTo>
                  <a:lnTo>
                    <a:pt x="675" y="271"/>
                  </a:lnTo>
                  <a:cubicBezTo>
                    <a:pt x="776" y="303"/>
                    <a:pt x="893" y="356"/>
                    <a:pt x="994" y="404"/>
                  </a:cubicBezTo>
                  <a:lnTo>
                    <a:pt x="1128" y="457"/>
                  </a:lnTo>
                  <a:cubicBezTo>
                    <a:pt x="1245" y="505"/>
                    <a:pt x="1346" y="542"/>
                    <a:pt x="1463" y="590"/>
                  </a:cubicBezTo>
                  <a:cubicBezTo>
                    <a:pt x="1532" y="622"/>
                    <a:pt x="1600" y="643"/>
                    <a:pt x="1665" y="675"/>
                  </a:cubicBezTo>
                  <a:cubicBezTo>
                    <a:pt x="1835" y="744"/>
                    <a:pt x="2020" y="808"/>
                    <a:pt x="2206" y="893"/>
                  </a:cubicBezTo>
                  <a:cubicBezTo>
                    <a:pt x="2372" y="962"/>
                    <a:pt x="2542" y="1026"/>
                    <a:pt x="2711" y="1095"/>
                  </a:cubicBezTo>
                  <a:cubicBezTo>
                    <a:pt x="2796" y="1127"/>
                    <a:pt x="2861" y="1164"/>
                    <a:pt x="2929" y="1180"/>
                  </a:cubicBezTo>
                  <a:cubicBezTo>
                    <a:pt x="3131" y="1265"/>
                    <a:pt x="3333" y="1350"/>
                    <a:pt x="3535" y="1414"/>
                  </a:cubicBezTo>
                  <a:cubicBezTo>
                    <a:pt x="3333" y="1329"/>
                    <a:pt x="3131" y="1249"/>
                    <a:pt x="2946" y="1180"/>
                  </a:cubicBezTo>
                  <a:cubicBezTo>
                    <a:pt x="2861" y="1148"/>
                    <a:pt x="2796" y="1111"/>
                    <a:pt x="2711" y="1079"/>
                  </a:cubicBezTo>
                  <a:cubicBezTo>
                    <a:pt x="2542" y="1010"/>
                    <a:pt x="2372" y="946"/>
                    <a:pt x="2206" y="877"/>
                  </a:cubicBezTo>
                  <a:cubicBezTo>
                    <a:pt x="2020" y="808"/>
                    <a:pt x="1851" y="723"/>
                    <a:pt x="1685" y="659"/>
                  </a:cubicBezTo>
                  <a:cubicBezTo>
                    <a:pt x="1616" y="643"/>
                    <a:pt x="1532" y="606"/>
                    <a:pt x="1463" y="574"/>
                  </a:cubicBezTo>
                  <a:cubicBezTo>
                    <a:pt x="1362" y="542"/>
                    <a:pt x="1245" y="489"/>
                    <a:pt x="1128" y="441"/>
                  </a:cubicBezTo>
                  <a:lnTo>
                    <a:pt x="1011" y="388"/>
                  </a:lnTo>
                  <a:cubicBezTo>
                    <a:pt x="893" y="340"/>
                    <a:pt x="776" y="303"/>
                    <a:pt x="675" y="255"/>
                  </a:cubicBezTo>
                  <a:lnTo>
                    <a:pt x="574" y="202"/>
                  </a:lnTo>
                  <a:cubicBezTo>
                    <a:pt x="421" y="154"/>
                    <a:pt x="287" y="101"/>
                    <a:pt x="134" y="37"/>
                  </a:cubicBezTo>
                  <a:lnTo>
                    <a:pt x="118" y="37"/>
                  </a:lnTo>
                  <a:cubicBezTo>
                    <a:pt x="85" y="17"/>
                    <a:pt x="49" y="0"/>
                    <a:pt x="1" y="0"/>
                  </a:cubicBezTo>
                  <a:close/>
                  <a:moveTo>
                    <a:pt x="3535" y="1414"/>
                  </a:moveTo>
                  <a:lnTo>
                    <a:pt x="3636" y="1467"/>
                  </a:lnTo>
                  <a:cubicBezTo>
                    <a:pt x="3737" y="1499"/>
                    <a:pt x="3838" y="1552"/>
                    <a:pt x="3939" y="1584"/>
                  </a:cubicBezTo>
                  <a:cubicBezTo>
                    <a:pt x="4008" y="1616"/>
                    <a:pt x="4056" y="1632"/>
                    <a:pt x="4109" y="1669"/>
                  </a:cubicBezTo>
                  <a:cubicBezTo>
                    <a:pt x="4226" y="1701"/>
                    <a:pt x="4327" y="1754"/>
                    <a:pt x="4428" y="1786"/>
                  </a:cubicBezTo>
                  <a:cubicBezTo>
                    <a:pt x="4327" y="1733"/>
                    <a:pt x="4226" y="1701"/>
                    <a:pt x="4125" y="1653"/>
                  </a:cubicBezTo>
                  <a:cubicBezTo>
                    <a:pt x="4056" y="1632"/>
                    <a:pt x="4008" y="1600"/>
                    <a:pt x="3955" y="1584"/>
                  </a:cubicBezTo>
                  <a:cubicBezTo>
                    <a:pt x="3854" y="1531"/>
                    <a:pt x="3737" y="1499"/>
                    <a:pt x="3636" y="1451"/>
                  </a:cubicBezTo>
                  <a:lnTo>
                    <a:pt x="3535" y="1414"/>
                  </a:lnTo>
                  <a:close/>
                  <a:moveTo>
                    <a:pt x="4428" y="1786"/>
                  </a:moveTo>
                  <a:lnTo>
                    <a:pt x="4428" y="1786"/>
                  </a:lnTo>
                  <a:cubicBezTo>
                    <a:pt x="4513" y="1818"/>
                    <a:pt x="4594" y="1855"/>
                    <a:pt x="4679" y="1887"/>
                  </a:cubicBezTo>
                  <a:cubicBezTo>
                    <a:pt x="4715" y="1903"/>
                    <a:pt x="4747" y="1919"/>
                    <a:pt x="4780" y="1919"/>
                  </a:cubicBezTo>
                  <a:cubicBezTo>
                    <a:pt x="4747" y="1903"/>
                    <a:pt x="4715" y="1887"/>
                    <a:pt x="4695" y="1887"/>
                  </a:cubicBezTo>
                  <a:cubicBezTo>
                    <a:pt x="4614" y="1855"/>
                    <a:pt x="4529" y="1818"/>
                    <a:pt x="4428" y="1786"/>
                  </a:cubicBezTo>
                  <a:close/>
                  <a:moveTo>
                    <a:pt x="4780" y="1919"/>
                  </a:moveTo>
                  <a:cubicBezTo>
                    <a:pt x="4832" y="1956"/>
                    <a:pt x="4897" y="1972"/>
                    <a:pt x="4949" y="2004"/>
                  </a:cubicBezTo>
                  <a:cubicBezTo>
                    <a:pt x="5034" y="2036"/>
                    <a:pt x="5135" y="2073"/>
                    <a:pt x="5220" y="2105"/>
                  </a:cubicBezTo>
                  <a:cubicBezTo>
                    <a:pt x="5337" y="2158"/>
                    <a:pt x="5454" y="2206"/>
                    <a:pt x="5555" y="2238"/>
                  </a:cubicBezTo>
                  <a:cubicBezTo>
                    <a:pt x="5624" y="2275"/>
                    <a:pt x="5688" y="2291"/>
                    <a:pt x="5757" y="2323"/>
                  </a:cubicBezTo>
                  <a:cubicBezTo>
                    <a:pt x="5858" y="2376"/>
                    <a:pt x="5959" y="2408"/>
                    <a:pt x="6076" y="2461"/>
                  </a:cubicBezTo>
                  <a:cubicBezTo>
                    <a:pt x="6177" y="2493"/>
                    <a:pt x="6294" y="2541"/>
                    <a:pt x="6395" y="2578"/>
                  </a:cubicBezTo>
                  <a:cubicBezTo>
                    <a:pt x="6533" y="2626"/>
                    <a:pt x="6650" y="2679"/>
                    <a:pt x="6767" y="2727"/>
                  </a:cubicBezTo>
                  <a:cubicBezTo>
                    <a:pt x="6852" y="2764"/>
                    <a:pt x="6917" y="2796"/>
                    <a:pt x="7001" y="2828"/>
                  </a:cubicBezTo>
                  <a:lnTo>
                    <a:pt x="7086" y="2864"/>
                  </a:lnTo>
                  <a:cubicBezTo>
                    <a:pt x="7203" y="2913"/>
                    <a:pt x="7320" y="2965"/>
                    <a:pt x="7442" y="3014"/>
                  </a:cubicBezTo>
                  <a:cubicBezTo>
                    <a:pt x="7607" y="3083"/>
                    <a:pt x="7793" y="3147"/>
                    <a:pt x="8011" y="3232"/>
                  </a:cubicBezTo>
                  <a:cubicBezTo>
                    <a:pt x="8027" y="3232"/>
                    <a:pt x="8027" y="3248"/>
                    <a:pt x="8027" y="3268"/>
                  </a:cubicBezTo>
                  <a:lnTo>
                    <a:pt x="8048" y="3268"/>
                  </a:lnTo>
                  <a:cubicBezTo>
                    <a:pt x="8048" y="3248"/>
                    <a:pt x="8048" y="3232"/>
                    <a:pt x="8011" y="3216"/>
                  </a:cubicBezTo>
                  <a:cubicBezTo>
                    <a:pt x="7793" y="3131"/>
                    <a:pt x="7623" y="3066"/>
                    <a:pt x="7442" y="2998"/>
                  </a:cubicBezTo>
                  <a:cubicBezTo>
                    <a:pt x="7320" y="2945"/>
                    <a:pt x="7203" y="2897"/>
                    <a:pt x="7086" y="2844"/>
                  </a:cubicBezTo>
                  <a:lnTo>
                    <a:pt x="7001" y="2812"/>
                  </a:lnTo>
                  <a:cubicBezTo>
                    <a:pt x="6917" y="2780"/>
                    <a:pt x="6852" y="2743"/>
                    <a:pt x="6783" y="2727"/>
                  </a:cubicBezTo>
                  <a:cubicBezTo>
                    <a:pt x="6650" y="2679"/>
                    <a:pt x="6533" y="2626"/>
                    <a:pt x="6412" y="2578"/>
                  </a:cubicBezTo>
                  <a:cubicBezTo>
                    <a:pt x="6294" y="2525"/>
                    <a:pt x="6177" y="2477"/>
                    <a:pt x="6076" y="2440"/>
                  </a:cubicBezTo>
                  <a:cubicBezTo>
                    <a:pt x="5975" y="2392"/>
                    <a:pt x="5874" y="2360"/>
                    <a:pt x="5773" y="2307"/>
                  </a:cubicBezTo>
                  <a:cubicBezTo>
                    <a:pt x="5688" y="2291"/>
                    <a:pt x="5624" y="2259"/>
                    <a:pt x="5555" y="2222"/>
                  </a:cubicBezTo>
                  <a:cubicBezTo>
                    <a:pt x="5454" y="2190"/>
                    <a:pt x="5337" y="2137"/>
                    <a:pt x="5236" y="2089"/>
                  </a:cubicBezTo>
                  <a:cubicBezTo>
                    <a:pt x="5135" y="2057"/>
                    <a:pt x="5050" y="2020"/>
                    <a:pt x="4949" y="1988"/>
                  </a:cubicBezTo>
                  <a:cubicBezTo>
                    <a:pt x="4897" y="1972"/>
                    <a:pt x="4832" y="1935"/>
                    <a:pt x="4780" y="19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9"/>
            <p:cNvSpPr/>
            <p:nvPr/>
          </p:nvSpPr>
          <p:spPr>
            <a:xfrm>
              <a:off x="1692327" y="496323"/>
              <a:ext cx="27016" cy="20163"/>
            </a:xfrm>
            <a:custGeom>
              <a:rect b="b" l="l" r="r" t="t"/>
              <a:pathLst>
                <a:path extrusionOk="0" h="203" w="272">
                  <a:moveTo>
                    <a:pt x="255" y="0"/>
                  </a:moveTo>
                  <a:lnTo>
                    <a:pt x="1" y="182"/>
                  </a:lnTo>
                  <a:lnTo>
                    <a:pt x="1" y="202"/>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9"/>
            <p:cNvSpPr/>
            <p:nvPr/>
          </p:nvSpPr>
          <p:spPr>
            <a:xfrm>
              <a:off x="1667496" y="767182"/>
              <a:ext cx="66746" cy="38240"/>
            </a:xfrm>
            <a:custGeom>
              <a:rect b="b" l="l" r="r" t="t"/>
              <a:pathLst>
                <a:path extrusionOk="0" h="385" w="672">
                  <a:moveTo>
                    <a:pt x="655" y="0"/>
                  </a:moveTo>
                  <a:cubicBezTo>
                    <a:pt x="639" y="0"/>
                    <a:pt x="623" y="16"/>
                    <a:pt x="606" y="16"/>
                  </a:cubicBezTo>
                  <a:cubicBezTo>
                    <a:pt x="437" y="117"/>
                    <a:pt x="283" y="218"/>
                    <a:pt x="118" y="319"/>
                  </a:cubicBezTo>
                  <a:cubicBezTo>
                    <a:pt x="283" y="235"/>
                    <a:pt x="453" y="134"/>
                    <a:pt x="606" y="33"/>
                  </a:cubicBezTo>
                  <a:cubicBezTo>
                    <a:pt x="623" y="16"/>
                    <a:pt x="639" y="16"/>
                    <a:pt x="655" y="16"/>
                  </a:cubicBezTo>
                  <a:lnTo>
                    <a:pt x="671" y="16"/>
                  </a:lnTo>
                  <a:lnTo>
                    <a:pt x="655" y="0"/>
                  </a:lnTo>
                  <a:close/>
                  <a:moveTo>
                    <a:pt x="118" y="319"/>
                  </a:moveTo>
                  <a:lnTo>
                    <a:pt x="65" y="336"/>
                  </a:lnTo>
                  <a:lnTo>
                    <a:pt x="49" y="352"/>
                  </a:lnTo>
                  <a:cubicBezTo>
                    <a:pt x="33" y="368"/>
                    <a:pt x="33" y="368"/>
                    <a:pt x="17" y="368"/>
                  </a:cubicBezTo>
                  <a:lnTo>
                    <a:pt x="1" y="384"/>
                  </a:lnTo>
                  <a:lnTo>
                    <a:pt x="17" y="384"/>
                  </a:lnTo>
                  <a:cubicBezTo>
                    <a:pt x="33" y="384"/>
                    <a:pt x="49" y="368"/>
                    <a:pt x="65" y="368"/>
                  </a:cubicBezTo>
                  <a:lnTo>
                    <a:pt x="81" y="352"/>
                  </a:lnTo>
                  <a:lnTo>
                    <a:pt x="118" y="3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1705637" y="489470"/>
              <a:ext cx="26917" cy="21752"/>
            </a:xfrm>
            <a:custGeom>
              <a:rect b="b" l="l" r="r" t="t"/>
              <a:pathLst>
                <a:path extrusionOk="0" h="219" w="271">
                  <a:moveTo>
                    <a:pt x="271" y="1"/>
                  </a:moveTo>
                  <a:lnTo>
                    <a:pt x="0" y="219"/>
                  </a:lnTo>
                  <a:lnTo>
                    <a:pt x="271" y="17"/>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2257288" y="947755"/>
              <a:ext cx="55523" cy="16488"/>
            </a:xfrm>
            <a:custGeom>
              <a:rect b="b" l="l" r="r" t="t"/>
              <a:pathLst>
                <a:path extrusionOk="0" h="166" w="559">
                  <a:moveTo>
                    <a:pt x="1" y="0"/>
                  </a:moveTo>
                  <a:lnTo>
                    <a:pt x="1" y="0"/>
                  </a:lnTo>
                  <a:cubicBezTo>
                    <a:pt x="53" y="16"/>
                    <a:pt x="122" y="32"/>
                    <a:pt x="187" y="65"/>
                  </a:cubicBezTo>
                  <a:cubicBezTo>
                    <a:pt x="203" y="65"/>
                    <a:pt x="223" y="65"/>
                    <a:pt x="239" y="81"/>
                  </a:cubicBezTo>
                  <a:cubicBezTo>
                    <a:pt x="288" y="81"/>
                    <a:pt x="340" y="101"/>
                    <a:pt x="389" y="117"/>
                  </a:cubicBezTo>
                  <a:lnTo>
                    <a:pt x="425" y="133"/>
                  </a:lnTo>
                  <a:cubicBezTo>
                    <a:pt x="457" y="133"/>
                    <a:pt x="490" y="150"/>
                    <a:pt x="526" y="150"/>
                  </a:cubicBezTo>
                  <a:cubicBezTo>
                    <a:pt x="490" y="133"/>
                    <a:pt x="457" y="133"/>
                    <a:pt x="425" y="117"/>
                  </a:cubicBezTo>
                  <a:lnTo>
                    <a:pt x="389" y="101"/>
                  </a:lnTo>
                  <a:cubicBezTo>
                    <a:pt x="340" y="101"/>
                    <a:pt x="288" y="81"/>
                    <a:pt x="239" y="65"/>
                  </a:cubicBezTo>
                  <a:cubicBezTo>
                    <a:pt x="223" y="65"/>
                    <a:pt x="203" y="49"/>
                    <a:pt x="187" y="49"/>
                  </a:cubicBezTo>
                  <a:cubicBezTo>
                    <a:pt x="122" y="32"/>
                    <a:pt x="70" y="16"/>
                    <a:pt x="1" y="0"/>
                  </a:cubicBezTo>
                  <a:close/>
                  <a:moveTo>
                    <a:pt x="526" y="150"/>
                  </a:moveTo>
                  <a:lnTo>
                    <a:pt x="558" y="166"/>
                  </a:lnTo>
                  <a:lnTo>
                    <a:pt x="558" y="15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2259374" y="342270"/>
              <a:ext cx="100318" cy="46981"/>
            </a:xfrm>
            <a:custGeom>
              <a:rect b="b" l="l" r="r" t="t"/>
              <a:pathLst>
                <a:path extrusionOk="0" h="473" w="1010">
                  <a:moveTo>
                    <a:pt x="0" y="0"/>
                  </a:moveTo>
                  <a:cubicBezTo>
                    <a:pt x="32" y="0"/>
                    <a:pt x="32" y="16"/>
                    <a:pt x="49" y="16"/>
                  </a:cubicBezTo>
                  <a:cubicBezTo>
                    <a:pt x="65" y="16"/>
                    <a:pt x="65" y="37"/>
                    <a:pt x="81" y="37"/>
                  </a:cubicBezTo>
                  <a:cubicBezTo>
                    <a:pt x="150" y="53"/>
                    <a:pt x="218" y="85"/>
                    <a:pt x="283" y="117"/>
                  </a:cubicBezTo>
                  <a:cubicBezTo>
                    <a:pt x="303" y="117"/>
                    <a:pt x="335" y="138"/>
                    <a:pt x="351" y="138"/>
                  </a:cubicBezTo>
                  <a:cubicBezTo>
                    <a:pt x="335" y="117"/>
                    <a:pt x="319" y="101"/>
                    <a:pt x="283" y="101"/>
                  </a:cubicBezTo>
                  <a:cubicBezTo>
                    <a:pt x="218" y="69"/>
                    <a:pt x="150" y="53"/>
                    <a:pt x="81" y="16"/>
                  </a:cubicBezTo>
                  <a:lnTo>
                    <a:pt x="65" y="16"/>
                  </a:lnTo>
                  <a:cubicBezTo>
                    <a:pt x="49" y="0"/>
                    <a:pt x="32" y="0"/>
                    <a:pt x="0" y="0"/>
                  </a:cubicBezTo>
                  <a:close/>
                  <a:moveTo>
                    <a:pt x="351" y="138"/>
                  </a:moveTo>
                  <a:cubicBezTo>
                    <a:pt x="368" y="154"/>
                    <a:pt x="404" y="154"/>
                    <a:pt x="420" y="170"/>
                  </a:cubicBezTo>
                  <a:cubicBezTo>
                    <a:pt x="469" y="186"/>
                    <a:pt x="537" y="218"/>
                    <a:pt x="606" y="239"/>
                  </a:cubicBezTo>
                  <a:cubicBezTo>
                    <a:pt x="654" y="255"/>
                    <a:pt x="707" y="271"/>
                    <a:pt x="755" y="287"/>
                  </a:cubicBezTo>
                  <a:cubicBezTo>
                    <a:pt x="707" y="271"/>
                    <a:pt x="654" y="239"/>
                    <a:pt x="606" y="218"/>
                  </a:cubicBezTo>
                  <a:cubicBezTo>
                    <a:pt x="537" y="202"/>
                    <a:pt x="485" y="170"/>
                    <a:pt x="420" y="154"/>
                  </a:cubicBezTo>
                  <a:cubicBezTo>
                    <a:pt x="404" y="154"/>
                    <a:pt x="384" y="138"/>
                    <a:pt x="351" y="138"/>
                  </a:cubicBezTo>
                  <a:close/>
                  <a:moveTo>
                    <a:pt x="755" y="287"/>
                  </a:moveTo>
                  <a:lnTo>
                    <a:pt x="755" y="287"/>
                  </a:lnTo>
                  <a:cubicBezTo>
                    <a:pt x="808" y="319"/>
                    <a:pt x="873" y="340"/>
                    <a:pt x="925" y="372"/>
                  </a:cubicBezTo>
                  <a:lnTo>
                    <a:pt x="941" y="372"/>
                  </a:lnTo>
                  <a:cubicBezTo>
                    <a:pt x="957" y="372"/>
                    <a:pt x="974" y="372"/>
                    <a:pt x="974" y="388"/>
                  </a:cubicBezTo>
                  <a:lnTo>
                    <a:pt x="974" y="404"/>
                  </a:lnTo>
                  <a:cubicBezTo>
                    <a:pt x="990" y="420"/>
                    <a:pt x="990" y="441"/>
                    <a:pt x="974" y="457"/>
                  </a:cubicBezTo>
                  <a:lnTo>
                    <a:pt x="974" y="473"/>
                  </a:lnTo>
                  <a:lnTo>
                    <a:pt x="990" y="473"/>
                  </a:lnTo>
                  <a:cubicBezTo>
                    <a:pt x="1010" y="441"/>
                    <a:pt x="990" y="420"/>
                    <a:pt x="990" y="404"/>
                  </a:cubicBezTo>
                  <a:lnTo>
                    <a:pt x="990" y="388"/>
                  </a:lnTo>
                  <a:cubicBezTo>
                    <a:pt x="974" y="372"/>
                    <a:pt x="957" y="356"/>
                    <a:pt x="941" y="356"/>
                  </a:cubicBezTo>
                  <a:cubicBezTo>
                    <a:pt x="873" y="340"/>
                    <a:pt x="808" y="303"/>
                    <a:pt x="755" y="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2486431" y="442588"/>
              <a:ext cx="27016" cy="11720"/>
            </a:xfrm>
            <a:custGeom>
              <a:rect b="b" l="l" r="r" t="t"/>
              <a:pathLst>
                <a:path extrusionOk="0" h="118" w="272">
                  <a:moveTo>
                    <a:pt x="0" y="0"/>
                  </a:moveTo>
                  <a:lnTo>
                    <a:pt x="0" y="16"/>
                  </a:lnTo>
                  <a:cubicBezTo>
                    <a:pt x="17" y="16"/>
                    <a:pt x="37" y="16"/>
                    <a:pt x="53" y="37"/>
                  </a:cubicBezTo>
                  <a:lnTo>
                    <a:pt x="85" y="37"/>
                  </a:lnTo>
                  <a:lnTo>
                    <a:pt x="69" y="16"/>
                  </a:lnTo>
                  <a:cubicBezTo>
                    <a:pt x="53" y="16"/>
                    <a:pt x="17" y="0"/>
                    <a:pt x="0" y="0"/>
                  </a:cubicBezTo>
                  <a:close/>
                  <a:moveTo>
                    <a:pt x="85" y="37"/>
                  </a:moveTo>
                  <a:cubicBezTo>
                    <a:pt x="101" y="53"/>
                    <a:pt x="118" y="53"/>
                    <a:pt x="154" y="69"/>
                  </a:cubicBezTo>
                  <a:cubicBezTo>
                    <a:pt x="186" y="85"/>
                    <a:pt x="219" y="101"/>
                    <a:pt x="271" y="117"/>
                  </a:cubicBezTo>
                  <a:lnTo>
                    <a:pt x="271" y="101"/>
                  </a:lnTo>
                  <a:cubicBezTo>
                    <a:pt x="219" y="85"/>
                    <a:pt x="186" y="69"/>
                    <a:pt x="154" y="53"/>
                  </a:cubicBezTo>
                  <a:cubicBezTo>
                    <a:pt x="138" y="53"/>
                    <a:pt x="101"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1944712" y="554528"/>
              <a:ext cx="202325" cy="62277"/>
            </a:xfrm>
            <a:custGeom>
              <a:rect b="b" l="l" r="r" t="t"/>
              <a:pathLst>
                <a:path extrusionOk="0" h="627" w="2037">
                  <a:moveTo>
                    <a:pt x="1" y="0"/>
                  </a:moveTo>
                  <a:lnTo>
                    <a:pt x="17" y="20"/>
                  </a:lnTo>
                  <a:lnTo>
                    <a:pt x="70" y="20"/>
                  </a:lnTo>
                  <a:cubicBezTo>
                    <a:pt x="118" y="37"/>
                    <a:pt x="171" y="53"/>
                    <a:pt x="219" y="69"/>
                  </a:cubicBezTo>
                  <a:cubicBezTo>
                    <a:pt x="239" y="69"/>
                    <a:pt x="255" y="69"/>
                    <a:pt x="272" y="85"/>
                  </a:cubicBezTo>
                  <a:cubicBezTo>
                    <a:pt x="441" y="138"/>
                    <a:pt x="607" y="186"/>
                    <a:pt x="760" y="239"/>
                  </a:cubicBezTo>
                  <a:lnTo>
                    <a:pt x="926" y="287"/>
                  </a:lnTo>
                  <a:cubicBezTo>
                    <a:pt x="962" y="287"/>
                    <a:pt x="995" y="303"/>
                    <a:pt x="1027" y="323"/>
                  </a:cubicBezTo>
                  <a:cubicBezTo>
                    <a:pt x="1112" y="340"/>
                    <a:pt x="1181" y="356"/>
                    <a:pt x="1249" y="388"/>
                  </a:cubicBezTo>
                  <a:cubicBezTo>
                    <a:pt x="1330" y="404"/>
                    <a:pt x="1399" y="441"/>
                    <a:pt x="1483" y="457"/>
                  </a:cubicBezTo>
                  <a:cubicBezTo>
                    <a:pt x="1516" y="473"/>
                    <a:pt x="1568" y="489"/>
                    <a:pt x="1601" y="489"/>
                  </a:cubicBezTo>
                  <a:cubicBezTo>
                    <a:pt x="1568" y="473"/>
                    <a:pt x="1532" y="457"/>
                    <a:pt x="1483" y="441"/>
                  </a:cubicBezTo>
                  <a:cubicBezTo>
                    <a:pt x="1399" y="424"/>
                    <a:pt x="1330" y="404"/>
                    <a:pt x="1265" y="372"/>
                  </a:cubicBezTo>
                  <a:cubicBezTo>
                    <a:pt x="1181" y="356"/>
                    <a:pt x="1112" y="323"/>
                    <a:pt x="1027" y="303"/>
                  </a:cubicBezTo>
                  <a:cubicBezTo>
                    <a:pt x="995" y="287"/>
                    <a:pt x="962" y="287"/>
                    <a:pt x="926" y="271"/>
                  </a:cubicBezTo>
                  <a:lnTo>
                    <a:pt x="777" y="222"/>
                  </a:lnTo>
                  <a:cubicBezTo>
                    <a:pt x="607" y="170"/>
                    <a:pt x="441" y="121"/>
                    <a:pt x="272" y="69"/>
                  </a:cubicBezTo>
                  <a:cubicBezTo>
                    <a:pt x="255" y="69"/>
                    <a:pt x="239" y="53"/>
                    <a:pt x="219" y="53"/>
                  </a:cubicBezTo>
                  <a:cubicBezTo>
                    <a:pt x="171" y="37"/>
                    <a:pt x="118" y="20"/>
                    <a:pt x="70" y="0"/>
                  </a:cubicBezTo>
                  <a:close/>
                  <a:moveTo>
                    <a:pt x="1601" y="489"/>
                  </a:moveTo>
                  <a:lnTo>
                    <a:pt x="1633" y="505"/>
                  </a:lnTo>
                  <a:cubicBezTo>
                    <a:pt x="1669" y="505"/>
                    <a:pt x="1685" y="525"/>
                    <a:pt x="1718" y="525"/>
                  </a:cubicBezTo>
                  <a:cubicBezTo>
                    <a:pt x="1685" y="505"/>
                    <a:pt x="1669" y="505"/>
                    <a:pt x="1633" y="489"/>
                  </a:cubicBezTo>
                  <a:close/>
                  <a:moveTo>
                    <a:pt x="1718" y="525"/>
                  </a:moveTo>
                  <a:cubicBezTo>
                    <a:pt x="1754" y="542"/>
                    <a:pt x="1803" y="558"/>
                    <a:pt x="1835" y="574"/>
                  </a:cubicBezTo>
                  <a:cubicBezTo>
                    <a:pt x="1887" y="590"/>
                    <a:pt x="1920" y="590"/>
                    <a:pt x="1972" y="606"/>
                  </a:cubicBezTo>
                  <a:lnTo>
                    <a:pt x="2021" y="626"/>
                  </a:lnTo>
                  <a:lnTo>
                    <a:pt x="2037" y="626"/>
                  </a:lnTo>
                  <a:lnTo>
                    <a:pt x="2021" y="606"/>
                  </a:lnTo>
                  <a:lnTo>
                    <a:pt x="1972" y="590"/>
                  </a:lnTo>
                  <a:cubicBezTo>
                    <a:pt x="1920" y="590"/>
                    <a:pt x="1887" y="574"/>
                    <a:pt x="1835" y="558"/>
                  </a:cubicBezTo>
                  <a:cubicBezTo>
                    <a:pt x="1803" y="542"/>
                    <a:pt x="1754" y="525"/>
                    <a:pt x="1718" y="5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1946401" y="648390"/>
              <a:ext cx="321018" cy="96842"/>
            </a:xfrm>
            <a:custGeom>
              <a:rect b="b" l="l" r="r" t="t"/>
              <a:pathLst>
                <a:path extrusionOk="0" h="975" w="3232">
                  <a:moveTo>
                    <a:pt x="0" y="1"/>
                  </a:moveTo>
                  <a:lnTo>
                    <a:pt x="0" y="17"/>
                  </a:lnTo>
                  <a:cubicBezTo>
                    <a:pt x="53" y="17"/>
                    <a:pt x="85" y="33"/>
                    <a:pt x="121" y="49"/>
                  </a:cubicBezTo>
                  <a:cubicBezTo>
                    <a:pt x="137" y="49"/>
                    <a:pt x="154" y="49"/>
                    <a:pt x="170" y="65"/>
                  </a:cubicBezTo>
                  <a:cubicBezTo>
                    <a:pt x="271" y="85"/>
                    <a:pt x="372" y="118"/>
                    <a:pt x="473" y="150"/>
                  </a:cubicBezTo>
                  <a:lnTo>
                    <a:pt x="541" y="166"/>
                  </a:lnTo>
                  <a:cubicBezTo>
                    <a:pt x="626" y="202"/>
                    <a:pt x="727" y="219"/>
                    <a:pt x="808" y="251"/>
                  </a:cubicBezTo>
                  <a:cubicBezTo>
                    <a:pt x="929" y="287"/>
                    <a:pt x="1046" y="320"/>
                    <a:pt x="1164" y="352"/>
                  </a:cubicBezTo>
                  <a:cubicBezTo>
                    <a:pt x="1265" y="388"/>
                    <a:pt x="1366" y="421"/>
                    <a:pt x="1483" y="453"/>
                  </a:cubicBezTo>
                  <a:cubicBezTo>
                    <a:pt x="1551" y="469"/>
                    <a:pt x="1616" y="489"/>
                    <a:pt x="1685" y="505"/>
                  </a:cubicBezTo>
                  <a:cubicBezTo>
                    <a:pt x="1616" y="469"/>
                    <a:pt x="1551" y="453"/>
                    <a:pt x="1483" y="437"/>
                  </a:cubicBezTo>
                  <a:cubicBezTo>
                    <a:pt x="1382" y="404"/>
                    <a:pt x="1265" y="368"/>
                    <a:pt x="1164" y="336"/>
                  </a:cubicBezTo>
                  <a:cubicBezTo>
                    <a:pt x="1046" y="303"/>
                    <a:pt x="929" y="267"/>
                    <a:pt x="808" y="235"/>
                  </a:cubicBezTo>
                  <a:cubicBezTo>
                    <a:pt x="727" y="202"/>
                    <a:pt x="642" y="186"/>
                    <a:pt x="541" y="150"/>
                  </a:cubicBezTo>
                  <a:lnTo>
                    <a:pt x="473" y="134"/>
                  </a:lnTo>
                  <a:cubicBezTo>
                    <a:pt x="372" y="102"/>
                    <a:pt x="271" y="65"/>
                    <a:pt x="170" y="49"/>
                  </a:cubicBezTo>
                  <a:cubicBezTo>
                    <a:pt x="154" y="49"/>
                    <a:pt x="137" y="33"/>
                    <a:pt x="137" y="33"/>
                  </a:cubicBezTo>
                  <a:cubicBezTo>
                    <a:pt x="85" y="17"/>
                    <a:pt x="53" y="1"/>
                    <a:pt x="0" y="1"/>
                  </a:cubicBezTo>
                  <a:close/>
                  <a:moveTo>
                    <a:pt x="1685" y="505"/>
                  </a:moveTo>
                  <a:cubicBezTo>
                    <a:pt x="1701" y="522"/>
                    <a:pt x="1717" y="522"/>
                    <a:pt x="1717" y="522"/>
                  </a:cubicBezTo>
                  <a:cubicBezTo>
                    <a:pt x="1769" y="538"/>
                    <a:pt x="1818" y="554"/>
                    <a:pt x="1870" y="570"/>
                  </a:cubicBezTo>
                  <a:cubicBezTo>
                    <a:pt x="1903" y="570"/>
                    <a:pt x="1939" y="590"/>
                    <a:pt x="1971" y="590"/>
                  </a:cubicBezTo>
                  <a:cubicBezTo>
                    <a:pt x="1939" y="570"/>
                    <a:pt x="1903" y="570"/>
                    <a:pt x="1870" y="554"/>
                  </a:cubicBezTo>
                  <a:cubicBezTo>
                    <a:pt x="1818" y="538"/>
                    <a:pt x="1769" y="522"/>
                    <a:pt x="1737" y="505"/>
                  </a:cubicBezTo>
                  <a:close/>
                  <a:moveTo>
                    <a:pt x="1971" y="590"/>
                  </a:moveTo>
                  <a:cubicBezTo>
                    <a:pt x="2004" y="606"/>
                    <a:pt x="2040" y="606"/>
                    <a:pt x="2056" y="623"/>
                  </a:cubicBezTo>
                  <a:cubicBezTo>
                    <a:pt x="2173" y="655"/>
                    <a:pt x="2291" y="691"/>
                    <a:pt x="2408" y="724"/>
                  </a:cubicBezTo>
                  <a:cubicBezTo>
                    <a:pt x="2493" y="756"/>
                    <a:pt x="2561" y="772"/>
                    <a:pt x="2646" y="808"/>
                  </a:cubicBezTo>
                  <a:lnTo>
                    <a:pt x="2711" y="825"/>
                  </a:lnTo>
                  <a:cubicBezTo>
                    <a:pt x="2828" y="857"/>
                    <a:pt x="2965" y="893"/>
                    <a:pt x="3082" y="942"/>
                  </a:cubicBezTo>
                  <a:lnTo>
                    <a:pt x="3131" y="942"/>
                  </a:lnTo>
                  <a:cubicBezTo>
                    <a:pt x="3115" y="942"/>
                    <a:pt x="3099" y="926"/>
                    <a:pt x="3099" y="926"/>
                  </a:cubicBezTo>
                  <a:cubicBezTo>
                    <a:pt x="2965" y="893"/>
                    <a:pt x="2848" y="841"/>
                    <a:pt x="2711" y="808"/>
                  </a:cubicBezTo>
                  <a:lnTo>
                    <a:pt x="2646" y="792"/>
                  </a:lnTo>
                  <a:cubicBezTo>
                    <a:pt x="2577" y="756"/>
                    <a:pt x="2493" y="740"/>
                    <a:pt x="2408" y="707"/>
                  </a:cubicBezTo>
                  <a:cubicBezTo>
                    <a:pt x="2291" y="671"/>
                    <a:pt x="2173" y="639"/>
                    <a:pt x="2072" y="606"/>
                  </a:cubicBezTo>
                  <a:cubicBezTo>
                    <a:pt x="2040" y="590"/>
                    <a:pt x="2004" y="590"/>
                    <a:pt x="1971" y="590"/>
                  </a:cubicBezTo>
                  <a:close/>
                  <a:moveTo>
                    <a:pt x="3131" y="942"/>
                  </a:moveTo>
                  <a:cubicBezTo>
                    <a:pt x="3151" y="958"/>
                    <a:pt x="3183" y="974"/>
                    <a:pt x="3216" y="974"/>
                  </a:cubicBezTo>
                  <a:lnTo>
                    <a:pt x="3232" y="958"/>
                  </a:lnTo>
                  <a:lnTo>
                    <a:pt x="3216" y="958"/>
                  </a:lnTo>
                  <a:cubicBezTo>
                    <a:pt x="3183" y="958"/>
                    <a:pt x="3167" y="942"/>
                    <a:pt x="3131" y="9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2362871" y="792014"/>
              <a:ext cx="28606" cy="8542"/>
            </a:xfrm>
            <a:custGeom>
              <a:rect b="b" l="l" r="r" t="t"/>
              <a:pathLst>
                <a:path extrusionOk="0" h="86" w="288">
                  <a:moveTo>
                    <a:pt x="16" y="1"/>
                  </a:moveTo>
                  <a:lnTo>
                    <a:pt x="0" y="17"/>
                  </a:lnTo>
                  <a:lnTo>
                    <a:pt x="16" y="17"/>
                  </a:lnTo>
                  <a:cubicBezTo>
                    <a:pt x="16" y="17"/>
                    <a:pt x="33" y="17"/>
                    <a:pt x="49" y="33"/>
                  </a:cubicBezTo>
                  <a:lnTo>
                    <a:pt x="85" y="33"/>
                  </a:lnTo>
                  <a:cubicBezTo>
                    <a:pt x="101" y="33"/>
                    <a:pt x="134" y="53"/>
                    <a:pt x="150" y="53"/>
                  </a:cubicBezTo>
                  <a:cubicBezTo>
                    <a:pt x="202" y="69"/>
                    <a:pt x="235" y="86"/>
                    <a:pt x="287" y="86"/>
                  </a:cubicBezTo>
                  <a:lnTo>
                    <a:pt x="287" y="69"/>
                  </a:lnTo>
                  <a:cubicBezTo>
                    <a:pt x="235" y="69"/>
                    <a:pt x="202" y="53"/>
                    <a:pt x="170" y="53"/>
                  </a:cubicBezTo>
                  <a:cubicBezTo>
                    <a:pt x="134" y="33"/>
                    <a:pt x="101" y="33"/>
                    <a:pt x="85" y="17"/>
                  </a:cubicBezTo>
                  <a:lnTo>
                    <a:pt x="49" y="17"/>
                  </a:lnTo>
                  <a:cubicBezTo>
                    <a:pt x="33"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2386113" y="612335"/>
              <a:ext cx="75586" cy="26122"/>
            </a:xfrm>
            <a:custGeom>
              <a:rect b="b" l="l" r="r" t="t"/>
              <a:pathLst>
                <a:path extrusionOk="0" h="263" w="761">
                  <a:moveTo>
                    <a:pt x="18" y="1"/>
                  </a:moveTo>
                  <a:cubicBezTo>
                    <a:pt x="12" y="1"/>
                    <a:pt x="6" y="3"/>
                    <a:pt x="1" y="8"/>
                  </a:cubicBezTo>
                  <a:cubicBezTo>
                    <a:pt x="17" y="8"/>
                    <a:pt x="37" y="24"/>
                    <a:pt x="53" y="24"/>
                  </a:cubicBezTo>
                  <a:cubicBezTo>
                    <a:pt x="138" y="61"/>
                    <a:pt x="203" y="77"/>
                    <a:pt x="287" y="109"/>
                  </a:cubicBezTo>
                  <a:lnTo>
                    <a:pt x="421" y="145"/>
                  </a:lnTo>
                  <a:lnTo>
                    <a:pt x="287" y="93"/>
                  </a:lnTo>
                  <a:cubicBezTo>
                    <a:pt x="219" y="77"/>
                    <a:pt x="138" y="44"/>
                    <a:pt x="69" y="24"/>
                  </a:cubicBezTo>
                  <a:lnTo>
                    <a:pt x="53" y="8"/>
                  </a:lnTo>
                  <a:cubicBezTo>
                    <a:pt x="42" y="8"/>
                    <a:pt x="30" y="1"/>
                    <a:pt x="18" y="1"/>
                  </a:cubicBezTo>
                  <a:close/>
                  <a:moveTo>
                    <a:pt x="421" y="145"/>
                  </a:moveTo>
                  <a:cubicBezTo>
                    <a:pt x="522" y="178"/>
                    <a:pt x="607" y="210"/>
                    <a:pt x="708" y="246"/>
                  </a:cubicBezTo>
                  <a:cubicBezTo>
                    <a:pt x="724" y="246"/>
                    <a:pt x="724" y="263"/>
                    <a:pt x="744" y="263"/>
                  </a:cubicBezTo>
                  <a:lnTo>
                    <a:pt x="760" y="263"/>
                  </a:lnTo>
                  <a:lnTo>
                    <a:pt x="760" y="246"/>
                  </a:lnTo>
                  <a:cubicBezTo>
                    <a:pt x="744" y="246"/>
                    <a:pt x="724" y="246"/>
                    <a:pt x="708" y="226"/>
                  </a:cubicBezTo>
                  <a:cubicBezTo>
                    <a:pt x="623" y="194"/>
                    <a:pt x="522" y="178"/>
                    <a:pt x="421" y="1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9"/>
            <p:cNvSpPr/>
            <p:nvPr/>
          </p:nvSpPr>
          <p:spPr>
            <a:xfrm>
              <a:off x="1389883" y="653157"/>
              <a:ext cx="107172" cy="195968"/>
            </a:xfrm>
            <a:custGeom>
              <a:rect b="b" l="l" r="r" t="t"/>
              <a:pathLst>
                <a:path extrusionOk="0" h="1973" w="1079">
                  <a:moveTo>
                    <a:pt x="1058" y="1"/>
                  </a:moveTo>
                  <a:cubicBezTo>
                    <a:pt x="1058" y="17"/>
                    <a:pt x="1042" y="37"/>
                    <a:pt x="1058" y="70"/>
                  </a:cubicBezTo>
                  <a:lnTo>
                    <a:pt x="1058" y="86"/>
                  </a:lnTo>
                  <a:lnTo>
                    <a:pt x="1058" y="138"/>
                  </a:lnTo>
                  <a:lnTo>
                    <a:pt x="1058" y="203"/>
                  </a:lnTo>
                  <a:cubicBezTo>
                    <a:pt x="1079" y="187"/>
                    <a:pt x="1079" y="171"/>
                    <a:pt x="1079" y="138"/>
                  </a:cubicBezTo>
                  <a:lnTo>
                    <a:pt x="1079" y="86"/>
                  </a:lnTo>
                  <a:lnTo>
                    <a:pt x="1079" y="54"/>
                  </a:lnTo>
                  <a:cubicBezTo>
                    <a:pt x="1058" y="37"/>
                    <a:pt x="1079" y="37"/>
                    <a:pt x="1079" y="17"/>
                  </a:cubicBezTo>
                  <a:lnTo>
                    <a:pt x="1079" y="1"/>
                  </a:lnTo>
                  <a:close/>
                  <a:moveTo>
                    <a:pt x="1058" y="203"/>
                  </a:moveTo>
                  <a:cubicBezTo>
                    <a:pt x="1042" y="219"/>
                    <a:pt x="1058" y="219"/>
                    <a:pt x="1058" y="239"/>
                  </a:cubicBezTo>
                  <a:lnTo>
                    <a:pt x="1058" y="203"/>
                  </a:lnTo>
                  <a:close/>
                  <a:moveTo>
                    <a:pt x="1058" y="239"/>
                  </a:moveTo>
                  <a:lnTo>
                    <a:pt x="1058" y="255"/>
                  </a:lnTo>
                  <a:cubicBezTo>
                    <a:pt x="1058" y="356"/>
                    <a:pt x="1042" y="457"/>
                    <a:pt x="1042" y="558"/>
                  </a:cubicBezTo>
                  <a:lnTo>
                    <a:pt x="1042" y="708"/>
                  </a:lnTo>
                  <a:lnTo>
                    <a:pt x="1026" y="894"/>
                  </a:lnTo>
                  <a:lnTo>
                    <a:pt x="1026" y="1265"/>
                  </a:lnTo>
                  <a:cubicBezTo>
                    <a:pt x="1042" y="1148"/>
                    <a:pt x="1042" y="1011"/>
                    <a:pt x="1042" y="894"/>
                  </a:cubicBezTo>
                  <a:lnTo>
                    <a:pt x="1058" y="708"/>
                  </a:lnTo>
                  <a:lnTo>
                    <a:pt x="1058" y="558"/>
                  </a:lnTo>
                  <a:cubicBezTo>
                    <a:pt x="1058" y="457"/>
                    <a:pt x="1058" y="356"/>
                    <a:pt x="1079" y="255"/>
                  </a:cubicBezTo>
                  <a:cubicBezTo>
                    <a:pt x="1079" y="239"/>
                    <a:pt x="1079" y="239"/>
                    <a:pt x="1058" y="239"/>
                  </a:cubicBezTo>
                  <a:close/>
                  <a:moveTo>
                    <a:pt x="1026" y="1265"/>
                  </a:moveTo>
                  <a:cubicBezTo>
                    <a:pt x="1026" y="1282"/>
                    <a:pt x="1010" y="1314"/>
                    <a:pt x="994" y="1314"/>
                  </a:cubicBezTo>
                  <a:cubicBezTo>
                    <a:pt x="856" y="1415"/>
                    <a:pt x="723" y="1500"/>
                    <a:pt x="590" y="1585"/>
                  </a:cubicBezTo>
                  <a:cubicBezTo>
                    <a:pt x="554" y="1617"/>
                    <a:pt x="521" y="1633"/>
                    <a:pt x="489" y="1653"/>
                  </a:cubicBezTo>
                  <a:cubicBezTo>
                    <a:pt x="420" y="1702"/>
                    <a:pt x="335" y="1754"/>
                    <a:pt x="271" y="1803"/>
                  </a:cubicBezTo>
                  <a:cubicBezTo>
                    <a:pt x="234" y="1835"/>
                    <a:pt x="202" y="1855"/>
                    <a:pt x="170" y="1871"/>
                  </a:cubicBezTo>
                  <a:cubicBezTo>
                    <a:pt x="133" y="1904"/>
                    <a:pt x="101" y="1920"/>
                    <a:pt x="69" y="1936"/>
                  </a:cubicBezTo>
                  <a:cubicBezTo>
                    <a:pt x="49" y="1956"/>
                    <a:pt x="32" y="1956"/>
                    <a:pt x="16" y="1956"/>
                  </a:cubicBezTo>
                  <a:lnTo>
                    <a:pt x="0" y="1972"/>
                  </a:lnTo>
                  <a:lnTo>
                    <a:pt x="16" y="1972"/>
                  </a:lnTo>
                  <a:cubicBezTo>
                    <a:pt x="32" y="1972"/>
                    <a:pt x="49" y="1972"/>
                    <a:pt x="69" y="1956"/>
                  </a:cubicBezTo>
                  <a:cubicBezTo>
                    <a:pt x="101" y="1936"/>
                    <a:pt x="133" y="1904"/>
                    <a:pt x="186" y="1888"/>
                  </a:cubicBezTo>
                  <a:cubicBezTo>
                    <a:pt x="202" y="1855"/>
                    <a:pt x="234" y="1835"/>
                    <a:pt x="271" y="1819"/>
                  </a:cubicBezTo>
                  <a:cubicBezTo>
                    <a:pt x="352" y="1770"/>
                    <a:pt x="420" y="1718"/>
                    <a:pt x="505" y="1669"/>
                  </a:cubicBezTo>
                  <a:cubicBezTo>
                    <a:pt x="537" y="1653"/>
                    <a:pt x="554" y="1617"/>
                    <a:pt x="590" y="1601"/>
                  </a:cubicBezTo>
                  <a:cubicBezTo>
                    <a:pt x="723" y="1516"/>
                    <a:pt x="856" y="1415"/>
                    <a:pt x="994" y="1330"/>
                  </a:cubicBezTo>
                  <a:cubicBezTo>
                    <a:pt x="1026" y="1314"/>
                    <a:pt x="1026" y="1298"/>
                    <a:pt x="1026" y="12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9"/>
            <p:cNvSpPr/>
            <p:nvPr/>
          </p:nvSpPr>
          <p:spPr>
            <a:xfrm>
              <a:off x="2222425" y="338992"/>
              <a:ext cx="24931" cy="389751"/>
            </a:xfrm>
            <a:custGeom>
              <a:rect b="b" l="l" r="r" t="t"/>
              <a:pathLst>
                <a:path extrusionOk="0" h="3924" w="251">
                  <a:moveTo>
                    <a:pt x="150" y="1"/>
                  </a:moveTo>
                  <a:lnTo>
                    <a:pt x="0" y="134"/>
                  </a:lnTo>
                  <a:cubicBezTo>
                    <a:pt x="17" y="171"/>
                    <a:pt x="17" y="219"/>
                    <a:pt x="17" y="251"/>
                  </a:cubicBezTo>
                  <a:lnTo>
                    <a:pt x="17" y="304"/>
                  </a:lnTo>
                  <a:cubicBezTo>
                    <a:pt x="33" y="405"/>
                    <a:pt x="33" y="490"/>
                    <a:pt x="33" y="591"/>
                  </a:cubicBezTo>
                  <a:cubicBezTo>
                    <a:pt x="33" y="607"/>
                    <a:pt x="49" y="639"/>
                    <a:pt x="49" y="676"/>
                  </a:cubicBezTo>
                  <a:lnTo>
                    <a:pt x="49" y="591"/>
                  </a:lnTo>
                  <a:cubicBezTo>
                    <a:pt x="49" y="490"/>
                    <a:pt x="49" y="405"/>
                    <a:pt x="33" y="304"/>
                  </a:cubicBezTo>
                  <a:lnTo>
                    <a:pt x="33" y="251"/>
                  </a:lnTo>
                  <a:cubicBezTo>
                    <a:pt x="33" y="219"/>
                    <a:pt x="33" y="171"/>
                    <a:pt x="17" y="134"/>
                  </a:cubicBezTo>
                  <a:lnTo>
                    <a:pt x="150" y="1"/>
                  </a:lnTo>
                  <a:close/>
                  <a:moveTo>
                    <a:pt x="49" y="676"/>
                  </a:moveTo>
                  <a:lnTo>
                    <a:pt x="49" y="740"/>
                  </a:lnTo>
                  <a:lnTo>
                    <a:pt x="49" y="857"/>
                  </a:lnTo>
                  <a:cubicBezTo>
                    <a:pt x="69" y="926"/>
                    <a:pt x="69" y="995"/>
                    <a:pt x="69" y="1043"/>
                  </a:cubicBezTo>
                  <a:lnTo>
                    <a:pt x="69" y="1144"/>
                  </a:lnTo>
                  <a:cubicBezTo>
                    <a:pt x="69" y="1160"/>
                    <a:pt x="85" y="1197"/>
                    <a:pt x="85" y="1213"/>
                  </a:cubicBezTo>
                  <a:lnTo>
                    <a:pt x="85" y="1144"/>
                  </a:lnTo>
                  <a:lnTo>
                    <a:pt x="85" y="1043"/>
                  </a:lnTo>
                  <a:cubicBezTo>
                    <a:pt x="85" y="979"/>
                    <a:pt x="69" y="926"/>
                    <a:pt x="69" y="857"/>
                  </a:cubicBezTo>
                  <a:lnTo>
                    <a:pt x="69" y="740"/>
                  </a:lnTo>
                  <a:cubicBezTo>
                    <a:pt x="69" y="724"/>
                    <a:pt x="69" y="692"/>
                    <a:pt x="49" y="676"/>
                  </a:cubicBezTo>
                  <a:close/>
                  <a:moveTo>
                    <a:pt x="85" y="1213"/>
                  </a:moveTo>
                  <a:lnTo>
                    <a:pt x="85" y="1330"/>
                  </a:lnTo>
                  <a:lnTo>
                    <a:pt x="85" y="1463"/>
                  </a:lnTo>
                  <a:cubicBezTo>
                    <a:pt x="101" y="1500"/>
                    <a:pt x="101" y="1548"/>
                    <a:pt x="101" y="1584"/>
                  </a:cubicBezTo>
                  <a:lnTo>
                    <a:pt x="101" y="1702"/>
                  </a:lnTo>
                  <a:cubicBezTo>
                    <a:pt x="101" y="1734"/>
                    <a:pt x="101" y="1750"/>
                    <a:pt x="118" y="1786"/>
                  </a:cubicBezTo>
                  <a:lnTo>
                    <a:pt x="118" y="1702"/>
                  </a:lnTo>
                  <a:lnTo>
                    <a:pt x="118" y="1584"/>
                  </a:lnTo>
                  <a:cubicBezTo>
                    <a:pt x="101" y="1548"/>
                    <a:pt x="101" y="1500"/>
                    <a:pt x="101" y="1463"/>
                  </a:cubicBezTo>
                  <a:lnTo>
                    <a:pt x="101" y="1330"/>
                  </a:lnTo>
                  <a:cubicBezTo>
                    <a:pt x="101" y="1298"/>
                    <a:pt x="101" y="1261"/>
                    <a:pt x="85" y="1213"/>
                  </a:cubicBezTo>
                  <a:close/>
                  <a:moveTo>
                    <a:pt x="118" y="1786"/>
                  </a:moveTo>
                  <a:lnTo>
                    <a:pt x="118" y="1904"/>
                  </a:lnTo>
                  <a:lnTo>
                    <a:pt x="118" y="2021"/>
                  </a:lnTo>
                  <a:cubicBezTo>
                    <a:pt x="134" y="2069"/>
                    <a:pt x="134" y="2122"/>
                    <a:pt x="134" y="2190"/>
                  </a:cubicBezTo>
                  <a:lnTo>
                    <a:pt x="134" y="2308"/>
                  </a:lnTo>
                  <a:cubicBezTo>
                    <a:pt x="134" y="2324"/>
                    <a:pt x="150" y="2356"/>
                    <a:pt x="150" y="2372"/>
                  </a:cubicBezTo>
                  <a:lnTo>
                    <a:pt x="150" y="2308"/>
                  </a:lnTo>
                  <a:lnTo>
                    <a:pt x="150" y="2170"/>
                  </a:lnTo>
                  <a:cubicBezTo>
                    <a:pt x="134" y="2122"/>
                    <a:pt x="134" y="2069"/>
                    <a:pt x="134" y="2021"/>
                  </a:cubicBezTo>
                  <a:lnTo>
                    <a:pt x="134" y="1904"/>
                  </a:lnTo>
                  <a:cubicBezTo>
                    <a:pt x="134" y="1851"/>
                    <a:pt x="118" y="1819"/>
                    <a:pt x="118" y="1786"/>
                  </a:cubicBezTo>
                  <a:close/>
                  <a:moveTo>
                    <a:pt x="150" y="2372"/>
                  </a:moveTo>
                  <a:lnTo>
                    <a:pt x="150" y="2526"/>
                  </a:lnTo>
                  <a:cubicBezTo>
                    <a:pt x="170" y="2558"/>
                    <a:pt x="170" y="2594"/>
                    <a:pt x="170" y="2627"/>
                  </a:cubicBezTo>
                  <a:lnTo>
                    <a:pt x="170" y="2526"/>
                  </a:lnTo>
                  <a:cubicBezTo>
                    <a:pt x="170" y="2473"/>
                    <a:pt x="170" y="2425"/>
                    <a:pt x="150" y="2372"/>
                  </a:cubicBezTo>
                  <a:close/>
                  <a:moveTo>
                    <a:pt x="170" y="2627"/>
                  </a:moveTo>
                  <a:lnTo>
                    <a:pt x="170" y="2776"/>
                  </a:lnTo>
                  <a:lnTo>
                    <a:pt x="170" y="2897"/>
                  </a:lnTo>
                  <a:cubicBezTo>
                    <a:pt x="186" y="2946"/>
                    <a:pt x="186" y="2998"/>
                    <a:pt x="186" y="3047"/>
                  </a:cubicBezTo>
                  <a:lnTo>
                    <a:pt x="186" y="3132"/>
                  </a:lnTo>
                  <a:cubicBezTo>
                    <a:pt x="186" y="3148"/>
                    <a:pt x="186" y="3164"/>
                    <a:pt x="202" y="3180"/>
                  </a:cubicBezTo>
                  <a:lnTo>
                    <a:pt x="202" y="3132"/>
                  </a:lnTo>
                  <a:lnTo>
                    <a:pt x="202" y="3047"/>
                  </a:lnTo>
                  <a:cubicBezTo>
                    <a:pt x="186" y="2998"/>
                    <a:pt x="186" y="2946"/>
                    <a:pt x="186" y="2897"/>
                  </a:cubicBezTo>
                  <a:lnTo>
                    <a:pt x="186" y="2776"/>
                  </a:lnTo>
                  <a:cubicBezTo>
                    <a:pt x="186" y="2728"/>
                    <a:pt x="170" y="2675"/>
                    <a:pt x="170" y="2627"/>
                  </a:cubicBezTo>
                  <a:close/>
                  <a:moveTo>
                    <a:pt x="202" y="3180"/>
                  </a:moveTo>
                  <a:lnTo>
                    <a:pt x="202" y="3382"/>
                  </a:lnTo>
                  <a:cubicBezTo>
                    <a:pt x="202" y="3435"/>
                    <a:pt x="219" y="3483"/>
                    <a:pt x="219" y="3552"/>
                  </a:cubicBezTo>
                  <a:lnTo>
                    <a:pt x="219" y="3738"/>
                  </a:lnTo>
                  <a:lnTo>
                    <a:pt x="235" y="3786"/>
                  </a:lnTo>
                  <a:lnTo>
                    <a:pt x="235" y="3738"/>
                  </a:lnTo>
                  <a:lnTo>
                    <a:pt x="235" y="3552"/>
                  </a:lnTo>
                  <a:cubicBezTo>
                    <a:pt x="219" y="3483"/>
                    <a:pt x="219" y="3435"/>
                    <a:pt x="219" y="3382"/>
                  </a:cubicBezTo>
                  <a:cubicBezTo>
                    <a:pt x="219" y="3317"/>
                    <a:pt x="219" y="3249"/>
                    <a:pt x="202" y="3180"/>
                  </a:cubicBezTo>
                  <a:close/>
                  <a:moveTo>
                    <a:pt x="235" y="3806"/>
                  </a:moveTo>
                  <a:lnTo>
                    <a:pt x="235" y="3855"/>
                  </a:lnTo>
                  <a:lnTo>
                    <a:pt x="235" y="3907"/>
                  </a:lnTo>
                  <a:cubicBezTo>
                    <a:pt x="251" y="3887"/>
                    <a:pt x="251" y="3871"/>
                    <a:pt x="251" y="3855"/>
                  </a:cubicBezTo>
                  <a:cubicBezTo>
                    <a:pt x="235" y="3839"/>
                    <a:pt x="235" y="3822"/>
                    <a:pt x="235" y="3806"/>
                  </a:cubicBezTo>
                  <a:close/>
                  <a:moveTo>
                    <a:pt x="219" y="3907"/>
                  </a:moveTo>
                  <a:lnTo>
                    <a:pt x="235" y="3923"/>
                  </a:lnTo>
                  <a:lnTo>
                    <a:pt x="235" y="390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9"/>
            <p:cNvSpPr/>
            <p:nvPr/>
          </p:nvSpPr>
          <p:spPr>
            <a:xfrm>
              <a:off x="1679117" y="426100"/>
              <a:ext cx="56715" cy="44994"/>
            </a:xfrm>
            <a:custGeom>
              <a:rect b="b" l="l" r="r" t="t"/>
              <a:pathLst>
                <a:path extrusionOk="0" h="453" w="571">
                  <a:moveTo>
                    <a:pt x="554" y="1"/>
                  </a:moveTo>
                  <a:cubicBezTo>
                    <a:pt x="506" y="49"/>
                    <a:pt x="437" y="102"/>
                    <a:pt x="368" y="150"/>
                  </a:cubicBezTo>
                  <a:cubicBezTo>
                    <a:pt x="287" y="219"/>
                    <a:pt x="186" y="283"/>
                    <a:pt x="102" y="352"/>
                  </a:cubicBezTo>
                  <a:lnTo>
                    <a:pt x="86" y="368"/>
                  </a:lnTo>
                  <a:cubicBezTo>
                    <a:pt x="49" y="384"/>
                    <a:pt x="33" y="405"/>
                    <a:pt x="1" y="437"/>
                  </a:cubicBezTo>
                  <a:lnTo>
                    <a:pt x="1" y="453"/>
                  </a:lnTo>
                  <a:lnTo>
                    <a:pt x="17" y="453"/>
                  </a:lnTo>
                  <a:cubicBezTo>
                    <a:pt x="33" y="421"/>
                    <a:pt x="65" y="405"/>
                    <a:pt x="102" y="368"/>
                  </a:cubicBezTo>
                  <a:lnTo>
                    <a:pt x="118" y="368"/>
                  </a:lnTo>
                  <a:cubicBezTo>
                    <a:pt x="203" y="304"/>
                    <a:pt x="287" y="219"/>
                    <a:pt x="388" y="150"/>
                  </a:cubicBezTo>
                  <a:cubicBezTo>
                    <a:pt x="437" y="102"/>
                    <a:pt x="506" y="49"/>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1669085" y="760329"/>
              <a:ext cx="65157" cy="40227"/>
            </a:xfrm>
            <a:custGeom>
              <a:rect b="b" l="l" r="r" t="t"/>
              <a:pathLst>
                <a:path extrusionOk="0" h="405" w="656">
                  <a:moveTo>
                    <a:pt x="639" y="1"/>
                  </a:moveTo>
                  <a:cubicBezTo>
                    <a:pt x="623" y="1"/>
                    <a:pt x="607" y="17"/>
                    <a:pt x="570" y="33"/>
                  </a:cubicBezTo>
                  <a:cubicBezTo>
                    <a:pt x="421" y="134"/>
                    <a:pt x="267" y="219"/>
                    <a:pt x="118" y="320"/>
                  </a:cubicBezTo>
                  <a:cubicBezTo>
                    <a:pt x="267" y="235"/>
                    <a:pt x="421" y="134"/>
                    <a:pt x="570" y="49"/>
                  </a:cubicBezTo>
                  <a:lnTo>
                    <a:pt x="590" y="33"/>
                  </a:lnTo>
                  <a:cubicBezTo>
                    <a:pt x="607" y="33"/>
                    <a:pt x="623" y="17"/>
                    <a:pt x="639" y="17"/>
                  </a:cubicBezTo>
                  <a:lnTo>
                    <a:pt x="655" y="17"/>
                  </a:lnTo>
                  <a:lnTo>
                    <a:pt x="639" y="1"/>
                  </a:lnTo>
                  <a:close/>
                  <a:moveTo>
                    <a:pt x="118" y="320"/>
                  </a:moveTo>
                  <a:lnTo>
                    <a:pt x="17" y="372"/>
                  </a:lnTo>
                  <a:lnTo>
                    <a:pt x="1" y="388"/>
                  </a:lnTo>
                  <a:lnTo>
                    <a:pt x="1" y="405"/>
                  </a:lnTo>
                  <a:lnTo>
                    <a:pt x="17" y="388"/>
                  </a:lnTo>
                  <a:lnTo>
                    <a:pt x="118" y="3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1755796" y="964144"/>
              <a:ext cx="26917" cy="11720"/>
            </a:xfrm>
            <a:custGeom>
              <a:rect b="b" l="l" r="r" t="t"/>
              <a:pathLst>
                <a:path extrusionOk="0" h="118" w="271">
                  <a:moveTo>
                    <a:pt x="271" y="1"/>
                  </a:moveTo>
                  <a:lnTo>
                    <a:pt x="20" y="102"/>
                  </a:lnTo>
                  <a:lnTo>
                    <a:pt x="0" y="118"/>
                  </a:lnTo>
                  <a:lnTo>
                    <a:pt x="20" y="118"/>
                  </a:lnTo>
                  <a:lnTo>
                    <a:pt x="271" y="17"/>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2516526" y="454209"/>
              <a:ext cx="25328" cy="12118"/>
            </a:xfrm>
            <a:custGeom>
              <a:rect b="b" l="l" r="r" t="t"/>
              <a:pathLst>
                <a:path extrusionOk="0" h="122" w="255">
                  <a:moveTo>
                    <a:pt x="17" y="0"/>
                  </a:moveTo>
                  <a:lnTo>
                    <a:pt x="0" y="21"/>
                  </a:lnTo>
                  <a:lnTo>
                    <a:pt x="17" y="21"/>
                  </a:lnTo>
                  <a:cubicBezTo>
                    <a:pt x="37" y="21"/>
                    <a:pt x="69" y="37"/>
                    <a:pt x="85" y="53"/>
                  </a:cubicBezTo>
                  <a:cubicBezTo>
                    <a:pt x="101" y="53"/>
                    <a:pt x="118" y="69"/>
                    <a:pt x="138" y="69"/>
                  </a:cubicBezTo>
                  <a:cubicBezTo>
                    <a:pt x="170" y="85"/>
                    <a:pt x="186" y="85"/>
                    <a:pt x="219" y="101"/>
                  </a:cubicBezTo>
                  <a:cubicBezTo>
                    <a:pt x="239" y="101"/>
                    <a:pt x="239" y="101"/>
                    <a:pt x="255" y="122"/>
                  </a:cubicBezTo>
                  <a:lnTo>
                    <a:pt x="255" y="101"/>
                  </a:lnTo>
                  <a:cubicBezTo>
                    <a:pt x="255" y="101"/>
                    <a:pt x="239" y="85"/>
                    <a:pt x="219" y="85"/>
                  </a:cubicBezTo>
                  <a:cubicBezTo>
                    <a:pt x="202" y="69"/>
                    <a:pt x="170" y="69"/>
                    <a:pt x="138" y="53"/>
                  </a:cubicBezTo>
                  <a:cubicBezTo>
                    <a:pt x="118" y="53"/>
                    <a:pt x="118" y="37"/>
                    <a:pt x="101" y="37"/>
                  </a:cubicBezTo>
                  <a:cubicBezTo>
                    <a:pt x="69" y="21"/>
                    <a:pt x="37" y="21"/>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1667496" y="805323"/>
              <a:ext cx="65058" cy="38538"/>
            </a:xfrm>
            <a:custGeom>
              <a:rect b="b" l="l" r="r" t="t"/>
              <a:pathLst>
                <a:path extrusionOk="0" h="388" w="655">
                  <a:moveTo>
                    <a:pt x="655" y="0"/>
                  </a:moveTo>
                  <a:cubicBezTo>
                    <a:pt x="623" y="0"/>
                    <a:pt x="606" y="20"/>
                    <a:pt x="586" y="36"/>
                  </a:cubicBezTo>
                  <a:lnTo>
                    <a:pt x="570" y="36"/>
                  </a:lnTo>
                  <a:cubicBezTo>
                    <a:pt x="453" y="101"/>
                    <a:pt x="336" y="186"/>
                    <a:pt x="219" y="255"/>
                  </a:cubicBezTo>
                  <a:cubicBezTo>
                    <a:pt x="150" y="287"/>
                    <a:pt x="81" y="339"/>
                    <a:pt x="17" y="372"/>
                  </a:cubicBezTo>
                  <a:cubicBezTo>
                    <a:pt x="1" y="372"/>
                    <a:pt x="1" y="372"/>
                    <a:pt x="1" y="388"/>
                  </a:cubicBezTo>
                  <a:lnTo>
                    <a:pt x="17" y="388"/>
                  </a:lnTo>
                  <a:cubicBezTo>
                    <a:pt x="81" y="339"/>
                    <a:pt x="150" y="303"/>
                    <a:pt x="219" y="271"/>
                  </a:cubicBezTo>
                  <a:cubicBezTo>
                    <a:pt x="336" y="186"/>
                    <a:pt x="469" y="121"/>
                    <a:pt x="586" y="53"/>
                  </a:cubicBezTo>
                  <a:lnTo>
                    <a:pt x="606" y="36"/>
                  </a:lnTo>
                  <a:cubicBezTo>
                    <a:pt x="623" y="36"/>
                    <a:pt x="639" y="20"/>
                    <a:pt x="655" y="20"/>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2473221" y="521154"/>
              <a:ext cx="26917" cy="10131"/>
            </a:xfrm>
            <a:custGeom>
              <a:rect b="b" l="l" r="r" t="t"/>
              <a:pathLst>
                <a:path extrusionOk="0" h="102" w="271">
                  <a:moveTo>
                    <a:pt x="0" y="1"/>
                  </a:moveTo>
                  <a:lnTo>
                    <a:pt x="16" y="17"/>
                  </a:lnTo>
                  <a:lnTo>
                    <a:pt x="49" y="33"/>
                  </a:lnTo>
                  <a:cubicBezTo>
                    <a:pt x="69" y="33"/>
                    <a:pt x="101" y="53"/>
                    <a:pt x="133" y="53"/>
                  </a:cubicBezTo>
                  <a:cubicBezTo>
                    <a:pt x="101" y="33"/>
                    <a:pt x="85" y="33"/>
                    <a:pt x="49" y="17"/>
                  </a:cubicBezTo>
                  <a:lnTo>
                    <a:pt x="16" y="1"/>
                  </a:lnTo>
                  <a:close/>
                  <a:moveTo>
                    <a:pt x="133" y="53"/>
                  </a:moveTo>
                  <a:cubicBezTo>
                    <a:pt x="150" y="70"/>
                    <a:pt x="170" y="70"/>
                    <a:pt x="186" y="86"/>
                  </a:cubicBezTo>
                  <a:cubicBezTo>
                    <a:pt x="202" y="86"/>
                    <a:pt x="234" y="102"/>
                    <a:pt x="271" y="102"/>
                  </a:cubicBezTo>
                  <a:cubicBezTo>
                    <a:pt x="251" y="86"/>
                    <a:pt x="218" y="86"/>
                    <a:pt x="186" y="70"/>
                  </a:cubicBezTo>
                  <a:cubicBezTo>
                    <a:pt x="170" y="53"/>
                    <a:pt x="150" y="53"/>
                    <a:pt x="133"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2501628" y="666864"/>
              <a:ext cx="23441" cy="6456"/>
            </a:xfrm>
            <a:custGeom>
              <a:rect b="b" l="l" r="r" t="t"/>
              <a:pathLst>
                <a:path extrusionOk="0" h="65" w="236">
                  <a:moveTo>
                    <a:pt x="1" y="0"/>
                  </a:moveTo>
                  <a:lnTo>
                    <a:pt x="17" y="16"/>
                  </a:lnTo>
                  <a:lnTo>
                    <a:pt x="49" y="16"/>
                  </a:lnTo>
                  <a:cubicBezTo>
                    <a:pt x="102" y="33"/>
                    <a:pt x="167" y="49"/>
                    <a:pt x="219" y="65"/>
                  </a:cubicBezTo>
                  <a:lnTo>
                    <a:pt x="235" y="65"/>
                  </a:lnTo>
                  <a:lnTo>
                    <a:pt x="235" y="49"/>
                  </a:lnTo>
                  <a:cubicBezTo>
                    <a:pt x="167" y="33"/>
                    <a:pt x="118" y="16"/>
                    <a:pt x="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1944712" y="466228"/>
              <a:ext cx="197557" cy="65058"/>
            </a:xfrm>
            <a:custGeom>
              <a:rect b="b" l="l" r="r" t="t"/>
              <a:pathLst>
                <a:path extrusionOk="0" h="655" w="1989">
                  <a:moveTo>
                    <a:pt x="1" y="1"/>
                  </a:moveTo>
                  <a:lnTo>
                    <a:pt x="1" y="17"/>
                  </a:lnTo>
                  <a:lnTo>
                    <a:pt x="70" y="17"/>
                  </a:lnTo>
                  <a:cubicBezTo>
                    <a:pt x="53" y="1"/>
                    <a:pt x="17" y="1"/>
                    <a:pt x="1" y="1"/>
                  </a:cubicBezTo>
                  <a:close/>
                  <a:moveTo>
                    <a:pt x="70" y="17"/>
                  </a:moveTo>
                  <a:cubicBezTo>
                    <a:pt x="203" y="65"/>
                    <a:pt x="340" y="118"/>
                    <a:pt x="474" y="166"/>
                  </a:cubicBezTo>
                  <a:lnTo>
                    <a:pt x="744" y="251"/>
                  </a:lnTo>
                  <a:cubicBezTo>
                    <a:pt x="845" y="283"/>
                    <a:pt x="926" y="320"/>
                    <a:pt x="1027" y="352"/>
                  </a:cubicBezTo>
                  <a:cubicBezTo>
                    <a:pt x="1128" y="384"/>
                    <a:pt x="1229" y="421"/>
                    <a:pt x="1350" y="453"/>
                  </a:cubicBezTo>
                  <a:lnTo>
                    <a:pt x="1483" y="505"/>
                  </a:lnTo>
                  <a:cubicBezTo>
                    <a:pt x="1516" y="505"/>
                    <a:pt x="1552" y="522"/>
                    <a:pt x="1584" y="538"/>
                  </a:cubicBezTo>
                  <a:cubicBezTo>
                    <a:pt x="1669" y="554"/>
                    <a:pt x="1754" y="586"/>
                    <a:pt x="1835" y="623"/>
                  </a:cubicBezTo>
                  <a:lnTo>
                    <a:pt x="1887" y="623"/>
                  </a:lnTo>
                  <a:cubicBezTo>
                    <a:pt x="1871" y="606"/>
                    <a:pt x="1855" y="606"/>
                    <a:pt x="1835" y="606"/>
                  </a:cubicBezTo>
                  <a:cubicBezTo>
                    <a:pt x="1754" y="570"/>
                    <a:pt x="1669" y="538"/>
                    <a:pt x="1584" y="522"/>
                  </a:cubicBezTo>
                  <a:cubicBezTo>
                    <a:pt x="1552" y="505"/>
                    <a:pt x="1516" y="485"/>
                    <a:pt x="1483" y="485"/>
                  </a:cubicBezTo>
                  <a:lnTo>
                    <a:pt x="1350" y="437"/>
                  </a:lnTo>
                  <a:cubicBezTo>
                    <a:pt x="1249" y="404"/>
                    <a:pt x="1128" y="368"/>
                    <a:pt x="1027" y="336"/>
                  </a:cubicBezTo>
                  <a:cubicBezTo>
                    <a:pt x="946" y="303"/>
                    <a:pt x="845" y="267"/>
                    <a:pt x="760" y="235"/>
                  </a:cubicBezTo>
                  <a:lnTo>
                    <a:pt x="474" y="150"/>
                  </a:lnTo>
                  <a:cubicBezTo>
                    <a:pt x="340" y="102"/>
                    <a:pt x="203" y="65"/>
                    <a:pt x="70" y="17"/>
                  </a:cubicBezTo>
                  <a:close/>
                  <a:moveTo>
                    <a:pt x="1887" y="623"/>
                  </a:moveTo>
                  <a:cubicBezTo>
                    <a:pt x="1904" y="639"/>
                    <a:pt x="1936" y="655"/>
                    <a:pt x="1972" y="655"/>
                  </a:cubicBezTo>
                  <a:lnTo>
                    <a:pt x="1988" y="655"/>
                  </a:lnTo>
                  <a:lnTo>
                    <a:pt x="1988" y="639"/>
                  </a:lnTo>
                  <a:lnTo>
                    <a:pt x="1972" y="639"/>
                  </a:lnTo>
                  <a:cubicBezTo>
                    <a:pt x="1936" y="639"/>
                    <a:pt x="1920" y="623"/>
                    <a:pt x="1887" y="6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9"/>
            <p:cNvSpPr/>
            <p:nvPr/>
          </p:nvSpPr>
          <p:spPr>
            <a:xfrm>
              <a:off x="2217161" y="905542"/>
              <a:ext cx="100418" cy="30195"/>
            </a:xfrm>
            <a:custGeom>
              <a:rect b="b" l="l" r="r" t="t"/>
              <a:pathLst>
                <a:path extrusionOk="0" h="304" w="1011">
                  <a:moveTo>
                    <a:pt x="1" y="1"/>
                  </a:moveTo>
                  <a:lnTo>
                    <a:pt x="1" y="21"/>
                  </a:lnTo>
                  <a:lnTo>
                    <a:pt x="21" y="21"/>
                  </a:lnTo>
                  <a:cubicBezTo>
                    <a:pt x="154" y="53"/>
                    <a:pt x="272" y="86"/>
                    <a:pt x="373" y="122"/>
                  </a:cubicBezTo>
                  <a:cubicBezTo>
                    <a:pt x="457" y="138"/>
                    <a:pt x="542" y="171"/>
                    <a:pt x="607" y="187"/>
                  </a:cubicBezTo>
                  <a:cubicBezTo>
                    <a:pt x="542" y="154"/>
                    <a:pt x="457" y="138"/>
                    <a:pt x="389" y="102"/>
                  </a:cubicBezTo>
                  <a:cubicBezTo>
                    <a:pt x="272" y="86"/>
                    <a:pt x="154" y="53"/>
                    <a:pt x="21" y="1"/>
                  </a:cubicBezTo>
                  <a:close/>
                  <a:moveTo>
                    <a:pt x="607" y="187"/>
                  </a:moveTo>
                  <a:lnTo>
                    <a:pt x="607" y="187"/>
                  </a:lnTo>
                  <a:cubicBezTo>
                    <a:pt x="692" y="223"/>
                    <a:pt x="776" y="239"/>
                    <a:pt x="877" y="272"/>
                  </a:cubicBezTo>
                  <a:cubicBezTo>
                    <a:pt x="877" y="272"/>
                    <a:pt x="894" y="272"/>
                    <a:pt x="910" y="288"/>
                  </a:cubicBezTo>
                  <a:cubicBezTo>
                    <a:pt x="930" y="288"/>
                    <a:pt x="962" y="304"/>
                    <a:pt x="978" y="304"/>
                  </a:cubicBezTo>
                  <a:lnTo>
                    <a:pt x="995" y="304"/>
                  </a:lnTo>
                  <a:lnTo>
                    <a:pt x="1011" y="288"/>
                  </a:lnTo>
                  <a:lnTo>
                    <a:pt x="995" y="288"/>
                  </a:lnTo>
                  <a:cubicBezTo>
                    <a:pt x="962" y="288"/>
                    <a:pt x="946" y="272"/>
                    <a:pt x="910" y="272"/>
                  </a:cubicBezTo>
                  <a:cubicBezTo>
                    <a:pt x="894" y="272"/>
                    <a:pt x="877" y="255"/>
                    <a:pt x="877" y="255"/>
                  </a:cubicBezTo>
                  <a:cubicBezTo>
                    <a:pt x="793" y="239"/>
                    <a:pt x="692" y="203"/>
                    <a:pt x="607" y="1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9"/>
            <p:cNvSpPr/>
            <p:nvPr/>
          </p:nvSpPr>
          <p:spPr>
            <a:xfrm>
              <a:off x="2486431" y="680074"/>
              <a:ext cx="25328" cy="8542"/>
            </a:xfrm>
            <a:custGeom>
              <a:rect b="b" l="l" r="r" t="t"/>
              <a:pathLst>
                <a:path extrusionOk="0" h="86" w="255">
                  <a:moveTo>
                    <a:pt x="0" y="1"/>
                  </a:moveTo>
                  <a:lnTo>
                    <a:pt x="0" y="17"/>
                  </a:lnTo>
                  <a:lnTo>
                    <a:pt x="17" y="17"/>
                  </a:lnTo>
                  <a:cubicBezTo>
                    <a:pt x="17" y="1"/>
                    <a:pt x="0" y="1"/>
                    <a:pt x="0" y="1"/>
                  </a:cubicBezTo>
                  <a:close/>
                  <a:moveTo>
                    <a:pt x="17" y="17"/>
                  </a:moveTo>
                  <a:cubicBezTo>
                    <a:pt x="37" y="33"/>
                    <a:pt x="53" y="33"/>
                    <a:pt x="69" y="33"/>
                  </a:cubicBezTo>
                  <a:cubicBezTo>
                    <a:pt x="85" y="33"/>
                    <a:pt x="118" y="49"/>
                    <a:pt x="138" y="49"/>
                  </a:cubicBezTo>
                  <a:cubicBezTo>
                    <a:pt x="170" y="69"/>
                    <a:pt x="202" y="85"/>
                    <a:pt x="255" y="85"/>
                  </a:cubicBezTo>
                  <a:lnTo>
                    <a:pt x="255" y="69"/>
                  </a:lnTo>
                  <a:cubicBezTo>
                    <a:pt x="219" y="69"/>
                    <a:pt x="170" y="49"/>
                    <a:pt x="138" y="33"/>
                  </a:cubicBezTo>
                  <a:cubicBezTo>
                    <a:pt x="118" y="33"/>
                    <a:pt x="101" y="33"/>
                    <a:pt x="6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2717163" y="673221"/>
              <a:ext cx="21752" cy="8542"/>
            </a:xfrm>
            <a:custGeom>
              <a:rect b="b" l="l" r="r" t="t"/>
              <a:pathLst>
                <a:path extrusionOk="0" h="86" w="219">
                  <a:moveTo>
                    <a:pt x="0" y="1"/>
                  </a:moveTo>
                  <a:lnTo>
                    <a:pt x="0" y="17"/>
                  </a:lnTo>
                  <a:cubicBezTo>
                    <a:pt x="16" y="17"/>
                    <a:pt x="53" y="17"/>
                    <a:pt x="69" y="37"/>
                  </a:cubicBezTo>
                  <a:cubicBezTo>
                    <a:pt x="101" y="53"/>
                    <a:pt x="154" y="53"/>
                    <a:pt x="186" y="70"/>
                  </a:cubicBezTo>
                  <a:cubicBezTo>
                    <a:pt x="202" y="70"/>
                    <a:pt x="202" y="70"/>
                    <a:pt x="202" y="86"/>
                  </a:cubicBezTo>
                  <a:lnTo>
                    <a:pt x="218" y="86"/>
                  </a:lnTo>
                  <a:lnTo>
                    <a:pt x="218" y="70"/>
                  </a:lnTo>
                  <a:cubicBezTo>
                    <a:pt x="202" y="70"/>
                    <a:pt x="202" y="53"/>
                    <a:pt x="186" y="53"/>
                  </a:cubicBezTo>
                  <a:cubicBezTo>
                    <a:pt x="154" y="53"/>
                    <a:pt x="101" y="37"/>
                    <a:pt x="69" y="17"/>
                  </a:cubicBezTo>
                  <a:cubicBezTo>
                    <a:pt x="53" y="17"/>
                    <a:pt x="37"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1752518" y="925010"/>
              <a:ext cx="55523" cy="26023"/>
            </a:xfrm>
            <a:custGeom>
              <a:rect b="b" l="l" r="r" t="t"/>
              <a:pathLst>
                <a:path extrusionOk="0" h="262" w="559">
                  <a:moveTo>
                    <a:pt x="531" y="0"/>
                  </a:moveTo>
                  <a:cubicBezTo>
                    <a:pt x="511" y="0"/>
                    <a:pt x="497" y="13"/>
                    <a:pt x="474" y="27"/>
                  </a:cubicBezTo>
                  <a:lnTo>
                    <a:pt x="457" y="43"/>
                  </a:lnTo>
                  <a:lnTo>
                    <a:pt x="490" y="43"/>
                  </a:lnTo>
                  <a:cubicBezTo>
                    <a:pt x="506" y="27"/>
                    <a:pt x="538" y="7"/>
                    <a:pt x="558" y="7"/>
                  </a:cubicBezTo>
                  <a:cubicBezTo>
                    <a:pt x="548" y="2"/>
                    <a:pt x="539" y="0"/>
                    <a:pt x="531" y="0"/>
                  </a:cubicBezTo>
                  <a:close/>
                  <a:moveTo>
                    <a:pt x="457" y="43"/>
                  </a:moveTo>
                  <a:cubicBezTo>
                    <a:pt x="373" y="76"/>
                    <a:pt x="304" y="108"/>
                    <a:pt x="235" y="144"/>
                  </a:cubicBezTo>
                  <a:cubicBezTo>
                    <a:pt x="187" y="160"/>
                    <a:pt x="134" y="193"/>
                    <a:pt x="86" y="209"/>
                  </a:cubicBezTo>
                  <a:cubicBezTo>
                    <a:pt x="70" y="209"/>
                    <a:pt x="70" y="209"/>
                    <a:pt x="53" y="229"/>
                  </a:cubicBezTo>
                  <a:cubicBezTo>
                    <a:pt x="33" y="229"/>
                    <a:pt x="17" y="245"/>
                    <a:pt x="1" y="245"/>
                  </a:cubicBezTo>
                  <a:lnTo>
                    <a:pt x="1" y="261"/>
                  </a:lnTo>
                  <a:cubicBezTo>
                    <a:pt x="17" y="261"/>
                    <a:pt x="53" y="245"/>
                    <a:pt x="70" y="229"/>
                  </a:cubicBezTo>
                  <a:lnTo>
                    <a:pt x="86" y="229"/>
                  </a:lnTo>
                  <a:cubicBezTo>
                    <a:pt x="134" y="193"/>
                    <a:pt x="187" y="177"/>
                    <a:pt x="235" y="160"/>
                  </a:cubicBezTo>
                  <a:cubicBezTo>
                    <a:pt x="304" y="128"/>
                    <a:pt x="389" y="76"/>
                    <a:pt x="457" y="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1782614" y="954112"/>
              <a:ext cx="25427" cy="10131"/>
            </a:xfrm>
            <a:custGeom>
              <a:rect b="b" l="l" r="r" t="t"/>
              <a:pathLst>
                <a:path extrusionOk="0" h="102" w="256">
                  <a:moveTo>
                    <a:pt x="255" y="1"/>
                  </a:moveTo>
                  <a:cubicBezTo>
                    <a:pt x="219" y="1"/>
                    <a:pt x="203" y="1"/>
                    <a:pt x="187" y="17"/>
                  </a:cubicBezTo>
                  <a:cubicBezTo>
                    <a:pt x="187" y="17"/>
                    <a:pt x="171" y="17"/>
                    <a:pt x="171" y="37"/>
                  </a:cubicBezTo>
                  <a:lnTo>
                    <a:pt x="187" y="37"/>
                  </a:lnTo>
                  <a:cubicBezTo>
                    <a:pt x="210" y="23"/>
                    <a:pt x="225" y="10"/>
                    <a:pt x="239" y="10"/>
                  </a:cubicBezTo>
                  <a:cubicBezTo>
                    <a:pt x="244" y="10"/>
                    <a:pt x="250" y="12"/>
                    <a:pt x="255" y="17"/>
                  </a:cubicBezTo>
                  <a:lnTo>
                    <a:pt x="255" y="1"/>
                  </a:lnTo>
                  <a:close/>
                  <a:moveTo>
                    <a:pt x="171" y="37"/>
                  </a:moveTo>
                  <a:cubicBezTo>
                    <a:pt x="134" y="37"/>
                    <a:pt x="118" y="53"/>
                    <a:pt x="102" y="53"/>
                  </a:cubicBezTo>
                  <a:cubicBezTo>
                    <a:pt x="70" y="69"/>
                    <a:pt x="33" y="86"/>
                    <a:pt x="1" y="86"/>
                  </a:cubicBezTo>
                  <a:lnTo>
                    <a:pt x="1" y="102"/>
                  </a:lnTo>
                  <a:lnTo>
                    <a:pt x="17" y="102"/>
                  </a:lnTo>
                  <a:cubicBezTo>
                    <a:pt x="33" y="102"/>
                    <a:pt x="70" y="86"/>
                    <a:pt x="102" y="69"/>
                  </a:cubicBezTo>
                  <a:cubicBezTo>
                    <a:pt x="118" y="53"/>
                    <a:pt x="134" y="53"/>
                    <a:pt x="171"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1752518" y="223477"/>
              <a:ext cx="187526" cy="145710"/>
            </a:xfrm>
            <a:custGeom>
              <a:rect b="b" l="l" r="r" t="t"/>
              <a:pathLst>
                <a:path extrusionOk="0" h="1467" w="1888">
                  <a:moveTo>
                    <a:pt x="1" y="1435"/>
                  </a:moveTo>
                  <a:lnTo>
                    <a:pt x="1" y="1451"/>
                  </a:lnTo>
                  <a:lnTo>
                    <a:pt x="70" y="1467"/>
                  </a:lnTo>
                  <a:lnTo>
                    <a:pt x="70" y="1467"/>
                  </a:lnTo>
                  <a:lnTo>
                    <a:pt x="1" y="1435"/>
                  </a:lnTo>
                  <a:close/>
                  <a:moveTo>
                    <a:pt x="1887" y="0"/>
                  </a:moveTo>
                  <a:cubicBezTo>
                    <a:pt x="1835" y="0"/>
                    <a:pt x="1819" y="37"/>
                    <a:pt x="1786" y="53"/>
                  </a:cubicBezTo>
                  <a:lnTo>
                    <a:pt x="1750" y="85"/>
                  </a:lnTo>
                  <a:cubicBezTo>
                    <a:pt x="1548" y="255"/>
                    <a:pt x="1330" y="441"/>
                    <a:pt x="1112" y="606"/>
                  </a:cubicBezTo>
                  <a:lnTo>
                    <a:pt x="1096" y="627"/>
                  </a:lnTo>
                  <a:cubicBezTo>
                    <a:pt x="1027" y="675"/>
                    <a:pt x="979" y="728"/>
                    <a:pt x="926" y="760"/>
                  </a:cubicBezTo>
                  <a:cubicBezTo>
                    <a:pt x="878" y="808"/>
                    <a:pt x="825" y="845"/>
                    <a:pt x="777" y="877"/>
                  </a:cubicBezTo>
                  <a:cubicBezTo>
                    <a:pt x="724" y="930"/>
                    <a:pt x="676" y="962"/>
                    <a:pt x="623" y="994"/>
                  </a:cubicBezTo>
                  <a:cubicBezTo>
                    <a:pt x="591" y="1047"/>
                    <a:pt x="538" y="1079"/>
                    <a:pt x="490" y="1111"/>
                  </a:cubicBezTo>
                  <a:cubicBezTo>
                    <a:pt x="389" y="1196"/>
                    <a:pt x="288" y="1281"/>
                    <a:pt x="187" y="1366"/>
                  </a:cubicBezTo>
                  <a:cubicBezTo>
                    <a:pt x="154" y="1398"/>
                    <a:pt x="118" y="1435"/>
                    <a:pt x="70" y="1467"/>
                  </a:cubicBezTo>
                  <a:lnTo>
                    <a:pt x="86" y="1467"/>
                  </a:lnTo>
                  <a:cubicBezTo>
                    <a:pt x="118" y="1435"/>
                    <a:pt x="154" y="1398"/>
                    <a:pt x="203" y="1366"/>
                  </a:cubicBezTo>
                  <a:cubicBezTo>
                    <a:pt x="304" y="1297"/>
                    <a:pt x="389" y="1212"/>
                    <a:pt x="490" y="1132"/>
                  </a:cubicBezTo>
                  <a:cubicBezTo>
                    <a:pt x="538" y="1095"/>
                    <a:pt x="591" y="1047"/>
                    <a:pt x="639" y="1010"/>
                  </a:cubicBezTo>
                  <a:cubicBezTo>
                    <a:pt x="692" y="978"/>
                    <a:pt x="740" y="930"/>
                    <a:pt x="793" y="893"/>
                  </a:cubicBezTo>
                  <a:cubicBezTo>
                    <a:pt x="825" y="861"/>
                    <a:pt x="878" y="808"/>
                    <a:pt x="926" y="776"/>
                  </a:cubicBezTo>
                  <a:cubicBezTo>
                    <a:pt x="979" y="728"/>
                    <a:pt x="1043" y="675"/>
                    <a:pt x="1096" y="643"/>
                  </a:cubicBezTo>
                  <a:lnTo>
                    <a:pt x="1128" y="606"/>
                  </a:lnTo>
                  <a:cubicBezTo>
                    <a:pt x="1330" y="441"/>
                    <a:pt x="1548" y="271"/>
                    <a:pt x="1770" y="101"/>
                  </a:cubicBezTo>
                  <a:cubicBezTo>
                    <a:pt x="1770" y="85"/>
                    <a:pt x="1786" y="69"/>
                    <a:pt x="1786" y="69"/>
                  </a:cubicBezTo>
                  <a:cubicBezTo>
                    <a:pt x="1819" y="37"/>
                    <a:pt x="1851" y="21"/>
                    <a:pt x="18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2506494" y="673221"/>
              <a:ext cx="21752" cy="6953"/>
            </a:xfrm>
            <a:custGeom>
              <a:rect b="b" l="l" r="r" t="t"/>
              <a:pathLst>
                <a:path extrusionOk="0" h="70" w="219">
                  <a:moveTo>
                    <a:pt x="0" y="1"/>
                  </a:moveTo>
                  <a:lnTo>
                    <a:pt x="0" y="17"/>
                  </a:lnTo>
                  <a:lnTo>
                    <a:pt x="53" y="17"/>
                  </a:lnTo>
                  <a:lnTo>
                    <a:pt x="37" y="1"/>
                  </a:lnTo>
                  <a:close/>
                  <a:moveTo>
                    <a:pt x="53" y="17"/>
                  </a:moveTo>
                  <a:cubicBezTo>
                    <a:pt x="69" y="37"/>
                    <a:pt x="101" y="37"/>
                    <a:pt x="118" y="53"/>
                  </a:cubicBezTo>
                  <a:cubicBezTo>
                    <a:pt x="154" y="53"/>
                    <a:pt x="186" y="70"/>
                    <a:pt x="202" y="70"/>
                  </a:cubicBezTo>
                  <a:lnTo>
                    <a:pt x="219" y="70"/>
                  </a:lnTo>
                  <a:lnTo>
                    <a:pt x="219" y="53"/>
                  </a:lnTo>
                  <a:cubicBezTo>
                    <a:pt x="186" y="53"/>
                    <a:pt x="154" y="53"/>
                    <a:pt x="118" y="37"/>
                  </a:cubicBezTo>
                  <a:cubicBezTo>
                    <a:pt x="101" y="17"/>
                    <a:pt x="85" y="17"/>
                    <a:pt x="53"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1667496" y="818931"/>
              <a:ext cx="65058" cy="38637"/>
            </a:xfrm>
            <a:custGeom>
              <a:rect b="b" l="l" r="r" t="t"/>
              <a:pathLst>
                <a:path extrusionOk="0" h="389" w="655">
                  <a:moveTo>
                    <a:pt x="639" y="0"/>
                  </a:moveTo>
                  <a:cubicBezTo>
                    <a:pt x="606" y="17"/>
                    <a:pt x="570" y="33"/>
                    <a:pt x="554" y="49"/>
                  </a:cubicBezTo>
                  <a:cubicBezTo>
                    <a:pt x="538" y="65"/>
                    <a:pt x="522" y="65"/>
                    <a:pt x="505" y="65"/>
                  </a:cubicBezTo>
                  <a:cubicBezTo>
                    <a:pt x="404" y="134"/>
                    <a:pt x="283" y="202"/>
                    <a:pt x="182" y="267"/>
                  </a:cubicBezTo>
                  <a:cubicBezTo>
                    <a:pt x="303" y="219"/>
                    <a:pt x="404" y="150"/>
                    <a:pt x="522" y="85"/>
                  </a:cubicBezTo>
                  <a:cubicBezTo>
                    <a:pt x="538" y="85"/>
                    <a:pt x="538" y="65"/>
                    <a:pt x="554" y="65"/>
                  </a:cubicBezTo>
                  <a:cubicBezTo>
                    <a:pt x="586" y="49"/>
                    <a:pt x="606" y="33"/>
                    <a:pt x="655" y="17"/>
                  </a:cubicBezTo>
                  <a:lnTo>
                    <a:pt x="639" y="0"/>
                  </a:lnTo>
                  <a:close/>
                  <a:moveTo>
                    <a:pt x="182" y="267"/>
                  </a:moveTo>
                  <a:lnTo>
                    <a:pt x="118" y="303"/>
                  </a:lnTo>
                  <a:cubicBezTo>
                    <a:pt x="102" y="320"/>
                    <a:pt x="65" y="336"/>
                    <a:pt x="33" y="352"/>
                  </a:cubicBezTo>
                  <a:cubicBezTo>
                    <a:pt x="17" y="352"/>
                    <a:pt x="17" y="368"/>
                    <a:pt x="1" y="368"/>
                  </a:cubicBezTo>
                  <a:lnTo>
                    <a:pt x="1" y="388"/>
                  </a:lnTo>
                  <a:cubicBezTo>
                    <a:pt x="17" y="368"/>
                    <a:pt x="33" y="368"/>
                    <a:pt x="49" y="352"/>
                  </a:cubicBezTo>
                  <a:cubicBezTo>
                    <a:pt x="65" y="336"/>
                    <a:pt x="102" y="320"/>
                    <a:pt x="134" y="320"/>
                  </a:cubicBezTo>
                  <a:lnTo>
                    <a:pt x="182"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1752518" y="599820"/>
              <a:ext cx="6953" cy="232421"/>
            </a:xfrm>
            <a:custGeom>
              <a:rect b="b" l="l" r="r" t="t"/>
              <a:pathLst>
                <a:path extrusionOk="0" h="2340" w="70">
                  <a:moveTo>
                    <a:pt x="33" y="1"/>
                  </a:moveTo>
                  <a:lnTo>
                    <a:pt x="33" y="17"/>
                  </a:lnTo>
                  <a:cubicBezTo>
                    <a:pt x="53" y="17"/>
                    <a:pt x="53" y="33"/>
                    <a:pt x="53" y="49"/>
                  </a:cubicBezTo>
                  <a:cubicBezTo>
                    <a:pt x="70" y="17"/>
                    <a:pt x="53" y="1"/>
                    <a:pt x="33" y="1"/>
                  </a:cubicBezTo>
                  <a:close/>
                  <a:moveTo>
                    <a:pt x="53" y="49"/>
                  </a:moveTo>
                  <a:cubicBezTo>
                    <a:pt x="33" y="69"/>
                    <a:pt x="33" y="86"/>
                    <a:pt x="33" y="102"/>
                  </a:cubicBezTo>
                  <a:lnTo>
                    <a:pt x="33" y="170"/>
                  </a:lnTo>
                  <a:lnTo>
                    <a:pt x="33" y="389"/>
                  </a:lnTo>
                  <a:lnTo>
                    <a:pt x="33" y="776"/>
                  </a:lnTo>
                  <a:lnTo>
                    <a:pt x="33" y="910"/>
                  </a:lnTo>
                  <a:cubicBezTo>
                    <a:pt x="33" y="877"/>
                    <a:pt x="53" y="825"/>
                    <a:pt x="53" y="776"/>
                  </a:cubicBezTo>
                  <a:lnTo>
                    <a:pt x="53" y="389"/>
                  </a:lnTo>
                  <a:lnTo>
                    <a:pt x="53" y="170"/>
                  </a:lnTo>
                  <a:lnTo>
                    <a:pt x="53" y="102"/>
                  </a:lnTo>
                  <a:lnTo>
                    <a:pt x="53" y="49"/>
                  </a:lnTo>
                  <a:close/>
                  <a:moveTo>
                    <a:pt x="33" y="910"/>
                  </a:moveTo>
                  <a:cubicBezTo>
                    <a:pt x="17" y="958"/>
                    <a:pt x="17" y="1027"/>
                    <a:pt x="17" y="1079"/>
                  </a:cubicBezTo>
                  <a:lnTo>
                    <a:pt x="17" y="1112"/>
                  </a:lnTo>
                  <a:cubicBezTo>
                    <a:pt x="33" y="1196"/>
                    <a:pt x="33" y="1281"/>
                    <a:pt x="17" y="1362"/>
                  </a:cubicBezTo>
                  <a:lnTo>
                    <a:pt x="17" y="1548"/>
                  </a:lnTo>
                  <a:lnTo>
                    <a:pt x="17" y="1649"/>
                  </a:lnTo>
                  <a:lnTo>
                    <a:pt x="17" y="1750"/>
                  </a:lnTo>
                  <a:lnTo>
                    <a:pt x="17" y="2190"/>
                  </a:lnTo>
                  <a:cubicBezTo>
                    <a:pt x="17" y="2053"/>
                    <a:pt x="17" y="1903"/>
                    <a:pt x="33" y="1750"/>
                  </a:cubicBezTo>
                  <a:lnTo>
                    <a:pt x="33" y="1649"/>
                  </a:lnTo>
                  <a:lnTo>
                    <a:pt x="33" y="1548"/>
                  </a:lnTo>
                  <a:lnTo>
                    <a:pt x="33" y="1362"/>
                  </a:lnTo>
                  <a:lnTo>
                    <a:pt x="33" y="1112"/>
                  </a:lnTo>
                  <a:lnTo>
                    <a:pt x="33" y="1079"/>
                  </a:lnTo>
                  <a:lnTo>
                    <a:pt x="33" y="910"/>
                  </a:lnTo>
                  <a:close/>
                  <a:moveTo>
                    <a:pt x="17" y="2190"/>
                  </a:moveTo>
                  <a:cubicBezTo>
                    <a:pt x="17" y="2223"/>
                    <a:pt x="17" y="2255"/>
                    <a:pt x="1" y="2271"/>
                  </a:cubicBezTo>
                  <a:lnTo>
                    <a:pt x="1" y="2291"/>
                  </a:lnTo>
                  <a:cubicBezTo>
                    <a:pt x="1" y="2307"/>
                    <a:pt x="17" y="2324"/>
                    <a:pt x="17" y="2340"/>
                  </a:cubicBezTo>
                  <a:lnTo>
                    <a:pt x="33" y="2340"/>
                  </a:lnTo>
                  <a:lnTo>
                    <a:pt x="33" y="2324"/>
                  </a:lnTo>
                  <a:cubicBezTo>
                    <a:pt x="17" y="2324"/>
                    <a:pt x="17" y="2307"/>
                    <a:pt x="17" y="2291"/>
                  </a:cubicBezTo>
                  <a:lnTo>
                    <a:pt x="17" y="2271"/>
                  </a:lnTo>
                  <a:lnTo>
                    <a:pt x="17" y="219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1667496" y="800456"/>
              <a:ext cx="65058" cy="37048"/>
            </a:xfrm>
            <a:custGeom>
              <a:rect b="b" l="l" r="r" t="t"/>
              <a:pathLst>
                <a:path extrusionOk="0" h="373" w="655">
                  <a:moveTo>
                    <a:pt x="655" y="1"/>
                  </a:moveTo>
                  <a:cubicBezTo>
                    <a:pt x="639" y="1"/>
                    <a:pt x="623" y="1"/>
                    <a:pt x="606" y="17"/>
                  </a:cubicBezTo>
                  <a:cubicBezTo>
                    <a:pt x="485" y="85"/>
                    <a:pt x="384" y="134"/>
                    <a:pt x="283" y="203"/>
                  </a:cubicBezTo>
                  <a:cubicBezTo>
                    <a:pt x="219" y="235"/>
                    <a:pt x="150" y="271"/>
                    <a:pt x="81" y="320"/>
                  </a:cubicBezTo>
                  <a:cubicBezTo>
                    <a:pt x="65" y="320"/>
                    <a:pt x="49" y="336"/>
                    <a:pt x="33" y="352"/>
                  </a:cubicBezTo>
                  <a:cubicBezTo>
                    <a:pt x="49" y="352"/>
                    <a:pt x="81" y="336"/>
                    <a:pt x="102" y="320"/>
                  </a:cubicBezTo>
                  <a:cubicBezTo>
                    <a:pt x="150" y="287"/>
                    <a:pt x="219" y="251"/>
                    <a:pt x="283" y="219"/>
                  </a:cubicBezTo>
                  <a:cubicBezTo>
                    <a:pt x="384" y="150"/>
                    <a:pt x="505" y="85"/>
                    <a:pt x="606" y="33"/>
                  </a:cubicBezTo>
                  <a:cubicBezTo>
                    <a:pt x="623" y="17"/>
                    <a:pt x="639" y="17"/>
                    <a:pt x="655" y="17"/>
                  </a:cubicBezTo>
                  <a:lnTo>
                    <a:pt x="655" y="1"/>
                  </a:lnTo>
                  <a:close/>
                  <a:moveTo>
                    <a:pt x="33" y="352"/>
                  </a:moveTo>
                  <a:cubicBezTo>
                    <a:pt x="17" y="352"/>
                    <a:pt x="17" y="352"/>
                    <a:pt x="1" y="372"/>
                  </a:cubicBezTo>
                  <a:lnTo>
                    <a:pt x="17" y="372"/>
                  </a:lnTo>
                  <a:cubicBezTo>
                    <a:pt x="17" y="372"/>
                    <a:pt x="33" y="372"/>
                    <a:pt x="33" y="3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1704048" y="737087"/>
              <a:ext cx="23739" cy="14899"/>
            </a:xfrm>
            <a:custGeom>
              <a:rect b="b" l="l" r="r" t="t"/>
              <a:pathLst>
                <a:path extrusionOk="0" h="150" w="239">
                  <a:moveTo>
                    <a:pt x="218" y="0"/>
                  </a:moveTo>
                  <a:lnTo>
                    <a:pt x="0" y="134"/>
                  </a:lnTo>
                  <a:lnTo>
                    <a:pt x="0" y="150"/>
                  </a:lnTo>
                  <a:lnTo>
                    <a:pt x="16" y="150"/>
                  </a:lnTo>
                  <a:lnTo>
                    <a:pt x="238" y="16"/>
                  </a:lnTo>
                  <a:lnTo>
                    <a:pt x="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2213982" y="942491"/>
              <a:ext cx="98828" cy="28606"/>
            </a:xfrm>
            <a:custGeom>
              <a:rect b="b" l="l" r="r" t="t"/>
              <a:pathLst>
                <a:path extrusionOk="0" h="288" w="995">
                  <a:moveTo>
                    <a:pt x="1" y="1"/>
                  </a:moveTo>
                  <a:cubicBezTo>
                    <a:pt x="33" y="17"/>
                    <a:pt x="53" y="17"/>
                    <a:pt x="85" y="33"/>
                  </a:cubicBezTo>
                  <a:cubicBezTo>
                    <a:pt x="102" y="33"/>
                    <a:pt x="134" y="33"/>
                    <a:pt x="170" y="53"/>
                  </a:cubicBezTo>
                  <a:cubicBezTo>
                    <a:pt x="203" y="69"/>
                    <a:pt x="255" y="69"/>
                    <a:pt x="304" y="85"/>
                  </a:cubicBezTo>
                  <a:cubicBezTo>
                    <a:pt x="320" y="85"/>
                    <a:pt x="336" y="102"/>
                    <a:pt x="356" y="102"/>
                  </a:cubicBezTo>
                  <a:cubicBezTo>
                    <a:pt x="388" y="102"/>
                    <a:pt x="405" y="118"/>
                    <a:pt x="437" y="118"/>
                  </a:cubicBezTo>
                  <a:cubicBezTo>
                    <a:pt x="405" y="102"/>
                    <a:pt x="388" y="102"/>
                    <a:pt x="356" y="85"/>
                  </a:cubicBezTo>
                  <a:cubicBezTo>
                    <a:pt x="336" y="85"/>
                    <a:pt x="320" y="85"/>
                    <a:pt x="304" y="69"/>
                  </a:cubicBezTo>
                  <a:cubicBezTo>
                    <a:pt x="255" y="69"/>
                    <a:pt x="219" y="53"/>
                    <a:pt x="170" y="33"/>
                  </a:cubicBezTo>
                  <a:cubicBezTo>
                    <a:pt x="134" y="33"/>
                    <a:pt x="118" y="17"/>
                    <a:pt x="85" y="17"/>
                  </a:cubicBezTo>
                  <a:cubicBezTo>
                    <a:pt x="69" y="1"/>
                    <a:pt x="33" y="1"/>
                    <a:pt x="1" y="1"/>
                  </a:cubicBezTo>
                  <a:close/>
                  <a:moveTo>
                    <a:pt x="437" y="118"/>
                  </a:moveTo>
                  <a:cubicBezTo>
                    <a:pt x="489" y="134"/>
                    <a:pt x="558" y="154"/>
                    <a:pt x="607" y="170"/>
                  </a:cubicBezTo>
                  <a:cubicBezTo>
                    <a:pt x="639" y="186"/>
                    <a:pt x="691" y="203"/>
                    <a:pt x="724" y="203"/>
                  </a:cubicBezTo>
                  <a:cubicBezTo>
                    <a:pt x="691" y="186"/>
                    <a:pt x="639" y="170"/>
                    <a:pt x="607" y="154"/>
                  </a:cubicBezTo>
                  <a:cubicBezTo>
                    <a:pt x="558" y="134"/>
                    <a:pt x="489" y="118"/>
                    <a:pt x="437" y="118"/>
                  </a:cubicBezTo>
                  <a:close/>
                  <a:moveTo>
                    <a:pt x="724" y="203"/>
                  </a:moveTo>
                  <a:cubicBezTo>
                    <a:pt x="776" y="219"/>
                    <a:pt x="825" y="235"/>
                    <a:pt x="877" y="255"/>
                  </a:cubicBezTo>
                  <a:cubicBezTo>
                    <a:pt x="909" y="271"/>
                    <a:pt x="942" y="271"/>
                    <a:pt x="994" y="287"/>
                  </a:cubicBezTo>
                  <a:lnTo>
                    <a:pt x="994" y="271"/>
                  </a:lnTo>
                  <a:cubicBezTo>
                    <a:pt x="942" y="271"/>
                    <a:pt x="909" y="255"/>
                    <a:pt x="877" y="235"/>
                  </a:cubicBezTo>
                  <a:cubicBezTo>
                    <a:pt x="825" y="219"/>
                    <a:pt x="776" y="203"/>
                    <a:pt x="724"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2703853" y="574591"/>
              <a:ext cx="25030" cy="10131"/>
            </a:xfrm>
            <a:custGeom>
              <a:rect b="b" l="l" r="r" t="t"/>
              <a:pathLst>
                <a:path extrusionOk="0" h="102" w="252">
                  <a:moveTo>
                    <a:pt x="1" y="0"/>
                  </a:moveTo>
                  <a:lnTo>
                    <a:pt x="1" y="20"/>
                  </a:lnTo>
                  <a:lnTo>
                    <a:pt x="235" y="101"/>
                  </a:lnTo>
                  <a:lnTo>
                    <a:pt x="251" y="101"/>
                  </a:lnTo>
                  <a:lnTo>
                    <a:pt x="251" y="85"/>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2595192" y="842173"/>
              <a:ext cx="128825" cy="38637"/>
            </a:xfrm>
            <a:custGeom>
              <a:rect b="b" l="l" r="r" t="t"/>
              <a:pathLst>
                <a:path extrusionOk="0" h="389" w="1297">
                  <a:moveTo>
                    <a:pt x="0" y="1"/>
                  </a:moveTo>
                  <a:lnTo>
                    <a:pt x="0" y="17"/>
                  </a:lnTo>
                  <a:lnTo>
                    <a:pt x="53" y="17"/>
                  </a:lnTo>
                  <a:cubicBezTo>
                    <a:pt x="134" y="53"/>
                    <a:pt x="235" y="86"/>
                    <a:pt x="319" y="102"/>
                  </a:cubicBezTo>
                  <a:cubicBezTo>
                    <a:pt x="404" y="134"/>
                    <a:pt x="473" y="154"/>
                    <a:pt x="538" y="170"/>
                  </a:cubicBezTo>
                  <a:cubicBezTo>
                    <a:pt x="558" y="170"/>
                    <a:pt x="574" y="187"/>
                    <a:pt x="590" y="187"/>
                  </a:cubicBezTo>
                  <a:cubicBezTo>
                    <a:pt x="606" y="187"/>
                    <a:pt x="639" y="203"/>
                    <a:pt x="675" y="203"/>
                  </a:cubicBezTo>
                  <a:cubicBezTo>
                    <a:pt x="639" y="187"/>
                    <a:pt x="622" y="187"/>
                    <a:pt x="590" y="170"/>
                  </a:cubicBezTo>
                  <a:cubicBezTo>
                    <a:pt x="574" y="170"/>
                    <a:pt x="558" y="170"/>
                    <a:pt x="538" y="154"/>
                  </a:cubicBezTo>
                  <a:cubicBezTo>
                    <a:pt x="473" y="134"/>
                    <a:pt x="404" y="118"/>
                    <a:pt x="336" y="102"/>
                  </a:cubicBezTo>
                  <a:cubicBezTo>
                    <a:pt x="235" y="69"/>
                    <a:pt x="154" y="33"/>
                    <a:pt x="53" y="1"/>
                  </a:cubicBezTo>
                  <a:close/>
                  <a:moveTo>
                    <a:pt x="675" y="203"/>
                  </a:moveTo>
                  <a:cubicBezTo>
                    <a:pt x="691" y="219"/>
                    <a:pt x="707" y="219"/>
                    <a:pt x="723" y="219"/>
                  </a:cubicBezTo>
                  <a:cubicBezTo>
                    <a:pt x="739" y="235"/>
                    <a:pt x="776" y="235"/>
                    <a:pt x="808" y="255"/>
                  </a:cubicBezTo>
                  <a:cubicBezTo>
                    <a:pt x="840" y="271"/>
                    <a:pt x="877" y="271"/>
                    <a:pt x="909" y="287"/>
                  </a:cubicBezTo>
                  <a:cubicBezTo>
                    <a:pt x="994" y="304"/>
                    <a:pt x="1079" y="336"/>
                    <a:pt x="1164" y="356"/>
                  </a:cubicBezTo>
                  <a:cubicBezTo>
                    <a:pt x="1180" y="372"/>
                    <a:pt x="1196" y="372"/>
                    <a:pt x="1196" y="372"/>
                  </a:cubicBezTo>
                  <a:cubicBezTo>
                    <a:pt x="1228" y="388"/>
                    <a:pt x="1244" y="388"/>
                    <a:pt x="1281" y="388"/>
                  </a:cubicBezTo>
                  <a:lnTo>
                    <a:pt x="1297" y="388"/>
                  </a:lnTo>
                  <a:lnTo>
                    <a:pt x="1297" y="372"/>
                  </a:lnTo>
                  <a:cubicBezTo>
                    <a:pt x="1288" y="377"/>
                    <a:pt x="1278" y="379"/>
                    <a:pt x="1268" y="379"/>
                  </a:cubicBezTo>
                  <a:cubicBezTo>
                    <a:pt x="1245" y="379"/>
                    <a:pt x="1224" y="368"/>
                    <a:pt x="1212" y="356"/>
                  </a:cubicBezTo>
                  <a:lnTo>
                    <a:pt x="1180" y="356"/>
                  </a:lnTo>
                  <a:cubicBezTo>
                    <a:pt x="1095" y="320"/>
                    <a:pt x="994" y="304"/>
                    <a:pt x="909" y="271"/>
                  </a:cubicBezTo>
                  <a:cubicBezTo>
                    <a:pt x="877" y="271"/>
                    <a:pt x="840" y="255"/>
                    <a:pt x="808" y="235"/>
                  </a:cubicBezTo>
                  <a:cubicBezTo>
                    <a:pt x="776" y="219"/>
                    <a:pt x="760" y="219"/>
                    <a:pt x="723"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1755796" y="558103"/>
              <a:ext cx="189015" cy="126937"/>
            </a:xfrm>
            <a:custGeom>
              <a:rect b="b" l="l" r="r" t="t"/>
              <a:pathLst>
                <a:path extrusionOk="0" h="1278" w="1903">
                  <a:moveTo>
                    <a:pt x="1903" y="1"/>
                  </a:moveTo>
                  <a:cubicBezTo>
                    <a:pt x="1871" y="1"/>
                    <a:pt x="1838" y="17"/>
                    <a:pt x="1818" y="33"/>
                  </a:cubicBezTo>
                  <a:cubicBezTo>
                    <a:pt x="1753" y="85"/>
                    <a:pt x="1669" y="134"/>
                    <a:pt x="1600" y="186"/>
                  </a:cubicBezTo>
                  <a:cubicBezTo>
                    <a:pt x="1483" y="267"/>
                    <a:pt x="1366" y="352"/>
                    <a:pt x="1232" y="437"/>
                  </a:cubicBezTo>
                  <a:cubicBezTo>
                    <a:pt x="1131" y="522"/>
                    <a:pt x="1010" y="590"/>
                    <a:pt x="893" y="671"/>
                  </a:cubicBezTo>
                  <a:cubicBezTo>
                    <a:pt x="828" y="724"/>
                    <a:pt x="744" y="772"/>
                    <a:pt x="675" y="825"/>
                  </a:cubicBezTo>
                  <a:cubicBezTo>
                    <a:pt x="525" y="926"/>
                    <a:pt x="356" y="1043"/>
                    <a:pt x="202" y="1144"/>
                  </a:cubicBezTo>
                  <a:lnTo>
                    <a:pt x="69" y="1229"/>
                  </a:lnTo>
                  <a:cubicBezTo>
                    <a:pt x="53" y="1245"/>
                    <a:pt x="37" y="1261"/>
                    <a:pt x="20" y="1261"/>
                  </a:cubicBezTo>
                  <a:lnTo>
                    <a:pt x="0" y="1277"/>
                  </a:lnTo>
                  <a:lnTo>
                    <a:pt x="20" y="1277"/>
                  </a:lnTo>
                  <a:cubicBezTo>
                    <a:pt x="37" y="1277"/>
                    <a:pt x="69" y="1261"/>
                    <a:pt x="85" y="1245"/>
                  </a:cubicBezTo>
                  <a:lnTo>
                    <a:pt x="222" y="1160"/>
                  </a:lnTo>
                  <a:cubicBezTo>
                    <a:pt x="372" y="1043"/>
                    <a:pt x="525" y="942"/>
                    <a:pt x="675" y="841"/>
                  </a:cubicBezTo>
                  <a:cubicBezTo>
                    <a:pt x="760" y="792"/>
                    <a:pt x="828" y="740"/>
                    <a:pt x="909" y="671"/>
                  </a:cubicBezTo>
                  <a:cubicBezTo>
                    <a:pt x="1010" y="607"/>
                    <a:pt x="1131" y="522"/>
                    <a:pt x="1249" y="453"/>
                  </a:cubicBezTo>
                  <a:cubicBezTo>
                    <a:pt x="1366" y="368"/>
                    <a:pt x="1483" y="287"/>
                    <a:pt x="1600" y="203"/>
                  </a:cubicBezTo>
                  <a:cubicBezTo>
                    <a:pt x="1685" y="150"/>
                    <a:pt x="1753" y="102"/>
                    <a:pt x="1818" y="49"/>
                  </a:cubicBezTo>
                  <a:lnTo>
                    <a:pt x="1838" y="49"/>
                  </a:lnTo>
                  <a:cubicBezTo>
                    <a:pt x="1854" y="33"/>
                    <a:pt x="1871" y="17"/>
                    <a:pt x="1903" y="17"/>
                  </a:cubicBezTo>
                  <a:lnTo>
                    <a:pt x="19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2623698" y="552938"/>
              <a:ext cx="31784" cy="222389"/>
            </a:xfrm>
            <a:custGeom>
              <a:rect b="b" l="l" r="r" t="t"/>
              <a:pathLst>
                <a:path extrusionOk="0" h="2239" w="320">
                  <a:moveTo>
                    <a:pt x="0" y="0"/>
                  </a:moveTo>
                  <a:cubicBezTo>
                    <a:pt x="0" y="36"/>
                    <a:pt x="16" y="53"/>
                    <a:pt x="16" y="85"/>
                  </a:cubicBezTo>
                  <a:lnTo>
                    <a:pt x="16" y="0"/>
                  </a:lnTo>
                  <a:close/>
                  <a:moveTo>
                    <a:pt x="16" y="85"/>
                  </a:moveTo>
                  <a:lnTo>
                    <a:pt x="16" y="117"/>
                  </a:lnTo>
                  <a:cubicBezTo>
                    <a:pt x="32" y="170"/>
                    <a:pt x="32" y="238"/>
                    <a:pt x="49" y="303"/>
                  </a:cubicBezTo>
                  <a:cubicBezTo>
                    <a:pt x="49" y="238"/>
                    <a:pt x="32" y="170"/>
                    <a:pt x="32" y="117"/>
                  </a:cubicBezTo>
                  <a:cubicBezTo>
                    <a:pt x="32" y="101"/>
                    <a:pt x="32" y="85"/>
                    <a:pt x="16" y="85"/>
                  </a:cubicBezTo>
                  <a:close/>
                  <a:moveTo>
                    <a:pt x="49" y="303"/>
                  </a:moveTo>
                  <a:lnTo>
                    <a:pt x="49" y="372"/>
                  </a:lnTo>
                  <a:cubicBezTo>
                    <a:pt x="49" y="404"/>
                    <a:pt x="69" y="440"/>
                    <a:pt x="69" y="473"/>
                  </a:cubicBezTo>
                  <a:cubicBezTo>
                    <a:pt x="69" y="521"/>
                    <a:pt x="69" y="558"/>
                    <a:pt x="85" y="606"/>
                  </a:cubicBezTo>
                  <a:lnTo>
                    <a:pt x="85" y="675"/>
                  </a:lnTo>
                  <a:cubicBezTo>
                    <a:pt x="101" y="691"/>
                    <a:pt x="101" y="723"/>
                    <a:pt x="101" y="743"/>
                  </a:cubicBezTo>
                  <a:lnTo>
                    <a:pt x="101" y="808"/>
                  </a:lnTo>
                  <a:cubicBezTo>
                    <a:pt x="117" y="824"/>
                    <a:pt x="117" y="861"/>
                    <a:pt x="117" y="877"/>
                  </a:cubicBezTo>
                  <a:cubicBezTo>
                    <a:pt x="117" y="909"/>
                    <a:pt x="133" y="945"/>
                    <a:pt x="133" y="962"/>
                  </a:cubicBezTo>
                  <a:lnTo>
                    <a:pt x="133" y="1026"/>
                  </a:lnTo>
                  <a:cubicBezTo>
                    <a:pt x="133" y="1046"/>
                    <a:pt x="150" y="1079"/>
                    <a:pt x="150" y="1095"/>
                  </a:cubicBezTo>
                  <a:cubicBezTo>
                    <a:pt x="150" y="1127"/>
                    <a:pt x="150" y="1163"/>
                    <a:pt x="170" y="1196"/>
                  </a:cubicBezTo>
                  <a:lnTo>
                    <a:pt x="170" y="1095"/>
                  </a:lnTo>
                  <a:cubicBezTo>
                    <a:pt x="150" y="1079"/>
                    <a:pt x="150" y="1046"/>
                    <a:pt x="150" y="1026"/>
                  </a:cubicBezTo>
                  <a:lnTo>
                    <a:pt x="150" y="962"/>
                  </a:lnTo>
                  <a:cubicBezTo>
                    <a:pt x="133" y="925"/>
                    <a:pt x="133" y="909"/>
                    <a:pt x="133" y="877"/>
                  </a:cubicBezTo>
                  <a:cubicBezTo>
                    <a:pt x="133" y="844"/>
                    <a:pt x="117" y="824"/>
                    <a:pt x="117" y="808"/>
                  </a:cubicBezTo>
                  <a:lnTo>
                    <a:pt x="117" y="743"/>
                  </a:lnTo>
                  <a:cubicBezTo>
                    <a:pt x="117" y="707"/>
                    <a:pt x="101" y="691"/>
                    <a:pt x="101" y="675"/>
                  </a:cubicBezTo>
                  <a:lnTo>
                    <a:pt x="101" y="606"/>
                  </a:lnTo>
                  <a:cubicBezTo>
                    <a:pt x="85" y="558"/>
                    <a:pt x="85" y="521"/>
                    <a:pt x="85" y="473"/>
                  </a:cubicBezTo>
                  <a:cubicBezTo>
                    <a:pt x="69" y="440"/>
                    <a:pt x="69" y="404"/>
                    <a:pt x="69" y="372"/>
                  </a:cubicBezTo>
                  <a:cubicBezTo>
                    <a:pt x="69" y="356"/>
                    <a:pt x="49" y="319"/>
                    <a:pt x="49" y="303"/>
                  </a:cubicBezTo>
                  <a:close/>
                  <a:moveTo>
                    <a:pt x="170" y="1196"/>
                  </a:moveTo>
                  <a:lnTo>
                    <a:pt x="170" y="1264"/>
                  </a:lnTo>
                  <a:cubicBezTo>
                    <a:pt x="170" y="1297"/>
                    <a:pt x="186" y="1329"/>
                    <a:pt x="186" y="1365"/>
                  </a:cubicBezTo>
                  <a:cubicBezTo>
                    <a:pt x="186" y="1398"/>
                    <a:pt x="202" y="1450"/>
                    <a:pt x="202" y="1483"/>
                  </a:cubicBezTo>
                  <a:cubicBezTo>
                    <a:pt x="202" y="1531"/>
                    <a:pt x="218" y="1600"/>
                    <a:pt x="218" y="1652"/>
                  </a:cubicBezTo>
                  <a:cubicBezTo>
                    <a:pt x="234" y="1685"/>
                    <a:pt x="234" y="1733"/>
                    <a:pt x="234" y="1769"/>
                  </a:cubicBezTo>
                  <a:cubicBezTo>
                    <a:pt x="251" y="1834"/>
                    <a:pt x="251" y="1903"/>
                    <a:pt x="271" y="1971"/>
                  </a:cubicBezTo>
                  <a:cubicBezTo>
                    <a:pt x="271" y="2004"/>
                    <a:pt x="271" y="2056"/>
                    <a:pt x="287" y="2089"/>
                  </a:cubicBezTo>
                  <a:lnTo>
                    <a:pt x="287" y="1971"/>
                  </a:lnTo>
                  <a:cubicBezTo>
                    <a:pt x="271" y="1903"/>
                    <a:pt x="271" y="1834"/>
                    <a:pt x="251" y="1769"/>
                  </a:cubicBezTo>
                  <a:cubicBezTo>
                    <a:pt x="251" y="1733"/>
                    <a:pt x="234" y="1685"/>
                    <a:pt x="234" y="1652"/>
                  </a:cubicBezTo>
                  <a:cubicBezTo>
                    <a:pt x="234" y="1600"/>
                    <a:pt x="218" y="1531"/>
                    <a:pt x="218" y="1483"/>
                  </a:cubicBezTo>
                  <a:cubicBezTo>
                    <a:pt x="202" y="1430"/>
                    <a:pt x="202" y="1398"/>
                    <a:pt x="202" y="1365"/>
                  </a:cubicBezTo>
                  <a:cubicBezTo>
                    <a:pt x="202" y="1329"/>
                    <a:pt x="186" y="1297"/>
                    <a:pt x="186" y="1264"/>
                  </a:cubicBezTo>
                  <a:cubicBezTo>
                    <a:pt x="186" y="1248"/>
                    <a:pt x="186" y="1212"/>
                    <a:pt x="170" y="1196"/>
                  </a:cubicBezTo>
                  <a:close/>
                  <a:moveTo>
                    <a:pt x="287" y="2089"/>
                  </a:moveTo>
                  <a:cubicBezTo>
                    <a:pt x="287" y="2121"/>
                    <a:pt x="287" y="2157"/>
                    <a:pt x="303" y="2190"/>
                  </a:cubicBezTo>
                  <a:cubicBezTo>
                    <a:pt x="303" y="2157"/>
                    <a:pt x="303" y="2121"/>
                    <a:pt x="287" y="2089"/>
                  </a:cubicBezTo>
                  <a:close/>
                  <a:moveTo>
                    <a:pt x="303" y="2190"/>
                  </a:moveTo>
                  <a:lnTo>
                    <a:pt x="303" y="2222"/>
                  </a:lnTo>
                  <a:lnTo>
                    <a:pt x="303" y="2238"/>
                  </a:lnTo>
                  <a:lnTo>
                    <a:pt x="319" y="2238"/>
                  </a:lnTo>
                  <a:lnTo>
                    <a:pt x="319" y="2222"/>
                  </a:lnTo>
                  <a:cubicBezTo>
                    <a:pt x="319" y="2206"/>
                    <a:pt x="303" y="2206"/>
                    <a:pt x="303" y="21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1828005" y="797278"/>
              <a:ext cx="120481" cy="61879"/>
            </a:xfrm>
            <a:custGeom>
              <a:rect b="b" l="l" r="r" t="t"/>
              <a:pathLst>
                <a:path extrusionOk="0" h="623" w="1213">
                  <a:moveTo>
                    <a:pt x="1192" y="0"/>
                  </a:moveTo>
                  <a:cubicBezTo>
                    <a:pt x="1160" y="0"/>
                    <a:pt x="1127" y="16"/>
                    <a:pt x="1091" y="33"/>
                  </a:cubicBezTo>
                  <a:lnTo>
                    <a:pt x="1075" y="49"/>
                  </a:lnTo>
                  <a:cubicBezTo>
                    <a:pt x="974" y="101"/>
                    <a:pt x="857" y="166"/>
                    <a:pt x="772" y="218"/>
                  </a:cubicBezTo>
                  <a:lnTo>
                    <a:pt x="1075" y="65"/>
                  </a:lnTo>
                  <a:cubicBezTo>
                    <a:pt x="1091" y="49"/>
                    <a:pt x="1091" y="49"/>
                    <a:pt x="1111" y="49"/>
                  </a:cubicBezTo>
                  <a:cubicBezTo>
                    <a:pt x="1144" y="33"/>
                    <a:pt x="1160" y="16"/>
                    <a:pt x="1192" y="16"/>
                  </a:cubicBezTo>
                  <a:lnTo>
                    <a:pt x="1212" y="16"/>
                  </a:lnTo>
                  <a:lnTo>
                    <a:pt x="1192" y="0"/>
                  </a:lnTo>
                  <a:close/>
                  <a:moveTo>
                    <a:pt x="772" y="218"/>
                  </a:moveTo>
                  <a:lnTo>
                    <a:pt x="772" y="218"/>
                  </a:lnTo>
                  <a:cubicBezTo>
                    <a:pt x="687" y="251"/>
                    <a:pt x="623" y="283"/>
                    <a:pt x="554" y="319"/>
                  </a:cubicBezTo>
                  <a:cubicBezTo>
                    <a:pt x="469" y="368"/>
                    <a:pt x="384" y="420"/>
                    <a:pt x="283" y="469"/>
                  </a:cubicBezTo>
                  <a:cubicBezTo>
                    <a:pt x="384" y="437"/>
                    <a:pt x="469" y="384"/>
                    <a:pt x="570" y="336"/>
                  </a:cubicBezTo>
                  <a:cubicBezTo>
                    <a:pt x="639" y="303"/>
                    <a:pt x="707" y="267"/>
                    <a:pt x="772" y="218"/>
                  </a:cubicBezTo>
                  <a:close/>
                  <a:moveTo>
                    <a:pt x="283" y="469"/>
                  </a:moveTo>
                  <a:lnTo>
                    <a:pt x="283" y="469"/>
                  </a:lnTo>
                  <a:cubicBezTo>
                    <a:pt x="219" y="505"/>
                    <a:pt x="134" y="538"/>
                    <a:pt x="65" y="586"/>
                  </a:cubicBezTo>
                  <a:cubicBezTo>
                    <a:pt x="134" y="554"/>
                    <a:pt x="219" y="521"/>
                    <a:pt x="283" y="469"/>
                  </a:cubicBezTo>
                  <a:close/>
                  <a:moveTo>
                    <a:pt x="65" y="586"/>
                  </a:moveTo>
                  <a:cubicBezTo>
                    <a:pt x="49" y="586"/>
                    <a:pt x="33" y="606"/>
                    <a:pt x="17" y="606"/>
                  </a:cubicBezTo>
                  <a:lnTo>
                    <a:pt x="0" y="622"/>
                  </a:lnTo>
                  <a:lnTo>
                    <a:pt x="33" y="622"/>
                  </a:lnTo>
                  <a:lnTo>
                    <a:pt x="65" y="58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9"/>
            <p:cNvSpPr/>
            <p:nvPr/>
          </p:nvSpPr>
          <p:spPr>
            <a:xfrm>
              <a:off x="2372902" y="456196"/>
              <a:ext cx="73501" cy="28208"/>
            </a:xfrm>
            <a:custGeom>
              <a:rect b="b" l="l" r="r" t="t"/>
              <a:pathLst>
                <a:path extrusionOk="0" h="284" w="740">
                  <a:moveTo>
                    <a:pt x="0" y="1"/>
                  </a:moveTo>
                  <a:lnTo>
                    <a:pt x="0" y="17"/>
                  </a:lnTo>
                  <a:cubicBezTo>
                    <a:pt x="69" y="33"/>
                    <a:pt x="150" y="65"/>
                    <a:pt x="218" y="102"/>
                  </a:cubicBezTo>
                  <a:cubicBezTo>
                    <a:pt x="271" y="118"/>
                    <a:pt x="303" y="134"/>
                    <a:pt x="336" y="134"/>
                  </a:cubicBezTo>
                  <a:cubicBezTo>
                    <a:pt x="303" y="118"/>
                    <a:pt x="271" y="102"/>
                    <a:pt x="235" y="81"/>
                  </a:cubicBezTo>
                  <a:cubicBezTo>
                    <a:pt x="150" y="49"/>
                    <a:pt x="85" y="33"/>
                    <a:pt x="0" y="1"/>
                  </a:cubicBezTo>
                  <a:close/>
                  <a:moveTo>
                    <a:pt x="336" y="134"/>
                  </a:moveTo>
                  <a:cubicBezTo>
                    <a:pt x="388" y="150"/>
                    <a:pt x="437" y="166"/>
                    <a:pt x="489" y="202"/>
                  </a:cubicBezTo>
                  <a:cubicBezTo>
                    <a:pt x="554" y="219"/>
                    <a:pt x="622" y="251"/>
                    <a:pt x="707" y="267"/>
                  </a:cubicBezTo>
                  <a:cubicBezTo>
                    <a:pt x="639" y="235"/>
                    <a:pt x="554" y="219"/>
                    <a:pt x="489" y="182"/>
                  </a:cubicBezTo>
                  <a:cubicBezTo>
                    <a:pt x="437" y="166"/>
                    <a:pt x="388" y="150"/>
                    <a:pt x="336" y="134"/>
                  </a:cubicBezTo>
                  <a:close/>
                  <a:moveTo>
                    <a:pt x="707" y="267"/>
                  </a:moveTo>
                  <a:cubicBezTo>
                    <a:pt x="707" y="283"/>
                    <a:pt x="723" y="283"/>
                    <a:pt x="723" y="283"/>
                  </a:cubicBezTo>
                  <a:lnTo>
                    <a:pt x="740" y="283"/>
                  </a:lnTo>
                  <a:lnTo>
                    <a:pt x="740"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1936369" y="24827"/>
              <a:ext cx="6853" cy="197160"/>
            </a:xfrm>
            <a:custGeom>
              <a:rect b="b" l="l" r="r" t="t"/>
              <a:pathLst>
                <a:path extrusionOk="0" h="1985" w="69">
                  <a:moveTo>
                    <a:pt x="0" y="1"/>
                  </a:moveTo>
                  <a:lnTo>
                    <a:pt x="0" y="17"/>
                  </a:lnTo>
                  <a:cubicBezTo>
                    <a:pt x="20" y="33"/>
                    <a:pt x="20" y="65"/>
                    <a:pt x="20" y="102"/>
                  </a:cubicBezTo>
                  <a:lnTo>
                    <a:pt x="20" y="183"/>
                  </a:lnTo>
                  <a:lnTo>
                    <a:pt x="20" y="320"/>
                  </a:lnTo>
                  <a:lnTo>
                    <a:pt x="20" y="368"/>
                  </a:lnTo>
                  <a:lnTo>
                    <a:pt x="20" y="587"/>
                  </a:lnTo>
                  <a:cubicBezTo>
                    <a:pt x="20" y="688"/>
                    <a:pt x="20" y="825"/>
                    <a:pt x="36" y="942"/>
                  </a:cubicBezTo>
                  <a:lnTo>
                    <a:pt x="36" y="587"/>
                  </a:lnTo>
                  <a:lnTo>
                    <a:pt x="36" y="368"/>
                  </a:lnTo>
                  <a:lnTo>
                    <a:pt x="36" y="320"/>
                  </a:lnTo>
                  <a:lnTo>
                    <a:pt x="36" y="183"/>
                  </a:lnTo>
                  <a:lnTo>
                    <a:pt x="36" y="102"/>
                  </a:lnTo>
                  <a:cubicBezTo>
                    <a:pt x="36" y="65"/>
                    <a:pt x="36" y="33"/>
                    <a:pt x="20" y="17"/>
                  </a:cubicBezTo>
                  <a:lnTo>
                    <a:pt x="0" y="1"/>
                  </a:lnTo>
                  <a:close/>
                  <a:moveTo>
                    <a:pt x="36" y="942"/>
                  </a:moveTo>
                  <a:lnTo>
                    <a:pt x="36" y="1193"/>
                  </a:lnTo>
                  <a:lnTo>
                    <a:pt x="36" y="1431"/>
                  </a:lnTo>
                  <a:lnTo>
                    <a:pt x="36" y="1496"/>
                  </a:lnTo>
                  <a:cubicBezTo>
                    <a:pt x="36" y="1564"/>
                    <a:pt x="36" y="1617"/>
                    <a:pt x="53" y="1681"/>
                  </a:cubicBezTo>
                  <a:lnTo>
                    <a:pt x="53" y="1496"/>
                  </a:lnTo>
                  <a:lnTo>
                    <a:pt x="53" y="1431"/>
                  </a:lnTo>
                  <a:lnTo>
                    <a:pt x="53" y="1193"/>
                  </a:lnTo>
                  <a:cubicBezTo>
                    <a:pt x="53" y="1112"/>
                    <a:pt x="53" y="1027"/>
                    <a:pt x="36" y="942"/>
                  </a:cubicBezTo>
                  <a:close/>
                  <a:moveTo>
                    <a:pt x="53" y="1681"/>
                  </a:moveTo>
                  <a:lnTo>
                    <a:pt x="53" y="1681"/>
                  </a:lnTo>
                  <a:cubicBezTo>
                    <a:pt x="20" y="1718"/>
                    <a:pt x="36" y="1734"/>
                    <a:pt x="36" y="1766"/>
                  </a:cubicBezTo>
                  <a:cubicBezTo>
                    <a:pt x="53" y="1782"/>
                    <a:pt x="53" y="1782"/>
                    <a:pt x="53" y="1799"/>
                  </a:cubicBezTo>
                  <a:lnTo>
                    <a:pt x="53" y="1819"/>
                  </a:lnTo>
                  <a:lnTo>
                    <a:pt x="69" y="1799"/>
                  </a:lnTo>
                  <a:cubicBezTo>
                    <a:pt x="53" y="1782"/>
                    <a:pt x="53" y="1766"/>
                    <a:pt x="53" y="1766"/>
                  </a:cubicBezTo>
                  <a:cubicBezTo>
                    <a:pt x="53" y="1734"/>
                    <a:pt x="36" y="1718"/>
                    <a:pt x="53" y="1681"/>
                  </a:cubicBezTo>
                  <a:close/>
                  <a:moveTo>
                    <a:pt x="53" y="1819"/>
                  </a:moveTo>
                  <a:cubicBezTo>
                    <a:pt x="36" y="1851"/>
                    <a:pt x="36" y="1883"/>
                    <a:pt x="36" y="1920"/>
                  </a:cubicBezTo>
                  <a:cubicBezTo>
                    <a:pt x="36" y="1936"/>
                    <a:pt x="53" y="1952"/>
                    <a:pt x="53" y="1952"/>
                  </a:cubicBezTo>
                  <a:lnTo>
                    <a:pt x="53" y="1900"/>
                  </a:lnTo>
                  <a:cubicBezTo>
                    <a:pt x="53" y="1883"/>
                    <a:pt x="36" y="1851"/>
                    <a:pt x="53" y="1819"/>
                  </a:cubicBezTo>
                  <a:close/>
                  <a:moveTo>
                    <a:pt x="53" y="1968"/>
                  </a:moveTo>
                  <a:lnTo>
                    <a:pt x="53" y="1984"/>
                  </a:lnTo>
                  <a:lnTo>
                    <a:pt x="69" y="196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9"/>
            <p:cNvSpPr/>
            <p:nvPr/>
          </p:nvSpPr>
          <p:spPr>
            <a:xfrm>
              <a:off x="1663920" y="788835"/>
              <a:ext cx="282580" cy="153755"/>
            </a:xfrm>
            <a:custGeom>
              <a:rect b="b" l="l" r="r" t="t"/>
              <a:pathLst>
                <a:path extrusionOk="0" h="1548" w="2845">
                  <a:moveTo>
                    <a:pt x="2844" y="0"/>
                  </a:moveTo>
                  <a:cubicBezTo>
                    <a:pt x="2812" y="0"/>
                    <a:pt x="2779" y="17"/>
                    <a:pt x="2743" y="33"/>
                  </a:cubicBezTo>
                  <a:cubicBezTo>
                    <a:pt x="2727" y="49"/>
                    <a:pt x="2727" y="49"/>
                    <a:pt x="2711" y="49"/>
                  </a:cubicBezTo>
                  <a:cubicBezTo>
                    <a:pt x="2610" y="101"/>
                    <a:pt x="2525" y="150"/>
                    <a:pt x="2424" y="219"/>
                  </a:cubicBezTo>
                  <a:lnTo>
                    <a:pt x="2727" y="65"/>
                  </a:lnTo>
                  <a:cubicBezTo>
                    <a:pt x="2727" y="65"/>
                    <a:pt x="2743" y="49"/>
                    <a:pt x="2763" y="49"/>
                  </a:cubicBezTo>
                  <a:cubicBezTo>
                    <a:pt x="2779" y="33"/>
                    <a:pt x="2812" y="17"/>
                    <a:pt x="2844" y="17"/>
                  </a:cubicBezTo>
                  <a:lnTo>
                    <a:pt x="2844" y="0"/>
                  </a:lnTo>
                  <a:close/>
                  <a:moveTo>
                    <a:pt x="2424" y="219"/>
                  </a:moveTo>
                  <a:lnTo>
                    <a:pt x="2424" y="219"/>
                  </a:lnTo>
                  <a:cubicBezTo>
                    <a:pt x="2375" y="235"/>
                    <a:pt x="2323" y="267"/>
                    <a:pt x="2275" y="303"/>
                  </a:cubicBezTo>
                  <a:cubicBezTo>
                    <a:pt x="2323" y="287"/>
                    <a:pt x="2375" y="251"/>
                    <a:pt x="2424" y="219"/>
                  </a:cubicBezTo>
                  <a:close/>
                  <a:moveTo>
                    <a:pt x="2275" y="303"/>
                  </a:moveTo>
                  <a:cubicBezTo>
                    <a:pt x="2206" y="320"/>
                    <a:pt x="2157" y="352"/>
                    <a:pt x="2089" y="388"/>
                  </a:cubicBezTo>
                  <a:cubicBezTo>
                    <a:pt x="1955" y="453"/>
                    <a:pt x="1818" y="538"/>
                    <a:pt x="1685" y="606"/>
                  </a:cubicBezTo>
                  <a:lnTo>
                    <a:pt x="1669" y="623"/>
                  </a:lnTo>
                  <a:cubicBezTo>
                    <a:pt x="1652" y="623"/>
                    <a:pt x="1616" y="639"/>
                    <a:pt x="1600" y="671"/>
                  </a:cubicBezTo>
                  <a:lnTo>
                    <a:pt x="1568" y="671"/>
                  </a:lnTo>
                  <a:cubicBezTo>
                    <a:pt x="1531" y="691"/>
                    <a:pt x="1483" y="707"/>
                    <a:pt x="1450" y="740"/>
                  </a:cubicBezTo>
                  <a:cubicBezTo>
                    <a:pt x="1483" y="724"/>
                    <a:pt x="1531" y="707"/>
                    <a:pt x="1584" y="691"/>
                  </a:cubicBezTo>
                  <a:cubicBezTo>
                    <a:pt x="1600" y="691"/>
                    <a:pt x="1616" y="691"/>
                    <a:pt x="1616" y="671"/>
                  </a:cubicBezTo>
                  <a:cubicBezTo>
                    <a:pt x="1632" y="655"/>
                    <a:pt x="1652" y="639"/>
                    <a:pt x="1685" y="623"/>
                  </a:cubicBezTo>
                  <a:lnTo>
                    <a:pt x="1701" y="623"/>
                  </a:lnTo>
                  <a:cubicBezTo>
                    <a:pt x="1834" y="538"/>
                    <a:pt x="1972" y="469"/>
                    <a:pt x="2105" y="404"/>
                  </a:cubicBezTo>
                  <a:cubicBezTo>
                    <a:pt x="2157" y="368"/>
                    <a:pt x="2206" y="336"/>
                    <a:pt x="2275" y="303"/>
                  </a:cubicBezTo>
                  <a:close/>
                  <a:moveTo>
                    <a:pt x="1450" y="740"/>
                  </a:moveTo>
                  <a:cubicBezTo>
                    <a:pt x="1430" y="740"/>
                    <a:pt x="1414" y="756"/>
                    <a:pt x="1398" y="756"/>
                  </a:cubicBezTo>
                  <a:cubicBezTo>
                    <a:pt x="1164" y="893"/>
                    <a:pt x="909" y="1026"/>
                    <a:pt x="659" y="1160"/>
                  </a:cubicBezTo>
                  <a:cubicBezTo>
                    <a:pt x="622" y="1176"/>
                    <a:pt x="574" y="1212"/>
                    <a:pt x="521" y="1228"/>
                  </a:cubicBezTo>
                  <a:cubicBezTo>
                    <a:pt x="473" y="1245"/>
                    <a:pt x="440" y="1277"/>
                    <a:pt x="388" y="1297"/>
                  </a:cubicBezTo>
                  <a:cubicBezTo>
                    <a:pt x="372" y="1313"/>
                    <a:pt x="339" y="1329"/>
                    <a:pt x="319" y="1329"/>
                  </a:cubicBezTo>
                  <a:cubicBezTo>
                    <a:pt x="255" y="1378"/>
                    <a:pt x="186" y="1414"/>
                    <a:pt x="117" y="1447"/>
                  </a:cubicBezTo>
                  <a:cubicBezTo>
                    <a:pt x="101" y="1447"/>
                    <a:pt x="101" y="1447"/>
                    <a:pt x="85" y="1463"/>
                  </a:cubicBezTo>
                  <a:cubicBezTo>
                    <a:pt x="69" y="1463"/>
                    <a:pt x="37" y="1479"/>
                    <a:pt x="16" y="1515"/>
                  </a:cubicBezTo>
                  <a:cubicBezTo>
                    <a:pt x="37" y="1499"/>
                    <a:pt x="69" y="1479"/>
                    <a:pt x="101" y="1463"/>
                  </a:cubicBezTo>
                  <a:lnTo>
                    <a:pt x="117" y="1463"/>
                  </a:lnTo>
                  <a:cubicBezTo>
                    <a:pt x="186" y="1430"/>
                    <a:pt x="255" y="1378"/>
                    <a:pt x="319" y="1346"/>
                  </a:cubicBezTo>
                  <a:cubicBezTo>
                    <a:pt x="356" y="1329"/>
                    <a:pt x="372" y="1329"/>
                    <a:pt x="404" y="1313"/>
                  </a:cubicBezTo>
                  <a:cubicBezTo>
                    <a:pt x="440" y="1277"/>
                    <a:pt x="489" y="1261"/>
                    <a:pt x="521" y="1245"/>
                  </a:cubicBezTo>
                  <a:cubicBezTo>
                    <a:pt x="574" y="1212"/>
                    <a:pt x="622" y="1196"/>
                    <a:pt x="675" y="1160"/>
                  </a:cubicBezTo>
                  <a:cubicBezTo>
                    <a:pt x="925" y="1026"/>
                    <a:pt x="1164" y="893"/>
                    <a:pt x="1414" y="772"/>
                  </a:cubicBezTo>
                  <a:lnTo>
                    <a:pt x="1450" y="740"/>
                  </a:lnTo>
                  <a:close/>
                  <a:moveTo>
                    <a:pt x="16" y="1515"/>
                  </a:moveTo>
                  <a:cubicBezTo>
                    <a:pt x="0" y="1515"/>
                    <a:pt x="0" y="1515"/>
                    <a:pt x="0" y="1531"/>
                  </a:cubicBezTo>
                  <a:lnTo>
                    <a:pt x="0" y="1548"/>
                  </a:lnTo>
                  <a:lnTo>
                    <a:pt x="16" y="1531"/>
                  </a:lnTo>
                  <a:lnTo>
                    <a:pt x="16" y="151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9"/>
            <p:cNvSpPr/>
            <p:nvPr/>
          </p:nvSpPr>
          <p:spPr>
            <a:xfrm>
              <a:off x="2476399" y="502779"/>
              <a:ext cx="73898" cy="28506"/>
            </a:xfrm>
            <a:custGeom>
              <a:rect b="b" l="l" r="r" t="t"/>
              <a:pathLst>
                <a:path extrusionOk="0" h="287" w="744">
                  <a:moveTo>
                    <a:pt x="0" y="0"/>
                  </a:moveTo>
                  <a:lnTo>
                    <a:pt x="0" y="16"/>
                  </a:lnTo>
                  <a:lnTo>
                    <a:pt x="17" y="16"/>
                  </a:lnTo>
                  <a:lnTo>
                    <a:pt x="0" y="0"/>
                  </a:lnTo>
                  <a:close/>
                  <a:moveTo>
                    <a:pt x="17" y="16"/>
                  </a:moveTo>
                  <a:lnTo>
                    <a:pt x="37" y="36"/>
                  </a:lnTo>
                  <a:cubicBezTo>
                    <a:pt x="154" y="69"/>
                    <a:pt x="271" y="117"/>
                    <a:pt x="388" y="170"/>
                  </a:cubicBezTo>
                  <a:cubicBezTo>
                    <a:pt x="421" y="186"/>
                    <a:pt x="457" y="186"/>
                    <a:pt x="489" y="202"/>
                  </a:cubicBezTo>
                  <a:cubicBezTo>
                    <a:pt x="522" y="218"/>
                    <a:pt x="574" y="238"/>
                    <a:pt x="606" y="255"/>
                  </a:cubicBezTo>
                  <a:cubicBezTo>
                    <a:pt x="643" y="255"/>
                    <a:pt x="675" y="271"/>
                    <a:pt x="691" y="287"/>
                  </a:cubicBezTo>
                  <a:lnTo>
                    <a:pt x="744" y="287"/>
                  </a:lnTo>
                  <a:cubicBezTo>
                    <a:pt x="724" y="271"/>
                    <a:pt x="707" y="271"/>
                    <a:pt x="691" y="271"/>
                  </a:cubicBezTo>
                  <a:cubicBezTo>
                    <a:pt x="675" y="255"/>
                    <a:pt x="643" y="255"/>
                    <a:pt x="623" y="238"/>
                  </a:cubicBezTo>
                  <a:cubicBezTo>
                    <a:pt x="574" y="218"/>
                    <a:pt x="542" y="202"/>
                    <a:pt x="489" y="186"/>
                  </a:cubicBezTo>
                  <a:cubicBezTo>
                    <a:pt x="457" y="186"/>
                    <a:pt x="441" y="170"/>
                    <a:pt x="404" y="154"/>
                  </a:cubicBezTo>
                  <a:cubicBezTo>
                    <a:pt x="271" y="101"/>
                    <a:pt x="154" y="69"/>
                    <a:pt x="37"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2299501" y="618294"/>
              <a:ext cx="75090" cy="24931"/>
            </a:xfrm>
            <a:custGeom>
              <a:rect b="b" l="l" r="r" t="t"/>
              <a:pathLst>
                <a:path extrusionOk="0" h="251" w="756">
                  <a:moveTo>
                    <a:pt x="0" y="1"/>
                  </a:moveTo>
                  <a:lnTo>
                    <a:pt x="0" y="17"/>
                  </a:lnTo>
                  <a:lnTo>
                    <a:pt x="101" y="49"/>
                  </a:lnTo>
                  <a:cubicBezTo>
                    <a:pt x="182" y="65"/>
                    <a:pt x="267" y="102"/>
                    <a:pt x="351" y="118"/>
                  </a:cubicBezTo>
                  <a:cubicBezTo>
                    <a:pt x="267" y="85"/>
                    <a:pt x="202" y="65"/>
                    <a:pt x="117" y="33"/>
                  </a:cubicBezTo>
                  <a:lnTo>
                    <a:pt x="16" y="1"/>
                  </a:lnTo>
                  <a:close/>
                  <a:moveTo>
                    <a:pt x="351" y="118"/>
                  </a:moveTo>
                  <a:cubicBezTo>
                    <a:pt x="452" y="150"/>
                    <a:pt x="553" y="203"/>
                    <a:pt x="654" y="235"/>
                  </a:cubicBezTo>
                  <a:lnTo>
                    <a:pt x="739" y="251"/>
                  </a:lnTo>
                  <a:lnTo>
                    <a:pt x="755" y="251"/>
                  </a:lnTo>
                  <a:lnTo>
                    <a:pt x="739" y="235"/>
                  </a:lnTo>
                  <a:lnTo>
                    <a:pt x="671" y="219"/>
                  </a:lnTo>
                  <a:cubicBezTo>
                    <a:pt x="570" y="186"/>
                    <a:pt x="469" y="150"/>
                    <a:pt x="351"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a:off x="1759372" y="469406"/>
              <a:ext cx="183851" cy="133791"/>
            </a:xfrm>
            <a:custGeom>
              <a:rect b="b" l="l" r="r" t="t"/>
              <a:pathLst>
                <a:path extrusionOk="0" h="1347" w="1851">
                  <a:moveTo>
                    <a:pt x="1851" y="1"/>
                  </a:moveTo>
                  <a:cubicBezTo>
                    <a:pt x="1835" y="1"/>
                    <a:pt x="1818" y="1"/>
                    <a:pt x="1782" y="17"/>
                  </a:cubicBezTo>
                  <a:cubicBezTo>
                    <a:pt x="1750" y="49"/>
                    <a:pt x="1701" y="102"/>
                    <a:pt x="1649" y="134"/>
                  </a:cubicBezTo>
                  <a:cubicBezTo>
                    <a:pt x="1701" y="102"/>
                    <a:pt x="1750" y="69"/>
                    <a:pt x="1802" y="33"/>
                  </a:cubicBezTo>
                  <a:cubicBezTo>
                    <a:pt x="1818" y="17"/>
                    <a:pt x="1835" y="17"/>
                    <a:pt x="1851" y="17"/>
                  </a:cubicBezTo>
                  <a:lnTo>
                    <a:pt x="1851" y="1"/>
                  </a:lnTo>
                  <a:close/>
                  <a:moveTo>
                    <a:pt x="1649" y="134"/>
                  </a:moveTo>
                  <a:cubicBezTo>
                    <a:pt x="1580" y="187"/>
                    <a:pt x="1515" y="219"/>
                    <a:pt x="1447" y="271"/>
                  </a:cubicBezTo>
                  <a:cubicBezTo>
                    <a:pt x="1398" y="320"/>
                    <a:pt x="1330" y="352"/>
                    <a:pt x="1277" y="405"/>
                  </a:cubicBezTo>
                  <a:cubicBezTo>
                    <a:pt x="1346" y="372"/>
                    <a:pt x="1398" y="320"/>
                    <a:pt x="1463" y="288"/>
                  </a:cubicBezTo>
                  <a:cubicBezTo>
                    <a:pt x="1532" y="235"/>
                    <a:pt x="1580" y="187"/>
                    <a:pt x="1649" y="134"/>
                  </a:cubicBezTo>
                  <a:close/>
                  <a:moveTo>
                    <a:pt x="1277" y="405"/>
                  </a:moveTo>
                  <a:lnTo>
                    <a:pt x="570" y="926"/>
                  </a:lnTo>
                  <a:cubicBezTo>
                    <a:pt x="437" y="1027"/>
                    <a:pt x="304" y="1112"/>
                    <a:pt x="166" y="1213"/>
                  </a:cubicBezTo>
                  <a:cubicBezTo>
                    <a:pt x="150" y="1229"/>
                    <a:pt x="134" y="1245"/>
                    <a:pt x="102" y="1261"/>
                  </a:cubicBezTo>
                  <a:lnTo>
                    <a:pt x="33" y="1330"/>
                  </a:lnTo>
                  <a:cubicBezTo>
                    <a:pt x="65" y="1314"/>
                    <a:pt x="85" y="1298"/>
                    <a:pt x="118" y="1281"/>
                  </a:cubicBezTo>
                  <a:cubicBezTo>
                    <a:pt x="134" y="1261"/>
                    <a:pt x="150" y="1245"/>
                    <a:pt x="186" y="1229"/>
                  </a:cubicBezTo>
                  <a:cubicBezTo>
                    <a:pt x="320" y="1128"/>
                    <a:pt x="453" y="1027"/>
                    <a:pt x="590" y="926"/>
                  </a:cubicBezTo>
                  <a:lnTo>
                    <a:pt x="1277" y="405"/>
                  </a:lnTo>
                  <a:close/>
                  <a:moveTo>
                    <a:pt x="33" y="1330"/>
                  </a:moveTo>
                  <a:cubicBezTo>
                    <a:pt x="17" y="1330"/>
                    <a:pt x="1" y="1346"/>
                    <a:pt x="1" y="1346"/>
                  </a:cubicBezTo>
                  <a:cubicBezTo>
                    <a:pt x="17" y="1346"/>
                    <a:pt x="17" y="1346"/>
                    <a:pt x="33" y="13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9"/>
            <p:cNvSpPr/>
            <p:nvPr/>
          </p:nvSpPr>
          <p:spPr>
            <a:xfrm>
              <a:off x="2483252" y="870679"/>
              <a:ext cx="255663" cy="71911"/>
            </a:xfrm>
            <a:custGeom>
              <a:rect b="b" l="l" r="r" t="t"/>
              <a:pathLst>
                <a:path extrusionOk="0" h="724" w="2574">
                  <a:moveTo>
                    <a:pt x="0" y="0"/>
                  </a:moveTo>
                  <a:cubicBezTo>
                    <a:pt x="16" y="17"/>
                    <a:pt x="49" y="33"/>
                    <a:pt x="69" y="33"/>
                  </a:cubicBezTo>
                  <a:cubicBezTo>
                    <a:pt x="101" y="33"/>
                    <a:pt x="117" y="49"/>
                    <a:pt x="133" y="49"/>
                  </a:cubicBezTo>
                  <a:cubicBezTo>
                    <a:pt x="150" y="69"/>
                    <a:pt x="170" y="69"/>
                    <a:pt x="202" y="69"/>
                  </a:cubicBezTo>
                  <a:cubicBezTo>
                    <a:pt x="287" y="101"/>
                    <a:pt x="388" y="118"/>
                    <a:pt x="489" y="150"/>
                  </a:cubicBezTo>
                  <a:cubicBezTo>
                    <a:pt x="537" y="170"/>
                    <a:pt x="590" y="186"/>
                    <a:pt x="638" y="186"/>
                  </a:cubicBezTo>
                  <a:cubicBezTo>
                    <a:pt x="590" y="170"/>
                    <a:pt x="537" y="150"/>
                    <a:pt x="489" y="134"/>
                  </a:cubicBezTo>
                  <a:cubicBezTo>
                    <a:pt x="404" y="118"/>
                    <a:pt x="303" y="85"/>
                    <a:pt x="202" y="49"/>
                  </a:cubicBezTo>
                  <a:cubicBezTo>
                    <a:pt x="186" y="49"/>
                    <a:pt x="170" y="49"/>
                    <a:pt x="150" y="33"/>
                  </a:cubicBezTo>
                  <a:cubicBezTo>
                    <a:pt x="117" y="33"/>
                    <a:pt x="101" y="33"/>
                    <a:pt x="69" y="17"/>
                  </a:cubicBezTo>
                  <a:cubicBezTo>
                    <a:pt x="49" y="17"/>
                    <a:pt x="32" y="17"/>
                    <a:pt x="16" y="0"/>
                  </a:cubicBezTo>
                  <a:close/>
                  <a:moveTo>
                    <a:pt x="638" y="186"/>
                  </a:moveTo>
                  <a:cubicBezTo>
                    <a:pt x="675" y="202"/>
                    <a:pt x="707" y="219"/>
                    <a:pt x="756" y="219"/>
                  </a:cubicBezTo>
                  <a:cubicBezTo>
                    <a:pt x="723" y="202"/>
                    <a:pt x="675" y="186"/>
                    <a:pt x="638" y="186"/>
                  </a:cubicBezTo>
                  <a:close/>
                  <a:moveTo>
                    <a:pt x="756" y="219"/>
                  </a:moveTo>
                  <a:cubicBezTo>
                    <a:pt x="792" y="235"/>
                    <a:pt x="808" y="235"/>
                    <a:pt x="840" y="251"/>
                  </a:cubicBezTo>
                  <a:cubicBezTo>
                    <a:pt x="925" y="271"/>
                    <a:pt x="1026" y="303"/>
                    <a:pt x="1111" y="320"/>
                  </a:cubicBezTo>
                  <a:cubicBezTo>
                    <a:pt x="1026" y="287"/>
                    <a:pt x="941" y="271"/>
                    <a:pt x="840" y="235"/>
                  </a:cubicBezTo>
                  <a:cubicBezTo>
                    <a:pt x="824" y="235"/>
                    <a:pt x="792" y="219"/>
                    <a:pt x="756" y="219"/>
                  </a:cubicBezTo>
                  <a:close/>
                  <a:moveTo>
                    <a:pt x="1111" y="320"/>
                  </a:moveTo>
                  <a:cubicBezTo>
                    <a:pt x="1180" y="336"/>
                    <a:pt x="1228" y="352"/>
                    <a:pt x="1297" y="372"/>
                  </a:cubicBezTo>
                  <a:cubicBezTo>
                    <a:pt x="1244" y="352"/>
                    <a:pt x="1180" y="320"/>
                    <a:pt x="1111" y="320"/>
                  </a:cubicBezTo>
                  <a:close/>
                  <a:moveTo>
                    <a:pt x="1297" y="372"/>
                  </a:moveTo>
                  <a:cubicBezTo>
                    <a:pt x="1329" y="388"/>
                    <a:pt x="1382" y="404"/>
                    <a:pt x="1414" y="404"/>
                  </a:cubicBezTo>
                  <a:cubicBezTo>
                    <a:pt x="1382" y="388"/>
                    <a:pt x="1345" y="372"/>
                    <a:pt x="1297" y="372"/>
                  </a:cubicBezTo>
                  <a:close/>
                  <a:moveTo>
                    <a:pt x="1414" y="404"/>
                  </a:moveTo>
                  <a:cubicBezTo>
                    <a:pt x="1463" y="421"/>
                    <a:pt x="1499" y="437"/>
                    <a:pt x="1531" y="437"/>
                  </a:cubicBezTo>
                  <a:cubicBezTo>
                    <a:pt x="1499" y="421"/>
                    <a:pt x="1463" y="404"/>
                    <a:pt x="1414" y="404"/>
                  </a:cubicBezTo>
                  <a:close/>
                  <a:moveTo>
                    <a:pt x="1531" y="437"/>
                  </a:moveTo>
                  <a:lnTo>
                    <a:pt x="1531" y="437"/>
                  </a:lnTo>
                  <a:cubicBezTo>
                    <a:pt x="1600" y="453"/>
                    <a:pt x="1648" y="473"/>
                    <a:pt x="1717" y="489"/>
                  </a:cubicBezTo>
                  <a:cubicBezTo>
                    <a:pt x="1818" y="522"/>
                    <a:pt x="1919" y="538"/>
                    <a:pt x="2020" y="574"/>
                  </a:cubicBezTo>
                  <a:cubicBezTo>
                    <a:pt x="2121" y="606"/>
                    <a:pt x="2222" y="639"/>
                    <a:pt x="2339" y="655"/>
                  </a:cubicBezTo>
                  <a:cubicBezTo>
                    <a:pt x="2355" y="655"/>
                    <a:pt x="2371" y="675"/>
                    <a:pt x="2392" y="675"/>
                  </a:cubicBezTo>
                  <a:cubicBezTo>
                    <a:pt x="2424" y="691"/>
                    <a:pt x="2472" y="691"/>
                    <a:pt x="2509" y="707"/>
                  </a:cubicBezTo>
                  <a:lnTo>
                    <a:pt x="2525" y="707"/>
                  </a:lnTo>
                  <a:cubicBezTo>
                    <a:pt x="2541" y="707"/>
                    <a:pt x="2557" y="724"/>
                    <a:pt x="2573" y="724"/>
                  </a:cubicBezTo>
                  <a:lnTo>
                    <a:pt x="2573" y="707"/>
                  </a:lnTo>
                  <a:cubicBezTo>
                    <a:pt x="2557" y="707"/>
                    <a:pt x="2541" y="707"/>
                    <a:pt x="2541" y="691"/>
                  </a:cubicBezTo>
                  <a:lnTo>
                    <a:pt x="2509" y="691"/>
                  </a:lnTo>
                  <a:cubicBezTo>
                    <a:pt x="2472" y="691"/>
                    <a:pt x="2440" y="675"/>
                    <a:pt x="2392" y="655"/>
                  </a:cubicBezTo>
                  <a:cubicBezTo>
                    <a:pt x="2371" y="655"/>
                    <a:pt x="2355" y="655"/>
                    <a:pt x="2339" y="639"/>
                  </a:cubicBezTo>
                  <a:cubicBezTo>
                    <a:pt x="2222" y="623"/>
                    <a:pt x="2121" y="590"/>
                    <a:pt x="2020" y="554"/>
                  </a:cubicBezTo>
                  <a:cubicBezTo>
                    <a:pt x="1919" y="538"/>
                    <a:pt x="1818" y="505"/>
                    <a:pt x="1717" y="473"/>
                  </a:cubicBezTo>
                  <a:cubicBezTo>
                    <a:pt x="1665" y="473"/>
                    <a:pt x="1600" y="453"/>
                    <a:pt x="1531" y="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2239310" y="905542"/>
              <a:ext cx="73501" cy="22249"/>
            </a:xfrm>
            <a:custGeom>
              <a:rect b="b" l="l" r="r" t="t"/>
              <a:pathLst>
                <a:path extrusionOk="0" h="224" w="740">
                  <a:moveTo>
                    <a:pt x="0" y="1"/>
                  </a:moveTo>
                  <a:lnTo>
                    <a:pt x="16" y="21"/>
                  </a:lnTo>
                  <a:cubicBezTo>
                    <a:pt x="49" y="21"/>
                    <a:pt x="81" y="37"/>
                    <a:pt x="117" y="37"/>
                  </a:cubicBezTo>
                  <a:cubicBezTo>
                    <a:pt x="81" y="21"/>
                    <a:pt x="49" y="21"/>
                    <a:pt x="16" y="1"/>
                  </a:cubicBezTo>
                  <a:close/>
                  <a:moveTo>
                    <a:pt x="118" y="38"/>
                  </a:moveTo>
                  <a:cubicBezTo>
                    <a:pt x="166" y="54"/>
                    <a:pt x="218" y="70"/>
                    <a:pt x="267" y="86"/>
                  </a:cubicBezTo>
                  <a:cubicBezTo>
                    <a:pt x="384" y="122"/>
                    <a:pt x="485" y="154"/>
                    <a:pt x="606" y="187"/>
                  </a:cubicBezTo>
                  <a:lnTo>
                    <a:pt x="723" y="223"/>
                  </a:lnTo>
                  <a:lnTo>
                    <a:pt x="739" y="203"/>
                  </a:lnTo>
                  <a:lnTo>
                    <a:pt x="723" y="203"/>
                  </a:lnTo>
                  <a:lnTo>
                    <a:pt x="606" y="171"/>
                  </a:lnTo>
                  <a:cubicBezTo>
                    <a:pt x="485" y="138"/>
                    <a:pt x="384" y="102"/>
                    <a:pt x="283" y="70"/>
                  </a:cubicBezTo>
                  <a:cubicBezTo>
                    <a:pt x="218" y="70"/>
                    <a:pt x="166" y="54"/>
                    <a:pt x="118"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2207129" y="877532"/>
              <a:ext cx="112436" cy="103596"/>
            </a:xfrm>
            <a:custGeom>
              <a:rect b="b" l="l" r="r" t="t"/>
              <a:pathLst>
                <a:path extrusionOk="0" h="1043" w="1132">
                  <a:moveTo>
                    <a:pt x="21" y="0"/>
                  </a:moveTo>
                  <a:cubicBezTo>
                    <a:pt x="1" y="16"/>
                    <a:pt x="1" y="32"/>
                    <a:pt x="1" y="49"/>
                  </a:cubicBezTo>
                  <a:lnTo>
                    <a:pt x="1" y="117"/>
                  </a:lnTo>
                  <a:lnTo>
                    <a:pt x="1" y="150"/>
                  </a:lnTo>
                  <a:lnTo>
                    <a:pt x="1" y="283"/>
                  </a:lnTo>
                  <a:lnTo>
                    <a:pt x="1" y="368"/>
                  </a:lnTo>
                  <a:lnTo>
                    <a:pt x="1" y="453"/>
                  </a:lnTo>
                  <a:lnTo>
                    <a:pt x="1" y="554"/>
                  </a:lnTo>
                  <a:lnTo>
                    <a:pt x="1" y="638"/>
                  </a:lnTo>
                  <a:cubicBezTo>
                    <a:pt x="21" y="671"/>
                    <a:pt x="21" y="707"/>
                    <a:pt x="1" y="739"/>
                  </a:cubicBezTo>
                  <a:lnTo>
                    <a:pt x="1" y="808"/>
                  </a:lnTo>
                  <a:lnTo>
                    <a:pt x="1" y="857"/>
                  </a:lnTo>
                  <a:lnTo>
                    <a:pt x="1" y="909"/>
                  </a:lnTo>
                  <a:lnTo>
                    <a:pt x="1" y="974"/>
                  </a:lnTo>
                  <a:lnTo>
                    <a:pt x="1" y="1010"/>
                  </a:lnTo>
                  <a:lnTo>
                    <a:pt x="1" y="1026"/>
                  </a:lnTo>
                  <a:lnTo>
                    <a:pt x="21" y="1042"/>
                  </a:lnTo>
                  <a:lnTo>
                    <a:pt x="21" y="1026"/>
                  </a:lnTo>
                  <a:lnTo>
                    <a:pt x="21" y="1010"/>
                  </a:lnTo>
                  <a:lnTo>
                    <a:pt x="21" y="974"/>
                  </a:lnTo>
                  <a:lnTo>
                    <a:pt x="21" y="909"/>
                  </a:lnTo>
                  <a:lnTo>
                    <a:pt x="21" y="857"/>
                  </a:lnTo>
                  <a:lnTo>
                    <a:pt x="21" y="808"/>
                  </a:lnTo>
                  <a:lnTo>
                    <a:pt x="21" y="739"/>
                  </a:lnTo>
                  <a:lnTo>
                    <a:pt x="21" y="638"/>
                  </a:lnTo>
                  <a:lnTo>
                    <a:pt x="21" y="554"/>
                  </a:lnTo>
                  <a:lnTo>
                    <a:pt x="21" y="453"/>
                  </a:lnTo>
                  <a:lnTo>
                    <a:pt x="21" y="368"/>
                  </a:lnTo>
                  <a:lnTo>
                    <a:pt x="21" y="283"/>
                  </a:lnTo>
                  <a:lnTo>
                    <a:pt x="21" y="150"/>
                  </a:lnTo>
                  <a:lnTo>
                    <a:pt x="21" y="117"/>
                  </a:lnTo>
                  <a:lnTo>
                    <a:pt x="21" y="49"/>
                  </a:lnTo>
                  <a:cubicBezTo>
                    <a:pt x="21" y="32"/>
                    <a:pt x="21" y="16"/>
                    <a:pt x="37" y="16"/>
                  </a:cubicBezTo>
                  <a:lnTo>
                    <a:pt x="53" y="16"/>
                  </a:lnTo>
                  <a:cubicBezTo>
                    <a:pt x="70" y="16"/>
                    <a:pt x="102" y="16"/>
                    <a:pt x="122" y="32"/>
                  </a:cubicBezTo>
                  <a:lnTo>
                    <a:pt x="138" y="32"/>
                  </a:lnTo>
                  <a:lnTo>
                    <a:pt x="272" y="65"/>
                  </a:lnTo>
                  <a:cubicBezTo>
                    <a:pt x="373" y="101"/>
                    <a:pt x="457" y="117"/>
                    <a:pt x="558" y="150"/>
                  </a:cubicBezTo>
                  <a:cubicBezTo>
                    <a:pt x="627" y="166"/>
                    <a:pt x="708" y="182"/>
                    <a:pt x="776" y="202"/>
                  </a:cubicBezTo>
                  <a:cubicBezTo>
                    <a:pt x="877" y="234"/>
                    <a:pt x="962" y="251"/>
                    <a:pt x="1063" y="283"/>
                  </a:cubicBezTo>
                  <a:cubicBezTo>
                    <a:pt x="1079" y="283"/>
                    <a:pt x="1096" y="283"/>
                    <a:pt x="1096" y="319"/>
                  </a:cubicBezTo>
                  <a:lnTo>
                    <a:pt x="1096" y="352"/>
                  </a:lnTo>
                  <a:lnTo>
                    <a:pt x="1096" y="404"/>
                  </a:lnTo>
                  <a:lnTo>
                    <a:pt x="1096" y="505"/>
                  </a:lnTo>
                  <a:cubicBezTo>
                    <a:pt x="1096" y="537"/>
                    <a:pt x="1096" y="570"/>
                    <a:pt x="1112" y="606"/>
                  </a:cubicBezTo>
                  <a:lnTo>
                    <a:pt x="1112" y="505"/>
                  </a:lnTo>
                  <a:lnTo>
                    <a:pt x="1112" y="404"/>
                  </a:lnTo>
                  <a:lnTo>
                    <a:pt x="1112" y="352"/>
                  </a:lnTo>
                  <a:lnTo>
                    <a:pt x="1112" y="319"/>
                  </a:lnTo>
                  <a:cubicBezTo>
                    <a:pt x="1112" y="283"/>
                    <a:pt x="1079" y="267"/>
                    <a:pt x="1063" y="267"/>
                  </a:cubicBezTo>
                  <a:cubicBezTo>
                    <a:pt x="962" y="234"/>
                    <a:pt x="877" y="218"/>
                    <a:pt x="776" y="182"/>
                  </a:cubicBezTo>
                  <a:cubicBezTo>
                    <a:pt x="708" y="166"/>
                    <a:pt x="643" y="150"/>
                    <a:pt x="558" y="133"/>
                  </a:cubicBezTo>
                  <a:cubicBezTo>
                    <a:pt x="474" y="117"/>
                    <a:pt x="373" y="81"/>
                    <a:pt x="272" y="49"/>
                  </a:cubicBezTo>
                  <a:lnTo>
                    <a:pt x="138" y="16"/>
                  </a:lnTo>
                  <a:lnTo>
                    <a:pt x="122" y="16"/>
                  </a:lnTo>
                  <a:cubicBezTo>
                    <a:pt x="102" y="16"/>
                    <a:pt x="86" y="0"/>
                    <a:pt x="70" y="0"/>
                  </a:cubicBezTo>
                  <a:close/>
                  <a:moveTo>
                    <a:pt x="1112" y="756"/>
                  </a:moveTo>
                  <a:lnTo>
                    <a:pt x="1112" y="925"/>
                  </a:lnTo>
                  <a:lnTo>
                    <a:pt x="1112" y="990"/>
                  </a:lnTo>
                  <a:lnTo>
                    <a:pt x="1112" y="1026"/>
                  </a:lnTo>
                  <a:lnTo>
                    <a:pt x="1132" y="1042"/>
                  </a:lnTo>
                  <a:lnTo>
                    <a:pt x="1132" y="1026"/>
                  </a:lnTo>
                  <a:lnTo>
                    <a:pt x="1132" y="990"/>
                  </a:lnTo>
                  <a:lnTo>
                    <a:pt x="1132" y="925"/>
                  </a:lnTo>
                  <a:cubicBezTo>
                    <a:pt x="1112" y="873"/>
                    <a:pt x="1112" y="808"/>
                    <a:pt x="1112" y="7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1299596" y="656832"/>
              <a:ext cx="195472" cy="250895"/>
            </a:xfrm>
            <a:custGeom>
              <a:rect b="b" l="l" r="r" t="t"/>
              <a:pathLst>
                <a:path extrusionOk="0" h="2526" w="1968">
                  <a:moveTo>
                    <a:pt x="1967" y="0"/>
                  </a:moveTo>
                  <a:cubicBezTo>
                    <a:pt x="1935" y="0"/>
                    <a:pt x="1919" y="17"/>
                    <a:pt x="1903" y="17"/>
                  </a:cubicBezTo>
                  <a:lnTo>
                    <a:pt x="1244" y="521"/>
                  </a:lnTo>
                  <a:cubicBezTo>
                    <a:pt x="1127" y="622"/>
                    <a:pt x="994" y="707"/>
                    <a:pt x="877" y="788"/>
                  </a:cubicBezTo>
                  <a:lnTo>
                    <a:pt x="776" y="873"/>
                  </a:lnTo>
                  <a:cubicBezTo>
                    <a:pt x="574" y="1026"/>
                    <a:pt x="372" y="1176"/>
                    <a:pt x="186" y="1329"/>
                  </a:cubicBezTo>
                  <a:cubicBezTo>
                    <a:pt x="388" y="1176"/>
                    <a:pt x="590" y="1043"/>
                    <a:pt x="776" y="889"/>
                  </a:cubicBezTo>
                  <a:lnTo>
                    <a:pt x="893" y="808"/>
                  </a:lnTo>
                  <a:cubicBezTo>
                    <a:pt x="1010" y="723"/>
                    <a:pt x="1127" y="622"/>
                    <a:pt x="1244" y="538"/>
                  </a:cubicBezTo>
                  <a:lnTo>
                    <a:pt x="1733" y="166"/>
                  </a:lnTo>
                  <a:lnTo>
                    <a:pt x="1919" y="33"/>
                  </a:lnTo>
                  <a:cubicBezTo>
                    <a:pt x="1935" y="17"/>
                    <a:pt x="1951" y="17"/>
                    <a:pt x="1967" y="17"/>
                  </a:cubicBezTo>
                  <a:lnTo>
                    <a:pt x="1967" y="0"/>
                  </a:lnTo>
                  <a:close/>
                  <a:moveTo>
                    <a:pt x="186" y="1329"/>
                  </a:moveTo>
                  <a:cubicBezTo>
                    <a:pt x="170" y="1329"/>
                    <a:pt x="150" y="1346"/>
                    <a:pt x="133" y="1362"/>
                  </a:cubicBezTo>
                  <a:cubicBezTo>
                    <a:pt x="117" y="1378"/>
                    <a:pt x="117" y="1378"/>
                    <a:pt x="101" y="1394"/>
                  </a:cubicBezTo>
                  <a:cubicBezTo>
                    <a:pt x="85" y="1394"/>
                    <a:pt x="85" y="1414"/>
                    <a:pt x="85" y="1430"/>
                  </a:cubicBezTo>
                  <a:cubicBezTo>
                    <a:pt x="85" y="1463"/>
                    <a:pt x="85" y="1495"/>
                    <a:pt x="69" y="1531"/>
                  </a:cubicBezTo>
                  <a:lnTo>
                    <a:pt x="69" y="1596"/>
                  </a:lnTo>
                  <a:lnTo>
                    <a:pt x="69" y="1717"/>
                  </a:lnTo>
                  <a:cubicBezTo>
                    <a:pt x="85" y="1681"/>
                    <a:pt x="85" y="1632"/>
                    <a:pt x="85" y="1596"/>
                  </a:cubicBezTo>
                  <a:lnTo>
                    <a:pt x="85" y="1531"/>
                  </a:lnTo>
                  <a:cubicBezTo>
                    <a:pt x="85" y="1495"/>
                    <a:pt x="101" y="1463"/>
                    <a:pt x="101" y="1430"/>
                  </a:cubicBezTo>
                  <a:lnTo>
                    <a:pt x="101" y="1414"/>
                  </a:lnTo>
                  <a:cubicBezTo>
                    <a:pt x="117" y="1394"/>
                    <a:pt x="133" y="1378"/>
                    <a:pt x="150" y="1362"/>
                  </a:cubicBezTo>
                  <a:cubicBezTo>
                    <a:pt x="150" y="1362"/>
                    <a:pt x="170" y="1346"/>
                    <a:pt x="186" y="1329"/>
                  </a:cubicBezTo>
                  <a:close/>
                  <a:moveTo>
                    <a:pt x="69" y="1717"/>
                  </a:moveTo>
                  <a:cubicBezTo>
                    <a:pt x="49" y="1750"/>
                    <a:pt x="49" y="1782"/>
                    <a:pt x="49" y="1818"/>
                  </a:cubicBezTo>
                  <a:lnTo>
                    <a:pt x="49" y="1899"/>
                  </a:lnTo>
                  <a:cubicBezTo>
                    <a:pt x="49" y="1952"/>
                    <a:pt x="32" y="1984"/>
                    <a:pt x="32" y="2036"/>
                  </a:cubicBezTo>
                  <a:lnTo>
                    <a:pt x="32" y="2153"/>
                  </a:lnTo>
                  <a:cubicBezTo>
                    <a:pt x="49" y="2101"/>
                    <a:pt x="49" y="2069"/>
                    <a:pt x="49" y="2036"/>
                  </a:cubicBezTo>
                  <a:cubicBezTo>
                    <a:pt x="49" y="1984"/>
                    <a:pt x="49" y="1952"/>
                    <a:pt x="69" y="1899"/>
                  </a:cubicBezTo>
                  <a:lnTo>
                    <a:pt x="69" y="1818"/>
                  </a:lnTo>
                  <a:lnTo>
                    <a:pt x="69" y="1717"/>
                  </a:lnTo>
                  <a:close/>
                  <a:moveTo>
                    <a:pt x="32" y="2153"/>
                  </a:moveTo>
                  <a:cubicBezTo>
                    <a:pt x="32" y="2186"/>
                    <a:pt x="16" y="2222"/>
                    <a:pt x="16" y="2254"/>
                  </a:cubicBezTo>
                  <a:lnTo>
                    <a:pt x="16" y="2323"/>
                  </a:lnTo>
                  <a:lnTo>
                    <a:pt x="16" y="2388"/>
                  </a:lnTo>
                  <a:cubicBezTo>
                    <a:pt x="32" y="2355"/>
                    <a:pt x="32" y="2339"/>
                    <a:pt x="32" y="2323"/>
                  </a:cubicBezTo>
                  <a:lnTo>
                    <a:pt x="32" y="2254"/>
                  </a:lnTo>
                  <a:lnTo>
                    <a:pt x="32" y="2153"/>
                  </a:lnTo>
                  <a:close/>
                  <a:moveTo>
                    <a:pt x="16" y="2424"/>
                  </a:moveTo>
                  <a:cubicBezTo>
                    <a:pt x="16" y="2440"/>
                    <a:pt x="0" y="2456"/>
                    <a:pt x="0" y="2489"/>
                  </a:cubicBezTo>
                  <a:lnTo>
                    <a:pt x="0" y="2505"/>
                  </a:lnTo>
                  <a:lnTo>
                    <a:pt x="16" y="2525"/>
                  </a:lnTo>
                  <a:lnTo>
                    <a:pt x="16" y="2505"/>
                  </a:lnTo>
                  <a:lnTo>
                    <a:pt x="16" y="2489"/>
                  </a:lnTo>
                  <a:lnTo>
                    <a:pt x="16" y="242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2488020" y="564559"/>
              <a:ext cx="72309" cy="25328"/>
            </a:xfrm>
            <a:custGeom>
              <a:rect b="b" l="l" r="r" t="t"/>
              <a:pathLst>
                <a:path extrusionOk="0" h="255" w="728">
                  <a:moveTo>
                    <a:pt x="1" y="0"/>
                  </a:moveTo>
                  <a:lnTo>
                    <a:pt x="1" y="20"/>
                  </a:lnTo>
                  <a:lnTo>
                    <a:pt x="37" y="20"/>
                  </a:lnTo>
                  <a:cubicBezTo>
                    <a:pt x="85" y="37"/>
                    <a:pt x="154" y="69"/>
                    <a:pt x="203" y="85"/>
                  </a:cubicBezTo>
                  <a:cubicBezTo>
                    <a:pt x="239" y="85"/>
                    <a:pt x="271" y="101"/>
                    <a:pt x="304" y="121"/>
                  </a:cubicBezTo>
                  <a:cubicBezTo>
                    <a:pt x="356" y="138"/>
                    <a:pt x="405" y="154"/>
                    <a:pt x="457" y="170"/>
                  </a:cubicBezTo>
                  <a:cubicBezTo>
                    <a:pt x="506" y="186"/>
                    <a:pt x="558" y="202"/>
                    <a:pt x="607" y="222"/>
                  </a:cubicBezTo>
                  <a:cubicBezTo>
                    <a:pt x="627" y="222"/>
                    <a:pt x="627" y="239"/>
                    <a:pt x="643" y="239"/>
                  </a:cubicBezTo>
                  <a:cubicBezTo>
                    <a:pt x="659" y="239"/>
                    <a:pt x="675" y="255"/>
                    <a:pt x="708" y="255"/>
                  </a:cubicBezTo>
                  <a:lnTo>
                    <a:pt x="728" y="255"/>
                  </a:lnTo>
                  <a:lnTo>
                    <a:pt x="708" y="239"/>
                  </a:lnTo>
                  <a:cubicBezTo>
                    <a:pt x="691" y="239"/>
                    <a:pt x="659" y="239"/>
                    <a:pt x="643" y="222"/>
                  </a:cubicBezTo>
                  <a:lnTo>
                    <a:pt x="627" y="222"/>
                  </a:lnTo>
                  <a:cubicBezTo>
                    <a:pt x="558" y="186"/>
                    <a:pt x="506" y="170"/>
                    <a:pt x="457" y="154"/>
                  </a:cubicBezTo>
                  <a:cubicBezTo>
                    <a:pt x="405" y="138"/>
                    <a:pt x="356" y="121"/>
                    <a:pt x="304" y="101"/>
                  </a:cubicBezTo>
                  <a:cubicBezTo>
                    <a:pt x="271" y="85"/>
                    <a:pt x="239" y="85"/>
                    <a:pt x="203" y="69"/>
                  </a:cubicBezTo>
                  <a:cubicBezTo>
                    <a:pt x="154" y="53"/>
                    <a:pt x="102" y="3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a:off x="2379656" y="532875"/>
              <a:ext cx="73600" cy="25328"/>
            </a:xfrm>
            <a:custGeom>
              <a:rect b="b" l="l" r="r" t="t"/>
              <a:pathLst>
                <a:path extrusionOk="0" h="255" w="741">
                  <a:moveTo>
                    <a:pt x="1" y="0"/>
                  </a:moveTo>
                  <a:cubicBezTo>
                    <a:pt x="33" y="16"/>
                    <a:pt x="82" y="36"/>
                    <a:pt x="118" y="53"/>
                  </a:cubicBezTo>
                  <a:cubicBezTo>
                    <a:pt x="134" y="53"/>
                    <a:pt x="150" y="53"/>
                    <a:pt x="167" y="69"/>
                  </a:cubicBezTo>
                  <a:cubicBezTo>
                    <a:pt x="268" y="101"/>
                    <a:pt x="369" y="137"/>
                    <a:pt x="470" y="170"/>
                  </a:cubicBezTo>
                  <a:cubicBezTo>
                    <a:pt x="538" y="186"/>
                    <a:pt x="587" y="218"/>
                    <a:pt x="655" y="238"/>
                  </a:cubicBezTo>
                  <a:lnTo>
                    <a:pt x="672" y="238"/>
                  </a:lnTo>
                  <a:cubicBezTo>
                    <a:pt x="672" y="238"/>
                    <a:pt x="672" y="218"/>
                    <a:pt x="655" y="218"/>
                  </a:cubicBezTo>
                  <a:cubicBezTo>
                    <a:pt x="607" y="202"/>
                    <a:pt x="538" y="186"/>
                    <a:pt x="470" y="154"/>
                  </a:cubicBezTo>
                  <a:cubicBezTo>
                    <a:pt x="369" y="117"/>
                    <a:pt x="268" y="85"/>
                    <a:pt x="167" y="53"/>
                  </a:cubicBezTo>
                  <a:cubicBezTo>
                    <a:pt x="150" y="53"/>
                    <a:pt x="134" y="36"/>
                    <a:pt x="118" y="36"/>
                  </a:cubicBezTo>
                  <a:cubicBezTo>
                    <a:pt x="82" y="16"/>
                    <a:pt x="33" y="0"/>
                    <a:pt x="1" y="0"/>
                  </a:cubicBezTo>
                  <a:close/>
                  <a:moveTo>
                    <a:pt x="672" y="238"/>
                  </a:moveTo>
                  <a:cubicBezTo>
                    <a:pt x="688" y="255"/>
                    <a:pt x="724" y="255"/>
                    <a:pt x="740" y="255"/>
                  </a:cubicBezTo>
                  <a:cubicBezTo>
                    <a:pt x="724" y="255"/>
                    <a:pt x="708" y="238"/>
                    <a:pt x="672" y="2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a:off x="1941534" y="203414"/>
              <a:ext cx="799368" cy="324693"/>
            </a:xfrm>
            <a:custGeom>
              <a:rect b="b" l="l" r="r" t="t"/>
              <a:pathLst>
                <a:path extrusionOk="0" h="3269" w="8048">
                  <a:moveTo>
                    <a:pt x="1" y="1"/>
                  </a:moveTo>
                  <a:cubicBezTo>
                    <a:pt x="17" y="1"/>
                    <a:pt x="49" y="21"/>
                    <a:pt x="69" y="21"/>
                  </a:cubicBezTo>
                  <a:cubicBezTo>
                    <a:pt x="85" y="37"/>
                    <a:pt x="102" y="37"/>
                    <a:pt x="118" y="53"/>
                  </a:cubicBezTo>
                  <a:cubicBezTo>
                    <a:pt x="150" y="53"/>
                    <a:pt x="170" y="69"/>
                    <a:pt x="203" y="69"/>
                  </a:cubicBezTo>
                  <a:cubicBezTo>
                    <a:pt x="186" y="53"/>
                    <a:pt x="150" y="53"/>
                    <a:pt x="134" y="37"/>
                  </a:cubicBezTo>
                  <a:cubicBezTo>
                    <a:pt x="102" y="21"/>
                    <a:pt x="85" y="21"/>
                    <a:pt x="69" y="1"/>
                  </a:cubicBezTo>
                  <a:close/>
                  <a:moveTo>
                    <a:pt x="203" y="69"/>
                  </a:moveTo>
                  <a:cubicBezTo>
                    <a:pt x="271" y="102"/>
                    <a:pt x="320" y="138"/>
                    <a:pt x="388" y="154"/>
                  </a:cubicBezTo>
                  <a:cubicBezTo>
                    <a:pt x="421" y="170"/>
                    <a:pt x="437" y="170"/>
                    <a:pt x="473" y="186"/>
                  </a:cubicBezTo>
                  <a:cubicBezTo>
                    <a:pt x="623" y="255"/>
                    <a:pt x="792" y="324"/>
                    <a:pt x="958" y="372"/>
                  </a:cubicBezTo>
                  <a:cubicBezTo>
                    <a:pt x="792" y="303"/>
                    <a:pt x="639" y="239"/>
                    <a:pt x="473" y="170"/>
                  </a:cubicBezTo>
                  <a:cubicBezTo>
                    <a:pt x="437" y="170"/>
                    <a:pt x="421" y="154"/>
                    <a:pt x="405" y="138"/>
                  </a:cubicBezTo>
                  <a:cubicBezTo>
                    <a:pt x="336" y="122"/>
                    <a:pt x="271" y="85"/>
                    <a:pt x="203" y="69"/>
                  </a:cubicBezTo>
                  <a:close/>
                  <a:moveTo>
                    <a:pt x="958" y="372"/>
                  </a:moveTo>
                  <a:lnTo>
                    <a:pt x="958" y="372"/>
                  </a:lnTo>
                  <a:cubicBezTo>
                    <a:pt x="1011" y="404"/>
                    <a:pt x="1059" y="425"/>
                    <a:pt x="1112" y="441"/>
                  </a:cubicBezTo>
                  <a:cubicBezTo>
                    <a:pt x="1059" y="404"/>
                    <a:pt x="1011" y="388"/>
                    <a:pt x="958" y="372"/>
                  </a:cubicBezTo>
                  <a:close/>
                  <a:moveTo>
                    <a:pt x="1112" y="441"/>
                  </a:moveTo>
                  <a:cubicBezTo>
                    <a:pt x="1196" y="473"/>
                    <a:pt x="1281" y="505"/>
                    <a:pt x="1362" y="542"/>
                  </a:cubicBezTo>
                  <a:cubicBezTo>
                    <a:pt x="1415" y="558"/>
                    <a:pt x="1463" y="590"/>
                    <a:pt x="1515" y="606"/>
                  </a:cubicBezTo>
                  <a:cubicBezTo>
                    <a:pt x="1584" y="627"/>
                    <a:pt x="1649" y="659"/>
                    <a:pt x="1717" y="691"/>
                  </a:cubicBezTo>
                  <a:cubicBezTo>
                    <a:pt x="1818" y="728"/>
                    <a:pt x="1919" y="776"/>
                    <a:pt x="2020" y="808"/>
                  </a:cubicBezTo>
                  <a:cubicBezTo>
                    <a:pt x="2138" y="861"/>
                    <a:pt x="2255" y="909"/>
                    <a:pt x="2372" y="946"/>
                  </a:cubicBezTo>
                  <a:cubicBezTo>
                    <a:pt x="2271" y="893"/>
                    <a:pt x="2138" y="845"/>
                    <a:pt x="2037" y="792"/>
                  </a:cubicBezTo>
                  <a:cubicBezTo>
                    <a:pt x="1936" y="760"/>
                    <a:pt x="1835" y="728"/>
                    <a:pt x="1734" y="675"/>
                  </a:cubicBezTo>
                  <a:cubicBezTo>
                    <a:pt x="1649" y="659"/>
                    <a:pt x="1584" y="627"/>
                    <a:pt x="1515" y="590"/>
                  </a:cubicBezTo>
                  <a:cubicBezTo>
                    <a:pt x="1463" y="574"/>
                    <a:pt x="1415" y="558"/>
                    <a:pt x="1362" y="526"/>
                  </a:cubicBezTo>
                  <a:cubicBezTo>
                    <a:pt x="1281" y="489"/>
                    <a:pt x="1196" y="457"/>
                    <a:pt x="1112" y="441"/>
                  </a:cubicBezTo>
                  <a:close/>
                  <a:moveTo>
                    <a:pt x="2372" y="946"/>
                  </a:moveTo>
                  <a:cubicBezTo>
                    <a:pt x="2525" y="1010"/>
                    <a:pt x="2695" y="1079"/>
                    <a:pt x="2861" y="1148"/>
                  </a:cubicBezTo>
                  <a:cubicBezTo>
                    <a:pt x="2877" y="1164"/>
                    <a:pt x="2913" y="1164"/>
                    <a:pt x="2929" y="1180"/>
                  </a:cubicBezTo>
                  <a:cubicBezTo>
                    <a:pt x="2998" y="1196"/>
                    <a:pt x="3047" y="1212"/>
                    <a:pt x="3099" y="1249"/>
                  </a:cubicBezTo>
                  <a:cubicBezTo>
                    <a:pt x="3047" y="1212"/>
                    <a:pt x="2998" y="1180"/>
                    <a:pt x="2946" y="1164"/>
                  </a:cubicBezTo>
                  <a:cubicBezTo>
                    <a:pt x="2913" y="1164"/>
                    <a:pt x="2897" y="1148"/>
                    <a:pt x="2861" y="1132"/>
                  </a:cubicBezTo>
                  <a:cubicBezTo>
                    <a:pt x="2695" y="1063"/>
                    <a:pt x="2525" y="994"/>
                    <a:pt x="2372" y="946"/>
                  </a:cubicBezTo>
                  <a:close/>
                  <a:moveTo>
                    <a:pt x="3099" y="1249"/>
                  </a:moveTo>
                  <a:cubicBezTo>
                    <a:pt x="3148" y="1265"/>
                    <a:pt x="3180" y="1281"/>
                    <a:pt x="3216" y="1297"/>
                  </a:cubicBezTo>
                  <a:cubicBezTo>
                    <a:pt x="3232" y="1297"/>
                    <a:pt x="3249" y="1297"/>
                    <a:pt x="3265" y="1313"/>
                  </a:cubicBezTo>
                  <a:cubicBezTo>
                    <a:pt x="3366" y="1350"/>
                    <a:pt x="3483" y="1398"/>
                    <a:pt x="3604" y="1451"/>
                  </a:cubicBezTo>
                  <a:cubicBezTo>
                    <a:pt x="3652" y="1467"/>
                    <a:pt x="3705" y="1483"/>
                    <a:pt x="3737" y="1499"/>
                  </a:cubicBezTo>
                  <a:cubicBezTo>
                    <a:pt x="3770" y="1515"/>
                    <a:pt x="3786" y="1536"/>
                    <a:pt x="3822" y="1536"/>
                  </a:cubicBezTo>
                  <a:cubicBezTo>
                    <a:pt x="3887" y="1568"/>
                    <a:pt x="3955" y="1584"/>
                    <a:pt x="4024" y="1616"/>
                  </a:cubicBezTo>
                  <a:cubicBezTo>
                    <a:pt x="4073" y="1637"/>
                    <a:pt x="4109" y="1653"/>
                    <a:pt x="4141" y="1669"/>
                  </a:cubicBezTo>
                  <a:cubicBezTo>
                    <a:pt x="4210" y="1685"/>
                    <a:pt x="4258" y="1717"/>
                    <a:pt x="4311" y="1738"/>
                  </a:cubicBezTo>
                  <a:cubicBezTo>
                    <a:pt x="4376" y="1754"/>
                    <a:pt x="4460" y="1786"/>
                    <a:pt x="4529" y="1818"/>
                  </a:cubicBezTo>
                  <a:cubicBezTo>
                    <a:pt x="4561" y="1839"/>
                    <a:pt x="4614" y="1855"/>
                    <a:pt x="4646" y="1871"/>
                  </a:cubicBezTo>
                  <a:cubicBezTo>
                    <a:pt x="4715" y="1903"/>
                    <a:pt x="4796" y="1940"/>
                    <a:pt x="4881" y="1956"/>
                  </a:cubicBezTo>
                  <a:cubicBezTo>
                    <a:pt x="4796" y="1919"/>
                    <a:pt x="4731" y="1887"/>
                    <a:pt x="4646" y="1855"/>
                  </a:cubicBezTo>
                  <a:cubicBezTo>
                    <a:pt x="4614" y="1839"/>
                    <a:pt x="4578" y="1818"/>
                    <a:pt x="4529" y="1802"/>
                  </a:cubicBezTo>
                  <a:cubicBezTo>
                    <a:pt x="4460" y="1786"/>
                    <a:pt x="4392" y="1754"/>
                    <a:pt x="4311" y="1717"/>
                  </a:cubicBezTo>
                  <a:cubicBezTo>
                    <a:pt x="4258" y="1701"/>
                    <a:pt x="4210" y="1685"/>
                    <a:pt x="4157" y="1653"/>
                  </a:cubicBezTo>
                  <a:cubicBezTo>
                    <a:pt x="4109" y="1637"/>
                    <a:pt x="4073" y="1616"/>
                    <a:pt x="4024" y="1600"/>
                  </a:cubicBezTo>
                  <a:cubicBezTo>
                    <a:pt x="3955" y="1584"/>
                    <a:pt x="3887" y="1552"/>
                    <a:pt x="3822" y="1515"/>
                  </a:cubicBezTo>
                  <a:cubicBezTo>
                    <a:pt x="3806" y="1515"/>
                    <a:pt x="3770" y="1499"/>
                    <a:pt x="3753" y="1499"/>
                  </a:cubicBezTo>
                  <a:cubicBezTo>
                    <a:pt x="3705" y="1483"/>
                    <a:pt x="3652" y="1451"/>
                    <a:pt x="3604" y="1435"/>
                  </a:cubicBezTo>
                  <a:cubicBezTo>
                    <a:pt x="3503" y="1382"/>
                    <a:pt x="3382" y="1350"/>
                    <a:pt x="3265" y="1297"/>
                  </a:cubicBezTo>
                  <a:cubicBezTo>
                    <a:pt x="3249" y="1297"/>
                    <a:pt x="3232" y="1281"/>
                    <a:pt x="3216" y="1281"/>
                  </a:cubicBezTo>
                  <a:cubicBezTo>
                    <a:pt x="3180" y="1265"/>
                    <a:pt x="3148" y="1249"/>
                    <a:pt x="3099" y="1249"/>
                  </a:cubicBezTo>
                  <a:close/>
                  <a:moveTo>
                    <a:pt x="4882" y="1956"/>
                  </a:moveTo>
                  <a:lnTo>
                    <a:pt x="4882" y="1956"/>
                  </a:lnTo>
                  <a:cubicBezTo>
                    <a:pt x="4966" y="1988"/>
                    <a:pt x="5051" y="2021"/>
                    <a:pt x="5135" y="2073"/>
                  </a:cubicBezTo>
                  <a:cubicBezTo>
                    <a:pt x="5167" y="2073"/>
                    <a:pt x="5200" y="2089"/>
                    <a:pt x="5220" y="2105"/>
                  </a:cubicBezTo>
                  <a:cubicBezTo>
                    <a:pt x="5252" y="2121"/>
                    <a:pt x="5285" y="2121"/>
                    <a:pt x="5301" y="2142"/>
                  </a:cubicBezTo>
                  <a:cubicBezTo>
                    <a:pt x="5353" y="2158"/>
                    <a:pt x="5385" y="2174"/>
                    <a:pt x="5438" y="2190"/>
                  </a:cubicBezTo>
                  <a:cubicBezTo>
                    <a:pt x="5539" y="2243"/>
                    <a:pt x="5656" y="2275"/>
                    <a:pt x="5773" y="2323"/>
                  </a:cubicBezTo>
                  <a:cubicBezTo>
                    <a:pt x="5890" y="2376"/>
                    <a:pt x="6008" y="2408"/>
                    <a:pt x="6109" y="2461"/>
                  </a:cubicBezTo>
                  <a:cubicBezTo>
                    <a:pt x="6177" y="2493"/>
                    <a:pt x="6246" y="2509"/>
                    <a:pt x="6294" y="2546"/>
                  </a:cubicBezTo>
                  <a:cubicBezTo>
                    <a:pt x="6379" y="2562"/>
                    <a:pt x="6448" y="2594"/>
                    <a:pt x="6513" y="2626"/>
                  </a:cubicBezTo>
                  <a:lnTo>
                    <a:pt x="6715" y="2711"/>
                  </a:lnTo>
                  <a:cubicBezTo>
                    <a:pt x="6852" y="2764"/>
                    <a:pt x="6985" y="2812"/>
                    <a:pt x="7102" y="2865"/>
                  </a:cubicBezTo>
                  <a:cubicBezTo>
                    <a:pt x="7119" y="2865"/>
                    <a:pt x="7139" y="2881"/>
                    <a:pt x="7155" y="2881"/>
                  </a:cubicBezTo>
                  <a:cubicBezTo>
                    <a:pt x="7203" y="2897"/>
                    <a:pt x="7240" y="2913"/>
                    <a:pt x="7288" y="2929"/>
                  </a:cubicBezTo>
                  <a:cubicBezTo>
                    <a:pt x="7320" y="2949"/>
                    <a:pt x="7357" y="2966"/>
                    <a:pt x="7389" y="2966"/>
                  </a:cubicBezTo>
                  <a:cubicBezTo>
                    <a:pt x="7357" y="2949"/>
                    <a:pt x="7320" y="2929"/>
                    <a:pt x="7288" y="2913"/>
                  </a:cubicBezTo>
                  <a:cubicBezTo>
                    <a:pt x="7256" y="2913"/>
                    <a:pt x="7203" y="2897"/>
                    <a:pt x="7171" y="2881"/>
                  </a:cubicBezTo>
                  <a:cubicBezTo>
                    <a:pt x="7155" y="2865"/>
                    <a:pt x="7139" y="2865"/>
                    <a:pt x="7119" y="2848"/>
                  </a:cubicBezTo>
                  <a:cubicBezTo>
                    <a:pt x="6985" y="2796"/>
                    <a:pt x="6852" y="2747"/>
                    <a:pt x="6715" y="2695"/>
                  </a:cubicBezTo>
                  <a:lnTo>
                    <a:pt x="6533" y="2610"/>
                  </a:lnTo>
                  <a:cubicBezTo>
                    <a:pt x="6448" y="2578"/>
                    <a:pt x="6379" y="2562"/>
                    <a:pt x="6311" y="2525"/>
                  </a:cubicBezTo>
                  <a:cubicBezTo>
                    <a:pt x="6246" y="2493"/>
                    <a:pt x="6177" y="2477"/>
                    <a:pt x="6109" y="2445"/>
                  </a:cubicBezTo>
                  <a:cubicBezTo>
                    <a:pt x="6008" y="2408"/>
                    <a:pt x="5890" y="2360"/>
                    <a:pt x="5773" y="2307"/>
                  </a:cubicBezTo>
                  <a:cubicBezTo>
                    <a:pt x="5656" y="2275"/>
                    <a:pt x="5555" y="2222"/>
                    <a:pt x="5438" y="2174"/>
                  </a:cubicBezTo>
                  <a:cubicBezTo>
                    <a:pt x="5402" y="2158"/>
                    <a:pt x="5353" y="2142"/>
                    <a:pt x="5321" y="2121"/>
                  </a:cubicBezTo>
                  <a:cubicBezTo>
                    <a:pt x="5285" y="2121"/>
                    <a:pt x="5252" y="2105"/>
                    <a:pt x="5236" y="2089"/>
                  </a:cubicBezTo>
                  <a:cubicBezTo>
                    <a:pt x="5200" y="2073"/>
                    <a:pt x="5167" y="2073"/>
                    <a:pt x="5135" y="2057"/>
                  </a:cubicBezTo>
                  <a:cubicBezTo>
                    <a:pt x="5051" y="2021"/>
                    <a:pt x="4966" y="1988"/>
                    <a:pt x="4882" y="1956"/>
                  </a:cubicBezTo>
                  <a:close/>
                  <a:moveTo>
                    <a:pt x="7389" y="2966"/>
                  </a:moveTo>
                  <a:cubicBezTo>
                    <a:pt x="7405" y="2982"/>
                    <a:pt x="7442" y="2998"/>
                    <a:pt x="7474" y="3014"/>
                  </a:cubicBezTo>
                  <a:cubicBezTo>
                    <a:pt x="7559" y="3030"/>
                    <a:pt x="7644" y="3067"/>
                    <a:pt x="7708" y="3099"/>
                  </a:cubicBezTo>
                  <a:cubicBezTo>
                    <a:pt x="7761" y="3115"/>
                    <a:pt x="7793" y="3131"/>
                    <a:pt x="7825" y="3151"/>
                  </a:cubicBezTo>
                  <a:cubicBezTo>
                    <a:pt x="7878" y="3184"/>
                    <a:pt x="7926" y="3200"/>
                    <a:pt x="7979" y="3216"/>
                  </a:cubicBezTo>
                  <a:cubicBezTo>
                    <a:pt x="7995" y="3216"/>
                    <a:pt x="8011" y="3232"/>
                    <a:pt x="8027" y="3232"/>
                  </a:cubicBezTo>
                  <a:lnTo>
                    <a:pt x="8027" y="3252"/>
                  </a:lnTo>
                  <a:lnTo>
                    <a:pt x="8027" y="3269"/>
                  </a:lnTo>
                  <a:lnTo>
                    <a:pt x="8048" y="3252"/>
                  </a:lnTo>
                  <a:lnTo>
                    <a:pt x="8048" y="3232"/>
                  </a:lnTo>
                  <a:lnTo>
                    <a:pt x="8027" y="3216"/>
                  </a:lnTo>
                  <a:cubicBezTo>
                    <a:pt x="8011" y="3216"/>
                    <a:pt x="7995" y="3200"/>
                    <a:pt x="7979" y="3200"/>
                  </a:cubicBezTo>
                  <a:cubicBezTo>
                    <a:pt x="7926" y="3184"/>
                    <a:pt x="7878" y="3168"/>
                    <a:pt x="7846" y="3151"/>
                  </a:cubicBezTo>
                  <a:cubicBezTo>
                    <a:pt x="7793" y="3131"/>
                    <a:pt x="7761" y="3115"/>
                    <a:pt x="7724" y="3099"/>
                  </a:cubicBezTo>
                  <a:cubicBezTo>
                    <a:pt x="7644" y="3067"/>
                    <a:pt x="7559" y="3030"/>
                    <a:pt x="7474" y="2998"/>
                  </a:cubicBezTo>
                  <a:cubicBezTo>
                    <a:pt x="7442" y="2982"/>
                    <a:pt x="7421" y="2966"/>
                    <a:pt x="7389" y="29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2222425" y="922427"/>
              <a:ext cx="95153" cy="28606"/>
            </a:xfrm>
            <a:custGeom>
              <a:rect b="b" l="l" r="r" t="t"/>
              <a:pathLst>
                <a:path extrusionOk="0" h="288" w="958">
                  <a:moveTo>
                    <a:pt x="0" y="1"/>
                  </a:moveTo>
                  <a:lnTo>
                    <a:pt x="17" y="17"/>
                  </a:lnTo>
                  <a:cubicBezTo>
                    <a:pt x="49" y="17"/>
                    <a:pt x="69" y="33"/>
                    <a:pt x="85" y="33"/>
                  </a:cubicBezTo>
                  <a:cubicBezTo>
                    <a:pt x="118" y="53"/>
                    <a:pt x="170" y="53"/>
                    <a:pt x="202" y="69"/>
                  </a:cubicBezTo>
                  <a:cubicBezTo>
                    <a:pt x="287" y="85"/>
                    <a:pt x="372" y="118"/>
                    <a:pt x="453" y="134"/>
                  </a:cubicBezTo>
                  <a:cubicBezTo>
                    <a:pt x="372" y="102"/>
                    <a:pt x="287" y="85"/>
                    <a:pt x="219" y="53"/>
                  </a:cubicBezTo>
                  <a:cubicBezTo>
                    <a:pt x="170" y="53"/>
                    <a:pt x="134" y="33"/>
                    <a:pt x="85" y="17"/>
                  </a:cubicBezTo>
                  <a:cubicBezTo>
                    <a:pt x="69" y="17"/>
                    <a:pt x="49" y="17"/>
                    <a:pt x="33" y="1"/>
                  </a:cubicBezTo>
                  <a:close/>
                  <a:moveTo>
                    <a:pt x="453" y="134"/>
                  </a:moveTo>
                  <a:cubicBezTo>
                    <a:pt x="489" y="154"/>
                    <a:pt x="538" y="170"/>
                    <a:pt x="574" y="170"/>
                  </a:cubicBezTo>
                  <a:cubicBezTo>
                    <a:pt x="639" y="203"/>
                    <a:pt x="707" y="219"/>
                    <a:pt x="776" y="235"/>
                  </a:cubicBezTo>
                  <a:lnTo>
                    <a:pt x="792" y="235"/>
                  </a:lnTo>
                  <a:cubicBezTo>
                    <a:pt x="808" y="235"/>
                    <a:pt x="824" y="235"/>
                    <a:pt x="857" y="255"/>
                  </a:cubicBezTo>
                  <a:cubicBezTo>
                    <a:pt x="893" y="271"/>
                    <a:pt x="925" y="271"/>
                    <a:pt x="958" y="287"/>
                  </a:cubicBezTo>
                  <a:lnTo>
                    <a:pt x="958" y="271"/>
                  </a:lnTo>
                  <a:cubicBezTo>
                    <a:pt x="925" y="271"/>
                    <a:pt x="893" y="255"/>
                    <a:pt x="857" y="235"/>
                  </a:cubicBezTo>
                  <a:cubicBezTo>
                    <a:pt x="841" y="235"/>
                    <a:pt x="808" y="219"/>
                    <a:pt x="792" y="219"/>
                  </a:cubicBezTo>
                  <a:lnTo>
                    <a:pt x="776" y="219"/>
                  </a:lnTo>
                  <a:cubicBezTo>
                    <a:pt x="707" y="203"/>
                    <a:pt x="639" y="186"/>
                    <a:pt x="590" y="170"/>
                  </a:cubicBezTo>
                  <a:cubicBezTo>
                    <a:pt x="538" y="154"/>
                    <a:pt x="505" y="134"/>
                    <a:pt x="453"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1650611" y="775228"/>
              <a:ext cx="295889" cy="209079"/>
            </a:xfrm>
            <a:custGeom>
              <a:rect b="b" l="l" r="r" t="t"/>
              <a:pathLst>
                <a:path extrusionOk="0" h="2105" w="2979">
                  <a:moveTo>
                    <a:pt x="2978" y="0"/>
                  </a:moveTo>
                  <a:cubicBezTo>
                    <a:pt x="2930" y="0"/>
                    <a:pt x="2897" y="36"/>
                    <a:pt x="2845" y="53"/>
                  </a:cubicBezTo>
                  <a:cubicBezTo>
                    <a:pt x="2845" y="53"/>
                    <a:pt x="2829" y="69"/>
                    <a:pt x="2812" y="69"/>
                  </a:cubicBezTo>
                  <a:cubicBezTo>
                    <a:pt x="2728" y="121"/>
                    <a:pt x="2643" y="170"/>
                    <a:pt x="2574" y="202"/>
                  </a:cubicBezTo>
                  <a:cubicBezTo>
                    <a:pt x="2526" y="238"/>
                    <a:pt x="2493" y="255"/>
                    <a:pt x="2441" y="271"/>
                  </a:cubicBezTo>
                  <a:cubicBezTo>
                    <a:pt x="2324" y="339"/>
                    <a:pt x="2223" y="404"/>
                    <a:pt x="2106" y="457"/>
                  </a:cubicBezTo>
                  <a:lnTo>
                    <a:pt x="2037" y="505"/>
                  </a:lnTo>
                  <a:lnTo>
                    <a:pt x="2122" y="473"/>
                  </a:lnTo>
                  <a:cubicBezTo>
                    <a:pt x="2223" y="404"/>
                    <a:pt x="2340" y="356"/>
                    <a:pt x="2441" y="287"/>
                  </a:cubicBezTo>
                  <a:cubicBezTo>
                    <a:pt x="2493" y="271"/>
                    <a:pt x="2542" y="238"/>
                    <a:pt x="2574" y="222"/>
                  </a:cubicBezTo>
                  <a:cubicBezTo>
                    <a:pt x="2659" y="170"/>
                    <a:pt x="2728" y="137"/>
                    <a:pt x="2812" y="85"/>
                  </a:cubicBezTo>
                  <a:cubicBezTo>
                    <a:pt x="2829" y="85"/>
                    <a:pt x="2845" y="69"/>
                    <a:pt x="2861" y="69"/>
                  </a:cubicBezTo>
                  <a:cubicBezTo>
                    <a:pt x="2897" y="36"/>
                    <a:pt x="2930" y="20"/>
                    <a:pt x="2978" y="20"/>
                  </a:cubicBezTo>
                  <a:lnTo>
                    <a:pt x="2978" y="0"/>
                  </a:lnTo>
                  <a:close/>
                  <a:moveTo>
                    <a:pt x="2037" y="505"/>
                  </a:moveTo>
                  <a:cubicBezTo>
                    <a:pt x="1988" y="525"/>
                    <a:pt x="1936" y="558"/>
                    <a:pt x="1887" y="574"/>
                  </a:cubicBezTo>
                  <a:cubicBezTo>
                    <a:pt x="1819" y="606"/>
                    <a:pt x="1766" y="642"/>
                    <a:pt x="1718" y="675"/>
                  </a:cubicBezTo>
                  <a:cubicBezTo>
                    <a:pt x="1786" y="659"/>
                    <a:pt x="1835" y="626"/>
                    <a:pt x="1887" y="590"/>
                  </a:cubicBezTo>
                  <a:cubicBezTo>
                    <a:pt x="1936" y="574"/>
                    <a:pt x="1988" y="541"/>
                    <a:pt x="2037" y="505"/>
                  </a:cubicBezTo>
                  <a:close/>
                  <a:moveTo>
                    <a:pt x="1718" y="675"/>
                  </a:moveTo>
                  <a:lnTo>
                    <a:pt x="1718" y="675"/>
                  </a:lnTo>
                  <a:cubicBezTo>
                    <a:pt x="1665" y="707"/>
                    <a:pt x="1601" y="727"/>
                    <a:pt x="1548" y="760"/>
                  </a:cubicBezTo>
                  <a:cubicBezTo>
                    <a:pt x="1463" y="808"/>
                    <a:pt x="1399" y="844"/>
                    <a:pt x="1314" y="893"/>
                  </a:cubicBezTo>
                  <a:cubicBezTo>
                    <a:pt x="1245" y="929"/>
                    <a:pt x="1197" y="961"/>
                    <a:pt x="1128" y="994"/>
                  </a:cubicBezTo>
                  <a:cubicBezTo>
                    <a:pt x="1197" y="961"/>
                    <a:pt x="1261" y="945"/>
                    <a:pt x="1314" y="909"/>
                  </a:cubicBezTo>
                  <a:cubicBezTo>
                    <a:pt x="1399" y="861"/>
                    <a:pt x="1483" y="808"/>
                    <a:pt x="1548" y="776"/>
                  </a:cubicBezTo>
                  <a:cubicBezTo>
                    <a:pt x="1617" y="743"/>
                    <a:pt x="1665" y="707"/>
                    <a:pt x="1718" y="675"/>
                  </a:cubicBezTo>
                  <a:close/>
                  <a:moveTo>
                    <a:pt x="1128" y="994"/>
                  </a:moveTo>
                  <a:cubicBezTo>
                    <a:pt x="1043" y="1046"/>
                    <a:pt x="942" y="1095"/>
                    <a:pt x="857" y="1131"/>
                  </a:cubicBezTo>
                  <a:cubicBezTo>
                    <a:pt x="776" y="1180"/>
                    <a:pt x="692" y="1232"/>
                    <a:pt x="623" y="1264"/>
                  </a:cubicBezTo>
                  <a:cubicBezTo>
                    <a:pt x="538" y="1313"/>
                    <a:pt x="453" y="1349"/>
                    <a:pt x="389" y="1398"/>
                  </a:cubicBezTo>
                  <a:cubicBezTo>
                    <a:pt x="320" y="1434"/>
                    <a:pt x="272" y="1466"/>
                    <a:pt x="203" y="1483"/>
                  </a:cubicBezTo>
                  <a:cubicBezTo>
                    <a:pt x="171" y="1515"/>
                    <a:pt x="118" y="1551"/>
                    <a:pt x="70" y="1567"/>
                  </a:cubicBezTo>
                  <a:cubicBezTo>
                    <a:pt x="17" y="1600"/>
                    <a:pt x="1" y="1616"/>
                    <a:pt x="17" y="1668"/>
                  </a:cubicBezTo>
                  <a:cubicBezTo>
                    <a:pt x="33" y="1685"/>
                    <a:pt x="17" y="1685"/>
                    <a:pt x="17" y="1701"/>
                  </a:cubicBezTo>
                  <a:lnTo>
                    <a:pt x="17" y="1717"/>
                  </a:lnTo>
                  <a:cubicBezTo>
                    <a:pt x="1" y="1737"/>
                    <a:pt x="1" y="1769"/>
                    <a:pt x="1" y="1786"/>
                  </a:cubicBezTo>
                  <a:lnTo>
                    <a:pt x="1" y="1838"/>
                  </a:lnTo>
                  <a:lnTo>
                    <a:pt x="1" y="2020"/>
                  </a:lnTo>
                  <a:lnTo>
                    <a:pt x="1" y="2105"/>
                  </a:lnTo>
                  <a:cubicBezTo>
                    <a:pt x="1" y="2072"/>
                    <a:pt x="1" y="2056"/>
                    <a:pt x="17" y="2020"/>
                  </a:cubicBezTo>
                  <a:lnTo>
                    <a:pt x="17" y="1838"/>
                  </a:lnTo>
                  <a:lnTo>
                    <a:pt x="17" y="1786"/>
                  </a:lnTo>
                  <a:cubicBezTo>
                    <a:pt x="17" y="1769"/>
                    <a:pt x="17" y="1737"/>
                    <a:pt x="33" y="1717"/>
                  </a:cubicBezTo>
                  <a:lnTo>
                    <a:pt x="33" y="1701"/>
                  </a:lnTo>
                  <a:lnTo>
                    <a:pt x="33" y="1668"/>
                  </a:lnTo>
                  <a:cubicBezTo>
                    <a:pt x="17" y="1616"/>
                    <a:pt x="33" y="1600"/>
                    <a:pt x="70" y="1584"/>
                  </a:cubicBezTo>
                  <a:cubicBezTo>
                    <a:pt x="118" y="1551"/>
                    <a:pt x="171" y="1535"/>
                    <a:pt x="219" y="1499"/>
                  </a:cubicBezTo>
                  <a:cubicBezTo>
                    <a:pt x="272" y="1466"/>
                    <a:pt x="336" y="1434"/>
                    <a:pt x="389" y="1414"/>
                  </a:cubicBezTo>
                  <a:cubicBezTo>
                    <a:pt x="473" y="1365"/>
                    <a:pt x="538" y="1333"/>
                    <a:pt x="623" y="1281"/>
                  </a:cubicBezTo>
                  <a:cubicBezTo>
                    <a:pt x="708" y="1232"/>
                    <a:pt x="793" y="1196"/>
                    <a:pt x="857" y="1147"/>
                  </a:cubicBezTo>
                  <a:cubicBezTo>
                    <a:pt x="958" y="1095"/>
                    <a:pt x="1043" y="1046"/>
                    <a:pt x="1128" y="99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1815987" y="857469"/>
              <a:ext cx="5264" cy="130513"/>
            </a:xfrm>
            <a:custGeom>
              <a:rect b="b" l="l" r="r" t="t"/>
              <a:pathLst>
                <a:path extrusionOk="0" h="1314" w="53">
                  <a:moveTo>
                    <a:pt x="37" y="0"/>
                  </a:moveTo>
                  <a:lnTo>
                    <a:pt x="37" y="81"/>
                  </a:lnTo>
                  <a:lnTo>
                    <a:pt x="37" y="283"/>
                  </a:lnTo>
                  <a:lnTo>
                    <a:pt x="37" y="505"/>
                  </a:lnTo>
                  <a:cubicBezTo>
                    <a:pt x="37" y="420"/>
                    <a:pt x="37" y="352"/>
                    <a:pt x="53" y="283"/>
                  </a:cubicBezTo>
                  <a:lnTo>
                    <a:pt x="53" y="81"/>
                  </a:lnTo>
                  <a:lnTo>
                    <a:pt x="53" y="0"/>
                  </a:lnTo>
                  <a:close/>
                  <a:moveTo>
                    <a:pt x="37" y="505"/>
                  </a:moveTo>
                  <a:cubicBezTo>
                    <a:pt x="37" y="570"/>
                    <a:pt x="20" y="638"/>
                    <a:pt x="20" y="707"/>
                  </a:cubicBezTo>
                  <a:lnTo>
                    <a:pt x="20" y="1075"/>
                  </a:lnTo>
                  <a:lnTo>
                    <a:pt x="20" y="1228"/>
                  </a:lnTo>
                  <a:cubicBezTo>
                    <a:pt x="20" y="1176"/>
                    <a:pt x="37" y="1127"/>
                    <a:pt x="37" y="1075"/>
                  </a:cubicBezTo>
                  <a:lnTo>
                    <a:pt x="37" y="707"/>
                  </a:lnTo>
                  <a:lnTo>
                    <a:pt x="37" y="505"/>
                  </a:lnTo>
                  <a:close/>
                  <a:moveTo>
                    <a:pt x="20" y="1228"/>
                  </a:moveTo>
                  <a:cubicBezTo>
                    <a:pt x="0" y="1261"/>
                    <a:pt x="0" y="1277"/>
                    <a:pt x="0" y="1313"/>
                  </a:cubicBezTo>
                  <a:lnTo>
                    <a:pt x="20" y="1313"/>
                  </a:lnTo>
                  <a:lnTo>
                    <a:pt x="20" y="122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2199183" y="862236"/>
              <a:ext cx="1689" cy="118892"/>
            </a:xfrm>
            <a:custGeom>
              <a:rect b="b" l="l" r="r" t="t"/>
              <a:pathLst>
                <a:path extrusionOk="0" h="1197" w="17">
                  <a:moveTo>
                    <a:pt x="0" y="1"/>
                  </a:moveTo>
                  <a:lnTo>
                    <a:pt x="0" y="85"/>
                  </a:lnTo>
                  <a:cubicBezTo>
                    <a:pt x="0" y="69"/>
                    <a:pt x="0" y="33"/>
                    <a:pt x="16" y="17"/>
                  </a:cubicBezTo>
                  <a:lnTo>
                    <a:pt x="16" y="1"/>
                  </a:lnTo>
                  <a:close/>
                  <a:moveTo>
                    <a:pt x="0" y="85"/>
                  </a:moveTo>
                  <a:lnTo>
                    <a:pt x="0" y="558"/>
                  </a:lnTo>
                  <a:lnTo>
                    <a:pt x="0" y="760"/>
                  </a:lnTo>
                  <a:lnTo>
                    <a:pt x="0" y="1095"/>
                  </a:lnTo>
                  <a:lnTo>
                    <a:pt x="0" y="1164"/>
                  </a:lnTo>
                  <a:lnTo>
                    <a:pt x="0" y="1196"/>
                  </a:lnTo>
                  <a:lnTo>
                    <a:pt x="16" y="1196"/>
                  </a:lnTo>
                  <a:lnTo>
                    <a:pt x="16" y="1164"/>
                  </a:lnTo>
                  <a:lnTo>
                    <a:pt x="16" y="1095"/>
                  </a:lnTo>
                  <a:lnTo>
                    <a:pt x="16" y="760"/>
                  </a:lnTo>
                  <a:lnTo>
                    <a:pt x="16" y="558"/>
                  </a:lnTo>
                  <a:cubicBezTo>
                    <a:pt x="0" y="405"/>
                    <a:pt x="0" y="235"/>
                    <a:pt x="0"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1826019" y="883293"/>
              <a:ext cx="122468" cy="104689"/>
            </a:xfrm>
            <a:custGeom>
              <a:rect b="b" l="l" r="r" t="t"/>
              <a:pathLst>
                <a:path extrusionOk="0" h="1054" w="1233">
                  <a:moveTo>
                    <a:pt x="1202" y="0"/>
                  </a:moveTo>
                  <a:cubicBezTo>
                    <a:pt x="1178" y="0"/>
                    <a:pt x="1159" y="12"/>
                    <a:pt x="1147" y="23"/>
                  </a:cubicBezTo>
                  <a:cubicBezTo>
                    <a:pt x="1131" y="23"/>
                    <a:pt x="1131" y="43"/>
                    <a:pt x="1111" y="43"/>
                  </a:cubicBezTo>
                  <a:cubicBezTo>
                    <a:pt x="1030" y="75"/>
                    <a:pt x="945" y="124"/>
                    <a:pt x="861" y="160"/>
                  </a:cubicBezTo>
                  <a:lnTo>
                    <a:pt x="808" y="193"/>
                  </a:lnTo>
                  <a:cubicBezTo>
                    <a:pt x="743" y="225"/>
                    <a:pt x="691" y="245"/>
                    <a:pt x="643" y="277"/>
                  </a:cubicBezTo>
                  <a:cubicBezTo>
                    <a:pt x="542" y="326"/>
                    <a:pt x="424" y="378"/>
                    <a:pt x="323" y="447"/>
                  </a:cubicBezTo>
                  <a:cubicBezTo>
                    <a:pt x="441" y="395"/>
                    <a:pt x="542" y="346"/>
                    <a:pt x="643" y="294"/>
                  </a:cubicBezTo>
                  <a:cubicBezTo>
                    <a:pt x="691" y="261"/>
                    <a:pt x="760" y="245"/>
                    <a:pt x="808" y="209"/>
                  </a:cubicBezTo>
                  <a:lnTo>
                    <a:pt x="861" y="176"/>
                  </a:lnTo>
                  <a:cubicBezTo>
                    <a:pt x="945" y="144"/>
                    <a:pt x="1030" y="92"/>
                    <a:pt x="1131" y="59"/>
                  </a:cubicBezTo>
                  <a:cubicBezTo>
                    <a:pt x="1131" y="43"/>
                    <a:pt x="1147" y="43"/>
                    <a:pt x="1147" y="43"/>
                  </a:cubicBezTo>
                  <a:cubicBezTo>
                    <a:pt x="1180" y="23"/>
                    <a:pt x="1196" y="7"/>
                    <a:pt x="1232" y="7"/>
                  </a:cubicBezTo>
                  <a:cubicBezTo>
                    <a:pt x="1222" y="2"/>
                    <a:pt x="1211" y="0"/>
                    <a:pt x="1202" y="0"/>
                  </a:cubicBezTo>
                  <a:close/>
                  <a:moveTo>
                    <a:pt x="323" y="447"/>
                  </a:moveTo>
                  <a:cubicBezTo>
                    <a:pt x="287" y="447"/>
                    <a:pt x="271" y="463"/>
                    <a:pt x="239" y="479"/>
                  </a:cubicBezTo>
                  <a:cubicBezTo>
                    <a:pt x="186" y="512"/>
                    <a:pt x="138" y="528"/>
                    <a:pt x="69" y="564"/>
                  </a:cubicBezTo>
                  <a:cubicBezTo>
                    <a:pt x="20" y="580"/>
                    <a:pt x="0" y="613"/>
                    <a:pt x="0" y="665"/>
                  </a:cubicBezTo>
                  <a:lnTo>
                    <a:pt x="0" y="932"/>
                  </a:lnTo>
                  <a:lnTo>
                    <a:pt x="0" y="1053"/>
                  </a:lnTo>
                  <a:cubicBezTo>
                    <a:pt x="0" y="1001"/>
                    <a:pt x="0" y="968"/>
                    <a:pt x="20" y="932"/>
                  </a:cubicBezTo>
                  <a:lnTo>
                    <a:pt x="20" y="665"/>
                  </a:lnTo>
                  <a:cubicBezTo>
                    <a:pt x="20" y="613"/>
                    <a:pt x="37" y="597"/>
                    <a:pt x="69" y="580"/>
                  </a:cubicBezTo>
                  <a:cubicBezTo>
                    <a:pt x="138" y="548"/>
                    <a:pt x="186" y="512"/>
                    <a:pt x="239" y="496"/>
                  </a:cubicBezTo>
                  <a:cubicBezTo>
                    <a:pt x="271" y="479"/>
                    <a:pt x="303" y="463"/>
                    <a:pt x="323" y="4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1759372" y="382397"/>
              <a:ext cx="183851" cy="138856"/>
            </a:xfrm>
            <a:custGeom>
              <a:rect b="b" l="l" r="r" t="t"/>
              <a:pathLst>
                <a:path extrusionOk="0" h="1398" w="1851">
                  <a:moveTo>
                    <a:pt x="1851" y="0"/>
                  </a:moveTo>
                  <a:cubicBezTo>
                    <a:pt x="1818" y="0"/>
                    <a:pt x="1802" y="0"/>
                    <a:pt x="1782" y="16"/>
                  </a:cubicBezTo>
                  <a:cubicBezTo>
                    <a:pt x="1717" y="69"/>
                    <a:pt x="1665" y="117"/>
                    <a:pt x="1600" y="154"/>
                  </a:cubicBezTo>
                  <a:cubicBezTo>
                    <a:pt x="1515" y="218"/>
                    <a:pt x="1447" y="287"/>
                    <a:pt x="1362" y="340"/>
                  </a:cubicBezTo>
                  <a:cubicBezTo>
                    <a:pt x="1261" y="420"/>
                    <a:pt x="1160" y="505"/>
                    <a:pt x="1059" y="574"/>
                  </a:cubicBezTo>
                  <a:cubicBezTo>
                    <a:pt x="974" y="643"/>
                    <a:pt x="893" y="707"/>
                    <a:pt x="809" y="776"/>
                  </a:cubicBezTo>
                  <a:cubicBezTo>
                    <a:pt x="655" y="893"/>
                    <a:pt x="522" y="1010"/>
                    <a:pt x="368" y="1111"/>
                  </a:cubicBezTo>
                  <a:cubicBezTo>
                    <a:pt x="267" y="1196"/>
                    <a:pt x="186" y="1265"/>
                    <a:pt x="102" y="1329"/>
                  </a:cubicBezTo>
                  <a:cubicBezTo>
                    <a:pt x="85" y="1329"/>
                    <a:pt x="85" y="1349"/>
                    <a:pt x="65" y="1349"/>
                  </a:cubicBezTo>
                  <a:cubicBezTo>
                    <a:pt x="49" y="1366"/>
                    <a:pt x="49" y="1366"/>
                    <a:pt x="33" y="1382"/>
                  </a:cubicBezTo>
                  <a:cubicBezTo>
                    <a:pt x="17" y="1382"/>
                    <a:pt x="17" y="1398"/>
                    <a:pt x="1" y="1398"/>
                  </a:cubicBezTo>
                  <a:lnTo>
                    <a:pt x="33" y="1398"/>
                  </a:lnTo>
                  <a:lnTo>
                    <a:pt x="65" y="1366"/>
                  </a:lnTo>
                  <a:cubicBezTo>
                    <a:pt x="85" y="1349"/>
                    <a:pt x="102" y="1349"/>
                    <a:pt x="102" y="1349"/>
                  </a:cubicBezTo>
                  <a:cubicBezTo>
                    <a:pt x="186" y="1265"/>
                    <a:pt x="287" y="1196"/>
                    <a:pt x="368" y="1127"/>
                  </a:cubicBezTo>
                  <a:cubicBezTo>
                    <a:pt x="522" y="1010"/>
                    <a:pt x="671" y="893"/>
                    <a:pt x="825" y="776"/>
                  </a:cubicBezTo>
                  <a:cubicBezTo>
                    <a:pt x="910" y="723"/>
                    <a:pt x="994" y="659"/>
                    <a:pt x="1059" y="590"/>
                  </a:cubicBezTo>
                  <a:cubicBezTo>
                    <a:pt x="1176" y="505"/>
                    <a:pt x="1277" y="441"/>
                    <a:pt x="1378" y="356"/>
                  </a:cubicBezTo>
                  <a:cubicBezTo>
                    <a:pt x="1447" y="287"/>
                    <a:pt x="1532" y="239"/>
                    <a:pt x="1616" y="170"/>
                  </a:cubicBezTo>
                  <a:cubicBezTo>
                    <a:pt x="1665" y="117"/>
                    <a:pt x="1734" y="69"/>
                    <a:pt x="1782" y="37"/>
                  </a:cubicBezTo>
                  <a:cubicBezTo>
                    <a:pt x="1797" y="22"/>
                    <a:pt x="1809" y="10"/>
                    <a:pt x="1821" y="10"/>
                  </a:cubicBezTo>
                  <a:cubicBezTo>
                    <a:pt x="1825" y="10"/>
                    <a:pt x="1830" y="12"/>
                    <a:pt x="1835" y="16"/>
                  </a:cubicBezTo>
                  <a:lnTo>
                    <a:pt x="18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9"/>
            <p:cNvSpPr/>
            <p:nvPr/>
          </p:nvSpPr>
          <p:spPr>
            <a:xfrm>
              <a:off x="1759372" y="298865"/>
              <a:ext cx="182261" cy="143823"/>
            </a:xfrm>
            <a:custGeom>
              <a:rect b="b" l="l" r="r" t="t"/>
              <a:pathLst>
                <a:path extrusionOk="0" h="1448" w="1835">
                  <a:moveTo>
                    <a:pt x="1835" y="1"/>
                  </a:moveTo>
                  <a:cubicBezTo>
                    <a:pt x="1782" y="1"/>
                    <a:pt x="1766" y="33"/>
                    <a:pt x="1734" y="49"/>
                  </a:cubicBezTo>
                  <a:cubicBezTo>
                    <a:pt x="1734" y="70"/>
                    <a:pt x="1717" y="70"/>
                    <a:pt x="1717" y="86"/>
                  </a:cubicBezTo>
                  <a:cubicBezTo>
                    <a:pt x="1734" y="86"/>
                    <a:pt x="1734" y="70"/>
                    <a:pt x="1750" y="70"/>
                  </a:cubicBezTo>
                  <a:cubicBezTo>
                    <a:pt x="1766" y="33"/>
                    <a:pt x="1802" y="17"/>
                    <a:pt x="1835" y="17"/>
                  </a:cubicBezTo>
                  <a:lnTo>
                    <a:pt x="1835" y="1"/>
                  </a:lnTo>
                  <a:close/>
                  <a:moveTo>
                    <a:pt x="1717" y="86"/>
                  </a:moveTo>
                  <a:lnTo>
                    <a:pt x="1717" y="86"/>
                  </a:lnTo>
                  <a:cubicBezTo>
                    <a:pt x="1633" y="134"/>
                    <a:pt x="1548" y="203"/>
                    <a:pt x="1479" y="272"/>
                  </a:cubicBezTo>
                  <a:cubicBezTo>
                    <a:pt x="1564" y="219"/>
                    <a:pt x="1633" y="150"/>
                    <a:pt x="1717" y="86"/>
                  </a:cubicBezTo>
                  <a:close/>
                  <a:moveTo>
                    <a:pt x="1463" y="288"/>
                  </a:moveTo>
                  <a:cubicBezTo>
                    <a:pt x="1398" y="320"/>
                    <a:pt x="1346" y="373"/>
                    <a:pt x="1277" y="421"/>
                  </a:cubicBezTo>
                  <a:lnTo>
                    <a:pt x="1176" y="506"/>
                  </a:lnTo>
                  <a:cubicBezTo>
                    <a:pt x="1075" y="591"/>
                    <a:pt x="974" y="676"/>
                    <a:pt x="873" y="740"/>
                  </a:cubicBezTo>
                  <a:cubicBezTo>
                    <a:pt x="809" y="793"/>
                    <a:pt x="756" y="841"/>
                    <a:pt x="691" y="910"/>
                  </a:cubicBezTo>
                  <a:cubicBezTo>
                    <a:pt x="756" y="857"/>
                    <a:pt x="825" y="809"/>
                    <a:pt x="893" y="756"/>
                  </a:cubicBezTo>
                  <a:cubicBezTo>
                    <a:pt x="994" y="676"/>
                    <a:pt x="1075" y="607"/>
                    <a:pt x="1176" y="522"/>
                  </a:cubicBezTo>
                  <a:lnTo>
                    <a:pt x="1297" y="437"/>
                  </a:lnTo>
                  <a:cubicBezTo>
                    <a:pt x="1346" y="389"/>
                    <a:pt x="1414" y="336"/>
                    <a:pt x="1463" y="288"/>
                  </a:cubicBezTo>
                  <a:close/>
                  <a:moveTo>
                    <a:pt x="691" y="910"/>
                  </a:moveTo>
                  <a:cubicBezTo>
                    <a:pt x="590" y="979"/>
                    <a:pt x="506" y="1043"/>
                    <a:pt x="405" y="1128"/>
                  </a:cubicBezTo>
                  <a:lnTo>
                    <a:pt x="235" y="1261"/>
                  </a:lnTo>
                  <a:cubicBezTo>
                    <a:pt x="186" y="1314"/>
                    <a:pt x="118" y="1362"/>
                    <a:pt x="65" y="1399"/>
                  </a:cubicBezTo>
                  <a:lnTo>
                    <a:pt x="65" y="1415"/>
                  </a:lnTo>
                  <a:cubicBezTo>
                    <a:pt x="134" y="1362"/>
                    <a:pt x="186" y="1314"/>
                    <a:pt x="251" y="1261"/>
                  </a:cubicBezTo>
                  <a:lnTo>
                    <a:pt x="421" y="1144"/>
                  </a:lnTo>
                  <a:cubicBezTo>
                    <a:pt x="506" y="1059"/>
                    <a:pt x="607" y="995"/>
                    <a:pt x="691" y="910"/>
                  </a:cubicBezTo>
                  <a:close/>
                  <a:moveTo>
                    <a:pt x="65" y="1415"/>
                  </a:moveTo>
                  <a:cubicBezTo>
                    <a:pt x="49" y="1415"/>
                    <a:pt x="33" y="1431"/>
                    <a:pt x="17" y="1431"/>
                  </a:cubicBezTo>
                  <a:lnTo>
                    <a:pt x="1" y="1431"/>
                  </a:lnTo>
                  <a:lnTo>
                    <a:pt x="17" y="1447"/>
                  </a:lnTo>
                  <a:cubicBezTo>
                    <a:pt x="33" y="1447"/>
                    <a:pt x="49" y="1431"/>
                    <a:pt x="65" y="14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9"/>
            <p:cNvSpPr/>
            <p:nvPr/>
          </p:nvSpPr>
          <p:spPr>
            <a:xfrm>
              <a:off x="2190740" y="860647"/>
              <a:ext cx="287347" cy="120481"/>
            </a:xfrm>
            <a:custGeom>
              <a:rect b="b" l="l" r="r" t="t"/>
              <a:pathLst>
                <a:path extrusionOk="0" h="1213" w="2893">
                  <a:moveTo>
                    <a:pt x="2489" y="655"/>
                  </a:moveTo>
                  <a:lnTo>
                    <a:pt x="2489" y="655"/>
                  </a:lnTo>
                  <a:cubicBezTo>
                    <a:pt x="2574" y="691"/>
                    <a:pt x="2675" y="724"/>
                    <a:pt x="2776" y="740"/>
                  </a:cubicBezTo>
                  <a:lnTo>
                    <a:pt x="2792" y="740"/>
                  </a:lnTo>
                  <a:lnTo>
                    <a:pt x="2776" y="724"/>
                  </a:lnTo>
                  <a:cubicBezTo>
                    <a:pt x="2675" y="707"/>
                    <a:pt x="2590" y="675"/>
                    <a:pt x="2489" y="655"/>
                  </a:cubicBezTo>
                  <a:close/>
                  <a:moveTo>
                    <a:pt x="16" y="1"/>
                  </a:moveTo>
                  <a:cubicBezTo>
                    <a:pt x="16" y="17"/>
                    <a:pt x="0" y="33"/>
                    <a:pt x="0" y="49"/>
                  </a:cubicBezTo>
                  <a:lnTo>
                    <a:pt x="0" y="219"/>
                  </a:lnTo>
                  <a:lnTo>
                    <a:pt x="0" y="388"/>
                  </a:lnTo>
                  <a:lnTo>
                    <a:pt x="0" y="404"/>
                  </a:lnTo>
                  <a:cubicBezTo>
                    <a:pt x="0" y="522"/>
                    <a:pt x="0" y="639"/>
                    <a:pt x="16" y="756"/>
                  </a:cubicBezTo>
                  <a:lnTo>
                    <a:pt x="16" y="404"/>
                  </a:lnTo>
                  <a:lnTo>
                    <a:pt x="16" y="388"/>
                  </a:lnTo>
                  <a:lnTo>
                    <a:pt x="16" y="219"/>
                  </a:lnTo>
                  <a:lnTo>
                    <a:pt x="16" y="49"/>
                  </a:lnTo>
                  <a:cubicBezTo>
                    <a:pt x="16" y="33"/>
                    <a:pt x="16" y="17"/>
                    <a:pt x="33" y="17"/>
                  </a:cubicBezTo>
                  <a:lnTo>
                    <a:pt x="65" y="17"/>
                  </a:lnTo>
                  <a:cubicBezTo>
                    <a:pt x="117" y="33"/>
                    <a:pt x="150" y="33"/>
                    <a:pt x="186" y="49"/>
                  </a:cubicBezTo>
                  <a:cubicBezTo>
                    <a:pt x="202" y="49"/>
                    <a:pt x="218" y="49"/>
                    <a:pt x="235" y="69"/>
                  </a:cubicBezTo>
                  <a:cubicBezTo>
                    <a:pt x="287" y="69"/>
                    <a:pt x="336" y="85"/>
                    <a:pt x="388" y="101"/>
                  </a:cubicBezTo>
                  <a:cubicBezTo>
                    <a:pt x="489" y="134"/>
                    <a:pt x="570" y="150"/>
                    <a:pt x="671" y="186"/>
                  </a:cubicBezTo>
                  <a:cubicBezTo>
                    <a:pt x="808" y="219"/>
                    <a:pt x="958" y="251"/>
                    <a:pt x="1095" y="287"/>
                  </a:cubicBezTo>
                  <a:cubicBezTo>
                    <a:pt x="1111" y="303"/>
                    <a:pt x="1127" y="303"/>
                    <a:pt x="1143" y="303"/>
                  </a:cubicBezTo>
                  <a:cubicBezTo>
                    <a:pt x="1212" y="320"/>
                    <a:pt x="1277" y="336"/>
                    <a:pt x="1329" y="352"/>
                  </a:cubicBezTo>
                  <a:cubicBezTo>
                    <a:pt x="1414" y="372"/>
                    <a:pt x="1479" y="404"/>
                    <a:pt x="1547" y="421"/>
                  </a:cubicBezTo>
                  <a:cubicBezTo>
                    <a:pt x="1600" y="421"/>
                    <a:pt x="1632" y="437"/>
                    <a:pt x="1681" y="453"/>
                  </a:cubicBezTo>
                  <a:cubicBezTo>
                    <a:pt x="1782" y="473"/>
                    <a:pt x="1883" y="505"/>
                    <a:pt x="2004" y="538"/>
                  </a:cubicBezTo>
                  <a:cubicBezTo>
                    <a:pt x="2052" y="554"/>
                    <a:pt x="2121" y="574"/>
                    <a:pt x="2186" y="590"/>
                  </a:cubicBezTo>
                  <a:cubicBezTo>
                    <a:pt x="2287" y="606"/>
                    <a:pt x="2388" y="639"/>
                    <a:pt x="2489" y="655"/>
                  </a:cubicBezTo>
                  <a:cubicBezTo>
                    <a:pt x="2388" y="623"/>
                    <a:pt x="2287" y="606"/>
                    <a:pt x="2186" y="574"/>
                  </a:cubicBezTo>
                  <a:cubicBezTo>
                    <a:pt x="2137" y="554"/>
                    <a:pt x="2069" y="538"/>
                    <a:pt x="2004" y="522"/>
                  </a:cubicBezTo>
                  <a:cubicBezTo>
                    <a:pt x="1903" y="489"/>
                    <a:pt x="1782" y="473"/>
                    <a:pt x="1681" y="437"/>
                  </a:cubicBezTo>
                  <a:cubicBezTo>
                    <a:pt x="1648" y="421"/>
                    <a:pt x="1600" y="421"/>
                    <a:pt x="1547" y="404"/>
                  </a:cubicBezTo>
                  <a:cubicBezTo>
                    <a:pt x="1479" y="388"/>
                    <a:pt x="1414" y="372"/>
                    <a:pt x="1345" y="352"/>
                  </a:cubicBezTo>
                  <a:cubicBezTo>
                    <a:pt x="1277" y="320"/>
                    <a:pt x="1212" y="303"/>
                    <a:pt x="1143" y="287"/>
                  </a:cubicBezTo>
                  <a:cubicBezTo>
                    <a:pt x="1127" y="287"/>
                    <a:pt x="1111" y="287"/>
                    <a:pt x="1095" y="271"/>
                  </a:cubicBezTo>
                  <a:cubicBezTo>
                    <a:pt x="958" y="235"/>
                    <a:pt x="824" y="202"/>
                    <a:pt x="671" y="170"/>
                  </a:cubicBezTo>
                  <a:cubicBezTo>
                    <a:pt x="590" y="134"/>
                    <a:pt x="489" y="118"/>
                    <a:pt x="388" y="85"/>
                  </a:cubicBezTo>
                  <a:cubicBezTo>
                    <a:pt x="336" y="85"/>
                    <a:pt x="287" y="69"/>
                    <a:pt x="235" y="49"/>
                  </a:cubicBezTo>
                  <a:cubicBezTo>
                    <a:pt x="218" y="49"/>
                    <a:pt x="202" y="49"/>
                    <a:pt x="186" y="33"/>
                  </a:cubicBezTo>
                  <a:cubicBezTo>
                    <a:pt x="150" y="33"/>
                    <a:pt x="117" y="17"/>
                    <a:pt x="85" y="1"/>
                  </a:cubicBezTo>
                  <a:close/>
                  <a:moveTo>
                    <a:pt x="2792" y="740"/>
                  </a:moveTo>
                  <a:cubicBezTo>
                    <a:pt x="2812" y="756"/>
                    <a:pt x="2844" y="756"/>
                    <a:pt x="2860" y="776"/>
                  </a:cubicBezTo>
                  <a:cubicBezTo>
                    <a:pt x="2876" y="776"/>
                    <a:pt x="2876" y="776"/>
                    <a:pt x="2876" y="792"/>
                  </a:cubicBezTo>
                  <a:lnTo>
                    <a:pt x="2876" y="792"/>
                  </a:lnTo>
                  <a:cubicBezTo>
                    <a:pt x="2876" y="776"/>
                    <a:pt x="2876" y="756"/>
                    <a:pt x="2860" y="756"/>
                  </a:cubicBezTo>
                  <a:cubicBezTo>
                    <a:pt x="2844" y="740"/>
                    <a:pt x="2812" y="740"/>
                    <a:pt x="2792" y="740"/>
                  </a:cubicBezTo>
                  <a:close/>
                  <a:moveTo>
                    <a:pt x="0" y="776"/>
                  </a:moveTo>
                  <a:lnTo>
                    <a:pt x="0" y="792"/>
                  </a:lnTo>
                  <a:lnTo>
                    <a:pt x="16" y="792"/>
                  </a:lnTo>
                  <a:lnTo>
                    <a:pt x="16" y="776"/>
                  </a:lnTo>
                  <a:close/>
                  <a:moveTo>
                    <a:pt x="2876" y="792"/>
                  </a:moveTo>
                  <a:lnTo>
                    <a:pt x="2876" y="942"/>
                  </a:lnTo>
                  <a:lnTo>
                    <a:pt x="2876" y="958"/>
                  </a:lnTo>
                  <a:lnTo>
                    <a:pt x="2876" y="1160"/>
                  </a:lnTo>
                  <a:cubicBezTo>
                    <a:pt x="2876" y="1180"/>
                    <a:pt x="2876" y="1196"/>
                    <a:pt x="2893" y="1212"/>
                  </a:cubicBezTo>
                  <a:lnTo>
                    <a:pt x="2893" y="1196"/>
                  </a:lnTo>
                  <a:lnTo>
                    <a:pt x="2893" y="1160"/>
                  </a:lnTo>
                  <a:lnTo>
                    <a:pt x="2893" y="958"/>
                  </a:lnTo>
                  <a:lnTo>
                    <a:pt x="2893" y="942"/>
                  </a:lnTo>
                  <a:cubicBezTo>
                    <a:pt x="2893" y="893"/>
                    <a:pt x="2876" y="841"/>
                    <a:pt x="2876" y="7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9"/>
            <p:cNvSpPr/>
            <p:nvPr/>
          </p:nvSpPr>
          <p:spPr>
            <a:xfrm>
              <a:off x="1249437" y="4764"/>
              <a:ext cx="689018" cy="638461"/>
            </a:xfrm>
            <a:custGeom>
              <a:rect b="b" l="l" r="r" t="t"/>
              <a:pathLst>
                <a:path extrusionOk="0" h="6428" w="6937">
                  <a:moveTo>
                    <a:pt x="6916" y="1"/>
                  </a:moveTo>
                  <a:cubicBezTo>
                    <a:pt x="6900" y="1"/>
                    <a:pt x="6884" y="17"/>
                    <a:pt x="6868" y="33"/>
                  </a:cubicBezTo>
                  <a:cubicBezTo>
                    <a:pt x="6714" y="167"/>
                    <a:pt x="6565" y="304"/>
                    <a:pt x="6448" y="405"/>
                  </a:cubicBezTo>
                  <a:cubicBezTo>
                    <a:pt x="6411" y="437"/>
                    <a:pt x="6379" y="469"/>
                    <a:pt x="6347" y="506"/>
                  </a:cubicBezTo>
                  <a:cubicBezTo>
                    <a:pt x="6330" y="522"/>
                    <a:pt x="6310" y="538"/>
                    <a:pt x="6278" y="570"/>
                  </a:cubicBezTo>
                  <a:cubicBezTo>
                    <a:pt x="6209" y="623"/>
                    <a:pt x="6161" y="688"/>
                    <a:pt x="6092" y="740"/>
                  </a:cubicBezTo>
                  <a:cubicBezTo>
                    <a:pt x="6007" y="825"/>
                    <a:pt x="5926" y="890"/>
                    <a:pt x="5842" y="974"/>
                  </a:cubicBezTo>
                  <a:cubicBezTo>
                    <a:pt x="5773" y="1043"/>
                    <a:pt x="5704" y="1092"/>
                    <a:pt x="5640" y="1160"/>
                  </a:cubicBezTo>
                  <a:cubicBezTo>
                    <a:pt x="5555" y="1229"/>
                    <a:pt x="5486" y="1294"/>
                    <a:pt x="5421" y="1362"/>
                  </a:cubicBezTo>
                  <a:cubicBezTo>
                    <a:pt x="5369" y="1415"/>
                    <a:pt x="5300" y="1463"/>
                    <a:pt x="5252" y="1516"/>
                  </a:cubicBezTo>
                  <a:cubicBezTo>
                    <a:pt x="5183" y="1564"/>
                    <a:pt x="5118" y="1633"/>
                    <a:pt x="5066" y="1681"/>
                  </a:cubicBezTo>
                  <a:cubicBezTo>
                    <a:pt x="4981" y="1766"/>
                    <a:pt x="4896" y="1835"/>
                    <a:pt x="4815" y="1900"/>
                  </a:cubicBezTo>
                  <a:cubicBezTo>
                    <a:pt x="4763" y="1968"/>
                    <a:pt x="4694" y="2037"/>
                    <a:pt x="4630" y="2085"/>
                  </a:cubicBezTo>
                  <a:cubicBezTo>
                    <a:pt x="4529" y="2186"/>
                    <a:pt x="4428" y="2271"/>
                    <a:pt x="4327" y="2372"/>
                  </a:cubicBezTo>
                  <a:cubicBezTo>
                    <a:pt x="4428" y="2287"/>
                    <a:pt x="4529" y="2186"/>
                    <a:pt x="4630" y="2102"/>
                  </a:cubicBezTo>
                  <a:cubicBezTo>
                    <a:pt x="4694" y="2037"/>
                    <a:pt x="4763" y="1984"/>
                    <a:pt x="4832" y="1920"/>
                  </a:cubicBezTo>
                  <a:cubicBezTo>
                    <a:pt x="4916" y="1851"/>
                    <a:pt x="4981" y="1766"/>
                    <a:pt x="5066" y="1698"/>
                  </a:cubicBezTo>
                  <a:cubicBezTo>
                    <a:pt x="5135" y="1633"/>
                    <a:pt x="5199" y="1580"/>
                    <a:pt x="5268" y="1516"/>
                  </a:cubicBezTo>
                  <a:cubicBezTo>
                    <a:pt x="5320" y="1463"/>
                    <a:pt x="5369" y="1415"/>
                    <a:pt x="5438" y="1362"/>
                  </a:cubicBezTo>
                  <a:cubicBezTo>
                    <a:pt x="5502" y="1294"/>
                    <a:pt x="5571" y="1245"/>
                    <a:pt x="5640" y="1176"/>
                  </a:cubicBezTo>
                  <a:cubicBezTo>
                    <a:pt x="5704" y="1112"/>
                    <a:pt x="5773" y="1043"/>
                    <a:pt x="5842" y="991"/>
                  </a:cubicBezTo>
                  <a:cubicBezTo>
                    <a:pt x="5926" y="910"/>
                    <a:pt x="6007" y="825"/>
                    <a:pt x="6092" y="756"/>
                  </a:cubicBezTo>
                  <a:cubicBezTo>
                    <a:pt x="6161" y="688"/>
                    <a:pt x="6229" y="639"/>
                    <a:pt x="6294" y="570"/>
                  </a:cubicBezTo>
                  <a:cubicBezTo>
                    <a:pt x="6310" y="554"/>
                    <a:pt x="6347" y="538"/>
                    <a:pt x="6363" y="506"/>
                  </a:cubicBezTo>
                  <a:cubicBezTo>
                    <a:pt x="6395" y="486"/>
                    <a:pt x="6431" y="453"/>
                    <a:pt x="6464" y="421"/>
                  </a:cubicBezTo>
                  <a:cubicBezTo>
                    <a:pt x="6581" y="320"/>
                    <a:pt x="6734" y="183"/>
                    <a:pt x="6868" y="49"/>
                  </a:cubicBezTo>
                  <a:cubicBezTo>
                    <a:pt x="6884" y="33"/>
                    <a:pt x="6900" y="17"/>
                    <a:pt x="6916" y="17"/>
                  </a:cubicBezTo>
                  <a:lnTo>
                    <a:pt x="6936" y="1"/>
                  </a:lnTo>
                  <a:close/>
                  <a:moveTo>
                    <a:pt x="4327" y="2372"/>
                  </a:moveTo>
                  <a:lnTo>
                    <a:pt x="4242" y="2441"/>
                  </a:lnTo>
                  <a:cubicBezTo>
                    <a:pt x="4210" y="2473"/>
                    <a:pt x="4173" y="2505"/>
                    <a:pt x="4141" y="2526"/>
                  </a:cubicBezTo>
                  <a:cubicBezTo>
                    <a:pt x="4109" y="2558"/>
                    <a:pt x="4088" y="2590"/>
                    <a:pt x="4056" y="2606"/>
                  </a:cubicBezTo>
                  <a:cubicBezTo>
                    <a:pt x="3987" y="2675"/>
                    <a:pt x="3939" y="2728"/>
                    <a:pt x="3870" y="2776"/>
                  </a:cubicBezTo>
                  <a:lnTo>
                    <a:pt x="3705" y="2946"/>
                  </a:lnTo>
                  <a:lnTo>
                    <a:pt x="3870" y="2792"/>
                  </a:lnTo>
                  <a:cubicBezTo>
                    <a:pt x="3939" y="2728"/>
                    <a:pt x="4008" y="2675"/>
                    <a:pt x="4056" y="2627"/>
                  </a:cubicBezTo>
                  <a:cubicBezTo>
                    <a:pt x="4088" y="2590"/>
                    <a:pt x="4125" y="2558"/>
                    <a:pt x="4157" y="2542"/>
                  </a:cubicBezTo>
                  <a:cubicBezTo>
                    <a:pt x="4189" y="2505"/>
                    <a:pt x="4210" y="2473"/>
                    <a:pt x="4242" y="2457"/>
                  </a:cubicBezTo>
                  <a:lnTo>
                    <a:pt x="4327" y="2372"/>
                  </a:lnTo>
                  <a:close/>
                  <a:moveTo>
                    <a:pt x="3705" y="2946"/>
                  </a:moveTo>
                  <a:lnTo>
                    <a:pt x="3705" y="2946"/>
                  </a:lnTo>
                  <a:cubicBezTo>
                    <a:pt x="3636" y="2994"/>
                    <a:pt x="3567" y="3063"/>
                    <a:pt x="3503" y="3111"/>
                  </a:cubicBezTo>
                  <a:cubicBezTo>
                    <a:pt x="3450" y="3164"/>
                    <a:pt x="3402" y="3212"/>
                    <a:pt x="3349" y="3249"/>
                  </a:cubicBezTo>
                  <a:cubicBezTo>
                    <a:pt x="3280" y="3313"/>
                    <a:pt x="3216" y="3382"/>
                    <a:pt x="3147" y="3435"/>
                  </a:cubicBezTo>
                  <a:cubicBezTo>
                    <a:pt x="3131" y="3451"/>
                    <a:pt x="3115" y="3467"/>
                    <a:pt x="3115" y="3483"/>
                  </a:cubicBezTo>
                  <a:cubicBezTo>
                    <a:pt x="3131" y="3467"/>
                    <a:pt x="3147" y="3467"/>
                    <a:pt x="3163" y="3451"/>
                  </a:cubicBezTo>
                  <a:cubicBezTo>
                    <a:pt x="3232" y="3382"/>
                    <a:pt x="3301" y="3313"/>
                    <a:pt x="3365" y="3265"/>
                  </a:cubicBezTo>
                  <a:cubicBezTo>
                    <a:pt x="3418" y="3212"/>
                    <a:pt x="3466" y="3164"/>
                    <a:pt x="3519" y="3132"/>
                  </a:cubicBezTo>
                  <a:cubicBezTo>
                    <a:pt x="3583" y="3063"/>
                    <a:pt x="3636" y="3010"/>
                    <a:pt x="3705" y="2946"/>
                  </a:cubicBezTo>
                  <a:close/>
                  <a:moveTo>
                    <a:pt x="3115" y="3483"/>
                  </a:moveTo>
                  <a:cubicBezTo>
                    <a:pt x="3099" y="3499"/>
                    <a:pt x="3078" y="3499"/>
                    <a:pt x="3062" y="3515"/>
                  </a:cubicBezTo>
                  <a:cubicBezTo>
                    <a:pt x="2998" y="3584"/>
                    <a:pt x="2945" y="3637"/>
                    <a:pt x="2876" y="3685"/>
                  </a:cubicBezTo>
                  <a:cubicBezTo>
                    <a:pt x="2812" y="3754"/>
                    <a:pt x="2759" y="3802"/>
                    <a:pt x="2695" y="3871"/>
                  </a:cubicBezTo>
                  <a:cubicBezTo>
                    <a:pt x="2759" y="3818"/>
                    <a:pt x="2828" y="3754"/>
                    <a:pt x="2897" y="3701"/>
                  </a:cubicBezTo>
                  <a:cubicBezTo>
                    <a:pt x="2945" y="3637"/>
                    <a:pt x="3014" y="3584"/>
                    <a:pt x="3062" y="3536"/>
                  </a:cubicBezTo>
                  <a:cubicBezTo>
                    <a:pt x="3078" y="3515"/>
                    <a:pt x="3099" y="3499"/>
                    <a:pt x="3115" y="3483"/>
                  </a:cubicBezTo>
                  <a:close/>
                  <a:moveTo>
                    <a:pt x="2695" y="3871"/>
                  </a:moveTo>
                  <a:cubicBezTo>
                    <a:pt x="2674" y="3887"/>
                    <a:pt x="2642" y="3903"/>
                    <a:pt x="2626" y="3919"/>
                  </a:cubicBezTo>
                  <a:lnTo>
                    <a:pt x="2472" y="4073"/>
                  </a:lnTo>
                  <a:cubicBezTo>
                    <a:pt x="2525" y="4020"/>
                    <a:pt x="2573" y="3988"/>
                    <a:pt x="2626" y="3940"/>
                  </a:cubicBezTo>
                  <a:cubicBezTo>
                    <a:pt x="2658" y="3919"/>
                    <a:pt x="2674" y="3887"/>
                    <a:pt x="2695" y="3871"/>
                  </a:cubicBezTo>
                  <a:close/>
                  <a:moveTo>
                    <a:pt x="2472" y="4073"/>
                  </a:moveTo>
                  <a:lnTo>
                    <a:pt x="2472" y="4073"/>
                  </a:lnTo>
                  <a:cubicBezTo>
                    <a:pt x="2392" y="4142"/>
                    <a:pt x="2307" y="4222"/>
                    <a:pt x="2222" y="4291"/>
                  </a:cubicBezTo>
                  <a:cubicBezTo>
                    <a:pt x="2206" y="4307"/>
                    <a:pt x="2169" y="4344"/>
                    <a:pt x="2153" y="4360"/>
                  </a:cubicBezTo>
                  <a:cubicBezTo>
                    <a:pt x="2105" y="4408"/>
                    <a:pt x="2052" y="4461"/>
                    <a:pt x="2004" y="4493"/>
                  </a:cubicBezTo>
                  <a:cubicBezTo>
                    <a:pt x="1951" y="4546"/>
                    <a:pt x="1903" y="4594"/>
                    <a:pt x="1850" y="4626"/>
                  </a:cubicBezTo>
                  <a:cubicBezTo>
                    <a:pt x="1802" y="4679"/>
                    <a:pt x="1733" y="4727"/>
                    <a:pt x="1685" y="4796"/>
                  </a:cubicBezTo>
                  <a:cubicBezTo>
                    <a:pt x="1632" y="4828"/>
                    <a:pt x="1584" y="4881"/>
                    <a:pt x="1531" y="4929"/>
                  </a:cubicBezTo>
                  <a:cubicBezTo>
                    <a:pt x="1600" y="4897"/>
                    <a:pt x="1648" y="4848"/>
                    <a:pt x="1701" y="4796"/>
                  </a:cubicBezTo>
                  <a:lnTo>
                    <a:pt x="1850" y="4647"/>
                  </a:lnTo>
                  <a:cubicBezTo>
                    <a:pt x="1903" y="4594"/>
                    <a:pt x="1951" y="4562"/>
                    <a:pt x="2004" y="4509"/>
                  </a:cubicBezTo>
                  <a:cubicBezTo>
                    <a:pt x="2052" y="4461"/>
                    <a:pt x="2105" y="4424"/>
                    <a:pt x="2153" y="4376"/>
                  </a:cubicBezTo>
                  <a:lnTo>
                    <a:pt x="2238" y="4291"/>
                  </a:lnTo>
                  <a:cubicBezTo>
                    <a:pt x="2323" y="4222"/>
                    <a:pt x="2392" y="4158"/>
                    <a:pt x="2472" y="4073"/>
                  </a:cubicBezTo>
                  <a:close/>
                  <a:moveTo>
                    <a:pt x="877" y="5535"/>
                  </a:moveTo>
                  <a:cubicBezTo>
                    <a:pt x="840" y="5555"/>
                    <a:pt x="824" y="5572"/>
                    <a:pt x="808" y="5588"/>
                  </a:cubicBezTo>
                  <a:cubicBezTo>
                    <a:pt x="756" y="5636"/>
                    <a:pt x="691" y="5689"/>
                    <a:pt x="638" y="5737"/>
                  </a:cubicBezTo>
                  <a:cubicBezTo>
                    <a:pt x="473" y="5891"/>
                    <a:pt x="319" y="6040"/>
                    <a:pt x="186" y="6161"/>
                  </a:cubicBezTo>
                  <a:cubicBezTo>
                    <a:pt x="150" y="6194"/>
                    <a:pt x="117" y="6226"/>
                    <a:pt x="69" y="6262"/>
                  </a:cubicBezTo>
                  <a:lnTo>
                    <a:pt x="16" y="6311"/>
                  </a:lnTo>
                  <a:cubicBezTo>
                    <a:pt x="0" y="6327"/>
                    <a:pt x="0" y="6380"/>
                    <a:pt x="16" y="6428"/>
                  </a:cubicBezTo>
                  <a:lnTo>
                    <a:pt x="16" y="6412"/>
                  </a:lnTo>
                  <a:cubicBezTo>
                    <a:pt x="0" y="6380"/>
                    <a:pt x="16" y="6327"/>
                    <a:pt x="33" y="6327"/>
                  </a:cubicBezTo>
                  <a:cubicBezTo>
                    <a:pt x="49" y="6311"/>
                    <a:pt x="69" y="6295"/>
                    <a:pt x="85" y="6279"/>
                  </a:cubicBezTo>
                  <a:cubicBezTo>
                    <a:pt x="117" y="6242"/>
                    <a:pt x="170" y="6210"/>
                    <a:pt x="202" y="6178"/>
                  </a:cubicBezTo>
                  <a:cubicBezTo>
                    <a:pt x="335" y="6040"/>
                    <a:pt x="489" y="5891"/>
                    <a:pt x="655" y="5757"/>
                  </a:cubicBezTo>
                  <a:lnTo>
                    <a:pt x="808" y="5604"/>
                  </a:lnTo>
                  <a:cubicBezTo>
                    <a:pt x="840" y="5588"/>
                    <a:pt x="857" y="5572"/>
                    <a:pt x="877" y="55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9"/>
            <p:cNvSpPr/>
            <p:nvPr/>
          </p:nvSpPr>
          <p:spPr>
            <a:xfrm>
              <a:off x="1662331" y="385973"/>
              <a:ext cx="80255" cy="487984"/>
            </a:xfrm>
            <a:custGeom>
              <a:rect b="b" l="l" r="r" t="t"/>
              <a:pathLst>
                <a:path extrusionOk="0" h="4913" w="808">
                  <a:moveTo>
                    <a:pt x="776" y="1"/>
                  </a:moveTo>
                  <a:lnTo>
                    <a:pt x="776" y="17"/>
                  </a:lnTo>
                  <a:cubicBezTo>
                    <a:pt x="792" y="17"/>
                    <a:pt x="792" y="33"/>
                    <a:pt x="792" y="49"/>
                  </a:cubicBezTo>
                  <a:cubicBezTo>
                    <a:pt x="808" y="33"/>
                    <a:pt x="808" y="17"/>
                    <a:pt x="792" y="1"/>
                  </a:cubicBezTo>
                  <a:close/>
                  <a:moveTo>
                    <a:pt x="792" y="267"/>
                  </a:moveTo>
                  <a:cubicBezTo>
                    <a:pt x="776" y="283"/>
                    <a:pt x="776" y="304"/>
                    <a:pt x="776" y="320"/>
                  </a:cubicBezTo>
                  <a:cubicBezTo>
                    <a:pt x="776" y="336"/>
                    <a:pt x="792" y="352"/>
                    <a:pt x="776" y="368"/>
                  </a:cubicBezTo>
                  <a:lnTo>
                    <a:pt x="776" y="437"/>
                  </a:lnTo>
                  <a:lnTo>
                    <a:pt x="776" y="453"/>
                  </a:lnTo>
                  <a:lnTo>
                    <a:pt x="776" y="485"/>
                  </a:lnTo>
                  <a:lnTo>
                    <a:pt x="776" y="570"/>
                  </a:lnTo>
                  <a:lnTo>
                    <a:pt x="776" y="639"/>
                  </a:lnTo>
                  <a:lnTo>
                    <a:pt x="776" y="724"/>
                  </a:lnTo>
                  <a:lnTo>
                    <a:pt x="776" y="788"/>
                  </a:lnTo>
                  <a:lnTo>
                    <a:pt x="776" y="825"/>
                  </a:lnTo>
                  <a:lnTo>
                    <a:pt x="776" y="873"/>
                  </a:lnTo>
                  <a:lnTo>
                    <a:pt x="776" y="926"/>
                  </a:lnTo>
                  <a:lnTo>
                    <a:pt x="776" y="942"/>
                  </a:lnTo>
                  <a:lnTo>
                    <a:pt x="776" y="1010"/>
                  </a:lnTo>
                  <a:cubicBezTo>
                    <a:pt x="792" y="974"/>
                    <a:pt x="792" y="958"/>
                    <a:pt x="792" y="942"/>
                  </a:cubicBezTo>
                  <a:lnTo>
                    <a:pt x="792" y="926"/>
                  </a:lnTo>
                  <a:lnTo>
                    <a:pt x="792" y="873"/>
                  </a:lnTo>
                  <a:lnTo>
                    <a:pt x="792" y="825"/>
                  </a:lnTo>
                  <a:lnTo>
                    <a:pt x="792" y="788"/>
                  </a:lnTo>
                  <a:lnTo>
                    <a:pt x="792" y="724"/>
                  </a:lnTo>
                  <a:cubicBezTo>
                    <a:pt x="776" y="687"/>
                    <a:pt x="792" y="671"/>
                    <a:pt x="792" y="639"/>
                  </a:cubicBezTo>
                  <a:lnTo>
                    <a:pt x="792" y="570"/>
                  </a:lnTo>
                  <a:lnTo>
                    <a:pt x="792" y="485"/>
                  </a:lnTo>
                  <a:lnTo>
                    <a:pt x="792" y="453"/>
                  </a:lnTo>
                  <a:lnTo>
                    <a:pt x="792" y="437"/>
                  </a:lnTo>
                  <a:lnTo>
                    <a:pt x="792" y="368"/>
                  </a:lnTo>
                  <a:lnTo>
                    <a:pt x="792" y="320"/>
                  </a:lnTo>
                  <a:lnTo>
                    <a:pt x="792" y="267"/>
                  </a:lnTo>
                  <a:close/>
                  <a:moveTo>
                    <a:pt x="776" y="1010"/>
                  </a:moveTo>
                  <a:cubicBezTo>
                    <a:pt x="759" y="1027"/>
                    <a:pt x="759" y="1043"/>
                    <a:pt x="759" y="1075"/>
                  </a:cubicBezTo>
                  <a:lnTo>
                    <a:pt x="759" y="1091"/>
                  </a:lnTo>
                  <a:lnTo>
                    <a:pt x="759" y="1128"/>
                  </a:lnTo>
                  <a:lnTo>
                    <a:pt x="759" y="1212"/>
                  </a:lnTo>
                  <a:lnTo>
                    <a:pt x="759" y="1245"/>
                  </a:lnTo>
                  <a:lnTo>
                    <a:pt x="759" y="1293"/>
                  </a:lnTo>
                  <a:cubicBezTo>
                    <a:pt x="776" y="1313"/>
                    <a:pt x="759" y="1330"/>
                    <a:pt x="759" y="1346"/>
                  </a:cubicBezTo>
                  <a:lnTo>
                    <a:pt x="759" y="1378"/>
                  </a:lnTo>
                  <a:lnTo>
                    <a:pt x="759" y="1431"/>
                  </a:lnTo>
                  <a:lnTo>
                    <a:pt x="759" y="1479"/>
                  </a:lnTo>
                  <a:lnTo>
                    <a:pt x="759" y="1580"/>
                  </a:lnTo>
                  <a:lnTo>
                    <a:pt x="759" y="1616"/>
                  </a:lnTo>
                  <a:lnTo>
                    <a:pt x="759" y="1697"/>
                  </a:lnTo>
                  <a:cubicBezTo>
                    <a:pt x="776" y="1665"/>
                    <a:pt x="776" y="1633"/>
                    <a:pt x="776" y="1616"/>
                  </a:cubicBezTo>
                  <a:lnTo>
                    <a:pt x="776" y="1580"/>
                  </a:lnTo>
                  <a:lnTo>
                    <a:pt x="776" y="1479"/>
                  </a:lnTo>
                  <a:lnTo>
                    <a:pt x="776" y="1431"/>
                  </a:lnTo>
                  <a:lnTo>
                    <a:pt x="776" y="1394"/>
                  </a:lnTo>
                  <a:lnTo>
                    <a:pt x="776" y="1346"/>
                  </a:lnTo>
                  <a:lnTo>
                    <a:pt x="776" y="1293"/>
                  </a:lnTo>
                  <a:lnTo>
                    <a:pt x="776" y="1245"/>
                  </a:lnTo>
                  <a:lnTo>
                    <a:pt x="776" y="1212"/>
                  </a:lnTo>
                  <a:lnTo>
                    <a:pt x="776" y="1128"/>
                  </a:lnTo>
                  <a:lnTo>
                    <a:pt x="776" y="1091"/>
                  </a:lnTo>
                  <a:lnTo>
                    <a:pt x="776" y="1075"/>
                  </a:lnTo>
                  <a:lnTo>
                    <a:pt x="776" y="1010"/>
                  </a:lnTo>
                  <a:close/>
                  <a:moveTo>
                    <a:pt x="759" y="1867"/>
                  </a:moveTo>
                  <a:cubicBezTo>
                    <a:pt x="739" y="1883"/>
                    <a:pt x="739" y="1899"/>
                    <a:pt x="759" y="1936"/>
                  </a:cubicBezTo>
                  <a:lnTo>
                    <a:pt x="759" y="1919"/>
                  </a:lnTo>
                  <a:lnTo>
                    <a:pt x="759" y="1867"/>
                  </a:lnTo>
                  <a:close/>
                  <a:moveTo>
                    <a:pt x="759" y="1936"/>
                  </a:moveTo>
                  <a:cubicBezTo>
                    <a:pt x="759" y="1952"/>
                    <a:pt x="759" y="1984"/>
                    <a:pt x="739" y="2020"/>
                  </a:cubicBezTo>
                  <a:lnTo>
                    <a:pt x="739" y="2085"/>
                  </a:lnTo>
                  <a:lnTo>
                    <a:pt x="739" y="2388"/>
                  </a:lnTo>
                  <a:lnTo>
                    <a:pt x="739" y="2473"/>
                  </a:lnTo>
                  <a:lnTo>
                    <a:pt x="739" y="2489"/>
                  </a:lnTo>
                  <a:lnTo>
                    <a:pt x="739" y="2574"/>
                  </a:lnTo>
                  <a:lnTo>
                    <a:pt x="739" y="2675"/>
                  </a:lnTo>
                  <a:cubicBezTo>
                    <a:pt x="739" y="2643"/>
                    <a:pt x="739" y="2606"/>
                    <a:pt x="759" y="2574"/>
                  </a:cubicBezTo>
                  <a:lnTo>
                    <a:pt x="759" y="2489"/>
                  </a:lnTo>
                  <a:lnTo>
                    <a:pt x="759" y="2473"/>
                  </a:lnTo>
                  <a:cubicBezTo>
                    <a:pt x="759" y="2441"/>
                    <a:pt x="739" y="2404"/>
                    <a:pt x="759" y="2388"/>
                  </a:cubicBezTo>
                  <a:lnTo>
                    <a:pt x="759" y="2085"/>
                  </a:lnTo>
                  <a:lnTo>
                    <a:pt x="759" y="2020"/>
                  </a:lnTo>
                  <a:lnTo>
                    <a:pt x="759" y="1936"/>
                  </a:lnTo>
                  <a:close/>
                  <a:moveTo>
                    <a:pt x="739" y="2727"/>
                  </a:moveTo>
                  <a:cubicBezTo>
                    <a:pt x="723" y="2744"/>
                    <a:pt x="739" y="2760"/>
                    <a:pt x="739" y="2776"/>
                  </a:cubicBezTo>
                  <a:lnTo>
                    <a:pt x="739" y="2727"/>
                  </a:lnTo>
                  <a:close/>
                  <a:moveTo>
                    <a:pt x="739" y="2776"/>
                  </a:moveTo>
                  <a:cubicBezTo>
                    <a:pt x="739" y="2792"/>
                    <a:pt x="739" y="2828"/>
                    <a:pt x="723" y="2844"/>
                  </a:cubicBezTo>
                  <a:lnTo>
                    <a:pt x="723" y="2909"/>
                  </a:lnTo>
                  <a:cubicBezTo>
                    <a:pt x="739" y="2929"/>
                    <a:pt x="723" y="2945"/>
                    <a:pt x="723" y="2962"/>
                  </a:cubicBezTo>
                  <a:lnTo>
                    <a:pt x="723" y="3010"/>
                  </a:lnTo>
                  <a:lnTo>
                    <a:pt x="723" y="3046"/>
                  </a:lnTo>
                  <a:lnTo>
                    <a:pt x="723" y="3095"/>
                  </a:lnTo>
                  <a:lnTo>
                    <a:pt x="723" y="3147"/>
                  </a:lnTo>
                  <a:lnTo>
                    <a:pt x="723" y="3196"/>
                  </a:lnTo>
                  <a:lnTo>
                    <a:pt x="723" y="3265"/>
                  </a:lnTo>
                  <a:lnTo>
                    <a:pt x="723" y="3297"/>
                  </a:lnTo>
                  <a:lnTo>
                    <a:pt x="723" y="3382"/>
                  </a:lnTo>
                  <a:cubicBezTo>
                    <a:pt x="723" y="3349"/>
                    <a:pt x="723" y="3313"/>
                    <a:pt x="739" y="3297"/>
                  </a:cubicBezTo>
                  <a:lnTo>
                    <a:pt x="739" y="3265"/>
                  </a:lnTo>
                  <a:lnTo>
                    <a:pt x="739" y="3196"/>
                  </a:lnTo>
                  <a:lnTo>
                    <a:pt x="739" y="3164"/>
                  </a:lnTo>
                  <a:lnTo>
                    <a:pt x="739" y="3095"/>
                  </a:lnTo>
                  <a:lnTo>
                    <a:pt x="739" y="3046"/>
                  </a:lnTo>
                  <a:lnTo>
                    <a:pt x="739" y="3010"/>
                  </a:lnTo>
                  <a:lnTo>
                    <a:pt x="739" y="2962"/>
                  </a:lnTo>
                  <a:lnTo>
                    <a:pt x="739" y="2909"/>
                  </a:lnTo>
                  <a:lnTo>
                    <a:pt x="739" y="2861"/>
                  </a:lnTo>
                  <a:lnTo>
                    <a:pt x="739" y="2776"/>
                  </a:lnTo>
                  <a:close/>
                  <a:moveTo>
                    <a:pt x="723" y="3616"/>
                  </a:moveTo>
                  <a:cubicBezTo>
                    <a:pt x="723" y="3636"/>
                    <a:pt x="723" y="3652"/>
                    <a:pt x="707" y="3669"/>
                  </a:cubicBezTo>
                  <a:lnTo>
                    <a:pt x="707" y="3737"/>
                  </a:lnTo>
                  <a:cubicBezTo>
                    <a:pt x="707" y="3770"/>
                    <a:pt x="723" y="3802"/>
                    <a:pt x="707" y="3838"/>
                  </a:cubicBezTo>
                  <a:lnTo>
                    <a:pt x="707" y="3854"/>
                  </a:lnTo>
                  <a:cubicBezTo>
                    <a:pt x="723" y="3871"/>
                    <a:pt x="707" y="3871"/>
                    <a:pt x="707" y="3887"/>
                  </a:cubicBezTo>
                  <a:lnTo>
                    <a:pt x="707" y="3939"/>
                  </a:lnTo>
                  <a:lnTo>
                    <a:pt x="707" y="3988"/>
                  </a:lnTo>
                  <a:lnTo>
                    <a:pt x="707" y="4020"/>
                  </a:lnTo>
                  <a:lnTo>
                    <a:pt x="707" y="4141"/>
                  </a:lnTo>
                  <a:lnTo>
                    <a:pt x="707" y="4307"/>
                  </a:lnTo>
                  <a:cubicBezTo>
                    <a:pt x="723" y="4258"/>
                    <a:pt x="723" y="4190"/>
                    <a:pt x="723" y="4141"/>
                  </a:cubicBezTo>
                  <a:lnTo>
                    <a:pt x="723" y="4020"/>
                  </a:lnTo>
                  <a:lnTo>
                    <a:pt x="723" y="3988"/>
                  </a:lnTo>
                  <a:lnTo>
                    <a:pt x="723" y="3939"/>
                  </a:lnTo>
                  <a:lnTo>
                    <a:pt x="723" y="3903"/>
                  </a:lnTo>
                  <a:lnTo>
                    <a:pt x="723" y="3838"/>
                  </a:lnTo>
                  <a:lnTo>
                    <a:pt x="723" y="3737"/>
                  </a:lnTo>
                  <a:lnTo>
                    <a:pt x="723" y="3669"/>
                  </a:lnTo>
                  <a:lnTo>
                    <a:pt x="723" y="3616"/>
                  </a:lnTo>
                  <a:close/>
                  <a:moveTo>
                    <a:pt x="707" y="4307"/>
                  </a:moveTo>
                  <a:cubicBezTo>
                    <a:pt x="691" y="4323"/>
                    <a:pt x="691" y="4359"/>
                    <a:pt x="707" y="4376"/>
                  </a:cubicBezTo>
                  <a:lnTo>
                    <a:pt x="707" y="4307"/>
                  </a:lnTo>
                  <a:close/>
                  <a:moveTo>
                    <a:pt x="707" y="4424"/>
                  </a:moveTo>
                  <a:cubicBezTo>
                    <a:pt x="691" y="4444"/>
                    <a:pt x="691" y="4460"/>
                    <a:pt x="707" y="4493"/>
                  </a:cubicBezTo>
                  <a:lnTo>
                    <a:pt x="707" y="4424"/>
                  </a:lnTo>
                  <a:close/>
                  <a:moveTo>
                    <a:pt x="707" y="4493"/>
                  </a:moveTo>
                  <a:cubicBezTo>
                    <a:pt x="707" y="4509"/>
                    <a:pt x="691" y="4509"/>
                    <a:pt x="675" y="4525"/>
                  </a:cubicBezTo>
                  <a:lnTo>
                    <a:pt x="691" y="4525"/>
                  </a:lnTo>
                  <a:cubicBezTo>
                    <a:pt x="707" y="4525"/>
                    <a:pt x="723" y="4509"/>
                    <a:pt x="707" y="4493"/>
                  </a:cubicBezTo>
                  <a:close/>
                  <a:moveTo>
                    <a:pt x="675" y="4525"/>
                  </a:moveTo>
                  <a:lnTo>
                    <a:pt x="675" y="4525"/>
                  </a:lnTo>
                  <a:cubicBezTo>
                    <a:pt x="638" y="4545"/>
                    <a:pt x="606" y="4561"/>
                    <a:pt x="574" y="4578"/>
                  </a:cubicBezTo>
                  <a:cubicBezTo>
                    <a:pt x="557" y="4594"/>
                    <a:pt x="537" y="4594"/>
                    <a:pt x="521" y="4610"/>
                  </a:cubicBezTo>
                  <a:cubicBezTo>
                    <a:pt x="404" y="4679"/>
                    <a:pt x="287" y="4747"/>
                    <a:pt x="170" y="4812"/>
                  </a:cubicBezTo>
                  <a:cubicBezTo>
                    <a:pt x="133" y="4848"/>
                    <a:pt x="85" y="4864"/>
                    <a:pt x="53" y="4880"/>
                  </a:cubicBezTo>
                  <a:cubicBezTo>
                    <a:pt x="32" y="4897"/>
                    <a:pt x="16" y="4897"/>
                    <a:pt x="0" y="4897"/>
                  </a:cubicBezTo>
                  <a:lnTo>
                    <a:pt x="0" y="4913"/>
                  </a:lnTo>
                  <a:cubicBezTo>
                    <a:pt x="16" y="4913"/>
                    <a:pt x="32" y="4913"/>
                    <a:pt x="53" y="4897"/>
                  </a:cubicBezTo>
                  <a:cubicBezTo>
                    <a:pt x="85" y="4880"/>
                    <a:pt x="133" y="4848"/>
                    <a:pt x="170" y="4828"/>
                  </a:cubicBezTo>
                  <a:cubicBezTo>
                    <a:pt x="287" y="4763"/>
                    <a:pt x="420" y="4695"/>
                    <a:pt x="537" y="4626"/>
                  </a:cubicBezTo>
                  <a:cubicBezTo>
                    <a:pt x="557" y="4610"/>
                    <a:pt x="574" y="4610"/>
                    <a:pt x="590" y="4594"/>
                  </a:cubicBezTo>
                  <a:cubicBezTo>
                    <a:pt x="622" y="4578"/>
                    <a:pt x="658" y="4561"/>
                    <a:pt x="675" y="45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9"/>
            <p:cNvSpPr/>
            <p:nvPr/>
          </p:nvSpPr>
          <p:spPr>
            <a:xfrm>
              <a:off x="2583571" y="481027"/>
              <a:ext cx="150477" cy="458385"/>
            </a:xfrm>
            <a:custGeom>
              <a:rect b="b" l="l" r="r" t="t"/>
              <a:pathLst>
                <a:path extrusionOk="0" h="4615" w="1515">
                  <a:moveTo>
                    <a:pt x="218" y="1"/>
                  </a:moveTo>
                  <a:cubicBezTo>
                    <a:pt x="202" y="17"/>
                    <a:pt x="186" y="33"/>
                    <a:pt x="150" y="53"/>
                  </a:cubicBezTo>
                  <a:lnTo>
                    <a:pt x="133" y="53"/>
                  </a:lnTo>
                  <a:cubicBezTo>
                    <a:pt x="85" y="70"/>
                    <a:pt x="49" y="86"/>
                    <a:pt x="0" y="118"/>
                  </a:cubicBezTo>
                  <a:lnTo>
                    <a:pt x="16" y="118"/>
                  </a:lnTo>
                  <a:cubicBezTo>
                    <a:pt x="49" y="102"/>
                    <a:pt x="101" y="86"/>
                    <a:pt x="133" y="70"/>
                  </a:cubicBezTo>
                  <a:lnTo>
                    <a:pt x="170" y="53"/>
                  </a:lnTo>
                  <a:cubicBezTo>
                    <a:pt x="186" y="53"/>
                    <a:pt x="218" y="33"/>
                    <a:pt x="234" y="1"/>
                  </a:cubicBezTo>
                  <a:close/>
                  <a:moveTo>
                    <a:pt x="234" y="1"/>
                  </a:moveTo>
                  <a:cubicBezTo>
                    <a:pt x="251" y="17"/>
                    <a:pt x="271" y="17"/>
                    <a:pt x="287" y="33"/>
                  </a:cubicBezTo>
                  <a:cubicBezTo>
                    <a:pt x="303" y="33"/>
                    <a:pt x="319" y="33"/>
                    <a:pt x="319" y="53"/>
                  </a:cubicBezTo>
                  <a:cubicBezTo>
                    <a:pt x="335" y="53"/>
                    <a:pt x="372" y="53"/>
                    <a:pt x="388" y="70"/>
                  </a:cubicBezTo>
                  <a:cubicBezTo>
                    <a:pt x="404" y="70"/>
                    <a:pt x="420" y="86"/>
                    <a:pt x="436" y="86"/>
                  </a:cubicBezTo>
                  <a:lnTo>
                    <a:pt x="574" y="134"/>
                  </a:lnTo>
                  <a:cubicBezTo>
                    <a:pt x="675" y="171"/>
                    <a:pt x="776" y="219"/>
                    <a:pt x="877" y="255"/>
                  </a:cubicBezTo>
                  <a:cubicBezTo>
                    <a:pt x="776" y="203"/>
                    <a:pt x="675" y="171"/>
                    <a:pt x="574" y="118"/>
                  </a:cubicBezTo>
                  <a:lnTo>
                    <a:pt x="453" y="70"/>
                  </a:lnTo>
                  <a:cubicBezTo>
                    <a:pt x="436" y="70"/>
                    <a:pt x="404" y="70"/>
                    <a:pt x="388" y="53"/>
                  </a:cubicBezTo>
                  <a:cubicBezTo>
                    <a:pt x="372" y="53"/>
                    <a:pt x="352" y="33"/>
                    <a:pt x="335" y="33"/>
                  </a:cubicBezTo>
                  <a:cubicBezTo>
                    <a:pt x="319" y="33"/>
                    <a:pt x="303" y="17"/>
                    <a:pt x="303" y="17"/>
                  </a:cubicBezTo>
                  <a:cubicBezTo>
                    <a:pt x="271" y="17"/>
                    <a:pt x="251" y="1"/>
                    <a:pt x="234" y="1"/>
                  </a:cubicBezTo>
                  <a:close/>
                  <a:moveTo>
                    <a:pt x="877" y="255"/>
                  </a:moveTo>
                  <a:cubicBezTo>
                    <a:pt x="893" y="272"/>
                    <a:pt x="909" y="288"/>
                    <a:pt x="909" y="304"/>
                  </a:cubicBezTo>
                  <a:cubicBezTo>
                    <a:pt x="909" y="336"/>
                    <a:pt x="925" y="389"/>
                    <a:pt x="925" y="421"/>
                  </a:cubicBezTo>
                  <a:cubicBezTo>
                    <a:pt x="925" y="474"/>
                    <a:pt x="941" y="522"/>
                    <a:pt x="941" y="575"/>
                  </a:cubicBezTo>
                  <a:cubicBezTo>
                    <a:pt x="957" y="607"/>
                    <a:pt x="957" y="639"/>
                    <a:pt x="957" y="676"/>
                  </a:cubicBezTo>
                  <a:cubicBezTo>
                    <a:pt x="957" y="724"/>
                    <a:pt x="978" y="760"/>
                    <a:pt x="978" y="793"/>
                  </a:cubicBezTo>
                  <a:cubicBezTo>
                    <a:pt x="978" y="841"/>
                    <a:pt x="994" y="910"/>
                    <a:pt x="994" y="962"/>
                  </a:cubicBezTo>
                  <a:cubicBezTo>
                    <a:pt x="1010" y="1011"/>
                    <a:pt x="1010" y="1063"/>
                    <a:pt x="1026" y="1112"/>
                  </a:cubicBezTo>
                  <a:cubicBezTo>
                    <a:pt x="1026" y="1063"/>
                    <a:pt x="1010" y="1011"/>
                    <a:pt x="1010" y="962"/>
                  </a:cubicBezTo>
                  <a:cubicBezTo>
                    <a:pt x="1010" y="910"/>
                    <a:pt x="994" y="841"/>
                    <a:pt x="994" y="793"/>
                  </a:cubicBezTo>
                  <a:cubicBezTo>
                    <a:pt x="978" y="760"/>
                    <a:pt x="978" y="724"/>
                    <a:pt x="978" y="676"/>
                  </a:cubicBezTo>
                  <a:cubicBezTo>
                    <a:pt x="978" y="639"/>
                    <a:pt x="957" y="607"/>
                    <a:pt x="957" y="575"/>
                  </a:cubicBezTo>
                  <a:cubicBezTo>
                    <a:pt x="957" y="522"/>
                    <a:pt x="941" y="474"/>
                    <a:pt x="941" y="421"/>
                  </a:cubicBezTo>
                  <a:cubicBezTo>
                    <a:pt x="925" y="373"/>
                    <a:pt x="925" y="336"/>
                    <a:pt x="925" y="304"/>
                  </a:cubicBezTo>
                  <a:cubicBezTo>
                    <a:pt x="925" y="288"/>
                    <a:pt x="909" y="255"/>
                    <a:pt x="877" y="255"/>
                  </a:cubicBezTo>
                  <a:close/>
                  <a:moveTo>
                    <a:pt x="1026" y="1112"/>
                  </a:moveTo>
                  <a:lnTo>
                    <a:pt x="1026" y="1213"/>
                  </a:lnTo>
                  <a:cubicBezTo>
                    <a:pt x="1042" y="1265"/>
                    <a:pt x="1042" y="1330"/>
                    <a:pt x="1058" y="1383"/>
                  </a:cubicBezTo>
                  <a:cubicBezTo>
                    <a:pt x="1058" y="1314"/>
                    <a:pt x="1042" y="1265"/>
                    <a:pt x="1042" y="1213"/>
                  </a:cubicBezTo>
                  <a:cubicBezTo>
                    <a:pt x="1042" y="1181"/>
                    <a:pt x="1042" y="1144"/>
                    <a:pt x="1026" y="1112"/>
                  </a:cubicBezTo>
                  <a:close/>
                  <a:moveTo>
                    <a:pt x="1058" y="1383"/>
                  </a:moveTo>
                  <a:lnTo>
                    <a:pt x="1058" y="1399"/>
                  </a:lnTo>
                  <a:cubicBezTo>
                    <a:pt x="1058" y="1447"/>
                    <a:pt x="1079" y="1516"/>
                    <a:pt x="1079" y="1568"/>
                  </a:cubicBezTo>
                  <a:cubicBezTo>
                    <a:pt x="1079" y="1617"/>
                    <a:pt x="1095" y="1649"/>
                    <a:pt x="1095" y="1686"/>
                  </a:cubicBezTo>
                  <a:cubicBezTo>
                    <a:pt x="1095" y="1718"/>
                    <a:pt x="1111" y="1750"/>
                    <a:pt x="1111" y="1787"/>
                  </a:cubicBezTo>
                  <a:cubicBezTo>
                    <a:pt x="1127" y="1887"/>
                    <a:pt x="1127" y="1972"/>
                    <a:pt x="1143" y="2073"/>
                  </a:cubicBezTo>
                  <a:cubicBezTo>
                    <a:pt x="1159" y="2122"/>
                    <a:pt x="1159" y="2174"/>
                    <a:pt x="1180" y="2223"/>
                  </a:cubicBezTo>
                  <a:cubicBezTo>
                    <a:pt x="1180" y="2174"/>
                    <a:pt x="1159" y="2122"/>
                    <a:pt x="1159" y="2073"/>
                  </a:cubicBezTo>
                  <a:cubicBezTo>
                    <a:pt x="1143" y="1972"/>
                    <a:pt x="1127" y="1887"/>
                    <a:pt x="1127" y="1787"/>
                  </a:cubicBezTo>
                  <a:cubicBezTo>
                    <a:pt x="1127" y="1750"/>
                    <a:pt x="1111" y="1718"/>
                    <a:pt x="1111" y="1686"/>
                  </a:cubicBezTo>
                  <a:cubicBezTo>
                    <a:pt x="1111" y="1649"/>
                    <a:pt x="1095" y="1601"/>
                    <a:pt x="1095" y="1568"/>
                  </a:cubicBezTo>
                  <a:cubicBezTo>
                    <a:pt x="1095" y="1516"/>
                    <a:pt x="1079" y="1447"/>
                    <a:pt x="1079" y="1399"/>
                  </a:cubicBezTo>
                  <a:lnTo>
                    <a:pt x="1058" y="1383"/>
                  </a:lnTo>
                  <a:close/>
                  <a:moveTo>
                    <a:pt x="1180" y="2223"/>
                  </a:moveTo>
                  <a:lnTo>
                    <a:pt x="1180" y="2275"/>
                  </a:lnTo>
                  <a:cubicBezTo>
                    <a:pt x="1180" y="2308"/>
                    <a:pt x="1196" y="2340"/>
                    <a:pt x="1180" y="2376"/>
                  </a:cubicBezTo>
                  <a:cubicBezTo>
                    <a:pt x="1196" y="2409"/>
                    <a:pt x="1212" y="2441"/>
                    <a:pt x="1212" y="2493"/>
                  </a:cubicBezTo>
                  <a:lnTo>
                    <a:pt x="1212" y="2558"/>
                  </a:lnTo>
                  <a:cubicBezTo>
                    <a:pt x="1228" y="2578"/>
                    <a:pt x="1228" y="2611"/>
                    <a:pt x="1228" y="2627"/>
                  </a:cubicBezTo>
                  <a:lnTo>
                    <a:pt x="1228" y="2679"/>
                  </a:lnTo>
                  <a:cubicBezTo>
                    <a:pt x="1228" y="2695"/>
                    <a:pt x="1228" y="2695"/>
                    <a:pt x="1244" y="2712"/>
                  </a:cubicBezTo>
                  <a:lnTo>
                    <a:pt x="1244" y="2659"/>
                  </a:lnTo>
                  <a:lnTo>
                    <a:pt x="1244" y="2627"/>
                  </a:lnTo>
                  <a:cubicBezTo>
                    <a:pt x="1244" y="2611"/>
                    <a:pt x="1228" y="2578"/>
                    <a:pt x="1228" y="2558"/>
                  </a:cubicBezTo>
                  <a:cubicBezTo>
                    <a:pt x="1228" y="2526"/>
                    <a:pt x="1228" y="2510"/>
                    <a:pt x="1212" y="2477"/>
                  </a:cubicBezTo>
                  <a:cubicBezTo>
                    <a:pt x="1212" y="2441"/>
                    <a:pt x="1212" y="2409"/>
                    <a:pt x="1196" y="2376"/>
                  </a:cubicBezTo>
                  <a:cubicBezTo>
                    <a:pt x="1212" y="2340"/>
                    <a:pt x="1196" y="2308"/>
                    <a:pt x="1196" y="2275"/>
                  </a:cubicBezTo>
                  <a:cubicBezTo>
                    <a:pt x="1196" y="2255"/>
                    <a:pt x="1180" y="2239"/>
                    <a:pt x="1180" y="2223"/>
                  </a:cubicBezTo>
                  <a:close/>
                  <a:moveTo>
                    <a:pt x="1244" y="2712"/>
                  </a:moveTo>
                  <a:cubicBezTo>
                    <a:pt x="1244" y="2760"/>
                    <a:pt x="1244" y="2796"/>
                    <a:pt x="1260" y="2845"/>
                  </a:cubicBezTo>
                  <a:cubicBezTo>
                    <a:pt x="1260" y="2796"/>
                    <a:pt x="1260" y="2760"/>
                    <a:pt x="1244" y="2712"/>
                  </a:cubicBezTo>
                  <a:close/>
                  <a:moveTo>
                    <a:pt x="1260" y="2845"/>
                  </a:moveTo>
                  <a:cubicBezTo>
                    <a:pt x="1260" y="2881"/>
                    <a:pt x="1260" y="2914"/>
                    <a:pt x="1281" y="2962"/>
                  </a:cubicBezTo>
                  <a:lnTo>
                    <a:pt x="1281" y="3063"/>
                  </a:lnTo>
                  <a:lnTo>
                    <a:pt x="1297" y="3083"/>
                  </a:lnTo>
                  <a:lnTo>
                    <a:pt x="1297" y="3116"/>
                  </a:lnTo>
                  <a:cubicBezTo>
                    <a:pt x="1313" y="3099"/>
                    <a:pt x="1297" y="3083"/>
                    <a:pt x="1297" y="3063"/>
                  </a:cubicBezTo>
                  <a:cubicBezTo>
                    <a:pt x="1297" y="3031"/>
                    <a:pt x="1281" y="2998"/>
                    <a:pt x="1281" y="2946"/>
                  </a:cubicBezTo>
                  <a:cubicBezTo>
                    <a:pt x="1281" y="2914"/>
                    <a:pt x="1281" y="2881"/>
                    <a:pt x="1260" y="2845"/>
                  </a:cubicBezTo>
                  <a:close/>
                  <a:moveTo>
                    <a:pt x="1297" y="3116"/>
                  </a:moveTo>
                  <a:cubicBezTo>
                    <a:pt x="1281" y="3116"/>
                    <a:pt x="1281" y="3132"/>
                    <a:pt x="1297" y="3148"/>
                  </a:cubicBezTo>
                  <a:cubicBezTo>
                    <a:pt x="1313" y="3164"/>
                    <a:pt x="1313" y="3184"/>
                    <a:pt x="1313" y="3200"/>
                  </a:cubicBezTo>
                  <a:lnTo>
                    <a:pt x="1313" y="3132"/>
                  </a:lnTo>
                  <a:cubicBezTo>
                    <a:pt x="1297" y="3132"/>
                    <a:pt x="1297" y="3116"/>
                    <a:pt x="1297" y="3116"/>
                  </a:cubicBezTo>
                  <a:close/>
                  <a:moveTo>
                    <a:pt x="1313" y="3217"/>
                  </a:moveTo>
                  <a:lnTo>
                    <a:pt x="1313" y="3233"/>
                  </a:lnTo>
                  <a:cubicBezTo>
                    <a:pt x="1313" y="3265"/>
                    <a:pt x="1313" y="3301"/>
                    <a:pt x="1329" y="3350"/>
                  </a:cubicBezTo>
                  <a:cubicBezTo>
                    <a:pt x="1329" y="3386"/>
                    <a:pt x="1329" y="3419"/>
                    <a:pt x="1345" y="3451"/>
                  </a:cubicBezTo>
                  <a:cubicBezTo>
                    <a:pt x="1345" y="3419"/>
                    <a:pt x="1345" y="3386"/>
                    <a:pt x="1329" y="3334"/>
                  </a:cubicBezTo>
                  <a:cubicBezTo>
                    <a:pt x="1329" y="3301"/>
                    <a:pt x="1329" y="3265"/>
                    <a:pt x="1313" y="3217"/>
                  </a:cubicBezTo>
                  <a:close/>
                  <a:moveTo>
                    <a:pt x="1345" y="3451"/>
                  </a:moveTo>
                  <a:cubicBezTo>
                    <a:pt x="1345" y="3503"/>
                    <a:pt x="1345" y="3536"/>
                    <a:pt x="1361" y="3588"/>
                  </a:cubicBezTo>
                  <a:cubicBezTo>
                    <a:pt x="1361" y="3536"/>
                    <a:pt x="1361" y="3503"/>
                    <a:pt x="1345" y="3451"/>
                  </a:cubicBezTo>
                  <a:close/>
                  <a:moveTo>
                    <a:pt x="1361" y="3588"/>
                  </a:moveTo>
                  <a:lnTo>
                    <a:pt x="1361" y="3669"/>
                  </a:lnTo>
                  <a:cubicBezTo>
                    <a:pt x="1382" y="3705"/>
                    <a:pt x="1382" y="3738"/>
                    <a:pt x="1382" y="3770"/>
                  </a:cubicBezTo>
                  <a:cubicBezTo>
                    <a:pt x="1398" y="3823"/>
                    <a:pt x="1398" y="3871"/>
                    <a:pt x="1398" y="3923"/>
                  </a:cubicBezTo>
                  <a:cubicBezTo>
                    <a:pt x="1398" y="3940"/>
                    <a:pt x="1414" y="3940"/>
                    <a:pt x="1414" y="3956"/>
                  </a:cubicBezTo>
                  <a:lnTo>
                    <a:pt x="1414" y="3923"/>
                  </a:lnTo>
                  <a:cubicBezTo>
                    <a:pt x="1414" y="3871"/>
                    <a:pt x="1398" y="3823"/>
                    <a:pt x="1398" y="3770"/>
                  </a:cubicBezTo>
                  <a:cubicBezTo>
                    <a:pt x="1398" y="3738"/>
                    <a:pt x="1382" y="3705"/>
                    <a:pt x="1382" y="3669"/>
                  </a:cubicBezTo>
                  <a:cubicBezTo>
                    <a:pt x="1382" y="3637"/>
                    <a:pt x="1382" y="3604"/>
                    <a:pt x="1361" y="3588"/>
                  </a:cubicBezTo>
                  <a:close/>
                  <a:moveTo>
                    <a:pt x="1414" y="3956"/>
                  </a:moveTo>
                  <a:lnTo>
                    <a:pt x="1414" y="4008"/>
                  </a:lnTo>
                  <a:lnTo>
                    <a:pt x="1414" y="4024"/>
                  </a:lnTo>
                  <a:cubicBezTo>
                    <a:pt x="1430" y="3992"/>
                    <a:pt x="1430" y="3972"/>
                    <a:pt x="1414" y="3956"/>
                  </a:cubicBezTo>
                  <a:close/>
                  <a:moveTo>
                    <a:pt x="1414" y="4024"/>
                  </a:moveTo>
                  <a:lnTo>
                    <a:pt x="1414" y="4024"/>
                  </a:lnTo>
                  <a:cubicBezTo>
                    <a:pt x="1430" y="4073"/>
                    <a:pt x="1430" y="4125"/>
                    <a:pt x="1430" y="4174"/>
                  </a:cubicBezTo>
                  <a:cubicBezTo>
                    <a:pt x="1430" y="4194"/>
                    <a:pt x="1446" y="4210"/>
                    <a:pt x="1446" y="4243"/>
                  </a:cubicBezTo>
                  <a:cubicBezTo>
                    <a:pt x="1446" y="4311"/>
                    <a:pt x="1462" y="4376"/>
                    <a:pt x="1483" y="4445"/>
                  </a:cubicBezTo>
                  <a:cubicBezTo>
                    <a:pt x="1483" y="4376"/>
                    <a:pt x="1462" y="4311"/>
                    <a:pt x="1462" y="4243"/>
                  </a:cubicBezTo>
                  <a:cubicBezTo>
                    <a:pt x="1446" y="4210"/>
                    <a:pt x="1446" y="4194"/>
                    <a:pt x="1446" y="4174"/>
                  </a:cubicBezTo>
                  <a:cubicBezTo>
                    <a:pt x="1446" y="4125"/>
                    <a:pt x="1446" y="4073"/>
                    <a:pt x="1414" y="4024"/>
                  </a:cubicBezTo>
                  <a:close/>
                  <a:moveTo>
                    <a:pt x="1483" y="4445"/>
                  </a:moveTo>
                  <a:lnTo>
                    <a:pt x="1483" y="4461"/>
                  </a:lnTo>
                  <a:lnTo>
                    <a:pt x="1483" y="4497"/>
                  </a:lnTo>
                  <a:cubicBezTo>
                    <a:pt x="1483" y="4513"/>
                    <a:pt x="1483" y="4546"/>
                    <a:pt x="1499" y="4562"/>
                  </a:cubicBezTo>
                  <a:lnTo>
                    <a:pt x="1499" y="4497"/>
                  </a:lnTo>
                  <a:lnTo>
                    <a:pt x="1499" y="4461"/>
                  </a:lnTo>
                  <a:lnTo>
                    <a:pt x="1483" y="4445"/>
                  </a:lnTo>
                  <a:close/>
                  <a:moveTo>
                    <a:pt x="1499" y="4562"/>
                  </a:moveTo>
                  <a:cubicBezTo>
                    <a:pt x="1499" y="4578"/>
                    <a:pt x="1499" y="4598"/>
                    <a:pt x="1483" y="4614"/>
                  </a:cubicBezTo>
                  <a:lnTo>
                    <a:pt x="1499" y="4614"/>
                  </a:lnTo>
                  <a:cubicBezTo>
                    <a:pt x="1499" y="4598"/>
                    <a:pt x="1515" y="4578"/>
                    <a:pt x="1499" y="45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9"/>
            <p:cNvSpPr/>
            <p:nvPr/>
          </p:nvSpPr>
          <p:spPr>
            <a:xfrm>
              <a:off x="2446304" y="407626"/>
              <a:ext cx="47080" cy="466331"/>
            </a:xfrm>
            <a:custGeom>
              <a:rect b="b" l="l" r="r" t="t"/>
              <a:pathLst>
                <a:path extrusionOk="0" h="4695" w="474">
                  <a:moveTo>
                    <a:pt x="17" y="1"/>
                  </a:moveTo>
                  <a:cubicBezTo>
                    <a:pt x="1" y="17"/>
                    <a:pt x="1" y="33"/>
                    <a:pt x="1" y="65"/>
                  </a:cubicBezTo>
                  <a:lnTo>
                    <a:pt x="1" y="86"/>
                  </a:lnTo>
                  <a:cubicBezTo>
                    <a:pt x="17" y="134"/>
                    <a:pt x="17" y="166"/>
                    <a:pt x="17" y="203"/>
                  </a:cubicBezTo>
                  <a:lnTo>
                    <a:pt x="37" y="267"/>
                  </a:lnTo>
                  <a:lnTo>
                    <a:pt x="37" y="203"/>
                  </a:lnTo>
                  <a:cubicBezTo>
                    <a:pt x="37" y="166"/>
                    <a:pt x="37" y="118"/>
                    <a:pt x="17" y="86"/>
                  </a:cubicBezTo>
                  <a:lnTo>
                    <a:pt x="17" y="65"/>
                  </a:lnTo>
                  <a:lnTo>
                    <a:pt x="17" y="1"/>
                  </a:lnTo>
                  <a:close/>
                  <a:moveTo>
                    <a:pt x="37" y="267"/>
                  </a:moveTo>
                  <a:cubicBezTo>
                    <a:pt x="37" y="336"/>
                    <a:pt x="37" y="405"/>
                    <a:pt x="53" y="469"/>
                  </a:cubicBezTo>
                  <a:cubicBezTo>
                    <a:pt x="53" y="405"/>
                    <a:pt x="53" y="336"/>
                    <a:pt x="37" y="267"/>
                  </a:cubicBezTo>
                  <a:close/>
                  <a:moveTo>
                    <a:pt x="53" y="469"/>
                  </a:moveTo>
                  <a:lnTo>
                    <a:pt x="53" y="522"/>
                  </a:lnTo>
                  <a:cubicBezTo>
                    <a:pt x="69" y="607"/>
                    <a:pt x="69" y="708"/>
                    <a:pt x="85" y="809"/>
                  </a:cubicBezTo>
                  <a:cubicBezTo>
                    <a:pt x="85" y="857"/>
                    <a:pt x="85" y="926"/>
                    <a:pt x="102" y="994"/>
                  </a:cubicBezTo>
                  <a:lnTo>
                    <a:pt x="102" y="1075"/>
                  </a:lnTo>
                  <a:cubicBezTo>
                    <a:pt x="102" y="1128"/>
                    <a:pt x="118" y="1160"/>
                    <a:pt x="118" y="1196"/>
                  </a:cubicBezTo>
                  <a:lnTo>
                    <a:pt x="118" y="1297"/>
                  </a:lnTo>
                  <a:cubicBezTo>
                    <a:pt x="138" y="1330"/>
                    <a:pt x="138" y="1362"/>
                    <a:pt x="138" y="1398"/>
                  </a:cubicBezTo>
                  <a:cubicBezTo>
                    <a:pt x="154" y="1463"/>
                    <a:pt x="154" y="1548"/>
                    <a:pt x="154" y="1617"/>
                  </a:cubicBezTo>
                  <a:lnTo>
                    <a:pt x="170" y="1734"/>
                  </a:lnTo>
                  <a:cubicBezTo>
                    <a:pt x="186" y="1851"/>
                    <a:pt x="186" y="1968"/>
                    <a:pt x="203" y="2085"/>
                  </a:cubicBezTo>
                  <a:cubicBezTo>
                    <a:pt x="203" y="2138"/>
                    <a:pt x="219" y="2170"/>
                    <a:pt x="219" y="2223"/>
                  </a:cubicBezTo>
                  <a:cubicBezTo>
                    <a:pt x="219" y="2271"/>
                    <a:pt x="219" y="2324"/>
                    <a:pt x="239" y="2372"/>
                  </a:cubicBezTo>
                  <a:cubicBezTo>
                    <a:pt x="239" y="2441"/>
                    <a:pt x="255" y="2509"/>
                    <a:pt x="255" y="2574"/>
                  </a:cubicBezTo>
                  <a:lnTo>
                    <a:pt x="255" y="2675"/>
                  </a:lnTo>
                  <a:cubicBezTo>
                    <a:pt x="271" y="2727"/>
                    <a:pt x="271" y="2792"/>
                    <a:pt x="287" y="2845"/>
                  </a:cubicBezTo>
                  <a:cubicBezTo>
                    <a:pt x="287" y="2792"/>
                    <a:pt x="287" y="2727"/>
                    <a:pt x="271" y="2675"/>
                  </a:cubicBezTo>
                  <a:lnTo>
                    <a:pt x="271" y="2558"/>
                  </a:lnTo>
                  <a:cubicBezTo>
                    <a:pt x="255" y="2509"/>
                    <a:pt x="255" y="2441"/>
                    <a:pt x="255" y="2372"/>
                  </a:cubicBezTo>
                  <a:cubicBezTo>
                    <a:pt x="239" y="2324"/>
                    <a:pt x="239" y="2271"/>
                    <a:pt x="239" y="2206"/>
                  </a:cubicBezTo>
                  <a:cubicBezTo>
                    <a:pt x="219" y="2170"/>
                    <a:pt x="219" y="2138"/>
                    <a:pt x="219" y="2085"/>
                  </a:cubicBezTo>
                  <a:cubicBezTo>
                    <a:pt x="203" y="1968"/>
                    <a:pt x="186" y="1851"/>
                    <a:pt x="186" y="1734"/>
                  </a:cubicBezTo>
                  <a:lnTo>
                    <a:pt x="170" y="1617"/>
                  </a:lnTo>
                  <a:cubicBezTo>
                    <a:pt x="170" y="1548"/>
                    <a:pt x="154" y="1463"/>
                    <a:pt x="154" y="1398"/>
                  </a:cubicBezTo>
                  <a:cubicBezTo>
                    <a:pt x="154" y="1362"/>
                    <a:pt x="138" y="1330"/>
                    <a:pt x="138" y="1297"/>
                  </a:cubicBezTo>
                  <a:lnTo>
                    <a:pt x="138" y="1196"/>
                  </a:lnTo>
                  <a:cubicBezTo>
                    <a:pt x="118" y="1160"/>
                    <a:pt x="118" y="1112"/>
                    <a:pt x="118" y="1075"/>
                  </a:cubicBezTo>
                  <a:lnTo>
                    <a:pt x="118" y="994"/>
                  </a:lnTo>
                  <a:cubicBezTo>
                    <a:pt x="102" y="926"/>
                    <a:pt x="102" y="857"/>
                    <a:pt x="85" y="792"/>
                  </a:cubicBezTo>
                  <a:cubicBezTo>
                    <a:pt x="85" y="708"/>
                    <a:pt x="69" y="607"/>
                    <a:pt x="69" y="522"/>
                  </a:cubicBezTo>
                  <a:lnTo>
                    <a:pt x="53" y="469"/>
                  </a:lnTo>
                  <a:close/>
                  <a:moveTo>
                    <a:pt x="287" y="2845"/>
                  </a:moveTo>
                  <a:lnTo>
                    <a:pt x="287" y="2978"/>
                  </a:lnTo>
                  <a:cubicBezTo>
                    <a:pt x="287" y="2994"/>
                    <a:pt x="303" y="3030"/>
                    <a:pt x="303" y="3047"/>
                  </a:cubicBezTo>
                  <a:lnTo>
                    <a:pt x="303" y="2978"/>
                  </a:lnTo>
                  <a:cubicBezTo>
                    <a:pt x="303" y="2929"/>
                    <a:pt x="303" y="2893"/>
                    <a:pt x="287" y="2845"/>
                  </a:cubicBezTo>
                  <a:close/>
                  <a:moveTo>
                    <a:pt x="303" y="3047"/>
                  </a:moveTo>
                  <a:lnTo>
                    <a:pt x="303" y="3148"/>
                  </a:lnTo>
                  <a:cubicBezTo>
                    <a:pt x="303" y="3164"/>
                    <a:pt x="320" y="3196"/>
                    <a:pt x="320" y="3216"/>
                  </a:cubicBezTo>
                  <a:cubicBezTo>
                    <a:pt x="320" y="3265"/>
                    <a:pt x="320" y="3317"/>
                    <a:pt x="340" y="3366"/>
                  </a:cubicBezTo>
                  <a:lnTo>
                    <a:pt x="340" y="3216"/>
                  </a:lnTo>
                  <a:cubicBezTo>
                    <a:pt x="320" y="3196"/>
                    <a:pt x="320" y="3164"/>
                    <a:pt x="320" y="3148"/>
                  </a:cubicBezTo>
                  <a:cubicBezTo>
                    <a:pt x="320" y="3115"/>
                    <a:pt x="320" y="3079"/>
                    <a:pt x="303" y="3047"/>
                  </a:cubicBezTo>
                  <a:close/>
                  <a:moveTo>
                    <a:pt x="340" y="3366"/>
                  </a:moveTo>
                  <a:lnTo>
                    <a:pt x="340" y="3398"/>
                  </a:lnTo>
                  <a:lnTo>
                    <a:pt x="340" y="3451"/>
                  </a:lnTo>
                  <a:cubicBezTo>
                    <a:pt x="340" y="3483"/>
                    <a:pt x="340" y="3519"/>
                    <a:pt x="356" y="3568"/>
                  </a:cubicBezTo>
                  <a:lnTo>
                    <a:pt x="356" y="3620"/>
                  </a:lnTo>
                  <a:cubicBezTo>
                    <a:pt x="356" y="3653"/>
                    <a:pt x="356" y="3669"/>
                    <a:pt x="372" y="3701"/>
                  </a:cubicBezTo>
                  <a:lnTo>
                    <a:pt x="372" y="3620"/>
                  </a:lnTo>
                  <a:cubicBezTo>
                    <a:pt x="372" y="3584"/>
                    <a:pt x="372" y="3568"/>
                    <a:pt x="356" y="3552"/>
                  </a:cubicBezTo>
                  <a:lnTo>
                    <a:pt x="356" y="3451"/>
                  </a:lnTo>
                  <a:lnTo>
                    <a:pt x="356" y="3398"/>
                  </a:lnTo>
                  <a:cubicBezTo>
                    <a:pt x="356" y="3382"/>
                    <a:pt x="340" y="3382"/>
                    <a:pt x="340" y="3366"/>
                  </a:cubicBezTo>
                  <a:close/>
                  <a:moveTo>
                    <a:pt x="372" y="3701"/>
                  </a:moveTo>
                  <a:cubicBezTo>
                    <a:pt x="372" y="3770"/>
                    <a:pt x="372" y="3822"/>
                    <a:pt x="388" y="3871"/>
                  </a:cubicBezTo>
                  <a:cubicBezTo>
                    <a:pt x="388" y="3822"/>
                    <a:pt x="388" y="3770"/>
                    <a:pt x="372" y="3701"/>
                  </a:cubicBezTo>
                  <a:close/>
                  <a:moveTo>
                    <a:pt x="388" y="3871"/>
                  </a:moveTo>
                  <a:lnTo>
                    <a:pt x="388" y="3939"/>
                  </a:lnTo>
                  <a:cubicBezTo>
                    <a:pt x="388" y="3972"/>
                    <a:pt x="388" y="4024"/>
                    <a:pt x="404" y="4057"/>
                  </a:cubicBezTo>
                  <a:lnTo>
                    <a:pt x="404" y="3939"/>
                  </a:lnTo>
                  <a:cubicBezTo>
                    <a:pt x="404" y="3923"/>
                    <a:pt x="388" y="3903"/>
                    <a:pt x="388" y="3871"/>
                  </a:cubicBezTo>
                  <a:close/>
                  <a:moveTo>
                    <a:pt x="404" y="4057"/>
                  </a:moveTo>
                  <a:lnTo>
                    <a:pt x="404" y="4141"/>
                  </a:lnTo>
                  <a:cubicBezTo>
                    <a:pt x="404" y="4174"/>
                    <a:pt x="421" y="4226"/>
                    <a:pt x="421" y="4275"/>
                  </a:cubicBezTo>
                  <a:cubicBezTo>
                    <a:pt x="421" y="4327"/>
                    <a:pt x="421" y="4360"/>
                    <a:pt x="441" y="4408"/>
                  </a:cubicBezTo>
                  <a:lnTo>
                    <a:pt x="441" y="4529"/>
                  </a:lnTo>
                  <a:cubicBezTo>
                    <a:pt x="441" y="4545"/>
                    <a:pt x="441" y="4562"/>
                    <a:pt x="457" y="4578"/>
                  </a:cubicBezTo>
                  <a:lnTo>
                    <a:pt x="457" y="4529"/>
                  </a:lnTo>
                  <a:cubicBezTo>
                    <a:pt x="457" y="4493"/>
                    <a:pt x="457" y="4444"/>
                    <a:pt x="441" y="4392"/>
                  </a:cubicBezTo>
                  <a:lnTo>
                    <a:pt x="441" y="4275"/>
                  </a:lnTo>
                  <a:cubicBezTo>
                    <a:pt x="421" y="4226"/>
                    <a:pt x="421" y="4174"/>
                    <a:pt x="421" y="4141"/>
                  </a:cubicBezTo>
                  <a:cubicBezTo>
                    <a:pt x="421" y="4105"/>
                    <a:pt x="421" y="4089"/>
                    <a:pt x="404" y="4057"/>
                  </a:cubicBezTo>
                  <a:close/>
                  <a:moveTo>
                    <a:pt x="457" y="4578"/>
                  </a:moveTo>
                  <a:lnTo>
                    <a:pt x="457" y="4679"/>
                  </a:lnTo>
                  <a:lnTo>
                    <a:pt x="457" y="4695"/>
                  </a:lnTo>
                  <a:lnTo>
                    <a:pt x="473" y="4695"/>
                  </a:lnTo>
                  <a:cubicBezTo>
                    <a:pt x="473" y="4646"/>
                    <a:pt x="473" y="4610"/>
                    <a:pt x="457" y="457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9"/>
            <p:cNvSpPr/>
            <p:nvPr/>
          </p:nvSpPr>
          <p:spPr>
            <a:xfrm>
              <a:off x="2678625" y="504368"/>
              <a:ext cx="62277" cy="439811"/>
            </a:xfrm>
            <a:custGeom>
              <a:rect b="b" l="l" r="r" t="t"/>
              <a:pathLst>
                <a:path extrusionOk="0" h="4428" w="627">
                  <a:moveTo>
                    <a:pt x="0" y="0"/>
                  </a:moveTo>
                  <a:cubicBezTo>
                    <a:pt x="0" y="37"/>
                    <a:pt x="21" y="53"/>
                    <a:pt x="21" y="69"/>
                  </a:cubicBezTo>
                  <a:cubicBezTo>
                    <a:pt x="21" y="53"/>
                    <a:pt x="21" y="20"/>
                    <a:pt x="0" y="0"/>
                  </a:cubicBezTo>
                  <a:close/>
                  <a:moveTo>
                    <a:pt x="21" y="69"/>
                  </a:moveTo>
                  <a:lnTo>
                    <a:pt x="21" y="101"/>
                  </a:lnTo>
                  <a:cubicBezTo>
                    <a:pt x="21" y="170"/>
                    <a:pt x="37" y="222"/>
                    <a:pt x="37" y="271"/>
                  </a:cubicBezTo>
                  <a:cubicBezTo>
                    <a:pt x="53" y="323"/>
                    <a:pt x="53" y="372"/>
                    <a:pt x="53" y="424"/>
                  </a:cubicBezTo>
                  <a:cubicBezTo>
                    <a:pt x="69" y="473"/>
                    <a:pt x="69" y="505"/>
                    <a:pt x="85" y="558"/>
                  </a:cubicBezTo>
                  <a:cubicBezTo>
                    <a:pt x="85" y="505"/>
                    <a:pt x="85" y="473"/>
                    <a:pt x="69" y="424"/>
                  </a:cubicBezTo>
                  <a:cubicBezTo>
                    <a:pt x="69" y="372"/>
                    <a:pt x="53" y="323"/>
                    <a:pt x="53" y="271"/>
                  </a:cubicBezTo>
                  <a:cubicBezTo>
                    <a:pt x="53" y="222"/>
                    <a:pt x="37" y="170"/>
                    <a:pt x="37" y="101"/>
                  </a:cubicBezTo>
                  <a:cubicBezTo>
                    <a:pt x="21" y="101"/>
                    <a:pt x="21" y="85"/>
                    <a:pt x="21" y="69"/>
                  </a:cubicBezTo>
                  <a:close/>
                  <a:moveTo>
                    <a:pt x="85" y="558"/>
                  </a:moveTo>
                  <a:lnTo>
                    <a:pt x="85" y="606"/>
                  </a:lnTo>
                  <a:cubicBezTo>
                    <a:pt x="85" y="643"/>
                    <a:pt x="101" y="691"/>
                    <a:pt x="101" y="727"/>
                  </a:cubicBezTo>
                  <a:cubicBezTo>
                    <a:pt x="101" y="776"/>
                    <a:pt x="122" y="828"/>
                    <a:pt x="122" y="861"/>
                  </a:cubicBezTo>
                  <a:cubicBezTo>
                    <a:pt x="122" y="893"/>
                    <a:pt x="138" y="929"/>
                    <a:pt x="138" y="946"/>
                  </a:cubicBezTo>
                  <a:lnTo>
                    <a:pt x="138" y="861"/>
                  </a:lnTo>
                  <a:cubicBezTo>
                    <a:pt x="138" y="808"/>
                    <a:pt x="122" y="776"/>
                    <a:pt x="122" y="727"/>
                  </a:cubicBezTo>
                  <a:cubicBezTo>
                    <a:pt x="101" y="691"/>
                    <a:pt x="101" y="643"/>
                    <a:pt x="101" y="606"/>
                  </a:cubicBezTo>
                  <a:cubicBezTo>
                    <a:pt x="101" y="590"/>
                    <a:pt x="85" y="574"/>
                    <a:pt x="85" y="558"/>
                  </a:cubicBezTo>
                  <a:close/>
                  <a:moveTo>
                    <a:pt x="138" y="946"/>
                  </a:moveTo>
                  <a:lnTo>
                    <a:pt x="138" y="1030"/>
                  </a:lnTo>
                  <a:cubicBezTo>
                    <a:pt x="154" y="1079"/>
                    <a:pt x="154" y="1111"/>
                    <a:pt x="154" y="1164"/>
                  </a:cubicBezTo>
                  <a:cubicBezTo>
                    <a:pt x="170" y="1180"/>
                    <a:pt x="170" y="1212"/>
                    <a:pt x="170" y="1232"/>
                  </a:cubicBezTo>
                  <a:cubicBezTo>
                    <a:pt x="170" y="1265"/>
                    <a:pt x="186" y="1297"/>
                    <a:pt x="186" y="1333"/>
                  </a:cubicBezTo>
                  <a:cubicBezTo>
                    <a:pt x="186" y="1382"/>
                    <a:pt x="202" y="1434"/>
                    <a:pt x="202" y="1483"/>
                  </a:cubicBezTo>
                  <a:cubicBezTo>
                    <a:pt x="202" y="1515"/>
                    <a:pt x="223" y="1552"/>
                    <a:pt x="223" y="1568"/>
                  </a:cubicBezTo>
                  <a:cubicBezTo>
                    <a:pt x="239" y="1616"/>
                    <a:pt x="239" y="1685"/>
                    <a:pt x="239" y="1737"/>
                  </a:cubicBezTo>
                  <a:cubicBezTo>
                    <a:pt x="255" y="1786"/>
                    <a:pt x="255" y="1818"/>
                    <a:pt x="255" y="1871"/>
                  </a:cubicBezTo>
                  <a:cubicBezTo>
                    <a:pt x="271" y="1903"/>
                    <a:pt x="271" y="1955"/>
                    <a:pt x="271" y="1988"/>
                  </a:cubicBezTo>
                  <a:cubicBezTo>
                    <a:pt x="287" y="2056"/>
                    <a:pt x="287" y="2105"/>
                    <a:pt x="303" y="2157"/>
                  </a:cubicBezTo>
                  <a:lnTo>
                    <a:pt x="303" y="2242"/>
                  </a:lnTo>
                  <a:cubicBezTo>
                    <a:pt x="324" y="2275"/>
                    <a:pt x="324" y="2307"/>
                    <a:pt x="324" y="2359"/>
                  </a:cubicBezTo>
                  <a:cubicBezTo>
                    <a:pt x="340" y="2444"/>
                    <a:pt x="356" y="2525"/>
                    <a:pt x="372" y="2610"/>
                  </a:cubicBezTo>
                  <a:cubicBezTo>
                    <a:pt x="372" y="2525"/>
                    <a:pt x="356" y="2444"/>
                    <a:pt x="340" y="2359"/>
                  </a:cubicBezTo>
                  <a:cubicBezTo>
                    <a:pt x="340" y="2307"/>
                    <a:pt x="340" y="2275"/>
                    <a:pt x="324" y="2242"/>
                  </a:cubicBezTo>
                  <a:lnTo>
                    <a:pt x="324" y="2157"/>
                  </a:lnTo>
                  <a:cubicBezTo>
                    <a:pt x="303" y="2105"/>
                    <a:pt x="303" y="2056"/>
                    <a:pt x="287" y="1988"/>
                  </a:cubicBezTo>
                  <a:cubicBezTo>
                    <a:pt x="287" y="1955"/>
                    <a:pt x="287" y="1903"/>
                    <a:pt x="271" y="1871"/>
                  </a:cubicBezTo>
                  <a:cubicBezTo>
                    <a:pt x="271" y="1818"/>
                    <a:pt x="255" y="1770"/>
                    <a:pt x="255" y="1737"/>
                  </a:cubicBezTo>
                  <a:cubicBezTo>
                    <a:pt x="255" y="1685"/>
                    <a:pt x="239" y="1616"/>
                    <a:pt x="239" y="1568"/>
                  </a:cubicBezTo>
                  <a:cubicBezTo>
                    <a:pt x="223" y="1535"/>
                    <a:pt x="223" y="1515"/>
                    <a:pt x="223" y="1483"/>
                  </a:cubicBezTo>
                  <a:cubicBezTo>
                    <a:pt x="202" y="1434"/>
                    <a:pt x="202" y="1382"/>
                    <a:pt x="202" y="1313"/>
                  </a:cubicBezTo>
                  <a:cubicBezTo>
                    <a:pt x="186" y="1297"/>
                    <a:pt x="186" y="1265"/>
                    <a:pt x="186" y="1232"/>
                  </a:cubicBezTo>
                  <a:cubicBezTo>
                    <a:pt x="186" y="1196"/>
                    <a:pt x="170" y="1180"/>
                    <a:pt x="170" y="1164"/>
                  </a:cubicBezTo>
                  <a:cubicBezTo>
                    <a:pt x="170" y="1111"/>
                    <a:pt x="154" y="1063"/>
                    <a:pt x="154" y="1030"/>
                  </a:cubicBezTo>
                  <a:cubicBezTo>
                    <a:pt x="154" y="994"/>
                    <a:pt x="154" y="978"/>
                    <a:pt x="138" y="946"/>
                  </a:cubicBezTo>
                  <a:close/>
                  <a:moveTo>
                    <a:pt x="372" y="2610"/>
                  </a:moveTo>
                  <a:cubicBezTo>
                    <a:pt x="372" y="2662"/>
                    <a:pt x="372" y="2695"/>
                    <a:pt x="388" y="2727"/>
                  </a:cubicBezTo>
                  <a:cubicBezTo>
                    <a:pt x="388" y="2695"/>
                    <a:pt x="388" y="2662"/>
                    <a:pt x="372" y="2610"/>
                  </a:cubicBezTo>
                  <a:close/>
                  <a:moveTo>
                    <a:pt x="388" y="2727"/>
                  </a:moveTo>
                  <a:cubicBezTo>
                    <a:pt x="388" y="2780"/>
                    <a:pt x="404" y="2848"/>
                    <a:pt x="404" y="2897"/>
                  </a:cubicBezTo>
                  <a:cubicBezTo>
                    <a:pt x="404" y="2929"/>
                    <a:pt x="404" y="2965"/>
                    <a:pt x="425" y="2998"/>
                  </a:cubicBezTo>
                  <a:cubicBezTo>
                    <a:pt x="425" y="3030"/>
                    <a:pt x="425" y="3066"/>
                    <a:pt x="441" y="3099"/>
                  </a:cubicBezTo>
                  <a:lnTo>
                    <a:pt x="441" y="2982"/>
                  </a:lnTo>
                  <a:cubicBezTo>
                    <a:pt x="425" y="2965"/>
                    <a:pt x="425" y="2929"/>
                    <a:pt x="425" y="2897"/>
                  </a:cubicBezTo>
                  <a:cubicBezTo>
                    <a:pt x="404" y="2828"/>
                    <a:pt x="404" y="2780"/>
                    <a:pt x="388" y="2727"/>
                  </a:cubicBezTo>
                  <a:close/>
                  <a:moveTo>
                    <a:pt x="441" y="3099"/>
                  </a:moveTo>
                  <a:cubicBezTo>
                    <a:pt x="441" y="3167"/>
                    <a:pt x="457" y="3252"/>
                    <a:pt x="457" y="3317"/>
                  </a:cubicBezTo>
                  <a:cubicBezTo>
                    <a:pt x="473" y="3353"/>
                    <a:pt x="473" y="3386"/>
                    <a:pt x="473" y="3418"/>
                  </a:cubicBezTo>
                  <a:cubicBezTo>
                    <a:pt x="473" y="3454"/>
                    <a:pt x="489" y="3470"/>
                    <a:pt x="489" y="3487"/>
                  </a:cubicBezTo>
                  <a:cubicBezTo>
                    <a:pt x="489" y="3519"/>
                    <a:pt x="489" y="3555"/>
                    <a:pt x="505" y="3588"/>
                  </a:cubicBezTo>
                  <a:lnTo>
                    <a:pt x="505" y="3487"/>
                  </a:lnTo>
                  <a:cubicBezTo>
                    <a:pt x="489" y="3470"/>
                    <a:pt x="489" y="3434"/>
                    <a:pt x="489" y="3418"/>
                  </a:cubicBezTo>
                  <a:cubicBezTo>
                    <a:pt x="489" y="3386"/>
                    <a:pt x="473" y="3353"/>
                    <a:pt x="473" y="3317"/>
                  </a:cubicBezTo>
                  <a:cubicBezTo>
                    <a:pt x="473" y="3252"/>
                    <a:pt x="457" y="3167"/>
                    <a:pt x="441" y="3099"/>
                  </a:cubicBezTo>
                  <a:close/>
                  <a:moveTo>
                    <a:pt x="505" y="3588"/>
                  </a:moveTo>
                  <a:cubicBezTo>
                    <a:pt x="505" y="3636"/>
                    <a:pt x="505" y="3672"/>
                    <a:pt x="526" y="3721"/>
                  </a:cubicBezTo>
                  <a:cubicBezTo>
                    <a:pt x="526" y="3773"/>
                    <a:pt x="542" y="3838"/>
                    <a:pt x="542" y="3890"/>
                  </a:cubicBezTo>
                  <a:cubicBezTo>
                    <a:pt x="558" y="3923"/>
                    <a:pt x="558" y="3939"/>
                    <a:pt x="558" y="3975"/>
                  </a:cubicBezTo>
                  <a:lnTo>
                    <a:pt x="558" y="4060"/>
                  </a:lnTo>
                  <a:cubicBezTo>
                    <a:pt x="574" y="4060"/>
                    <a:pt x="574" y="4076"/>
                    <a:pt x="574" y="4092"/>
                  </a:cubicBezTo>
                  <a:cubicBezTo>
                    <a:pt x="574" y="4141"/>
                    <a:pt x="574" y="4177"/>
                    <a:pt x="590" y="4226"/>
                  </a:cubicBezTo>
                  <a:cubicBezTo>
                    <a:pt x="606" y="4262"/>
                    <a:pt x="606" y="4311"/>
                    <a:pt x="606" y="4363"/>
                  </a:cubicBezTo>
                  <a:lnTo>
                    <a:pt x="606" y="4428"/>
                  </a:lnTo>
                  <a:lnTo>
                    <a:pt x="627" y="4412"/>
                  </a:lnTo>
                  <a:lnTo>
                    <a:pt x="627" y="4363"/>
                  </a:lnTo>
                  <a:cubicBezTo>
                    <a:pt x="627" y="4311"/>
                    <a:pt x="627" y="4262"/>
                    <a:pt x="606" y="4210"/>
                  </a:cubicBezTo>
                  <a:cubicBezTo>
                    <a:pt x="590" y="4177"/>
                    <a:pt x="590" y="4141"/>
                    <a:pt x="590" y="4092"/>
                  </a:cubicBezTo>
                  <a:cubicBezTo>
                    <a:pt x="574" y="4076"/>
                    <a:pt x="574" y="4060"/>
                    <a:pt x="574" y="4040"/>
                  </a:cubicBezTo>
                  <a:lnTo>
                    <a:pt x="574" y="3975"/>
                  </a:lnTo>
                  <a:cubicBezTo>
                    <a:pt x="558" y="3939"/>
                    <a:pt x="558" y="3923"/>
                    <a:pt x="558" y="3890"/>
                  </a:cubicBezTo>
                  <a:cubicBezTo>
                    <a:pt x="558" y="3822"/>
                    <a:pt x="542" y="3773"/>
                    <a:pt x="542" y="3721"/>
                  </a:cubicBezTo>
                  <a:cubicBezTo>
                    <a:pt x="526" y="3672"/>
                    <a:pt x="526" y="3636"/>
                    <a:pt x="505" y="35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9"/>
            <p:cNvSpPr/>
            <p:nvPr/>
          </p:nvSpPr>
          <p:spPr>
            <a:xfrm>
              <a:off x="1744175" y="367499"/>
              <a:ext cx="8443" cy="470006"/>
            </a:xfrm>
            <a:custGeom>
              <a:rect b="b" l="l" r="r" t="t"/>
              <a:pathLst>
                <a:path extrusionOk="0" h="4732" w="85">
                  <a:moveTo>
                    <a:pt x="69" y="1"/>
                  </a:moveTo>
                  <a:lnTo>
                    <a:pt x="53" y="17"/>
                  </a:lnTo>
                  <a:cubicBezTo>
                    <a:pt x="69" y="86"/>
                    <a:pt x="69" y="150"/>
                    <a:pt x="53" y="219"/>
                  </a:cubicBezTo>
                  <a:lnTo>
                    <a:pt x="53" y="320"/>
                  </a:lnTo>
                  <a:lnTo>
                    <a:pt x="53" y="405"/>
                  </a:lnTo>
                  <a:lnTo>
                    <a:pt x="53" y="756"/>
                  </a:lnTo>
                  <a:lnTo>
                    <a:pt x="53" y="1075"/>
                  </a:lnTo>
                  <a:lnTo>
                    <a:pt x="53" y="1229"/>
                  </a:lnTo>
                  <a:lnTo>
                    <a:pt x="53" y="1447"/>
                  </a:lnTo>
                  <a:cubicBezTo>
                    <a:pt x="53" y="1362"/>
                    <a:pt x="69" y="1297"/>
                    <a:pt x="69" y="1229"/>
                  </a:cubicBezTo>
                  <a:lnTo>
                    <a:pt x="69" y="1075"/>
                  </a:lnTo>
                  <a:lnTo>
                    <a:pt x="69" y="756"/>
                  </a:lnTo>
                  <a:lnTo>
                    <a:pt x="69" y="405"/>
                  </a:lnTo>
                  <a:lnTo>
                    <a:pt x="69" y="320"/>
                  </a:lnTo>
                  <a:lnTo>
                    <a:pt x="69" y="219"/>
                  </a:lnTo>
                  <a:cubicBezTo>
                    <a:pt x="69" y="150"/>
                    <a:pt x="85" y="86"/>
                    <a:pt x="69" y="17"/>
                  </a:cubicBezTo>
                  <a:lnTo>
                    <a:pt x="69" y="1"/>
                  </a:lnTo>
                  <a:close/>
                  <a:moveTo>
                    <a:pt x="53" y="1447"/>
                  </a:moveTo>
                  <a:cubicBezTo>
                    <a:pt x="36" y="1532"/>
                    <a:pt x="36" y="1633"/>
                    <a:pt x="36" y="1718"/>
                  </a:cubicBezTo>
                  <a:lnTo>
                    <a:pt x="36" y="2004"/>
                  </a:lnTo>
                  <a:lnTo>
                    <a:pt x="36" y="2239"/>
                  </a:lnTo>
                  <a:lnTo>
                    <a:pt x="36" y="2441"/>
                  </a:lnTo>
                  <a:lnTo>
                    <a:pt x="36" y="2728"/>
                  </a:lnTo>
                  <a:cubicBezTo>
                    <a:pt x="36" y="2643"/>
                    <a:pt x="36" y="2542"/>
                    <a:pt x="53" y="2441"/>
                  </a:cubicBezTo>
                  <a:lnTo>
                    <a:pt x="53" y="2239"/>
                  </a:lnTo>
                  <a:lnTo>
                    <a:pt x="53" y="2004"/>
                  </a:lnTo>
                  <a:lnTo>
                    <a:pt x="53" y="1718"/>
                  </a:lnTo>
                  <a:lnTo>
                    <a:pt x="53" y="1447"/>
                  </a:lnTo>
                  <a:close/>
                  <a:moveTo>
                    <a:pt x="36" y="2728"/>
                  </a:moveTo>
                  <a:cubicBezTo>
                    <a:pt x="16" y="2792"/>
                    <a:pt x="16" y="2845"/>
                    <a:pt x="16" y="2893"/>
                  </a:cubicBezTo>
                  <a:lnTo>
                    <a:pt x="16" y="3095"/>
                  </a:lnTo>
                  <a:lnTo>
                    <a:pt x="16" y="3366"/>
                  </a:lnTo>
                  <a:lnTo>
                    <a:pt x="16" y="3499"/>
                  </a:lnTo>
                  <a:lnTo>
                    <a:pt x="16" y="3701"/>
                  </a:lnTo>
                  <a:lnTo>
                    <a:pt x="16" y="3939"/>
                  </a:lnTo>
                  <a:cubicBezTo>
                    <a:pt x="16" y="3871"/>
                    <a:pt x="16" y="3786"/>
                    <a:pt x="36" y="3701"/>
                  </a:cubicBezTo>
                  <a:lnTo>
                    <a:pt x="36" y="3499"/>
                  </a:lnTo>
                  <a:lnTo>
                    <a:pt x="36" y="3366"/>
                  </a:lnTo>
                  <a:lnTo>
                    <a:pt x="36" y="3095"/>
                  </a:lnTo>
                  <a:lnTo>
                    <a:pt x="36" y="2893"/>
                  </a:lnTo>
                  <a:lnTo>
                    <a:pt x="36" y="2728"/>
                  </a:lnTo>
                  <a:close/>
                  <a:moveTo>
                    <a:pt x="16" y="3939"/>
                  </a:moveTo>
                  <a:cubicBezTo>
                    <a:pt x="16" y="4004"/>
                    <a:pt x="16" y="4073"/>
                    <a:pt x="0" y="4158"/>
                  </a:cubicBezTo>
                  <a:lnTo>
                    <a:pt x="0" y="4461"/>
                  </a:lnTo>
                  <a:lnTo>
                    <a:pt x="0" y="4578"/>
                  </a:lnTo>
                  <a:lnTo>
                    <a:pt x="0" y="4663"/>
                  </a:lnTo>
                  <a:cubicBezTo>
                    <a:pt x="0" y="4679"/>
                    <a:pt x="0" y="4695"/>
                    <a:pt x="16" y="4731"/>
                  </a:cubicBezTo>
                  <a:lnTo>
                    <a:pt x="16" y="4711"/>
                  </a:lnTo>
                  <a:lnTo>
                    <a:pt x="16" y="4663"/>
                  </a:lnTo>
                  <a:lnTo>
                    <a:pt x="16" y="4578"/>
                  </a:lnTo>
                  <a:lnTo>
                    <a:pt x="16" y="4461"/>
                  </a:lnTo>
                  <a:lnTo>
                    <a:pt x="16" y="4158"/>
                  </a:lnTo>
                  <a:lnTo>
                    <a:pt x="16" y="39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9"/>
            <p:cNvSpPr/>
            <p:nvPr/>
          </p:nvSpPr>
          <p:spPr>
            <a:xfrm>
              <a:off x="1653889" y="210267"/>
              <a:ext cx="286155" cy="678986"/>
            </a:xfrm>
            <a:custGeom>
              <a:rect b="b" l="l" r="r" t="t"/>
              <a:pathLst>
                <a:path extrusionOk="0" h="6836" w="2881">
                  <a:moveTo>
                    <a:pt x="2880" y="0"/>
                  </a:moveTo>
                  <a:cubicBezTo>
                    <a:pt x="2844" y="0"/>
                    <a:pt x="2812" y="16"/>
                    <a:pt x="2796" y="33"/>
                  </a:cubicBezTo>
                  <a:cubicBezTo>
                    <a:pt x="2779" y="53"/>
                    <a:pt x="2779" y="53"/>
                    <a:pt x="2779" y="69"/>
                  </a:cubicBezTo>
                  <a:cubicBezTo>
                    <a:pt x="2796" y="69"/>
                    <a:pt x="2796" y="53"/>
                    <a:pt x="2796" y="53"/>
                  </a:cubicBezTo>
                  <a:cubicBezTo>
                    <a:pt x="2828" y="33"/>
                    <a:pt x="2844" y="16"/>
                    <a:pt x="2880" y="16"/>
                  </a:cubicBezTo>
                  <a:lnTo>
                    <a:pt x="2880" y="0"/>
                  </a:lnTo>
                  <a:close/>
                  <a:moveTo>
                    <a:pt x="2779" y="69"/>
                  </a:moveTo>
                  <a:lnTo>
                    <a:pt x="2779" y="69"/>
                  </a:lnTo>
                  <a:cubicBezTo>
                    <a:pt x="2662" y="154"/>
                    <a:pt x="2561" y="234"/>
                    <a:pt x="2440" y="335"/>
                  </a:cubicBezTo>
                  <a:lnTo>
                    <a:pt x="2424" y="356"/>
                  </a:lnTo>
                  <a:cubicBezTo>
                    <a:pt x="2339" y="420"/>
                    <a:pt x="2258" y="489"/>
                    <a:pt x="2174" y="558"/>
                  </a:cubicBezTo>
                  <a:cubicBezTo>
                    <a:pt x="2073" y="638"/>
                    <a:pt x="1955" y="739"/>
                    <a:pt x="1854" y="824"/>
                  </a:cubicBezTo>
                  <a:cubicBezTo>
                    <a:pt x="1786" y="893"/>
                    <a:pt x="1701" y="941"/>
                    <a:pt x="1632" y="1010"/>
                  </a:cubicBezTo>
                  <a:cubicBezTo>
                    <a:pt x="1584" y="1063"/>
                    <a:pt x="1515" y="1095"/>
                    <a:pt x="1467" y="1143"/>
                  </a:cubicBezTo>
                  <a:cubicBezTo>
                    <a:pt x="1398" y="1212"/>
                    <a:pt x="1329" y="1265"/>
                    <a:pt x="1265" y="1313"/>
                  </a:cubicBezTo>
                  <a:cubicBezTo>
                    <a:pt x="1180" y="1382"/>
                    <a:pt x="1095" y="1446"/>
                    <a:pt x="1026" y="1515"/>
                  </a:cubicBezTo>
                  <a:cubicBezTo>
                    <a:pt x="1111" y="1467"/>
                    <a:pt x="1196" y="1398"/>
                    <a:pt x="1265" y="1329"/>
                  </a:cubicBezTo>
                  <a:cubicBezTo>
                    <a:pt x="1329" y="1281"/>
                    <a:pt x="1398" y="1212"/>
                    <a:pt x="1467" y="1164"/>
                  </a:cubicBezTo>
                  <a:cubicBezTo>
                    <a:pt x="1531" y="1111"/>
                    <a:pt x="1584" y="1063"/>
                    <a:pt x="1652" y="1010"/>
                  </a:cubicBezTo>
                  <a:cubicBezTo>
                    <a:pt x="1717" y="962"/>
                    <a:pt x="1786" y="893"/>
                    <a:pt x="1854" y="840"/>
                  </a:cubicBezTo>
                  <a:cubicBezTo>
                    <a:pt x="1972" y="739"/>
                    <a:pt x="2073" y="659"/>
                    <a:pt x="2190" y="558"/>
                  </a:cubicBezTo>
                  <a:cubicBezTo>
                    <a:pt x="2275" y="489"/>
                    <a:pt x="2359" y="420"/>
                    <a:pt x="2440" y="356"/>
                  </a:cubicBezTo>
                  <a:lnTo>
                    <a:pt x="2460" y="335"/>
                  </a:lnTo>
                  <a:cubicBezTo>
                    <a:pt x="2561" y="255"/>
                    <a:pt x="2678" y="154"/>
                    <a:pt x="2779" y="69"/>
                  </a:cubicBezTo>
                  <a:close/>
                  <a:moveTo>
                    <a:pt x="1026" y="1515"/>
                  </a:moveTo>
                  <a:lnTo>
                    <a:pt x="1026" y="1515"/>
                  </a:lnTo>
                  <a:cubicBezTo>
                    <a:pt x="1010" y="1531"/>
                    <a:pt x="994" y="1531"/>
                    <a:pt x="994" y="1547"/>
                  </a:cubicBezTo>
                  <a:cubicBezTo>
                    <a:pt x="978" y="1568"/>
                    <a:pt x="978" y="1584"/>
                    <a:pt x="962" y="1584"/>
                  </a:cubicBezTo>
                  <a:cubicBezTo>
                    <a:pt x="925" y="1584"/>
                    <a:pt x="909" y="1616"/>
                    <a:pt x="877" y="1632"/>
                  </a:cubicBezTo>
                  <a:lnTo>
                    <a:pt x="861" y="1648"/>
                  </a:lnTo>
                  <a:cubicBezTo>
                    <a:pt x="743" y="1749"/>
                    <a:pt x="622" y="1850"/>
                    <a:pt x="489" y="1951"/>
                  </a:cubicBezTo>
                  <a:lnTo>
                    <a:pt x="440" y="2004"/>
                  </a:lnTo>
                  <a:cubicBezTo>
                    <a:pt x="356" y="2073"/>
                    <a:pt x="271" y="2137"/>
                    <a:pt x="186" y="2206"/>
                  </a:cubicBezTo>
                  <a:cubicBezTo>
                    <a:pt x="186" y="2222"/>
                    <a:pt x="170" y="2222"/>
                    <a:pt x="154" y="2238"/>
                  </a:cubicBezTo>
                  <a:cubicBezTo>
                    <a:pt x="117" y="2238"/>
                    <a:pt x="117" y="2275"/>
                    <a:pt x="117" y="2291"/>
                  </a:cubicBezTo>
                  <a:lnTo>
                    <a:pt x="117" y="2339"/>
                  </a:lnTo>
                  <a:lnTo>
                    <a:pt x="117" y="2440"/>
                  </a:lnTo>
                  <a:cubicBezTo>
                    <a:pt x="101" y="2525"/>
                    <a:pt x="101" y="2626"/>
                    <a:pt x="101" y="2727"/>
                  </a:cubicBezTo>
                  <a:lnTo>
                    <a:pt x="101" y="2913"/>
                  </a:lnTo>
                  <a:lnTo>
                    <a:pt x="101" y="2961"/>
                  </a:lnTo>
                  <a:lnTo>
                    <a:pt x="101" y="3099"/>
                  </a:lnTo>
                  <a:cubicBezTo>
                    <a:pt x="101" y="3062"/>
                    <a:pt x="117" y="3014"/>
                    <a:pt x="117" y="2961"/>
                  </a:cubicBezTo>
                  <a:lnTo>
                    <a:pt x="117" y="2913"/>
                  </a:lnTo>
                  <a:lnTo>
                    <a:pt x="117" y="2727"/>
                  </a:lnTo>
                  <a:cubicBezTo>
                    <a:pt x="117" y="2626"/>
                    <a:pt x="117" y="2541"/>
                    <a:pt x="138" y="2440"/>
                  </a:cubicBezTo>
                  <a:lnTo>
                    <a:pt x="138" y="2339"/>
                  </a:lnTo>
                  <a:lnTo>
                    <a:pt x="138" y="2291"/>
                  </a:lnTo>
                  <a:cubicBezTo>
                    <a:pt x="138" y="2275"/>
                    <a:pt x="138" y="2254"/>
                    <a:pt x="170" y="2238"/>
                  </a:cubicBezTo>
                  <a:cubicBezTo>
                    <a:pt x="170" y="2238"/>
                    <a:pt x="186" y="2238"/>
                    <a:pt x="202" y="2222"/>
                  </a:cubicBezTo>
                  <a:cubicBezTo>
                    <a:pt x="271" y="2153"/>
                    <a:pt x="356" y="2089"/>
                    <a:pt x="457" y="2004"/>
                  </a:cubicBezTo>
                  <a:lnTo>
                    <a:pt x="505" y="1972"/>
                  </a:lnTo>
                  <a:cubicBezTo>
                    <a:pt x="622" y="1871"/>
                    <a:pt x="743" y="1770"/>
                    <a:pt x="861" y="1669"/>
                  </a:cubicBezTo>
                  <a:cubicBezTo>
                    <a:pt x="877" y="1648"/>
                    <a:pt x="877" y="1648"/>
                    <a:pt x="893" y="1632"/>
                  </a:cubicBezTo>
                  <a:cubicBezTo>
                    <a:pt x="909" y="1616"/>
                    <a:pt x="925" y="1600"/>
                    <a:pt x="962" y="1600"/>
                  </a:cubicBezTo>
                  <a:cubicBezTo>
                    <a:pt x="994" y="1600"/>
                    <a:pt x="994" y="1568"/>
                    <a:pt x="1010" y="1568"/>
                  </a:cubicBezTo>
                  <a:cubicBezTo>
                    <a:pt x="1010" y="1547"/>
                    <a:pt x="1026" y="1531"/>
                    <a:pt x="1026" y="1515"/>
                  </a:cubicBezTo>
                  <a:close/>
                  <a:moveTo>
                    <a:pt x="101" y="3099"/>
                  </a:moveTo>
                  <a:lnTo>
                    <a:pt x="85" y="3200"/>
                  </a:lnTo>
                  <a:lnTo>
                    <a:pt x="85" y="3620"/>
                  </a:lnTo>
                  <a:lnTo>
                    <a:pt x="85" y="3789"/>
                  </a:lnTo>
                  <a:cubicBezTo>
                    <a:pt x="85" y="3737"/>
                    <a:pt x="85" y="3668"/>
                    <a:pt x="101" y="3620"/>
                  </a:cubicBezTo>
                  <a:lnTo>
                    <a:pt x="101" y="3200"/>
                  </a:lnTo>
                  <a:lnTo>
                    <a:pt x="101" y="3099"/>
                  </a:lnTo>
                  <a:close/>
                  <a:moveTo>
                    <a:pt x="85" y="3789"/>
                  </a:moveTo>
                  <a:cubicBezTo>
                    <a:pt x="85" y="3822"/>
                    <a:pt x="69" y="3854"/>
                    <a:pt x="69" y="3890"/>
                  </a:cubicBezTo>
                  <a:lnTo>
                    <a:pt x="69" y="4210"/>
                  </a:lnTo>
                  <a:lnTo>
                    <a:pt x="69" y="4375"/>
                  </a:lnTo>
                  <a:cubicBezTo>
                    <a:pt x="53" y="4460"/>
                    <a:pt x="53" y="4545"/>
                    <a:pt x="53" y="4613"/>
                  </a:cubicBezTo>
                  <a:lnTo>
                    <a:pt x="53" y="4848"/>
                  </a:lnTo>
                  <a:lnTo>
                    <a:pt x="37" y="5066"/>
                  </a:lnTo>
                  <a:lnTo>
                    <a:pt x="37" y="5268"/>
                  </a:lnTo>
                  <a:lnTo>
                    <a:pt x="37" y="5405"/>
                  </a:lnTo>
                  <a:cubicBezTo>
                    <a:pt x="37" y="5522"/>
                    <a:pt x="16" y="5640"/>
                    <a:pt x="16" y="5757"/>
                  </a:cubicBezTo>
                  <a:lnTo>
                    <a:pt x="16" y="6092"/>
                  </a:lnTo>
                  <a:cubicBezTo>
                    <a:pt x="0" y="6229"/>
                    <a:pt x="0" y="6379"/>
                    <a:pt x="0" y="6496"/>
                  </a:cubicBezTo>
                  <a:lnTo>
                    <a:pt x="0" y="6581"/>
                  </a:lnTo>
                  <a:lnTo>
                    <a:pt x="0" y="6783"/>
                  </a:lnTo>
                  <a:cubicBezTo>
                    <a:pt x="16" y="6718"/>
                    <a:pt x="16" y="6649"/>
                    <a:pt x="16" y="6581"/>
                  </a:cubicBezTo>
                  <a:lnTo>
                    <a:pt x="16" y="6496"/>
                  </a:lnTo>
                  <a:cubicBezTo>
                    <a:pt x="16" y="6379"/>
                    <a:pt x="16" y="6229"/>
                    <a:pt x="37" y="6092"/>
                  </a:cubicBezTo>
                  <a:lnTo>
                    <a:pt x="37" y="5757"/>
                  </a:lnTo>
                  <a:cubicBezTo>
                    <a:pt x="37" y="5640"/>
                    <a:pt x="37" y="5522"/>
                    <a:pt x="53" y="5405"/>
                  </a:cubicBezTo>
                  <a:lnTo>
                    <a:pt x="53" y="5268"/>
                  </a:lnTo>
                  <a:lnTo>
                    <a:pt x="53" y="5066"/>
                  </a:lnTo>
                  <a:lnTo>
                    <a:pt x="69" y="4848"/>
                  </a:lnTo>
                  <a:lnTo>
                    <a:pt x="69" y="4613"/>
                  </a:lnTo>
                  <a:lnTo>
                    <a:pt x="69" y="4395"/>
                  </a:lnTo>
                  <a:cubicBezTo>
                    <a:pt x="69" y="4327"/>
                    <a:pt x="69" y="4274"/>
                    <a:pt x="85" y="4210"/>
                  </a:cubicBezTo>
                  <a:lnTo>
                    <a:pt x="85" y="3890"/>
                  </a:lnTo>
                  <a:lnTo>
                    <a:pt x="85" y="3789"/>
                  </a:lnTo>
                  <a:close/>
                  <a:moveTo>
                    <a:pt x="0" y="6783"/>
                  </a:moveTo>
                  <a:lnTo>
                    <a:pt x="0" y="6819"/>
                  </a:lnTo>
                  <a:lnTo>
                    <a:pt x="16" y="6835"/>
                  </a:lnTo>
                  <a:lnTo>
                    <a:pt x="16" y="6819"/>
                  </a:lnTo>
                  <a:cubicBezTo>
                    <a:pt x="16" y="6799"/>
                    <a:pt x="0" y="6799"/>
                    <a:pt x="0" y="67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9"/>
            <p:cNvSpPr/>
            <p:nvPr/>
          </p:nvSpPr>
          <p:spPr>
            <a:xfrm>
              <a:off x="2247256" y="330649"/>
              <a:ext cx="32281" cy="484805"/>
            </a:xfrm>
            <a:custGeom>
              <a:rect b="b" l="l" r="r" t="t"/>
              <a:pathLst>
                <a:path extrusionOk="0" h="4881" w="325">
                  <a:moveTo>
                    <a:pt x="1" y="0"/>
                  </a:moveTo>
                  <a:cubicBezTo>
                    <a:pt x="21" y="32"/>
                    <a:pt x="21" y="53"/>
                    <a:pt x="21" y="85"/>
                  </a:cubicBezTo>
                  <a:lnTo>
                    <a:pt x="21" y="234"/>
                  </a:lnTo>
                  <a:lnTo>
                    <a:pt x="37" y="255"/>
                  </a:lnTo>
                  <a:lnTo>
                    <a:pt x="37" y="234"/>
                  </a:lnTo>
                  <a:lnTo>
                    <a:pt x="37" y="85"/>
                  </a:lnTo>
                  <a:cubicBezTo>
                    <a:pt x="37" y="53"/>
                    <a:pt x="37" y="32"/>
                    <a:pt x="21" y="0"/>
                  </a:cubicBezTo>
                  <a:close/>
                  <a:moveTo>
                    <a:pt x="37" y="255"/>
                  </a:moveTo>
                  <a:lnTo>
                    <a:pt x="37" y="404"/>
                  </a:lnTo>
                  <a:cubicBezTo>
                    <a:pt x="37" y="473"/>
                    <a:pt x="53" y="521"/>
                    <a:pt x="53" y="574"/>
                  </a:cubicBezTo>
                  <a:cubicBezTo>
                    <a:pt x="53" y="659"/>
                    <a:pt x="53" y="723"/>
                    <a:pt x="70" y="792"/>
                  </a:cubicBezTo>
                  <a:lnTo>
                    <a:pt x="70" y="574"/>
                  </a:lnTo>
                  <a:cubicBezTo>
                    <a:pt x="53" y="521"/>
                    <a:pt x="53" y="473"/>
                    <a:pt x="53" y="404"/>
                  </a:cubicBezTo>
                  <a:cubicBezTo>
                    <a:pt x="53" y="356"/>
                    <a:pt x="53" y="303"/>
                    <a:pt x="37" y="255"/>
                  </a:cubicBezTo>
                  <a:close/>
                  <a:moveTo>
                    <a:pt x="70" y="792"/>
                  </a:moveTo>
                  <a:lnTo>
                    <a:pt x="70" y="962"/>
                  </a:lnTo>
                  <a:cubicBezTo>
                    <a:pt x="70" y="1010"/>
                    <a:pt x="86" y="1063"/>
                    <a:pt x="86" y="1095"/>
                  </a:cubicBezTo>
                  <a:lnTo>
                    <a:pt x="86" y="1212"/>
                  </a:lnTo>
                  <a:cubicBezTo>
                    <a:pt x="86" y="1265"/>
                    <a:pt x="102" y="1313"/>
                    <a:pt x="102" y="1366"/>
                  </a:cubicBezTo>
                  <a:lnTo>
                    <a:pt x="102" y="1212"/>
                  </a:lnTo>
                  <a:lnTo>
                    <a:pt x="102" y="1095"/>
                  </a:lnTo>
                  <a:cubicBezTo>
                    <a:pt x="86" y="1063"/>
                    <a:pt x="86" y="1010"/>
                    <a:pt x="86" y="962"/>
                  </a:cubicBezTo>
                  <a:cubicBezTo>
                    <a:pt x="86" y="909"/>
                    <a:pt x="86" y="840"/>
                    <a:pt x="70" y="792"/>
                  </a:cubicBezTo>
                  <a:close/>
                  <a:moveTo>
                    <a:pt x="102" y="1366"/>
                  </a:moveTo>
                  <a:lnTo>
                    <a:pt x="102" y="1499"/>
                  </a:lnTo>
                  <a:cubicBezTo>
                    <a:pt x="102" y="1531"/>
                    <a:pt x="102" y="1567"/>
                    <a:pt x="122" y="1600"/>
                  </a:cubicBezTo>
                  <a:lnTo>
                    <a:pt x="122" y="1499"/>
                  </a:lnTo>
                  <a:cubicBezTo>
                    <a:pt x="122" y="1446"/>
                    <a:pt x="122" y="1398"/>
                    <a:pt x="102" y="1366"/>
                  </a:cubicBezTo>
                  <a:close/>
                  <a:moveTo>
                    <a:pt x="122" y="1600"/>
                  </a:moveTo>
                  <a:lnTo>
                    <a:pt x="122" y="1733"/>
                  </a:lnTo>
                  <a:lnTo>
                    <a:pt x="122" y="1850"/>
                  </a:lnTo>
                  <a:cubicBezTo>
                    <a:pt x="138" y="1919"/>
                    <a:pt x="138" y="1971"/>
                    <a:pt x="138" y="2020"/>
                  </a:cubicBezTo>
                  <a:lnTo>
                    <a:pt x="138" y="2105"/>
                  </a:lnTo>
                  <a:cubicBezTo>
                    <a:pt x="138" y="2121"/>
                    <a:pt x="138" y="2137"/>
                    <a:pt x="154" y="2173"/>
                  </a:cubicBezTo>
                  <a:lnTo>
                    <a:pt x="154" y="2105"/>
                  </a:lnTo>
                  <a:lnTo>
                    <a:pt x="154" y="2020"/>
                  </a:lnTo>
                  <a:cubicBezTo>
                    <a:pt x="154" y="1971"/>
                    <a:pt x="138" y="1919"/>
                    <a:pt x="138" y="1850"/>
                  </a:cubicBezTo>
                  <a:lnTo>
                    <a:pt x="138" y="1733"/>
                  </a:lnTo>
                  <a:cubicBezTo>
                    <a:pt x="138" y="1701"/>
                    <a:pt x="122" y="1648"/>
                    <a:pt x="122" y="1600"/>
                  </a:cubicBezTo>
                  <a:close/>
                  <a:moveTo>
                    <a:pt x="154" y="2173"/>
                  </a:moveTo>
                  <a:lnTo>
                    <a:pt x="154" y="2323"/>
                  </a:lnTo>
                  <a:cubicBezTo>
                    <a:pt x="154" y="2375"/>
                    <a:pt x="154" y="2408"/>
                    <a:pt x="171" y="2456"/>
                  </a:cubicBezTo>
                  <a:lnTo>
                    <a:pt x="171" y="2323"/>
                  </a:lnTo>
                  <a:cubicBezTo>
                    <a:pt x="171" y="2274"/>
                    <a:pt x="171" y="2222"/>
                    <a:pt x="154" y="2173"/>
                  </a:cubicBezTo>
                  <a:close/>
                  <a:moveTo>
                    <a:pt x="171" y="2476"/>
                  </a:moveTo>
                  <a:lnTo>
                    <a:pt x="171" y="2610"/>
                  </a:lnTo>
                  <a:cubicBezTo>
                    <a:pt x="171" y="2678"/>
                    <a:pt x="187" y="2743"/>
                    <a:pt x="187" y="2812"/>
                  </a:cubicBezTo>
                  <a:lnTo>
                    <a:pt x="187" y="2880"/>
                  </a:lnTo>
                  <a:lnTo>
                    <a:pt x="187" y="2945"/>
                  </a:lnTo>
                  <a:cubicBezTo>
                    <a:pt x="203" y="3014"/>
                    <a:pt x="203" y="3082"/>
                    <a:pt x="203" y="3147"/>
                  </a:cubicBezTo>
                  <a:lnTo>
                    <a:pt x="203" y="3163"/>
                  </a:lnTo>
                  <a:cubicBezTo>
                    <a:pt x="223" y="3264"/>
                    <a:pt x="223" y="3385"/>
                    <a:pt x="223" y="3486"/>
                  </a:cubicBezTo>
                  <a:cubicBezTo>
                    <a:pt x="223" y="3502"/>
                    <a:pt x="239" y="3535"/>
                    <a:pt x="239" y="3551"/>
                  </a:cubicBezTo>
                  <a:lnTo>
                    <a:pt x="239" y="3486"/>
                  </a:lnTo>
                  <a:cubicBezTo>
                    <a:pt x="239" y="3385"/>
                    <a:pt x="223" y="3264"/>
                    <a:pt x="223" y="3163"/>
                  </a:cubicBezTo>
                  <a:lnTo>
                    <a:pt x="223" y="3147"/>
                  </a:lnTo>
                  <a:cubicBezTo>
                    <a:pt x="223" y="3082"/>
                    <a:pt x="203" y="3014"/>
                    <a:pt x="203" y="2945"/>
                  </a:cubicBezTo>
                  <a:lnTo>
                    <a:pt x="203" y="2860"/>
                  </a:lnTo>
                  <a:lnTo>
                    <a:pt x="203" y="2812"/>
                  </a:lnTo>
                  <a:cubicBezTo>
                    <a:pt x="187" y="2743"/>
                    <a:pt x="187" y="2678"/>
                    <a:pt x="187" y="2610"/>
                  </a:cubicBezTo>
                  <a:cubicBezTo>
                    <a:pt x="187" y="2557"/>
                    <a:pt x="187" y="2509"/>
                    <a:pt x="171" y="2476"/>
                  </a:cubicBezTo>
                  <a:close/>
                  <a:moveTo>
                    <a:pt x="239" y="3551"/>
                  </a:moveTo>
                  <a:lnTo>
                    <a:pt x="239" y="3620"/>
                  </a:lnTo>
                  <a:lnTo>
                    <a:pt x="239" y="3753"/>
                  </a:lnTo>
                  <a:cubicBezTo>
                    <a:pt x="239" y="3805"/>
                    <a:pt x="255" y="3854"/>
                    <a:pt x="255" y="3923"/>
                  </a:cubicBezTo>
                  <a:lnTo>
                    <a:pt x="255" y="4056"/>
                  </a:lnTo>
                  <a:cubicBezTo>
                    <a:pt x="255" y="4092"/>
                    <a:pt x="272" y="4141"/>
                    <a:pt x="272" y="4173"/>
                  </a:cubicBezTo>
                  <a:lnTo>
                    <a:pt x="272" y="4056"/>
                  </a:lnTo>
                  <a:lnTo>
                    <a:pt x="272" y="3923"/>
                  </a:lnTo>
                  <a:cubicBezTo>
                    <a:pt x="255" y="3854"/>
                    <a:pt x="255" y="3805"/>
                    <a:pt x="255" y="3753"/>
                  </a:cubicBezTo>
                  <a:lnTo>
                    <a:pt x="255" y="3620"/>
                  </a:lnTo>
                  <a:cubicBezTo>
                    <a:pt x="239" y="3587"/>
                    <a:pt x="239" y="3567"/>
                    <a:pt x="239" y="3551"/>
                  </a:cubicBezTo>
                  <a:close/>
                  <a:moveTo>
                    <a:pt x="272" y="4173"/>
                  </a:moveTo>
                  <a:lnTo>
                    <a:pt x="272" y="4395"/>
                  </a:lnTo>
                  <a:lnTo>
                    <a:pt x="288" y="4428"/>
                  </a:lnTo>
                  <a:lnTo>
                    <a:pt x="288" y="4395"/>
                  </a:lnTo>
                  <a:cubicBezTo>
                    <a:pt x="288" y="4310"/>
                    <a:pt x="288" y="4242"/>
                    <a:pt x="272" y="4173"/>
                  </a:cubicBezTo>
                  <a:close/>
                  <a:moveTo>
                    <a:pt x="288" y="4428"/>
                  </a:moveTo>
                  <a:lnTo>
                    <a:pt x="288" y="4512"/>
                  </a:lnTo>
                  <a:lnTo>
                    <a:pt x="288" y="4561"/>
                  </a:lnTo>
                  <a:lnTo>
                    <a:pt x="288" y="4630"/>
                  </a:lnTo>
                  <a:cubicBezTo>
                    <a:pt x="304" y="4678"/>
                    <a:pt x="304" y="4747"/>
                    <a:pt x="304" y="4815"/>
                  </a:cubicBezTo>
                  <a:lnTo>
                    <a:pt x="304" y="4848"/>
                  </a:lnTo>
                  <a:lnTo>
                    <a:pt x="304" y="4864"/>
                  </a:lnTo>
                  <a:lnTo>
                    <a:pt x="304" y="4880"/>
                  </a:lnTo>
                  <a:lnTo>
                    <a:pt x="324" y="4864"/>
                  </a:lnTo>
                  <a:lnTo>
                    <a:pt x="324" y="4848"/>
                  </a:lnTo>
                  <a:lnTo>
                    <a:pt x="324" y="4815"/>
                  </a:lnTo>
                  <a:cubicBezTo>
                    <a:pt x="324" y="4747"/>
                    <a:pt x="304" y="4678"/>
                    <a:pt x="304" y="4630"/>
                  </a:cubicBezTo>
                  <a:lnTo>
                    <a:pt x="304" y="4561"/>
                  </a:lnTo>
                  <a:lnTo>
                    <a:pt x="304" y="4512"/>
                  </a:lnTo>
                  <a:cubicBezTo>
                    <a:pt x="304" y="4476"/>
                    <a:pt x="288" y="4460"/>
                    <a:pt x="288" y="4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9"/>
            <p:cNvSpPr/>
            <p:nvPr/>
          </p:nvSpPr>
          <p:spPr>
            <a:xfrm>
              <a:off x="2239310" y="337403"/>
              <a:ext cx="247220" cy="534964"/>
            </a:xfrm>
            <a:custGeom>
              <a:rect b="b" l="l" r="r" t="t"/>
              <a:pathLst>
                <a:path extrusionOk="0" h="5386" w="2489">
                  <a:moveTo>
                    <a:pt x="1260" y="368"/>
                  </a:moveTo>
                  <a:lnTo>
                    <a:pt x="1260" y="389"/>
                  </a:lnTo>
                  <a:lnTo>
                    <a:pt x="1260" y="469"/>
                  </a:lnTo>
                  <a:cubicBezTo>
                    <a:pt x="1260" y="506"/>
                    <a:pt x="1293" y="522"/>
                    <a:pt x="1313" y="522"/>
                  </a:cubicBezTo>
                  <a:lnTo>
                    <a:pt x="1345" y="522"/>
                  </a:lnTo>
                  <a:cubicBezTo>
                    <a:pt x="1414" y="554"/>
                    <a:pt x="1495" y="591"/>
                    <a:pt x="1580" y="623"/>
                  </a:cubicBezTo>
                  <a:cubicBezTo>
                    <a:pt x="1596" y="623"/>
                    <a:pt x="1632" y="639"/>
                    <a:pt x="1648" y="639"/>
                  </a:cubicBezTo>
                  <a:cubicBezTo>
                    <a:pt x="1632" y="623"/>
                    <a:pt x="1596" y="623"/>
                    <a:pt x="1580" y="607"/>
                  </a:cubicBezTo>
                  <a:cubicBezTo>
                    <a:pt x="1495" y="570"/>
                    <a:pt x="1414" y="538"/>
                    <a:pt x="1345" y="506"/>
                  </a:cubicBezTo>
                  <a:lnTo>
                    <a:pt x="1313" y="506"/>
                  </a:lnTo>
                  <a:cubicBezTo>
                    <a:pt x="1293" y="506"/>
                    <a:pt x="1277" y="506"/>
                    <a:pt x="1277" y="469"/>
                  </a:cubicBezTo>
                  <a:lnTo>
                    <a:pt x="1277" y="389"/>
                  </a:lnTo>
                  <a:lnTo>
                    <a:pt x="1277" y="368"/>
                  </a:lnTo>
                  <a:close/>
                  <a:moveTo>
                    <a:pt x="0" y="1"/>
                  </a:moveTo>
                  <a:cubicBezTo>
                    <a:pt x="16" y="1"/>
                    <a:pt x="16" y="17"/>
                    <a:pt x="16" y="33"/>
                  </a:cubicBezTo>
                  <a:cubicBezTo>
                    <a:pt x="32" y="102"/>
                    <a:pt x="32" y="150"/>
                    <a:pt x="32" y="203"/>
                  </a:cubicBezTo>
                  <a:lnTo>
                    <a:pt x="32" y="368"/>
                  </a:lnTo>
                  <a:cubicBezTo>
                    <a:pt x="49" y="421"/>
                    <a:pt x="49" y="453"/>
                    <a:pt x="49" y="506"/>
                  </a:cubicBezTo>
                  <a:cubicBezTo>
                    <a:pt x="49" y="570"/>
                    <a:pt x="65" y="655"/>
                    <a:pt x="65" y="740"/>
                  </a:cubicBezTo>
                  <a:lnTo>
                    <a:pt x="65" y="756"/>
                  </a:lnTo>
                  <a:lnTo>
                    <a:pt x="65" y="841"/>
                  </a:lnTo>
                  <a:lnTo>
                    <a:pt x="65" y="873"/>
                  </a:lnTo>
                  <a:lnTo>
                    <a:pt x="81" y="894"/>
                  </a:lnTo>
                  <a:lnTo>
                    <a:pt x="81" y="857"/>
                  </a:lnTo>
                  <a:lnTo>
                    <a:pt x="81" y="841"/>
                  </a:lnTo>
                  <a:lnTo>
                    <a:pt x="81" y="756"/>
                  </a:lnTo>
                  <a:lnTo>
                    <a:pt x="81" y="724"/>
                  </a:lnTo>
                  <a:cubicBezTo>
                    <a:pt x="65" y="655"/>
                    <a:pt x="65" y="570"/>
                    <a:pt x="65" y="506"/>
                  </a:cubicBezTo>
                  <a:cubicBezTo>
                    <a:pt x="65" y="453"/>
                    <a:pt x="49" y="421"/>
                    <a:pt x="49" y="368"/>
                  </a:cubicBezTo>
                  <a:lnTo>
                    <a:pt x="49" y="203"/>
                  </a:lnTo>
                  <a:cubicBezTo>
                    <a:pt x="32" y="150"/>
                    <a:pt x="32" y="102"/>
                    <a:pt x="32" y="33"/>
                  </a:cubicBezTo>
                  <a:cubicBezTo>
                    <a:pt x="32" y="17"/>
                    <a:pt x="32" y="1"/>
                    <a:pt x="0" y="1"/>
                  </a:cubicBezTo>
                  <a:close/>
                  <a:moveTo>
                    <a:pt x="81" y="894"/>
                  </a:moveTo>
                  <a:cubicBezTo>
                    <a:pt x="81" y="1011"/>
                    <a:pt x="81" y="1128"/>
                    <a:pt x="101" y="1277"/>
                  </a:cubicBezTo>
                  <a:cubicBezTo>
                    <a:pt x="101" y="1330"/>
                    <a:pt x="101" y="1378"/>
                    <a:pt x="117" y="1431"/>
                  </a:cubicBezTo>
                  <a:lnTo>
                    <a:pt x="117" y="1277"/>
                  </a:lnTo>
                  <a:cubicBezTo>
                    <a:pt x="101" y="1128"/>
                    <a:pt x="101" y="1011"/>
                    <a:pt x="81" y="894"/>
                  </a:cubicBezTo>
                  <a:close/>
                  <a:moveTo>
                    <a:pt x="1648" y="639"/>
                  </a:moveTo>
                  <a:cubicBezTo>
                    <a:pt x="1765" y="692"/>
                    <a:pt x="1883" y="740"/>
                    <a:pt x="2000" y="793"/>
                  </a:cubicBezTo>
                  <a:cubicBezTo>
                    <a:pt x="2020" y="793"/>
                    <a:pt x="2036" y="809"/>
                    <a:pt x="2036" y="825"/>
                  </a:cubicBezTo>
                  <a:lnTo>
                    <a:pt x="2036" y="974"/>
                  </a:lnTo>
                  <a:cubicBezTo>
                    <a:pt x="2052" y="995"/>
                    <a:pt x="2052" y="1011"/>
                    <a:pt x="2052" y="1027"/>
                  </a:cubicBezTo>
                  <a:lnTo>
                    <a:pt x="2052" y="1112"/>
                  </a:lnTo>
                  <a:cubicBezTo>
                    <a:pt x="2052" y="1160"/>
                    <a:pt x="2068" y="1213"/>
                    <a:pt x="2068" y="1261"/>
                  </a:cubicBezTo>
                  <a:lnTo>
                    <a:pt x="2068" y="1330"/>
                  </a:lnTo>
                  <a:cubicBezTo>
                    <a:pt x="2085" y="1362"/>
                    <a:pt x="2085" y="1398"/>
                    <a:pt x="2085" y="1415"/>
                  </a:cubicBezTo>
                  <a:lnTo>
                    <a:pt x="2085" y="1447"/>
                  </a:lnTo>
                  <a:lnTo>
                    <a:pt x="2085" y="1479"/>
                  </a:lnTo>
                  <a:cubicBezTo>
                    <a:pt x="2101" y="1516"/>
                    <a:pt x="2101" y="1532"/>
                    <a:pt x="2101" y="1564"/>
                  </a:cubicBezTo>
                  <a:lnTo>
                    <a:pt x="2101" y="1617"/>
                  </a:lnTo>
                  <a:cubicBezTo>
                    <a:pt x="2101" y="1633"/>
                    <a:pt x="2121" y="1665"/>
                    <a:pt x="2121" y="1701"/>
                  </a:cubicBezTo>
                  <a:lnTo>
                    <a:pt x="2121" y="1600"/>
                  </a:lnTo>
                  <a:lnTo>
                    <a:pt x="2121" y="1564"/>
                  </a:lnTo>
                  <a:cubicBezTo>
                    <a:pt x="2121" y="1532"/>
                    <a:pt x="2121" y="1499"/>
                    <a:pt x="2101" y="1479"/>
                  </a:cubicBezTo>
                  <a:cubicBezTo>
                    <a:pt x="2085" y="1463"/>
                    <a:pt x="2101" y="1463"/>
                    <a:pt x="2101" y="1447"/>
                  </a:cubicBezTo>
                  <a:lnTo>
                    <a:pt x="2101" y="1415"/>
                  </a:lnTo>
                  <a:cubicBezTo>
                    <a:pt x="2085" y="1378"/>
                    <a:pt x="2085" y="1362"/>
                    <a:pt x="2085" y="1330"/>
                  </a:cubicBezTo>
                  <a:lnTo>
                    <a:pt x="2085" y="1261"/>
                  </a:lnTo>
                  <a:cubicBezTo>
                    <a:pt x="2085" y="1213"/>
                    <a:pt x="2068" y="1160"/>
                    <a:pt x="2068" y="1112"/>
                  </a:cubicBezTo>
                  <a:lnTo>
                    <a:pt x="2068" y="1027"/>
                  </a:lnTo>
                  <a:cubicBezTo>
                    <a:pt x="2052" y="1011"/>
                    <a:pt x="2052" y="995"/>
                    <a:pt x="2052" y="974"/>
                  </a:cubicBezTo>
                  <a:lnTo>
                    <a:pt x="2052" y="825"/>
                  </a:lnTo>
                  <a:cubicBezTo>
                    <a:pt x="2036" y="809"/>
                    <a:pt x="2036" y="772"/>
                    <a:pt x="2000" y="772"/>
                  </a:cubicBezTo>
                  <a:cubicBezTo>
                    <a:pt x="1883" y="724"/>
                    <a:pt x="1765" y="671"/>
                    <a:pt x="1648" y="639"/>
                  </a:cubicBezTo>
                  <a:close/>
                  <a:moveTo>
                    <a:pt x="2121" y="1701"/>
                  </a:moveTo>
                  <a:lnTo>
                    <a:pt x="2121" y="1766"/>
                  </a:lnTo>
                  <a:cubicBezTo>
                    <a:pt x="2121" y="1802"/>
                    <a:pt x="2121" y="1835"/>
                    <a:pt x="2137" y="1883"/>
                  </a:cubicBezTo>
                  <a:lnTo>
                    <a:pt x="2137" y="1766"/>
                  </a:lnTo>
                  <a:cubicBezTo>
                    <a:pt x="2137" y="1734"/>
                    <a:pt x="2121" y="1718"/>
                    <a:pt x="2121" y="1701"/>
                  </a:cubicBezTo>
                  <a:close/>
                  <a:moveTo>
                    <a:pt x="117" y="1431"/>
                  </a:moveTo>
                  <a:lnTo>
                    <a:pt x="117" y="1600"/>
                  </a:lnTo>
                  <a:cubicBezTo>
                    <a:pt x="117" y="1665"/>
                    <a:pt x="133" y="1734"/>
                    <a:pt x="133" y="1802"/>
                  </a:cubicBezTo>
                  <a:lnTo>
                    <a:pt x="133" y="1968"/>
                  </a:lnTo>
                  <a:cubicBezTo>
                    <a:pt x="150" y="2004"/>
                    <a:pt x="150" y="2053"/>
                    <a:pt x="150" y="2105"/>
                  </a:cubicBezTo>
                  <a:cubicBezTo>
                    <a:pt x="150" y="2154"/>
                    <a:pt x="150" y="2223"/>
                    <a:pt x="166" y="2287"/>
                  </a:cubicBezTo>
                  <a:lnTo>
                    <a:pt x="166" y="2105"/>
                  </a:lnTo>
                  <a:cubicBezTo>
                    <a:pt x="166" y="2053"/>
                    <a:pt x="150" y="2004"/>
                    <a:pt x="150" y="1968"/>
                  </a:cubicBezTo>
                  <a:lnTo>
                    <a:pt x="150" y="1802"/>
                  </a:lnTo>
                  <a:cubicBezTo>
                    <a:pt x="133" y="1734"/>
                    <a:pt x="133" y="1665"/>
                    <a:pt x="133" y="1600"/>
                  </a:cubicBezTo>
                  <a:cubicBezTo>
                    <a:pt x="133" y="1548"/>
                    <a:pt x="133" y="1479"/>
                    <a:pt x="117" y="1431"/>
                  </a:cubicBezTo>
                  <a:close/>
                  <a:moveTo>
                    <a:pt x="2137" y="1883"/>
                  </a:moveTo>
                  <a:lnTo>
                    <a:pt x="2137" y="1968"/>
                  </a:lnTo>
                  <a:cubicBezTo>
                    <a:pt x="2153" y="2037"/>
                    <a:pt x="2153" y="2105"/>
                    <a:pt x="2153" y="2154"/>
                  </a:cubicBezTo>
                  <a:cubicBezTo>
                    <a:pt x="2169" y="2206"/>
                    <a:pt x="2169" y="2255"/>
                    <a:pt x="2169" y="2307"/>
                  </a:cubicBezTo>
                  <a:lnTo>
                    <a:pt x="2169" y="2356"/>
                  </a:lnTo>
                  <a:cubicBezTo>
                    <a:pt x="2186" y="2388"/>
                    <a:pt x="2186" y="2425"/>
                    <a:pt x="2186" y="2457"/>
                  </a:cubicBezTo>
                  <a:cubicBezTo>
                    <a:pt x="2186" y="2509"/>
                    <a:pt x="2186" y="2542"/>
                    <a:pt x="2202" y="2574"/>
                  </a:cubicBezTo>
                  <a:lnTo>
                    <a:pt x="2202" y="2457"/>
                  </a:lnTo>
                  <a:cubicBezTo>
                    <a:pt x="2202" y="2425"/>
                    <a:pt x="2186" y="2388"/>
                    <a:pt x="2186" y="2356"/>
                  </a:cubicBezTo>
                  <a:lnTo>
                    <a:pt x="2186" y="2307"/>
                  </a:lnTo>
                  <a:cubicBezTo>
                    <a:pt x="2186" y="2255"/>
                    <a:pt x="2169" y="2206"/>
                    <a:pt x="2169" y="2154"/>
                  </a:cubicBezTo>
                  <a:cubicBezTo>
                    <a:pt x="2169" y="2085"/>
                    <a:pt x="2153" y="2037"/>
                    <a:pt x="2153" y="1968"/>
                  </a:cubicBezTo>
                  <a:cubicBezTo>
                    <a:pt x="2153" y="1936"/>
                    <a:pt x="2153" y="1920"/>
                    <a:pt x="2137" y="1883"/>
                  </a:cubicBezTo>
                  <a:close/>
                  <a:moveTo>
                    <a:pt x="2202" y="2574"/>
                  </a:moveTo>
                  <a:lnTo>
                    <a:pt x="2202" y="2643"/>
                  </a:lnTo>
                  <a:lnTo>
                    <a:pt x="2202" y="2691"/>
                  </a:lnTo>
                  <a:cubicBezTo>
                    <a:pt x="2222" y="2760"/>
                    <a:pt x="2222" y="2812"/>
                    <a:pt x="2222" y="2877"/>
                  </a:cubicBezTo>
                  <a:cubicBezTo>
                    <a:pt x="2238" y="2893"/>
                    <a:pt x="2238" y="2930"/>
                    <a:pt x="2238" y="2946"/>
                  </a:cubicBezTo>
                  <a:cubicBezTo>
                    <a:pt x="2238" y="2978"/>
                    <a:pt x="2238" y="3014"/>
                    <a:pt x="2254" y="3063"/>
                  </a:cubicBezTo>
                  <a:lnTo>
                    <a:pt x="2254" y="3047"/>
                  </a:lnTo>
                  <a:lnTo>
                    <a:pt x="2254" y="2946"/>
                  </a:lnTo>
                  <a:cubicBezTo>
                    <a:pt x="2238" y="2930"/>
                    <a:pt x="2238" y="2893"/>
                    <a:pt x="2238" y="2877"/>
                  </a:cubicBezTo>
                  <a:cubicBezTo>
                    <a:pt x="2238" y="2812"/>
                    <a:pt x="2222" y="2760"/>
                    <a:pt x="2222" y="2691"/>
                  </a:cubicBezTo>
                  <a:lnTo>
                    <a:pt x="2222" y="2627"/>
                  </a:lnTo>
                  <a:cubicBezTo>
                    <a:pt x="2222" y="2610"/>
                    <a:pt x="2222" y="2590"/>
                    <a:pt x="2202" y="2574"/>
                  </a:cubicBezTo>
                  <a:close/>
                  <a:moveTo>
                    <a:pt x="166" y="2287"/>
                  </a:moveTo>
                  <a:lnTo>
                    <a:pt x="166" y="2457"/>
                  </a:lnTo>
                  <a:cubicBezTo>
                    <a:pt x="166" y="2489"/>
                    <a:pt x="182" y="2542"/>
                    <a:pt x="182" y="2590"/>
                  </a:cubicBezTo>
                  <a:cubicBezTo>
                    <a:pt x="182" y="2691"/>
                    <a:pt x="182" y="2792"/>
                    <a:pt x="202" y="2893"/>
                  </a:cubicBezTo>
                  <a:lnTo>
                    <a:pt x="202" y="2962"/>
                  </a:lnTo>
                  <a:cubicBezTo>
                    <a:pt x="202" y="3014"/>
                    <a:pt x="202" y="3047"/>
                    <a:pt x="218" y="3095"/>
                  </a:cubicBezTo>
                  <a:lnTo>
                    <a:pt x="218" y="2962"/>
                  </a:lnTo>
                  <a:lnTo>
                    <a:pt x="218" y="2893"/>
                  </a:lnTo>
                  <a:cubicBezTo>
                    <a:pt x="202" y="2792"/>
                    <a:pt x="202" y="2675"/>
                    <a:pt x="202" y="2590"/>
                  </a:cubicBezTo>
                  <a:cubicBezTo>
                    <a:pt x="182" y="2542"/>
                    <a:pt x="182" y="2489"/>
                    <a:pt x="182" y="2457"/>
                  </a:cubicBezTo>
                  <a:cubicBezTo>
                    <a:pt x="182" y="2388"/>
                    <a:pt x="182" y="2340"/>
                    <a:pt x="166" y="2287"/>
                  </a:cubicBezTo>
                  <a:close/>
                  <a:moveTo>
                    <a:pt x="218" y="3095"/>
                  </a:moveTo>
                  <a:lnTo>
                    <a:pt x="218" y="3180"/>
                  </a:lnTo>
                  <a:lnTo>
                    <a:pt x="218" y="3233"/>
                  </a:lnTo>
                  <a:lnTo>
                    <a:pt x="234" y="3297"/>
                  </a:lnTo>
                  <a:lnTo>
                    <a:pt x="234" y="3233"/>
                  </a:lnTo>
                  <a:lnTo>
                    <a:pt x="234" y="3180"/>
                  </a:lnTo>
                  <a:cubicBezTo>
                    <a:pt x="234" y="3164"/>
                    <a:pt x="234" y="3132"/>
                    <a:pt x="218" y="3095"/>
                  </a:cubicBezTo>
                  <a:close/>
                  <a:moveTo>
                    <a:pt x="2254" y="3063"/>
                  </a:moveTo>
                  <a:lnTo>
                    <a:pt x="2254" y="3249"/>
                  </a:lnTo>
                  <a:cubicBezTo>
                    <a:pt x="2270" y="3265"/>
                    <a:pt x="2270" y="3281"/>
                    <a:pt x="2270" y="3317"/>
                  </a:cubicBezTo>
                  <a:cubicBezTo>
                    <a:pt x="2270" y="3350"/>
                    <a:pt x="2270" y="3398"/>
                    <a:pt x="2287" y="3451"/>
                  </a:cubicBezTo>
                  <a:lnTo>
                    <a:pt x="2287" y="3317"/>
                  </a:lnTo>
                  <a:cubicBezTo>
                    <a:pt x="2287" y="3281"/>
                    <a:pt x="2270" y="3265"/>
                    <a:pt x="2270" y="3249"/>
                  </a:cubicBezTo>
                  <a:cubicBezTo>
                    <a:pt x="2270" y="3180"/>
                    <a:pt x="2270" y="3132"/>
                    <a:pt x="2254" y="3063"/>
                  </a:cubicBezTo>
                  <a:close/>
                  <a:moveTo>
                    <a:pt x="234" y="3297"/>
                  </a:moveTo>
                  <a:lnTo>
                    <a:pt x="234" y="3483"/>
                  </a:lnTo>
                  <a:cubicBezTo>
                    <a:pt x="234" y="3552"/>
                    <a:pt x="251" y="3620"/>
                    <a:pt x="251" y="3685"/>
                  </a:cubicBezTo>
                  <a:lnTo>
                    <a:pt x="251" y="3754"/>
                  </a:lnTo>
                  <a:lnTo>
                    <a:pt x="251" y="3786"/>
                  </a:lnTo>
                  <a:cubicBezTo>
                    <a:pt x="267" y="3822"/>
                    <a:pt x="267" y="3855"/>
                    <a:pt x="267" y="3871"/>
                  </a:cubicBezTo>
                  <a:lnTo>
                    <a:pt x="267" y="3786"/>
                  </a:lnTo>
                  <a:lnTo>
                    <a:pt x="267" y="3754"/>
                  </a:lnTo>
                  <a:lnTo>
                    <a:pt x="267" y="3685"/>
                  </a:lnTo>
                  <a:cubicBezTo>
                    <a:pt x="251" y="3620"/>
                    <a:pt x="251" y="3552"/>
                    <a:pt x="251" y="3483"/>
                  </a:cubicBezTo>
                  <a:cubicBezTo>
                    <a:pt x="251" y="3418"/>
                    <a:pt x="251" y="3366"/>
                    <a:pt x="234" y="3297"/>
                  </a:cubicBezTo>
                  <a:close/>
                  <a:moveTo>
                    <a:pt x="267" y="3871"/>
                  </a:moveTo>
                  <a:lnTo>
                    <a:pt x="267" y="3923"/>
                  </a:lnTo>
                  <a:lnTo>
                    <a:pt x="267" y="3988"/>
                  </a:lnTo>
                  <a:cubicBezTo>
                    <a:pt x="283" y="3972"/>
                    <a:pt x="283" y="3939"/>
                    <a:pt x="283" y="3903"/>
                  </a:cubicBezTo>
                  <a:cubicBezTo>
                    <a:pt x="267" y="3903"/>
                    <a:pt x="267" y="3887"/>
                    <a:pt x="267" y="3871"/>
                  </a:cubicBezTo>
                  <a:close/>
                  <a:moveTo>
                    <a:pt x="267" y="3988"/>
                  </a:moveTo>
                  <a:cubicBezTo>
                    <a:pt x="251" y="3988"/>
                    <a:pt x="267" y="4004"/>
                    <a:pt x="267" y="4004"/>
                  </a:cubicBezTo>
                  <a:lnTo>
                    <a:pt x="267" y="3988"/>
                  </a:lnTo>
                  <a:close/>
                  <a:moveTo>
                    <a:pt x="2287" y="3451"/>
                  </a:moveTo>
                  <a:lnTo>
                    <a:pt x="2287" y="3499"/>
                  </a:lnTo>
                  <a:lnTo>
                    <a:pt x="2287" y="3620"/>
                  </a:lnTo>
                  <a:cubicBezTo>
                    <a:pt x="2303" y="3653"/>
                    <a:pt x="2303" y="3701"/>
                    <a:pt x="2303" y="3737"/>
                  </a:cubicBezTo>
                  <a:cubicBezTo>
                    <a:pt x="2303" y="3770"/>
                    <a:pt x="2323" y="3822"/>
                    <a:pt x="2323" y="3855"/>
                  </a:cubicBezTo>
                  <a:lnTo>
                    <a:pt x="2323" y="3956"/>
                  </a:lnTo>
                  <a:cubicBezTo>
                    <a:pt x="2339" y="3972"/>
                    <a:pt x="2339" y="3988"/>
                    <a:pt x="2339" y="4004"/>
                  </a:cubicBezTo>
                  <a:lnTo>
                    <a:pt x="2339" y="3956"/>
                  </a:lnTo>
                  <a:lnTo>
                    <a:pt x="2339" y="3855"/>
                  </a:lnTo>
                  <a:cubicBezTo>
                    <a:pt x="2323" y="3802"/>
                    <a:pt x="2323" y="3770"/>
                    <a:pt x="2323" y="3737"/>
                  </a:cubicBezTo>
                  <a:cubicBezTo>
                    <a:pt x="2323" y="3685"/>
                    <a:pt x="2323" y="3653"/>
                    <a:pt x="2303" y="3620"/>
                  </a:cubicBezTo>
                  <a:lnTo>
                    <a:pt x="2303" y="3499"/>
                  </a:lnTo>
                  <a:cubicBezTo>
                    <a:pt x="2303" y="3483"/>
                    <a:pt x="2303" y="3467"/>
                    <a:pt x="2287" y="3451"/>
                  </a:cubicBezTo>
                  <a:close/>
                  <a:moveTo>
                    <a:pt x="2339" y="4004"/>
                  </a:moveTo>
                  <a:cubicBezTo>
                    <a:pt x="2339" y="4057"/>
                    <a:pt x="2339" y="4105"/>
                    <a:pt x="2355" y="4141"/>
                  </a:cubicBezTo>
                  <a:cubicBezTo>
                    <a:pt x="2355" y="4089"/>
                    <a:pt x="2355" y="4057"/>
                    <a:pt x="2339" y="4004"/>
                  </a:cubicBezTo>
                  <a:close/>
                  <a:moveTo>
                    <a:pt x="2355" y="4141"/>
                  </a:moveTo>
                  <a:cubicBezTo>
                    <a:pt x="2355" y="4190"/>
                    <a:pt x="2355" y="4259"/>
                    <a:pt x="2371" y="4307"/>
                  </a:cubicBezTo>
                  <a:cubicBezTo>
                    <a:pt x="2371" y="4259"/>
                    <a:pt x="2371" y="4190"/>
                    <a:pt x="2355" y="4141"/>
                  </a:cubicBezTo>
                  <a:close/>
                  <a:moveTo>
                    <a:pt x="2371" y="4307"/>
                  </a:moveTo>
                  <a:cubicBezTo>
                    <a:pt x="2371" y="4408"/>
                    <a:pt x="2387" y="4509"/>
                    <a:pt x="2387" y="4610"/>
                  </a:cubicBezTo>
                  <a:lnTo>
                    <a:pt x="2404" y="4679"/>
                  </a:lnTo>
                  <a:lnTo>
                    <a:pt x="2404" y="4594"/>
                  </a:lnTo>
                  <a:cubicBezTo>
                    <a:pt x="2387" y="4509"/>
                    <a:pt x="2387" y="4408"/>
                    <a:pt x="2371" y="4307"/>
                  </a:cubicBezTo>
                  <a:close/>
                  <a:moveTo>
                    <a:pt x="267" y="4004"/>
                  </a:moveTo>
                  <a:lnTo>
                    <a:pt x="267" y="4024"/>
                  </a:lnTo>
                  <a:cubicBezTo>
                    <a:pt x="267" y="4040"/>
                    <a:pt x="283" y="4057"/>
                    <a:pt x="267" y="4089"/>
                  </a:cubicBezTo>
                  <a:lnTo>
                    <a:pt x="267" y="4105"/>
                  </a:lnTo>
                  <a:cubicBezTo>
                    <a:pt x="283" y="4141"/>
                    <a:pt x="283" y="4190"/>
                    <a:pt x="283" y="4242"/>
                  </a:cubicBezTo>
                  <a:lnTo>
                    <a:pt x="283" y="4291"/>
                  </a:lnTo>
                  <a:cubicBezTo>
                    <a:pt x="303" y="4392"/>
                    <a:pt x="303" y="4477"/>
                    <a:pt x="303" y="4578"/>
                  </a:cubicBezTo>
                  <a:lnTo>
                    <a:pt x="303" y="4610"/>
                  </a:lnTo>
                  <a:cubicBezTo>
                    <a:pt x="319" y="4663"/>
                    <a:pt x="319" y="4695"/>
                    <a:pt x="319" y="4731"/>
                  </a:cubicBezTo>
                  <a:lnTo>
                    <a:pt x="319" y="4747"/>
                  </a:lnTo>
                  <a:cubicBezTo>
                    <a:pt x="303" y="4780"/>
                    <a:pt x="319" y="4796"/>
                    <a:pt x="352" y="4796"/>
                  </a:cubicBezTo>
                  <a:cubicBezTo>
                    <a:pt x="319" y="4780"/>
                    <a:pt x="319" y="4780"/>
                    <a:pt x="335" y="4747"/>
                  </a:cubicBezTo>
                  <a:lnTo>
                    <a:pt x="335" y="4731"/>
                  </a:lnTo>
                  <a:cubicBezTo>
                    <a:pt x="319" y="4695"/>
                    <a:pt x="319" y="4646"/>
                    <a:pt x="319" y="4610"/>
                  </a:cubicBezTo>
                  <a:lnTo>
                    <a:pt x="319" y="4578"/>
                  </a:lnTo>
                  <a:cubicBezTo>
                    <a:pt x="319" y="4477"/>
                    <a:pt x="303" y="4392"/>
                    <a:pt x="303" y="4291"/>
                  </a:cubicBezTo>
                  <a:lnTo>
                    <a:pt x="303" y="4242"/>
                  </a:lnTo>
                  <a:cubicBezTo>
                    <a:pt x="303" y="4190"/>
                    <a:pt x="303" y="4141"/>
                    <a:pt x="283" y="4105"/>
                  </a:cubicBezTo>
                  <a:lnTo>
                    <a:pt x="283" y="4089"/>
                  </a:lnTo>
                  <a:lnTo>
                    <a:pt x="283" y="4024"/>
                  </a:lnTo>
                  <a:lnTo>
                    <a:pt x="283" y="4004"/>
                  </a:lnTo>
                  <a:close/>
                  <a:moveTo>
                    <a:pt x="2404" y="4711"/>
                  </a:moveTo>
                  <a:lnTo>
                    <a:pt x="2404" y="4764"/>
                  </a:lnTo>
                  <a:lnTo>
                    <a:pt x="2404" y="4780"/>
                  </a:lnTo>
                  <a:cubicBezTo>
                    <a:pt x="2404" y="4812"/>
                    <a:pt x="2424" y="4832"/>
                    <a:pt x="2424" y="4865"/>
                  </a:cubicBezTo>
                  <a:lnTo>
                    <a:pt x="2424" y="4780"/>
                  </a:lnTo>
                  <a:lnTo>
                    <a:pt x="2424" y="4764"/>
                  </a:lnTo>
                  <a:cubicBezTo>
                    <a:pt x="2404" y="4747"/>
                    <a:pt x="2404" y="4731"/>
                    <a:pt x="2404" y="4711"/>
                  </a:cubicBezTo>
                  <a:close/>
                  <a:moveTo>
                    <a:pt x="2424" y="4865"/>
                  </a:moveTo>
                  <a:lnTo>
                    <a:pt x="2424" y="4933"/>
                  </a:lnTo>
                  <a:cubicBezTo>
                    <a:pt x="2424" y="4982"/>
                    <a:pt x="2440" y="5034"/>
                    <a:pt x="2440" y="5083"/>
                  </a:cubicBezTo>
                  <a:cubicBezTo>
                    <a:pt x="2440" y="5135"/>
                    <a:pt x="2456" y="5184"/>
                    <a:pt x="2456" y="5252"/>
                  </a:cubicBezTo>
                  <a:lnTo>
                    <a:pt x="2456" y="5285"/>
                  </a:lnTo>
                  <a:cubicBezTo>
                    <a:pt x="2456" y="5301"/>
                    <a:pt x="2472" y="5337"/>
                    <a:pt x="2456" y="5369"/>
                  </a:cubicBezTo>
                  <a:cubicBezTo>
                    <a:pt x="2488" y="5337"/>
                    <a:pt x="2472" y="5301"/>
                    <a:pt x="2472" y="5269"/>
                  </a:cubicBezTo>
                  <a:lnTo>
                    <a:pt x="2472" y="5252"/>
                  </a:lnTo>
                  <a:cubicBezTo>
                    <a:pt x="2456" y="5184"/>
                    <a:pt x="2456" y="5135"/>
                    <a:pt x="2456" y="5083"/>
                  </a:cubicBezTo>
                  <a:cubicBezTo>
                    <a:pt x="2440" y="5034"/>
                    <a:pt x="2440" y="4982"/>
                    <a:pt x="2440" y="4933"/>
                  </a:cubicBezTo>
                  <a:cubicBezTo>
                    <a:pt x="2440" y="4897"/>
                    <a:pt x="2440" y="4881"/>
                    <a:pt x="2424" y="4865"/>
                  </a:cubicBezTo>
                  <a:close/>
                  <a:moveTo>
                    <a:pt x="352" y="4796"/>
                  </a:moveTo>
                  <a:lnTo>
                    <a:pt x="352" y="4796"/>
                  </a:lnTo>
                  <a:cubicBezTo>
                    <a:pt x="420" y="4832"/>
                    <a:pt x="485" y="4848"/>
                    <a:pt x="553" y="4865"/>
                  </a:cubicBezTo>
                  <a:cubicBezTo>
                    <a:pt x="606" y="4881"/>
                    <a:pt x="654" y="4881"/>
                    <a:pt x="687" y="4897"/>
                  </a:cubicBezTo>
                  <a:cubicBezTo>
                    <a:pt x="772" y="4913"/>
                    <a:pt x="840" y="4949"/>
                    <a:pt x="909" y="4966"/>
                  </a:cubicBezTo>
                  <a:cubicBezTo>
                    <a:pt x="974" y="4982"/>
                    <a:pt x="1042" y="4998"/>
                    <a:pt x="1091" y="5014"/>
                  </a:cubicBezTo>
                  <a:lnTo>
                    <a:pt x="1244" y="5050"/>
                  </a:lnTo>
                  <a:cubicBezTo>
                    <a:pt x="1345" y="5083"/>
                    <a:pt x="1446" y="5099"/>
                    <a:pt x="1547" y="5135"/>
                  </a:cubicBezTo>
                  <a:cubicBezTo>
                    <a:pt x="1616" y="5151"/>
                    <a:pt x="1681" y="5184"/>
                    <a:pt x="1765" y="5200"/>
                  </a:cubicBezTo>
                  <a:cubicBezTo>
                    <a:pt x="1866" y="5216"/>
                    <a:pt x="1967" y="5252"/>
                    <a:pt x="2068" y="5285"/>
                  </a:cubicBezTo>
                  <a:lnTo>
                    <a:pt x="2121" y="5301"/>
                  </a:lnTo>
                  <a:cubicBezTo>
                    <a:pt x="2222" y="5317"/>
                    <a:pt x="2323" y="5353"/>
                    <a:pt x="2404" y="5369"/>
                  </a:cubicBezTo>
                  <a:cubicBezTo>
                    <a:pt x="2424" y="5386"/>
                    <a:pt x="2440" y="5386"/>
                    <a:pt x="2440" y="5386"/>
                  </a:cubicBezTo>
                  <a:lnTo>
                    <a:pt x="2456" y="5386"/>
                  </a:lnTo>
                  <a:lnTo>
                    <a:pt x="2456" y="5369"/>
                  </a:lnTo>
                  <a:lnTo>
                    <a:pt x="2424" y="5369"/>
                  </a:lnTo>
                  <a:cubicBezTo>
                    <a:pt x="2323" y="5337"/>
                    <a:pt x="2222" y="5301"/>
                    <a:pt x="2137" y="5285"/>
                  </a:cubicBezTo>
                  <a:lnTo>
                    <a:pt x="2068" y="5269"/>
                  </a:lnTo>
                  <a:cubicBezTo>
                    <a:pt x="1967" y="5236"/>
                    <a:pt x="1866" y="5216"/>
                    <a:pt x="1765" y="5184"/>
                  </a:cubicBezTo>
                  <a:cubicBezTo>
                    <a:pt x="1697" y="5168"/>
                    <a:pt x="1616" y="5135"/>
                    <a:pt x="1547" y="5115"/>
                  </a:cubicBezTo>
                  <a:cubicBezTo>
                    <a:pt x="1446" y="5099"/>
                    <a:pt x="1345" y="5067"/>
                    <a:pt x="1244" y="5034"/>
                  </a:cubicBezTo>
                  <a:lnTo>
                    <a:pt x="1111" y="4998"/>
                  </a:lnTo>
                  <a:cubicBezTo>
                    <a:pt x="1042" y="4982"/>
                    <a:pt x="974" y="4966"/>
                    <a:pt x="925" y="4949"/>
                  </a:cubicBezTo>
                  <a:cubicBezTo>
                    <a:pt x="840" y="4933"/>
                    <a:pt x="772" y="4913"/>
                    <a:pt x="707" y="4881"/>
                  </a:cubicBezTo>
                  <a:cubicBezTo>
                    <a:pt x="654" y="4881"/>
                    <a:pt x="606" y="4865"/>
                    <a:pt x="553" y="4848"/>
                  </a:cubicBezTo>
                  <a:cubicBezTo>
                    <a:pt x="485" y="4832"/>
                    <a:pt x="420" y="4812"/>
                    <a:pt x="352" y="47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9"/>
            <p:cNvSpPr/>
            <p:nvPr/>
          </p:nvSpPr>
          <p:spPr>
            <a:xfrm>
              <a:off x="1249437" y="19662"/>
              <a:ext cx="1491464" cy="627237"/>
            </a:xfrm>
            <a:custGeom>
              <a:rect b="b" l="l" r="r" t="t"/>
              <a:pathLst>
                <a:path extrusionOk="0" h="6315" w="15016">
                  <a:moveTo>
                    <a:pt x="6952" y="17"/>
                  </a:moveTo>
                  <a:cubicBezTo>
                    <a:pt x="6936" y="17"/>
                    <a:pt x="6936" y="33"/>
                    <a:pt x="6936" y="33"/>
                  </a:cubicBezTo>
                  <a:cubicBezTo>
                    <a:pt x="6952" y="33"/>
                    <a:pt x="6952" y="33"/>
                    <a:pt x="6952" y="17"/>
                  </a:cubicBezTo>
                  <a:close/>
                  <a:moveTo>
                    <a:pt x="6952" y="0"/>
                  </a:moveTo>
                  <a:lnTo>
                    <a:pt x="6952" y="17"/>
                  </a:lnTo>
                  <a:lnTo>
                    <a:pt x="6969" y="17"/>
                  </a:lnTo>
                  <a:cubicBezTo>
                    <a:pt x="7001" y="17"/>
                    <a:pt x="7053" y="33"/>
                    <a:pt x="7086" y="53"/>
                  </a:cubicBezTo>
                  <a:cubicBezTo>
                    <a:pt x="7053" y="17"/>
                    <a:pt x="7017" y="0"/>
                    <a:pt x="6969" y="0"/>
                  </a:cubicBezTo>
                  <a:close/>
                  <a:moveTo>
                    <a:pt x="6936" y="33"/>
                  </a:moveTo>
                  <a:lnTo>
                    <a:pt x="6916" y="53"/>
                  </a:lnTo>
                  <a:cubicBezTo>
                    <a:pt x="6884" y="69"/>
                    <a:pt x="6868" y="85"/>
                    <a:pt x="6851" y="101"/>
                  </a:cubicBezTo>
                  <a:cubicBezTo>
                    <a:pt x="6767" y="170"/>
                    <a:pt x="6682" y="255"/>
                    <a:pt x="6597" y="336"/>
                  </a:cubicBezTo>
                  <a:cubicBezTo>
                    <a:pt x="6682" y="271"/>
                    <a:pt x="6783" y="186"/>
                    <a:pt x="6868" y="101"/>
                  </a:cubicBezTo>
                  <a:cubicBezTo>
                    <a:pt x="6884" y="85"/>
                    <a:pt x="6900" y="69"/>
                    <a:pt x="6916" y="69"/>
                  </a:cubicBezTo>
                  <a:cubicBezTo>
                    <a:pt x="6936" y="69"/>
                    <a:pt x="6936" y="53"/>
                    <a:pt x="6936" y="33"/>
                  </a:cubicBezTo>
                  <a:close/>
                  <a:moveTo>
                    <a:pt x="7086" y="53"/>
                  </a:moveTo>
                  <a:cubicBezTo>
                    <a:pt x="7102" y="69"/>
                    <a:pt x="7118" y="69"/>
                    <a:pt x="7118" y="69"/>
                  </a:cubicBezTo>
                  <a:cubicBezTo>
                    <a:pt x="7239" y="117"/>
                    <a:pt x="7356" y="170"/>
                    <a:pt x="7457" y="218"/>
                  </a:cubicBezTo>
                  <a:cubicBezTo>
                    <a:pt x="7522" y="255"/>
                    <a:pt x="7575" y="287"/>
                    <a:pt x="7643" y="303"/>
                  </a:cubicBezTo>
                  <a:cubicBezTo>
                    <a:pt x="7777" y="372"/>
                    <a:pt x="7910" y="420"/>
                    <a:pt x="8047" y="489"/>
                  </a:cubicBezTo>
                  <a:lnTo>
                    <a:pt x="8415" y="659"/>
                  </a:lnTo>
                  <a:cubicBezTo>
                    <a:pt x="8601" y="740"/>
                    <a:pt x="8786" y="824"/>
                    <a:pt x="8972" y="909"/>
                  </a:cubicBezTo>
                  <a:cubicBezTo>
                    <a:pt x="9005" y="925"/>
                    <a:pt x="9057" y="942"/>
                    <a:pt x="9106" y="962"/>
                  </a:cubicBezTo>
                  <a:cubicBezTo>
                    <a:pt x="9057" y="942"/>
                    <a:pt x="9021" y="909"/>
                    <a:pt x="8972" y="893"/>
                  </a:cubicBezTo>
                  <a:cubicBezTo>
                    <a:pt x="8786" y="808"/>
                    <a:pt x="8601" y="723"/>
                    <a:pt x="8415" y="639"/>
                  </a:cubicBezTo>
                  <a:lnTo>
                    <a:pt x="8047" y="473"/>
                  </a:lnTo>
                  <a:cubicBezTo>
                    <a:pt x="7910" y="420"/>
                    <a:pt x="7777" y="356"/>
                    <a:pt x="7643" y="287"/>
                  </a:cubicBezTo>
                  <a:cubicBezTo>
                    <a:pt x="7591" y="271"/>
                    <a:pt x="7522" y="235"/>
                    <a:pt x="7474" y="218"/>
                  </a:cubicBezTo>
                  <a:cubicBezTo>
                    <a:pt x="7356" y="170"/>
                    <a:pt x="7239" y="117"/>
                    <a:pt x="7138" y="69"/>
                  </a:cubicBezTo>
                  <a:cubicBezTo>
                    <a:pt x="7118" y="53"/>
                    <a:pt x="7102" y="53"/>
                    <a:pt x="7086" y="53"/>
                  </a:cubicBezTo>
                  <a:close/>
                  <a:moveTo>
                    <a:pt x="6597" y="336"/>
                  </a:moveTo>
                  <a:lnTo>
                    <a:pt x="6565" y="356"/>
                  </a:lnTo>
                  <a:cubicBezTo>
                    <a:pt x="6480" y="420"/>
                    <a:pt x="6395" y="505"/>
                    <a:pt x="6310" y="590"/>
                  </a:cubicBezTo>
                  <a:cubicBezTo>
                    <a:pt x="6246" y="659"/>
                    <a:pt x="6177" y="723"/>
                    <a:pt x="6092" y="792"/>
                  </a:cubicBezTo>
                  <a:cubicBezTo>
                    <a:pt x="6007" y="861"/>
                    <a:pt x="5926" y="942"/>
                    <a:pt x="5842" y="1010"/>
                  </a:cubicBezTo>
                  <a:cubicBezTo>
                    <a:pt x="5724" y="1111"/>
                    <a:pt x="5587" y="1228"/>
                    <a:pt x="5470" y="1346"/>
                  </a:cubicBezTo>
                  <a:lnTo>
                    <a:pt x="5401" y="1414"/>
                  </a:lnTo>
                  <a:cubicBezTo>
                    <a:pt x="5320" y="1483"/>
                    <a:pt x="5252" y="1548"/>
                    <a:pt x="5183" y="1616"/>
                  </a:cubicBezTo>
                  <a:cubicBezTo>
                    <a:pt x="5252" y="1548"/>
                    <a:pt x="5337" y="1499"/>
                    <a:pt x="5401" y="1430"/>
                  </a:cubicBezTo>
                  <a:lnTo>
                    <a:pt x="5486" y="1346"/>
                  </a:lnTo>
                  <a:cubicBezTo>
                    <a:pt x="5603" y="1245"/>
                    <a:pt x="5724" y="1127"/>
                    <a:pt x="5858" y="1026"/>
                  </a:cubicBezTo>
                  <a:cubicBezTo>
                    <a:pt x="5943" y="942"/>
                    <a:pt x="6027" y="877"/>
                    <a:pt x="6108" y="792"/>
                  </a:cubicBezTo>
                  <a:cubicBezTo>
                    <a:pt x="6177" y="723"/>
                    <a:pt x="6246" y="659"/>
                    <a:pt x="6330" y="590"/>
                  </a:cubicBezTo>
                  <a:cubicBezTo>
                    <a:pt x="6411" y="521"/>
                    <a:pt x="6496" y="437"/>
                    <a:pt x="6581" y="372"/>
                  </a:cubicBezTo>
                  <a:lnTo>
                    <a:pt x="6597" y="336"/>
                  </a:lnTo>
                  <a:close/>
                  <a:moveTo>
                    <a:pt x="9106" y="962"/>
                  </a:moveTo>
                  <a:cubicBezTo>
                    <a:pt x="9158" y="994"/>
                    <a:pt x="9190" y="1010"/>
                    <a:pt x="9239" y="1026"/>
                  </a:cubicBezTo>
                  <a:cubicBezTo>
                    <a:pt x="9291" y="1063"/>
                    <a:pt x="9360" y="1079"/>
                    <a:pt x="9409" y="1111"/>
                  </a:cubicBezTo>
                  <a:cubicBezTo>
                    <a:pt x="9461" y="1127"/>
                    <a:pt x="9510" y="1164"/>
                    <a:pt x="9578" y="1180"/>
                  </a:cubicBezTo>
                  <a:cubicBezTo>
                    <a:pt x="9663" y="1212"/>
                    <a:pt x="9728" y="1245"/>
                    <a:pt x="9813" y="1297"/>
                  </a:cubicBezTo>
                  <a:cubicBezTo>
                    <a:pt x="9897" y="1329"/>
                    <a:pt x="9982" y="1366"/>
                    <a:pt x="10083" y="1414"/>
                  </a:cubicBezTo>
                  <a:cubicBezTo>
                    <a:pt x="10148" y="1447"/>
                    <a:pt x="10233" y="1483"/>
                    <a:pt x="10301" y="1515"/>
                  </a:cubicBezTo>
                  <a:cubicBezTo>
                    <a:pt x="10386" y="1548"/>
                    <a:pt x="10471" y="1584"/>
                    <a:pt x="10536" y="1616"/>
                  </a:cubicBezTo>
                  <a:cubicBezTo>
                    <a:pt x="10620" y="1649"/>
                    <a:pt x="10705" y="1685"/>
                    <a:pt x="10774" y="1733"/>
                  </a:cubicBezTo>
                  <a:cubicBezTo>
                    <a:pt x="10855" y="1750"/>
                    <a:pt x="10923" y="1786"/>
                    <a:pt x="10992" y="1818"/>
                  </a:cubicBezTo>
                  <a:cubicBezTo>
                    <a:pt x="11109" y="1871"/>
                    <a:pt x="11226" y="1935"/>
                    <a:pt x="11344" y="1988"/>
                  </a:cubicBezTo>
                  <a:lnTo>
                    <a:pt x="11412" y="2004"/>
                  </a:lnTo>
                  <a:lnTo>
                    <a:pt x="11344" y="1972"/>
                  </a:lnTo>
                  <a:cubicBezTo>
                    <a:pt x="11226" y="1919"/>
                    <a:pt x="11109" y="1871"/>
                    <a:pt x="10992" y="1802"/>
                  </a:cubicBezTo>
                  <a:cubicBezTo>
                    <a:pt x="10923" y="1786"/>
                    <a:pt x="10855" y="1750"/>
                    <a:pt x="10790" y="1717"/>
                  </a:cubicBezTo>
                  <a:cubicBezTo>
                    <a:pt x="10705" y="1685"/>
                    <a:pt x="10620" y="1649"/>
                    <a:pt x="10552" y="1600"/>
                  </a:cubicBezTo>
                  <a:cubicBezTo>
                    <a:pt x="10471" y="1568"/>
                    <a:pt x="10386" y="1531"/>
                    <a:pt x="10318" y="1499"/>
                  </a:cubicBezTo>
                  <a:cubicBezTo>
                    <a:pt x="10233" y="1467"/>
                    <a:pt x="10148" y="1430"/>
                    <a:pt x="10083" y="1398"/>
                  </a:cubicBezTo>
                  <a:cubicBezTo>
                    <a:pt x="9998" y="1366"/>
                    <a:pt x="9914" y="1313"/>
                    <a:pt x="9829" y="1281"/>
                  </a:cubicBezTo>
                  <a:cubicBezTo>
                    <a:pt x="9744" y="1245"/>
                    <a:pt x="9663" y="1212"/>
                    <a:pt x="9578" y="1164"/>
                  </a:cubicBezTo>
                  <a:cubicBezTo>
                    <a:pt x="9526" y="1144"/>
                    <a:pt x="9461" y="1111"/>
                    <a:pt x="9409" y="1095"/>
                  </a:cubicBezTo>
                  <a:cubicBezTo>
                    <a:pt x="9360" y="1079"/>
                    <a:pt x="9308" y="1043"/>
                    <a:pt x="9259" y="1026"/>
                  </a:cubicBezTo>
                  <a:cubicBezTo>
                    <a:pt x="9207" y="994"/>
                    <a:pt x="9158" y="978"/>
                    <a:pt x="9106" y="962"/>
                  </a:cubicBezTo>
                  <a:close/>
                  <a:moveTo>
                    <a:pt x="5183" y="1616"/>
                  </a:moveTo>
                  <a:cubicBezTo>
                    <a:pt x="5082" y="1701"/>
                    <a:pt x="4997" y="1770"/>
                    <a:pt x="4916" y="1851"/>
                  </a:cubicBezTo>
                  <a:cubicBezTo>
                    <a:pt x="4848" y="1919"/>
                    <a:pt x="4779" y="1972"/>
                    <a:pt x="4714" y="2036"/>
                  </a:cubicBezTo>
                  <a:cubicBezTo>
                    <a:pt x="4779" y="1988"/>
                    <a:pt x="4848" y="1919"/>
                    <a:pt x="4916" y="1871"/>
                  </a:cubicBezTo>
                  <a:cubicBezTo>
                    <a:pt x="5017" y="1786"/>
                    <a:pt x="5098" y="1701"/>
                    <a:pt x="5183" y="1616"/>
                  </a:cubicBezTo>
                  <a:close/>
                  <a:moveTo>
                    <a:pt x="11412" y="2004"/>
                  </a:moveTo>
                  <a:lnTo>
                    <a:pt x="11412" y="2004"/>
                  </a:lnTo>
                  <a:cubicBezTo>
                    <a:pt x="11461" y="2036"/>
                    <a:pt x="11497" y="2052"/>
                    <a:pt x="11546" y="2073"/>
                  </a:cubicBezTo>
                  <a:cubicBezTo>
                    <a:pt x="11630" y="2105"/>
                    <a:pt x="11699" y="2137"/>
                    <a:pt x="11784" y="2174"/>
                  </a:cubicBezTo>
                  <a:cubicBezTo>
                    <a:pt x="11715" y="2137"/>
                    <a:pt x="11630" y="2105"/>
                    <a:pt x="11562" y="2073"/>
                  </a:cubicBezTo>
                  <a:cubicBezTo>
                    <a:pt x="11513" y="2036"/>
                    <a:pt x="11461" y="2020"/>
                    <a:pt x="11412" y="2004"/>
                  </a:cubicBezTo>
                  <a:close/>
                  <a:moveTo>
                    <a:pt x="11784" y="2174"/>
                  </a:moveTo>
                  <a:lnTo>
                    <a:pt x="11784" y="2174"/>
                  </a:lnTo>
                  <a:cubicBezTo>
                    <a:pt x="11832" y="2206"/>
                    <a:pt x="11885" y="2222"/>
                    <a:pt x="11933" y="2254"/>
                  </a:cubicBezTo>
                  <a:cubicBezTo>
                    <a:pt x="12002" y="2275"/>
                    <a:pt x="12067" y="2307"/>
                    <a:pt x="12135" y="2339"/>
                  </a:cubicBezTo>
                  <a:cubicBezTo>
                    <a:pt x="12220" y="2376"/>
                    <a:pt x="12305" y="2408"/>
                    <a:pt x="12370" y="2456"/>
                  </a:cubicBezTo>
                  <a:cubicBezTo>
                    <a:pt x="12471" y="2493"/>
                    <a:pt x="12592" y="2541"/>
                    <a:pt x="12693" y="2594"/>
                  </a:cubicBezTo>
                  <a:cubicBezTo>
                    <a:pt x="12842" y="2658"/>
                    <a:pt x="13012" y="2743"/>
                    <a:pt x="13178" y="2812"/>
                  </a:cubicBezTo>
                  <a:cubicBezTo>
                    <a:pt x="13299" y="2860"/>
                    <a:pt x="13416" y="2913"/>
                    <a:pt x="13533" y="2982"/>
                  </a:cubicBezTo>
                  <a:cubicBezTo>
                    <a:pt x="13650" y="3030"/>
                    <a:pt x="13784" y="3083"/>
                    <a:pt x="13905" y="3131"/>
                  </a:cubicBezTo>
                  <a:cubicBezTo>
                    <a:pt x="13784" y="3062"/>
                    <a:pt x="13666" y="3014"/>
                    <a:pt x="13533" y="2961"/>
                  </a:cubicBezTo>
                  <a:cubicBezTo>
                    <a:pt x="13416" y="2913"/>
                    <a:pt x="13299" y="2844"/>
                    <a:pt x="13178" y="2796"/>
                  </a:cubicBezTo>
                  <a:cubicBezTo>
                    <a:pt x="13012" y="2727"/>
                    <a:pt x="12858" y="2642"/>
                    <a:pt x="12693" y="2578"/>
                  </a:cubicBezTo>
                  <a:cubicBezTo>
                    <a:pt x="12592" y="2525"/>
                    <a:pt x="12491" y="2493"/>
                    <a:pt x="12390" y="2440"/>
                  </a:cubicBezTo>
                  <a:cubicBezTo>
                    <a:pt x="12305" y="2408"/>
                    <a:pt x="12220" y="2355"/>
                    <a:pt x="12135" y="2323"/>
                  </a:cubicBezTo>
                  <a:cubicBezTo>
                    <a:pt x="12067" y="2307"/>
                    <a:pt x="12002" y="2275"/>
                    <a:pt x="11950" y="2238"/>
                  </a:cubicBezTo>
                  <a:cubicBezTo>
                    <a:pt x="11885" y="2222"/>
                    <a:pt x="11832" y="2190"/>
                    <a:pt x="11784" y="2174"/>
                  </a:cubicBezTo>
                  <a:close/>
                  <a:moveTo>
                    <a:pt x="4714" y="2036"/>
                  </a:moveTo>
                  <a:lnTo>
                    <a:pt x="4391" y="2323"/>
                  </a:lnTo>
                  <a:cubicBezTo>
                    <a:pt x="4327" y="2376"/>
                    <a:pt x="4258" y="2440"/>
                    <a:pt x="4189" y="2509"/>
                  </a:cubicBezTo>
                  <a:cubicBezTo>
                    <a:pt x="4056" y="2626"/>
                    <a:pt x="3923" y="2759"/>
                    <a:pt x="3769" y="2881"/>
                  </a:cubicBezTo>
                  <a:cubicBezTo>
                    <a:pt x="3737" y="2913"/>
                    <a:pt x="3705" y="2945"/>
                    <a:pt x="3652" y="2982"/>
                  </a:cubicBezTo>
                  <a:cubicBezTo>
                    <a:pt x="3604" y="3046"/>
                    <a:pt x="3535" y="3099"/>
                    <a:pt x="3482" y="3147"/>
                  </a:cubicBezTo>
                  <a:cubicBezTo>
                    <a:pt x="3434" y="3200"/>
                    <a:pt x="3381" y="3232"/>
                    <a:pt x="3349" y="3264"/>
                  </a:cubicBezTo>
                  <a:cubicBezTo>
                    <a:pt x="3280" y="3317"/>
                    <a:pt x="3232" y="3365"/>
                    <a:pt x="3179" y="3418"/>
                  </a:cubicBezTo>
                  <a:lnTo>
                    <a:pt x="3030" y="3567"/>
                  </a:lnTo>
                  <a:cubicBezTo>
                    <a:pt x="3078" y="3519"/>
                    <a:pt x="3131" y="3487"/>
                    <a:pt x="3179" y="3434"/>
                  </a:cubicBezTo>
                  <a:cubicBezTo>
                    <a:pt x="3248" y="3386"/>
                    <a:pt x="3301" y="3333"/>
                    <a:pt x="3349" y="3285"/>
                  </a:cubicBezTo>
                  <a:cubicBezTo>
                    <a:pt x="3402" y="3248"/>
                    <a:pt x="3450" y="3200"/>
                    <a:pt x="3482" y="3163"/>
                  </a:cubicBezTo>
                  <a:cubicBezTo>
                    <a:pt x="3551" y="3099"/>
                    <a:pt x="3604" y="3046"/>
                    <a:pt x="3668" y="2998"/>
                  </a:cubicBezTo>
                  <a:cubicBezTo>
                    <a:pt x="3705" y="2961"/>
                    <a:pt x="3753" y="2929"/>
                    <a:pt x="3785" y="2897"/>
                  </a:cubicBezTo>
                  <a:cubicBezTo>
                    <a:pt x="3923" y="2759"/>
                    <a:pt x="4056" y="2642"/>
                    <a:pt x="4210" y="2509"/>
                  </a:cubicBezTo>
                  <a:cubicBezTo>
                    <a:pt x="4274" y="2456"/>
                    <a:pt x="4343" y="2392"/>
                    <a:pt x="4412" y="2323"/>
                  </a:cubicBezTo>
                  <a:lnTo>
                    <a:pt x="4714" y="2036"/>
                  </a:lnTo>
                  <a:close/>
                  <a:moveTo>
                    <a:pt x="13905" y="3131"/>
                  </a:moveTo>
                  <a:cubicBezTo>
                    <a:pt x="13969" y="3163"/>
                    <a:pt x="14038" y="3200"/>
                    <a:pt x="14107" y="3232"/>
                  </a:cubicBezTo>
                  <a:cubicBezTo>
                    <a:pt x="14188" y="3264"/>
                    <a:pt x="14288" y="3317"/>
                    <a:pt x="14373" y="3349"/>
                  </a:cubicBezTo>
                  <a:cubicBezTo>
                    <a:pt x="14490" y="3402"/>
                    <a:pt x="14612" y="3450"/>
                    <a:pt x="14713" y="3503"/>
                  </a:cubicBezTo>
                  <a:cubicBezTo>
                    <a:pt x="14761" y="3519"/>
                    <a:pt x="14793" y="3535"/>
                    <a:pt x="14830" y="3551"/>
                  </a:cubicBezTo>
                  <a:cubicBezTo>
                    <a:pt x="14878" y="3588"/>
                    <a:pt x="14931" y="3604"/>
                    <a:pt x="14963" y="3620"/>
                  </a:cubicBezTo>
                  <a:lnTo>
                    <a:pt x="14979" y="3620"/>
                  </a:lnTo>
                  <a:lnTo>
                    <a:pt x="14995" y="3636"/>
                  </a:lnTo>
                  <a:lnTo>
                    <a:pt x="14995" y="3652"/>
                  </a:lnTo>
                  <a:lnTo>
                    <a:pt x="15016" y="3636"/>
                  </a:lnTo>
                  <a:lnTo>
                    <a:pt x="15016" y="3620"/>
                  </a:lnTo>
                  <a:lnTo>
                    <a:pt x="14995" y="3620"/>
                  </a:lnTo>
                  <a:cubicBezTo>
                    <a:pt x="14979" y="3604"/>
                    <a:pt x="14979" y="3604"/>
                    <a:pt x="14963" y="3604"/>
                  </a:cubicBezTo>
                  <a:cubicBezTo>
                    <a:pt x="14931" y="3588"/>
                    <a:pt x="14878" y="3567"/>
                    <a:pt x="14846" y="3551"/>
                  </a:cubicBezTo>
                  <a:cubicBezTo>
                    <a:pt x="14793" y="3535"/>
                    <a:pt x="14761" y="3519"/>
                    <a:pt x="14729" y="3487"/>
                  </a:cubicBezTo>
                  <a:cubicBezTo>
                    <a:pt x="14612" y="3434"/>
                    <a:pt x="14490" y="3386"/>
                    <a:pt x="14389" y="3349"/>
                  </a:cubicBezTo>
                  <a:cubicBezTo>
                    <a:pt x="14288" y="3301"/>
                    <a:pt x="14208" y="3264"/>
                    <a:pt x="14107" y="3216"/>
                  </a:cubicBezTo>
                  <a:cubicBezTo>
                    <a:pt x="14038" y="3184"/>
                    <a:pt x="13969" y="3147"/>
                    <a:pt x="13905" y="3131"/>
                  </a:cubicBezTo>
                  <a:close/>
                  <a:moveTo>
                    <a:pt x="3030" y="3567"/>
                  </a:moveTo>
                  <a:cubicBezTo>
                    <a:pt x="2961" y="3620"/>
                    <a:pt x="2913" y="3668"/>
                    <a:pt x="2860" y="3721"/>
                  </a:cubicBezTo>
                  <a:cubicBezTo>
                    <a:pt x="2929" y="3668"/>
                    <a:pt x="2977" y="3620"/>
                    <a:pt x="3030" y="3567"/>
                  </a:cubicBezTo>
                  <a:close/>
                  <a:moveTo>
                    <a:pt x="2860" y="3721"/>
                  </a:moveTo>
                  <a:lnTo>
                    <a:pt x="2860" y="3721"/>
                  </a:lnTo>
                  <a:cubicBezTo>
                    <a:pt x="2812" y="3753"/>
                    <a:pt x="2759" y="3806"/>
                    <a:pt x="2711" y="3854"/>
                  </a:cubicBezTo>
                  <a:cubicBezTo>
                    <a:pt x="2759" y="3822"/>
                    <a:pt x="2812" y="3769"/>
                    <a:pt x="2860" y="3721"/>
                  </a:cubicBezTo>
                  <a:close/>
                  <a:moveTo>
                    <a:pt x="2711" y="3854"/>
                  </a:moveTo>
                  <a:lnTo>
                    <a:pt x="2711" y="3854"/>
                  </a:lnTo>
                  <a:cubicBezTo>
                    <a:pt x="2658" y="3891"/>
                    <a:pt x="2610" y="3939"/>
                    <a:pt x="2573" y="3971"/>
                  </a:cubicBezTo>
                  <a:cubicBezTo>
                    <a:pt x="2626" y="3939"/>
                    <a:pt x="2658" y="3907"/>
                    <a:pt x="2711" y="3854"/>
                  </a:cubicBezTo>
                  <a:close/>
                  <a:moveTo>
                    <a:pt x="2573" y="3971"/>
                  </a:moveTo>
                  <a:lnTo>
                    <a:pt x="2573" y="3971"/>
                  </a:lnTo>
                  <a:cubicBezTo>
                    <a:pt x="2493" y="4040"/>
                    <a:pt x="2408" y="4125"/>
                    <a:pt x="2323" y="4210"/>
                  </a:cubicBezTo>
                  <a:cubicBezTo>
                    <a:pt x="2408" y="4141"/>
                    <a:pt x="2493" y="4056"/>
                    <a:pt x="2573" y="3971"/>
                  </a:cubicBezTo>
                  <a:close/>
                  <a:moveTo>
                    <a:pt x="2323" y="4210"/>
                  </a:moveTo>
                  <a:lnTo>
                    <a:pt x="2068" y="4428"/>
                  </a:lnTo>
                  <a:cubicBezTo>
                    <a:pt x="1968" y="4513"/>
                    <a:pt x="1867" y="4614"/>
                    <a:pt x="1749" y="4715"/>
                  </a:cubicBezTo>
                  <a:cubicBezTo>
                    <a:pt x="1733" y="4731"/>
                    <a:pt x="1701" y="4747"/>
                    <a:pt x="1685" y="4779"/>
                  </a:cubicBezTo>
                  <a:cubicBezTo>
                    <a:pt x="1665" y="4799"/>
                    <a:pt x="1632" y="4816"/>
                    <a:pt x="1616" y="4832"/>
                  </a:cubicBezTo>
                  <a:cubicBezTo>
                    <a:pt x="1515" y="4933"/>
                    <a:pt x="1414" y="5018"/>
                    <a:pt x="1313" y="5119"/>
                  </a:cubicBezTo>
                  <a:cubicBezTo>
                    <a:pt x="1414" y="5034"/>
                    <a:pt x="1515" y="4933"/>
                    <a:pt x="1616" y="4848"/>
                  </a:cubicBezTo>
                  <a:cubicBezTo>
                    <a:pt x="1648" y="4832"/>
                    <a:pt x="1665" y="4799"/>
                    <a:pt x="1701" y="4779"/>
                  </a:cubicBezTo>
                  <a:lnTo>
                    <a:pt x="1766" y="4715"/>
                  </a:lnTo>
                  <a:cubicBezTo>
                    <a:pt x="1867" y="4630"/>
                    <a:pt x="1988" y="4529"/>
                    <a:pt x="2089" y="4428"/>
                  </a:cubicBezTo>
                  <a:lnTo>
                    <a:pt x="2323" y="4210"/>
                  </a:lnTo>
                  <a:close/>
                  <a:moveTo>
                    <a:pt x="1313" y="5119"/>
                  </a:moveTo>
                  <a:lnTo>
                    <a:pt x="1313" y="5119"/>
                  </a:lnTo>
                  <a:cubicBezTo>
                    <a:pt x="1281" y="5135"/>
                    <a:pt x="1261" y="5167"/>
                    <a:pt x="1228" y="5183"/>
                  </a:cubicBezTo>
                  <a:cubicBezTo>
                    <a:pt x="1196" y="5220"/>
                    <a:pt x="1180" y="5236"/>
                    <a:pt x="1143" y="5268"/>
                  </a:cubicBezTo>
                  <a:cubicBezTo>
                    <a:pt x="1180" y="5252"/>
                    <a:pt x="1212" y="5220"/>
                    <a:pt x="1244" y="5203"/>
                  </a:cubicBezTo>
                  <a:cubicBezTo>
                    <a:pt x="1261" y="5167"/>
                    <a:pt x="1297" y="5151"/>
                    <a:pt x="1313" y="5119"/>
                  </a:cubicBezTo>
                  <a:close/>
                  <a:moveTo>
                    <a:pt x="1143" y="5268"/>
                  </a:moveTo>
                  <a:cubicBezTo>
                    <a:pt x="1095" y="5321"/>
                    <a:pt x="1026" y="5369"/>
                    <a:pt x="978" y="5422"/>
                  </a:cubicBezTo>
                  <a:cubicBezTo>
                    <a:pt x="925" y="5470"/>
                    <a:pt x="877" y="5506"/>
                    <a:pt x="824" y="5555"/>
                  </a:cubicBezTo>
                  <a:cubicBezTo>
                    <a:pt x="792" y="5587"/>
                    <a:pt x="776" y="5607"/>
                    <a:pt x="739" y="5624"/>
                  </a:cubicBezTo>
                  <a:cubicBezTo>
                    <a:pt x="723" y="5656"/>
                    <a:pt x="691" y="5672"/>
                    <a:pt x="655" y="5708"/>
                  </a:cubicBezTo>
                  <a:cubicBezTo>
                    <a:pt x="606" y="5757"/>
                    <a:pt x="537" y="5809"/>
                    <a:pt x="489" y="5858"/>
                  </a:cubicBezTo>
                  <a:lnTo>
                    <a:pt x="388" y="5943"/>
                  </a:lnTo>
                  <a:lnTo>
                    <a:pt x="251" y="6076"/>
                  </a:lnTo>
                  <a:cubicBezTo>
                    <a:pt x="303" y="6044"/>
                    <a:pt x="352" y="5991"/>
                    <a:pt x="404" y="5959"/>
                  </a:cubicBezTo>
                  <a:lnTo>
                    <a:pt x="489" y="5874"/>
                  </a:lnTo>
                  <a:cubicBezTo>
                    <a:pt x="554" y="5826"/>
                    <a:pt x="606" y="5757"/>
                    <a:pt x="675" y="5708"/>
                  </a:cubicBezTo>
                  <a:cubicBezTo>
                    <a:pt x="707" y="5688"/>
                    <a:pt x="723" y="5656"/>
                    <a:pt x="756" y="5640"/>
                  </a:cubicBezTo>
                  <a:cubicBezTo>
                    <a:pt x="776" y="5607"/>
                    <a:pt x="808" y="5587"/>
                    <a:pt x="824" y="5571"/>
                  </a:cubicBezTo>
                  <a:cubicBezTo>
                    <a:pt x="877" y="5523"/>
                    <a:pt x="925" y="5470"/>
                    <a:pt x="978" y="5438"/>
                  </a:cubicBezTo>
                  <a:cubicBezTo>
                    <a:pt x="1042" y="5369"/>
                    <a:pt x="1095" y="5321"/>
                    <a:pt x="1143" y="5268"/>
                  </a:cubicBezTo>
                  <a:close/>
                  <a:moveTo>
                    <a:pt x="251" y="6076"/>
                  </a:moveTo>
                  <a:lnTo>
                    <a:pt x="251" y="6076"/>
                  </a:lnTo>
                  <a:cubicBezTo>
                    <a:pt x="234" y="6092"/>
                    <a:pt x="218" y="6112"/>
                    <a:pt x="186" y="6129"/>
                  </a:cubicBezTo>
                  <a:cubicBezTo>
                    <a:pt x="150" y="6161"/>
                    <a:pt x="101" y="6193"/>
                    <a:pt x="69" y="6246"/>
                  </a:cubicBezTo>
                  <a:cubicBezTo>
                    <a:pt x="69" y="6262"/>
                    <a:pt x="49" y="6262"/>
                    <a:pt x="49" y="6262"/>
                  </a:cubicBezTo>
                  <a:cubicBezTo>
                    <a:pt x="0" y="6262"/>
                    <a:pt x="0" y="6262"/>
                    <a:pt x="0" y="6314"/>
                  </a:cubicBezTo>
                  <a:lnTo>
                    <a:pt x="16" y="6314"/>
                  </a:lnTo>
                  <a:cubicBezTo>
                    <a:pt x="16" y="6278"/>
                    <a:pt x="16" y="6278"/>
                    <a:pt x="49" y="6278"/>
                  </a:cubicBezTo>
                  <a:cubicBezTo>
                    <a:pt x="69" y="6262"/>
                    <a:pt x="69" y="6262"/>
                    <a:pt x="85" y="6262"/>
                  </a:cubicBezTo>
                  <a:cubicBezTo>
                    <a:pt x="117" y="6213"/>
                    <a:pt x="150" y="6177"/>
                    <a:pt x="202" y="6129"/>
                  </a:cubicBezTo>
                  <a:lnTo>
                    <a:pt x="251" y="607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9"/>
            <p:cNvSpPr/>
            <p:nvPr/>
          </p:nvSpPr>
          <p:spPr>
            <a:xfrm>
              <a:off x="1948387" y="785260"/>
              <a:ext cx="732323" cy="195869"/>
            </a:xfrm>
            <a:custGeom>
              <a:rect b="b" l="l" r="r" t="t"/>
              <a:pathLst>
                <a:path extrusionOk="0" h="1972" w="7373">
                  <a:moveTo>
                    <a:pt x="0" y="0"/>
                  </a:moveTo>
                  <a:lnTo>
                    <a:pt x="0" y="20"/>
                  </a:lnTo>
                  <a:cubicBezTo>
                    <a:pt x="33" y="20"/>
                    <a:pt x="65" y="20"/>
                    <a:pt x="117" y="36"/>
                  </a:cubicBezTo>
                  <a:cubicBezTo>
                    <a:pt x="117" y="36"/>
                    <a:pt x="134" y="53"/>
                    <a:pt x="150" y="53"/>
                  </a:cubicBezTo>
                  <a:cubicBezTo>
                    <a:pt x="267" y="85"/>
                    <a:pt x="384" y="121"/>
                    <a:pt x="505" y="137"/>
                  </a:cubicBezTo>
                  <a:cubicBezTo>
                    <a:pt x="384" y="101"/>
                    <a:pt x="267" y="69"/>
                    <a:pt x="150" y="36"/>
                  </a:cubicBezTo>
                  <a:cubicBezTo>
                    <a:pt x="134" y="36"/>
                    <a:pt x="117" y="36"/>
                    <a:pt x="117" y="20"/>
                  </a:cubicBezTo>
                  <a:cubicBezTo>
                    <a:pt x="81" y="20"/>
                    <a:pt x="33" y="0"/>
                    <a:pt x="0" y="0"/>
                  </a:cubicBezTo>
                  <a:close/>
                  <a:moveTo>
                    <a:pt x="505" y="137"/>
                  </a:moveTo>
                  <a:lnTo>
                    <a:pt x="538" y="154"/>
                  </a:lnTo>
                  <a:cubicBezTo>
                    <a:pt x="586" y="170"/>
                    <a:pt x="639" y="186"/>
                    <a:pt x="687" y="186"/>
                  </a:cubicBezTo>
                  <a:cubicBezTo>
                    <a:pt x="639" y="170"/>
                    <a:pt x="586" y="154"/>
                    <a:pt x="554" y="137"/>
                  </a:cubicBezTo>
                  <a:close/>
                  <a:moveTo>
                    <a:pt x="687" y="186"/>
                  </a:moveTo>
                  <a:lnTo>
                    <a:pt x="687" y="186"/>
                  </a:lnTo>
                  <a:cubicBezTo>
                    <a:pt x="756" y="222"/>
                    <a:pt x="824" y="238"/>
                    <a:pt x="889" y="255"/>
                  </a:cubicBezTo>
                  <a:cubicBezTo>
                    <a:pt x="974" y="271"/>
                    <a:pt x="1075" y="303"/>
                    <a:pt x="1160" y="323"/>
                  </a:cubicBezTo>
                  <a:cubicBezTo>
                    <a:pt x="1212" y="339"/>
                    <a:pt x="1261" y="356"/>
                    <a:pt x="1293" y="356"/>
                  </a:cubicBezTo>
                  <a:cubicBezTo>
                    <a:pt x="1394" y="388"/>
                    <a:pt x="1479" y="404"/>
                    <a:pt x="1564" y="424"/>
                  </a:cubicBezTo>
                  <a:cubicBezTo>
                    <a:pt x="1479" y="388"/>
                    <a:pt x="1394" y="372"/>
                    <a:pt x="1313" y="356"/>
                  </a:cubicBezTo>
                  <a:cubicBezTo>
                    <a:pt x="1261" y="339"/>
                    <a:pt x="1212" y="323"/>
                    <a:pt x="1160" y="303"/>
                  </a:cubicBezTo>
                  <a:cubicBezTo>
                    <a:pt x="1075" y="287"/>
                    <a:pt x="990" y="271"/>
                    <a:pt x="909" y="238"/>
                  </a:cubicBezTo>
                  <a:cubicBezTo>
                    <a:pt x="824" y="222"/>
                    <a:pt x="756" y="202"/>
                    <a:pt x="687" y="186"/>
                  </a:cubicBezTo>
                  <a:close/>
                  <a:moveTo>
                    <a:pt x="1564" y="424"/>
                  </a:moveTo>
                  <a:cubicBezTo>
                    <a:pt x="1596" y="440"/>
                    <a:pt x="1632" y="457"/>
                    <a:pt x="1681" y="457"/>
                  </a:cubicBezTo>
                  <a:cubicBezTo>
                    <a:pt x="1648" y="440"/>
                    <a:pt x="1596" y="424"/>
                    <a:pt x="1564" y="424"/>
                  </a:cubicBezTo>
                  <a:close/>
                  <a:moveTo>
                    <a:pt x="1798" y="489"/>
                  </a:moveTo>
                  <a:lnTo>
                    <a:pt x="1798" y="489"/>
                  </a:lnTo>
                  <a:cubicBezTo>
                    <a:pt x="1899" y="525"/>
                    <a:pt x="2000" y="558"/>
                    <a:pt x="2101" y="574"/>
                  </a:cubicBezTo>
                  <a:cubicBezTo>
                    <a:pt x="2000" y="541"/>
                    <a:pt x="1899" y="505"/>
                    <a:pt x="1798" y="489"/>
                  </a:cubicBezTo>
                  <a:close/>
                  <a:moveTo>
                    <a:pt x="2101" y="574"/>
                  </a:moveTo>
                  <a:cubicBezTo>
                    <a:pt x="2254" y="626"/>
                    <a:pt x="2424" y="659"/>
                    <a:pt x="2574" y="707"/>
                  </a:cubicBezTo>
                  <a:cubicBezTo>
                    <a:pt x="2675" y="743"/>
                    <a:pt x="2792" y="760"/>
                    <a:pt x="2909" y="792"/>
                  </a:cubicBezTo>
                  <a:cubicBezTo>
                    <a:pt x="2978" y="808"/>
                    <a:pt x="3046" y="828"/>
                    <a:pt x="3095" y="844"/>
                  </a:cubicBezTo>
                  <a:cubicBezTo>
                    <a:pt x="3180" y="877"/>
                    <a:pt x="3264" y="893"/>
                    <a:pt x="3349" y="909"/>
                  </a:cubicBezTo>
                  <a:cubicBezTo>
                    <a:pt x="3414" y="929"/>
                    <a:pt x="3466" y="945"/>
                    <a:pt x="3535" y="961"/>
                  </a:cubicBezTo>
                  <a:cubicBezTo>
                    <a:pt x="3583" y="978"/>
                    <a:pt x="3636" y="994"/>
                    <a:pt x="3684" y="1010"/>
                  </a:cubicBezTo>
                  <a:cubicBezTo>
                    <a:pt x="3753" y="1030"/>
                    <a:pt x="3818" y="1046"/>
                    <a:pt x="3886" y="1062"/>
                  </a:cubicBezTo>
                  <a:cubicBezTo>
                    <a:pt x="3971" y="1079"/>
                    <a:pt x="4040" y="1095"/>
                    <a:pt x="4121" y="1131"/>
                  </a:cubicBezTo>
                  <a:cubicBezTo>
                    <a:pt x="4274" y="1163"/>
                    <a:pt x="4424" y="1212"/>
                    <a:pt x="4577" y="1248"/>
                  </a:cubicBezTo>
                  <a:cubicBezTo>
                    <a:pt x="4678" y="1264"/>
                    <a:pt x="4779" y="1297"/>
                    <a:pt x="4864" y="1333"/>
                  </a:cubicBezTo>
                  <a:cubicBezTo>
                    <a:pt x="4965" y="1349"/>
                    <a:pt x="5066" y="1382"/>
                    <a:pt x="5167" y="1414"/>
                  </a:cubicBezTo>
                  <a:cubicBezTo>
                    <a:pt x="5268" y="1434"/>
                    <a:pt x="5369" y="1466"/>
                    <a:pt x="5454" y="1483"/>
                  </a:cubicBezTo>
                  <a:cubicBezTo>
                    <a:pt x="5535" y="1499"/>
                    <a:pt x="5619" y="1535"/>
                    <a:pt x="5704" y="1551"/>
                  </a:cubicBezTo>
                  <a:cubicBezTo>
                    <a:pt x="5789" y="1567"/>
                    <a:pt x="5858" y="1600"/>
                    <a:pt x="5939" y="1616"/>
                  </a:cubicBezTo>
                  <a:cubicBezTo>
                    <a:pt x="5991" y="1636"/>
                    <a:pt x="6040" y="1652"/>
                    <a:pt x="6092" y="1652"/>
                  </a:cubicBezTo>
                  <a:cubicBezTo>
                    <a:pt x="6225" y="1701"/>
                    <a:pt x="6363" y="1737"/>
                    <a:pt x="6496" y="1769"/>
                  </a:cubicBezTo>
                  <a:cubicBezTo>
                    <a:pt x="6581" y="1786"/>
                    <a:pt x="6666" y="1818"/>
                    <a:pt x="6747" y="1838"/>
                  </a:cubicBezTo>
                  <a:lnTo>
                    <a:pt x="6783" y="1838"/>
                  </a:lnTo>
                  <a:lnTo>
                    <a:pt x="6747" y="1818"/>
                  </a:lnTo>
                  <a:cubicBezTo>
                    <a:pt x="6666" y="1802"/>
                    <a:pt x="6581" y="1769"/>
                    <a:pt x="6496" y="1753"/>
                  </a:cubicBezTo>
                  <a:cubicBezTo>
                    <a:pt x="6379" y="1717"/>
                    <a:pt x="6242" y="1685"/>
                    <a:pt x="6108" y="1652"/>
                  </a:cubicBezTo>
                  <a:cubicBezTo>
                    <a:pt x="6040" y="1636"/>
                    <a:pt x="5991" y="1616"/>
                    <a:pt x="5939" y="1600"/>
                  </a:cubicBezTo>
                  <a:cubicBezTo>
                    <a:pt x="5874" y="1584"/>
                    <a:pt x="5789" y="1567"/>
                    <a:pt x="5720" y="1535"/>
                  </a:cubicBezTo>
                  <a:cubicBezTo>
                    <a:pt x="5636" y="1515"/>
                    <a:pt x="5555" y="1499"/>
                    <a:pt x="5470" y="1466"/>
                  </a:cubicBezTo>
                  <a:cubicBezTo>
                    <a:pt x="5369" y="1450"/>
                    <a:pt x="5268" y="1414"/>
                    <a:pt x="5167" y="1398"/>
                  </a:cubicBezTo>
                  <a:cubicBezTo>
                    <a:pt x="5066" y="1365"/>
                    <a:pt x="4965" y="1349"/>
                    <a:pt x="4880" y="1313"/>
                  </a:cubicBezTo>
                  <a:cubicBezTo>
                    <a:pt x="4779" y="1281"/>
                    <a:pt x="4678" y="1264"/>
                    <a:pt x="4577" y="1232"/>
                  </a:cubicBezTo>
                  <a:cubicBezTo>
                    <a:pt x="4424" y="1196"/>
                    <a:pt x="4274" y="1147"/>
                    <a:pt x="4121" y="1111"/>
                  </a:cubicBezTo>
                  <a:cubicBezTo>
                    <a:pt x="4056" y="1095"/>
                    <a:pt x="3971" y="1062"/>
                    <a:pt x="3886" y="1046"/>
                  </a:cubicBezTo>
                  <a:cubicBezTo>
                    <a:pt x="3818" y="1030"/>
                    <a:pt x="3753" y="1010"/>
                    <a:pt x="3684" y="994"/>
                  </a:cubicBezTo>
                  <a:cubicBezTo>
                    <a:pt x="3636" y="978"/>
                    <a:pt x="3583" y="961"/>
                    <a:pt x="3535" y="945"/>
                  </a:cubicBezTo>
                  <a:cubicBezTo>
                    <a:pt x="3466" y="929"/>
                    <a:pt x="3414" y="909"/>
                    <a:pt x="3349" y="893"/>
                  </a:cubicBezTo>
                  <a:cubicBezTo>
                    <a:pt x="3264" y="877"/>
                    <a:pt x="3180" y="860"/>
                    <a:pt x="3111" y="828"/>
                  </a:cubicBezTo>
                  <a:cubicBezTo>
                    <a:pt x="3046" y="808"/>
                    <a:pt x="2978" y="792"/>
                    <a:pt x="2909" y="776"/>
                  </a:cubicBezTo>
                  <a:cubicBezTo>
                    <a:pt x="2792" y="760"/>
                    <a:pt x="2691" y="727"/>
                    <a:pt x="2574" y="691"/>
                  </a:cubicBezTo>
                  <a:cubicBezTo>
                    <a:pt x="2424" y="642"/>
                    <a:pt x="2271" y="606"/>
                    <a:pt x="2121" y="574"/>
                  </a:cubicBezTo>
                  <a:close/>
                  <a:moveTo>
                    <a:pt x="6783" y="1838"/>
                  </a:moveTo>
                  <a:cubicBezTo>
                    <a:pt x="6900" y="1870"/>
                    <a:pt x="7017" y="1903"/>
                    <a:pt x="7134" y="1939"/>
                  </a:cubicBezTo>
                  <a:cubicBezTo>
                    <a:pt x="7203" y="1955"/>
                    <a:pt x="7272" y="1971"/>
                    <a:pt x="7373" y="1971"/>
                  </a:cubicBezTo>
                  <a:cubicBezTo>
                    <a:pt x="7288" y="1955"/>
                    <a:pt x="7203" y="1939"/>
                    <a:pt x="7151" y="1919"/>
                  </a:cubicBezTo>
                  <a:cubicBezTo>
                    <a:pt x="7017" y="1887"/>
                    <a:pt x="6900" y="1870"/>
                    <a:pt x="6783" y="18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9"/>
            <p:cNvSpPr/>
            <p:nvPr/>
          </p:nvSpPr>
          <p:spPr>
            <a:xfrm>
              <a:off x="1948387" y="771950"/>
              <a:ext cx="787349" cy="209178"/>
            </a:xfrm>
            <a:custGeom>
              <a:rect b="b" l="l" r="r" t="t"/>
              <a:pathLst>
                <a:path extrusionOk="0" h="2106" w="7927">
                  <a:moveTo>
                    <a:pt x="0" y="1"/>
                  </a:moveTo>
                  <a:lnTo>
                    <a:pt x="0" y="17"/>
                  </a:lnTo>
                  <a:cubicBezTo>
                    <a:pt x="49" y="17"/>
                    <a:pt x="101" y="33"/>
                    <a:pt x="134" y="53"/>
                  </a:cubicBezTo>
                  <a:lnTo>
                    <a:pt x="182" y="53"/>
                  </a:lnTo>
                  <a:cubicBezTo>
                    <a:pt x="166" y="33"/>
                    <a:pt x="150" y="33"/>
                    <a:pt x="134" y="33"/>
                  </a:cubicBezTo>
                  <a:cubicBezTo>
                    <a:pt x="101" y="17"/>
                    <a:pt x="49" y="1"/>
                    <a:pt x="0" y="1"/>
                  </a:cubicBezTo>
                  <a:close/>
                  <a:moveTo>
                    <a:pt x="182" y="53"/>
                  </a:moveTo>
                  <a:lnTo>
                    <a:pt x="182" y="53"/>
                  </a:lnTo>
                  <a:cubicBezTo>
                    <a:pt x="251" y="69"/>
                    <a:pt x="319" y="102"/>
                    <a:pt x="384" y="118"/>
                  </a:cubicBezTo>
                  <a:cubicBezTo>
                    <a:pt x="437" y="134"/>
                    <a:pt x="485" y="134"/>
                    <a:pt x="538" y="154"/>
                  </a:cubicBezTo>
                  <a:cubicBezTo>
                    <a:pt x="606" y="170"/>
                    <a:pt x="655" y="187"/>
                    <a:pt x="723" y="203"/>
                  </a:cubicBezTo>
                  <a:cubicBezTo>
                    <a:pt x="788" y="219"/>
                    <a:pt x="857" y="235"/>
                    <a:pt x="925" y="255"/>
                  </a:cubicBezTo>
                  <a:cubicBezTo>
                    <a:pt x="990" y="271"/>
                    <a:pt x="1075" y="304"/>
                    <a:pt x="1144" y="320"/>
                  </a:cubicBezTo>
                  <a:cubicBezTo>
                    <a:pt x="1212" y="336"/>
                    <a:pt x="1277" y="356"/>
                    <a:pt x="1362" y="372"/>
                  </a:cubicBezTo>
                  <a:cubicBezTo>
                    <a:pt x="1446" y="405"/>
                    <a:pt x="1531" y="421"/>
                    <a:pt x="1616" y="437"/>
                  </a:cubicBezTo>
                  <a:cubicBezTo>
                    <a:pt x="1531" y="405"/>
                    <a:pt x="1446" y="389"/>
                    <a:pt x="1362" y="356"/>
                  </a:cubicBezTo>
                  <a:cubicBezTo>
                    <a:pt x="1293" y="336"/>
                    <a:pt x="1212" y="320"/>
                    <a:pt x="1144" y="304"/>
                  </a:cubicBezTo>
                  <a:cubicBezTo>
                    <a:pt x="1075" y="288"/>
                    <a:pt x="990" y="271"/>
                    <a:pt x="925" y="235"/>
                  </a:cubicBezTo>
                  <a:cubicBezTo>
                    <a:pt x="857" y="219"/>
                    <a:pt x="788" y="203"/>
                    <a:pt x="723" y="187"/>
                  </a:cubicBezTo>
                  <a:cubicBezTo>
                    <a:pt x="655" y="170"/>
                    <a:pt x="606" y="154"/>
                    <a:pt x="538" y="134"/>
                  </a:cubicBezTo>
                  <a:cubicBezTo>
                    <a:pt x="485" y="134"/>
                    <a:pt x="437" y="118"/>
                    <a:pt x="384" y="102"/>
                  </a:cubicBezTo>
                  <a:cubicBezTo>
                    <a:pt x="319" y="86"/>
                    <a:pt x="251" y="69"/>
                    <a:pt x="182" y="53"/>
                  </a:cubicBezTo>
                  <a:close/>
                  <a:moveTo>
                    <a:pt x="1616" y="437"/>
                  </a:moveTo>
                  <a:lnTo>
                    <a:pt x="1616" y="437"/>
                  </a:lnTo>
                  <a:cubicBezTo>
                    <a:pt x="1681" y="457"/>
                    <a:pt x="1766" y="490"/>
                    <a:pt x="1834" y="506"/>
                  </a:cubicBezTo>
                  <a:cubicBezTo>
                    <a:pt x="1919" y="522"/>
                    <a:pt x="1984" y="538"/>
                    <a:pt x="2052" y="558"/>
                  </a:cubicBezTo>
                  <a:cubicBezTo>
                    <a:pt x="1984" y="522"/>
                    <a:pt x="1919" y="506"/>
                    <a:pt x="1850" y="490"/>
                  </a:cubicBezTo>
                  <a:cubicBezTo>
                    <a:pt x="1766" y="473"/>
                    <a:pt x="1697" y="457"/>
                    <a:pt x="1616" y="437"/>
                  </a:cubicBezTo>
                  <a:close/>
                  <a:moveTo>
                    <a:pt x="2052" y="558"/>
                  </a:moveTo>
                  <a:cubicBezTo>
                    <a:pt x="2121" y="574"/>
                    <a:pt x="2186" y="607"/>
                    <a:pt x="2254" y="623"/>
                  </a:cubicBezTo>
                  <a:cubicBezTo>
                    <a:pt x="2339" y="639"/>
                    <a:pt x="2424" y="659"/>
                    <a:pt x="2525" y="692"/>
                  </a:cubicBezTo>
                  <a:cubicBezTo>
                    <a:pt x="2590" y="708"/>
                    <a:pt x="2675" y="724"/>
                    <a:pt x="2759" y="740"/>
                  </a:cubicBezTo>
                  <a:cubicBezTo>
                    <a:pt x="2675" y="708"/>
                    <a:pt x="2590" y="692"/>
                    <a:pt x="2525" y="675"/>
                  </a:cubicBezTo>
                  <a:cubicBezTo>
                    <a:pt x="2440" y="659"/>
                    <a:pt x="2339" y="623"/>
                    <a:pt x="2254" y="607"/>
                  </a:cubicBezTo>
                  <a:cubicBezTo>
                    <a:pt x="2186" y="591"/>
                    <a:pt x="2121" y="574"/>
                    <a:pt x="2052" y="558"/>
                  </a:cubicBezTo>
                  <a:close/>
                  <a:moveTo>
                    <a:pt x="2759" y="740"/>
                  </a:moveTo>
                  <a:lnTo>
                    <a:pt x="2759" y="740"/>
                  </a:lnTo>
                  <a:cubicBezTo>
                    <a:pt x="2929" y="793"/>
                    <a:pt x="3095" y="841"/>
                    <a:pt x="3264" y="894"/>
                  </a:cubicBezTo>
                  <a:lnTo>
                    <a:pt x="3535" y="962"/>
                  </a:lnTo>
                  <a:cubicBezTo>
                    <a:pt x="3652" y="994"/>
                    <a:pt x="3769" y="1027"/>
                    <a:pt x="3886" y="1063"/>
                  </a:cubicBezTo>
                  <a:cubicBezTo>
                    <a:pt x="3955" y="1079"/>
                    <a:pt x="4020" y="1095"/>
                    <a:pt x="4088" y="1112"/>
                  </a:cubicBezTo>
                  <a:cubicBezTo>
                    <a:pt x="4173" y="1128"/>
                    <a:pt x="4258" y="1164"/>
                    <a:pt x="4343" y="1180"/>
                  </a:cubicBezTo>
                  <a:lnTo>
                    <a:pt x="4476" y="1213"/>
                  </a:lnTo>
                  <a:cubicBezTo>
                    <a:pt x="4646" y="1265"/>
                    <a:pt x="4795" y="1297"/>
                    <a:pt x="4965" y="1346"/>
                  </a:cubicBezTo>
                  <a:lnTo>
                    <a:pt x="5082" y="1382"/>
                  </a:lnTo>
                  <a:cubicBezTo>
                    <a:pt x="5232" y="1415"/>
                    <a:pt x="5385" y="1467"/>
                    <a:pt x="5535" y="1499"/>
                  </a:cubicBezTo>
                  <a:lnTo>
                    <a:pt x="5619" y="1516"/>
                  </a:lnTo>
                  <a:cubicBezTo>
                    <a:pt x="5757" y="1548"/>
                    <a:pt x="5890" y="1584"/>
                    <a:pt x="6007" y="1633"/>
                  </a:cubicBezTo>
                  <a:cubicBezTo>
                    <a:pt x="6177" y="1669"/>
                    <a:pt x="6363" y="1718"/>
                    <a:pt x="6528" y="1770"/>
                  </a:cubicBezTo>
                  <a:lnTo>
                    <a:pt x="6581" y="1786"/>
                  </a:lnTo>
                  <a:cubicBezTo>
                    <a:pt x="6646" y="1802"/>
                    <a:pt x="6714" y="1819"/>
                    <a:pt x="6783" y="1835"/>
                  </a:cubicBezTo>
                  <a:cubicBezTo>
                    <a:pt x="6916" y="1871"/>
                    <a:pt x="7050" y="1903"/>
                    <a:pt x="7187" y="1936"/>
                  </a:cubicBezTo>
                  <a:cubicBezTo>
                    <a:pt x="7050" y="1903"/>
                    <a:pt x="6916" y="1851"/>
                    <a:pt x="6783" y="1819"/>
                  </a:cubicBezTo>
                  <a:cubicBezTo>
                    <a:pt x="6714" y="1802"/>
                    <a:pt x="6646" y="1786"/>
                    <a:pt x="6581" y="1770"/>
                  </a:cubicBezTo>
                  <a:lnTo>
                    <a:pt x="6528" y="1750"/>
                  </a:lnTo>
                  <a:cubicBezTo>
                    <a:pt x="6363" y="1701"/>
                    <a:pt x="6193" y="1669"/>
                    <a:pt x="6007" y="1617"/>
                  </a:cubicBezTo>
                  <a:cubicBezTo>
                    <a:pt x="5890" y="1584"/>
                    <a:pt x="5757" y="1548"/>
                    <a:pt x="5636" y="1516"/>
                  </a:cubicBezTo>
                  <a:lnTo>
                    <a:pt x="5535" y="1483"/>
                  </a:lnTo>
                  <a:cubicBezTo>
                    <a:pt x="5385" y="1447"/>
                    <a:pt x="5232" y="1398"/>
                    <a:pt x="5082" y="1366"/>
                  </a:cubicBezTo>
                  <a:lnTo>
                    <a:pt x="4965" y="1330"/>
                  </a:lnTo>
                  <a:cubicBezTo>
                    <a:pt x="4812" y="1297"/>
                    <a:pt x="4646" y="1245"/>
                    <a:pt x="4476" y="1196"/>
                  </a:cubicBezTo>
                  <a:lnTo>
                    <a:pt x="4343" y="1164"/>
                  </a:lnTo>
                  <a:cubicBezTo>
                    <a:pt x="4258" y="1144"/>
                    <a:pt x="4173" y="1112"/>
                    <a:pt x="4088" y="1095"/>
                  </a:cubicBezTo>
                  <a:cubicBezTo>
                    <a:pt x="4020" y="1079"/>
                    <a:pt x="3955" y="1063"/>
                    <a:pt x="3886" y="1043"/>
                  </a:cubicBezTo>
                  <a:cubicBezTo>
                    <a:pt x="3769" y="1011"/>
                    <a:pt x="3652" y="978"/>
                    <a:pt x="3535" y="942"/>
                  </a:cubicBezTo>
                  <a:lnTo>
                    <a:pt x="3264" y="877"/>
                  </a:lnTo>
                  <a:cubicBezTo>
                    <a:pt x="3095" y="825"/>
                    <a:pt x="2929" y="776"/>
                    <a:pt x="2759" y="740"/>
                  </a:cubicBezTo>
                  <a:close/>
                  <a:moveTo>
                    <a:pt x="7187" y="1936"/>
                  </a:moveTo>
                  <a:lnTo>
                    <a:pt x="7187" y="1936"/>
                  </a:lnTo>
                  <a:cubicBezTo>
                    <a:pt x="7288" y="1972"/>
                    <a:pt x="7389" y="2004"/>
                    <a:pt x="7490" y="2021"/>
                  </a:cubicBezTo>
                  <a:cubicBezTo>
                    <a:pt x="7554" y="2037"/>
                    <a:pt x="7623" y="2053"/>
                    <a:pt x="7708" y="2089"/>
                  </a:cubicBezTo>
                  <a:cubicBezTo>
                    <a:pt x="7756" y="2089"/>
                    <a:pt x="7809" y="2105"/>
                    <a:pt x="7857" y="2105"/>
                  </a:cubicBezTo>
                  <a:lnTo>
                    <a:pt x="7926" y="2105"/>
                  </a:lnTo>
                  <a:cubicBezTo>
                    <a:pt x="7910" y="2105"/>
                    <a:pt x="7894" y="2089"/>
                    <a:pt x="7857" y="2089"/>
                  </a:cubicBezTo>
                  <a:cubicBezTo>
                    <a:pt x="7809" y="2089"/>
                    <a:pt x="7756" y="2089"/>
                    <a:pt x="7708" y="2073"/>
                  </a:cubicBezTo>
                  <a:cubicBezTo>
                    <a:pt x="7639" y="2053"/>
                    <a:pt x="7554" y="2037"/>
                    <a:pt x="7490" y="2004"/>
                  </a:cubicBezTo>
                  <a:cubicBezTo>
                    <a:pt x="7389" y="1988"/>
                    <a:pt x="7288" y="1952"/>
                    <a:pt x="7187" y="19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 name="Google Shape;1467;p39"/>
          <p:cNvSpPr txBox="1"/>
          <p:nvPr>
            <p:ph type="title"/>
          </p:nvPr>
        </p:nvSpPr>
        <p:spPr>
          <a:xfrm>
            <a:off x="3259675" y="1588750"/>
            <a:ext cx="5171100" cy="1305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468" name="Google Shape;1468;p39"/>
          <p:cNvSpPr txBox="1"/>
          <p:nvPr>
            <p:ph idx="1" type="subTitle"/>
          </p:nvPr>
        </p:nvSpPr>
        <p:spPr>
          <a:xfrm>
            <a:off x="3259675" y="2854850"/>
            <a:ext cx="5171100" cy="69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pic>
        <p:nvPicPr>
          <p:cNvPr id="1469" name="Google Shape;1469;p39"/>
          <p:cNvPicPr preferRelativeResize="0"/>
          <p:nvPr>
            <p:ph idx="2" type="pic"/>
          </p:nvPr>
        </p:nvPicPr>
        <p:blipFill rotWithShape="1">
          <a:blip r:embed="rId3">
            <a:alphaModFix/>
          </a:blip>
          <a:srcRect b="0" l="13429" r="2529" t="0"/>
          <a:stretch/>
        </p:blipFill>
        <p:spPr>
          <a:xfrm>
            <a:off x="-1145350" y="890550"/>
            <a:ext cx="4239724" cy="3362401"/>
          </a:xfrm>
          <a:prstGeom prst="rect">
            <a:avLst/>
          </a:prstGeom>
        </p:spPr>
      </p:pic>
      <p:sp>
        <p:nvSpPr>
          <p:cNvPr id="1470" name="Google Shape;1470;p39"/>
          <p:cNvSpPr/>
          <p:nvPr/>
        </p:nvSpPr>
        <p:spPr>
          <a:xfrm flipH="1">
            <a:off x="6405932" y="446950"/>
            <a:ext cx="337500" cy="33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9"/>
          <p:cNvSpPr/>
          <p:nvPr/>
        </p:nvSpPr>
        <p:spPr>
          <a:xfrm flipH="1" rot="5400000">
            <a:off x="3836995" y="4197300"/>
            <a:ext cx="337500" cy="33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5" name="Shape 1475"/>
        <p:cNvGrpSpPr/>
        <p:nvPr/>
      </p:nvGrpSpPr>
      <p:grpSpPr>
        <a:xfrm>
          <a:off x="0" y="0"/>
          <a:ext cx="0" cy="0"/>
          <a:chOff x="0" y="0"/>
          <a:chExt cx="0" cy="0"/>
        </a:xfrm>
      </p:grpSpPr>
      <p:sp>
        <p:nvSpPr>
          <p:cNvPr id="1476" name="Google Shape;1476;p40"/>
          <p:cNvSpPr/>
          <p:nvPr/>
        </p:nvSpPr>
        <p:spPr>
          <a:xfrm>
            <a:off x="6492125" y="0"/>
            <a:ext cx="26520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 name="Google Shape;1477;p40"/>
          <p:cNvGrpSpPr/>
          <p:nvPr/>
        </p:nvGrpSpPr>
        <p:grpSpPr>
          <a:xfrm flipH="1">
            <a:off x="6604543" y="-292180"/>
            <a:ext cx="3466041" cy="5435847"/>
            <a:chOff x="456923" y="1019567"/>
            <a:chExt cx="1732327" cy="2716837"/>
          </a:xfrm>
        </p:grpSpPr>
        <p:sp>
          <p:nvSpPr>
            <p:cNvPr id="1478" name="Google Shape;1478;p40"/>
            <p:cNvSpPr/>
            <p:nvPr/>
          </p:nvSpPr>
          <p:spPr>
            <a:xfrm>
              <a:off x="1441631" y="3309803"/>
              <a:ext cx="3278" cy="61879"/>
            </a:xfrm>
            <a:custGeom>
              <a:rect b="b" l="l" r="r" t="t"/>
              <a:pathLst>
                <a:path extrusionOk="0" h="623" w="33">
                  <a:moveTo>
                    <a:pt x="16" y="1"/>
                  </a:moveTo>
                  <a:lnTo>
                    <a:pt x="0" y="17"/>
                  </a:lnTo>
                  <a:lnTo>
                    <a:pt x="0" y="607"/>
                  </a:lnTo>
                  <a:cubicBezTo>
                    <a:pt x="0" y="623"/>
                    <a:pt x="16" y="623"/>
                    <a:pt x="16" y="623"/>
                  </a:cubicBezTo>
                  <a:cubicBezTo>
                    <a:pt x="16" y="623"/>
                    <a:pt x="33" y="623"/>
                    <a:pt x="33" y="607"/>
                  </a:cubicBezTo>
                  <a:lnTo>
                    <a:pt x="33"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0"/>
            <p:cNvSpPr/>
            <p:nvPr/>
          </p:nvSpPr>
          <p:spPr>
            <a:xfrm>
              <a:off x="1765828" y="2683062"/>
              <a:ext cx="5264" cy="53437"/>
            </a:xfrm>
            <a:custGeom>
              <a:rect b="b" l="l" r="r" t="t"/>
              <a:pathLst>
                <a:path extrusionOk="0" h="538" w="53">
                  <a:moveTo>
                    <a:pt x="20" y="1"/>
                  </a:moveTo>
                  <a:cubicBezTo>
                    <a:pt x="0" y="81"/>
                    <a:pt x="0" y="182"/>
                    <a:pt x="20" y="267"/>
                  </a:cubicBezTo>
                  <a:cubicBezTo>
                    <a:pt x="20" y="352"/>
                    <a:pt x="20" y="437"/>
                    <a:pt x="0" y="522"/>
                  </a:cubicBezTo>
                  <a:lnTo>
                    <a:pt x="0" y="538"/>
                  </a:lnTo>
                  <a:lnTo>
                    <a:pt x="20" y="538"/>
                  </a:lnTo>
                  <a:lnTo>
                    <a:pt x="20" y="522"/>
                  </a:lnTo>
                  <a:cubicBezTo>
                    <a:pt x="37" y="437"/>
                    <a:pt x="37" y="352"/>
                    <a:pt x="37" y="267"/>
                  </a:cubicBezTo>
                  <a:cubicBezTo>
                    <a:pt x="37" y="182"/>
                    <a:pt x="37" y="102"/>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0"/>
            <p:cNvSpPr/>
            <p:nvPr/>
          </p:nvSpPr>
          <p:spPr>
            <a:xfrm>
              <a:off x="706130" y="1872173"/>
              <a:ext cx="4867" cy="63469"/>
            </a:xfrm>
            <a:custGeom>
              <a:rect b="b" l="l" r="r" t="t"/>
              <a:pathLst>
                <a:path extrusionOk="0" h="639" w="49">
                  <a:moveTo>
                    <a:pt x="17" y="1"/>
                  </a:moveTo>
                  <a:cubicBezTo>
                    <a:pt x="17" y="1"/>
                    <a:pt x="0" y="1"/>
                    <a:pt x="0" y="17"/>
                  </a:cubicBezTo>
                  <a:cubicBezTo>
                    <a:pt x="17" y="85"/>
                    <a:pt x="0" y="166"/>
                    <a:pt x="0" y="251"/>
                  </a:cubicBezTo>
                  <a:cubicBezTo>
                    <a:pt x="0" y="368"/>
                    <a:pt x="0" y="505"/>
                    <a:pt x="17" y="639"/>
                  </a:cubicBezTo>
                  <a:lnTo>
                    <a:pt x="49" y="639"/>
                  </a:lnTo>
                  <a:cubicBezTo>
                    <a:pt x="33" y="505"/>
                    <a:pt x="33" y="368"/>
                    <a:pt x="33" y="251"/>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0"/>
            <p:cNvSpPr/>
            <p:nvPr/>
          </p:nvSpPr>
          <p:spPr>
            <a:xfrm>
              <a:off x="1643857" y="3002094"/>
              <a:ext cx="6853" cy="68733"/>
            </a:xfrm>
            <a:custGeom>
              <a:rect b="b" l="l" r="r" t="t"/>
              <a:pathLst>
                <a:path extrusionOk="0" h="692" w="69">
                  <a:moveTo>
                    <a:pt x="37" y="0"/>
                  </a:moveTo>
                  <a:cubicBezTo>
                    <a:pt x="16" y="121"/>
                    <a:pt x="16" y="239"/>
                    <a:pt x="16" y="340"/>
                  </a:cubicBezTo>
                  <a:lnTo>
                    <a:pt x="16" y="558"/>
                  </a:lnTo>
                  <a:lnTo>
                    <a:pt x="16" y="590"/>
                  </a:lnTo>
                  <a:cubicBezTo>
                    <a:pt x="16" y="626"/>
                    <a:pt x="37" y="659"/>
                    <a:pt x="16" y="675"/>
                  </a:cubicBezTo>
                  <a:cubicBezTo>
                    <a:pt x="0" y="691"/>
                    <a:pt x="0" y="691"/>
                    <a:pt x="16" y="691"/>
                  </a:cubicBezTo>
                  <a:lnTo>
                    <a:pt x="37" y="691"/>
                  </a:lnTo>
                  <a:cubicBezTo>
                    <a:pt x="53" y="659"/>
                    <a:pt x="53" y="626"/>
                    <a:pt x="53" y="590"/>
                  </a:cubicBezTo>
                  <a:lnTo>
                    <a:pt x="53" y="558"/>
                  </a:lnTo>
                  <a:lnTo>
                    <a:pt x="53" y="340"/>
                  </a:lnTo>
                  <a:cubicBezTo>
                    <a:pt x="53" y="239"/>
                    <a:pt x="53" y="121"/>
                    <a:pt x="69" y="20"/>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0"/>
            <p:cNvSpPr/>
            <p:nvPr/>
          </p:nvSpPr>
          <p:spPr>
            <a:xfrm>
              <a:off x="1739308" y="2107673"/>
              <a:ext cx="170640" cy="389751"/>
            </a:xfrm>
            <a:custGeom>
              <a:rect b="b" l="l" r="r" t="t"/>
              <a:pathLst>
                <a:path extrusionOk="0" h="3924" w="1718">
                  <a:moveTo>
                    <a:pt x="17" y="1"/>
                  </a:moveTo>
                  <a:lnTo>
                    <a:pt x="1" y="17"/>
                  </a:lnTo>
                  <a:cubicBezTo>
                    <a:pt x="1" y="154"/>
                    <a:pt x="85" y="255"/>
                    <a:pt x="166" y="356"/>
                  </a:cubicBezTo>
                  <a:cubicBezTo>
                    <a:pt x="186" y="389"/>
                    <a:pt x="219" y="441"/>
                    <a:pt x="235" y="473"/>
                  </a:cubicBezTo>
                  <a:cubicBezTo>
                    <a:pt x="724" y="1229"/>
                    <a:pt x="1213" y="2004"/>
                    <a:pt x="1633" y="2663"/>
                  </a:cubicBezTo>
                  <a:cubicBezTo>
                    <a:pt x="1665" y="2711"/>
                    <a:pt x="1665" y="2764"/>
                    <a:pt x="1665" y="2812"/>
                  </a:cubicBezTo>
                  <a:lnTo>
                    <a:pt x="1665" y="3031"/>
                  </a:lnTo>
                  <a:lnTo>
                    <a:pt x="1665" y="3552"/>
                  </a:lnTo>
                  <a:lnTo>
                    <a:pt x="1665" y="3604"/>
                  </a:lnTo>
                  <a:cubicBezTo>
                    <a:pt x="1665" y="3705"/>
                    <a:pt x="1649" y="3806"/>
                    <a:pt x="1701" y="3907"/>
                  </a:cubicBezTo>
                  <a:lnTo>
                    <a:pt x="1717" y="3923"/>
                  </a:lnTo>
                  <a:lnTo>
                    <a:pt x="1717" y="3907"/>
                  </a:lnTo>
                  <a:cubicBezTo>
                    <a:pt x="1681" y="3806"/>
                    <a:pt x="1681" y="3705"/>
                    <a:pt x="1681" y="3604"/>
                  </a:cubicBezTo>
                  <a:cubicBezTo>
                    <a:pt x="1681" y="3588"/>
                    <a:pt x="1701" y="3572"/>
                    <a:pt x="1701" y="3552"/>
                  </a:cubicBezTo>
                  <a:lnTo>
                    <a:pt x="1701" y="3031"/>
                  </a:lnTo>
                  <a:lnTo>
                    <a:pt x="1701" y="2812"/>
                  </a:lnTo>
                  <a:cubicBezTo>
                    <a:pt x="1701" y="2764"/>
                    <a:pt x="1701" y="2711"/>
                    <a:pt x="1649" y="2643"/>
                  </a:cubicBezTo>
                  <a:cubicBezTo>
                    <a:pt x="1229" y="1988"/>
                    <a:pt x="740" y="1213"/>
                    <a:pt x="267" y="457"/>
                  </a:cubicBezTo>
                  <a:cubicBezTo>
                    <a:pt x="235" y="421"/>
                    <a:pt x="219" y="372"/>
                    <a:pt x="186" y="340"/>
                  </a:cubicBezTo>
                  <a:cubicBezTo>
                    <a:pt x="102" y="239"/>
                    <a:pt x="33" y="15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0"/>
            <p:cNvSpPr/>
            <p:nvPr/>
          </p:nvSpPr>
          <p:spPr>
            <a:xfrm>
              <a:off x="1749340" y="1674814"/>
              <a:ext cx="163787" cy="374455"/>
            </a:xfrm>
            <a:custGeom>
              <a:rect b="b" l="l" r="r" t="t"/>
              <a:pathLst>
                <a:path extrusionOk="0" h="3770" w="1649">
                  <a:moveTo>
                    <a:pt x="1" y="0"/>
                  </a:moveTo>
                  <a:lnTo>
                    <a:pt x="1" y="16"/>
                  </a:lnTo>
                  <a:cubicBezTo>
                    <a:pt x="118" y="117"/>
                    <a:pt x="186" y="255"/>
                    <a:pt x="251" y="388"/>
                  </a:cubicBezTo>
                  <a:cubicBezTo>
                    <a:pt x="267" y="420"/>
                    <a:pt x="287" y="473"/>
                    <a:pt x="304" y="505"/>
                  </a:cubicBezTo>
                  <a:cubicBezTo>
                    <a:pt x="554" y="961"/>
                    <a:pt x="809" y="1398"/>
                    <a:pt x="1043" y="1834"/>
                  </a:cubicBezTo>
                  <a:cubicBezTo>
                    <a:pt x="1213" y="2121"/>
                    <a:pt x="1362" y="2408"/>
                    <a:pt x="1532" y="2694"/>
                  </a:cubicBezTo>
                  <a:cubicBezTo>
                    <a:pt x="1580" y="2779"/>
                    <a:pt x="1616" y="2844"/>
                    <a:pt x="1564" y="2961"/>
                  </a:cubicBezTo>
                  <a:cubicBezTo>
                    <a:pt x="1532" y="3030"/>
                    <a:pt x="1548" y="3115"/>
                    <a:pt x="1548" y="3199"/>
                  </a:cubicBezTo>
                  <a:lnTo>
                    <a:pt x="1548" y="3300"/>
                  </a:lnTo>
                  <a:lnTo>
                    <a:pt x="1548" y="3365"/>
                  </a:lnTo>
                  <a:cubicBezTo>
                    <a:pt x="1548" y="3502"/>
                    <a:pt x="1548" y="3636"/>
                    <a:pt x="1600" y="3753"/>
                  </a:cubicBezTo>
                  <a:lnTo>
                    <a:pt x="1616" y="3769"/>
                  </a:lnTo>
                  <a:lnTo>
                    <a:pt x="1616" y="3753"/>
                  </a:lnTo>
                  <a:cubicBezTo>
                    <a:pt x="1580" y="3620"/>
                    <a:pt x="1580" y="3502"/>
                    <a:pt x="1580" y="3365"/>
                  </a:cubicBezTo>
                  <a:lnTo>
                    <a:pt x="1580" y="3300"/>
                  </a:lnTo>
                  <a:lnTo>
                    <a:pt x="1580" y="3183"/>
                  </a:lnTo>
                  <a:cubicBezTo>
                    <a:pt x="1564" y="3115"/>
                    <a:pt x="1564" y="3030"/>
                    <a:pt x="1580" y="2961"/>
                  </a:cubicBezTo>
                  <a:cubicBezTo>
                    <a:pt x="1649" y="2844"/>
                    <a:pt x="1600" y="2759"/>
                    <a:pt x="1548" y="2678"/>
                  </a:cubicBezTo>
                  <a:cubicBezTo>
                    <a:pt x="1398" y="2391"/>
                    <a:pt x="1229" y="2105"/>
                    <a:pt x="1075" y="1834"/>
                  </a:cubicBezTo>
                  <a:cubicBezTo>
                    <a:pt x="825" y="1398"/>
                    <a:pt x="570" y="941"/>
                    <a:pt x="336" y="489"/>
                  </a:cubicBezTo>
                  <a:cubicBezTo>
                    <a:pt x="320" y="456"/>
                    <a:pt x="287" y="420"/>
                    <a:pt x="267" y="372"/>
                  </a:cubicBezTo>
                  <a:cubicBezTo>
                    <a:pt x="203" y="255"/>
                    <a:pt x="134"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0"/>
            <p:cNvSpPr/>
            <p:nvPr/>
          </p:nvSpPr>
          <p:spPr>
            <a:xfrm>
              <a:off x="848164" y="3301360"/>
              <a:ext cx="354392" cy="229242"/>
            </a:xfrm>
            <a:custGeom>
              <a:rect b="b" l="l" r="r" t="t"/>
              <a:pathLst>
                <a:path extrusionOk="0" h="2308" w="3568">
                  <a:moveTo>
                    <a:pt x="3551" y="1"/>
                  </a:moveTo>
                  <a:lnTo>
                    <a:pt x="3519" y="17"/>
                  </a:lnTo>
                  <a:cubicBezTo>
                    <a:pt x="3063" y="154"/>
                    <a:pt x="2610" y="304"/>
                    <a:pt x="2170" y="457"/>
                  </a:cubicBezTo>
                  <a:cubicBezTo>
                    <a:pt x="1701" y="607"/>
                    <a:pt x="1229" y="760"/>
                    <a:pt x="776" y="894"/>
                  </a:cubicBezTo>
                  <a:cubicBezTo>
                    <a:pt x="554" y="978"/>
                    <a:pt x="336" y="1047"/>
                    <a:pt x="118" y="1112"/>
                  </a:cubicBezTo>
                  <a:cubicBezTo>
                    <a:pt x="69" y="1128"/>
                    <a:pt x="33" y="1164"/>
                    <a:pt x="33" y="1229"/>
                  </a:cubicBezTo>
                  <a:cubicBezTo>
                    <a:pt x="33" y="1584"/>
                    <a:pt x="33" y="1887"/>
                    <a:pt x="17" y="2174"/>
                  </a:cubicBezTo>
                  <a:cubicBezTo>
                    <a:pt x="1" y="2207"/>
                    <a:pt x="17" y="2223"/>
                    <a:pt x="17" y="2259"/>
                  </a:cubicBezTo>
                  <a:cubicBezTo>
                    <a:pt x="33" y="2275"/>
                    <a:pt x="33" y="2291"/>
                    <a:pt x="33" y="2291"/>
                  </a:cubicBezTo>
                  <a:cubicBezTo>
                    <a:pt x="33" y="2307"/>
                    <a:pt x="49" y="2307"/>
                    <a:pt x="49" y="2307"/>
                  </a:cubicBezTo>
                  <a:lnTo>
                    <a:pt x="69" y="2291"/>
                  </a:lnTo>
                  <a:cubicBezTo>
                    <a:pt x="49" y="2275"/>
                    <a:pt x="49" y="2259"/>
                    <a:pt x="49" y="2259"/>
                  </a:cubicBezTo>
                  <a:cubicBezTo>
                    <a:pt x="49" y="2223"/>
                    <a:pt x="33" y="2207"/>
                    <a:pt x="33" y="2174"/>
                  </a:cubicBezTo>
                  <a:cubicBezTo>
                    <a:pt x="49" y="1887"/>
                    <a:pt x="69" y="1584"/>
                    <a:pt x="69" y="1229"/>
                  </a:cubicBezTo>
                  <a:cubicBezTo>
                    <a:pt x="69" y="1180"/>
                    <a:pt x="85" y="1148"/>
                    <a:pt x="134" y="1128"/>
                  </a:cubicBezTo>
                  <a:cubicBezTo>
                    <a:pt x="352" y="1063"/>
                    <a:pt x="574" y="995"/>
                    <a:pt x="792" y="926"/>
                  </a:cubicBezTo>
                  <a:cubicBezTo>
                    <a:pt x="1245" y="776"/>
                    <a:pt x="1717" y="643"/>
                    <a:pt x="2170" y="473"/>
                  </a:cubicBezTo>
                  <a:cubicBezTo>
                    <a:pt x="2626" y="320"/>
                    <a:pt x="3079" y="187"/>
                    <a:pt x="3519" y="37"/>
                  </a:cubicBezTo>
                  <a:lnTo>
                    <a:pt x="3568" y="17"/>
                  </a:ln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0"/>
            <p:cNvSpPr/>
            <p:nvPr/>
          </p:nvSpPr>
          <p:spPr>
            <a:xfrm>
              <a:off x="1528640" y="1976564"/>
              <a:ext cx="192293" cy="387268"/>
            </a:xfrm>
            <a:custGeom>
              <a:rect b="b" l="l" r="r" t="t"/>
              <a:pathLst>
                <a:path extrusionOk="0" h="3899" w="1936">
                  <a:moveTo>
                    <a:pt x="22" y="1"/>
                  </a:moveTo>
                  <a:cubicBezTo>
                    <a:pt x="17" y="1"/>
                    <a:pt x="17" y="8"/>
                    <a:pt x="17" y="8"/>
                  </a:cubicBezTo>
                  <a:cubicBezTo>
                    <a:pt x="1" y="8"/>
                    <a:pt x="17" y="24"/>
                    <a:pt x="17" y="24"/>
                  </a:cubicBezTo>
                  <a:cubicBezTo>
                    <a:pt x="49" y="44"/>
                    <a:pt x="86" y="77"/>
                    <a:pt x="102" y="109"/>
                  </a:cubicBezTo>
                  <a:cubicBezTo>
                    <a:pt x="102" y="125"/>
                    <a:pt x="118" y="125"/>
                    <a:pt x="118" y="145"/>
                  </a:cubicBezTo>
                  <a:cubicBezTo>
                    <a:pt x="267" y="363"/>
                    <a:pt x="405" y="582"/>
                    <a:pt x="554" y="800"/>
                  </a:cubicBezTo>
                  <a:cubicBezTo>
                    <a:pt x="974" y="1422"/>
                    <a:pt x="1415" y="2096"/>
                    <a:pt x="1851" y="2735"/>
                  </a:cubicBezTo>
                  <a:cubicBezTo>
                    <a:pt x="1903" y="2803"/>
                    <a:pt x="1920" y="2852"/>
                    <a:pt x="1920" y="2937"/>
                  </a:cubicBezTo>
                  <a:lnTo>
                    <a:pt x="1920" y="3728"/>
                  </a:lnTo>
                  <a:lnTo>
                    <a:pt x="1920" y="3745"/>
                  </a:lnTo>
                  <a:cubicBezTo>
                    <a:pt x="1920" y="3797"/>
                    <a:pt x="1920" y="3846"/>
                    <a:pt x="1867" y="3882"/>
                  </a:cubicBezTo>
                  <a:lnTo>
                    <a:pt x="1867" y="3898"/>
                  </a:lnTo>
                  <a:lnTo>
                    <a:pt x="1903" y="3898"/>
                  </a:lnTo>
                  <a:cubicBezTo>
                    <a:pt x="1936" y="3846"/>
                    <a:pt x="1936" y="3797"/>
                    <a:pt x="1936" y="3745"/>
                  </a:cubicBezTo>
                  <a:lnTo>
                    <a:pt x="1936" y="3728"/>
                  </a:lnTo>
                  <a:lnTo>
                    <a:pt x="1936" y="2937"/>
                  </a:lnTo>
                  <a:cubicBezTo>
                    <a:pt x="1936" y="2852"/>
                    <a:pt x="1920" y="2787"/>
                    <a:pt x="1867" y="2719"/>
                  </a:cubicBezTo>
                  <a:cubicBezTo>
                    <a:pt x="1431" y="2080"/>
                    <a:pt x="995" y="1422"/>
                    <a:pt x="570" y="784"/>
                  </a:cubicBezTo>
                  <a:cubicBezTo>
                    <a:pt x="421" y="565"/>
                    <a:pt x="288" y="347"/>
                    <a:pt x="134" y="125"/>
                  </a:cubicBezTo>
                  <a:cubicBezTo>
                    <a:pt x="134" y="125"/>
                    <a:pt x="134" y="109"/>
                    <a:pt x="118" y="93"/>
                  </a:cubicBezTo>
                  <a:cubicBezTo>
                    <a:pt x="102" y="60"/>
                    <a:pt x="65" y="24"/>
                    <a:pt x="33" y="8"/>
                  </a:cubicBezTo>
                  <a:cubicBezTo>
                    <a:pt x="28" y="3"/>
                    <a:pt x="24"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0"/>
            <p:cNvSpPr/>
            <p:nvPr/>
          </p:nvSpPr>
          <p:spPr>
            <a:xfrm>
              <a:off x="787973" y="3458691"/>
              <a:ext cx="4966" cy="88797"/>
            </a:xfrm>
            <a:custGeom>
              <a:rect b="b" l="l" r="r" t="t"/>
              <a:pathLst>
                <a:path extrusionOk="0" h="894" w="50">
                  <a:moveTo>
                    <a:pt x="17" y="0"/>
                  </a:moveTo>
                  <a:cubicBezTo>
                    <a:pt x="17" y="17"/>
                    <a:pt x="1" y="17"/>
                    <a:pt x="1" y="17"/>
                  </a:cubicBezTo>
                  <a:cubicBezTo>
                    <a:pt x="33" y="150"/>
                    <a:pt x="17" y="303"/>
                    <a:pt x="17" y="437"/>
                  </a:cubicBezTo>
                  <a:lnTo>
                    <a:pt x="17" y="675"/>
                  </a:lnTo>
                  <a:lnTo>
                    <a:pt x="17" y="808"/>
                  </a:lnTo>
                  <a:lnTo>
                    <a:pt x="17" y="877"/>
                  </a:lnTo>
                  <a:lnTo>
                    <a:pt x="33" y="893"/>
                  </a:lnTo>
                  <a:lnTo>
                    <a:pt x="49" y="877"/>
                  </a:lnTo>
                  <a:lnTo>
                    <a:pt x="49" y="808"/>
                  </a:lnTo>
                  <a:lnTo>
                    <a:pt x="49" y="675"/>
                  </a:lnTo>
                  <a:lnTo>
                    <a:pt x="49" y="437"/>
                  </a:lnTo>
                  <a:cubicBezTo>
                    <a:pt x="49" y="303"/>
                    <a:pt x="49" y="150"/>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0"/>
            <p:cNvSpPr/>
            <p:nvPr/>
          </p:nvSpPr>
          <p:spPr>
            <a:xfrm>
              <a:off x="1521886" y="2181570"/>
              <a:ext cx="195869" cy="337506"/>
            </a:xfrm>
            <a:custGeom>
              <a:rect b="b" l="l" r="r" t="t"/>
              <a:pathLst>
                <a:path extrusionOk="0" h="3398" w="1972">
                  <a:moveTo>
                    <a:pt x="53" y="0"/>
                  </a:moveTo>
                  <a:lnTo>
                    <a:pt x="32" y="16"/>
                  </a:lnTo>
                  <a:cubicBezTo>
                    <a:pt x="0" y="117"/>
                    <a:pt x="0" y="251"/>
                    <a:pt x="32" y="404"/>
                  </a:cubicBezTo>
                  <a:lnTo>
                    <a:pt x="32" y="570"/>
                  </a:lnTo>
                  <a:cubicBezTo>
                    <a:pt x="16" y="687"/>
                    <a:pt x="16" y="808"/>
                    <a:pt x="117" y="925"/>
                  </a:cubicBezTo>
                  <a:cubicBezTo>
                    <a:pt x="202" y="1026"/>
                    <a:pt x="287" y="1127"/>
                    <a:pt x="356" y="1244"/>
                  </a:cubicBezTo>
                  <a:cubicBezTo>
                    <a:pt x="388" y="1293"/>
                    <a:pt x="436" y="1345"/>
                    <a:pt x="473" y="1394"/>
                  </a:cubicBezTo>
                  <a:cubicBezTo>
                    <a:pt x="909" y="2000"/>
                    <a:pt x="1265" y="2505"/>
                    <a:pt x="1600" y="2977"/>
                  </a:cubicBezTo>
                  <a:cubicBezTo>
                    <a:pt x="1648" y="3030"/>
                    <a:pt x="1685" y="3078"/>
                    <a:pt x="1717" y="3131"/>
                  </a:cubicBezTo>
                  <a:cubicBezTo>
                    <a:pt x="1769" y="3195"/>
                    <a:pt x="1818" y="3264"/>
                    <a:pt x="1870" y="3333"/>
                  </a:cubicBezTo>
                  <a:cubicBezTo>
                    <a:pt x="1887" y="3365"/>
                    <a:pt x="1903" y="3397"/>
                    <a:pt x="1951" y="3397"/>
                  </a:cubicBezTo>
                  <a:cubicBezTo>
                    <a:pt x="1971" y="3397"/>
                    <a:pt x="1971" y="3381"/>
                    <a:pt x="1971" y="3381"/>
                  </a:cubicBezTo>
                  <a:cubicBezTo>
                    <a:pt x="1971" y="3365"/>
                    <a:pt x="1951" y="3365"/>
                    <a:pt x="1951" y="3365"/>
                  </a:cubicBezTo>
                  <a:cubicBezTo>
                    <a:pt x="1919" y="3365"/>
                    <a:pt x="1903" y="3349"/>
                    <a:pt x="1887" y="3313"/>
                  </a:cubicBezTo>
                  <a:cubicBezTo>
                    <a:pt x="1834" y="3248"/>
                    <a:pt x="1786" y="3179"/>
                    <a:pt x="1733" y="3111"/>
                  </a:cubicBezTo>
                  <a:cubicBezTo>
                    <a:pt x="1701" y="3062"/>
                    <a:pt x="1669" y="3010"/>
                    <a:pt x="1632" y="2961"/>
                  </a:cubicBezTo>
                  <a:cubicBezTo>
                    <a:pt x="1297" y="2489"/>
                    <a:pt x="925" y="1984"/>
                    <a:pt x="489" y="1394"/>
                  </a:cubicBezTo>
                  <a:cubicBezTo>
                    <a:pt x="457" y="1329"/>
                    <a:pt x="420" y="1277"/>
                    <a:pt x="372" y="1228"/>
                  </a:cubicBezTo>
                  <a:cubicBezTo>
                    <a:pt x="303" y="1111"/>
                    <a:pt x="218" y="1010"/>
                    <a:pt x="133" y="909"/>
                  </a:cubicBezTo>
                  <a:cubicBezTo>
                    <a:pt x="53" y="808"/>
                    <a:pt x="53" y="687"/>
                    <a:pt x="53" y="570"/>
                  </a:cubicBezTo>
                  <a:cubicBezTo>
                    <a:pt x="69" y="521"/>
                    <a:pt x="69" y="453"/>
                    <a:pt x="53" y="384"/>
                  </a:cubicBezTo>
                  <a:cubicBezTo>
                    <a:pt x="32" y="251"/>
                    <a:pt x="32" y="133"/>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0"/>
            <p:cNvSpPr/>
            <p:nvPr/>
          </p:nvSpPr>
          <p:spPr>
            <a:xfrm>
              <a:off x="2083569" y="2671044"/>
              <a:ext cx="103596" cy="267681"/>
            </a:xfrm>
            <a:custGeom>
              <a:rect b="b" l="l" r="r" t="t"/>
              <a:pathLst>
                <a:path extrusionOk="0" h="2695" w="1043">
                  <a:moveTo>
                    <a:pt x="33" y="1"/>
                  </a:moveTo>
                  <a:cubicBezTo>
                    <a:pt x="1" y="21"/>
                    <a:pt x="1" y="69"/>
                    <a:pt x="1" y="102"/>
                  </a:cubicBezTo>
                  <a:lnTo>
                    <a:pt x="1" y="122"/>
                  </a:lnTo>
                  <a:lnTo>
                    <a:pt x="1" y="425"/>
                  </a:lnTo>
                  <a:lnTo>
                    <a:pt x="1" y="776"/>
                  </a:lnTo>
                  <a:cubicBezTo>
                    <a:pt x="1" y="845"/>
                    <a:pt x="17" y="909"/>
                    <a:pt x="53" y="962"/>
                  </a:cubicBezTo>
                  <a:cubicBezTo>
                    <a:pt x="154" y="1111"/>
                    <a:pt x="271" y="1281"/>
                    <a:pt x="372" y="1435"/>
                  </a:cubicBezTo>
                  <a:cubicBezTo>
                    <a:pt x="522" y="1685"/>
                    <a:pt x="691" y="1940"/>
                    <a:pt x="877" y="2190"/>
                  </a:cubicBezTo>
                  <a:cubicBezTo>
                    <a:pt x="978" y="2323"/>
                    <a:pt x="1011" y="2445"/>
                    <a:pt x="994" y="2594"/>
                  </a:cubicBezTo>
                  <a:cubicBezTo>
                    <a:pt x="994" y="2626"/>
                    <a:pt x="994" y="2663"/>
                    <a:pt x="978" y="2679"/>
                  </a:cubicBezTo>
                  <a:lnTo>
                    <a:pt x="978" y="2695"/>
                  </a:lnTo>
                  <a:lnTo>
                    <a:pt x="994" y="2695"/>
                  </a:lnTo>
                  <a:cubicBezTo>
                    <a:pt x="1027" y="2663"/>
                    <a:pt x="1027" y="2626"/>
                    <a:pt x="1027" y="2594"/>
                  </a:cubicBezTo>
                  <a:cubicBezTo>
                    <a:pt x="1043" y="2445"/>
                    <a:pt x="994" y="2307"/>
                    <a:pt x="893" y="2174"/>
                  </a:cubicBezTo>
                  <a:cubicBezTo>
                    <a:pt x="724" y="1919"/>
                    <a:pt x="558" y="1669"/>
                    <a:pt x="388" y="1414"/>
                  </a:cubicBezTo>
                  <a:cubicBezTo>
                    <a:pt x="287" y="1265"/>
                    <a:pt x="186" y="1095"/>
                    <a:pt x="69" y="946"/>
                  </a:cubicBezTo>
                  <a:cubicBezTo>
                    <a:pt x="33" y="893"/>
                    <a:pt x="17" y="845"/>
                    <a:pt x="33" y="776"/>
                  </a:cubicBezTo>
                  <a:lnTo>
                    <a:pt x="33" y="425"/>
                  </a:lnTo>
                  <a:lnTo>
                    <a:pt x="33" y="122"/>
                  </a:lnTo>
                  <a:lnTo>
                    <a:pt x="33" y="102"/>
                  </a:lnTo>
                  <a:cubicBezTo>
                    <a:pt x="17" y="69"/>
                    <a:pt x="17" y="37"/>
                    <a:pt x="53" y="21"/>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0"/>
            <p:cNvSpPr/>
            <p:nvPr/>
          </p:nvSpPr>
          <p:spPr>
            <a:xfrm>
              <a:off x="1765828" y="2368500"/>
              <a:ext cx="5264" cy="57112"/>
            </a:xfrm>
            <a:custGeom>
              <a:rect b="b" l="l" r="r" t="t"/>
              <a:pathLst>
                <a:path extrusionOk="0" h="575" w="53">
                  <a:moveTo>
                    <a:pt x="37" y="1"/>
                  </a:moveTo>
                  <a:cubicBezTo>
                    <a:pt x="37" y="1"/>
                    <a:pt x="20" y="1"/>
                    <a:pt x="20" y="17"/>
                  </a:cubicBezTo>
                  <a:cubicBezTo>
                    <a:pt x="0" y="118"/>
                    <a:pt x="0" y="239"/>
                    <a:pt x="20" y="356"/>
                  </a:cubicBezTo>
                  <a:lnTo>
                    <a:pt x="20" y="558"/>
                  </a:lnTo>
                  <a:cubicBezTo>
                    <a:pt x="0" y="558"/>
                    <a:pt x="20" y="574"/>
                    <a:pt x="20" y="574"/>
                  </a:cubicBezTo>
                  <a:cubicBezTo>
                    <a:pt x="37" y="574"/>
                    <a:pt x="37" y="558"/>
                    <a:pt x="37" y="558"/>
                  </a:cubicBezTo>
                  <a:lnTo>
                    <a:pt x="37" y="356"/>
                  </a:lnTo>
                  <a:cubicBezTo>
                    <a:pt x="37" y="239"/>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0"/>
            <p:cNvSpPr/>
            <p:nvPr/>
          </p:nvSpPr>
          <p:spPr>
            <a:xfrm>
              <a:off x="1287876" y="3119198"/>
              <a:ext cx="4966" cy="98828"/>
            </a:xfrm>
            <a:custGeom>
              <a:rect b="b" l="l" r="r" t="t"/>
              <a:pathLst>
                <a:path extrusionOk="0" h="995" w="50">
                  <a:moveTo>
                    <a:pt x="17" y="1"/>
                  </a:moveTo>
                  <a:cubicBezTo>
                    <a:pt x="1" y="1"/>
                    <a:pt x="1" y="1"/>
                    <a:pt x="1" y="17"/>
                  </a:cubicBezTo>
                  <a:cubicBezTo>
                    <a:pt x="33" y="187"/>
                    <a:pt x="17" y="356"/>
                    <a:pt x="17" y="522"/>
                  </a:cubicBezTo>
                  <a:lnTo>
                    <a:pt x="17" y="538"/>
                  </a:lnTo>
                  <a:cubicBezTo>
                    <a:pt x="1" y="692"/>
                    <a:pt x="1" y="841"/>
                    <a:pt x="17" y="978"/>
                  </a:cubicBezTo>
                  <a:cubicBezTo>
                    <a:pt x="17" y="995"/>
                    <a:pt x="17" y="995"/>
                    <a:pt x="33" y="995"/>
                  </a:cubicBezTo>
                  <a:lnTo>
                    <a:pt x="33" y="978"/>
                  </a:lnTo>
                  <a:cubicBezTo>
                    <a:pt x="17" y="841"/>
                    <a:pt x="33" y="692"/>
                    <a:pt x="33" y="558"/>
                  </a:cubicBezTo>
                  <a:lnTo>
                    <a:pt x="33" y="522"/>
                  </a:lnTo>
                  <a:cubicBezTo>
                    <a:pt x="49" y="356"/>
                    <a:pt x="49" y="187"/>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0"/>
            <p:cNvSpPr/>
            <p:nvPr/>
          </p:nvSpPr>
          <p:spPr>
            <a:xfrm>
              <a:off x="1419978" y="1028010"/>
              <a:ext cx="767186" cy="1407634"/>
            </a:xfrm>
            <a:custGeom>
              <a:rect b="b" l="l" r="r" t="t"/>
              <a:pathLst>
                <a:path extrusionOk="0" h="14172" w="7724">
                  <a:moveTo>
                    <a:pt x="0" y="0"/>
                  </a:moveTo>
                  <a:lnTo>
                    <a:pt x="0" y="16"/>
                  </a:lnTo>
                  <a:cubicBezTo>
                    <a:pt x="101" y="117"/>
                    <a:pt x="150" y="234"/>
                    <a:pt x="202" y="351"/>
                  </a:cubicBezTo>
                  <a:cubicBezTo>
                    <a:pt x="234" y="384"/>
                    <a:pt x="251" y="436"/>
                    <a:pt x="271" y="485"/>
                  </a:cubicBezTo>
                  <a:cubicBezTo>
                    <a:pt x="723" y="1277"/>
                    <a:pt x="1159" y="2085"/>
                    <a:pt x="1600" y="2876"/>
                  </a:cubicBezTo>
                  <a:lnTo>
                    <a:pt x="1802" y="3248"/>
                  </a:lnTo>
                  <a:cubicBezTo>
                    <a:pt x="1967" y="3551"/>
                    <a:pt x="2137" y="3870"/>
                    <a:pt x="2307" y="4173"/>
                  </a:cubicBezTo>
                  <a:cubicBezTo>
                    <a:pt x="2509" y="4524"/>
                    <a:pt x="2711" y="4896"/>
                    <a:pt x="2896" y="5252"/>
                  </a:cubicBezTo>
                  <a:cubicBezTo>
                    <a:pt x="3078" y="5555"/>
                    <a:pt x="3248" y="5874"/>
                    <a:pt x="3418" y="6177"/>
                  </a:cubicBezTo>
                  <a:cubicBezTo>
                    <a:pt x="3603" y="6512"/>
                    <a:pt x="3805" y="6867"/>
                    <a:pt x="3987" y="7219"/>
                  </a:cubicBezTo>
                  <a:cubicBezTo>
                    <a:pt x="4141" y="7490"/>
                    <a:pt x="4290" y="7756"/>
                    <a:pt x="4428" y="8011"/>
                  </a:cubicBezTo>
                  <a:cubicBezTo>
                    <a:pt x="4593" y="8314"/>
                    <a:pt x="4763" y="8633"/>
                    <a:pt x="4932" y="8936"/>
                  </a:cubicBezTo>
                  <a:cubicBezTo>
                    <a:pt x="5050" y="9170"/>
                    <a:pt x="5183" y="9408"/>
                    <a:pt x="5320" y="9627"/>
                  </a:cubicBezTo>
                  <a:cubicBezTo>
                    <a:pt x="5502" y="9962"/>
                    <a:pt x="5704" y="10317"/>
                    <a:pt x="5890" y="10669"/>
                  </a:cubicBezTo>
                  <a:cubicBezTo>
                    <a:pt x="6092" y="11040"/>
                    <a:pt x="6294" y="11412"/>
                    <a:pt x="6496" y="11764"/>
                  </a:cubicBezTo>
                  <a:cubicBezTo>
                    <a:pt x="6649" y="12050"/>
                    <a:pt x="6815" y="12353"/>
                    <a:pt x="6985" y="12656"/>
                  </a:cubicBezTo>
                  <a:lnTo>
                    <a:pt x="7053" y="12790"/>
                  </a:lnTo>
                  <a:cubicBezTo>
                    <a:pt x="7239" y="13145"/>
                    <a:pt x="7441" y="13497"/>
                    <a:pt x="7623" y="13836"/>
                  </a:cubicBezTo>
                  <a:cubicBezTo>
                    <a:pt x="7692" y="13937"/>
                    <a:pt x="7692" y="14038"/>
                    <a:pt x="7659" y="14155"/>
                  </a:cubicBezTo>
                  <a:lnTo>
                    <a:pt x="7659" y="14171"/>
                  </a:lnTo>
                  <a:lnTo>
                    <a:pt x="7675" y="14171"/>
                  </a:lnTo>
                  <a:cubicBezTo>
                    <a:pt x="7724" y="14038"/>
                    <a:pt x="7708" y="13937"/>
                    <a:pt x="7659" y="13816"/>
                  </a:cubicBezTo>
                  <a:cubicBezTo>
                    <a:pt x="7457" y="13480"/>
                    <a:pt x="7271" y="13129"/>
                    <a:pt x="7086" y="12773"/>
                  </a:cubicBezTo>
                  <a:lnTo>
                    <a:pt x="7001" y="12640"/>
                  </a:lnTo>
                  <a:cubicBezTo>
                    <a:pt x="6851" y="12337"/>
                    <a:pt x="6682" y="12050"/>
                    <a:pt x="6512" y="11747"/>
                  </a:cubicBezTo>
                  <a:cubicBezTo>
                    <a:pt x="6330" y="11392"/>
                    <a:pt x="6108" y="11024"/>
                    <a:pt x="5926" y="10653"/>
                  </a:cubicBezTo>
                  <a:cubicBezTo>
                    <a:pt x="5740" y="10301"/>
                    <a:pt x="5538" y="9946"/>
                    <a:pt x="5336" y="9610"/>
                  </a:cubicBezTo>
                  <a:cubicBezTo>
                    <a:pt x="5219" y="9392"/>
                    <a:pt x="5082" y="9154"/>
                    <a:pt x="4949" y="8920"/>
                  </a:cubicBezTo>
                  <a:cubicBezTo>
                    <a:pt x="4779" y="8617"/>
                    <a:pt x="4613" y="8298"/>
                    <a:pt x="4444" y="7995"/>
                  </a:cubicBezTo>
                  <a:cubicBezTo>
                    <a:pt x="4310" y="7740"/>
                    <a:pt x="4157" y="7473"/>
                    <a:pt x="4024" y="7203"/>
                  </a:cubicBezTo>
                  <a:cubicBezTo>
                    <a:pt x="3822" y="6867"/>
                    <a:pt x="3636" y="6512"/>
                    <a:pt x="3434" y="6161"/>
                  </a:cubicBezTo>
                  <a:cubicBezTo>
                    <a:pt x="3264" y="5858"/>
                    <a:pt x="3098" y="5555"/>
                    <a:pt x="2929" y="5231"/>
                  </a:cubicBezTo>
                  <a:cubicBezTo>
                    <a:pt x="2727" y="4880"/>
                    <a:pt x="2525" y="4508"/>
                    <a:pt x="2339" y="4157"/>
                  </a:cubicBezTo>
                  <a:cubicBezTo>
                    <a:pt x="2169" y="3854"/>
                    <a:pt x="2004" y="3551"/>
                    <a:pt x="1834" y="3232"/>
                  </a:cubicBezTo>
                  <a:lnTo>
                    <a:pt x="1616" y="2860"/>
                  </a:lnTo>
                  <a:cubicBezTo>
                    <a:pt x="1196" y="2068"/>
                    <a:pt x="739" y="1260"/>
                    <a:pt x="303" y="469"/>
                  </a:cubicBezTo>
                  <a:cubicBezTo>
                    <a:pt x="271" y="420"/>
                    <a:pt x="251" y="368"/>
                    <a:pt x="234" y="335"/>
                  </a:cubicBezTo>
                  <a:cubicBezTo>
                    <a:pt x="170" y="218"/>
                    <a:pt x="117" y="101"/>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0"/>
            <p:cNvSpPr/>
            <p:nvPr/>
          </p:nvSpPr>
          <p:spPr>
            <a:xfrm>
              <a:off x="1645446" y="1846944"/>
              <a:ext cx="3675" cy="55423"/>
            </a:xfrm>
            <a:custGeom>
              <a:rect b="b" l="l" r="r" t="t"/>
              <a:pathLst>
                <a:path extrusionOk="0" h="558" w="37">
                  <a:moveTo>
                    <a:pt x="21" y="0"/>
                  </a:moveTo>
                  <a:lnTo>
                    <a:pt x="0" y="16"/>
                  </a:lnTo>
                  <a:lnTo>
                    <a:pt x="0" y="541"/>
                  </a:lnTo>
                  <a:lnTo>
                    <a:pt x="21" y="557"/>
                  </a:lnTo>
                  <a:lnTo>
                    <a:pt x="37" y="541"/>
                  </a:lnTo>
                  <a:lnTo>
                    <a:pt x="37"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0"/>
            <p:cNvSpPr/>
            <p:nvPr/>
          </p:nvSpPr>
          <p:spPr>
            <a:xfrm>
              <a:off x="941629" y="1557611"/>
              <a:ext cx="5364" cy="70322"/>
            </a:xfrm>
            <a:custGeom>
              <a:rect b="b" l="l" r="r" t="t"/>
              <a:pathLst>
                <a:path extrusionOk="0" h="708" w="54">
                  <a:moveTo>
                    <a:pt x="17" y="0"/>
                  </a:moveTo>
                  <a:lnTo>
                    <a:pt x="17" y="21"/>
                  </a:lnTo>
                  <a:lnTo>
                    <a:pt x="17" y="271"/>
                  </a:lnTo>
                  <a:cubicBezTo>
                    <a:pt x="17" y="404"/>
                    <a:pt x="1" y="558"/>
                    <a:pt x="17" y="691"/>
                  </a:cubicBezTo>
                  <a:lnTo>
                    <a:pt x="37" y="707"/>
                  </a:lnTo>
                  <a:cubicBezTo>
                    <a:pt x="53" y="707"/>
                    <a:pt x="53" y="691"/>
                    <a:pt x="53" y="691"/>
                  </a:cubicBezTo>
                  <a:cubicBezTo>
                    <a:pt x="37" y="558"/>
                    <a:pt x="37" y="404"/>
                    <a:pt x="37" y="271"/>
                  </a:cubicBezTo>
                  <a:lnTo>
                    <a:pt x="37" y="21"/>
                  </a:lnTo>
                  <a:cubicBezTo>
                    <a:pt x="37" y="0"/>
                    <a:pt x="3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0"/>
            <p:cNvSpPr/>
            <p:nvPr/>
          </p:nvSpPr>
          <p:spPr>
            <a:xfrm>
              <a:off x="1416701" y="2650980"/>
              <a:ext cx="80354" cy="83930"/>
            </a:xfrm>
            <a:custGeom>
              <a:rect b="b" l="l" r="r" t="t"/>
              <a:pathLst>
                <a:path extrusionOk="0" h="845" w="809">
                  <a:moveTo>
                    <a:pt x="17" y="1"/>
                  </a:moveTo>
                  <a:cubicBezTo>
                    <a:pt x="1" y="1"/>
                    <a:pt x="1" y="21"/>
                    <a:pt x="1" y="21"/>
                  </a:cubicBezTo>
                  <a:cubicBezTo>
                    <a:pt x="1" y="37"/>
                    <a:pt x="1" y="37"/>
                    <a:pt x="17" y="37"/>
                  </a:cubicBezTo>
                  <a:cubicBezTo>
                    <a:pt x="65" y="37"/>
                    <a:pt x="82" y="69"/>
                    <a:pt x="118" y="102"/>
                  </a:cubicBezTo>
                  <a:cubicBezTo>
                    <a:pt x="183" y="186"/>
                    <a:pt x="267" y="287"/>
                    <a:pt x="352" y="372"/>
                  </a:cubicBezTo>
                  <a:cubicBezTo>
                    <a:pt x="453" y="489"/>
                    <a:pt x="554" y="606"/>
                    <a:pt x="639" y="728"/>
                  </a:cubicBezTo>
                  <a:cubicBezTo>
                    <a:pt x="671" y="776"/>
                    <a:pt x="708" y="829"/>
                    <a:pt x="788" y="845"/>
                  </a:cubicBezTo>
                  <a:cubicBezTo>
                    <a:pt x="788" y="845"/>
                    <a:pt x="809" y="845"/>
                    <a:pt x="809" y="829"/>
                  </a:cubicBezTo>
                  <a:cubicBezTo>
                    <a:pt x="809" y="829"/>
                    <a:pt x="788" y="829"/>
                    <a:pt x="788" y="808"/>
                  </a:cubicBezTo>
                  <a:cubicBezTo>
                    <a:pt x="724" y="808"/>
                    <a:pt x="687" y="760"/>
                    <a:pt x="655" y="707"/>
                  </a:cubicBezTo>
                  <a:cubicBezTo>
                    <a:pt x="570" y="590"/>
                    <a:pt x="469" y="473"/>
                    <a:pt x="368" y="356"/>
                  </a:cubicBezTo>
                  <a:cubicBezTo>
                    <a:pt x="284" y="271"/>
                    <a:pt x="203" y="170"/>
                    <a:pt x="134" y="85"/>
                  </a:cubicBezTo>
                  <a:cubicBezTo>
                    <a:pt x="102" y="5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0"/>
            <p:cNvSpPr/>
            <p:nvPr/>
          </p:nvSpPr>
          <p:spPr>
            <a:xfrm>
              <a:off x="980167" y="3064272"/>
              <a:ext cx="5364" cy="91975"/>
            </a:xfrm>
            <a:custGeom>
              <a:rect b="b" l="l" r="r" t="t"/>
              <a:pathLst>
                <a:path extrusionOk="0" h="926" w="54">
                  <a:moveTo>
                    <a:pt x="17" y="0"/>
                  </a:moveTo>
                  <a:cubicBezTo>
                    <a:pt x="1" y="0"/>
                    <a:pt x="1" y="0"/>
                    <a:pt x="1" y="17"/>
                  </a:cubicBezTo>
                  <a:cubicBezTo>
                    <a:pt x="33" y="81"/>
                    <a:pt x="17" y="166"/>
                    <a:pt x="17" y="251"/>
                  </a:cubicBezTo>
                  <a:cubicBezTo>
                    <a:pt x="1" y="303"/>
                    <a:pt x="1" y="352"/>
                    <a:pt x="1" y="421"/>
                  </a:cubicBezTo>
                  <a:lnTo>
                    <a:pt x="1" y="606"/>
                  </a:lnTo>
                  <a:cubicBezTo>
                    <a:pt x="1" y="707"/>
                    <a:pt x="1" y="808"/>
                    <a:pt x="17" y="909"/>
                  </a:cubicBezTo>
                  <a:cubicBezTo>
                    <a:pt x="17" y="925"/>
                    <a:pt x="17" y="925"/>
                    <a:pt x="33" y="925"/>
                  </a:cubicBezTo>
                  <a:cubicBezTo>
                    <a:pt x="33" y="925"/>
                    <a:pt x="53" y="925"/>
                    <a:pt x="53" y="909"/>
                  </a:cubicBezTo>
                  <a:cubicBezTo>
                    <a:pt x="17" y="808"/>
                    <a:pt x="33" y="707"/>
                    <a:pt x="33" y="606"/>
                  </a:cubicBezTo>
                  <a:lnTo>
                    <a:pt x="33" y="421"/>
                  </a:lnTo>
                  <a:lnTo>
                    <a:pt x="33" y="251"/>
                  </a:lnTo>
                  <a:cubicBezTo>
                    <a:pt x="53" y="166"/>
                    <a:pt x="53" y="81"/>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0"/>
            <p:cNvSpPr/>
            <p:nvPr/>
          </p:nvSpPr>
          <p:spPr>
            <a:xfrm>
              <a:off x="1739308" y="2438723"/>
              <a:ext cx="169051" cy="356378"/>
            </a:xfrm>
            <a:custGeom>
              <a:rect b="b" l="l" r="r" t="t"/>
              <a:pathLst>
                <a:path extrusionOk="0" h="3588" w="1702">
                  <a:moveTo>
                    <a:pt x="1" y="1"/>
                  </a:moveTo>
                  <a:lnTo>
                    <a:pt x="1" y="17"/>
                  </a:lnTo>
                  <a:cubicBezTo>
                    <a:pt x="17" y="118"/>
                    <a:pt x="65" y="203"/>
                    <a:pt x="134" y="287"/>
                  </a:cubicBezTo>
                  <a:cubicBezTo>
                    <a:pt x="134" y="287"/>
                    <a:pt x="150" y="304"/>
                    <a:pt x="150" y="320"/>
                  </a:cubicBezTo>
                  <a:cubicBezTo>
                    <a:pt x="554" y="861"/>
                    <a:pt x="926" y="1414"/>
                    <a:pt x="1277" y="1919"/>
                  </a:cubicBezTo>
                  <a:cubicBezTo>
                    <a:pt x="1314" y="1988"/>
                    <a:pt x="1362" y="2037"/>
                    <a:pt x="1415" y="2089"/>
                  </a:cubicBezTo>
                  <a:cubicBezTo>
                    <a:pt x="1516" y="2222"/>
                    <a:pt x="1616" y="2360"/>
                    <a:pt x="1649" y="2525"/>
                  </a:cubicBezTo>
                  <a:cubicBezTo>
                    <a:pt x="1665" y="2663"/>
                    <a:pt x="1665" y="2812"/>
                    <a:pt x="1665" y="2945"/>
                  </a:cubicBezTo>
                  <a:cubicBezTo>
                    <a:pt x="1665" y="3014"/>
                    <a:pt x="1649" y="3083"/>
                    <a:pt x="1649" y="3147"/>
                  </a:cubicBezTo>
                  <a:cubicBezTo>
                    <a:pt x="1649" y="3168"/>
                    <a:pt x="1649" y="3184"/>
                    <a:pt x="1665" y="3200"/>
                  </a:cubicBezTo>
                  <a:cubicBezTo>
                    <a:pt x="1665" y="3232"/>
                    <a:pt x="1665" y="3269"/>
                    <a:pt x="1649" y="3285"/>
                  </a:cubicBezTo>
                  <a:cubicBezTo>
                    <a:pt x="1616" y="3370"/>
                    <a:pt x="1633" y="3434"/>
                    <a:pt x="1649" y="3519"/>
                  </a:cubicBezTo>
                  <a:cubicBezTo>
                    <a:pt x="1665" y="3535"/>
                    <a:pt x="1665" y="3551"/>
                    <a:pt x="1665" y="3572"/>
                  </a:cubicBezTo>
                  <a:cubicBezTo>
                    <a:pt x="1665" y="3588"/>
                    <a:pt x="1681" y="3588"/>
                    <a:pt x="1681" y="3588"/>
                  </a:cubicBezTo>
                  <a:cubicBezTo>
                    <a:pt x="1701" y="3588"/>
                    <a:pt x="1701" y="3588"/>
                    <a:pt x="1701" y="3572"/>
                  </a:cubicBezTo>
                  <a:cubicBezTo>
                    <a:pt x="1681" y="3551"/>
                    <a:pt x="1681" y="3519"/>
                    <a:pt x="1681" y="3503"/>
                  </a:cubicBezTo>
                  <a:cubicBezTo>
                    <a:pt x="1665" y="3434"/>
                    <a:pt x="1649" y="3370"/>
                    <a:pt x="1681" y="3301"/>
                  </a:cubicBezTo>
                  <a:cubicBezTo>
                    <a:pt x="1701" y="3269"/>
                    <a:pt x="1681" y="3232"/>
                    <a:pt x="1681" y="3184"/>
                  </a:cubicBezTo>
                  <a:lnTo>
                    <a:pt x="1681" y="3147"/>
                  </a:lnTo>
                  <a:lnTo>
                    <a:pt x="1681" y="2945"/>
                  </a:lnTo>
                  <a:cubicBezTo>
                    <a:pt x="1701" y="2812"/>
                    <a:pt x="1701" y="2663"/>
                    <a:pt x="1681" y="2525"/>
                  </a:cubicBezTo>
                  <a:cubicBezTo>
                    <a:pt x="1649" y="2340"/>
                    <a:pt x="1532" y="2206"/>
                    <a:pt x="1431" y="2073"/>
                  </a:cubicBezTo>
                  <a:cubicBezTo>
                    <a:pt x="1378" y="2020"/>
                    <a:pt x="1330" y="1972"/>
                    <a:pt x="1297" y="1903"/>
                  </a:cubicBezTo>
                  <a:cubicBezTo>
                    <a:pt x="958" y="1398"/>
                    <a:pt x="570" y="861"/>
                    <a:pt x="166" y="304"/>
                  </a:cubicBezTo>
                  <a:cubicBezTo>
                    <a:pt x="166" y="287"/>
                    <a:pt x="166" y="271"/>
                    <a:pt x="150" y="271"/>
                  </a:cubicBezTo>
                  <a:cubicBezTo>
                    <a:pt x="85" y="186"/>
                    <a:pt x="33" y="10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0"/>
            <p:cNvSpPr/>
            <p:nvPr/>
          </p:nvSpPr>
          <p:spPr>
            <a:xfrm>
              <a:off x="1291154" y="2428691"/>
              <a:ext cx="5264" cy="85519"/>
            </a:xfrm>
            <a:custGeom>
              <a:rect b="b" l="l" r="r" t="t"/>
              <a:pathLst>
                <a:path extrusionOk="0" h="861" w="53">
                  <a:moveTo>
                    <a:pt x="0" y="1"/>
                  </a:moveTo>
                  <a:lnTo>
                    <a:pt x="0" y="17"/>
                  </a:lnTo>
                  <a:cubicBezTo>
                    <a:pt x="16" y="170"/>
                    <a:pt x="16" y="340"/>
                    <a:pt x="0" y="489"/>
                  </a:cubicBezTo>
                  <a:lnTo>
                    <a:pt x="0" y="542"/>
                  </a:lnTo>
                  <a:lnTo>
                    <a:pt x="0" y="861"/>
                  </a:lnTo>
                  <a:lnTo>
                    <a:pt x="33" y="861"/>
                  </a:lnTo>
                  <a:cubicBezTo>
                    <a:pt x="16" y="760"/>
                    <a:pt x="16" y="659"/>
                    <a:pt x="33" y="542"/>
                  </a:cubicBezTo>
                  <a:lnTo>
                    <a:pt x="33" y="489"/>
                  </a:lnTo>
                  <a:cubicBezTo>
                    <a:pt x="33" y="340"/>
                    <a:pt x="53" y="170"/>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0"/>
            <p:cNvSpPr/>
            <p:nvPr/>
          </p:nvSpPr>
          <p:spPr>
            <a:xfrm>
              <a:off x="1841216" y="2319930"/>
              <a:ext cx="4966" cy="65554"/>
            </a:xfrm>
            <a:custGeom>
              <a:rect b="b" l="l" r="r" t="t"/>
              <a:pathLst>
                <a:path extrusionOk="0" h="660" w="50">
                  <a:moveTo>
                    <a:pt x="33" y="1"/>
                  </a:moveTo>
                  <a:cubicBezTo>
                    <a:pt x="33" y="1"/>
                    <a:pt x="17" y="1"/>
                    <a:pt x="17" y="21"/>
                  </a:cubicBezTo>
                  <a:cubicBezTo>
                    <a:pt x="1" y="102"/>
                    <a:pt x="1" y="203"/>
                    <a:pt x="1" y="304"/>
                  </a:cubicBezTo>
                  <a:cubicBezTo>
                    <a:pt x="17" y="372"/>
                    <a:pt x="17" y="425"/>
                    <a:pt x="1" y="490"/>
                  </a:cubicBezTo>
                  <a:cubicBezTo>
                    <a:pt x="1" y="506"/>
                    <a:pt x="1" y="526"/>
                    <a:pt x="17" y="542"/>
                  </a:cubicBezTo>
                  <a:cubicBezTo>
                    <a:pt x="17" y="574"/>
                    <a:pt x="17" y="607"/>
                    <a:pt x="1" y="627"/>
                  </a:cubicBezTo>
                  <a:lnTo>
                    <a:pt x="1" y="643"/>
                  </a:lnTo>
                  <a:lnTo>
                    <a:pt x="1" y="659"/>
                  </a:lnTo>
                  <a:lnTo>
                    <a:pt x="17" y="643"/>
                  </a:lnTo>
                  <a:cubicBezTo>
                    <a:pt x="33" y="607"/>
                    <a:pt x="33" y="574"/>
                    <a:pt x="33" y="542"/>
                  </a:cubicBezTo>
                  <a:lnTo>
                    <a:pt x="33" y="490"/>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0"/>
            <p:cNvSpPr/>
            <p:nvPr/>
          </p:nvSpPr>
          <p:spPr>
            <a:xfrm>
              <a:off x="704540" y="2697961"/>
              <a:ext cx="1689" cy="70322"/>
            </a:xfrm>
            <a:custGeom>
              <a:rect b="b" l="l" r="r" t="t"/>
              <a:pathLst>
                <a:path extrusionOk="0" h="708" w="17">
                  <a:moveTo>
                    <a:pt x="16" y="0"/>
                  </a:moveTo>
                  <a:cubicBezTo>
                    <a:pt x="0" y="0"/>
                    <a:pt x="0" y="16"/>
                    <a:pt x="0" y="16"/>
                  </a:cubicBezTo>
                  <a:lnTo>
                    <a:pt x="0" y="691"/>
                  </a:lnTo>
                  <a:cubicBezTo>
                    <a:pt x="0" y="707"/>
                    <a:pt x="0" y="707"/>
                    <a:pt x="16" y="707"/>
                  </a:cubicBezTo>
                  <a:lnTo>
                    <a:pt x="16" y="691"/>
                  </a:lnTo>
                  <a:lnTo>
                    <a:pt x="16" y="16"/>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0"/>
            <p:cNvSpPr/>
            <p:nvPr/>
          </p:nvSpPr>
          <p:spPr>
            <a:xfrm>
              <a:off x="1035591" y="3545799"/>
              <a:ext cx="4867" cy="98332"/>
            </a:xfrm>
            <a:custGeom>
              <a:rect b="b" l="l" r="r" t="t"/>
              <a:pathLst>
                <a:path extrusionOk="0" h="990" w="49">
                  <a:moveTo>
                    <a:pt x="16" y="0"/>
                  </a:moveTo>
                  <a:cubicBezTo>
                    <a:pt x="0" y="0"/>
                    <a:pt x="0" y="0"/>
                    <a:pt x="0" y="16"/>
                  </a:cubicBezTo>
                  <a:cubicBezTo>
                    <a:pt x="32" y="234"/>
                    <a:pt x="16" y="469"/>
                    <a:pt x="16" y="687"/>
                  </a:cubicBezTo>
                  <a:cubicBezTo>
                    <a:pt x="0" y="723"/>
                    <a:pt x="16" y="772"/>
                    <a:pt x="16" y="824"/>
                  </a:cubicBezTo>
                  <a:lnTo>
                    <a:pt x="16" y="974"/>
                  </a:lnTo>
                  <a:cubicBezTo>
                    <a:pt x="16" y="990"/>
                    <a:pt x="16" y="990"/>
                    <a:pt x="32" y="990"/>
                  </a:cubicBezTo>
                  <a:cubicBezTo>
                    <a:pt x="49" y="925"/>
                    <a:pt x="49" y="873"/>
                    <a:pt x="32" y="824"/>
                  </a:cubicBezTo>
                  <a:lnTo>
                    <a:pt x="32" y="687"/>
                  </a:lnTo>
                  <a:cubicBezTo>
                    <a:pt x="49" y="469"/>
                    <a:pt x="49" y="234"/>
                    <a:pt x="32" y="16"/>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0"/>
            <p:cNvSpPr/>
            <p:nvPr/>
          </p:nvSpPr>
          <p:spPr>
            <a:xfrm>
              <a:off x="1765828" y="2838407"/>
              <a:ext cx="5264" cy="53437"/>
            </a:xfrm>
            <a:custGeom>
              <a:rect b="b" l="l" r="r" t="t"/>
              <a:pathLst>
                <a:path extrusionOk="0" h="538" w="53">
                  <a:moveTo>
                    <a:pt x="20" y="0"/>
                  </a:moveTo>
                  <a:cubicBezTo>
                    <a:pt x="0" y="101"/>
                    <a:pt x="0" y="186"/>
                    <a:pt x="20" y="271"/>
                  </a:cubicBezTo>
                  <a:cubicBezTo>
                    <a:pt x="20" y="356"/>
                    <a:pt x="20" y="436"/>
                    <a:pt x="0" y="521"/>
                  </a:cubicBezTo>
                  <a:lnTo>
                    <a:pt x="0" y="537"/>
                  </a:lnTo>
                  <a:lnTo>
                    <a:pt x="20" y="537"/>
                  </a:lnTo>
                  <a:lnTo>
                    <a:pt x="20" y="521"/>
                  </a:lnTo>
                  <a:cubicBezTo>
                    <a:pt x="37" y="436"/>
                    <a:pt x="37" y="356"/>
                    <a:pt x="37" y="271"/>
                  </a:cubicBezTo>
                  <a:cubicBezTo>
                    <a:pt x="37" y="186"/>
                    <a:pt x="37" y="101"/>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0"/>
            <p:cNvSpPr/>
            <p:nvPr/>
          </p:nvSpPr>
          <p:spPr>
            <a:xfrm>
              <a:off x="1381440" y="2560694"/>
              <a:ext cx="5264" cy="92372"/>
            </a:xfrm>
            <a:custGeom>
              <a:rect b="b" l="l" r="r" t="t"/>
              <a:pathLst>
                <a:path extrusionOk="0" h="930" w="53">
                  <a:moveTo>
                    <a:pt x="16" y="1"/>
                  </a:moveTo>
                  <a:cubicBezTo>
                    <a:pt x="0" y="1"/>
                    <a:pt x="0" y="1"/>
                    <a:pt x="0" y="21"/>
                  </a:cubicBezTo>
                  <a:cubicBezTo>
                    <a:pt x="16" y="138"/>
                    <a:pt x="16" y="271"/>
                    <a:pt x="16" y="388"/>
                  </a:cubicBezTo>
                  <a:lnTo>
                    <a:pt x="16" y="607"/>
                  </a:lnTo>
                  <a:lnTo>
                    <a:pt x="16" y="809"/>
                  </a:lnTo>
                  <a:lnTo>
                    <a:pt x="16" y="910"/>
                  </a:lnTo>
                  <a:cubicBezTo>
                    <a:pt x="16" y="930"/>
                    <a:pt x="16" y="930"/>
                    <a:pt x="33" y="930"/>
                  </a:cubicBezTo>
                  <a:cubicBezTo>
                    <a:pt x="33" y="930"/>
                    <a:pt x="53" y="930"/>
                    <a:pt x="53" y="910"/>
                  </a:cubicBezTo>
                  <a:lnTo>
                    <a:pt x="53" y="829"/>
                  </a:lnTo>
                  <a:cubicBezTo>
                    <a:pt x="53" y="744"/>
                    <a:pt x="53" y="675"/>
                    <a:pt x="33" y="607"/>
                  </a:cubicBezTo>
                  <a:cubicBezTo>
                    <a:pt x="33" y="542"/>
                    <a:pt x="33" y="457"/>
                    <a:pt x="53" y="388"/>
                  </a:cubicBezTo>
                  <a:cubicBezTo>
                    <a:pt x="53" y="271"/>
                    <a:pt x="53"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0"/>
            <p:cNvSpPr/>
            <p:nvPr/>
          </p:nvSpPr>
          <p:spPr>
            <a:xfrm>
              <a:off x="1735732" y="3216338"/>
              <a:ext cx="172627" cy="284169"/>
            </a:xfrm>
            <a:custGeom>
              <a:rect b="b" l="l" r="r" t="t"/>
              <a:pathLst>
                <a:path extrusionOk="0" h="2861" w="1738">
                  <a:moveTo>
                    <a:pt x="20" y="0"/>
                  </a:moveTo>
                  <a:cubicBezTo>
                    <a:pt x="0" y="0"/>
                    <a:pt x="0" y="17"/>
                    <a:pt x="0" y="17"/>
                  </a:cubicBezTo>
                  <a:cubicBezTo>
                    <a:pt x="0" y="101"/>
                    <a:pt x="53" y="150"/>
                    <a:pt x="101" y="202"/>
                  </a:cubicBezTo>
                  <a:cubicBezTo>
                    <a:pt x="121" y="219"/>
                    <a:pt x="138" y="235"/>
                    <a:pt x="154" y="235"/>
                  </a:cubicBezTo>
                  <a:cubicBezTo>
                    <a:pt x="222" y="320"/>
                    <a:pt x="303" y="388"/>
                    <a:pt x="372" y="469"/>
                  </a:cubicBezTo>
                  <a:cubicBezTo>
                    <a:pt x="675" y="792"/>
                    <a:pt x="994" y="1127"/>
                    <a:pt x="1297" y="1479"/>
                  </a:cubicBezTo>
                  <a:cubicBezTo>
                    <a:pt x="1333" y="1515"/>
                    <a:pt x="1382" y="1564"/>
                    <a:pt x="1414" y="1600"/>
                  </a:cubicBezTo>
                  <a:cubicBezTo>
                    <a:pt x="1483" y="1665"/>
                    <a:pt x="1552" y="1733"/>
                    <a:pt x="1600" y="1802"/>
                  </a:cubicBezTo>
                  <a:cubicBezTo>
                    <a:pt x="1616" y="1818"/>
                    <a:pt x="1616" y="1818"/>
                    <a:pt x="1636" y="1834"/>
                  </a:cubicBezTo>
                  <a:cubicBezTo>
                    <a:pt x="1669" y="1867"/>
                    <a:pt x="1701" y="1903"/>
                    <a:pt x="1701" y="1952"/>
                  </a:cubicBezTo>
                  <a:cubicBezTo>
                    <a:pt x="1685" y="2121"/>
                    <a:pt x="1685" y="2287"/>
                    <a:pt x="1685" y="2440"/>
                  </a:cubicBezTo>
                  <a:cubicBezTo>
                    <a:pt x="1685" y="2541"/>
                    <a:pt x="1701" y="2642"/>
                    <a:pt x="1685" y="2727"/>
                  </a:cubicBezTo>
                  <a:cubicBezTo>
                    <a:pt x="1685" y="2760"/>
                    <a:pt x="1685" y="2812"/>
                    <a:pt x="1669" y="2844"/>
                  </a:cubicBezTo>
                  <a:lnTo>
                    <a:pt x="1669" y="2861"/>
                  </a:lnTo>
                  <a:lnTo>
                    <a:pt x="1685" y="2861"/>
                  </a:lnTo>
                  <a:cubicBezTo>
                    <a:pt x="1717" y="2812"/>
                    <a:pt x="1717" y="2776"/>
                    <a:pt x="1717" y="2727"/>
                  </a:cubicBezTo>
                  <a:lnTo>
                    <a:pt x="1717" y="2440"/>
                  </a:lnTo>
                  <a:cubicBezTo>
                    <a:pt x="1717" y="2287"/>
                    <a:pt x="1717" y="2121"/>
                    <a:pt x="1737" y="1968"/>
                  </a:cubicBezTo>
                  <a:cubicBezTo>
                    <a:pt x="1737" y="1903"/>
                    <a:pt x="1701" y="1851"/>
                    <a:pt x="1652" y="1818"/>
                  </a:cubicBezTo>
                  <a:lnTo>
                    <a:pt x="1616" y="1782"/>
                  </a:lnTo>
                  <a:cubicBezTo>
                    <a:pt x="1568" y="1717"/>
                    <a:pt x="1499" y="1649"/>
                    <a:pt x="1434" y="1580"/>
                  </a:cubicBezTo>
                  <a:cubicBezTo>
                    <a:pt x="1398" y="1548"/>
                    <a:pt x="1366" y="1499"/>
                    <a:pt x="1313" y="1463"/>
                  </a:cubicBezTo>
                  <a:cubicBezTo>
                    <a:pt x="1010" y="1111"/>
                    <a:pt x="691" y="772"/>
                    <a:pt x="388" y="453"/>
                  </a:cubicBezTo>
                  <a:cubicBezTo>
                    <a:pt x="323" y="368"/>
                    <a:pt x="239" y="303"/>
                    <a:pt x="170" y="219"/>
                  </a:cubicBezTo>
                  <a:cubicBezTo>
                    <a:pt x="154" y="202"/>
                    <a:pt x="138" y="202"/>
                    <a:pt x="121" y="186"/>
                  </a:cubicBezTo>
                  <a:cubicBezTo>
                    <a:pt x="69" y="134"/>
                    <a:pt x="37" y="85"/>
                    <a:pt x="37" y="17"/>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0"/>
            <p:cNvSpPr/>
            <p:nvPr/>
          </p:nvSpPr>
          <p:spPr>
            <a:xfrm>
              <a:off x="856607" y="1937132"/>
              <a:ext cx="355981" cy="279401"/>
            </a:xfrm>
            <a:custGeom>
              <a:rect b="b" l="l" r="r" t="t"/>
              <a:pathLst>
                <a:path extrusionOk="0" h="2813" w="3584">
                  <a:moveTo>
                    <a:pt x="3535" y="1"/>
                  </a:moveTo>
                  <a:lnTo>
                    <a:pt x="3535" y="17"/>
                  </a:lnTo>
                  <a:cubicBezTo>
                    <a:pt x="3551" y="37"/>
                    <a:pt x="3551" y="53"/>
                    <a:pt x="3551" y="86"/>
                  </a:cubicBezTo>
                  <a:lnTo>
                    <a:pt x="3551" y="102"/>
                  </a:lnTo>
                  <a:lnTo>
                    <a:pt x="3551" y="320"/>
                  </a:lnTo>
                  <a:lnTo>
                    <a:pt x="3551" y="946"/>
                  </a:lnTo>
                  <a:cubicBezTo>
                    <a:pt x="3567" y="995"/>
                    <a:pt x="3551" y="1027"/>
                    <a:pt x="3483" y="1063"/>
                  </a:cubicBezTo>
                  <a:cubicBezTo>
                    <a:pt x="3180" y="1213"/>
                    <a:pt x="2860" y="1383"/>
                    <a:pt x="2557" y="1532"/>
                  </a:cubicBezTo>
                  <a:cubicBezTo>
                    <a:pt x="2339" y="1633"/>
                    <a:pt x="2121" y="1754"/>
                    <a:pt x="1903" y="1855"/>
                  </a:cubicBezTo>
                  <a:cubicBezTo>
                    <a:pt x="1531" y="2037"/>
                    <a:pt x="1144" y="2223"/>
                    <a:pt x="792" y="2409"/>
                  </a:cubicBezTo>
                  <a:lnTo>
                    <a:pt x="505" y="2542"/>
                  </a:lnTo>
                  <a:cubicBezTo>
                    <a:pt x="404" y="2611"/>
                    <a:pt x="287" y="2663"/>
                    <a:pt x="166" y="2712"/>
                  </a:cubicBezTo>
                  <a:lnTo>
                    <a:pt x="17" y="2796"/>
                  </a:lnTo>
                  <a:cubicBezTo>
                    <a:pt x="0" y="2796"/>
                    <a:pt x="0" y="2796"/>
                    <a:pt x="0" y="2813"/>
                  </a:cubicBezTo>
                  <a:lnTo>
                    <a:pt x="17" y="2813"/>
                  </a:lnTo>
                  <a:lnTo>
                    <a:pt x="186" y="2744"/>
                  </a:lnTo>
                  <a:cubicBezTo>
                    <a:pt x="303" y="2679"/>
                    <a:pt x="404" y="2627"/>
                    <a:pt x="521" y="2578"/>
                  </a:cubicBezTo>
                  <a:lnTo>
                    <a:pt x="792" y="2441"/>
                  </a:lnTo>
                  <a:cubicBezTo>
                    <a:pt x="1160" y="2259"/>
                    <a:pt x="1548" y="2073"/>
                    <a:pt x="1919" y="1887"/>
                  </a:cubicBezTo>
                  <a:cubicBezTo>
                    <a:pt x="2137" y="1770"/>
                    <a:pt x="2355" y="1669"/>
                    <a:pt x="2557" y="1552"/>
                  </a:cubicBezTo>
                  <a:cubicBezTo>
                    <a:pt x="2877" y="1399"/>
                    <a:pt x="3180" y="1249"/>
                    <a:pt x="3499" y="1080"/>
                  </a:cubicBezTo>
                  <a:cubicBezTo>
                    <a:pt x="3567" y="1047"/>
                    <a:pt x="3584" y="995"/>
                    <a:pt x="3584" y="946"/>
                  </a:cubicBezTo>
                  <a:lnTo>
                    <a:pt x="3584" y="320"/>
                  </a:lnTo>
                  <a:lnTo>
                    <a:pt x="3584" y="102"/>
                  </a:lnTo>
                  <a:lnTo>
                    <a:pt x="3584" y="86"/>
                  </a:lnTo>
                  <a:cubicBezTo>
                    <a:pt x="3584" y="53"/>
                    <a:pt x="3584" y="17"/>
                    <a:pt x="3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0"/>
            <p:cNvSpPr/>
            <p:nvPr/>
          </p:nvSpPr>
          <p:spPr>
            <a:xfrm>
              <a:off x="1521886" y="2495735"/>
              <a:ext cx="180573" cy="310987"/>
            </a:xfrm>
            <a:custGeom>
              <a:rect b="b" l="l" r="r" t="t"/>
              <a:pathLst>
                <a:path extrusionOk="0" h="3131" w="1818">
                  <a:moveTo>
                    <a:pt x="53" y="0"/>
                  </a:moveTo>
                  <a:cubicBezTo>
                    <a:pt x="16" y="32"/>
                    <a:pt x="0" y="85"/>
                    <a:pt x="0" y="117"/>
                  </a:cubicBezTo>
                  <a:cubicBezTo>
                    <a:pt x="0" y="170"/>
                    <a:pt x="16" y="234"/>
                    <a:pt x="53" y="271"/>
                  </a:cubicBezTo>
                  <a:cubicBezTo>
                    <a:pt x="202" y="404"/>
                    <a:pt x="335" y="574"/>
                    <a:pt x="457" y="739"/>
                  </a:cubicBezTo>
                  <a:cubicBezTo>
                    <a:pt x="505" y="824"/>
                    <a:pt x="574" y="909"/>
                    <a:pt x="638" y="994"/>
                  </a:cubicBezTo>
                  <a:cubicBezTo>
                    <a:pt x="893" y="1297"/>
                    <a:pt x="1127" y="1600"/>
                    <a:pt x="1366" y="1903"/>
                  </a:cubicBezTo>
                  <a:cubicBezTo>
                    <a:pt x="1467" y="2052"/>
                    <a:pt x="1584" y="2190"/>
                    <a:pt x="1685" y="2323"/>
                  </a:cubicBezTo>
                  <a:cubicBezTo>
                    <a:pt x="1749" y="2408"/>
                    <a:pt x="1786" y="2493"/>
                    <a:pt x="1786" y="2573"/>
                  </a:cubicBezTo>
                  <a:cubicBezTo>
                    <a:pt x="1769" y="2642"/>
                    <a:pt x="1769" y="2711"/>
                    <a:pt x="1786" y="2775"/>
                  </a:cubicBezTo>
                  <a:cubicBezTo>
                    <a:pt x="1786" y="2876"/>
                    <a:pt x="1786" y="2998"/>
                    <a:pt x="1749" y="3115"/>
                  </a:cubicBezTo>
                  <a:lnTo>
                    <a:pt x="1769" y="3131"/>
                  </a:lnTo>
                  <a:lnTo>
                    <a:pt x="1786" y="3115"/>
                  </a:lnTo>
                  <a:cubicBezTo>
                    <a:pt x="1818" y="2998"/>
                    <a:pt x="1802" y="2897"/>
                    <a:pt x="1802" y="2775"/>
                  </a:cubicBezTo>
                  <a:lnTo>
                    <a:pt x="1802" y="2594"/>
                  </a:lnTo>
                  <a:cubicBezTo>
                    <a:pt x="1818" y="2493"/>
                    <a:pt x="1786" y="2408"/>
                    <a:pt x="1701" y="2307"/>
                  </a:cubicBezTo>
                  <a:cubicBezTo>
                    <a:pt x="1600" y="2169"/>
                    <a:pt x="1499" y="2036"/>
                    <a:pt x="1382" y="1887"/>
                  </a:cubicBezTo>
                  <a:cubicBezTo>
                    <a:pt x="1143" y="1584"/>
                    <a:pt x="909" y="1281"/>
                    <a:pt x="659" y="978"/>
                  </a:cubicBezTo>
                  <a:cubicBezTo>
                    <a:pt x="590" y="893"/>
                    <a:pt x="537" y="808"/>
                    <a:pt x="473" y="723"/>
                  </a:cubicBezTo>
                  <a:cubicBezTo>
                    <a:pt x="356" y="554"/>
                    <a:pt x="218" y="388"/>
                    <a:pt x="69" y="251"/>
                  </a:cubicBezTo>
                  <a:cubicBezTo>
                    <a:pt x="53" y="218"/>
                    <a:pt x="16" y="170"/>
                    <a:pt x="16" y="117"/>
                  </a:cubicBezTo>
                  <a:cubicBezTo>
                    <a:pt x="16" y="85"/>
                    <a:pt x="32" y="49"/>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0"/>
            <p:cNvSpPr/>
            <p:nvPr/>
          </p:nvSpPr>
          <p:spPr>
            <a:xfrm>
              <a:off x="1249437" y="2820528"/>
              <a:ext cx="250796" cy="261920"/>
            </a:xfrm>
            <a:custGeom>
              <a:rect b="b" l="l" r="r" t="t"/>
              <a:pathLst>
                <a:path extrusionOk="0" h="2637" w="2525">
                  <a:moveTo>
                    <a:pt x="1612" y="0"/>
                  </a:moveTo>
                  <a:cubicBezTo>
                    <a:pt x="1585" y="0"/>
                    <a:pt x="1543" y="9"/>
                    <a:pt x="1483" y="31"/>
                  </a:cubicBezTo>
                  <a:cubicBezTo>
                    <a:pt x="1297" y="111"/>
                    <a:pt x="1111" y="180"/>
                    <a:pt x="909" y="265"/>
                  </a:cubicBezTo>
                  <a:cubicBezTo>
                    <a:pt x="622" y="366"/>
                    <a:pt x="335" y="483"/>
                    <a:pt x="49" y="600"/>
                  </a:cubicBezTo>
                  <a:cubicBezTo>
                    <a:pt x="0" y="616"/>
                    <a:pt x="0" y="637"/>
                    <a:pt x="0" y="653"/>
                  </a:cubicBezTo>
                  <a:lnTo>
                    <a:pt x="0" y="669"/>
                  </a:lnTo>
                  <a:lnTo>
                    <a:pt x="0" y="685"/>
                  </a:lnTo>
                  <a:lnTo>
                    <a:pt x="16" y="685"/>
                  </a:lnTo>
                  <a:lnTo>
                    <a:pt x="16" y="653"/>
                  </a:lnTo>
                  <a:cubicBezTo>
                    <a:pt x="16" y="637"/>
                    <a:pt x="16" y="637"/>
                    <a:pt x="49" y="616"/>
                  </a:cubicBezTo>
                  <a:cubicBezTo>
                    <a:pt x="335" y="515"/>
                    <a:pt x="638" y="398"/>
                    <a:pt x="925" y="281"/>
                  </a:cubicBezTo>
                  <a:cubicBezTo>
                    <a:pt x="1111" y="212"/>
                    <a:pt x="1313" y="132"/>
                    <a:pt x="1499" y="63"/>
                  </a:cubicBezTo>
                  <a:cubicBezTo>
                    <a:pt x="1560" y="40"/>
                    <a:pt x="1594" y="23"/>
                    <a:pt x="1614" y="23"/>
                  </a:cubicBezTo>
                  <a:cubicBezTo>
                    <a:pt x="1622" y="23"/>
                    <a:pt x="1628" y="25"/>
                    <a:pt x="1632" y="31"/>
                  </a:cubicBezTo>
                  <a:cubicBezTo>
                    <a:pt x="1665" y="47"/>
                    <a:pt x="1665" y="95"/>
                    <a:pt x="1665" y="180"/>
                  </a:cubicBezTo>
                  <a:cubicBezTo>
                    <a:pt x="1648" y="233"/>
                    <a:pt x="1648" y="297"/>
                    <a:pt x="1648" y="366"/>
                  </a:cubicBezTo>
                  <a:lnTo>
                    <a:pt x="1648" y="499"/>
                  </a:lnTo>
                  <a:cubicBezTo>
                    <a:pt x="1648" y="552"/>
                    <a:pt x="1665" y="568"/>
                    <a:pt x="1701" y="584"/>
                  </a:cubicBezTo>
                  <a:cubicBezTo>
                    <a:pt x="1766" y="669"/>
                    <a:pt x="1834" y="738"/>
                    <a:pt x="1903" y="818"/>
                  </a:cubicBezTo>
                  <a:cubicBezTo>
                    <a:pt x="2052" y="988"/>
                    <a:pt x="2222" y="1158"/>
                    <a:pt x="2371" y="1323"/>
                  </a:cubicBezTo>
                  <a:cubicBezTo>
                    <a:pt x="2456" y="1408"/>
                    <a:pt x="2509" y="1493"/>
                    <a:pt x="2493" y="1610"/>
                  </a:cubicBezTo>
                  <a:lnTo>
                    <a:pt x="2493" y="2285"/>
                  </a:lnTo>
                  <a:lnTo>
                    <a:pt x="2493" y="2454"/>
                  </a:lnTo>
                  <a:cubicBezTo>
                    <a:pt x="2493" y="2503"/>
                    <a:pt x="2493" y="2555"/>
                    <a:pt x="2472" y="2604"/>
                  </a:cubicBezTo>
                  <a:cubicBezTo>
                    <a:pt x="2456" y="2620"/>
                    <a:pt x="2472" y="2620"/>
                    <a:pt x="2472" y="2620"/>
                  </a:cubicBezTo>
                  <a:lnTo>
                    <a:pt x="2472" y="2636"/>
                  </a:lnTo>
                  <a:lnTo>
                    <a:pt x="2493" y="2620"/>
                  </a:lnTo>
                  <a:cubicBezTo>
                    <a:pt x="2525" y="2572"/>
                    <a:pt x="2525" y="2503"/>
                    <a:pt x="2525" y="2454"/>
                  </a:cubicBezTo>
                  <a:lnTo>
                    <a:pt x="2525" y="2285"/>
                  </a:lnTo>
                  <a:lnTo>
                    <a:pt x="2525" y="1610"/>
                  </a:lnTo>
                  <a:cubicBezTo>
                    <a:pt x="2525" y="1493"/>
                    <a:pt x="2493" y="1392"/>
                    <a:pt x="2392" y="1307"/>
                  </a:cubicBezTo>
                  <a:cubicBezTo>
                    <a:pt x="2238" y="1141"/>
                    <a:pt x="2068" y="956"/>
                    <a:pt x="1919" y="802"/>
                  </a:cubicBezTo>
                  <a:cubicBezTo>
                    <a:pt x="1850" y="717"/>
                    <a:pt x="1786" y="653"/>
                    <a:pt x="1717" y="568"/>
                  </a:cubicBezTo>
                  <a:cubicBezTo>
                    <a:pt x="1701" y="552"/>
                    <a:pt x="1685" y="536"/>
                    <a:pt x="1685" y="499"/>
                  </a:cubicBezTo>
                  <a:lnTo>
                    <a:pt x="1685" y="366"/>
                  </a:lnTo>
                  <a:lnTo>
                    <a:pt x="1685" y="180"/>
                  </a:lnTo>
                  <a:cubicBezTo>
                    <a:pt x="1685" y="95"/>
                    <a:pt x="1685" y="47"/>
                    <a:pt x="1648" y="10"/>
                  </a:cubicBezTo>
                  <a:cubicBezTo>
                    <a:pt x="1642" y="4"/>
                    <a:pt x="1630" y="0"/>
                    <a:pt x="16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0"/>
            <p:cNvSpPr/>
            <p:nvPr/>
          </p:nvSpPr>
          <p:spPr>
            <a:xfrm>
              <a:off x="852932" y="1353796"/>
              <a:ext cx="363232" cy="331050"/>
            </a:xfrm>
            <a:custGeom>
              <a:rect b="b" l="l" r="r" t="t"/>
              <a:pathLst>
                <a:path extrusionOk="0" h="3333" w="3657">
                  <a:moveTo>
                    <a:pt x="3637" y="0"/>
                  </a:moveTo>
                  <a:cubicBezTo>
                    <a:pt x="3621" y="0"/>
                    <a:pt x="3621" y="0"/>
                    <a:pt x="3621" y="16"/>
                  </a:cubicBezTo>
                  <a:cubicBezTo>
                    <a:pt x="3621" y="69"/>
                    <a:pt x="3588" y="85"/>
                    <a:pt x="3556" y="101"/>
                  </a:cubicBezTo>
                  <a:cubicBezTo>
                    <a:pt x="3536" y="117"/>
                    <a:pt x="3520" y="117"/>
                    <a:pt x="3503" y="134"/>
                  </a:cubicBezTo>
                  <a:cubicBezTo>
                    <a:pt x="3301" y="271"/>
                    <a:pt x="3083" y="388"/>
                    <a:pt x="2881" y="521"/>
                  </a:cubicBezTo>
                  <a:cubicBezTo>
                    <a:pt x="2728" y="606"/>
                    <a:pt x="2578" y="691"/>
                    <a:pt x="2445" y="792"/>
                  </a:cubicBezTo>
                  <a:cubicBezTo>
                    <a:pt x="2021" y="1042"/>
                    <a:pt x="1601" y="1297"/>
                    <a:pt x="1197" y="1531"/>
                  </a:cubicBezTo>
                  <a:cubicBezTo>
                    <a:pt x="1031" y="1632"/>
                    <a:pt x="845" y="1733"/>
                    <a:pt x="676" y="1834"/>
                  </a:cubicBezTo>
                  <a:cubicBezTo>
                    <a:pt x="607" y="1871"/>
                    <a:pt x="558" y="1903"/>
                    <a:pt x="506" y="1935"/>
                  </a:cubicBezTo>
                  <a:cubicBezTo>
                    <a:pt x="373" y="2020"/>
                    <a:pt x="255" y="2105"/>
                    <a:pt x="122" y="2174"/>
                  </a:cubicBezTo>
                  <a:cubicBezTo>
                    <a:pt x="37" y="2206"/>
                    <a:pt x="1" y="2254"/>
                    <a:pt x="21" y="2355"/>
                  </a:cubicBezTo>
                  <a:lnTo>
                    <a:pt x="21" y="3030"/>
                  </a:lnTo>
                  <a:lnTo>
                    <a:pt x="21" y="3184"/>
                  </a:lnTo>
                  <a:cubicBezTo>
                    <a:pt x="21" y="3216"/>
                    <a:pt x="21" y="3264"/>
                    <a:pt x="37" y="3317"/>
                  </a:cubicBezTo>
                  <a:lnTo>
                    <a:pt x="54" y="3333"/>
                  </a:lnTo>
                  <a:lnTo>
                    <a:pt x="70" y="3317"/>
                  </a:lnTo>
                  <a:lnTo>
                    <a:pt x="70" y="3301"/>
                  </a:lnTo>
                  <a:cubicBezTo>
                    <a:pt x="37" y="3264"/>
                    <a:pt x="37" y="3216"/>
                    <a:pt x="37" y="3184"/>
                  </a:cubicBezTo>
                  <a:lnTo>
                    <a:pt x="37" y="3030"/>
                  </a:lnTo>
                  <a:lnTo>
                    <a:pt x="37" y="2355"/>
                  </a:lnTo>
                  <a:cubicBezTo>
                    <a:pt x="37" y="2275"/>
                    <a:pt x="70" y="2222"/>
                    <a:pt x="122" y="2190"/>
                  </a:cubicBezTo>
                  <a:cubicBezTo>
                    <a:pt x="255" y="2121"/>
                    <a:pt x="389" y="2036"/>
                    <a:pt x="526" y="1972"/>
                  </a:cubicBezTo>
                  <a:cubicBezTo>
                    <a:pt x="575" y="1935"/>
                    <a:pt x="627" y="1903"/>
                    <a:pt x="676" y="1871"/>
                  </a:cubicBezTo>
                  <a:cubicBezTo>
                    <a:pt x="861" y="1749"/>
                    <a:pt x="1031" y="1648"/>
                    <a:pt x="1213" y="1547"/>
                  </a:cubicBezTo>
                  <a:cubicBezTo>
                    <a:pt x="1617" y="1313"/>
                    <a:pt x="2041" y="1063"/>
                    <a:pt x="2445" y="808"/>
                  </a:cubicBezTo>
                  <a:cubicBezTo>
                    <a:pt x="2594" y="707"/>
                    <a:pt x="2748" y="622"/>
                    <a:pt x="2897" y="538"/>
                  </a:cubicBezTo>
                  <a:cubicBezTo>
                    <a:pt x="3099" y="420"/>
                    <a:pt x="3318" y="287"/>
                    <a:pt x="3520" y="154"/>
                  </a:cubicBezTo>
                  <a:cubicBezTo>
                    <a:pt x="3536" y="134"/>
                    <a:pt x="3556" y="134"/>
                    <a:pt x="3556" y="134"/>
                  </a:cubicBezTo>
                  <a:cubicBezTo>
                    <a:pt x="3604" y="101"/>
                    <a:pt x="3637" y="85"/>
                    <a:pt x="3657" y="16"/>
                  </a:cubicBezTo>
                  <a:cubicBezTo>
                    <a:pt x="3657" y="0"/>
                    <a:pt x="3637" y="0"/>
                    <a:pt x="36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0"/>
            <p:cNvSpPr/>
            <p:nvPr/>
          </p:nvSpPr>
          <p:spPr>
            <a:xfrm>
              <a:off x="1555160" y="2398595"/>
              <a:ext cx="2086" cy="55523"/>
            </a:xfrm>
            <a:custGeom>
              <a:rect b="b" l="l" r="r" t="t"/>
              <a:pathLst>
                <a:path extrusionOk="0" h="559" w="21">
                  <a:moveTo>
                    <a:pt x="0" y="1"/>
                  </a:moveTo>
                  <a:lnTo>
                    <a:pt x="0" y="542"/>
                  </a:lnTo>
                  <a:lnTo>
                    <a:pt x="0" y="558"/>
                  </a:lnTo>
                  <a:cubicBezTo>
                    <a:pt x="21" y="558"/>
                    <a:pt x="21" y="558"/>
                    <a:pt x="21" y="542"/>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0"/>
            <p:cNvSpPr/>
            <p:nvPr/>
          </p:nvSpPr>
          <p:spPr>
            <a:xfrm>
              <a:off x="1087339" y="2174717"/>
              <a:ext cx="4867" cy="85122"/>
            </a:xfrm>
            <a:custGeom>
              <a:rect b="b" l="l" r="r" t="t"/>
              <a:pathLst>
                <a:path extrusionOk="0" h="857" w="49">
                  <a:moveTo>
                    <a:pt x="0" y="0"/>
                  </a:moveTo>
                  <a:lnTo>
                    <a:pt x="0" y="186"/>
                  </a:lnTo>
                  <a:lnTo>
                    <a:pt x="0" y="707"/>
                  </a:lnTo>
                  <a:lnTo>
                    <a:pt x="0" y="740"/>
                  </a:lnTo>
                  <a:cubicBezTo>
                    <a:pt x="0" y="776"/>
                    <a:pt x="0" y="808"/>
                    <a:pt x="16" y="841"/>
                  </a:cubicBezTo>
                  <a:lnTo>
                    <a:pt x="32" y="857"/>
                  </a:lnTo>
                  <a:cubicBezTo>
                    <a:pt x="49" y="857"/>
                    <a:pt x="49" y="841"/>
                    <a:pt x="49" y="841"/>
                  </a:cubicBezTo>
                  <a:cubicBezTo>
                    <a:pt x="32" y="808"/>
                    <a:pt x="32" y="776"/>
                    <a:pt x="32" y="740"/>
                  </a:cubicBezTo>
                  <a:lnTo>
                    <a:pt x="32" y="707"/>
                  </a:lnTo>
                  <a:lnTo>
                    <a:pt x="32" y="186"/>
                  </a:ln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0"/>
            <p:cNvSpPr/>
            <p:nvPr/>
          </p:nvSpPr>
          <p:spPr>
            <a:xfrm>
              <a:off x="1523475" y="1828470"/>
              <a:ext cx="200736" cy="393327"/>
            </a:xfrm>
            <a:custGeom>
              <a:rect b="b" l="l" r="r" t="t"/>
              <a:pathLst>
                <a:path extrusionOk="0" h="3960" w="2021">
                  <a:moveTo>
                    <a:pt x="53" y="0"/>
                  </a:moveTo>
                  <a:cubicBezTo>
                    <a:pt x="0" y="53"/>
                    <a:pt x="16" y="101"/>
                    <a:pt x="16" y="170"/>
                  </a:cubicBezTo>
                  <a:lnTo>
                    <a:pt x="16" y="222"/>
                  </a:lnTo>
                  <a:lnTo>
                    <a:pt x="16" y="372"/>
                  </a:lnTo>
                  <a:cubicBezTo>
                    <a:pt x="0" y="525"/>
                    <a:pt x="0" y="675"/>
                    <a:pt x="16" y="808"/>
                  </a:cubicBezTo>
                  <a:cubicBezTo>
                    <a:pt x="53" y="978"/>
                    <a:pt x="154" y="1111"/>
                    <a:pt x="271" y="1248"/>
                  </a:cubicBezTo>
                  <a:cubicBezTo>
                    <a:pt x="303" y="1297"/>
                    <a:pt x="340" y="1349"/>
                    <a:pt x="372" y="1398"/>
                  </a:cubicBezTo>
                  <a:cubicBezTo>
                    <a:pt x="521" y="1636"/>
                    <a:pt x="675" y="1854"/>
                    <a:pt x="824" y="2073"/>
                  </a:cubicBezTo>
                  <a:cubicBezTo>
                    <a:pt x="1026" y="2392"/>
                    <a:pt x="1228" y="2695"/>
                    <a:pt x="1451" y="2998"/>
                  </a:cubicBezTo>
                  <a:cubicBezTo>
                    <a:pt x="1531" y="3131"/>
                    <a:pt x="1632" y="3284"/>
                    <a:pt x="1717" y="3418"/>
                  </a:cubicBezTo>
                  <a:cubicBezTo>
                    <a:pt x="1770" y="3486"/>
                    <a:pt x="1818" y="3571"/>
                    <a:pt x="1871" y="3636"/>
                  </a:cubicBezTo>
                  <a:cubicBezTo>
                    <a:pt x="1919" y="3737"/>
                    <a:pt x="1988" y="3822"/>
                    <a:pt x="1988" y="3939"/>
                  </a:cubicBezTo>
                  <a:lnTo>
                    <a:pt x="2004" y="3959"/>
                  </a:lnTo>
                  <a:cubicBezTo>
                    <a:pt x="2020" y="3959"/>
                    <a:pt x="2020" y="3939"/>
                    <a:pt x="2020" y="3939"/>
                  </a:cubicBezTo>
                  <a:cubicBezTo>
                    <a:pt x="2004" y="3822"/>
                    <a:pt x="1955" y="3721"/>
                    <a:pt x="1887" y="3620"/>
                  </a:cubicBezTo>
                  <a:cubicBezTo>
                    <a:pt x="1834" y="3555"/>
                    <a:pt x="1786" y="3470"/>
                    <a:pt x="1733" y="3402"/>
                  </a:cubicBezTo>
                  <a:cubicBezTo>
                    <a:pt x="1653" y="3268"/>
                    <a:pt x="1568" y="3115"/>
                    <a:pt x="1467" y="2981"/>
                  </a:cubicBezTo>
                  <a:cubicBezTo>
                    <a:pt x="1265" y="2678"/>
                    <a:pt x="1047" y="2376"/>
                    <a:pt x="845" y="2073"/>
                  </a:cubicBezTo>
                  <a:cubicBezTo>
                    <a:pt x="707" y="1838"/>
                    <a:pt x="558" y="1616"/>
                    <a:pt x="404" y="1382"/>
                  </a:cubicBezTo>
                  <a:cubicBezTo>
                    <a:pt x="372" y="1333"/>
                    <a:pt x="319" y="1281"/>
                    <a:pt x="287" y="1232"/>
                  </a:cubicBezTo>
                  <a:cubicBezTo>
                    <a:pt x="186" y="1111"/>
                    <a:pt x="85" y="978"/>
                    <a:pt x="53" y="808"/>
                  </a:cubicBezTo>
                  <a:cubicBezTo>
                    <a:pt x="37" y="675"/>
                    <a:pt x="37" y="525"/>
                    <a:pt x="37" y="372"/>
                  </a:cubicBezTo>
                  <a:cubicBezTo>
                    <a:pt x="37" y="323"/>
                    <a:pt x="53" y="271"/>
                    <a:pt x="53" y="222"/>
                  </a:cubicBezTo>
                  <a:lnTo>
                    <a:pt x="53" y="170"/>
                  </a:lnTo>
                  <a:cubicBezTo>
                    <a:pt x="37" y="101"/>
                    <a:pt x="37"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0"/>
            <p:cNvSpPr/>
            <p:nvPr/>
          </p:nvSpPr>
          <p:spPr>
            <a:xfrm>
              <a:off x="1841216" y="3371583"/>
              <a:ext cx="4966" cy="61879"/>
            </a:xfrm>
            <a:custGeom>
              <a:rect b="b" l="l" r="r" t="t"/>
              <a:pathLst>
                <a:path extrusionOk="0" h="623" w="50">
                  <a:moveTo>
                    <a:pt x="33" y="1"/>
                  </a:moveTo>
                  <a:lnTo>
                    <a:pt x="17" y="17"/>
                  </a:lnTo>
                  <a:cubicBezTo>
                    <a:pt x="1" y="118"/>
                    <a:pt x="1" y="203"/>
                    <a:pt x="1" y="304"/>
                  </a:cubicBezTo>
                  <a:cubicBezTo>
                    <a:pt x="17" y="356"/>
                    <a:pt x="17" y="421"/>
                    <a:pt x="1" y="473"/>
                  </a:cubicBezTo>
                  <a:cubicBezTo>
                    <a:pt x="1" y="490"/>
                    <a:pt x="1" y="506"/>
                    <a:pt x="17" y="522"/>
                  </a:cubicBezTo>
                  <a:cubicBezTo>
                    <a:pt x="17" y="558"/>
                    <a:pt x="17" y="574"/>
                    <a:pt x="1" y="607"/>
                  </a:cubicBezTo>
                  <a:lnTo>
                    <a:pt x="1" y="623"/>
                  </a:lnTo>
                  <a:lnTo>
                    <a:pt x="17" y="623"/>
                  </a:lnTo>
                  <a:cubicBezTo>
                    <a:pt x="33" y="591"/>
                    <a:pt x="33" y="558"/>
                    <a:pt x="33" y="522"/>
                  </a:cubicBezTo>
                  <a:lnTo>
                    <a:pt x="33" y="473"/>
                  </a:lnTo>
                  <a:lnTo>
                    <a:pt x="33" y="304"/>
                  </a:lnTo>
                  <a:cubicBezTo>
                    <a:pt x="33" y="203"/>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0"/>
            <p:cNvSpPr/>
            <p:nvPr/>
          </p:nvSpPr>
          <p:spPr>
            <a:xfrm>
              <a:off x="1841216" y="2484114"/>
              <a:ext cx="3377" cy="56615"/>
            </a:xfrm>
            <a:custGeom>
              <a:rect b="b" l="l" r="r" t="t"/>
              <a:pathLst>
                <a:path extrusionOk="0" h="570" w="34">
                  <a:moveTo>
                    <a:pt x="17" y="0"/>
                  </a:moveTo>
                  <a:cubicBezTo>
                    <a:pt x="17" y="0"/>
                    <a:pt x="1" y="0"/>
                    <a:pt x="1" y="16"/>
                  </a:cubicBezTo>
                  <a:lnTo>
                    <a:pt x="1" y="218"/>
                  </a:lnTo>
                  <a:cubicBezTo>
                    <a:pt x="17" y="319"/>
                    <a:pt x="17" y="436"/>
                    <a:pt x="1" y="553"/>
                  </a:cubicBezTo>
                  <a:lnTo>
                    <a:pt x="1" y="570"/>
                  </a:lnTo>
                  <a:cubicBezTo>
                    <a:pt x="17" y="570"/>
                    <a:pt x="17" y="553"/>
                    <a:pt x="17" y="553"/>
                  </a:cubicBezTo>
                  <a:cubicBezTo>
                    <a:pt x="33" y="436"/>
                    <a:pt x="33" y="335"/>
                    <a:pt x="33" y="218"/>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0"/>
            <p:cNvSpPr/>
            <p:nvPr/>
          </p:nvSpPr>
          <p:spPr>
            <a:xfrm>
              <a:off x="1742487" y="2167864"/>
              <a:ext cx="140545" cy="277812"/>
            </a:xfrm>
            <a:custGeom>
              <a:rect b="b" l="l" r="r" t="t"/>
              <a:pathLst>
                <a:path extrusionOk="0" h="2797" w="1415">
                  <a:moveTo>
                    <a:pt x="53" y="1"/>
                  </a:moveTo>
                  <a:cubicBezTo>
                    <a:pt x="17" y="17"/>
                    <a:pt x="1" y="53"/>
                    <a:pt x="1" y="102"/>
                  </a:cubicBezTo>
                  <a:lnTo>
                    <a:pt x="1" y="692"/>
                  </a:lnTo>
                  <a:cubicBezTo>
                    <a:pt x="1" y="744"/>
                    <a:pt x="17" y="793"/>
                    <a:pt x="53" y="825"/>
                  </a:cubicBezTo>
                  <a:cubicBezTo>
                    <a:pt x="219" y="1079"/>
                    <a:pt x="389" y="1350"/>
                    <a:pt x="558" y="1600"/>
                  </a:cubicBezTo>
                  <a:cubicBezTo>
                    <a:pt x="692" y="1802"/>
                    <a:pt x="825" y="2004"/>
                    <a:pt x="962" y="2206"/>
                  </a:cubicBezTo>
                  <a:cubicBezTo>
                    <a:pt x="1027" y="2291"/>
                    <a:pt x="1080" y="2376"/>
                    <a:pt x="1144" y="2477"/>
                  </a:cubicBezTo>
                  <a:cubicBezTo>
                    <a:pt x="1197" y="2542"/>
                    <a:pt x="1229" y="2627"/>
                    <a:pt x="1282" y="2695"/>
                  </a:cubicBezTo>
                  <a:cubicBezTo>
                    <a:pt x="1298" y="2711"/>
                    <a:pt x="1298" y="2711"/>
                    <a:pt x="1298" y="2728"/>
                  </a:cubicBezTo>
                  <a:cubicBezTo>
                    <a:pt x="1314" y="2764"/>
                    <a:pt x="1346" y="2796"/>
                    <a:pt x="1399" y="2796"/>
                  </a:cubicBezTo>
                  <a:lnTo>
                    <a:pt x="1415" y="2796"/>
                  </a:lnTo>
                  <a:cubicBezTo>
                    <a:pt x="1415" y="2780"/>
                    <a:pt x="1399" y="2780"/>
                    <a:pt x="1399" y="2780"/>
                  </a:cubicBezTo>
                  <a:cubicBezTo>
                    <a:pt x="1366" y="2764"/>
                    <a:pt x="1346" y="2744"/>
                    <a:pt x="1330" y="2711"/>
                  </a:cubicBezTo>
                  <a:lnTo>
                    <a:pt x="1314" y="2695"/>
                  </a:lnTo>
                  <a:cubicBezTo>
                    <a:pt x="1265" y="2610"/>
                    <a:pt x="1213" y="2526"/>
                    <a:pt x="1164" y="2461"/>
                  </a:cubicBezTo>
                  <a:cubicBezTo>
                    <a:pt x="1096" y="2376"/>
                    <a:pt x="1043" y="2275"/>
                    <a:pt x="979" y="2190"/>
                  </a:cubicBezTo>
                  <a:cubicBezTo>
                    <a:pt x="861" y="1988"/>
                    <a:pt x="724" y="1786"/>
                    <a:pt x="591" y="1584"/>
                  </a:cubicBezTo>
                  <a:cubicBezTo>
                    <a:pt x="405" y="1330"/>
                    <a:pt x="235" y="1063"/>
                    <a:pt x="70" y="809"/>
                  </a:cubicBezTo>
                  <a:cubicBezTo>
                    <a:pt x="53" y="776"/>
                    <a:pt x="33" y="744"/>
                    <a:pt x="33" y="692"/>
                  </a:cubicBezTo>
                  <a:lnTo>
                    <a:pt x="33" y="102"/>
                  </a:lnTo>
                  <a:cubicBezTo>
                    <a:pt x="33" y="69"/>
                    <a:pt x="33" y="37"/>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0"/>
            <p:cNvSpPr/>
            <p:nvPr/>
          </p:nvSpPr>
          <p:spPr>
            <a:xfrm>
              <a:off x="1137498" y="1972491"/>
              <a:ext cx="4867" cy="98828"/>
            </a:xfrm>
            <a:custGeom>
              <a:rect b="b" l="l" r="r" t="t"/>
              <a:pathLst>
                <a:path extrusionOk="0" h="995" w="49">
                  <a:moveTo>
                    <a:pt x="16" y="0"/>
                  </a:moveTo>
                  <a:cubicBezTo>
                    <a:pt x="0" y="0"/>
                    <a:pt x="0" y="17"/>
                    <a:pt x="0" y="17"/>
                  </a:cubicBezTo>
                  <a:cubicBezTo>
                    <a:pt x="16" y="150"/>
                    <a:pt x="16" y="303"/>
                    <a:pt x="16" y="437"/>
                  </a:cubicBezTo>
                  <a:lnTo>
                    <a:pt x="16" y="691"/>
                  </a:lnTo>
                  <a:lnTo>
                    <a:pt x="16" y="792"/>
                  </a:lnTo>
                  <a:cubicBezTo>
                    <a:pt x="16" y="857"/>
                    <a:pt x="16" y="926"/>
                    <a:pt x="32" y="994"/>
                  </a:cubicBezTo>
                  <a:lnTo>
                    <a:pt x="49" y="994"/>
                  </a:lnTo>
                  <a:lnTo>
                    <a:pt x="49" y="974"/>
                  </a:lnTo>
                  <a:cubicBezTo>
                    <a:pt x="32" y="926"/>
                    <a:pt x="32" y="857"/>
                    <a:pt x="32" y="792"/>
                  </a:cubicBezTo>
                  <a:cubicBezTo>
                    <a:pt x="32" y="756"/>
                    <a:pt x="49" y="724"/>
                    <a:pt x="32" y="691"/>
                  </a:cubicBezTo>
                  <a:lnTo>
                    <a:pt x="32" y="437"/>
                  </a:lnTo>
                  <a:cubicBezTo>
                    <a:pt x="49" y="303"/>
                    <a:pt x="49" y="150"/>
                    <a:pt x="32" y="17"/>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0"/>
            <p:cNvSpPr/>
            <p:nvPr/>
          </p:nvSpPr>
          <p:spPr>
            <a:xfrm>
              <a:off x="1087339" y="1477356"/>
              <a:ext cx="4867" cy="63866"/>
            </a:xfrm>
            <a:custGeom>
              <a:rect b="b" l="l" r="r" t="t"/>
              <a:pathLst>
                <a:path extrusionOk="0" h="643" w="49">
                  <a:moveTo>
                    <a:pt x="16" y="0"/>
                  </a:moveTo>
                  <a:cubicBezTo>
                    <a:pt x="16" y="0"/>
                    <a:pt x="0" y="0"/>
                    <a:pt x="0" y="21"/>
                  </a:cubicBezTo>
                  <a:cubicBezTo>
                    <a:pt x="16" y="85"/>
                    <a:pt x="0" y="170"/>
                    <a:pt x="0" y="255"/>
                  </a:cubicBezTo>
                  <a:cubicBezTo>
                    <a:pt x="0" y="372"/>
                    <a:pt x="0" y="505"/>
                    <a:pt x="16" y="643"/>
                  </a:cubicBezTo>
                  <a:lnTo>
                    <a:pt x="49" y="643"/>
                  </a:lnTo>
                  <a:cubicBezTo>
                    <a:pt x="32" y="505"/>
                    <a:pt x="32" y="372"/>
                    <a:pt x="32" y="255"/>
                  </a:cubicBezTo>
                  <a:lnTo>
                    <a:pt x="32" y="21"/>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0"/>
            <p:cNvSpPr/>
            <p:nvPr/>
          </p:nvSpPr>
          <p:spPr>
            <a:xfrm>
              <a:off x="1251026" y="2525831"/>
              <a:ext cx="162198" cy="183851"/>
            </a:xfrm>
            <a:custGeom>
              <a:rect b="b" l="l" r="r" t="t"/>
              <a:pathLst>
                <a:path extrusionOk="0" h="1851" w="1633">
                  <a:moveTo>
                    <a:pt x="1616" y="0"/>
                  </a:moveTo>
                  <a:cubicBezTo>
                    <a:pt x="1467" y="16"/>
                    <a:pt x="1346" y="85"/>
                    <a:pt x="1228" y="133"/>
                  </a:cubicBezTo>
                  <a:cubicBezTo>
                    <a:pt x="1180" y="150"/>
                    <a:pt x="1127" y="186"/>
                    <a:pt x="1063" y="202"/>
                  </a:cubicBezTo>
                  <a:cubicBezTo>
                    <a:pt x="942" y="251"/>
                    <a:pt x="808" y="303"/>
                    <a:pt x="691" y="372"/>
                  </a:cubicBezTo>
                  <a:cubicBezTo>
                    <a:pt x="505" y="436"/>
                    <a:pt x="303" y="521"/>
                    <a:pt x="101" y="606"/>
                  </a:cubicBezTo>
                  <a:cubicBezTo>
                    <a:pt x="33" y="638"/>
                    <a:pt x="0" y="675"/>
                    <a:pt x="0" y="756"/>
                  </a:cubicBezTo>
                  <a:cubicBezTo>
                    <a:pt x="17" y="1059"/>
                    <a:pt x="17" y="1362"/>
                    <a:pt x="0" y="1664"/>
                  </a:cubicBezTo>
                  <a:cubicBezTo>
                    <a:pt x="0" y="1701"/>
                    <a:pt x="0" y="1717"/>
                    <a:pt x="17" y="1733"/>
                  </a:cubicBezTo>
                  <a:cubicBezTo>
                    <a:pt x="17" y="1765"/>
                    <a:pt x="33" y="1802"/>
                    <a:pt x="0" y="1818"/>
                  </a:cubicBezTo>
                  <a:lnTo>
                    <a:pt x="17" y="1850"/>
                  </a:lnTo>
                  <a:lnTo>
                    <a:pt x="33" y="1850"/>
                  </a:lnTo>
                  <a:cubicBezTo>
                    <a:pt x="69" y="1802"/>
                    <a:pt x="53" y="1765"/>
                    <a:pt x="33" y="1717"/>
                  </a:cubicBezTo>
                  <a:lnTo>
                    <a:pt x="33" y="1664"/>
                  </a:lnTo>
                  <a:lnTo>
                    <a:pt x="33" y="756"/>
                  </a:lnTo>
                  <a:cubicBezTo>
                    <a:pt x="33" y="675"/>
                    <a:pt x="53" y="655"/>
                    <a:pt x="117" y="622"/>
                  </a:cubicBezTo>
                  <a:cubicBezTo>
                    <a:pt x="319" y="554"/>
                    <a:pt x="505" y="473"/>
                    <a:pt x="707" y="388"/>
                  </a:cubicBezTo>
                  <a:cubicBezTo>
                    <a:pt x="824" y="335"/>
                    <a:pt x="962" y="287"/>
                    <a:pt x="1079" y="234"/>
                  </a:cubicBezTo>
                  <a:cubicBezTo>
                    <a:pt x="1127" y="202"/>
                    <a:pt x="1180" y="186"/>
                    <a:pt x="1228" y="170"/>
                  </a:cubicBezTo>
                  <a:cubicBezTo>
                    <a:pt x="1346" y="101"/>
                    <a:pt x="1483" y="49"/>
                    <a:pt x="1616" y="16"/>
                  </a:cubicBezTo>
                  <a:cubicBezTo>
                    <a:pt x="1616" y="16"/>
                    <a:pt x="1632" y="16"/>
                    <a:pt x="1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0"/>
            <p:cNvSpPr/>
            <p:nvPr/>
          </p:nvSpPr>
          <p:spPr>
            <a:xfrm>
              <a:off x="1416701" y="3187832"/>
              <a:ext cx="85221" cy="80354"/>
            </a:xfrm>
            <a:custGeom>
              <a:rect b="b" l="l" r="r" t="t"/>
              <a:pathLst>
                <a:path extrusionOk="0" h="809" w="858">
                  <a:moveTo>
                    <a:pt x="17" y="1"/>
                  </a:moveTo>
                  <a:cubicBezTo>
                    <a:pt x="1" y="1"/>
                    <a:pt x="1" y="17"/>
                    <a:pt x="1" y="17"/>
                  </a:cubicBezTo>
                  <a:cubicBezTo>
                    <a:pt x="1" y="33"/>
                    <a:pt x="1" y="33"/>
                    <a:pt x="17" y="33"/>
                  </a:cubicBezTo>
                  <a:cubicBezTo>
                    <a:pt x="49" y="33"/>
                    <a:pt x="82" y="49"/>
                    <a:pt x="118" y="85"/>
                  </a:cubicBezTo>
                  <a:cubicBezTo>
                    <a:pt x="219" y="170"/>
                    <a:pt x="320" y="271"/>
                    <a:pt x="421" y="372"/>
                  </a:cubicBezTo>
                  <a:cubicBezTo>
                    <a:pt x="538" y="489"/>
                    <a:pt x="671" y="623"/>
                    <a:pt x="809" y="740"/>
                  </a:cubicBezTo>
                  <a:cubicBezTo>
                    <a:pt x="825" y="740"/>
                    <a:pt x="825" y="756"/>
                    <a:pt x="825" y="776"/>
                  </a:cubicBezTo>
                  <a:cubicBezTo>
                    <a:pt x="841" y="776"/>
                    <a:pt x="841" y="792"/>
                    <a:pt x="841" y="792"/>
                  </a:cubicBezTo>
                  <a:lnTo>
                    <a:pt x="857" y="809"/>
                  </a:lnTo>
                  <a:lnTo>
                    <a:pt x="857" y="792"/>
                  </a:lnTo>
                  <a:lnTo>
                    <a:pt x="857" y="756"/>
                  </a:lnTo>
                  <a:cubicBezTo>
                    <a:pt x="857" y="740"/>
                    <a:pt x="841" y="724"/>
                    <a:pt x="825" y="708"/>
                  </a:cubicBezTo>
                  <a:cubicBezTo>
                    <a:pt x="687" y="607"/>
                    <a:pt x="554" y="473"/>
                    <a:pt x="437" y="352"/>
                  </a:cubicBezTo>
                  <a:cubicBezTo>
                    <a:pt x="336" y="251"/>
                    <a:pt x="235" y="150"/>
                    <a:pt x="134" y="69"/>
                  </a:cubicBezTo>
                  <a:cubicBezTo>
                    <a:pt x="10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0"/>
            <p:cNvSpPr/>
            <p:nvPr/>
          </p:nvSpPr>
          <p:spPr>
            <a:xfrm>
              <a:off x="574127" y="3057418"/>
              <a:ext cx="4867" cy="91975"/>
            </a:xfrm>
            <a:custGeom>
              <a:rect b="b" l="l" r="r" t="t"/>
              <a:pathLst>
                <a:path extrusionOk="0" h="926" w="49">
                  <a:moveTo>
                    <a:pt x="17" y="1"/>
                  </a:moveTo>
                  <a:cubicBezTo>
                    <a:pt x="0" y="1"/>
                    <a:pt x="0" y="1"/>
                    <a:pt x="0" y="17"/>
                  </a:cubicBezTo>
                  <a:cubicBezTo>
                    <a:pt x="17" y="134"/>
                    <a:pt x="17" y="271"/>
                    <a:pt x="17" y="389"/>
                  </a:cubicBezTo>
                  <a:lnTo>
                    <a:pt x="17" y="607"/>
                  </a:lnTo>
                  <a:lnTo>
                    <a:pt x="17" y="809"/>
                  </a:lnTo>
                  <a:lnTo>
                    <a:pt x="17" y="910"/>
                  </a:lnTo>
                  <a:cubicBezTo>
                    <a:pt x="17" y="926"/>
                    <a:pt x="17" y="926"/>
                    <a:pt x="33" y="926"/>
                  </a:cubicBezTo>
                  <a:lnTo>
                    <a:pt x="33" y="910"/>
                  </a:lnTo>
                  <a:lnTo>
                    <a:pt x="33" y="809"/>
                  </a:lnTo>
                  <a:lnTo>
                    <a:pt x="33" y="607"/>
                  </a:lnTo>
                  <a:lnTo>
                    <a:pt x="33" y="389"/>
                  </a:lnTo>
                  <a:cubicBezTo>
                    <a:pt x="33" y="271"/>
                    <a:pt x="49" y="13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0"/>
            <p:cNvSpPr/>
            <p:nvPr/>
          </p:nvSpPr>
          <p:spPr>
            <a:xfrm>
              <a:off x="1033505" y="2707993"/>
              <a:ext cx="5364" cy="85519"/>
            </a:xfrm>
            <a:custGeom>
              <a:rect b="b" l="l" r="r" t="t"/>
              <a:pathLst>
                <a:path extrusionOk="0" h="861" w="54">
                  <a:moveTo>
                    <a:pt x="21" y="0"/>
                  </a:moveTo>
                  <a:cubicBezTo>
                    <a:pt x="1" y="0"/>
                    <a:pt x="1" y="16"/>
                    <a:pt x="1" y="16"/>
                  </a:cubicBezTo>
                  <a:cubicBezTo>
                    <a:pt x="37" y="69"/>
                    <a:pt x="37" y="101"/>
                    <a:pt x="37" y="154"/>
                  </a:cubicBezTo>
                  <a:lnTo>
                    <a:pt x="37" y="170"/>
                  </a:lnTo>
                  <a:lnTo>
                    <a:pt x="37" y="675"/>
                  </a:lnTo>
                  <a:lnTo>
                    <a:pt x="37" y="861"/>
                  </a:lnTo>
                  <a:lnTo>
                    <a:pt x="53" y="861"/>
                  </a:lnTo>
                  <a:lnTo>
                    <a:pt x="53" y="675"/>
                  </a:lnTo>
                  <a:lnTo>
                    <a:pt x="53" y="170"/>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0"/>
            <p:cNvSpPr/>
            <p:nvPr/>
          </p:nvSpPr>
          <p:spPr>
            <a:xfrm>
              <a:off x="1256191" y="1557611"/>
              <a:ext cx="160609" cy="88797"/>
            </a:xfrm>
            <a:custGeom>
              <a:rect b="b" l="l" r="r" t="t"/>
              <a:pathLst>
                <a:path extrusionOk="0" h="894" w="1617">
                  <a:moveTo>
                    <a:pt x="1580" y="0"/>
                  </a:moveTo>
                  <a:cubicBezTo>
                    <a:pt x="1548" y="0"/>
                    <a:pt x="1516" y="21"/>
                    <a:pt x="1479" y="37"/>
                  </a:cubicBezTo>
                  <a:cubicBezTo>
                    <a:pt x="1294" y="138"/>
                    <a:pt x="1092" y="239"/>
                    <a:pt x="910" y="340"/>
                  </a:cubicBezTo>
                  <a:cubicBezTo>
                    <a:pt x="671" y="473"/>
                    <a:pt x="437" y="606"/>
                    <a:pt x="203" y="707"/>
                  </a:cubicBezTo>
                  <a:cubicBezTo>
                    <a:pt x="203" y="728"/>
                    <a:pt x="183" y="728"/>
                    <a:pt x="166" y="744"/>
                  </a:cubicBezTo>
                  <a:cubicBezTo>
                    <a:pt x="102" y="760"/>
                    <a:pt x="17" y="792"/>
                    <a:pt x="1" y="877"/>
                  </a:cubicBezTo>
                  <a:lnTo>
                    <a:pt x="1" y="893"/>
                  </a:lnTo>
                  <a:lnTo>
                    <a:pt x="17" y="877"/>
                  </a:lnTo>
                  <a:cubicBezTo>
                    <a:pt x="33" y="808"/>
                    <a:pt x="118" y="776"/>
                    <a:pt x="166" y="760"/>
                  </a:cubicBezTo>
                  <a:cubicBezTo>
                    <a:pt x="183" y="760"/>
                    <a:pt x="203" y="744"/>
                    <a:pt x="219" y="744"/>
                  </a:cubicBezTo>
                  <a:cubicBezTo>
                    <a:pt x="453" y="627"/>
                    <a:pt x="688" y="489"/>
                    <a:pt x="926" y="372"/>
                  </a:cubicBezTo>
                  <a:cubicBezTo>
                    <a:pt x="1112" y="255"/>
                    <a:pt x="1294" y="154"/>
                    <a:pt x="1496" y="53"/>
                  </a:cubicBezTo>
                  <a:cubicBezTo>
                    <a:pt x="1532" y="37"/>
                    <a:pt x="1548" y="37"/>
                    <a:pt x="1580" y="37"/>
                  </a:cubicBezTo>
                  <a:lnTo>
                    <a:pt x="1597" y="37"/>
                  </a:lnTo>
                  <a:cubicBezTo>
                    <a:pt x="1617" y="37"/>
                    <a:pt x="1617" y="21"/>
                    <a:pt x="1617" y="21"/>
                  </a:cubicBezTo>
                  <a:cubicBezTo>
                    <a:pt x="1617" y="0"/>
                    <a:pt x="1617" y="0"/>
                    <a:pt x="1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0"/>
            <p:cNvSpPr/>
            <p:nvPr/>
          </p:nvSpPr>
          <p:spPr>
            <a:xfrm>
              <a:off x="1923059" y="1994144"/>
              <a:ext cx="140545" cy="312675"/>
            </a:xfrm>
            <a:custGeom>
              <a:rect b="b" l="l" r="r" t="t"/>
              <a:pathLst>
                <a:path extrusionOk="0" h="3148" w="1415">
                  <a:moveTo>
                    <a:pt x="53" y="1"/>
                  </a:moveTo>
                  <a:cubicBezTo>
                    <a:pt x="17" y="17"/>
                    <a:pt x="17" y="33"/>
                    <a:pt x="17" y="69"/>
                  </a:cubicBezTo>
                  <a:lnTo>
                    <a:pt x="17" y="85"/>
                  </a:lnTo>
                  <a:cubicBezTo>
                    <a:pt x="1" y="102"/>
                    <a:pt x="1" y="118"/>
                    <a:pt x="1" y="134"/>
                  </a:cubicBezTo>
                  <a:lnTo>
                    <a:pt x="1" y="170"/>
                  </a:lnTo>
                  <a:cubicBezTo>
                    <a:pt x="1" y="825"/>
                    <a:pt x="17" y="841"/>
                    <a:pt x="356" y="1398"/>
                  </a:cubicBezTo>
                  <a:lnTo>
                    <a:pt x="372" y="1447"/>
                  </a:lnTo>
                  <a:cubicBezTo>
                    <a:pt x="607" y="1818"/>
                    <a:pt x="825" y="2222"/>
                    <a:pt x="1043" y="2594"/>
                  </a:cubicBezTo>
                  <a:cubicBezTo>
                    <a:pt x="1128" y="2727"/>
                    <a:pt x="1197" y="2861"/>
                    <a:pt x="1281" y="3014"/>
                  </a:cubicBezTo>
                  <a:cubicBezTo>
                    <a:pt x="1314" y="3063"/>
                    <a:pt x="1346" y="3115"/>
                    <a:pt x="1399" y="3147"/>
                  </a:cubicBezTo>
                  <a:lnTo>
                    <a:pt x="1415" y="3147"/>
                  </a:lnTo>
                  <a:lnTo>
                    <a:pt x="1415" y="3131"/>
                  </a:lnTo>
                  <a:cubicBezTo>
                    <a:pt x="1366" y="3099"/>
                    <a:pt x="1330" y="3046"/>
                    <a:pt x="1298" y="2998"/>
                  </a:cubicBezTo>
                  <a:cubicBezTo>
                    <a:pt x="1229" y="2861"/>
                    <a:pt x="1144" y="2727"/>
                    <a:pt x="1063" y="2574"/>
                  </a:cubicBezTo>
                  <a:cubicBezTo>
                    <a:pt x="841" y="2206"/>
                    <a:pt x="623" y="1802"/>
                    <a:pt x="389" y="1431"/>
                  </a:cubicBezTo>
                  <a:lnTo>
                    <a:pt x="372" y="1398"/>
                  </a:lnTo>
                  <a:cubicBezTo>
                    <a:pt x="33" y="841"/>
                    <a:pt x="33" y="825"/>
                    <a:pt x="33" y="170"/>
                  </a:cubicBezTo>
                  <a:lnTo>
                    <a:pt x="33" y="134"/>
                  </a:lnTo>
                  <a:lnTo>
                    <a:pt x="33" y="85"/>
                  </a:lnTo>
                  <a:lnTo>
                    <a:pt x="33" y="69"/>
                  </a:lnTo>
                  <a:cubicBezTo>
                    <a:pt x="53" y="49"/>
                    <a:pt x="53" y="33"/>
                    <a:pt x="69" y="33"/>
                  </a:cubicBezTo>
                  <a:lnTo>
                    <a:pt x="69" y="17"/>
                  </a:ln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0"/>
            <p:cNvSpPr/>
            <p:nvPr/>
          </p:nvSpPr>
          <p:spPr>
            <a:xfrm>
              <a:off x="1521886" y="2474082"/>
              <a:ext cx="197458" cy="355981"/>
            </a:xfrm>
            <a:custGeom>
              <a:rect b="b" l="l" r="r" t="t"/>
              <a:pathLst>
                <a:path extrusionOk="0" h="3584" w="1988">
                  <a:moveTo>
                    <a:pt x="0" y="0"/>
                  </a:moveTo>
                  <a:cubicBezTo>
                    <a:pt x="0" y="133"/>
                    <a:pt x="69" y="202"/>
                    <a:pt x="154" y="287"/>
                  </a:cubicBezTo>
                  <a:lnTo>
                    <a:pt x="154" y="303"/>
                  </a:lnTo>
                  <a:cubicBezTo>
                    <a:pt x="234" y="388"/>
                    <a:pt x="303" y="469"/>
                    <a:pt x="372" y="570"/>
                  </a:cubicBezTo>
                  <a:cubicBezTo>
                    <a:pt x="404" y="622"/>
                    <a:pt x="436" y="671"/>
                    <a:pt x="489" y="723"/>
                  </a:cubicBezTo>
                  <a:cubicBezTo>
                    <a:pt x="606" y="873"/>
                    <a:pt x="723" y="1026"/>
                    <a:pt x="861" y="1176"/>
                  </a:cubicBezTo>
                  <a:cubicBezTo>
                    <a:pt x="1180" y="1580"/>
                    <a:pt x="1499" y="2004"/>
                    <a:pt x="1818" y="2408"/>
                  </a:cubicBezTo>
                  <a:cubicBezTo>
                    <a:pt x="1834" y="2424"/>
                    <a:pt x="1834" y="2440"/>
                    <a:pt x="1850" y="2456"/>
                  </a:cubicBezTo>
                  <a:cubicBezTo>
                    <a:pt x="1903" y="2509"/>
                    <a:pt x="1951" y="2573"/>
                    <a:pt x="1951" y="2658"/>
                  </a:cubicBezTo>
                  <a:lnTo>
                    <a:pt x="1951" y="3296"/>
                  </a:lnTo>
                  <a:lnTo>
                    <a:pt x="1951" y="3450"/>
                  </a:lnTo>
                  <a:cubicBezTo>
                    <a:pt x="1951" y="3498"/>
                    <a:pt x="1951" y="3535"/>
                    <a:pt x="1935" y="3567"/>
                  </a:cubicBezTo>
                  <a:cubicBezTo>
                    <a:pt x="1919" y="3567"/>
                    <a:pt x="1919" y="3583"/>
                    <a:pt x="1935" y="3583"/>
                  </a:cubicBezTo>
                  <a:lnTo>
                    <a:pt x="1951" y="3583"/>
                  </a:lnTo>
                  <a:cubicBezTo>
                    <a:pt x="1971" y="3535"/>
                    <a:pt x="1988" y="3498"/>
                    <a:pt x="1988" y="3450"/>
                  </a:cubicBezTo>
                  <a:lnTo>
                    <a:pt x="1988" y="3296"/>
                  </a:lnTo>
                  <a:cubicBezTo>
                    <a:pt x="1971" y="3094"/>
                    <a:pt x="1971" y="2876"/>
                    <a:pt x="1988" y="2658"/>
                  </a:cubicBezTo>
                  <a:cubicBezTo>
                    <a:pt x="1988" y="2557"/>
                    <a:pt x="1919" y="2488"/>
                    <a:pt x="1870" y="2440"/>
                  </a:cubicBezTo>
                  <a:cubicBezTo>
                    <a:pt x="1870" y="2424"/>
                    <a:pt x="1850" y="2408"/>
                    <a:pt x="1834" y="2387"/>
                  </a:cubicBezTo>
                  <a:cubicBezTo>
                    <a:pt x="1515" y="1984"/>
                    <a:pt x="1196" y="1563"/>
                    <a:pt x="877" y="1159"/>
                  </a:cubicBezTo>
                  <a:cubicBezTo>
                    <a:pt x="760" y="1010"/>
                    <a:pt x="622" y="856"/>
                    <a:pt x="505" y="707"/>
                  </a:cubicBezTo>
                  <a:cubicBezTo>
                    <a:pt x="473" y="654"/>
                    <a:pt x="420" y="606"/>
                    <a:pt x="388" y="553"/>
                  </a:cubicBezTo>
                  <a:cubicBezTo>
                    <a:pt x="319" y="452"/>
                    <a:pt x="255" y="368"/>
                    <a:pt x="170" y="287"/>
                  </a:cubicBezTo>
                  <a:lnTo>
                    <a:pt x="170" y="267"/>
                  </a:lnTo>
                  <a:cubicBezTo>
                    <a:pt x="101" y="186"/>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0"/>
            <p:cNvSpPr/>
            <p:nvPr/>
          </p:nvSpPr>
          <p:spPr>
            <a:xfrm>
              <a:off x="849753" y="3127641"/>
              <a:ext cx="359656" cy="242452"/>
            </a:xfrm>
            <a:custGeom>
              <a:rect b="b" l="l" r="r" t="t"/>
              <a:pathLst>
                <a:path extrusionOk="0" h="2441" w="3621">
                  <a:moveTo>
                    <a:pt x="3588" y="33"/>
                  </a:moveTo>
                  <a:lnTo>
                    <a:pt x="3588" y="304"/>
                  </a:lnTo>
                  <a:lnTo>
                    <a:pt x="3588" y="1128"/>
                  </a:lnTo>
                  <a:cubicBezTo>
                    <a:pt x="3588" y="1180"/>
                    <a:pt x="3552" y="1196"/>
                    <a:pt x="3487" y="1213"/>
                  </a:cubicBezTo>
                  <a:cubicBezTo>
                    <a:pt x="3099" y="1346"/>
                    <a:pt x="2695" y="1463"/>
                    <a:pt x="2307" y="1600"/>
                  </a:cubicBezTo>
                  <a:cubicBezTo>
                    <a:pt x="2122" y="1665"/>
                    <a:pt x="1952" y="1718"/>
                    <a:pt x="1786" y="1766"/>
                  </a:cubicBezTo>
                  <a:cubicBezTo>
                    <a:pt x="1382" y="1903"/>
                    <a:pt x="994" y="2037"/>
                    <a:pt x="590" y="2170"/>
                  </a:cubicBezTo>
                  <a:lnTo>
                    <a:pt x="69" y="2340"/>
                  </a:lnTo>
                  <a:cubicBezTo>
                    <a:pt x="33" y="2170"/>
                    <a:pt x="33" y="2004"/>
                    <a:pt x="53" y="1835"/>
                  </a:cubicBezTo>
                  <a:lnTo>
                    <a:pt x="53" y="1564"/>
                  </a:lnTo>
                  <a:cubicBezTo>
                    <a:pt x="33" y="1261"/>
                    <a:pt x="33" y="1261"/>
                    <a:pt x="320" y="1160"/>
                  </a:cubicBezTo>
                  <a:lnTo>
                    <a:pt x="336" y="1160"/>
                  </a:lnTo>
                  <a:cubicBezTo>
                    <a:pt x="691" y="1043"/>
                    <a:pt x="1043" y="910"/>
                    <a:pt x="1398" y="792"/>
                  </a:cubicBezTo>
                  <a:cubicBezTo>
                    <a:pt x="2021" y="574"/>
                    <a:pt x="2643" y="336"/>
                    <a:pt x="3265" y="118"/>
                  </a:cubicBezTo>
                  <a:cubicBezTo>
                    <a:pt x="3301" y="118"/>
                    <a:pt x="3317" y="102"/>
                    <a:pt x="3350" y="102"/>
                  </a:cubicBezTo>
                  <a:cubicBezTo>
                    <a:pt x="3418" y="69"/>
                    <a:pt x="3503" y="33"/>
                    <a:pt x="3588" y="33"/>
                  </a:cubicBezTo>
                  <a:close/>
                  <a:moveTo>
                    <a:pt x="3604" y="1"/>
                  </a:moveTo>
                  <a:cubicBezTo>
                    <a:pt x="3503" y="1"/>
                    <a:pt x="3418" y="33"/>
                    <a:pt x="3333" y="69"/>
                  </a:cubicBezTo>
                  <a:cubicBezTo>
                    <a:pt x="3317" y="85"/>
                    <a:pt x="3285" y="85"/>
                    <a:pt x="3265" y="102"/>
                  </a:cubicBezTo>
                  <a:cubicBezTo>
                    <a:pt x="2643" y="320"/>
                    <a:pt x="2004" y="538"/>
                    <a:pt x="1398" y="756"/>
                  </a:cubicBezTo>
                  <a:cubicBezTo>
                    <a:pt x="1043" y="893"/>
                    <a:pt x="675" y="1011"/>
                    <a:pt x="320" y="1144"/>
                  </a:cubicBezTo>
                  <a:cubicBezTo>
                    <a:pt x="17" y="1245"/>
                    <a:pt x="17" y="1245"/>
                    <a:pt x="17" y="1564"/>
                  </a:cubicBezTo>
                  <a:lnTo>
                    <a:pt x="17" y="1835"/>
                  </a:lnTo>
                  <a:cubicBezTo>
                    <a:pt x="17" y="2004"/>
                    <a:pt x="1" y="2190"/>
                    <a:pt x="53" y="2356"/>
                  </a:cubicBezTo>
                  <a:cubicBezTo>
                    <a:pt x="53" y="2356"/>
                    <a:pt x="33" y="2372"/>
                    <a:pt x="17" y="2392"/>
                  </a:cubicBezTo>
                  <a:cubicBezTo>
                    <a:pt x="17" y="2408"/>
                    <a:pt x="17" y="2408"/>
                    <a:pt x="1" y="2408"/>
                  </a:cubicBezTo>
                  <a:cubicBezTo>
                    <a:pt x="1" y="2424"/>
                    <a:pt x="1" y="2424"/>
                    <a:pt x="17" y="2441"/>
                  </a:cubicBezTo>
                  <a:lnTo>
                    <a:pt x="33" y="2424"/>
                  </a:lnTo>
                  <a:cubicBezTo>
                    <a:pt x="33" y="2424"/>
                    <a:pt x="33" y="2408"/>
                    <a:pt x="53" y="2408"/>
                  </a:cubicBezTo>
                  <a:cubicBezTo>
                    <a:pt x="53" y="2392"/>
                    <a:pt x="69" y="2372"/>
                    <a:pt x="69" y="2372"/>
                  </a:cubicBezTo>
                  <a:lnTo>
                    <a:pt x="86" y="2372"/>
                  </a:lnTo>
                  <a:lnTo>
                    <a:pt x="607" y="2190"/>
                  </a:lnTo>
                  <a:cubicBezTo>
                    <a:pt x="994" y="2069"/>
                    <a:pt x="1398" y="1936"/>
                    <a:pt x="1786" y="1802"/>
                  </a:cubicBezTo>
                  <a:cubicBezTo>
                    <a:pt x="1972" y="1750"/>
                    <a:pt x="2138" y="1685"/>
                    <a:pt x="2307" y="1633"/>
                  </a:cubicBezTo>
                  <a:cubicBezTo>
                    <a:pt x="2695" y="1499"/>
                    <a:pt x="3099" y="1362"/>
                    <a:pt x="3503" y="1229"/>
                  </a:cubicBezTo>
                  <a:cubicBezTo>
                    <a:pt x="3552" y="1213"/>
                    <a:pt x="3604" y="1196"/>
                    <a:pt x="3620" y="1128"/>
                  </a:cubicBezTo>
                  <a:lnTo>
                    <a:pt x="3620" y="304"/>
                  </a:lnTo>
                  <a:lnTo>
                    <a:pt x="3620"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0"/>
            <p:cNvSpPr/>
            <p:nvPr/>
          </p:nvSpPr>
          <p:spPr>
            <a:xfrm>
              <a:off x="1521886" y="2126147"/>
              <a:ext cx="202325" cy="414583"/>
            </a:xfrm>
            <a:custGeom>
              <a:rect b="b" l="l" r="r" t="t"/>
              <a:pathLst>
                <a:path extrusionOk="0" h="4174" w="2037">
                  <a:moveTo>
                    <a:pt x="16" y="1"/>
                  </a:moveTo>
                  <a:lnTo>
                    <a:pt x="0" y="17"/>
                  </a:lnTo>
                  <a:cubicBezTo>
                    <a:pt x="0" y="118"/>
                    <a:pt x="53" y="186"/>
                    <a:pt x="117" y="271"/>
                  </a:cubicBezTo>
                  <a:cubicBezTo>
                    <a:pt x="202" y="356"/>
                    <a:pt x="271" y="457"/>
                    <a:pt x="335" y="538"/>
                  </a:cubicBezTo>
                  <a:cubicBezTo>
                    <a:pt x="335" y="574"/>
                    <a:pt x="356" y="590"/>
                    <a:pt x="372" y="607"/>
                  </a:cubicBezTo>
                  <a:cubicBezTo>
                    <a:pt x="558" y="877"/>
                    <a:pt x="739" y="1144"/>
                    <a:pt x="925" y="1398"/>
                  </a:cubicBezTo>
                  <a:cubicBezTo>
                    <a:pt x="1244" y="1871"/>
                    <a:pt x="1584" y="2356"/>
                    <a:pt x="1919" y="2845"/>
                  </a:cubicBezTo>
                  <a:cubicBezTo>
                    <a:pt x="1971" y="2897"/>
                    <a:pt x="1988" y="2962"/>
                    <a:pt x="1988" y="3030"/>
                  </a:cubicBezTo>
                  <a:lnTo>
                    <a:pt x="1988" y="3333"/>
                  </a:lnTo>
                  <a:cubicBezTo>
                    <a:pt x="1988" y="3487"/>
                    <a:pt x="1988" y="3652"/>
                    <a:pt x="1971" y="3806"/>
                  </a:cubicBezTo>
                  <a:lnTo>
                    <a:pt x="1971" y="3854"/>
                  </a:lnTo>
                  <a:cubicBezTo>
                    <a:pt x="1971" y="3955"/>
                    <a:pt x="1971" y="4056"/>
                    <a:pt x="2004" y="4157"/>
                  </a:cubicBezTo>
                  <a:lnTo>
                    <a:pt x="2020" y="4174"/>
                  </a:lnTo>
                  <a:lnTo>
                    <a:pt x="2036" y="4157"/>
                  </a:lnTo>
                  <a:cubicBezTo>
                    <a:pt x="1988" y="4056"/>
                    <a:pt x="1988" y="3955"/>
                    <a:pt x="2004" y="3871"/>
                  </a:cubicBezTo>
                  <a:lnTo>
                    <a:pt x="2004" y="3806"/>
                  </a:lnTo>
                  <a:lnTo>
                    <a:pt x="2004" y="3333"/>
                  </a:lnTo>
                  <a:lnTo>
                    <a:pt x="2004" y="3030"/>
                  </a:lnTo>
                  <a:cubicBezTo>
                    <a:pt x="2004" y="2962"/>
                    <a:pt x="1988" y="2897"/>
                    <a:pt x="1935" y="2828"/>
                  </a:cubicBezTo>
                  <a:cubicBezTo>
                    <a:pt x="1600" y="2340"/>
                    <a:pt x="1265" y="1851"/>
                    <a:pt x="941" y="1398"/>
                  </a:cubicBezTo>
                  <a:cubicBezTo>
                    <a:pt x="760" y="1128"/>
                    <a:pt x="574" y="861"/>
                    <a:pt x="404" y="590"/>
                  </a:cubicBezTo>
                  <a:cubicBezTo>
                    <a:pt x="388" y="574"/>
                    <a:pt x="372" y="558"/>
                    <a:pt x="356" y="522"/>
                  </a:cubicBezTo>
                  <a:cubicBezTo>
                    <a:pt x="287" y="437"/>
                    <a:pt x="218" y="336"/>
                    <a:pt x="133" y="255"/>
                  </a:cubicBezTo>
                  <a:cubicBezTo>
                    <a:pt x="69" y="170"/>
                    <a:pt x="32" y="118"/>
                    <a:pt x="32" y="17"/>
                  </a:cubicBez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0"/>
            <p:cNvSpPr/>
            <p:nvPr/>
          </p:nvSpPr>
          <p:spPr>
            <a:xfrm>
              <a:off x="1267912" y="2191602"/>
              <a:ext cx="143723" cy="158523"/>
            </a:xfrm>
            <a:custGeom>
              <a:rect b="b" l="l" r="r" t="t"/>
              <a:pathLst>
                <a:path extrusionOk="0" h="1596" w="1447">
                  <a:moveTo>
                    <a:pt x="1430" y="0"/>
                  </a:moveTo>
                  <a:cubicBezTo>
                    <a:pt x="1361" y="32"/>
                    <a:pt x="1313" y="49"/>
                    <a:pt x="1244" y="81"/>
                  </a:cubicBezTo>
                  <a:cubicBezTo>
                    <a:pt x="1127" y="133"/>
                    <a:pt x="994" y="202"/>
                    <a:pt x="856" y="251"/>
                  </a:cubicBezTo>
                  <a:cubicBezTo>
                    <a:pt x="772" y="303"/>
                    <a:pt x="691" y="335"/>
                    <a:pt x="590" y="384"/>
                  </a:cubicBezTo>
                  <a:cubicBezTo>
                    <a:pt x="436" y="453"/>
                    <a:pt x="267" y="537"/>
                    <a:pt x="117" y="606"/>
                  </a:cubicBezTo>
                  <a:cubicBezTo>
                    <a:pt x="16" y="655"/>
                    <a:pt x="0" y="707"/>
                    <a:pt x="0" y="788"/>
                  </a:cubicBezTo>
                  <a:lnTo>
                    <a:pt x="0" y="1111"/>
                  </a:lnTo>
                  <a:cubicBezTo>
                    <a:pt x="0" y="1260"/>
                    <a:pt x="0" y="1430"/>
                    <a:pt x="16" y="1580"/>
                  </a:cubicBezTo>
                  <a:cubicBezTo>
                    <a:pt x="16" y="1580"/>
                    <a:pt x="16" y="1596"/>
                    <a:pt x="32" y="1596"/>
                  </a:cubicBezTo>
                  <a:lnTo>
                    <a:pt x="32" y="1580"/>
                  </a:lnTo>
                  <a:cubicBezTo>
                    <a:pt x="16" y="1430"/>
                    <a:pt x="16" y="1260"/>
                    <a:pt x="32" y="1111"/>
                  </a:cubicBezTo>
                  <a:cubicBezTo>
                    <a:pt x="32" y="1010"/>
                    <a:pt x="32" y="909"/>
                    <a:pt x="16" y="788"/>
                  </a:cubicBezTo>
                  <a:cubicBezTo>
                    <a:pt x="16" y="723"/>
                    <a:pt x="32" y="671"/>
                    <a:pt x="117" y="622"/>
                  </a:cubicBezTo>
                  <a:cubicBezTo>
                    <a:pt x="287" y="554"/>
                    <a:pt x="452" y="485"/>
                    <a:pt x="606" y="404"/>
                  </a:cubicBezTo>
                  <a:cubicBezTo>
                    <a:pt x="691" y="368"/>
                    <a:pt x="772" y="319"/>
                    <a:pt x="873" y="283"/>
                  </a:cubicBezTo>
                  <a:cubicBezTo>
                    <a:pt x="994" y="218"/>
                    <a:pt x="1127" y="166"/>
                    <a:pt x="1260" y="101"/>
                  </a:cubicBezTo>
                  <a:cubicBezTo>
                    <a:pt x="1313" y="81"/>
                    <a:pt x="1378" y="49"/>
                    <a:pt x="1430" y="16"/>
                  </a:cubicBezTo>
                  <a:cubicBezTo>
                    <a:pt x="1446" y="16"/>
                    <a:pt x="1446" y="16"/>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0"/>
            <p:cNvSpPr/>
            <p:nvPr/>
          </p:nvSpPr>
          <p:spPr>
            <a:xfrm>
              <a:off x="1944712" y="3485608"/>
              <a:ext cx="6953" cy="55026"/>
            </a:xfrm>
            <a:custGeom>
              <a:rect b="b" l="l" r="r" t="t"/>
              <a:pathLst>
                <a:path extrusionOk="0" h="554" w="70">
                  <a:moveTo>
                    <a:pt x="37" y="0"/>
                  </a:moveTo>
                  <a:cubicBezTo>
                    <a:pt x="17" y="101"/>
                    <a:pt x="17" y="182"/>
                    <a:pt x="17" y="283"/>
                  </a:cubicBezTo>
                  <a:cubicBezTo>
                    <a:pt x="17" y="368"/>
                    <a:pt x="17" y="452"/>
                    <a:pt x="1" y="537"/>
                  </a:cubicBezTo>
                  <a:cubicBezTo>
                    <a:pt x="1" y="553"/>
                    <a:pt x="1" y="553"/>
                    <a:pt x="17" y="553"/>
                  </a:cubicBezTo>
                  <a:lnTo>
                    <a:pt x="37" y="553"/>
                  </a:lnTo>
                  <a:cubicBezTo>
                    <a:pt x="53" y="452"/>
                    <a:pt x="53" y="368"/>
                    <a:pt x="53" y="283"/>
                  </a:cubicBezTo>
                  <a:cubicBezTo>
                    <a:pt x="37" y="182"/>
                    <a:pt x="37" y="101"/>
                    <a:pt x="53" y="16"/>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0"/>
            <p:cNvSpPr/>
            <p:nvPr/>
          </p:nvSpPr>
          <p:spPr>
            <a:xfrm>
              <a:off x="1815987" y="2282783"/>
              <a:ext cx="5264" cy="64164"/>
            </a:xfrm>
            <a:custGeom>
              <a:rect b="b" l="l" r="r" t="t"/>
              <a:pathLst>
                <a:path extrusionOk="0" h="646" w="53">
                  <a:moveTo>
                    <a:pt x="41" y="0"/>
                  </a:moveTo>
                  <a:cubicBezTo>
                    <a:pt x="37" y="0"/>
                    <a:pt x="37" y="7"/>
                    <a:pt x="37" y="7"/>
                  </a:cubicBezTo>
                  <a:cubicBezTo>
                    <a:pt x="20" y="108"/>
                    <a:pt x="20" y="209"/>
                    <a:pt x="20" y="310"/>
                  </a:cubicBezTo>
                  <a:lnTo>
                    <a:pt x="20" y="496"/>
                  </a:lnTo>
                  <a:lnTo>
                    <a:pt x="20" y="544"/>
                  </a:lnTo>
                  <a:cubicBezTo>
                    <a:pt x="20" y="577"/>
                    <a:pt x="20" y="597"/>
                    <a:pt x="0" y="629"/>
                  </a:cubicBezTo>
                  <a:cubicBezTo>
                    <a:pt x="0" y="629"/>
                    <a:pt x="0" y="645"/>
                    <a:pt x="20" y="645"/>
                  </a:cubicBezTo>
                  <a:lnTo>
                    <a:pt x="37" y="645"/>
                  </a:lnTo>
                  <a:cubicBezTo>
                    <a:pt x="53" y="613"/>
                    <a:pt x="53" y="577"/>
                    <a:pt x="53" y="544"/>
                  </a:cubicBezTo>
                  <a:lnTo>
                    <a:pt x="53" y="496"/>
                  </a:lnTo>
                  <a:lnTo>
                    <a:pt x="53" y="310"/>
                  </a:lnTo>
                  <a:cubicBezTo>
                    <a:pt x="37" y="209"/>
                    <a:pt x="37" y="108"/>
                    <a:pt x="53" y="7"/>
                  </a:cubicBezTo>
                  <a:cubicBezTo>
                    <a:pt x="47" y="2"/>
                    <a:pt x="44"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0"/>
            <p:cNvSpPr/>
            <p:nvPr/>
          </p:nvSpPr>
          <p:spPr>
            <a:xfrm>
              <a:off x="500328" y="1019567"/>
              <a:ext cx="1402767" cy="1004772"/>
            </a:xfrm>
            <a:custGeom>
              <a:rect b="b" l="l" r="r" t="t"/>
              <a:pathLst>
                <a:path extrusionOk="0" h="10116" w="14123">
                  <a:moveTo>
                    <a:pt x="9174" y="0"/>
                  </a:moveTo>
                  <a:lnTo>
                    <a:pt x="8803" y="235"/>
                  </a:lnTo>
                  <a:cubicBezTo>
                    <a:pt x="8520" y="404"/>
                    <a:pt x="8249" y="590"/>
                    <a:pt x="7978" y="756"/>
                  </a:cubicBezTo>
                  <a:cubicBezTo>
                    <a:pt x="6985" y="1398"/>
                    <a:pt x="5975" y="2036"/>
                    <a:pt x="4985" y="2658"/>
                  </a:cubicBezTo>
                  <a:lnTo>
                    <a:pt x="4731" y="2828"/>
                  </a:lnTo>
                  <a:cubicBezTo>
                    <a:pt x="3854" y="3398"/>
                    <a:pt x="2981" y="3955"/>
                    <a:pt x="2105" y="4508"/>
                  </a:cubicBezTo>
                  <a:cubicBezTo>
                    <a:pt x="1733" y="4747"/>
                    <a:pt x="1349" y="4997"/>
                    <a:pt x="962" y="5236"/>
                  </a:cubicBezTo>
                  <a:cubicBezTo>
                    <a:pt x="659" y="5438"/>
                    <a:pt x="356" y="5640"/>
                    <a:pt x="53" y="5821"/>
                  </a:cubicBezTo>
                  <a:cubicBezTo>
                    <a:pt x="36" y="5842"/>
                    <a:pt x="36" y="5842"/>
                    <a:pt x="16" y="5842"/>
                  </a:cubicBezTo>
                  <a:lnTo>
                    <a:pt x="0" y="5842"/>
                  </a:lnTo>
                  <a:lnTo>
                    <a:pt x="0" y="5858"/>
                  </a:lnTo>
                  <a:cubicBezTo>
                    <a:pt x="0" y="5858"/>
                    <a:pt x="0" y="5874"/>
                    <a:pt x="16" y="5874"/>
                  </a:cubicBezTo>
                  <a:lnTo>
                    <a:pt x="36" y="5858"/>
                  </a:lnTo>
                  <a:lnTo>
                    <a:pt x="53" y="5858"/>
                  </a:lnTo>
                  <a:cubicBezTo>
                    <a:pt x="372" y="5656"/>
                    <a:pt x="675" y="5454"/>
                    <a:pt x="978" y="5268"/>
                  </a:cubicBezTo>
                  <a:cubicBezTo>
                    <a:pt x="1366" y="5013"/>
                    <a:pt x="1753" y="4763"/>
                    <a:pt x="2121" y="4529"/>
                  </a:cubicBezTo>
                  <a:cubicBezTo>
                    <a:pt x="2998" y="3971"/>
                    <a:pt x="3874" y="3418"/>
                    <a:pt x="4747" y="2860"/>
                  </a:cubicBezTo>
                  <a:lnTo>
                    <a:pt x="5001" y="2691"/>
                  </a:lnTo>
                  <a:cubicBezTo>
                    <a:pt x="5995" y="2052"/>
                    <a:pt x="6985" y="1414"/>
                    <a:pt x="7995" y="792"/>
                  </a:cubicBezTo>
                  <a:cubicBezTo>
                    <a:pt x="8265" y="606"/>
                    <a:pt x="8536" y="436"/>
                    <a:pt x="8823" y="251"/>
                  </a:cubicBezTo>
                  <a:lnTo>
                    <a:pt x="9174" y="33"/>
                  </a:lnTo>
                  <a:lnTo>
                    <a:pt x="9190" y="33"/>
                  </a:lnTo>
                  <a:cubicBezTo>
                    <a:pt x="9227" y="65"/>
                    <a:pt x="9243" y="65"/>
                    <a:pt x="9243" y="85"/>
                  </a:cubicBezTo>
                  <a:cubicBezTo>
                    <a:pt x="9207" y="166"/>
                    <a:pt x="9207" y="251"/>
                    <a:pt x="9207" y="319"/>
                  </a:cubicBezTo>
                  <a:lnTo>
                    <a:pt x="9207" y="420"/>
                  </a:lnTo>
                  <a:cubicBezTo>
                    <a:pt x="9207" y="505"/>
                    <a:pt x="9207" y="554"/>
                    <a:pt x="9259" y="638"/>
                  </a:cubicBezTo>
                  <a:cubicBezTo>
                    <a:pt x="9409" y="873"/>
                    <a:pt x="9578" y="1160"/>
                    <a:pt x="9748" y="1515"/>
                  </a:cubicBezTo>
                  <a:cubicBezTo>
                    <a:pt x="9764" y="1547"/>
                    <a:pt x="9796" y="1580"/>
                    <a:pt x="9812" y="1616"/>
                  </a:cubicBezTo>
                  <a:cubicBezTo>
                    <a:pt x="9897" y="1782"/>
                    <a:pt x="9982" y="1951"/>
                    <a:pt x="10067" y="2105"/>
                  </a:cubicBezTo>
                  <a:cubicBezTo>
                    <a:pt x="10136" y="2222"/>
                    <a:pt x="10200" y="2323"/>
                    <a:pt x="10253" y="2424"/>
                  </a:cubicBezTo>
                  <a:cubicBezTo>
                    <a:pt x="10338" y="2557"/>
                    <a:pt x="10402" y="2691"/>
                    <a:pt x="10487" y="2812"/>
                  </a:cubicBezTo>
                  <a:cubicBezTo>
                    <a:pt x="10620" y="3030"/>
                    <a:pt x="10742" y="3264"/>
                    <a:pt x="10859" y="3482"/>
                  </a:cubicBezTo>
                  <a:cubicBezTo>
                    <a:pt x="10923" y="3600"/>
                    <a:pt x="10992" y="3721"/>
                    <a:pt x="11061" y="3838"/>
                  </a:cubicBezTo>
                  <a:cubicBezTo>
                    <a:pt x="11194" y="4072"/>
                    <a:pt x="11327" y="4327"/>
                    <a:pt x="11465" y="4561"/>
                  </a:cubicBezTo>
                  <a:cubicBezTo>
                    <a:pt x="11598" y="4811"/>
                    <a:pt x="11752" y="5066"/>
                    <a:pt x="11885" y="5316"/>
                  </a:cubicBezTo>
                  <a:cubicBezTo>
                    <a:pt x="12071" y="5656"/>
                    <a:pt x="12236" y="5959"/>
                    <a:pt x="12406" y="6246"/>
                  </a:cubicBezTo>
                  <a:cubicBezTo>
                    <a:pt x="12422" y="6278"/>
                    <a:pt x="12438" y="6310"/>
                    <a:pt x="12458" y="6347"/>
                  </a:cubicBezTo>
                  <a:cubicBezTo>
                    <a:pt x="12507" y="6427"/>
                    <a:pt x="12576" y="6512"/>
                    <a:pt x="12559" y="6597"/>
                  </a:cubicBezTo>
                  <a:cubicBezTo>
                    <a:pt x="12539" y="6751"/>
                    <a:pt x="12539" y="6916"/>
                    <a:pt x="12539" y="7070"/>
                  </a:cubicBezTo>
                  <a:lnTo>
                    <a:pt x="12539" y="7373"/>
                  </a:lnTo>
                  <a:cubicBezTo>
                    <a:pt x="12539" y="7421"/>
                    <a:pt x="12539" y="7474"/>
                    <a:pt x="12559" y="7522"/>
                  </a:cubicBezTo>
                  <a:cubicBezTo>
                    <a:pt x="13012" y="8282"/>
                    <a:pt x="13468" y="9073"/>
                    <a:pt x="13921" y="9881"/>
                  </a:cubicBezTo>
                  <a:cubicBezTo>
                    <a:pt x="13921" y="9897"/>
                    <a:pt x="13937" y="9914"/>
                    <a:pt x="13937" y="9930"/>
                  </a:cubicBezTo>
                  <a:cubicBezTo>
                    <a:pt x="13990" y="9998"/>
                    <a:pt x="14022" y="10083"/>
                    <a:pt x="14107" y="10116"/>
                  </a:cubicBezTo>
                  <a:lnTo>
                    <a:pt x="14123" y="10116"/>
                  </a:lnTo>
                  <a:lnTo>
                    <a:pt x="14123" y="10099"/>
                  </a:lnTo>
                  <a:cubicBezTo>
                    <a:pt x="14038" y="10063"/>
                    <a:pt x="14006" y="9998"/>
                    <a:pt x="13973" y="9930"/>
                  </a:cubicBezTo>
                  <a:cubicBezTo>
                    <a:pt x="13953" y="9897"/>
                    <a:pt x="13953" y="9881"/>
                    <a:pt x="13937" y="9861"/>
                  </a:cubicBezTo>
                  <a:cubicBezTo>
                    <a:pt x="13485" y="9073"/>
                    <a:pt x="13028" y="8265"/>
                    <a:pt x="12592" y="7506"/>
                  </a:cubicBezTo>
                  <a:cubicBezTo>
                    <a:pt x="12559" y="7474"/>
                    <a:pt x="12559" y="7421"/>
                    <a:pt x="12559" y="7389"/>
                  </a:cubicBezTo>
                  <a:cubicBezTo>
                    <a:pt x="12576" y="7272"/>
                    <a:pt x="12576" y="7171"/>
                    <a:pt x="12559" y="7070"/>
                  </a:cubicBezTo>
                  <a:cubicBezTo>
                    <a:pt x="12559" y="6916"/>
                    <a:pt x="12559" y="6751"/>
                    <a:pt x="12576" y="6597"/>
                  </a:cubicBezTo>
                  <a:cubicBezTo>
                    <a:pt x="12592" y="6496"/>
                    <a:pt x="12539" y="6411"/>
                    <a:pt x="12491" y="6326"/>
                  </a:cubicBezTo>
                  <a:cubicBezTo>
                    <a:pt x="12458" y="6294"/>
                    <a:pt x="12438" y="6278"/>
                    <a:pt x="12422" y="6246"/>
                  </a:cubicBezTo>
                  <a:cubicBezTo>
                    <a:pt x="12256" y="5943"/>
                    <a:pt x="12103" y="5640"/>
                    <a:pt x="11917" y="5300"/>
                  </a:cubicBezTo>
                  <a:cubicBezTo>
                    <a:pt x="11768" y="5050"/>
                    <a:pt x="11630" y="4795"/>
                    <a:pt x="11481" y="4561"/>
                  </a:cubicBezTo>
                  <a:cubicBezTo>
                    <a:pt x="11348" y="4307"/>
                    <a:pt x="11210" y="4072"/>
                    <a:pt x="11077" y="3822"/>
                  </a:cubicBezTo>
                  <a:cubicBezTo>
                    <a:pt x="11008" y="3701"/>
                    <a:pt x="10944" y="3583"/>
                    <a:pt x="10891" y="3466"/>
                  </a:cubicBezTo>
                  <a:cubicBezTo>
                    <a:pt x="10758" y="3248"/>
                    <a:pt x="10641" y="3014"/>
                    <a:pt x="10503" y="2792"/>
                  </a:cubicBezTo>
                  <a:cubicBezTo>
                    <a:pt x="10418" y="2674"/>
                    <a:pt x="10354" y="2541"/>
                    <a:pt x="10285" y="2424"/>
                  </a:cubicBezTo>
                  <a:cubicBezTo>
                    <a:pt x="10216" y="2307"/>
                    <a:pt x="10168" y="2206"/>
                    <a:pt x="10099" y="2105"/>
                  </a:cubicBezTo>
                  <a:cubicBezTo>
                    <a:pt x="9998" y="1935"/>
                    <a:pt x="9913" y="1766"/>
                    <a:pt x="9833" y="1616"/>
                  </a:cubicBezTo>
                  <a:cubicBezTo>
                    <a:pt x="9812" y="1564"/>
                    <a:pt x="9796" y="1531"/>
                    <a:pt x="9780" y="1499"/>
                  </a:cubicBezTo>
                  <a:cubicBezTo>
                    <a:pt x="9594" y="1143"/>
                    <a:pt x="9445" y="873"/>
                    <a:pt x="9291" y="622"/>
                  </a:cubicBezTo>
                  <a:cubicBezTo>
                    <a:pt x="9243" y="554"/>
                    <a:pt x="9243" y="489"/>
                    <a:pt x="9243" y="420"/>
                  </a:cubicBezTo>
                  <a:lnTo>
                    <a:pt x="9243" y="319"/>
                  </a:lnTo>
                  <a:cubicBezTo>
                    <a:pt x="9227" y="235"/>
                    <a:pt x="9227" y="166"/>
                    <a:pt x="9259" y="101"/>
                  </a:cubicBezTo>
                  <a:cubicBezTo>
                    <a:pt x="9275" y="65"/>
                    <a:pt x="9243" y="33"/>
                    <a:pt x="9207" y="16"/>
                  </a:cubicBezTo>
                  <a:lnTo>
                    <a:pt x="91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0"/>
            <p:cNvSpPr/>
            <p:nvPr/>
          </p:nvSpPr>
          <p:spPr>
            <a:xfrm>
              <a:off x="1861279" y="2360057"/>
              <a:ext cx="4966" cy="53933"/>
            </a:xfrm>
            <a:custGeom>
              <a:rect b="b" l="l" r="r" t="t"/>
              <a:pathLst>
                <a:path extrusionOk="0" h="543" w="50">
                  <a:moveTo>
                    <a:pt x="33" y="1"/>
                  </a:moveTo>
                  <a:cubicBezTo>
                    <a:pt x="33" y="1"/>
                    <a:pt x="17" y="1"/>
                    <a:pt x="17" y="21"/>
                  </a:cubicBezTo>
                  <a:lnTo>
                    <a:pt x="17" y="203"/>
                  </a:lnTo>
                  <a:cubicBezTo>
                    <a:pt x="17" y="324"/>
                    <a:pt x="33" y="425"/>
                    <a:pt x="17" y="526"/>
                  </a:cubicBezTo>
                  <a:cubicBezTo>
                    <a:pt x="1" y="542"/>
                    <a:pt x="17" y="542"/>
                    <a:pt x="17" y="542"/>
                  </a:cubicBezTo>
                  <a:lnTo>
                    <a:pt x="33" y="542"/>
                  </a:lnTo>
                  <a:cubicBezTo>
                    <a:pt x="49" y="425"/>
                    <a:pt x="49" y="324"/>
                    <a:pt x="49" y="203"/>
                  </a:cubicBezTo>
                  <a:lnTo>
                    <a:pt x="49" y="21"/>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0"/>
            <p:cNvSpPr/>
            <p:nvPr/>
          </p:nvSpPr>
          <p:spPr>
            <a:xfrm>
              <a:off x="988610" y="1531091"/>
              <a:ext cx="3278" cy="70322"/>
            </a:xfrm>
            <a:custGeom>
              <a:rect b="b" l="l" r="r" t="t"/>
              <a:pathLst>
                <a:path extrusionOk="0" h="708" w="33">
                  <a:moveTo>
                    <a:pt x="17" y="1"/>
                  </a:moveTo>
                  <a:cubicBezTo>
                    <a:pt x="0" y="1"/>
                    <a:pt x="0" y="1"/>
                    <a:pt x="0" y="17"/>
                  </a:cubicBezTo>
                  <a:lnTo>
                    <a:pt x="0" y="267"/>
                  </a:lnTo>
                  <a:cubicBezTo>
                    <a:pt x="0" y="405"/>
                    <a:pt x="0" y="554"/>
                    <a:pt x="17" y="692"/>
                  </a:cubicBezTo>
                  <a:cubicBezTo>
                    <a:pt x="17" y="692"/>
                    <a:pt x="17" y="708"/>
                    <a:pt x="33" y="708"/>
                  </a:cubicBezTo>
                  <a:lnTo>
                    <a:pt x="33" y="692"/>
                  </a:lnTo>
                  <a:cubicBezTo>
                    <a:pt x="17" y="554"/>
                    <a:pt x="17" y="405"/>
                    <a:pt x="33" y="267"/>
                  </a:cubicBezTo>
                  <a:lnTo>
                    <a:pt x="33" y="17"/>
                  </a:ln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0"/>
            <p:cNvSpPr/>
            <p:nvPr/>
          </p:nvSpPr>
          <p:spPr>
            <a:xfrm>
              <a:off x="1291154" y="2077577"/>
              <a:ext cx="5264" cy="85618"/>
            </a:xfrm>
            <a:custGeom>
              <a:rect b="b" l="l" r="r" t="t"/>
              <a:pathLst>
                <a:path extrusionOk="0" h="862" w="53">
                  <a:moveTo>
                    <a:pt x="0" y="1"/>
                  </a:moveTo>
                  <a:lnTo>
                    <a:pt x="0" y="17"/>
                  </a:lnTo>
                  <a:cubicBezTo>
                    <a:pt x="16" y="154"/>
                    <a:pt x="16" y="288"/>
                    <a:pt x="0" y="421"/>
                  </a:cubicBezTo>
                  <a:lnTo>
                    <a:pt x="0" y="692"/>
                  </a:lnTo>
                  <a:lnTo>
                    <a:pt x="0" y="724"/>
                  </a:lnTo>
                  <a:cubicBezTo>
                    <a:pt x="0" y="776"/>
                    <a:pt x="0" y="809"/>
                    <a:pt x="16" y="861"/>
                  </a:cubicBezTo>
                  <a:lnTo>
                    <a:pt x="33" y="861"/>
                  </a:lnTo>
                  <a:cubicBezTo>
                    <a:pt x="53" y="861"/>
                    <a:pt x="53" y="845"/>
                    <a:pt x="53" y="845"/>
                  </a:cubicBezTo>
                  <a:cubicBezTo>
                    <a:pt x="33" y="809"/>
                    <a:pt x="33" y="776"/>
                    <a:pt x="33" y="724"/>
                  </a:cubicBezTo>
                  <a:lnTo>
                    <a:pt x="33" y="692"/>
                  </a:lnTo>
                  <a:lnTo>
                    <a:pt x="33" y="441"/>
                  </a:lnTo>
                  <a:cubicBezTo>
                    <a:pt x="33" y="288"/>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0"/>
            <p:cNvSpPr/>
            <p:nvPr/>
          </p:nvSpPr>
          <p:spPr>
            <a:xfrm>
              <a:off x="1643857" y="2186338"/>
              <a:ext cx="6853" cy="68733"/>
            </a:xfrm>
            <a:custGeom>
              <a:rect b="b" l="l" r="r" t="t"/>
              <a:pathLst>
                <a:path extrusionOk="0" h="692" w="69">
                  <a:moveTo>
                    <a:pt x="37" y="1"/>
                  </a:moveTo>
                  <a:cubicBezTo>
                    <a:pt x="16" y="118"/>
                    <a:pt x="16" y="219"/>
                    <a:pt x="16" y="336"/>
                  </a:cubicBezTo>
                  <a:lnTo>
                    <a:pt x="16" y="538"/>
                  </a:lnTo>
                  <a:lnTo>
                    <a:pt x="16" y="574"/>
                  </a:lnTo>
                  <a:cubicBezTo>
                    <a:pt x="16" y="607"/>
                    <a:pt x="37" y="639"/>
                    <a:pt x="16" y="659"/>
                  </a:cubicBezTo>
                  <a:cubicBezTo>
                    <a:pt x="0" y="675"/>
                    <a:pt x="0" y="675"/>
                    <a:pt x="16" y="691"/>
                  </a:cubicBezTo>
                  <a:lnTo>
                    <a:pt x="37" y="675"/>
                  </a:lnTo>
                  <a:cubicBezTo>
                    <a:pt x="53" y="639"/>
                    <a:pt x="53" y="607"/>
                    <a:pt x="53" y="574"/>
                  </a:cubicBezTo>
                  <a:lnTo>
                    <a:pt x="53" y="538"/>
                  </a:lnTo>
                  <a:lnTo>
                    <a:pt x="53" y="336"/>
                  </a:lnTo>
                  <a:cubicBezTo>
                    <a:pt x="53" y="219"/>
                    <a:pt x="53" y="11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0"/>
            <p:cNvSpPr/>
            <p:nvPr/>
          </p:nvSpPr>
          <p:spPr>
            <a:xfrm>
              <a:off x="933186" y="2915383"/>
              <a:ext cx="5364" cy="91975"/>
            </a:xfrm>
            <a:custGeom>
              <a:rect b="b" l="l" r="r" t="t"/>
              <a:pathLst>
                <a:path extrusionOk="0" h="926" w="54">
                  <a:moveTo>
                    <a:pt x="21" y="1"/>
                  </a:moveTo>
                  <a:cubicBezTo>
                    <a:pt x="1" y="1"/>
                    <a:pt x="1" y="1"/>
                    <a:pt x="1" y="17"/>
                  </a:cubicBezTo>
                  <a:cubicBezTo>
                    <a:pt x="21" y="134"/>
                    <a:pt x="21" y="267"/>
                    <a:pt x="21" y="388"/>
                  </a:cubicBezTo>
                  <a:lnTo>
                    <a:pt x="21" y="607"/>
                  </a:lnTo>
                  <a:lnTo>
                    <a:pt x="21" y="809"/>
                  </a:lnTo>
                  <a:lnTo>
                    <a:pt x="21" y="910"/>
                  </a:lnTo>
                  <a:cubicBezTo>
                    <a:pt x="21" y="926"/>
                    <a:pt x="21" y="926"/>
                    <a:pt x="37" y="926"/>
                  </a:cubicBezTo>
                  <a:lnTo>
                    <a:pt x="37" y="910"/>
                  </a:lnTo>
                  <a:lnTo>
                    <a:pt x="37" y="809"/>
                  </a:lnTo>
                  <a:cubicBezTo>
                    <a:pt x="37" y="740"/>
                    <a:pt x="53" y="671"/>
                    <a:pt x="37" y="607"/>
                  </a:cubicBezTo>
                  <a:lnTo>
                    <a:pt x="37" y="388"/>
                  </a:lnTo>
                  <a:cubicBezTo>
                    <a:pt x="53" y="267"/>
                    <a:pt x="53" y="13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0"/>
            <p:cNvSpPr/>
            <p:nvPr/>
          </p:nvSpPr>
          <p:spPr>
            <a:xfrm>
              <a:off x="1841216" y="2781394"/>
              <a:ext cx="4966" cy="53834"/>
            </a:xfrm>
            <a:custGeom>
              <a:rect b="b" l="l" r="r" t="t"/>
              <a:pathLst>
                <a:path extrusionOk="0" h="542" w="50">
                  <a:moveTo>
                    <a:pt x="33" y="0"/>
                  </a:moveTo>
                  <a:cubicBezTo>
                    <a:pt x="33" y="0"/>
                    <a:pt x="17" y="0"/>
                    <a:pt x="17" y="21"/>
                  </a:cubicBezTo>
                  <a:cubicBezTo>
                    <a:pt x="1" y="101"/>
                    <a:pt x="1" y="186"/>
                    <a:pt x="1" y="271"/>
                  </a:cubicBezTo>
                  <a:cubicBezTo>
                    <a:pt x="17" y="356"/>
                    <a:pt x="17" y="441"/>
                    <a:pt x="1" y="526"/>
                  </a:cubicBezTo>
                  <a:lnTo>
                    <a:pt x="1" y="542"/>
                  </a:lnTo>
                  <a:lnTo>
                    <a:pt x="17" y="542"/>
                  </a:lnTo>
                  <a:cubicBezTo>
                    <a:pt x="33" y="441"/>
                    <a:pt x="33" y="356"/>
                    <a:pt x="33" y="271"/>
                  </a:cubicBezTo>
                  <a:cubicBezTo>
                    <a:pt x="33" y="186"/>
                    <a:pt x="33" y="101"/>
                    <a:pt x="49" y="21"/>
                  </a:cubicBezTo>
                  <a:cubicBezTo>
                    <a:pt x="49" y="21"/>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0"/>
            <p:cNvSpPr/>
            <p:nvPr/>
          </p:nvSpPr>
          <p:spPr>
            <a:xfrm>
              <a:off x="1861279" y="2515799"/>
              <a:ext cx="4966" cy="57013"/>
            </a:xfrm>
            <a:custGeom>
              <a:rect b="b" l="l" r="r" t="t"/>
              <a:pathLst>
                <a:path extrusionOk="0" h="574" w="50">
                  <a:moveTo>
                    <a:pt x="33" y="0"/>
                  </a:moveTo>
                  <a:lnTo>
                    <a:pt x="17" y="16"/>
                  </a:lnTo>
                  <a:lnTo>
                    <a:pt x="17" y="218"/>
                  </a:lnTo>
                  <a:cubicBezTo>
                    <a:pt x="17" y="335"/>
                    <a:pt x="33" y="436"/>
                    <a:pt x="17" y="554"/>
                  </a:cubicBezTo>
                  <a:cubicBezTo>
                    <a:pt x="1" y="554"/>
                    <a:pt x="17" y="574"/>
                    <a:pt x="17" y="574"/>
                  </a:cubicBezTo>
                  <a:cubicBezTo>
                    <a:pt x="33" y="574"/>
                    <a:pt x="33" y="574"/>
                    <a:pt x="33" y="554"/>
                  </a:cubicBezTo>
                  <a:cubicBezTo>
                    <a:pt x="49" y="453"/>
                    <a:pt x="49" y="335"/>
                    <a:pt x="49" y="218"/>
                  </a:cubicBezTo>
                  <a:lnTo>
                    <a:pt x="49" y="16"/>
                  </a:ln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0"/>
            <p:cNvSpPr/>
            <p:nvPr/>
          </p:nvSpPr>
          <p:spPr>
            <a:xfrm>
              <a:off x="1669085" y="1876941"/>
              <a:ext cx="4966" cy="65554"/>
            </a:xfrm>
            <a:custGeom>
              <a:rect b="b" l="l" r="r" t="t"/>
              <a:pathLst>
                <a:path extrusionOk="0" h="660" w="50">
                  <a:moveTo>
                    <a:pt x="33" y="1"/>
                  </a:moveTo>
                  <a:lnTo>
                    <a:pt x="33" y="17"/>
                  </a:lnTo>
                  <a:cubicBezTo>
                    <a:pt x="1" y="155"/>
                    <a:pt x="17" y="272"/>
                    <a:pt x="17" y="405"/>
                  </a:cubicBezTo>
                  <a:lnTo>
                    <a:pt x="17" y="643"/>
                  </a:lnTo>
                  <a:lnTo>
                    <a:pt x="17" y="659"/>
                  </a:lnTo>
                  <a:lnTo>
                    <a:pt x="33" y="659"/>
                  </a:lnTo>
                  <a:lnTo>
                    <a:pt x="33" y="643"/>
                  </a:lnTo>
                  <a:lnTo>
                    <a:pt x="33" y="405"/>
                  </a:lnTo>
                  <a:cubicBezTo>
                    <a:pt x="33" y="272"/>
                    <a:pt x="33" y="15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0"/>
            <p:cNvSpPr/>
            <p:nvPr/>
          </p:nvSpPr>
          <p:spPr>
            <a:xfrm>
              <a:off x="1520197" y="2298277"/>
              <a:ext cx="200736" cy="374853"/>
            </a:xfrm>
            <a:custGeom>
              <a:rect b="b" l="l" r="r" t="t"/>
              <a:pathLst>
                <a:path extrusionOk="0" h="3774" w="2021">
                  <a:moveTo>
                    <a:pt x="1" y="1"/>
                  </a:moveTo>
                  <a:lnTo>
                    <a:pt x="1" y="17"/>
                  </a:lnTo>
                  <a:cubicBezTo>
                    <a:pt x="203" y="356"/>
                    <a:pt x="437" y="659"/>
                    <a:pt x="676" y="962"/>
                  </a:cubicBezTo>
                  <a:cubicBezTo>
                    <a:pt x="809" y="1148"/>
                    <a:pt x="942" y="1330"/>
                    <a:pt x="1059" y="1516"/>
                  </a:cubicBezTo>
                  <a:cubicBezTo>
                    <a:pt x="1330" y="1871"/>
                    <a:pt x="1601" y="2239"/>
                    <a:pt x="1887" y="2643"/>
                  </a:cubicBezTo>
                  <a:cubicBezTo>
                    <a:pt x="1952" y="2727"/>
                    <a:pt x="2005" y="2812"/>
                    <a:pt x="1988" y="2929"/>
                  </a:cubicBezTo>
                  <a:cubicBezTo>
                    <a:pt x="1968" y="3099"/>
                    <a:pt x="1988" y="3249"/>
                    <a:pt x="1988" y="3418"/>
                  </a:cubicBezTo>
                  <a:lnTo>
                    <a:pt x="1988" y="3604"/>
                  </a:lnTo>
                  <a:cubicBezTo>
                    <a:pt x="1988" y="3653"/>
                    <a:pt x="1988" y="3705"/>
                    <a:pt x="1952" y="3754"/>
                  </a:cubicBezTo>
                  <a:lnTo>
                    <a:pt x="1952" y="3774"/>
                  </a:lnTo>
                  <a:lnTo>
                    <a:pt x="1968" y="3774"/>
                  </a:lnTo>
                  <a:cubicBezTo>
                    <a:pt x="2005" y="3721"/>
                    <a:pt x="2005" y="3673"/>
                    <a:pt x="2005" y="3604"/>
                  </a:cubicBezTo>
                  <a:lnTo>
                    <a:pt x="2005" y="3418"/>
                  </a:lnTo>
                  <a:cubicBezTo>
                    <a:pt x="2005" y="3249"/>
                    <a:pt x="2005" y="3099"/>
                    <a:pt x="2021" y="2929"/>
                  </a:cubicBezTo>
                  <a:cubicBezTo>
                    <a:pt x="2021" y="2796"/>
                    <a:pt x="1968" y="2711"/>
                    <a:pt x="1920" y="2626"/>
                  </a:cubicBezTo>
                  <a:cubicBezTo>
                    <a:pt x="1617" y="2222"/>
                    <a:pt x="1346" y="1855"/>
                    <a:pt x="1096" y="1499"/>
                  </a:cubicBezTo>
                  <a:cubicBezTo>
                    <a:pt x="958" y="1314"/>
                    <a:pt x="825" y="1128"/>
                    <a:pt x="692" y="946"/>
                  </a:cubicBezTo>
                  <a:cubicBezTo>
                    <a:pt x="474" y="643"/>
                    <a:pt x="235" y="34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0"/>
            <p:cNvSpPr/>
            <p:nvPr/>
          </p:nvSpPr>
          <p:spPr>
            <a:xfrm>
              <a:off x="1675542" y="3672538"/>
              <a:ext cx="3675" cy="61879"/>
            </a:xfrm>
            <a:custGeom>
              <a:rect b="b" l="l" r="r" t="t"/>
              <a:pathLst>
                <a:path extrusionOk="0" h="623" w="37">
                  <a:moveTo>
                    <a:pt x="37" y="1"/>
                  </a:moveTo>
                  <a:cubicBezTo>
                    <a:pt x="21" y="1"/>
                    <a:pt x="21" y="1"/>
                    <a:pt x="21" y="17"/>
                  </a:cubicBezTo>
                  <a:cubicBezTo>
                    <a:pt x="0" y="138"/>
                    <a:pt x="0" y="271"/>
                    <a:pt x="0" y="388"/>
                  </a:cubicBezTo>
                  <a:lnTo>
                    <a:pt x="0" y="606"/>
                  </a:lnTo>
                  <a:cubicBezTo>
                    <a:pt x="0" y="623"/>
                    <a:pt x="0" y="623"/>
                    <a:pt x="21" y="623"/>
                  </a:cubicBezTo>
                  <a:lnTo>
                    <a:pt x="37" y="606"/>
                  </a:lnTo>
                  <a:cubicBezTo>
                    <a:pt x="37" y="542"/>
                    <a:pt x="37" y="457"/>
                    <a:pt x="21" y="388"/>
                  </a:cubicBezTo>
                  <a:cubicBezTo>
                    <a:pt x="21" y="271"/>
                    <a:pt x="21" y="138"/>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0"/>
            <p:cNvSpPr/>
            <p:nvPr/>
          </p:nvSpPr>
          <p:spPr>
            <a:xfrm>
              <a:off x="1518608" y="2639359"/>
              <a:ext cx="185539" cy="329461"/>
            </a:xfrm>
            <a:custGeom>
              <a:rect b="b" l="l" r="r" t="t"/>
              <a:pathLst>
                <a:path extrusionOk="0" h="3317" w="1868">
                  <a:moveTo>
                    <a:pt x="17" y="0"/>
                  </a:moveTo>
                  <a:lnTo>
                    <a:pt x="17" y="17"/>
                  </a:lnTo>
                  <a:cubicBezTo>
                    <a:pt x="17" y="37"/>
                    <a:pt x="17" y="53"/>
                    <a:pt x="33" y="53"/>
                  </a:cubicBezTo>
                  <a:cubicBezTo>
                    <a:pt x="49" y="138"/>
                    <a:pt x="65" y="202"/>
                    <a:pt x="49" y="303"/>
                  </a:cubicBezTo>
                  <a:cubicBezTo>
                    <a:pt x="1" y="404"/>
                    <a:pt x="86" y="473"/>
                    <a:pt x="134" y="521"/>
                  </a:cubicBezTo>
                  <a:cubicBezTo>
                    <a:pt x="166" y="558"/>
                    <a:pt x="187" y="574"/>
                    <a:pt x="203" y="590"/>
                  </a:cubicBezTo>
                  <a:cubicBezTo>
                    <a:pt x="368" y="808"/>
                    <a:pt x="554" y="1010"/>
                    <a:pt x="724" y="1228"/>
                  </a:cubicBezTo>
                  <a:cubicBezTo>
                    <a:pt x="1027" y="1600"/>
                    <a:pt x="1330" y="1972"/>
                    <a:pt x="1633" y="2339"/>
                  </a:cubicBezTo>
                  <a:cubicBezTo>
                    <a:pt x="1782" y="2509"/>
                    <a:pt x="1835" y="2663"/>
                    <a:pt x="1819" y="2828"/>
                  </a:cubicBezTo>
                  <a:cubicBezTo>
                    <a:pt x="1802" y="2913"/>
                    <a:pt x="1802" y="2998"/>
                    <a:pt x="1802" y="3083"/>
                  </a:cubicBezTo>
                  <a:cubicBezTo>
                    <a:pt x="1819" y="3115"/>
                    <a:pt x="1819" y="3147"/>
                    <a:pt x="1819" y="3184"/>
                  </a:cubicBezTo>
                  <a:lnTo>
                    <a:pt x="1819" y="3216"/>
                  </a:lnTo>
                  <a:cubicBezTo>
                    <a:pt x="1819" y="3248"/>
                    <a:pt x="1819" y="3285"/>
                    <a:pt x="1782" y="3301"/>
                  </a:cubicBezTo>
                  <a:lnTo>
                    <a:pt x="1782" y="3317"/>
                  </a:lnTo>
                  <a:lnTo>
                    <a:pt x="1802" y="3317"/>
                  </a:lnTo>
                  <a:cubicBezTo>
                    <a:pt x="1835" y="3285"/>
                    <a:pt x="1835" y="3248"/>
                    <a:pt x="1835" y="3216"/>
                  </a:cubicBezTo>
                  <a:lnTo>
                    <a:pt x="1835" y="3184"/>
                  </a:lnTo>
                  <a:lnTo>
                    <a:pt x="1835" y="3083"/>
                  </a:lnTo>
                  <a:lnTo>
                    <a:pt x="1835" y="2828"/>
                  </a:lnTo>
                  <a:cubicBezTo>
                    <a:pt x="1867" y="2610"/>
                    <a:pt x="1766" y="2461"/>
                    <a:pt x="1665" y="2323"/>
                  </a:cubicBezTo>
                  <a:cubicBezTo>
                    <a:pt x="1346" y="1956"/>
                    <a:pt x="1043" y="1584"/>
                    <a:pt x="740" y="1212"/>
                  </a:cubicBezTo>
                  <a:cubicBezTo>
                    <a:pt x="570" y="994"/>
                    <a:pt x="405" y="792"/>
                    <a:pt x="219" y="574"/>
                  </a:cubicBezTo>
                  <a:cubicBezTo>
                    <a:pt x="203" y="558"/>
                    <a:pt x="187" y="521"/>
                    <a:pt x="166" y="505"/>
                  </a:cubicBezTo>
                  <a:cubicBezTo>
                    <a:pt x="102" y="457"/>
                    <a:pt x="33" y="404"/>
                    <a:pt x="65" y="303"/>
                  </a:cubicBezTo>
                  <a:cubicBezTo>
                    <a:pt x="102" y="202"/>
                    <a:pt x="65" y="118"/>
                    <a:pt x="49" y="53"/>
                  </a:cubicBezTo>
                  <a:cubicBezTo>
                    <a:pt x="49" y="37"/>
                    <a:pt x="49" y="17"/>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0"/>
            <p:cNvSpPr/>
            <p:nvPr/>
          </p:nvSpPr>
          <p:spPr>
            <a:xfrm>
              <a:off x="1792646" y="2718025"/>
              <a:ext cx="5364" cy="53437"/>
            </a:xfrm>
            <a:custGeom>
              <a:rect b="b" l="l" r="r" t="t"/>
              <a:pathLst>
                <a:path extrusionOk="0" h="538" w="54">
                  <a:moveTo>
                    <a:pt x="17" y="0"/>
                  </a:moveTo>
                  <a:cubicBezTo>
                    <a:pt x="1" y="85"/>
                    <a:pt x="1" y="186"/>
                    <a:pt x="17" y="271"/>
                  </a:cubicBezTo>
                  <a:cubicBezTo>
                    <a:pt x="17" y="356"/>
                    <a:pt x="17" y="436"/>
                    <a:pt x="1" y="521"/>
                  </a:cubicBezTo>
                  <a:lnTo>
                    <a:pt x="1" y="537"/>
                  </a:lnTo>
                  <a:lnTo>
                    <a:pt x="17" y="537"/>
                  </a:lnTo>
                  <a:lnTo>
                    <a:pt x="17" y="521"/>
                  </a:lnTo>
                  <a:cubicBezTo>
                    <a:pt x="33" y="436"/>
                    <a:pt x="33" y="356"/>
                    <a:pt x="33" y="271"/>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0"/>
            <p:cNvSpPr/>
            <p:nvPr/>
          </p:nvSpPr>
          <p:spPr>
            <a:xfrm>
              <a:off x="1183982" y="2643332"/>
              <a:ext cx="6953" cy="86413"/>
            </a:xfrm>
            <a:custGeom>
              <a:rect b="b" l="l" r="r" t="t"/>
              <a:pathLst>
                <a:path extrusionOk="0" h="870" w="70">
                  <a:moveTo>
                    <a:pt x="23" y="1"/>
                  </a:moveTo>
                  <a:cubicBezTo>
                    <a:pt x="21" y="1"/>
                    <a:pt x="21" y="5"/>
                    <a:pt x="21" y="13"/>
                  </a:cubicBezTo>
                  <a:cubicBezTo>
                    <a:pt x="1" y="13"/>
                    <a:pt x="1" y="13"/>
                    <a:pt x="1" y="29"/>
                  </a:cubicBezTo>
                  <a:cubicBezTo>
                    <a:pt x="37" y="61"/>
                    <a:pt x="37" y="114"/>
                    <a:pt x="37" y="146"/>
                  </a:cubicBezTo>
                  <a:lnTo>
                    <a:pt x="37" y="179"/>
                  </a:lnTo>
                  <a:lnTo>
                    <a:pt x="37" y="417"/>
                  </a:lnTo>
                  <a:cubicBezTo>
                    <a:pt x="37" y="566"/>
                    <a:pt x="21" y="720"/>
                    <a:pt x="53" y="853"/>
                  </a:cubicBezTo>
                  <a:lnTo>
                    <a:pt x="53" y="869"/>
                  </a:lnTo>
                  <a:cubicBezTo>
                    <a:pt x="69" y="869"/>
                    <a:pt x="69" y="853"/>
                    <a:pt x="69" y="853"/>
                  </a:cubicBezTo>
                  <a:cubicBezTo>
                    <a:pt x="53" y="704"/>
                    <a:pt x="53" y="566"/>
                    <a:pt x="53" y="417"/>
                  </a:cubicBezTo>
                  <a:cubicBezTo>
                    <a:pt x="53" y="348"/>
                    <a:pt x="69" y="263"/>
                    <a:pt x="53" y="179"/>
                  </a:cubicBezTo>
                  <a:lnTo>
                    <a:pt x="53" y="146"/>
                  </a:lnTo>
                  <a:cubicBezTo>
                    <a:pt x="53" y="98"/>
                    <a:pt x="53" y="61"/>
                    <a:pt x="37" y="13"/>
                  </a:cubicBezTo>
                  <a:cubicBezTo>
                    <a:pt x="29" y="5"/>
                    <a:pt x="25"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0"/>
            <p:cNvSpPr/>
            <p:nvPr/>
          </p:nvSpPr>
          <p:spPr>
            <a:xfrm>
              <a:off x="888292" y="3099135"/>
              <a:ext cx="3278" cy="93663"/>
            </a:xfrm>
            <a:custGeom>
              <a:rect b="b" l="l" r="r" t="t"/>
              <a:pathLst>
                <a:path extrusionOk="0" h="943" w="33">
                  <a:moveTo>
                    <a:pt x="0" y="1"/>
                  </a:moveTo>
                  <a:lnTo>
                    <a:pt x="0" y="17"/>
                  </a:lnTo>
                  <a:cubicBezTo>
                    <a:pt x="17" y="154"/>
                    <a:pt x="17" y="288"/>
                    <a:pt x="17" y="405"/>
                  </a:cubicBezTo>
                  <a:cubicBezTo>
                    <a:pt x="17" y="473"/>
                    <a:pt x="0" y="538"/>
                    <a:pt x="17" y="623"/>
                  </a:cubicBezTo>
                  <a:lnTo>
                    <a:pt x="17" y="825"/>
                  </a:lnTo>
                  <a:lnTo>
                    <a:pt x="17" y="926"/>
                  </a:lnTo>
                  <a:lnTo>
                    <a:pt x="17" y="942"/>
                  </a:lnTo>
                  <a:cubicBezTo>
                    <a:pt x="33" y="942"/>
                    <a:pt x="33" y="926"/>
                    <a:pt x="33" y="926"/>
                  </a:cubicBezTo>
                  <a:lnTo>
                    <a:pt x="33" y="825"/>
                  </a:lnTo>
                  <a:lnTo>
                    <a:pt x="33" y="607"/>
                  </a:lnTo>
                  <a:lnTo>
                    <a:pt x="33" y="405"/>
                  </a:lnTo>
                  <a:cubicBezTo>
                    <a:pt x="33" y="272"/>
                    <a:pt x="33" y="154"/>
                    <a:pt x="17" y="17"/>
                  </a:cubicBezTo>
                  <a:cubicBezTo>
                    <a:pt x="17" y="17"/>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0"/>
            <p:cNvSpPr/>
            <p:nvPr/>
          </p:nvSpPr>
          <p:spPr>
            <a:xfrm>
              <a:off x="1262647" y="3431774"/>
              <a:ext cx="147398" cy="142134"/>
            </a:xfrm>
            <a:custGeom>
              <a:rect b="b" l="l" r="r" t="t"/>
              <a:pathLst>
                <a:path extrusionOk="0" h="1431" w="1484">
                  <a:moveTo>
                    <a:pt x="1467" y="1"/>
                  </a:moveTo>
                  <a:cubicBezTo>
                    <a:pt x="1063" y="118"/>
                    <a:pt x="659" y="239"/>
                    <a:pt x="271" y="356"/>
                  </a:cubicBezTo>
                  <a:lnTo>
                    <a:pt x="255" y="356"/>
                  </a:lnTo>
                  <a:cubicBezTo>
                    <a:pt x="239" y="372"/>
                    <a:pt x="202" y="372"/>
                    <a:pt x="186" y="372"/>
                  </a:cubicBezTo>
                  <a:cubicBezTo>
                    <a:pt x="118" y="389"/>
                    <a:pt x="69" y="389"/>
                    <a:pt x="37" y="457"/>
                  </a:cubicBezTo>
                  <a:cubicBezTo>
                    <a:pt x="0" y="506"/>
                    <a:pt x="0" y="574"/>
                    <a:pt x="0" y="643"/>
                  </a:cubicBezTo>
                  <a:cubicBezTo>
                    <a:pt x="0" y="659"/>
                    <a:pt x="17" y="692"/>
                    <a:pt x="17" y="708"/>
                  </a:cubicBezTo>
                  <a:cubicBezTo>
                    <a:pt x="17" y="793"/>
                    <a:pt x="17" y="861"/>
                    <a:pt x="0" y="946"/>
                  </a:cubicBezTo>
                  <a:cubicBezTo>
                    <a:pt x="0" y="1095"/>
                    <a:pt x="0" y="1265"/>
                    <a:pt x="17" y="1431"/>
                  </a:cubicBezTo>
                  <a:lnTo>
                    <a:pt x="53" y="1431"/>
                  </a:lnTo>
                  <a:cubicBezTo>
                    <a:pt x="37" y="1265"/>
                    <a:pt x="37" y="1095"/>
                    <a:pt x="37" y="946"/>
                  </a:cubicBezTo>
                  <a:lnTo>
                    <a:pt x="37" y="708"/>
                  </a:lnTo>
                  <a:lnTo>
                    <a:pt x="37" y="643"/>
                  </a:lnTo>
                  <a:cubicBezTo>
                    <a:pt x="17" y="574"/>
                    <a:pt x="17" y="506"/>
                    <a:pt x="53" y="457"/>
                  </a:cubicBezTo>
                  <a:cubicBezTo>
                    <a:pt x="85" y="421"/>
                    <a:pt x="138" y="405"/>
                    <a:pt x="186" y="405"/>
                  </a:cubicBezTo>
                  <a:cubicBezTo>
                    <a:pt x="219" y="389"/>
                    <a:pt x="239" y="389"/>
                    <a:pt x="255" y="389"/>
                  </a:cubicBezTo>
                  <a:cubicBezTo>
                    <a:pt x="271" y="389"/>
                    <a:pt x="271" y="372"/>
                    <a:pt x="271" y="372"/>
                  </a:cubicBezTo>
                  <a:cubicBezTo>
                    <a:pt x="675" y="255"/>
                    <a:pt x="1079" y="138"/>
                    <a:pt x="1467" y="17"/>
                  </a:cubicBezTo>
                  <a:cubicBezTo>
                    <a:pt x="1483" y="17"/>
                    <a:pt x="1483" y="1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0"/>
            <p:cNvSpPr/>
            <p:nvPr/>
          </p:nvSpPr>
          <p:spPr>
            <a:xfrm>
              <a:off x="1762550" y="3602315"/>
              <a:ext cx="5364" cy="67144"/>
            </a:xfrm>
            <a:custGeom>
              <a:rect b="b" l="l" r="r" t="t"/>
              <a:pathLst>
                <a:path extrusionOk="0" h="676" w="54">
                  <a:moveTo>
                    <a:pt x="33" y="1"/>
                  </a:moveTo>
                  <a:cubicBezTo>
                    <a:pt x="17" y="118"/>
                    <a:pt x="17" y="219"/>
                    <a:pt x="17" y="320"/>
                  </a:cubicBezTo>
                  <a:lnTo>
                    <a:pt x="17" y="522"/>
                  </a:lnTo>
                  <a:lnTo>
                    <a:pt x="17" y="574"/>
                  </a:lnTo>
                  <a:cubicBezTo>
                    <a:pt x="17" y="607"/>
                    <a:pt x="17" y="643"/>
                    <a:pt x="1" y="659"/>
                  </a:cubicBezTo>
                  <a:cubicBezTo>
                    <a:pt x="1" y="675"/>
                    <a:pt x="1" y="675"/>
                    <a:pt x="17" y="675"/>
                  </a:cubicBezTo>
                  <a:lnTo>
                    <a:pt x="33" y="675"/>
                  </a:lnTo>
                  <a:cubicBezTo>
                    <a:pt x="53" y="643"/>
                    <a:pt x="53" y="607"/>
                    <a:pt x="53" y="574"/>
                  </a:cubicBezTo>
                  <a:cubicBezTo>
                    <a:pt x="33" y="558"/>
                    <a:pt x="33" y="542"/>
                    <a:pt x="33" y="522"/>
                  </a:cubicBezTo>
                  <a:cubicBezTo>
                    <a:pt x="53" y="457"/>
                    <a:pt x="53" y="388"/>
                    <a:pt x="33" y="320"/>
                  </a:cubicBezTo>
                  <a:cubicBezTo>
                    <a:pt x="33" y="219"/>
                    <a:pt x="33" y="118"/>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0"/>
            <p:cNvSpPr/>
            <p:nvPr/>
          </p:nvSpPr>
          <p:spPr>
            <a:xfrm>
              <a:off x="1518608" y="2686340"/>
              <a:ext cx="220799" cy="331050"/>
            </a:xfrm>
            <a:custGeom>
              <a:rect b="b" l="l" r="r" t="t"/>
              <a:pathLst>
                <a:path extrusionOk="0" h="3333" w="2223">
                  <a:moveTo>
                    <a:pt x="65" y="0"/>
                  </a:moveTo>
                  <a:cubicBezTo>
                    <a:pt x="33" y="32"/>
                    <a:pt x="33" y="85"/>
                    <a:pt x="33" y="117"/>
                  </a:cubicBezTo>
                  <a:lnTo>
                    <a:pt x="33" y="133"/>
                  </a:lnTo>
                  <a:cubicBezTo>
                    <a:pt x="33" y="186"/>
                    <a:pt x="49" y="218"/>
                    <a:pt x="49" y="250"/>
                  </a:cubicBezTo>
                  <a:cubicBezTo>
                    <a:pt x="49" y="335"/>
                    <a:pt x="49" y="436"/>
                    <a:pt x="33" y="521"/>
                  </a:cubicBezTo>
                  <a:cubicBezTo>
                    <a:pt x="1" y="824"/>
                    <a:pt x="150" y="1010"/>
                    <a:pt x="304" y="1180"/>
                  </a:cubicBezTo>
                  <a:cubicBezTo>
                    <a:pt x="506" y="1382"/>
                    <a:pt x="692" y="1600"/>
                    <a:pt x="857" y="1818"/>
                  </a:cubicBezTo>
                  <a:cubicBezTo>
                    <a:pt x="942" y="1919"/>
                    <a:pt x="1027" y="2004"/>
                    <a:pt x="1096" y="2105"/>
                  </a:cubicBezTo>
                  <a:lnTo>
                    <a:pt x="1245" y="2270"/>
                  </a:lnTo>
                  <a:cubicBezTo>
                    <a:pt x="1500" y="2593"/>
                    <a:pt x="1782" y="2913"/>
                    <a:pt x="2037" y="3232"/>
                  </a:cubicBezTo>
                  <a:cubicBezTo>
                    <a:pt x="2053" y="3232"/>
                    <a:pt x="2053" y="3232"/>
                    <a:pt x="2069" y="3248"/>
                  </a:cubicBezTo>
                  <a:cubicBezTo>
                    <a:pt x="2105" y="3280"/>
                    <a:pt x="2138" y="3333"/>
                    <a:pt x="2206" y="3333"/>
                  </a:cubicBezTo>
                  <a:lnTo>
                    <a:pt x="2223" y="3333"/>
                  </a:lnTo>
                  <a:cubicBezTo>
                    <a:pt x="2223" y="3317"/>
                    <a:pt x="2206" y="3317"/>
                    <a:pt x="2206" y="3317"/>
                  </a:cubicBezTo>
                  <a:cubicBezTo>
                    <a:pt x="2154" y="3317"/>
                    <a:pt x="2122" y="3264"/>
                    <a:pt x="2085" y="3232"/>
                  </a:cubicBezTo>
                  <a:lnTo>
                    <a:pt x="2069" y="3216"/>
                  </a:lnTo>
                  <a:cubicBezTo>
                    <a:pt x="1802" y="2896"/>
                    <a:pt x="1532" y="2573"/>
                    <a:pt x="1261" y="2254"/>
                  </a:cubicBezTo>
                  <a:lnTo>
                    <a:pt x="1112" y="2089"/>
                  </a:lnTo>
                  <a:cubicBezTo>
                    <a:pt x="1043" y="1988"/>
                    <a:pt x="958" y="1903"/>
                    <a:pt x="873" y="1802"/>
                  </a:cubicBezTo>
                  <a:cubicBezTo>
                    <a:pt x="708" y="1584"/>
                    <a:pt x="522" y="1361"/>
                    <a:pt x="320" y="1159"/>
                  </a:cubicBezTo>
                  <a:cubicBezTo>
                    <a:pt x="118" y="941"/>
                    <a:pt x="33" y="755"/>
                    <a:pt x="65" y="521"/>
                  </a:cubicBezTo>
                  <a:lnTo>
                    <a:pt x="65" y="250"/>
                  </a:lnTo>
                  <a:lnTo>
                    <a:pt x="65" y="133"/>
                  </a:lnTo>
                  <a:lnTo>
                    <a:pt x="65" y="117"/>
                  </a:lnTo>
                  <a:cubicBezTo>
                    <a:pt x="65" y="85"/>
                    <a:pt x="65" y="48"/>
                    <a:pt x="86" y="32"/>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0"/>
            <p:cNvSpPr/>
            <p:nvPr/>
          </p:nvSpPr>
          <p:spPr>
            <a:xfrm>
              <a:off x="1792646" y="2567547"/>
              <a:ext cx="5364" cy="55423"/>
            </a:xfrm>
            <a:custGeom>
              <a:rect b="b" l="l" r="r" t="t"/>
              <a:pathLst>
                <a:path extrusionOk="0" h="558" w="54">
                  <a:moveTo>
                    <a:pt x="17" y="0"/>
                  </a:moveTo>
                  <a:cubicBezTo>
                    <a:pt x="1" y="101"/>
                    <a:pt x="1" y="186"/>
                    <a:pt x="17" y="287"/>
                  </a:cubicBezTo>
                  <a:cubicBezTo>
                    <a:pt x="17" y="372"/>
                    <a:pt x="17" y="457"/>
                    <a:pt x="1" y="538"/>
                  </a:cubicBezTo>
                  <a:lnTo>
                    <a:pt x="1" y="558"/>
                  </a:lnTo>
                  <a:lnTo>
                    <a:pt x="17" y="558"/>
                  </a:lnTo>
                  <a:cubicBezTo>
                    <a:pt x="53" y="457"/>
                    <a:pt x="33" y="372"/>
                    <a:pt x="33" y="287"/>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0"/>
            <p:cNvSpPr/>
            <p:nvPr/>
          </p:nvSpPr>
          <p:spPr>
            <a:xfrm>
              <a:off x="1734143" y="3258055"/>
              <a:ext cx="175805" cy="255663"/>
            </a:xfrm>
            <a:custGeom>
              <a:rect b="b" l="l" r="r" t="t"/>
              <a:pathLst>
                <a:path extrusionOk="0" h="2574" w="1770">
                  <a:moveTo>
                    <a:pt x="69" y="1"/>
                  </a:moveTo>
                  <a:cubicBezTo>
                    <a:pt x="36" y="33"/>
                    <a:pt x="36" y="85"/>
                    <a:pt x="36" y="118"/>
                  </a:cubicBezTo>
                  <a:lnTo>
                    <a:pt x="36" y="134"/>
                  </a:lnTo>
                  <a:lnTo>
                    <a:pt x="36" y="235"/>
                  </a:lnTo>
                  <a:lnTo>
                    <a:pt x="36" y="437"/>
                  </a:lnTo>
                  <a:cubicBezTo>
                    <a:pt x="0" y="655"/>
                    <a:pt x="69" y="825"/>
                    <a:pt x="255" y="994"/>
                  </a:cubicBezTo>
                  <a:cubicBezTo>
                    <a:pt x="505" y="1245"/>
                    <a:pt x="760" y="1499"/>
                    <a:pt x="994" y="1750"/>
                  </a:cubicBezTo>
                  <a:cubicBezTo>
                    <a:pt x="1095" y="1851"/>
                    <a:pt x="1196" y="1968"/>
                    <a:pt x="1297" y="2069"/>
                  </a:cubicBezTo>
                  <a:cubicBezTo>
                    <a:pt x="1349" y="2105"/>
                    <a:pt x="1382" y="2154"/>
                    <a:pt x="1414" y="2190"/>
                  </a:cubicBezTo>
                  <a:cubicBezTo>
                    <a:pt x="1499" y="2271"/>
                    <a:pt x="1584" y="2372"/>
                    <a:pt x="1668" y="2441"/>
                  </a:cubicBezTo>
                  <a:cubicBezTo>
                    <a:pt x="1701" y="2457"/>
                    <a:pt x="1701" y="2493"/>
                    <a:pt x="1717" y="2525"/>
                  </a:cubicBezTo>
                  <a:cubicBezTo>
                    <a:pt x="1717" y="2542"/>
                    <a:pt x="1717" y="2558"/>
                    <a:pt x="1733" y="2574"/>
                  </a:cubicBezTo>
                  <a:lnTo>
                    <a:pt x="1753" y="2574"/>
                  </a:lnTo>
                  <a:cubicBezTo>
                    <a:pt x="1769" y="2574"/>
                    <a:pt x="1769" y="2574"/>
                    <a:pt x="1753" y="2558"/>
                  </a:cubicBezTo>
                  <a:cubicBezTo>
                    <a:pt x="1753" y="2542"/>
                    <a:pt x="1753" y="2525"/>
                    <a:pt x="1733" y="2509"/>
                  </a:cubicBezTo>
                  <a:cubicBezTo>
                    <a:pt x="1733" y="2473"/>
                    <a:pt x="1717" y="2441"/>
                    <a:pt x="1685" y="2424"/>
                  </a:cubicBezTo>
                  <a:cubicBezTo>
                    <a:pt x="1600" y="2340"/>
                    <a:pt x="1515" y="2255"/>
                    <a:pt x="1450" y="2170"/>
                  </a:cubicBezTo>
                  <a:cubicBezTo>
                    <a:pt x="1398" y="2138"/>
                    <a:pt x="1366" y="2089"/>
                    <a:pt x="1329" y="2053"/>
                  </a:cubicBezTo>
                  <a:cubicBezTo>
                    <a:pt x="1212" y="1936"/>
                    <a:pt x="1111" y="1835"/>
                    <a:pt x="1010" y="1734"/>
                  </a:cubicBezTo>
                  <a:cubicBezTo>
                    <a:pt x="776" y="1483"/>
                    <a:pt x="521" y="1212"/>
                    <a:pt x="271" y="978"/>
                  </a:cubicBezTo>
                  <a:cubicBezTo>
                    <a:pt x="85" y="808"/>
                    <a:pt x="36" y="655"/>
                    <a:pt x="53" y="453"/>
                  </a:cubicBezTo>
                  <a:cubicBezTo>
                    <a:pt x="69" y="372"/>
                    <a:pt x="69" y="304"/>
                    <a:pt x="69" y="235"/>
                  </a:cubicBezTo>
                  <a:cubicBezTo>
                    <a:pt x="53" y="203"/>
                    <a:pt x="53" y="170"/>
                    <a:pt x="53" y="134"/>
                  </a:cubicBezTo>
                  <a:lnTo>
                    <a:pt x="53" y="118"/>
                  </a:lnTo>
                  <a:cubicBezTo>
                    <a:pt x="53" y="85"/>
                    <a:pt x="53"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0"/>
            <p:cNvSpPr/>
            <p:nvPr/>
          </p:nvSpPr>
          <p:spPr>
            <a:xfrm>
              <a:off x="852932" y="1365417"/>
              <a:ext cx="363232" cy="326283"/>
            </a:xfrm>
            <a:custGeom>
              <a:rect b="b" l="l" r="r" t="t"/>
              <a:pathLst>
                <a:path extrusionOk="0" h="3285" w="3657">
                  <a:moveTo>
                    <a:pt x="3604" y="0"/>
                  </a:moveTo>
                  <a:lnTo>
                    <a:pt x="3604" y="17"/>
                  </a:lnTo>
                  <a:cubicBezTo>
                    <a:pt x="3621" y="37"/>
                    <a:pt x="3621" y="69"/>
                    <a:pt x="3621" y="101"/>
                  </a:cubicBezTo>
                  <a:lnTo>
                    <a:pt x="3621" y="138"/>
                  </a:lnTo>
                  <a:lnTo>
                    <a:pt x="3621" y="542"/>
                  </a:lnTo>
                  <a:lnTo>
                    <a:pt x="3621" y="962"/>
                  </a:lnTo>
                  <a:cubicBezTo>
                    <a:pt x="3621" y="1047"/>
                    <a:pt x="3604" y="1095"/>
                    <a:pt x="3520" y="1148"/>
                  </a:cubicBezTo>
                  <a:cubicBezTo>
                    <a:pt x="3051" y="1414"/>
                    <a:pt x="2578" y="1701"/>
                    <a:pt x="2122" y="1972"/>
                  </a:cubicBezTo>
                  <a:cubicBezTo>
                    <a:pt x="1770" y="2190"/>
                    <a:pt x="1383" y="2408"/>
                    <a:pt x="1011" y="2626"/>
                  </a:cubicBezTo>
                  <a:lnTo>
                    <a:pt x="760" y="2780"/>
                  </a:lnTo>
                  <a:cubicBezTo>
                    <a:pt x="542" y="2913"/>
                    <a:pt x="304" y="3067"/>
                    <a:pt x="70" y="3168"/>
                  </a:cubicBezTo>
                  <a:cubicBezTo>
                    <a:pt x="37" y="3200"/>
                    <a:pt x="1" y="3232"/>
                    <a:pt x="1" y="3269"/>
                  </a:cubicBezTo>
                  <a:cubicBezTo>
                    <a:pt x="1" y="3285"/>
                    <a:pt x="1" y="3285"/>
                    <a:pt x="21" y="3285"/>
                  </a:cubicBezTo>
                  <a:cubicBezTo>
                    <a:pt x="37" y="3248"/>
                    <a:pt x="54" y="3216"/>
                    <a:pt x="86" y="3200"/>
                  </a:cubicBezTo>
                  <a:cubicBezTo>
                    <a:pt x="324" y="3083"/>
                    <a:pt x="558" y="2945"/>
                    <a:pt x="777" y="2812"/>
                  </a:cubicBezTo>
                  <a:cubicBezTo>
                    <a:pt x="861" y="2764"/>
                    <a:pt x="946" y="2695"/>
                    <a:pt x="1031" y="2642"/>
                  </a:cubicBezTo>
                  <a:cubicBezTo>
                    <a:pt x="1399" y="2440"/>
                    <a:pt x="1770" y="2206"/>
                    <a:pt x="2142" y="1988"/>
                  </a:cubicBezTo>
                  <a:cubicBezTo>
                    <a:pt x="2594" y="1717"/>
                    <a:pt x="3067" y="1451"/>
                    <a:pt x="3536" y="1164"/>
                  </a:cubicBezTo>
                  <a:cubicBezTo>
                    <a:pt x="3637" y="1111"/>
                    <a:pt x="3657" y="1063"/>
                    <a:pt x="3657" y="962"/>
                  </a:cubicBezTo>
                  <a:lnTo>
                    <a:pt x="3657" y="542"/>
                  </a:lnTo>
                  <a:lnTo>
                    <a:pt x="3657" y="138"/>
                  </a:lnTo>
                  <a:lnTo>
                    <a:pt x="3657" y="101"/>
                  </a:lnTo>
                  <a:cubicBezTo>
                    <a:pt x="3657" y="69"/>
                    <a:pt x="3657" y="37"/>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0"/>
            <p:cNvSpPr/>
            <p:nvPr/>
          </p:nvSpPr>
          <p:spPr>
            <a:xfrm>
              <a:off x="1523475" y="1786753"/>
              <a:ext cx="177394" cy="378031"/>
            </a:xfrm>
            <a:custGeom>
              <a:rect b="b" l="l" r="r" t="t"/>
              <a:pathLst>
                <a:path extrusionOk="0" h="3806" w="1786">
                  <a:moveTo>
                    <a:pt x="69" y="0"/>
                  </a:moveTo>
                  <a:cubicBezTo>
                    <a:pt x="53" y="0"/>
                    <a:pt x="53" y="16"/>
                    <a:pt x="53" y="16"/>
                  </a:cubicBezTo>
                  <a:cubicBezTo>
                    <a:pt x="0" y="202"/>
                    <a:pt x="16" y="339"/>
                    <a:pt x="117" y="473"/>
                  </a:cubicBezTo>
                  <a:cubicBezTo>
                    <a:pt x="271" y="691"/>
                    <a:pt x="420" y="925"/>
                    <a:pt x="558" y="1147"/>
                  </a:cubicBezTo>
                  <a:cubicBezTo>
                    <a:pt x="590" y="1212"/>
                    <a:pt x="622" y="1264"/>
                    <a:pt x="659" y="1313"/>
                  </a:cubicBezTo>
                  <a:cubicBezTo>
                    <a:pt x="776" y="1483"/>
                    <a:pt x="877" y="1668"/>
                    <a:pt x="994" y="1818"/>
                  </a:cubicBezTo>
                  <a:cubicBezTo>
                    <a:pt x="1026" y="1870"/>
                    <a:pt x="1063" y="1919"/>
                    <a:pt x="1095" y="1971"/>
                  </a:cubicBezTo>
                  <a:cubicBezTo>
                    <a:pt x="1196" y="2137"/>
                    <a:pt x="1297" y="2307"/>
                    <a:pt x="1414" y="2476"/>
                  </a:cubicBezTo>
                  <a:lnTo>
                    <a:pt x="1717" y="2929"/>
                  </a:lnTo>
                  <a:cubicBezTo>
                    <a:pt x="1733" y="2981"/>
                    <a:pt x="1753" y="3030"/>
                    <a:pt x="1753" y="3082"/>
                  </a:cubicBezTo>
                  <a:cubicBezTo>
                    <a:pt x="1770" y="3300"/>
                    <a:pt x="1770" y="3519"/>
                    <a:pt x="1770" y="3737"/>
                  </a:cubicBezTo>
                  <a:cubicBezTo>
                    <a:pt x="1770" y="3737"/>
                    <a:pt x="1753" y="3753"/>
                    <a:pt x="1753" y="3773"/>
                  </a:cubicBezTo>
                  <a:cubicBezTo>
                    <a:pt x="1733" y="3773"/>
                    <a:pt x="1733" y="3773"/>
                    <a:pt x="1733" y="3789"/>
                  </a:cubicBezTo>
                  <a:lnTo>
                    <a:pt x="1733" y="3805"/>
                  </a:lnTo>
                  <a:lnTo>
                    <a:pt x="1753" y="3805"/>
                  </a:lnTo>
                  <a:lnTo>
                    <a:pt x="1753" y="3789"/>
                  </a:lnTo>
                  <a:lnTo>
                    <a:pt x="1770" y="3773"/>
                  </a:lnTo>
                  <a:cubicBezTo>
                    <a:pt x="1786" y="3773"/>
                    <a:pt x="1786" y="3753"/>
                    <a:pt x="1786" y="3737"/>
                  </a:cubicBezTo>
                  <a:lnTo>
                    <a:pt x="1786" y="3082"/>
                  </a:lnTo>
                  <a:cubicBezTo>
                    <a:pt x="1786" y="3014"/>
                    <a:pt x="1770" y="2965"/>
                    <a:pt x="1733" y="2913"/>
                  </a:cubicBezTo>
                  <a:lnTo>
                    <a:pt x="1430" y="2460"/>
                  </a:lnTo>
                  <a:cubicBezTo>
                    <a:pt x="1329" y="2291"/>
                    <a:pt x="1212" y="2121"/>
                    <a:pt x="1111" y="1955"/>
                  </a:cubicBezTo>
                  <a:cubicBezTo>
                    <a:pt x="1079" y="1903"/>
                    <a:pt x="1047" y="1854"/>
                    <a:pt x="1010" y="1818"/>
                  </a:cubicBezTo>
                  <a:cubicBezTo>
                    <a:pt x="909" y="1652"/>
                    <a:pt x="792" y="1483"/>
                    <a:pt x="691" y="1313"/>
                  </a:cubicBezTo>
                  <a:cubicBezTo>
                    <a:pt x="659" y="1248"/>
                    <a:pt x="606" y="1196"/>
                    <a:pt x="574" y="1147"/>
                  </a:cubicBezTo>
                  <a:cubicBezTo>
                    <a:pt x="441" y="909"/>
                    <a:pt x="303" y="675"/>
                    <a:pt x="138" y="457"/>
                  </a:cubicBezTo>
                  <a:cubicBezTo>
                    <a:pt x="37" y="303"/>
                    <a:pt x="37" y="170"/>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0"/>
            <p:cNvSpPr/>
            <p:nvPr/>
          </p:nvSpPr>
          <p:spPr>
            <a:xfrm>
              <a:off x="1792646" y="2244940"/>
              <a:ext cx="5364" cy="65058"/>
            </a:xfrm>
            <a:custGeom>
              <a:rect b="b" l="l" r="r" t="t"/>
              <a:pathLst>
                <a:path extrusionOk="0" h="655" w="54">
                  <a:moveTo>
                    <a:pt x="33" y="0"/>
                  </a:moveTo>
                  <a:cubicBezTo>
                    <a:pt x="33" y="0"/>
                    <a:pt x="17" y="0"/>
                    <a:pt x="17" y="17"/>
                  </a:cubicBezTo>
                  <a:cubicBezTo>
                    <a:pt x="1" y="118"/>
                    <a:pt x="1" y="219"/>
                    <a:pt x="17" y="303"/>
                  </a:cubicBezTo>
                  <a:lnTo>
                    <a:pt x="17" y="505"/>
                  </a:lnTo>
                  <a:cubicBezTo>
                    <a:pt x="1" y="521"/>
                    <a:pt x="17" y="521"/>
                    <a:pt x="17" y="538"/>
                  </a:cubicBezTo>
                  <a:cubicBezTo>
                    <a:pt x="17" y="574"/>
                    <a:pt x="17" y="606"/>
                    <a:pt x="1" y="622"/>
                  </a:cubicBezTo>
                  <a:lnTo>
                    <a:pt x="1" y="639"/>
                  </a:lnTo>
                  <a:lnTo>
                    <a:pt x="17" y="655"/>
                  </a:lnTo>
                  <a:lnTo>
                    <a:pt x="17" y="639"/>
                  </a:lnTo>
                  <a:cubicBezTo>
                    <a:pt x="53" y="606"/>
                    <a:pt x="33" y="574"/>
                    <a:pt x="33" y="538"/>
                  </a:cubicBezTo>
                  <a:lnTo>
                    <a:pt x="33" y="505"/>
                  </a:lnTo>
                  <a:lnTo>
                    <a:pt x="33" y="303"/>
                  </a:lnTo>
                  <a:cubicBezTo>
                    <a:pt x="33" y="219"/>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0"/>
            <p:cNvSpPr/>
            <p:nvPr/>
          </p:nvSpPr>
          <p:spPr>
            <a:xfrm>
              <a:off x="1133823" y="2833540"/>
              <a:ext cx="6953" cy="93564"/>
            </a:xfrm>
            <a:custGeom>
              <a:rect b="b" l="l" r="r" t="t"/>
              <a:pathLst>
                <a:path extrusionOk="0" h="942" w="70">
                  <a:moveTo>
                    <a:pt x="21" y="1"/>
                  </a:moveTo>
                  <a:cubicBezTo>
                    <a:pt x="21" y="17"/>
                    <a:pt x="1" y="17"/>
                    <a:pt x="1" y="17"/>
                  </a:cubicBezTo>
                  <a:cubicBezTo>
                    <a:pt x="37" y="182"/>
                    <a:pt x="21" y="336"/>
                    <a:pt x="21" y="485"/>
                  </a:cubicBezTo>
                  <a:lnTo>
                    <a:pt x="21" y="772"/>
                  </a:lnTo>
                  <a:lnTo>
                    <a:pt x="21" y="809"/>
                  </a:lnTo>
                  <a:cubicBezTo>
                    <a:pt x="21" y="857"/>
                    <a:pt x="21" y="889"/>
                    <a:pt x="53" y="942"/>
                  </a:cubicBezTo>
                  <a:lnTo>
                    <a:pt x="69" y="942"/>
                  </a:lnTo>
                  <a:lnTo>
                    <a:pt x="69" y="910"/>
                  </a:lnTo>
                  <a:cubicBezTo>
                    <a:pt x="53" y="889"/>
                    <a:pt x="53" y="857"/>
                    <a:pt x="53" y="809"/>
                  </a:cubicBezTo>
                  <a:lnTo>
                    <a:pt x="53" y="772"/>
                  </a:lnTo>
                  <a:lnTo>
                    <a:pt x="53" y="485"/>
                  </a:lnTo>
                  <a:cubicBezTo>
                    <a:pt x="53" y="336"/>
                    <a:pt x="53" y="166"/>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0"/>
            <p:cNvSpPr/>
            <p:nvPr/>
          </p:nvSpPr>
          <p:spPr>
            <a:xfrm>
              <a:off x="1140676" y="1460868"/>
              <a:ext cx="5264" cy="53536"/>
            </a:xfrm>
            <a:custGeom>
              <a:rect b="b" l="l" r="r" t="t"/>
              <a:pathLst>
                <a:path extrusionOk="0" h="539" w="53">
                  <a:moveTo>
                    <a:pt x="17" y="1"/>
                  </a:moveTo>
                  <a:lnTo>
                    <a:pt x="0" y="17"/>
                  </a:lnTo>
                  <a:cubicBezTo>
                    <a:pt x="17" y="86"/>
                    <a:pt x="17" y="166"/>
                    <a:pt x="0" y="235"/>
                  </a:cubicBezTo>
                  <a:cubicBezTo>
                    <a:pt x="0" y="336"/>
                    <a:pt x="0" y="437"/>
                    <a:pt x="17" y="538"/>
                  </a:cubicBezTo>
                  <a:lnTo>
                    <a:pt x="33" y="538"/>
                  </a:lnTo>
                  <a:cubicBezTo>
                    <a:pt x="53" y="538"/>
                    <a:pt x="53" y="538"/>
                    <a:pt x="53" y="522"/>
                  </a:cubicBezTo>
                  <a:cubicBezTo>
                    <a:pt x="17" y="437"/>
                    <a:pt x="33" y="336"/>
                    <a:pt x="33" y="235"/>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a:off x="574127" y="3373172"/>
              <a:ext cx="4867" cy="68733"/>
            </a:xfrm>
            <a:custGeom>
              <a:rect b="b" l="l" r="r" t="t"/>
              <a:pathLst>
                <a:path extrusionOk="0" h="692" w="49">
                  <a:moveTo>
                    <a:pt x="17" y="1"/>
                  </a:moveTo>
                  <a:cubicBezTo>
                    <a:pt x="0" y="1"/>
                    <a:pt x="0" y="21"/>
                    <a:pt x="0" y="21"/>
                  </a:cubicBezTo>
                  <a:cubicBezTo>
                    <a:pt x="17" y="154"/>
                    <a:pt x="17" y="304"/>
                    <a:pt x="17" y="441"/>
                  </a:cubicBezTo>
                  <a:lnTo>
                    <a:pt x="17" y="676"/>
                  </a:lnTo>
                  <a:cubicBezTo>
                    <a:pt x="17" y="692"/>
                    <a:pt x="17" y="692"/>
                    <a:pt x="33" y="692"/>
                  </a:cubicBezTo>
                  <a:lnTo>
                    <a:pt x="33" y="676"/>
                  </a:lnTo>
                  <a:lnTo>
                    <a:pt x="33" y="441"/>
                  </a:lnTo>
                  <a:cubicBezTo>
                    <a:pt x="33" y="288"/>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0"/>
            <p:cNvSpPr/>
            <p:nvPr/>
          </p:nvSpPr>
          <p:spPr>
            <a:xfrm>
              <a:off x="1379851" y="2744842"/>
              <a:ext cx="6853" cy="85221"/>
            </a:xfrm>
            <a:custGeom>
              <a:rect b="b" l="l" r="r" t="t"/>
              <a:pathLst>
                <a:path extrusionOk="0" h="858" w="69">
                  <a:moveTo>
                    <a:pt x="0" y="1"/>
                  </a:moveTo>
                  <a:lnTo>
                    <a:pt x="0" y="187"/>
                  </a:lnTo>
                  <a:lnTo>
                    <a:pt x="0" y="671"/>
                  </a:lnTo>
                  <a:cubicBezTo>
                    <a:pt x="0" y="740"/>
                    <a:pt x="16" y="793"/>
                    <a:pt x="32" y="841"/>
                  </a:cubicBezTo>
                  <a:lnTo>
                    <a:pt x="49" y="857"/>
                  </a:lnTo>
                  <a:cubicBezTo>
                    <a:pt x="49" y="857"/>
                    <a:pt x="69" y="841"/>
                    <a:pt x="49" y="841"/>
                  </a:cubicBezTo>
                  <a:cubicBezTo>
                    <a:pt x="32" y="793"/>
                    <a:pt x="32" y="740"/>
                    <a:pt x="32" y="671"/>
                  </a:cubicBezTo>
                  <a:lnTo>
                    <a:pt x="32" y="187"/>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0"/>
            <p:cNvSpPr/>
            <p:nvPr/>
          </p:nvSpPr>
          <p:spPr>
            <a:xfrm>
              <a:off x="1841216" y="3672538"/>
              <a:ext cx="4966" cy="61879"/>
            </a:xfrm>
            <a:custGeom>
              <a:rect b="b" l="l" r="r" t="t"/>
              <a:pathLst>
                <a:path extrusionOk="0" h="623" w="50">
                  <a:moveTo>
                    <a:pt x="33" y="1"/>
                  </a:moveTo>
                  <a:cubicBezTo>
                    <a:pt x="33" y="1"/>
                    <a:pt x="17" y="1"/>
                    <a:pt x="17" y="17"/>
                  </a:cubicBezTo>
                  <a:cubicBezTo>
                    <a:pt x="1" y="138"/>
                    <a:pt x="1" y="271"/>
                    <a:pt x="1" y="388"/>
                  </a:cubicBezTo>
                  <a:cubicBezTo>
                    <a:pt x="17" y="457"/>
                    <a:pt x="17" y="542"/>
                    <a:pt x="1" y="606"/>
                  </a:cubicBezTo>
                  <a:cubicBezTo>
                    <a:pt x="1" y="623"/>
                    <a:pt x="17" y="623"/>
                    <a:pt x="17" y="623"/>
                  </a:cubicBezTo>
                  <a:cubicBezTo>
                    <a:pt x="33" y="623"/>
                    <a:pt x="33" y="623"/>
                    <a:pt x="33" y="606"/>
                  </a:cubicBezTo>
                  <a:lnTo>
                    <a:pt x="33" y="388"/>
                  </a:lnTo>
                  <a:cubicBezTo>
                    <a:pt x="33" y="271"/>
                    <a:pt x="33" y="13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0"/>
            <p:cNvSpPr/>
            <p:nvPr/>
          </p:nvSpPr>
          <p:spPr>
            <a:xfrm>
              <a:off x="1944712" y="3348341"/>
              <a:ext cx="6953" cy="57112"/>
            </a:xfrm>
            <a:custGeom>
              <a:rect b="b" l="l" r="r" t="t"/>
              <a:pathLst>
                <a:path extrusionOk="0" h="575" w="70">
                  <a:moveTo>
                    <a:pt x="37" y="0"/>
                  </a:moveTo>
                  <a:cubicBezTo>
                    <a:pt x="17" y="101"/>
                    <a:pt x="17" y="186"/>
                    <a:pt x="17" y="287"/>
                  </a:cubicBezTo>
                  <a:cubicBezTo>
                    <a:pt x="17" y="372"/>
                    <a:pt x="17" y="453"/>
                    <a:pt x="1" y="554"/>
                  </a:cubicBezTo>
                  <a:lnTo>
                    <a:pt x="17" y="574"/>
                  </a:lnTo>
                  <a:lnTo>
                    <a:pt x="37" y="554"/>
                  </a:lnTo>
                  <a:cubicBezTo>
                    <a:pt x="53" y="473"/>
                    <a:pt x="53" y="372"/>
                    <a:pt x="53" y="287"/>
                  </a:cubicBezTo>
                  <a:cubicBezTo>
                    <a:pt x="37" y="186"/>
                    <a:pt x="37" y="101"/>
                    <a:pt x="53" y="17"/>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0"/>
            <p:cNvSpPr/>
            <p:nvPr/>
          </p:nvSpPr>
          <p:spPr>
            <a:xfrm>
              <a:off x="851343" y="2438723"/>
              <a:ext cx="356477" cy="264502"/>
            </a:xfrm>
            <a:custGeom>
              <a:rect b="b" l="l" r="r" t="t"/>
              <a:pathLst>
                <a:path extrusionOk="0" h="2663" w="3589">
                  <a:moveTo>
                    <a:pt x="3572" y="1"/>
                  </a:moveTo>
                  <a:cubicBezTo>
                    <a:pt x="3386" y="53"/>
                    <a:pt x="3200" y="154"/>
                    <a:pt x="3031" y="219"/>
                  </a:cubicBezTo>
                  <a:cubicBezTo>
                    <a:pt x="2946" y="271"/>
                    <a:pt x="2881" y="304"/>
                    <a:pt x="2796" y="340"/>
                  </a:cubicBezTo>
                  <a:cubicBezTo>
                    <a:pt x="2324" y="542"/>
                    <a:pt x="1835" y="776"/>
                    <a:pt x="1382" y="978"/>
                  </a:cubicBezTo>
                  <a:cubicBezTo>
                    <a:pt x="1229" y="1047"/>
                    <a:pt x="1079" y="1111"/>
                    <a:pt x="926" y="1180"/>
                  </a:cubicBezTo>
                  <a:cubicBezTo>
                    <a:pt x="623" y="1330"/>
                    <a:pt x="340" y="1451"/>
                    <a:pt x="86" y="1584"/>
                  </a:cubicBezTo>
                  <a:lnTo>
                    <a:pt x="70" y="1584"/>
                  </a:lnTo>
                  <a:cubicBezTo>
                    <a:pt x="37" y="1600"/>
                    <a:pt x="1" y="1616"/>
                    <a:pt x="1" y="1669"/>
                  </a:cubicBezTo>
                  <a:lnTo>
                    <a:pt x="1" y="2259"/>
                  </a:lnTo>
                  <a:lnTo>
                    <a:pt x="1" y="2594"/>
                  </a:lnTo>
                  <a:cubicBezTo>
                    <a:pt x="1" y="2610"/>
                    <a:pt x="17" y="2626"/>
                    <a:pt x="17" y="2626"/>
                  </a:cubicBezTo>
                  <a:lnTo>
                    <a:pt x="37" y="2642"/>
                  </a:lnTo>
                  <a:lnTo>
                    <a:pt x="37" y="2663"/>
                  </a:lnTo>
                  <a:lnTo>
                    <a:pt x="53" y="2663"/>
                  </a:lnTo>
                  <a:lnTo>
                    <a:pt x="53" y="2642"/>
                  </a:lnTo>
                  <a:lnTo>
                    <a:pt x="53" y="2626"/>
                  </a:lnTo>
                  <a:cubicBezTo>
                    <a:pt x="37" y="2610"/>
                    <a:pt x="37" y="2594"/>
                    <a:pt x="37" y="2594"/>
                  </a:cubicBezTo>
                  <a:lnTo>
                    <a:pt x="37" y="2259"/>
                  </a:lnTo>
                  <a:lnTo>
                    <a:pt x="37" y="1669"/>
                  </a:lnTo>
                  <a:cubicBezTo>
                    <a:pt x="17" y="1633"/>
                    <a:pt x="53" y="1616"/>
                    <a:pt x="70" y="1616"/>
                  </a:cubicBezTo>
                  <a:lnTo>
                    <a:pt x="86" y="1600"/>
                  </a:lnTo>
                  <a:cubicBezTo>
                    <a:pt x="356" y="1483"/>
                    <a:pt x="643" y="1350"/>
                    <a:pt x="946" y="1212"/>
                  </a:cubicBezTo>
                  <a:cubicBezTo>
                    <a:pt x="1096" y="1148"/>
                    <a:pt x="1249" y="1079"/>
                    <a:pt x="1382" y="1010"/>
                  </a:cubicBezTo>
                  <a:cubicBezTo>
                    <a:pt x="1855" y="792"/>
                    <a:pt x="2324" y="574"/>
                    <a:pt x="2812" y="356"/>
                  </a:cubicBezTo>
                  <a:cubicBezTo>
                    <a:pt x="2881" y="320"/>
                    <a:pt x="2966" y="287"/>
                    <a:pt x="3031" y="255"/>
                  </a:cubicBezTo>
                  <a:cubicBezTo>
                    <a:pt x="3216" y="170"/>
                    <a:pt x="3386" y="85"/>
                    <a:pt x="3572" y="17"/>
                  </a:cubicBezTo>
                  <a:cubicBezTo>
                    <a:pt x="3588" y="17"/>
                    <a:pt x="3588" y="17"/>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0"/>
            <p:cNvSpPr/>
            <p:nvPr/>
          </p:nvSpPr>
          <p:spPr>
            <a:xfrm>
              <a:off x="852932" y="1525926"/>
              <a:ext cx="361245" cy="341181"/>
            </a:xfrm>
            <a:custGeom>
              <a:rect b="b" l="l" r="r" t="t"/>
              <a:pathLst>
                <a:path extrusionOk="0" h="3435" w="3637">
                  <a:moveTo>
                    <a:pt x="3604" y="0"/>
                  </a:moveTo>
                  <a:cubicBezTo>
                    <a:pt x="3588" y="69"/>
                    <a:pt x="3536" y="85"/>
                    <a:pt x="3471" y="117"/>
                  </a:cubicBezTo>
                  <a:cubicBezTo>
                    <a:pt x="3455" y="117"/>
                    <a:pt x="3435" y="138"/>
                    <a:pt x="3402" y="138"/>
                  </a:cubicBezTo>
                  <a:cubicBezTo>
                    <a:pt x="3152" y="303"/>
                    <a:pt x="2865" y="457"/>
                    <a:pt x="2594" y="590"/>
                  </a:cubicBezTo>
                  <a:cubicBezTo>
                    <a:pt x="2409" y="691"/>
                    <a:pt x="2223" y="792"/>
                    <a:pt x="2041" y="909"/>
                  </a:cubicBezTo>
                  <a:cubicBezTo>
                    <a:pt x="1787" y="1047"/>
                    <a:pt x="1516" y="1196"/>
                    <a:pt x="1282" y="1350"/>
                  </a:cubicBezTo>
                  <a:cubicBezTo>
                    <a:pt x="1096" y="1451"/>
                    <a:pt x="930" y="1552"/>
                    <a:pt x="744" y="1653"/>
                  </a:cubicBezTo>
                  <a:cubicBezTo>
                    <a:pt x="591" y="1733"/>
                    <a:pt x="389" y="1854"/>
                    <a:pt x="187" y="1955"/>
                  </a:cubicBezTo>
                  <a:cubicBezTo>
                    <a:pt x="54" y="2020"/>
                    <a:pt x="1" y="2105"/>
                    <a:pt x="21" y="2238"/>
                  </a:cubicBezTo>
                  <a:lnTo>
                    <a:pt x="21" y="2711"/>
                  </a:lnTo>
                  <a:cubicBezTo>
                    <a:pt x="21" y="2929"/>
                    <a:pt x="1" y="3131"/>
                    <a:pt x="37" y="3349"/>
                  </a:cubicBezTo>
                  <a:cubicBezTo>
                    <a:pt x="37" y="3369"/>
                    <a:pt x="21" y="3369"/>
                    <a:pt x="21" y="3386"/>
                  </a:cubicBezTo>
                  <a:cubicBezTo>
                    <a:pt x="21" y="3402"/>
                    <a:pt x="1" y="3402"/>
                    <a:pt x="1" y="3418"/>
                  </a:cubicBezTo>
                  <a:lnTo>
                    <a:pt x="1" y="3434"/>
                  </a:lnTo>
                  <a:lnTo>
                    <a:pt x="21" y="3434"/>
                  </a:lnTo>
                  <a:lnTo>
                    <a:pt x="21" y="3418"/>
                  </a:lnTo>
                  <a:cubicBezTo>
                    <a:pt x="37" y="3418"/>
                    <a:pt x="37" y="3402"/>
                    <a:pt x="37" y="3402"/>
                  </a:cubicBezTo>
                  <a:cubicBezTo>
                    <a:pt x="54" y="3386"/>
                    <a:pt x="70" y="3369"/>
                    <a:pt x="54" y="3349"/>
                  </a:cubicBezTo>
                  <a:cubicBezTo>
                    <a:pt x="37" y="3131"/>
                    <a:pt x="37" y="2929"/>
                    <a:pt x="37" y="2711"/>
                  </a:cubicBezTo>
                  <a:cubicBezTo>
                    <a:pt x="37" y="2561"/>
                    <a:pt x="54" y="2392"/>
                    <a:pt x="37" y="2238"/>
                  </a:cubicBezTo>
                  <a:cubicBezTo>
                    <a:pt x="37" y="2121"/>
                    <a:pt x="70" y="2036"/>
                    <a:pt x="187" y="1988"/>
                  </a:cubicBezTo>
                  <a:cubicBezTo>
                    <a:pt x="405" y="1871"/>
                    <a:pt x="591" y="1770"/>
                    <a:pt x="760" y="1669"/>
                  </a:cubicBezTo>
                  <a:cubicBezTo>
                    <a:pt x="946" y="1568"/>
                    <a:pt x="1112" y="1467"/>
                    <a:pt x="1282" y="1366"/>
                  </a:cubicBezTo>
                  <a:cubicBezTo>
                    <a:pt x="1536" y="1228"/>
                    <a:pt x="1787" y="1079"/>
                    <a:pt x="2057" y="925"/>
                  </a:cubicBezTo>
                  <a:cubicBezTo>
                    <a:pt x="2243" y="824"/>
                    <a:pt x="2425" y="723"/>
                    <a:pt x="2611" y="622"/>
                  </a:cubicBezTo>
                  <a:cubicBezTo>
                    <a:pt x="2881" y="473"/>
                    <a:pt x="3152" y="319"/>
                    <a:pt x="3419" y="170"/>
                  </a:cubicBezTo>
                  <a:cubicBezTo>
                    <a:pt x="3435" y="154"/>
                    <a:pt x="3471" y="154"/>
                    <a:pt x="3487" y="138"/>
                  </a:cubicBezTo>
                  <a:cubicBezTo>
                    <a:pt x="3536" y="117"/>
                    <a:pt x="3604" y="85"/>
                    <a:pt x="3637" y="16"/>
                  </a:cubicBezTo>
                  <a:cubicBezTo>
                    <a:pt x="3637" y="0"/>
                    <a:pt x="3637" y="0"/>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0"/>
            <p:cNvSpPr/>
            <p:nvPr/>
          </p:nvSpPr>
          <p:spPr>
            <a:xfrm>
              <a:off x="794827" y="1795097"/>
              <a:ext cx="4867" cy="93663"/>
            </a:xfrm>
            <a:custGeom>
              <a:rect b="b" l="l" r="r" t="t"/>
              <a:pathLst>
                <a:path extrusionOk="0" h="943" w="49">
                  <a:moveTo>
                    <a:pt x="0" y="1"/>
                  </a:moveTo>
                  <a:lnTo>
                    <a:pt x="0" y="17"/>
                  </a:lnTo>
                  <a:cubicBezTo>
                    <a:pt x="16" y="134"/>
                    <a:pt x="16" y="255"/>
                    <a:pt x="0" y="373"/>
                  </a:cubicBezTo>
                  <a:lnTo>
                    <a:pt x="0" y="591"/>
                  </a:lnTo>
                  <a:cubicBezTo>
                    <a:pt x="16" y="623"/>
                    <a:pt x="0" y="659"/>
                    <a:pt x="0" y="708"/>
                  </a:cubicBezTo>
                  <a:cubicBezTo>
                    <a:pt x="0" y="777"/>
                    <a:pt x="0" y="861"/>
                    <a:pt x="16" y="926"/>
                  </a:cubicBezTo>
                  <a:lnTo>
                    <a:pt x="33" y="942"/>
                  </a:lnTo>
                  <a:lnTo>
                    <a:pt x="49" y="926"/>
                  </a:lnTo>
                  <a:cubicBezTo>
                    <a:pt x="33" y="841"/>
                    <a:pt x="33" y="777"/>
                    <a:pt x="33" y="708"/>
                  </a:cubicBezTo>
                  <a:lnTo>
                    <a:pt x="33" y="591"/>
                  </a:lnTo>
                  <a:lnTo>
                    <a:pt x="33" y="373"/>
                  </a:lnTo>
                  <a:cubicBezTo>
                    <a:pt x="33" y="255"/>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1202457" y="3670253"/>
              <a:ext cx="3675" cy="64164"/>
            </a:xfrm>
            <a:custGeom>
              <a:rect b="b" l="l" r="r" t="t"/>
              <a:pathLst>
                <a:path extrusionOk="0" h="646" w="37">
                  <a:moveTo>
                    <a:pt x="12" y="0"/>
                  </a:moveTo>
                  <a:cubicBezTo>
                    <a:pt x="10" y="0"/>
                    <a:pt x="6" y="2"/>
                    <a:pt x="1" y="7"/>
                  </a:cubicBezTo>
                  <a:cubicBezTo>
                    <a:pt x="17" y="141"/>
                    <a:pt x="17" y="278"/>
                    <a:pt x="1" y="395"/>
                  </a:cubicBezTo>
                  <a:lnTo>
                    <a:pt x="1" y="629"/>
                  </a:lnTo>
                  <a:cubicBezTo>
                    <a:pt x="1" y="646"/>
                    <a:pt x="17" y="646"/>
                    <a:pt x="17" y="646"/>
                  </a:cubicBezTo>
                  <a:cubicBezTo>
                    <a:pt x="37" y="646"/>
                    <a:pt x="37" y="646"/>
                    <a:pt x="37" y="629"/>
                  </a:cubicBezTo>
                  <a:lnTo>
                    <a:pt x="37" y="395"/>
                  </a:lnTo>
                  <a:cubicBezTo>
                    <a:pt x="37" y="278"/>
                    <a:pt x="37" y="141"/>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574127" y="2452330"/>
              <a:ext cx="4867" cy="51947"/>
            </a:xfrm>
            <a:custGeom>
              <a:rect b="b" l="l" r="r" t="t"/>
              <a:pathLst>
                <a:path extrusionOk="0" h="523" w="49">
                  <a:moveTo>
                    <a:pt x="17" y="1"/>
                  </a:moveTo>
                  <a:lnTo>
                    <a:pt x="17" y="17"/>
                  </a:lnTo>
                  <a:lnTo>
                    <a:pt x="17" y="183"/>
                  </a:lnTo>
                  <a:cubicBezTo>
                    <a:pt x="17" y="304"/>
                    <a:pt x="0" y="405"/>
                    <a:pt x="33" y="506"/>
                  </a:cubicBezTo>
                  <a:lnTo>
                    <a:pt x="33" y="522"/>
                  </a:lnTo>
                  <a:cubicBezTo>
                    <a:pt x="49" y="522"/>
                    <a:pt x="49" y="506"/>
                    <a:pt x="49" y="506"/>
                  </a:cubicBezTo>
                  <a:cubicBezTo>
                    <a:pt x="33" y="405"/>
                    <a:pt x="33" y="304"/>
                    <a:pt x="33" y="183"/>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1137498" y="2153064"/>
              <a:ext cx="4867" cy="86711"/>
            </a:xfrm>
            <a:custGeom>
              <a:rect b="b" l="l" r="r" t="t"/>
              <a:pathLst>
                <a:path extrusionOk="0" h="873" w="49">
                  <a:moveTo>
                    <a:pt x="16" y="0"/>
                  </a:moveTo>
                  <a:lnTo>
                    <a:pt x="0" y="16"/>
                  </a:lnTo>
                  <a:cubicBezTo>
                    <a:pt x="16" y="202"/>
                    <a:pt x="16" y="368"/>
                    <a:pt x="16" y="538"/>
                  </a:cubicBezTo>
                  <a:lnTo>
                    <a:pt x="16" y="857"/>
                  </a:lnTo>
                  <a:cubicBezTo>
                    <a:pt x="16" y="857"/>
                    <a:pt x="16" y="873"/>
                    <a:pt x="32" y="873"/>
                  </a:cubicBezTo>
                  <a:lnTo>
                    <a:pt x="32" y="857"/>
                  </a:lnTo>
                  <a:lnTo>
                    <a:pt x="32" y="538"/>
                  </a:lnTo>
                  <a:cubicBezTo>
                    <a:pt x="49" y="368"/>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0"/>
            <p:cNvSpPr/>
            <p:nvPr/>
          </p:nvSpPr>
          <p:spPr>
            <a:xfrm>
              <a:off x="1383029" y="2226465"/>
              <a:ext cx="3675" cy="68733"/>
            </a:xfrm>
            <a:custGeom>
              <a:rect b="b" l="l" r="r" t="t"/>
              <a:pathLst>
                <a:path extrusionOk="0" h="692" w="37">
                  <a:moveTo>
                    <a:pt x="17" y="1"/>
                  </a:moveTo>
                  <a:cubicBezTo>
                    <a:pt x="0" y="1"/>
                    <a:pt x="0" y="1"/>
                    <a:pt x="0" y="17"/>
                  </a:cubicBezTo>
                  <a:lnTo>
                    <a:pt x="0" y="255"/>
                  </a:lnTo>
                  <a:cubicBezTo>
                    <a:pt x="0" y="388"/>
                    <a:pt x="0" y="538"/>
                    <a:pt x="17" y="675"/>
                  </a:cubicBezTo>
                  <a:cubicBezTo>
                    <a:pt x="17" y="675"/>
                    <a:pt x="17" y="691"/>
                    <a:pt x="37" y="691"/>
                  </a:cubicBezTo>
                  <a:lnTo>
                    <a:pt x="37" y="675"/>
                  </a:lnTo>
                  <a:cubicBezTo>
                    <a:pt x="17" y="538"/>
                    <a:pt x="17" y="388"/>
                    <a:pt x="37" y="255"/>
                  </a:cubicBezTo>
                  <a:lnTo>
                    <a:pt x="37" y="17"/>
                  </a:ln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0"/>
            <p:cNvSpPr/>
            <p:nvPr/>
          </p:nvSpPr>
          <p:spPr>
            <a:xfrm>
              <a:off x="1520197" y="1957195"/>
              <a:ext cx="204014" cy="429879"/>
            </a:xfrm>
            <a:custGeom>
              <a:rect b="b" l="l" r="r" t="t"/>
              <a:pathLst>
                <a:path extrusionOk="0" h="4328" w="2054">
                  <a:moveTo>
                    <a:pt x="17" y="1"/>
                  </a:moveTo>
                  <a:lnTo>
                    <a:pt x="1" y="17"/>
                  </a:lnTo>
                  <a:lnTo>
                    <a:pt x="1" y="37"/>
                  </a:lnTo>
                  <a:cubicBezTo>
                    <a:pt x="70" y="86"/>
                    <a:pt x="86" y="154"/>
                    <a:pt x="70" y="239"/>
                  </a:cubicBezTo>
                  <a:cubicBezTo>
                    <a:pt x="49" y="272"/>
                    <a:pt x="49" y="304"/>
                    <a:pt x="49" y="340"/>
                  </a:cubicBezTo>
                  <a:cubicBezTo>
                    <a:pt x="70" y="506"/>
                    <a:pt x="49" y="676"/>
                    <a:pt x="49" y="845"/>
                  </a:cubicBezTo>
                  <a:cubicBezTo>
                    <a:pt x="33" y="979"/>
                    <a:pt x="33" y="1112"/>
                    <a:pt x="33" y="1249"/>
                  </a:cubicBezTo>
                  <a:cubicBezTo>
                    <a:pt x="33" y="1314"/>
                    <a:pt x="49" y="1382"/>
                    <a:pt x="102" y="1451"/>
                  </a:cubicBezTo>
                  <a:lnTo>
                    <a:pt x="118" y="1467"/>
                  </a:lnTo>
                  <a:cubicBezTo>
                    <a:pt x="474" y="1972"/>
                    <a:pt x="825" y="2493"/>
                    <a:pt x="1197" y="3015"/>
                  </a:cubicBezTo>
                  <a:cubicBezTo>
                    <a:pt x="1298" y="3168"/>
                    <a:pt x="1383" y="3318"/>
                    <a:pt x="1484" y="3451"/>
                  </a:cubicBezTo>
                  <a:cubicBezTo>
                    <a:pt x="1585" y="3604"/>
                    <a:pt x="1686" y="3774"/>
                    <a:pt x="1803" y="3923"/>
                  </a:cubicBezTo>
                  <a:cubicBezTo>
                    <a:pt x="1819" y="3956"/>
                    <a:pt x="1851" y="3976"/>
                    <a:pt x="1867" y="4008"/>
                  </a:cubicBezTo>
                  <a:cubicBezTo>
                    <a:pt x="1936" y="4109"/>
                    <a:pt x="2021" y="4194"/>
                    <a:pt x="2021" y="4311"/>
                  </a:cubicBezTo>
                  <a:cubicBezTo>
                    <a:pt x="2021" y="4327"/>
                    <a:pt x="2037" y="4327"/>
                    <a:pt x="2037" y="4327"/>
                  </a:cubicBezTo>
                  <a:cubicBezTo>
                    <a:pt x="2053" y="4327"/>
                    <a:pt x="2053" y="4327"/>
                    <a:pt x="2053" y="4311"/>
                  </a:cubicBezTo>
                  <a:cubicBezTo>
                    <a:pt x="2037" y="4178"/>
                    <a:pt x="1968" y="4093"/>
                    <a:pt x="1887" y="3992"/>
                  </a:cubicBezTo>
                  <a:cubicBezTo>
                    <a:pt x="1867" y="3956"/>
                    <a:pt x="1835" y="3940"/>
                    <a:pt x="1819" y="3907"/>
                  </a:cubicBezTo>
                  <a:cubicBezTo>
                    <a:pt x="1718" y="3754"/>
                    <a:pt x="1617" y="3588"/>
                    <a:pt x="1516" y="3435"/>
                  </a:cubicBezTo>
                  <a:cubicBezTo>
                    <a:pt x="1415" y="3301"/>
                    <a:pt x="1314" y="3148"/>
                    <a:pt x="1213" y="2998"/>
                  </a:cubicBezTo>
                  <a:cubicBezTo>
                    <a:pt x="857" y="2477"/>
                    <a:pt x="490" y="1956"/>
                    <a:pt x="134" y="1451"/>
                  </a:cubicBezTo>
                  <a:lnTo>
                    <a:pt x="118" y="1431"/>
                  </a:lnTo>
                  <a:cubicBezTo>
                    <a:pt x="86" y="1382"/>
                    <a:pt x="70" y="1330"/>
                    <a:pt x="70" y="1249"/>
                  </a:cubicBezTo>
                  <a:cubicBezTo>
                    <a:pt x="49" y="1112"/>
                    <a:pt x="70" y="979"/>
                    <a:pt x="70" y="845"/>
                  </a:cubicBezTo>
                  <a:cubicBezTo>
                    <a:pt x="86" y="676"/>
                    <a:pt x="102" y="506"/>
                    <a:pt x="86" y="320"/>
                  </a:cubicBezTo>
                  <a:lnTo>
                    <a:pt x="86" y="255"/>
                  </a:lnTo>
                  <a:cubicBezTo>
                    <a:pt x="118" y="154"/>
                    <a:pt x="102"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0"/>
            <p:cNvSpPr/>
            <p:nvPr/>
          </p:nvSpPr>
          <p:spPr>
            <a:xfrm>
              <a:off x="1246160" y="3435449"/>
              <a:ext cx="168654" cy="148491"/>
            </a:xfrm>
            <a:custGeom>
              <a:rect b="b" l="l" r="r" t="t"/>
              <a:pathLst>
                <a:path extrusionOk="0" h="1495" w="1698">
                  <a:moveTo>
                    <a:pt x="1698" y="0"/>
                  </a:moveTo>
                  <a:cubicBezTo>
                    <a:pt x="1681" y="0"/>
                    <a:pt x="1681" y="0"/>
                    <a:pt x="1681" y="16"/>
                  </a:cubicBezTo>
                  <a:cubicBezTo>
                    <a:pt x="1649" y="117"/>
                    <a:pt x="1665" y="218"/>
                    <a:pt x="1665" y="319"/>
                  </a:cubicBezTo>
                  <a:lnTo>
                    <a:pt x="1665" y="485"/>
                  </a:lnTo>
                  <a:lnTo>
                    <a:pt x="1665" y="788"/>
                  </a:lnTo>
                  <a:cubicBezTo>
                    <a:pt x="1665" y="909"/>
                    <a:pt x="1649" y="974"/>
                    <a:pt x="1516" y="1010"/>
                  </a:cubicBezTo>
                  <a:cubicBezTo>
                    <a:pt x="1245" y="1075"/>
                    <a:pt x="991" y="1159"/>
                    <a:pt x="740" y="1244"/>
                  </a:cubicBezTo>
                  <a:cubicBezTo>
                    <a:pt x="587" y="1277"/>
                    <a:pt x="437" y="1329"/>
                    <a:pt x="284" y="1378"/>
                  </a:cubicBezTo>
                  <a:cubicBezTo>
                    <a:pt x="203" y="1394"/>
                    <a:pt x="118" y="1430"/>
                    <a:pt x="17" y="1479"/>
                  </a:cubicBezTo>
                  <a:cubicBezTo>
                    <a:pt x="1" y="1479"/>
                    <a:pt x="1" y="1479"/>
                    <a:pt x="1" y="1495"/>
                  </a:cubicBezTo>
                  <a:lnTo>
                    <a:pt x="17" y="1495"/>
                  </a:lnTo>
                  <a:cubicBezTo>
                    <a:pt x="134" y="1462"/>
                    <a:pt x="219" y="1430"/>
                    <a:pt x="304" y="1394"/>
                  </a:cubicBezTo>
                  <a:cubicBezTo>
                    <a:pt x="453" y="1361"/>
                    <a:pt x="607" y="1313"/>
                    <a:pt x="756" y="1260"/>
                  </a:cubicBezTo>
                  <a:cubicBezTo>
                    <a:pt x="991" y="1176"/>
                    <a:pt x="1261" y="1091"/>
                    <a:pt x="1516" y="1026"/>
                  </a:cubicBezTo>
                  <a:cubicBezTo>
                    <a:pt x="1681" y="990"/>
                    <a:pt x="1698" y="909"/>
                    <a:pt x="1681" y="788"/>
                  </a:cubicBezTo>
                  <a:lnTo>
                    <a:pt x="1681" y="485"/>
                  </a:lnTo>
                  <a:cubicBezTo>
                    <a:pt x="1698" y="436"/>
                    <a:pt x="1681" y="368"/>
                    <a:pt x="1681" y="319"/>
                  </a:cubicBezTo>
                  <a:cubicBezTo>
                    <a:pt x="1681" y="218"/>
                    <a:pt x="1681" y="117"/>
                    <a:pt x="1698" y="16"/>
                  </a:cubicBezTo>
                  <a:lnTo>
                    <a:pt x="1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0"/>
            <p:cNvSpPr/>
            <p:nvPr/>
          </p:nvSpPr>
          <p:spPr>
            <a:xfrm>
              <a:off x="1254205" y="1805427"/>
              <a:ext cx="164184" cy="218912"/>
            </a:xfrm>
            <a:custGeom>
              <a:rect b="b" l="l" r="r" t="t"/>
              <a:pathLst>
                <a:path extrusionOk="0" h="2204" w="1653">
                  <a:moveTo>
                    <a:pt x="1557" y="1"/>
                  </a:moveTo>
                  <a:cubicBezTo>
                    <a:pt x="1522" y="1"/>
                    <a:pt x="1485" y="25"/>
                    <a:pt x="1451" y="50"/>
                  </a:cubicBezTo>
                  <a:lnTo>
                    <a:pt x="1435" y="50"/>
                  </a:lnTo>
                  <a:cubicBezTo>
                    <a:pt x="994" y="285"/>
                    <a:pt x="542" y="503"/>
                    <a:pt x="122" y="721"/>
                  </a:cubicBezTo>
                  <a:cubicBezTo>
                    <a:pt x="37" y="757"/>
                    <a:pt x="21" y="806"/>
                    <a:pt x="21" y="907"/>
                  </a:cubicBezTo>
                  <a:cubicBezTo>
                    <a:pt x="21" y="1262"/>
                    <a:pt x="1" y="1614"/>
                    <a:pt x="1" y="1949"/>
                  </a:cubicBezTo>
                  <a:lnTo>
                    <a:pt x="1" y="2034"/>
                  </a:lnTo>
                  <a:cubicBezTo>
                    <a:pt x="21" y="2086"/>
                    <a:pt x="21" y="2135"/>
                    <a:pt x="1" y="2187"/>
                  </a:cubicBezTo>
                  <a:lnTo>
                    <a:pt x="1" y="2204"/>
                  </a:lnTo>
                  <a:lnTo>
                    <a:pt x="21" y="2204"/>
                  </a:lnTo>
                  <a:cubicBezTo>
                    <a:pt x="37" y="2151"/>
                    <a:pt x="37" y="2086"/>
                    <a:pt x="37" y="2034"/>
                  </a:cubicBezTo>
                  <a:cubicBezTo>
                    <a:pt x="37" y="2018"/>
                    <a:pt x="21" y="1985"/>
                    <a:pt x="21" y="1949"/>
                  </a:cubicBezTo>
                  <a:cubicBezTo>
                    <a:pt x="37" y="1614"/>
                    <a:pt x="37" y="1262"/>
                    <a:pt x="37" y="907"/>
                  </a:cubicBezTo>
                  <a:cubicBezTo>
                    <a:pt x="37" y="822"/>
                    <a:pt x="69" y="790"/>
                    <a:pt x="122" y="757"/>
                  </a:cubicBezTo>
                  <a:cubicBezTo>
                    <a:pt x="558" y="535"/>
                    <a:pt x="1011" y="301"/>
                    <a:pt x="1451" y="67"/>
                  </a:cubicBezTo>
                  <a:cubicBezTo>
                    <a:pt x="1504" y="53"/>
                    <a:pt x="1538" y="26"/>
                    <a:pt x="1567" y="26"/>
                  </a:cubicBezTo>
                  <a:cubicBezTo>
                    <a:pt x="1573" y="26"/>
                    <a:pt x="1579" y="27"/>
                    <a:pt x="1584" y="30"/>
                  </a:cubicBezTo>
                  <a:cubicBezTo>
                    <a:pt x="1600" y="200"/>
                    <a:pt x="1584" y="370"/>
                    <a:pt x="1584" y="519"/>
                  </a:cubicBezTo>
                  <a:cubicBezTo>
                    <a:pt x="1568" y="806"/>
                    <a:pt x="1568" y="1093"/>
                    <a:pt x="1617" y="1379"/>
                  </a:cubicBezTo>
                  <a:cubicBezTo>
                    <a:pt x="1617" y="1379"/>
                    <a:pt x="1626" y="1387"/>
                    <a:pt x="1631" y="1387"/>
                  </a:cubicBezTo>
                  <a:cubicBezTo>
                    <a:pt x="1634" y="1387"/>
                    <a:pt x="1637" y="1385"/>
                    <a:pt x="1637" y="1379"/>
                  </a:cubicBezTo>
                  <a:lnTo>
                    <a:pt x="1653" y="1379"/>
                  </a:lnTo>
                  <a:cubicBezTo>
                    <a:pt x="1600" y="1093"/>
                    <a:pt x="1600" y="806"/>
                    <a:pt x="1617" y="519"/>
                  </a:cubicBezTo>
                  <a:lnTo>
                    <a:pt x="1617" y="30"/>
                  </a:lnTo>
                  <a:lnTo>
                    <a:pt x="1600" y="14"/>
                  </a:lnTo>
                  <a:cubicBezTo>
                    <a:pt x="1586" y="5"/>
                    <a:pt x="1572"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a:off x="687655" y="2773349"/>
              <a:ext cx="133691" cy="158622"/>
            </a:xfrm>
            <a:custGeom>
              <a:rect b="b" l="l" r="r" t="t"/>
              <a:pathLst>
                <a:path extrusionOk="0" h="1597" w="1346">
                  <a:moveTo>
                    <a:pt x="1314" y="1"/>
                  </a:moveTo>
                  <a:lnTo>
                    <a:pt x="1297" y="17"/>
                  </a:lnTo>
                  <a:cubicBezTo>
                    <a:pt x="1281" y="49"/>
                    <a:pt x="1297" y="102"/>
                    <a:pt x="1297" y="134"/>
                  </a:cubicBezTo>
                  <a:cubicBezTo>
                    <a:pt x="1314" y="182"/>
                    <a:pt x="1314" y="235"/>
                    <a:pt x="1281" y="267"/>
                  </a:cubicBezTo>
                  <a:cubicBezTo>
                    <a:pt x="1229" y="304"/>
                    <a:pt x="1180" y="320"/>
                    <a:pt x="1112" y="336"/>
                  </a:cubicBezTo>
                  <a:cubicBezTo>
                    <a:pt x="1095" y="352"/>
                    <a:pt x="1059" y="352"/>
                    <a:pt x="1043" y="368"/>
                  </a:cubicBezTo>
                  <a:cubicBezTo>
                    <a:pt x="756" y="485"/>
                    <a:pt x="453" y="623"/>
                    <a:pt x="118" y="740"/>
                  </a:cubicBezTo>
                  <a:cubicBezTo>
                    <a:pt x="33" y="772"/>
                    <a:pt x="1" y="825"/>
                    <a:pt x="1" y="926"/>
                  </a:cubicBezTo>
                  <a:lnTo>
                    <a:pt x="1" y="1192"/>
                  </a:lnTo>
                  <a:cubicBezTo>
                    <a:pt x="1" y="1330"/>
                    <a:pt x="1" y="1447"/>
                    <a:pt x="17" y="1580"/>
                  </a:cubicBezTo>
                  <a:cubicBezTo>
                    <a:pt x="17" y="1596"/>
                    <a:pt x="17" y="1596"/>
                    <a:pt x="33" y="1596"/>
                  </a:cubicBezTo>
                  <a:cubicBezTo>
                    <a:pt x="33" y="1596"/>
                    <a:pt x="49" y="1596"/>
                    <a:pt x="49" y="1580"/>
                  </a:cubicBezTo>
                  <a:cubicBezTo>
                    <a:pt x="33" y="1447"/>
                    <a:pt x="33" y="1314"/>
                    <a:pt x="33" y="1192"/>
                  </a:cubicBezTo>
                  <a:lnTo>
                    <a:pt x="33" y="926"/>
                  </a:lnTo>
                  <a:cubicBezTo>
                    <a:pt x="17" y="841"/>
                    <a:pt x="49" y="809"/>
                    <a:pt x="134" y="772"/>
                  </a:cubicBezTo>
                  <a:cubicBezTo>
                    <a:pt x="453" y="639"/>
                    <a:pt x="756" y="522"/>
                    <a:pt x="1043" y="384"/>
                  </a:cubicBezTo>
                  <a:cubicBezTo>
                    <a:pt x="1079" y="384"/>
                    <a:pt x="1095" y="368"/>
                    <a:pt x="1128" y="352"/>
                  </a:cubicBezTo>
                  <a:cubicBezTo>
                    <a:pt x="1180" y="336"/>
                    <a:pt x="1245" y="320"/>
                    <a:pt x="1297" y="283"/>
                  </a:cubicBezTo>
                  <a:cubicBezTo>
                    <a:pt x="1346" y="235"/>
                    <a:pt x="1330" y="182"/>
                    <a:pt x="1330" y="134"/>
                  </a:cubicBezTo>
                  <a:cubicBezTo>
                    <a:pt x="1314" y="102"/>
                    <a:pt x="1314" y="49"/>
                    <a:pt x="1330" y="17"/>
                  </a:cubicBezTo>
                  <a:lnTo>
                    <a:pt x="13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a:off x="1254205" y="1988979"/>
              <a:ext cx="164184" cy="195869"/>
            </a:xfrm>
            <a:custGeom>
              <a:rect b="b" l="l" r="r" t="t"/>
              <a:pathLst>
                <a:path extrusionOk="0" h="1972" w="1653">
                  <a:moveTo>
                    <a:pt x="1637" y="0"/>
                  </a:moveTo>
                  <a:lnTo>
                    <a:pt x="1350" y="137"/>
                  </a:lnTo>
                  <a:cubicBezTo>
                    <a:pt x="1132" y="255"/>
                    <a:pt x="910" y="356"/>
                    <a:pt x="675" y="473"/>
                  </a:cubicBezTo>
                  <a:cubicBezTo>
                    <a:pt x="627" y="505"/>
                    <a:pt x="558" y="541"/>
                    <a:pt x="489" y="574"/>
                  </a:cubicBezTo>
                  <a:cubicBezTo>
                    <a:pt x="372" y="642"/>
                    <a:pt x="239" y="707"/>
                    <a:pt x="102" y="760"/>
                  </a:cubicBezTo>
                  <a:cubicBezTo>
                    <a:pt x="21" y="808"/>
                    <a:pt x="1" y="844"/>
                    <a:pt x="1" y="929"/>
                  </a:cubicBezTo>
                  <a:lnTo>
                    <a:pt x="1" y="1551"/>
                  </a:lnTo>
                  <a:lnTo>
                    <a:pt x="1" y="1818"/>
                  </a:lnTo>
                  <a:lnTo>
                    <a:pt x="1" y="1854"/>
                  </a:lnTo>
                  <a:cubicBezTo>
                    <a:pt x="1" y="1887"/>
                    <a:pt x="1" y="1919"/>
                    <a:pt x="21" y="1971"/>
                  </a:cubicBezTo>
                  <a:lnTo>
                    <a:pt x="37" y="1971"/>
                  </a:lnTo>
                  <a:cubicBezTo>
                    <a:pt x="53" y="1971"/>
                    <a:pt x="53" y="1955"/>
                    <a:pt x="53" y="1955"/>
                  </a:cubicBezTo>
                  <a:cubicBezTo>
                    <a:pt x="21" y="1919"/>
                    <a:pt x="21" y="1887"/>
                    <a:pt x="21" y="1854"/>
                  </a:cubicBezTo>
                  <a:lnTo>
                    <a:pt x="21" y="1818"/>
                  </a:lnTo>
                  <a:lnTo>
                    <a:pt x="21" y="1551"/>
                  </a:lnTo>
                  <a:cubicBezTo>
                    <a:pt x="37" y="1349"/>
                    <a:pt x="37" y="1131"/>
                    <a:pt x="21" y="929"/>
                  </a:cubicBezTo>
                  <a:cubicBezTo>
                    <a:pt x="21" y="861"/>
                    <a:pt x="37" y="828"/>
                    <a:pt x="122" y="792"/>
                  </a:cubicBezTo>
                  <a:cubicBezTo>
                    <a:pt x="239" y="727"/>
                    <a:pt x="372" y="659"/>
                    <a:pt x="506" y="590"/>
                  </a:cubicBezTo>
                  <a:cubicBezTo>
                    <a:pt x="574" y="558"/>
                    <a:pt x="627" y="525"/>
                    <a:pt x="691" y="489"/>
                  </a:cubicBezTo>
                  <a:cubicBezTo>
                    <a:pt x="910" y="388"/>
                    <a:pt x="1132" y="271"/>
                    <a:pt x="1366" y="170"/>
                  </a:cubicBezTo>
                  <a:lnTo>
                    <a:pt x="1637" y="20"/>
                  </a:lnTo>
                  <a:cubicBezTo>
                    <a:pt x="1653" y="20"/>
                    <a:pt x="1653" y="20"/>
                    <a:pt x="1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0"/>
            <p:cNvSpPr/>
            <p:nvPr/>
          </p:nvSpPr>
          <p:spPr>
            <a:xfrm>
              <a:off x="1819563" y="3348341"/>
              <a:ext cx="4966" cy="61879"/>
            </a:xfrm>
            <a:custGeom>
              <a:rect b="b" l="l" r="r" t="t"/>
              <a:pathLst>
                <a:path extrusionOk="0" h="623" w="50">
                  <a:moveTo>
                    <a:pt x="33" y="0"/>
                  </a:moveTo>
                  <a:lnTo>
                    <a:pt x="17" y="17"/>
                  </a:lnTo>
                  <a:cubicBezTo>
                    <a:pt x="1" y="101"/>
                    <a:pt x="1" y="202"/>
                    <a:pt x="17" y="287"/>
                  </a:cubicBezTo>
                  <a:lnTo>
                    <a:pt x="17" y="473"/>
                  </a:lnTo>
                  <a:lnTo>
                    <a:pt x="17" y="522"/>
                  </a:lnTo>
                  <a:cubicBezTo>
                    <a:pt x="17" y="538"/>
                    <a:pt x="17" y="574"/>
                    <a:pt x="1" y="606"/>
                  </a:cubicBezTo>
                  <a:lnTo>
                    <a:pt x="1" y="623"/>
                  </a:lnTo>
                  <a:lnTo>
                    <a:pt x="17" y="623"/>
                  </a:lnTo>
                  <a:lnTo>
                    <a:pt x="17" y="606"/>
                  </a:lnTo>
                  <a:cubicBezTo>
                    <a:pt x="49" y="574"/>
                    <a:pt x="33" y="538"/>
                    <a:pt x="33" y="505"/>
                  </a:cubicBezTo>
                  <a:lnTo>
                    <a:pt x="33" y="473"/>
                  </a:lnTo>
                  <a:lnTo>
                    <a:pt x="33" y="287"/>
                  </a:lnTo>
                  <a:cubicBezTo>
                    <a:pt x="33" y="202"/>
                    <a:pt x="33" y="101"/>
                    <a:pt x="49" y="17"/>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0"/>
            <p:cNvSpPr/>
            <p:nvPr/>
          </p:nvSpPr>
          <p:spPr>
            <a:xfrm>
              <a:off x="1087339" y="3024144"/>
              <a:ext cx="6456" cy="91975"/>
            </a:xfrm>
            <a:custGeom>
              <a:rect b="b" l="l" r="r" t="t"/>
              <a:pathLst>
                <a:path extrusionOk="0" h="926" w="65">
                  <a:moveTo>
                    <a:pt x="16" y="0"/>
                  </a:moveTo>
                  <a:cubicBezTo>
                    <a:pt x="16" y="0"/>
                    <a:pt x="0" y="0"/>
                    <a:pt x="0" y="17"/>
                  </a:cubicBezTo>
                  <a:cubicBezTo>
                    <a:pt x="32" y="166"/>
                    <a:pt x="16" y="320"/>
                    <a:pt x="16" y="469"/>
                  </a:cubicBezTo>
                  <a:lnTo>
                    <a:pt x="16" y="740"/>
                  </a:lnTo>
                  <a:lnTo>
                    <a:pt x="16" y="756"/>
                  </a:lnTo>
                  <a:cubicBezTo>
                    <a:pt x="16" y="808"/>
                    <a:pt x="16" y="873"/>
                    <a:pt x="49" y="926"/>
                  </a:cubicBezTo>
                  <a:lnTo>
                    <a:pt x="65" y="926"/>
                  </a:lnTo>
                  <a:lnTo>
                    <a:pt x="65" y="909"/>
                  </a:lnTo>
                  <a:cubicBezTo>
                    <a:pt x="49" y="857"/>
                    <a:pt x="49" y="808"/>
                    <a:pt x="49" y="756"/>
                  </a:cubicBezTo>
                  <a:lnTo>
                    <a:pt x="49" y="740"/>
                  </a:lnTo>
                  <a:lnTo>
                    <a:pt x="49" y="469"/>
                  </a:lnTo>
                  <a:cubicBezTo>
                    <a:pt x="49" y="320"/>
                    <a:pt x="49" y="166"/>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0"/>
            <p:cNvSpPr/>
            <p:nvPr/>
          </p:nvSpPr>
          <p:spPr>
            <a:xfrm>
              <a:off x="1815987" y="2602808"/>
              <a:ext cx="5264" cy="55125"/>
            </a:xfrm>
            <a:custGeom>
              <a:rect b="b" l="l" r="r" t="t"/>
              <a:pathLst>
                <a:path extrusionOk="0" h="555" w="53">
                  <a:moveTo>
                    <a:pt x="37" y="1"/>
                  </a:moveTo>
                  <a:cubicBezTo>
                    <a:pt x="20" y="102"/>
                    <a:pt x="20" y="183"/>
                    <a:pt x="20" y="267"/>
                  </a:cubicBezTo>
                  <a:cubicBezTo>
                    <a:pt x="20" y="368"/>
                    <a:pt x="20" y="453"/>
                    <a:pt x="0" y="538"/>
                  </a:cubicBezTo>
                  <a:cubicBezTo>
                    <a:pt x="0" y="554"/>
                    <a:pt x="0" y="554"/>
                    <a:pt x="20" y="554"/>
                  </a:cubicBezTo>
                  <a:lnTo>
                    <a:pt x="37" y="554"/>
                  </a:lnTo>
                  <a:cubicBezTo>
                    <a:pt x="53" y="453"/>
                    <a:pt x="53" y="368"/>
                    <a:pt x="53" y="267"/>
                  </a:cubicBezTo>
                  <a:cubicBezTo>
                    <a:pt x="37" y="183"/>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0"/>
            <p:cNvSpPr/>
            <p:nvPr/>
          </p:nvSpPr>
          <p:spPr>
            <a:xfrm>
              <a:off x="1792646" y="2407038"/>
              <a:ext cx="5364" cy="63469"/>
            </a:xfrm>
            <a:custGeom>
              <a:rect b="b" l="l" r="r" t="t"/>
              <a:pathLst>
                <a:path extrusionOk="0" h="639" w="54">
                  <a:moveTo>
                    <a:pt x="33" y="0"/>
                  </a:moveTo>
                  <a:cubicBezTo>
                    <a:pt x="33" y="0"/>
                    <a:pt x="17" y="0"/>
                    <a:pt x="17" y="17"/>
                  </a:cubicBezTo>
                  <a:cubicBezTo>
                    <a:pt x="1" y="118"/>
                    <a:pt x="1" y="202"/>
                    <a:pt x="17" y="303"/>
                  </a:cubicBezTo>
                  <a:lnTo>
                    <a:pt x="17" y="489"/>
                  </a:lnTo>
                  <a:cubicBezTo>
                    <a:pt x="1" y="505"/>
                    <a:pt x="17" y="522"/>
                    <a:pt x="17" y="538"/>
                  </a:cubicBezTo>
                  <a:cubicBezTo>
                    <a:pt x="17" y="558"/>
                    <a:pt x="17" y="590"/>
                    <a:pt x="1" y="623"/>
                  </a:cubicBezTo>
                  <a:lnTo>
                    <a:pt x="1" y="639"/>
                  </a:lnTo>
                  <a:lnTo>
                    <a:pt x="17" y="639"/>
                  </a:lnTo>
                  <a:cubicBezTo>
                    <a:pt x="53" y="606"/>
                    <a:pt x="33" y="574"/>
                    <a:pt x="33" y="538"/>
                  </a:cubicBezTo>
                  <a:lnTo>
                    <a:pt x="33" y="489"/>
                  </a:lnTo>
                  <a:lnTo>
                    <a:pt x="33" y="303"/>
                  </a:lnTo>
                  <a:cubicBezTo>
                    <a:pt x="33" y="202"/>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0"/>
            <p:cNvSpPr/>
            <p:nvPr/>
          </p:nvSpPr>
          <p:spPr>
            <a:xfrm>
              <a:off x="1583666" y="1741759"/>
              <a:ext cx="5264" cy="60290"/>
            </a:xfrm>
            <a:custGeom>
              <a:rect b="b" l="l" r="r" t="t"/>
              <a:pathLst>
                <a:path extrusionOk="0" h="607" w="53">
                  <a:moveTo>
                    <a:pt x="37" y="1"/>
                  </a:moveTo>
                  <a:cubicBezTo>
                    <a:pt x="37" y="1"/>
                    <a:pt x="16" y="1"/>
                    <a:pt x="16" y="17"/>
                  </a:cubicBezTo>
                  <a:cubicBezTo>
                    <a:pt x="0" y="134"/>
                    <a:pt x="0" y="251"/>
                    <a:pt x="0" y="368"/>
                  </a:cubicBezTo>
                  <a:cubicBezTo>
                    <a:pt x="0" y="453"/>
                    <a:pt x="16" y="522"/>
                    <a:pt x="0" y="590"/>
                  </a:cubicBezTo>
                  <a:cubicBezTo>
                    <a:pt x="0" y="607"/>
                    <a:pt x="16" y="607"/>
                    <a:pt x="16" y="607"/>
                  </a:cubicBezTo>
                  <a:cubicBezTo>
                    <a:pt x="37" y="607"/>
                    <a:pt x="37" y="607"/>
                    <a:pt x="37" y="590"/>
                  </a:cubicBezTo>
                  <a:lnTo>
                    <a:pt x="37" y="368"/>
                  </a:lnTo>
                  <a:cubicBezTo>
                    <a:pt x="37" y="251"/>
                    <a:pt x="37" y="13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0"/>
            <p:cNvSpPr/>
            <p:nvPr/>
          </p:nvSpPr>
          <p:spPr>
            <a:xfrm>
              <a:off x="1970040" y="2671044"/>
              <a:ext cx="4867" cy="53834"/>
            </a:xfrm>
            <a:custGeom>
              <a:rect b="b" l="l" r="r" t="t"/>
              <a:pathLst>
                <a:path extrusionOk="0" h="542" w="49">
                  <a:moveTo>
                    <a:pt x="33" y="1"/>
                  </a:moveTo>
                  <a:lnTo>
                    <a:pt x="17" y="21"/>
                  </a:lnTo>
                  <a:cubicBezTo>
                    <a:pt x="0" y="102"/>
                    <a:pt x="0" y="186"/>
                    <a:pt x="17" y="271"/>
                  </a:cubicBezTo>
                  <a:cubicBezTo>
                    <a:pt x="17" y="356"/>
                    <a:pt x="17" y="441"/>
                    <a:pt x="0" y="526"/>
                  </a:cubicBezTo>
                  <a:lnTo>
                    <a:pt x="0" y="542"/>
                  </a:lnTo>
                  <a:lnTo>
                    <a:pt x="17" y="542"/>
                  </a:lnTo>
                  <a:lnTo>
                    <a:pt x="17" y="526"/>
                  </a:lnTo>
                  <a:cubicBezTo>
                    <a:pt x="33" y="441"/>
                    <a:pt x="33" y="356"/>
                    <a:pt x="33" y="271"/>
                  </a:cubicBezTo>
                  <a:cubicBezTo>
                    <a:pt x="33" y="186"/>
                    <a:pt x="33" y="10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0"/>
            <p:cNvSpPr/>
            <p:nvPr/>
          </p:nvSpPr>
          <p:spPr>
            <a:xfrm>
              <a:off x="1841216" y="3517293"/>
              <a:ext cx="4966" cy="66647"/>
            </a:xfrm>
            <a:custGeom>
              <a:rect b="b" l="l" r="r" t="t"/>
              <a:pathLst>
                <a:path extrusionOk="0" h="671" w="50">
                  <a:moveTo>
                    <a:pt x="33" y="0"/>
                  </a:moveTo>
                  <a:cubicBezTo>
                    <a:pt x="33" y="0"/>
                    <a:pt x="17" y="0"/>
                    <a:pt x="17" y="16"/>
                  </a:cubicBezTo>
                  <a:cubicBezTo>
                    <a:pt x="1" y="117"/>
                    <a:pt x="1" y="218"/>
                    <a:pt x="1" y="319"/>
                  </a:cubicBezTo>
                  <a:cubicBezTo>
                    <a:pt x="17" y="388"/>
                    <a:pt x="17" y="453"/>
                    <a:pt x="1" y="521"/>
                  </a:cubicBezTo>
                  <a:cubicBezTo>
                    <a:pt x="1" y="537"/>
                    <a:pt x="1" y="554"/>
                    <a:pt x="17" y="570"/>
                  </a:cubicBezTo>
                  <a:cubicBezTo>
                    <a:pt x="17" y="606"/>
                    <a:pt x="17" y="622"/>
                    <a:pt x="1" y="655"/>
                  </a:cubicBezTo>
                  <a:lnTo>
                    <a:pt x="1" y="671"/>
                  </a:lnTo>
                  <a:lnTo>
                    <a:pt x="17" y="671"/>
                  </a:lnTo>
                  <a:cubicBezTo>
                    <a:pt x="33" y="638"/>
                    <a:pt x="33" y="606"/>
                    <a:pt x="33" y="570"/>
                  </a:cubicBezTo>
                  <a:lnTo>
                    <a:pt x="33" y="521"/>
                  </a:lnTo>
                  <a:lnTo>
                    <a:pt x="33" y="319"/>
                  </a:lnTo>
                  <a:cubicBezTo>
                    <a:pt x="33" y="218"/>
                    <a:pt x="33" y="117"/>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0"/>
            <p:cNvSpPr/>
            <p:nvPr/>
          </p:nvSpPr>
          <p:spPr>
            <a:xfrm>
              <a:off x="1518608" y="2522553"/>
              <a:ext cx="202325" cy="324296"/>
            </a:xfrm>
            <a:custGeom>
              <a:rect b="b" l="l" r="r" t="t"/>
              <a:pathLst>
                <a:path extrusionOk="0" h="3265" w="2037">
                  <a:moveTo>
                    <a:pt x="86" y="1"/>
                  </a:moveTo>
                  <a:cubicBezTo>
                    <a:pt x="49" y="17"/>
                    <a:pt x="33" y="65"/>
                    <a:pt x="33" y="118"/>
                  </a:cubicBezTo>
                  <a:cubicBezTo>
                    <a:pt x="49" y="166"/>
                    <a:pt x="49" y="219"/>
                    <a:pt x="33" y="251"/>
                  </a:cubicBezTo>
                  <a:cubicBezTo>
                    <a:pt x="1" y="570"/>
                    <a:pt x="102" y="825"/>
                    <a:pt x="336" y="1112"/>
                  </a:cubicBezTo>
                  <a:cubicBezTo>
                    <a:pt x="623" y="1431"/>
                    <a:pt x="894" y="1782"/>
                    <a:pt x="1160" y="2138"/>
                  </a:cubicBezTo>
                  <a:cubicBezTo>
                    <a:pt x="1229" y="2223"/>
                    <a:pt x="1298" y="2303"/>
                    <a:pt x="1362" y="2404"/>
                  </a:cubicBezTo>
                  <a:cubicBezTo>
                    <a:pt x="1415" y="2457"/>
                    <a:pt x="1447" y="2505"/>
                    <a:pt x="1500" y="2558"/>
                  </a:cubicBezTo>
                  <a:cubicBezTo>
                    <a:pt x="1633" y="2744"/>
                    <a:pt x="1782" y="2930"/>
                    <a:pt x="1952" y="3095"/>
                  </a:cubicBezTo>
                  <a:cubicBezTo>
                    <a:pt x="1968" y="3111"/>
                    <a:pt x="1984" y="3148"/>
                    <a:pt x="1984" y="3180"/>
                  </a:cubicBezTo>
                  <a:cubicBezTo>
                    <a:pt x="1984" y="3196"/>
                    <a:pt x="2004" y="3233"/>
                    <a:pt x="2021" y="3249"/>
                  </a:cubicBezTo>
                  <a:lnTo>
                    <a:pt x="2021" y="3265"/>
                  </a:lnTo>
                  <a:lnTo>
                    <a:pt x="2037" y="3265"/>
                  </a:lnTo>
                  <a:lnTo>
                    <a:pt x="2037" y="3233"/>
                  </a:lnTo>
                  <a:cubicBezTo>
                    <a:pt x="2021" y="3212"/>
                    <a:pt x="2021" y="3196"/>
                    <a:pt x="2021" y="3164"/>
                  </a:cubicBezTo>
                  <a:cubicBezTo>
                    <a:pt x="2004" y="3132"/>
                    <a:pt x="2004" y="3095"/>
                    <a:pt x="1968" y="3079"/>
                  </a:cubicBezTo>
                  <a:cubicBezTo>
                    <a:pt x="1802" y="2909"/>
                    <a:pt x="1649" y="2728"/>
                    <a:pt x="1516" y="2542"/>
                  </a:cubicBezTo>
                  <a:cubicBezTo>
                    <a:pt x="1479" y="2489"/>
                    <a:pt x="1431" y="2441"/>
                    <a:pt x="1399" y="2388"/>
                  </a:cubicBezTo>
                  <a:cubicBezTo>
                    <a:pt x="1314" y="2287"/>
                    <a:pt x="1245" y="2202"/>
                    <a:pt x="1176" y="2122"/>
                  </a:cubicBezTo>
                  <a:cubicBezTo>
                    <a:pt x="910" y="1766"/>
                    <a:pt x="639" y="1415"/>
                    <a:pt x="352" y="1075"/>
                  </a:cubicBezTo>
                  <a:cubicBezTo>
                    <a:pt x="118" y="825"/>
                    <a:pt x="33" y="570"/>
                    <a:pt x="65" y="267"/>
                  </a:cubicBezTo>
                  <a:lnTo>
                    <a:pt x="65" y="118"/>
                  </a:lnTo>
                  <a:cubicBezTo>
                    <a:pt x="65" y="65"/>
                    <a:pt x="65" y="33"/>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0"/>
            <p:cNvSpPr/>
            <p:nvPr/>
          </p:nvSpPr>
          <p:spPr>
            <a:xfrm>
              <a:off x="1794334" y="3321424"/>
              <a:ext cx="6853" cy="63965"/>
            </a:xfrm>
            <a:custGeom>
              <a:rect b="b" l="l" r="r" t="t"/>
              <a:pathLst>
                <a:path extrusionOk="0" h="644" w="69">
                  <a:moveTo>
                    <a:pt x="36" y="1"/>
                  </a:moveTo>
                  <a:cubicBezTo>
                    <a:pt x="16" y="102"/>
                    <a:pt x="16" y="203"/>
                    <a:pt x="16" y="288"/>
                  </a:cubicBezTo>
                  <a:lnTo>
                    <a:pt x="16" y="473"/>
                  </a:lnTo>
                  <a:lnTo>
                    <a:pt x="16" y="522"/>
                  </a:lnTo>
                  <a:cubicBezTo>
                    <a:pt x="16" y="558"/>
                    <a:pt x="16" y="591"/>
                    <a:pt x="0" y="607"/>
                  </a:cubicBezTo>
                  <a:cubicBezTo>
                    <a:pt x="0" y="623"/>
                    <a:pt x="0" y="623"/>
                    <a:pt x="16" y="623"/>
                  </a:cubicBezTo>
                  <a:lnTo>
                    <a:pt x="16" y="643"/>
                  </a:lnTo>
                  <a:lnTo>
                    <a:pt x="36" y="623"/>
                  </a:lnTo>
                  <a:cubicBezTo>
                    <a:pt x="53" y="591"/>
                    <a:pt x="53" y="558"/>
                    <a:pt x="53" y="522"/>
                  </a:cubicBezTo>
                  <a:lnTo>
                    <a:pt x="53" y="473"/>
                  </a:lnTo>
                  <a:lnTo>
                    <a:pt x="53" y="288"/>
                  </a:lnTo>
                  <a:cubicBezTo>
                    <a:pt x="53" y="203"/>
                    <a:pt x="36" y="102"/>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0"/>
            <p:cNvSpPr/>
            <p:nvPr/>
          </p:nvSpPr>
          <p:spPr>
            <a:xfrm>
              <a:off x="1185969" y="2299866"/>
              <a:ext cx="4966" cy="85618"/>
            </a:xfrm>
            <a:custGeom>
              <a:rect b="b" l="l" r="r" t="t"/>
              <a:pathLst>
                <a:path extrusionOk="0" h="862" w="50">
                  <a:moveTo>
                    <a:pt x="17" y="1"/>
                  </a:moveTo>
                  <a:cubicBezTo>
                    <a:pt x="1" y="1"/>
                    <a:pt x="1" y="1"/>
                    <a:pt x="1" y="21"/>
                  </a:cubicBezTo>
                  <a:cubicBezTo>
                    <a:pt x="17" y="154"/>
                    <a:pt x="17" y="304"/>
                    <a:pt x="17" y="441"/>
                  </a:cubicBezTo>
                  <a:lnTo>
                    <a:pt x="17" y="708"/>
                  </a:lnTo>
                  <a:lnTo>
                    <a:pt x="17" y="744"/>
                  </a:lnTo>
                  <a:cubicBezTo>
                    <a:pt x="17" y="776"/>
                    <a:pt x="17" y="829"/>
                    <a:pt x="33" y="861"/>
                  </a:cubicBezTo>
                  <a:lnTo>
                    <a:pt x="49" y="861"/>
                  </a:lnTo>
                  <a:lnTo>
                    <a:pt x="49" y="845"/>
                  </a:lnTo>
                  <a:cubicBezTo>
                    <a:pt x="33" y="809"/>
                    <a:pt x="33" y="776"/>
                    <a:pt x="33" y="744"/>
                  </a:cubicBezTo>
                  <a:lnTo>
                    <a:pt x="33" y="708"/>
                  </a:lnTo>
                  <a:lnTo>
                    <a:pt x="33" y="441"/>
                  </a:lnTo>
                  <a:cubicBezTo>
                    <a:pt x="33" y="304"/>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0"/>
            <p:cNvSpPr/>
            <p:nvPr/>
          </p:nvSpPr>
          <p:spPr>
            <a:xfrm>
              <a:off x="1528640" y="1482521"/>
              <a:ext cx="175507" cy="338003"/>
            </a:xfrm>
            <a:custGeom>
              <a:rect b="b" l="l" r="r" t="t"/>
              <a:pathLst>
                <a:path extrusionOk="0" h="3403" w="1767">
                  <a:moveTo>
                    <a:pt x="1" y="1"/>
                  </a:moveTo>
                  <a:lnTo>
                    <a:pt x="1" y="17"/>
                  </a:lnTo>
                  <a:lnTo>
                    <a:pt x="1" y="33"/>
                  </a:lnTo>
                  <a:cubicBezTo>
                    <a:pt x="49" y="33"/>
                    <a:pt x="65" y="70"/>
                    <a:pt x="86" y="102"/>
                  </a:cubicBezTo>
                  <a:lnTo>
                    <a:pt x="86" y="118"/>
                  </a:lnTo>
                  <a:cubicBezTo>
                    <a:pt x="267" y="453"/>
                    <a:pt x="437" y="724"/>
                    <a:pt x="591" y="995"/>
                  </a:cubicBezTo>
                  <a:cubicBezTo>
                    <a:pt x="756" y="1261"/>
                    <a:pt x="926" y="1532"/>
                    <a:pt x="1075" y="1787"/>
                  </a:cubicBezTo>
                  <a:cubicBezTo>
                    <a:pt x="1245" y="2090"/>
                    <a:pt x="1431" y="2392"/>
                    <a:pt x="1601" y="2675"/>
                  </a:cubicBezTo>
                  <a:cubicBezTo>
                    <a:pt x="1734" y="2897"/>
                    <a:pt x="1734" y="3116"/>
                    <a:pt x="1681" y="3382"/>
                  </a:cubicBezTo>
                  <a:cubicBezTo>
                    <a:pt x="1665" y="3382"/>
                    <a:pt x="1681" y="3382"/>
                    <a:pt x="1681" y="3402"/>
                  </a:cubicBezTo>
                  <a:cubicBezTo>
                    <a:pt x="1701" y="3402"/>
                    <a:pt x="1701" y="3382"/>
                    <a:pt x="1701" y="3382"/>
                  </a:cubicBezTo>
                  <a:cubicBezTo>
                    <a:pt x="1766" y="3116"/>
                    <a:pt x="1766" y="2897"/>
                    <a:pt x="1633" y="2675"/>
                  </a:cubicBezTo>
                  <a:cubicBezTo>
                    <a:pt x="1447" y="2372"/>
                    <a:pt x="1261" y="2069"/>
                    <a:pt x="1096" y="1766"/>
                  </a:cubicBezTo>
                  <a:cubicBezTo>
                    <a:pt x="942" y="1516"/>
                    <a:pt x="772" y="1245"/>
                    <a:pt x="623" y="979"/>
                  </a:cubicBezTo>
                  <a:cubicBezTo>
                    <a:pt x="453" y="708"/>
                    <a:pt x="304" y="437"/>
                    <a:pt x="118" y="102"/>
                  </a:cubicBezTo>
                  <a:lnTo>
                    <a:pt x="102" y="86"/>
                  </a:lnTo>
                  <a:cubicBezTo>
                    <a:pt x="86" y="49"/>
                    <a:pt x="65"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0"/>
            <p:cNvSpPr/>
            <p:nvPr/>
          </p:nvSpPr>
          <p:spPr>
            <a:xfrm>
              <a:off x="1381440" y="2383796"/>
              <a:ext cx="5264" cy="91975"/>
            </a:xfrm>
            <a:custGeom>
              <a:rect b="b" l="l" r="r" t="t"/>
              <a:pathLst>
                <a:path extrusionOk="0" h="926" w="53">
                  <a:moveTo>
                    <a:pt x="16" y="0"/>
                  </a:moveTo>
                  <a:cubicBezTo>
                    <a:pt x="0" y="0"/>
                    <a:pt x="0" y="0"/>
                    <a:pt x="0" y="16"/>
                  </a:cubicBezTo>
                  <a:cubicBezTo>
                    <a:pt x="16" y="166"/>
                    <a:pt x="16" y="319"/>
                    <a:pt x="16" y="469"/>
                  </a:cubicBezTo>
                  <a:lnTo>
                    <a:pt x="16" y="756"/>
                  </a:lnTo>
                  <a:lnTo>
                    <a:pt x="16" y="857"/>
                  </a:lnTo>
                  <a:cubicBezTo>
                    <a:pt x="33" y="873"/>
                    <a:pt x="33" y="893"/>
                    <a:pt x="33" y="909"/>
                  </a:cubicBezTo>
                  <a:cubicBezTo>
                    <a:pt x="33" y="925"/>
                    <a:pt x="33" y="925"/>
                    <a:pt x="53" y="925"/>
                  </a:cubicBezTo>
                  <a:lnTo>
                    <a:pt x="53" y="909"/>
                  </a:lnTo>
                  <a:lnTo>
                    <a:pt x="53" y="857"/>
                  </a:lnTo>
                  <a:lnTo>
                    <a:pt x="53" y="756"/>
                  </a:lnTo>
                  <a:cubicBezTo>
                    <a:pt x="33" y="655"/>
                    <a:pt x="33" y="554"/>
                    <a:pt x="53" y="469"/>
                  </a:cubicBezTo>
                  <a:cubicBezTo>
                    <a:pt x="53" y="319"/>
                    <a:pt x="53" y="166"/>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0"/>
            <p:cNvSpPr/>
            <p:nvPr/>
          </p:nvSpPr>
          <p:spPr>
            <a:xfrm>
              <a:off x="1841216" y="2634492"/>
              <a:ext cx="4966" cy="56715"/>
            </a:xfrm>
            <a:custGeom>
              <a:rect b="b" l="l" r="r" t="t"/>
              <a:pathLst>
                <a:path extrusionOk="0" h="571" w="50">
                  <a:moveTo>
                    <a:pt x="17" y="1"/>
                  </a:moveTo>
                  <a:cubicBezTo>
                    <a:pt x="1" y="102"/>
                    <a:pt x="1" y="187"/>
                    <a:pt x="1" y="288"/>
                  </a:cubicBezTo>
                  <a:cubicBezTo>
                    <a:pt x="17" y="369"/>
                    <a:pt x="17" y="453"/>
                    <a:pt x="1" y="554"/>
                  </a:cubicBezTo>
                  <a:lnTo>
                    <a:pt x="1" y="570"/>
                  </a:lnTo>
                  <a:cubicBezTo>
                    <a:pt x="17" y="570"/>
                    <a:pt x="17" y="554"/>
                    <a:pt x="17" y="554"/>
                  </a:cubicBezTo>
                  <a:cubicBezTo>
                    <a:pt x="33" y="470"/>
                    <a:pt x="33" y="369"/>
                    <a:pt x="33" y="288"/>
                  </a:cubicBezTo>
                  <a:cubicBezTo>
                    <a:pt x="33" y="187"/>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0"/>
            <p:cNvSpPr/>
            <p:nvPr/>
          </p:nvSpPr>
          <p:spPr>
            <a:xfrm>
              <a:off x="1379851" y="2915383"/>
              <a:ext cx="4867" cy="96842"/>
            </a:xfrm>
            <a:custGeom>
              <a:rect b="b" l="l" r="r" t="t"/>
              <a:pathLst>
                <a:path extrusionOk="0" h="975" w="49">
                  <a:moveTo>
                    <a:pt x="0" y="1"/>
                  </a:moveTo>
                  <a:cubicBezTo>
                    <a:pt x="16" y="166"/>
                    <a:pt x="0" y="336"/>
                    <a:pt x="0" y="506"/>
                  </a:cubicBezTo>
                  <a:lnTo>
                    <a:pt x="0" y="809"/>
                  </a:lnTo>
                  <a:cubicBezTo>
                    <a:pt x="0" y="841"/>
                    <a:pt x="16" y="873"/>
                    <a:pt x="16" y="910"/>
                  </a:cubicBezTo>
                  <a:lnTo>
                    <a:pt x="16" y="958"/>
                  </a:lnTo>
                  <a:cubicBezTo>
                    <a:pt x="16" y="974"/>
                    <a:pt x="32" y="974"/>
                    <a:pt x="32" y="974"/>
                  </a:cubicBezTo>
                  <a:cubicBezTo>
                    <a:pt x="32" y="974"/>
                    <a:pt x="49" y="974"/>
                    <a:pt x="49" y="958"/>
                  </a:cubicBezTo>
                  <a:cubicBezTo>
                    <a:pt x="49" y="942"/>
                    <a:pt x="49" y="926"/>
                    <a:pt x="32" y="910"/>
                  </a:cubicBezTo>
                  <a:lnTo>
                    <a:pt x="32" y="809"/>
                  </a:lnTo>
                  <a:lnTo>
                    <a:pt x="32" y="506"/>
                  </a:lnTo>
                  <a:cubicBezTo>
                    <a:pt x="32" y="336"/>
                    <a:pt x="32" y="16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0"/>
            <p:cNvSpPr/>
            <p:nvPr/>
          </p:nvSpPr>
          <p:spPr>
            <a:xfrm>
              <a:off x="851343" y="2604397"/>
              <a:ext cx="358067" cy="265794"/>
            </a:xfrm>
            <a:custGeom>
              <a:rect b="b" l="l" r="r" t="t"/>
              <a:pathLst>
                <a:path extrusionOk="0" h="2676" w="3605">
                  <a:moveTo>
                    <a:pt x="3604" y="1"/>
                  </a:moveTo>
                  <a:cubicBezTo>
                    <a:pt x="3588" y="1"/>
                    <a:pt x="3588" y="1"/>
                    <a:pt x="3588" y="17"/>
                  </a:cubicBezTo>
                  <a:cubicBezTo>
                    <a:pt x="3572" y="49"/>
                    <a:pt x="3552" y="66"/>
                    <a:pt x="3503" y="86"/>
                  </a:cubicBezTo>
                  <a:cubicBezTo>
                    <a:pt x="2982" y="304"/>
                    <a:pt x="2441" y="538"/>
                    <a:pt x="1936" y="756"/>
                  </a:cubicBezTo>
                  <a:cubicBezTo>
                    <a:pt x="1617" y="894"/>
                    <a:pt x="1298" y="1027"/>
                    <a:pt x="978" y="1160"/>
                  </a:cubicBezTo>
                  <a:cubicBezTo>
                    <a:pt x="744" y="1277"/>
                    <a:pt x="441" y="1399"/>
                    <a:pt x="138" y="1516"/>
                  </a:cubicBezTo>
                  <a:cubicBezTo>
                    <a:pt x="37" y="1548"/>
                    <a:pt x="1" y="1601"/>
                    <a:pt x="1" y="1702"/>
                  </a:cubicBezTo>
                  <a:lnTo>
                    <a:pt x="1" y="2489"/>
                  </a:lnTo>
                  <a:cubicBezTo>
                    <a:pt x="1" y="2510"/>
                    <a:pt x="1" y="2526"/>
                    <a:pt x="17" y="2558"/>
                  </a:cubicBezTo>
                  <a:cubicBezTo>
                    <a:pt x="17" y="2590"/>
                    <a:pt x="37" y="2627"/>
                    <a:pt x="1" y="2659"/>
                  </a:cubicBezTo>
                  <a:lnTo>
                    <a:pt x="1" y="2675"/>
                  </a:lnTo>
                  <a:lnTo>
                    <a:pt x="37" y="2675"/>
                  </a:lnTo>
                  <a:cubicBezTo>
                    <a:pt x="53" y="2627"/>
                    <a:pt x="53" y="2590"/>
                    <a:pt x="37" y="2542"/>
                  </a:cubicBezTo>
                  <a:cubicBezTo>
                    <a:pt x="37" y="2526"/>
                    <a:pt x="17" y="2510"/>
                    <a:pt x="17" y="2489"/>
                  </a:cubicBezTo>
                  <a:cubicBezTo>
                    <a:pt x="37" y="2239"/>
                    <a:pt x="37" y="1984"/>
                    <a:pt x="37" y="1702"/>
                  </a:cubicBezTo>
                  <a:cubicBezTo>
                    <a:pt x="17" y="1617"/>
                    <a:pt x="53" y="1564"/>
                    <a:pt x="138" y="1532"/>
                  </a:cubicBezTo>
                  <a:cubicBezTo>
                    <a:pt x="457" y="1415"/>
                    <a:pt x="744" y="1298"/>
                    <a:pt x="995" y="1197"/>
                  </a:cubicBezTo>
                  <a:cubicBezTo>
                    <a:pt x="1314" y="1059"/>
                    <a:pt x="1617" y="926"/>
                    <a:pt x="1936" y="793"/>
                  </a:cubicBezTo>
                  <a:cubicBezTo>
                    <a:pt x="2461" y="554"/>
                    <a:pt x="2982" y="336"/>
                    <a:pt x="3503" y="118"/>
                  </a:cubicBezTo>
                  <a:lnTo>
                    <a:pt x="3519" y="102"/>
                  </a:lnTo>
                  <a:cubicBezTo>
                    <a:pt x="3572" y="86"/>
                    <a:pt x="3604" y="66"/>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0"/>
            <p:cNvSpPr/>
            <p:nvPr/>
          </p:nvSpPr>
          <p:spPr>
            <a:xfrm>
              <a:off x="1615351" y="2475672"/>
              <a:ext cx="5264" cy="60290"/>
            </a:xfrm>
            <a:custGeom>
              <a:rect b="b" l="l" r="r" t="t"/>
              <a:pathLst>
                <a:path extrusionOk="0" h="607" w="53">
                  <a:moveTo>
                    <a:pt x="37" y="0"/>
                  </a:moveTo>
                  <a:lnTo>
                    <a:pt x="21" y="16"/>
                  </a:lnTo>
                  <a:cubicBezTo>
                    <a:pt x="0" y="101"/>
                    <a:pt x="0" y="186"/>
                    <a:pt x="21" y="287"/>
                  </a:cubicBezTo>
                  <a:lnTo>
                    <a:pt x="21" y="453"/>
                  </a:lnTo>
                  <a:lnTo>
                    <a:pt x="21" y="489"/>
                  </a:lnTo>
                  <a:cubicBezTo>
                    <a:pt x="21" y="521"/>
                    <a:pt x="21" y="554"/>
                    <a:pt x="0" y="590"/>
                  </a:cubicBezTo>
                  <a:lnTo>
                    <a:pt x="0" y="606"/>
                  </a:lnTo>
                  <a:lnTo>
                    <a:pt x="21" y="606"/>
                  </a:lnTo>
                  <a:cubicBezTo>
                    <a:pt x="53" y="574"/>
                    <a:pt x="37" y="521"/>
                    <a:pt x="37" y="489"/>
                  </a:cubicBezTo>
                  <a:lnTo>
                    <a:pt x="37" y="453"/>
                  </a:lnTo>
                  <a:lnTo>
                    <a:pt x="37" y="287"/>
                  </a:lnTo>
                  <a:cubicBezTo>
                    <a:pt x="37" y="202"/>
                    <a:pt x="37" y="101"/>
                    <a:pt x="53" y="16"/>
                  </a:cubicBezTo>
                  <a:cubicBezTo>
                    <a:pt x="53" y="16"/>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0"/>
            <p:cNvSpPr/>
            <p:nvPr/>
          </p:nvSpPr>
          <p:spPr>
            <a:xfrm>
              <a:off x="1859690" y="3393236"/>
              <a:ext cx="4867" cy="63965"/>
            </a:xfrm>
            <a:custGeom>
              <a:rect b="b" l="l" r="r" t="t"/>
              <a:pathLst>
                <a:path extrusionOk="0" h="644" w="49">
                  <a:moveTo>
                    <a:pt x="33" y="1"/>
                  </a:moveTo>
                  <a:lnTo>
                    <a:pt x="33" y="21"/>
                  </a:lnTo>
                  <a:cubicBezTo>
                    <a:pt x="1" y="122"/>
                    <a:pt x="17" y="203"/>
                    <a:pt x="17" y="304"/>
                  </a:cubicBezTo>
                  <a:lnTo>
                    <a:pt x="17" y="474"/>
                  </a:lnTo>
                  <a:lnTo>
                    <a:pt x="17" y="526"/>
                  </a:lnTo>
                  <a:cubicBezTo>
                    <a:pt x="17" y="558"/>
                    <a:pt x="17" y="591"/>
                    <a:pt x="1" y="627"/>
                  </a:cubicBezTo>
                  <a:lnTo>
                    <a:pt x="1" y="643"/>
                  </a:lnTo>
                  <a:lnTo>
                    <a:pt x="17" y="643"/>
                  </a:lnTo>
                  <a:lnTo>
                    <a:pt x="17" y="627"/>
                  </a:lnTo>
                  <a:cubicBezTo>
                    <a:pt x="33" y="591"/>
                    <a:pt x="33" y="558"/>
                    <a:pt x="33" y="526"/>
                  </a:cubicBezTo>
                  <a:lnTo>
                    <a:pt x="33" y="474"/>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0"/>
            <p:cNvSpPr/>
            <p:nvPr/>
          </p:nvSpPr>
          <p:spPr>
            <a:xfrm>
              <a:off x="1521886" y="3197864"/>
              <a:ext cx="197458" cy="279401"/>
            </a:xfrm>
            <a:custGeom>
              <a:rect b="b" l="l" r="r" t="t"/>
              <a:pathLst>
                <a:path extrusionOk="0" h="2813" w="1988">
                  <a:moveTo>
                    <a:pt x="32" y="1"/>
                  </a:moveTo>
                  <a:cubicBezTo>
                    <a:pt x="32" y="1"/>
                    <a:pt x="16" y="1"/>
                    <a:pt x="16" y="17"/>
                  </a:cubicBezTo>
                  <a:cubicBezTo>
                    <a:pt x="0" y="186"/>
                    <a:pt x="0" y="372"/>
                    <a:pt x="0" y="538"/>
                  </a:cubicBezTo>
                  <a:cubicBezTo>
                    <a:pt x="16" y="639"/>
                    <a:pt x="16" y="740"/>
                    <a:pt x="0" y="857"/>
                  </a:cubicBezTo>
                  <a:cubicBezTo>
                    <a:pt x="0" y="893"/>
                    <a:pt x="32" y="926"/>
                    <a:pt x="69" y="958"/>
                  </a:cubicBezTo>
                  <a:lnTo>
                    <a:pt x="85" y="978"/>
                  </a:lnTo>
                  <a:cubicBezTo>
                    <a:pt x="590" y="1447"/>
                    <a:pt x="1111" y="1936"/>
                    <a:pt x="1616" y="2424"/>
                  </a:cubicBezTo>
                  <a:cubicBezTo>
                    <a:pt x="1632" y="2441"/>
                    <a:pt x="1669" y="2473"/>
                    <a:pt x="1685" y="2493"/>
                  </a:cubicBezTo>
                  <a:cubicBezTo>
                    <a:pt x="1733" y="2542"/>
                    <a:pt x="1786" y="2594"/>
                    <a:pt x="1834" y="2626"/>
                  </a:cubicBezTo>
                  <a:cubicBezTo>
                    <a:pt x="1887" y="2675"/>
                    <a:pt x="1935" y="2727"/>
                    <a:pt x="1951" y="2796"/>
                  </a:cubicBezTo>
                  <a:lnTo>
                    <a:pt x="1971" y="2812"/>
                  </a:lnTo>
                  <a:lnTo>
                    <a:pt x="1988" y="2796"/>
                  </a:lnTo>
                  <a:cubicBezTo>
                    <a:pt x="1951" y="2711"/>
                    <a:pt x="1919" y="2659"/>
                    <a:pt x="1850" y="2610"/>
                  </a:cubicBezTo>
                  <a:cubicBezTo>
                    <a:pt x="1802" y="2558"/>
                    <a:pt x="1749" y="2509"/>
                    <a:pt x="1701" y="2473"/>
                  </a:cubicBezTo>
                  <a:cubicBezTo>
                    <a:pt x="1685" y="2441"/>
                    <a:pt x="1648" y="2424"/>
                    <a:pt x="1632" y="2408"/>
                  </a:cubicBezTo>
                  <a:cubicBezTo>
                    <a:pt x="1127" y="1919"/>
                    <a:pt x="606" y="1431"/>
                    <a:pt x="101" y="942"/>
                  </a:cubicBezTo>
                  <a:lnTo>
                    <a:pt x="85" y="942"/>
                  </a:lnTo>
                  <a:cubicBezTo>
                    <a:pt x="69" y="910"/>
                    <a:pt x="32" y="893"/>
                    <a:pt x="32" y="857"/>
                  </a:cubicBezTo>
                  <a:lnTo>
                    <a:pt x="32" y="538"/>
                  </a:lnTo>
                  <a:cubicBezTo>
                    <a:pt x="32" y="372"/>
                    <a:pt x="32" y="186"/>
                    <a:pt x="53" y="17"/>
                  </a:cubicBezTo>
                  <a:cubicBezTo>
                    <a:pt x="53" y="1"/>
                    <a:pt x="53"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0"/>
            <p:cNvSpPr/>
            <p:nvPr/>
          </p:nvSpPr>
          <p:spPr>
            <a:xfrm>
              <a:off x="1737719" y="2749709"/>
              <a:ext cx="172230" cy="316251"/>
            </a:xfrm>
            <a:custGeom>
              <a:rect b="b" l="l" r="r" t="t"/>
              <a:pathLst>
                <a:path extrusionOk="0" h="3184" w="1734">
                  <a:moveTo>
                    <a:pt x="17" y="0"/>
                  </a:moveTo>
                  <a:cubicBezTo>
                    <a:pt x="0" y="0"/>
                    <a:pt x="0" y="0"/>
                    <a:pt x="0" y="16"/>
                  </a:cubicBezTo>
                  <a:cubicBezTo>
                    <a:pt x="17" y="138"/>
                    <a:pt x="81" y="218"/>
                    <a:pt x="166" y="303"/>
                  </a:cubicBezTo>
                  <a:cubicBezTo>
                    <a:pt x="182" y="319"/>
                    <a:pt x="202" y="356"/>
                    <a:pt x="219" y="372"/>
                  </a:cubicBezTo>
                  <a:cubicBezTo>
                    <a:pt x="453" y="675"/>
                    <a:pt x="687" y="962"/>
                    <a:pt x="909" y="1265"/>
                  </a:cubicBezTo>
                  <a:lnTo>
                    <a:pt x="1229" y="1669"/>
                  </a:lnTo>
                  <a:cubicBezTo>
                    <a:pt x="1277" y="1717"/>
                    <a:pt x="1313" y="1786"/>
                    <a:pt x="1362" y="1834"/>
                  </a:cubicBezTo>
                  <a:cubicBezTo>
                    <a:pt x="1447" y="1955"/>
                    <a:pt x="1532" y="2056"/>
                    <a:pt x="1616" y="2174"/>
                  </a:cubicBezTo>
                  <a:cubicBezTo>
                    <a:pt x="1697" y="2275"/>
                    <a:pt x="1681" y="2376"/>
                    <a:pt x="1681" y="2493"/>
                  </a:cubicBezTo>
                  <a:cubicBezTo>
                    <a:pt x="1681" y="2561"/>
                    <a:pt x="1665" y="2610"/>
                    <a:pt x="1681" y="2679"/>
                  </a:cubicBezTo>
                  <a:cubicBezTo>
                    <a:pt x="1697" y="2844"/>
                    <a:pt x="1717" y="3014"/>
                    <a:pt x="1649" y="3167"/>
                  </a:cubicBezTo>
                  <a:lnTo>
                    <a:pt x="1649" y="3184"/>
                  </a:lnTo>
                  <a:lnTo>
                    <a:pt x="1665" y="3184"/>
                  </a:lnTo>
                  <a:cubicBezTo>
                    <a:pt x="1733" y="3014"/>
                    <a:pt x="1733" y="2844"/>
                    <a:pt x="1697" y="2679"/>
                  </a:cubicBezTo>
                  <a:lnTo>
                    <a:pt x="1697" y="2493"/>
                  </a:lnTo>
                  <a:cubicBezTo>
                    <a:pt x="1717" y="2376"/>
                    <a:pt x="1717" y="2258"/>
                    <a:pt x="1649" y="2157"/>
                  </a:cubicBezTo>
                  <a:cubicBezTo>
                    <a:pt x="1564" y="2036"/>
                    <a:pt x="1463" y="1935"/>
                    <a:pt x="1378" y="1818"/>
                  </a:cubicBezTo>
                  <a:cubicBezTo>
                    <a:pt x="1346" y="1770"/>
                    <a:pt x="1293" y="1701"/>
                    <a:pt x="1245" y="1653"/>
                  </a:cubicBezTo>
                  <a:lnTo>
                    <a:pt x="942" y="1249"/>
                  </a:lnTo>
                  <a:cubicBezTo>
                    <a:pt x="707" y="962"/>
                    <a:pt x="469" y="659"/>
                    <a:pt x="235" y="356"/>
                  </a:cubicBezTo>
                  <a:cubicBezTo>
                    <a:pt x="219" y="340"/>
                    <a:pt x="202" y="303"/>
                    <a:pt x="182" y="287"/>
                  </a:cubicBezTo>
                  <a:cubicBezTo>
                    <a:pt x="118" y="202"/>
                    <a:pt x="33" y="11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0"/>
            <p:cNvSpPr/>
            <p:nvPr/>
          </p:nvSpPr>
          <p:spPr>
            <a:xfrm>
              <a:off x="1765828" y="3289044"/>
              <a:ext cx="5264" cy="67839"/>
            </a:xfrm>
            <a:custGeom>
              <a:rect b="b" l="l" r="r" t="t"/>
              <a:pathLst>
                <a:path extrusionOk="0" h="683" w="53">
                  <a:moveTo>
                    <a:pt x="32" y="1"/>
                  </a:moveTo>
                  <a:cubicBezTo>
                    <a:pt x="28" y="1"/>
                    <a:pt x="20" y="8"/>
                    <a:pt x="20" y="8"/>
                  </a:cubicBezTo>
                  <a:cubicBezTo>
                    <a:pt x="0" y="109"/>
                    <a:pt x="0" y="226"/>
                    <a:pt x="20" y="327"/>
                  </a:cubicBezTo>
                  <a:cubicBezTo>
                    <a:pt x="20" y="395"/>
                    <a:pt x="20" y="464"/>
                    <a:pt x="0" y="529"/>
                  </a:cubicBezTo>
                  <a:cubicBezTo>
                    <a:pt x="0" y="545"/>
                    <a:pt x="0" y="565"/>
                    <a:pt x="20" y="565"/>
                  </a:cubicBezTo>
                  <a:cubicBezTo>
                    <a:pt x="20" y="597"/>
                    <a:pt x="20" y="630"/>
                    <a:pt x="0" y="646"/>
                  </a:cubicBezTo>
                  <a:lnTo>
                    <a:pt x="0" y="682"/>
                  </a:lnTo>
                  <a:lnTo>
                    <a:pt x="20" y="682"/>
                  </a:lnTo>
                  <a:lnTo>
                    <a:pt x="20" y="666"/>
                  </a:lnTo>
                  <a:cubicBezTo>
                    <a:pt x="37" y="630"/>
                    <a:pt x="37" y="597"/>
                    <a:pt x="37" y="565"/>
                  </a:cubicBezTo>
                  <a:lnTo>
                    <a:pt x="37" y="529"/>
                  </a:lnTo>
                  <a:lnTo>
                    <a:pt x="37" y="327"/>
                  </a:lnTo>
                  <a:cubicBezTo>
                    <a:pt x="37" y="226"/>
                    <a:pt x="37" y="125"/>
                    <a:pt x="53" y="8"/>
                  </a:cubicBezTo>
                  <a:lnTo>
                    <a:pt x="37" y="8"/>
                  </a:lnTo>
                  <a:cubicBezTo>
                    <a:pt x="37" y="2"/>
                    <a:pt x="35"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0"/>
            <p:cNvSpPr/>
            <p:nvPr/>
          </p:nvSpPr>
          <p:spPr>
            <a:xfrm>
              <a:off x="1861279" y="2666276"/>
              <a:ext cx="6953" cy="51848"/>
            </a:xfrm>
            <a:custGeom>
              <a:rect b="b" l="l" r="r" t="t"/>
              <a:pathLst>
                <a:path extrusionOk="0" h="522" w="70">
                  <a:moveTo>
                    <a:pt x="49" y="0"/>
                  </a:moveTo>
                  <a:cubicBezTo>
                    <a:pt x="49" y="0"/>
                    <a:pt x="33" y="0"/>
                    <a:pt x="33" y="16"/>
                  </a:cubicBezTo>
                  <a:cubicBezTo>
                    <a:pt x="17" y="101"/>
                    <a:pt x="17" y="186"/>
                    <a:pt x="17" y="250"/>
                  </a:cubicBezTo>
                  <a:cubicBezTo>
                    <a:pt x="17" y="335"/>
                    <a:pt x="33" y="420"/>
                    <a:pt x="17" y="505"/>
                  </a:cubicBezTo>
                  <a:cubicBezTo>
                    <a:pt x="1" y="505"/>
                    <a:pt x="17" y="505"/>
                    <a:pt x="17" y="521"/>
                  </a:cubicBezTo>
                  <a:lnTo>
                    <a:pt x="33" y="505"/>
                  </a:lnTo>
                  <a:cubicBezTo>
                    <a:pt x="49" y="420"/>
                    <a:pt x="49" y="335"/>
                    <a:pt x="49" y="250"/>
                  </a:cubicBezTo>
                  <a:cubicBezTo>
                    <a:pt x="49" y="186"/>
                    <a:pt x="49" y="101"/>
                    <a:pt x="69" y="16"/>
                  </a:cubicBezTo>
                  <a:cubicBezTo>
                    <a:pt x="69" y="16"/>
                    <a:pt x="6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0"/>
            <p:cNvSpPr/>
            <p:nvPr/>
          </p:nvSpPr>
          <p:spPr>
            <a:xfrm>
              <a:off x="852932" y="1711664"/>
              <a:ext cx="359656" cy="334328"/>
            </a:xfrm>
            <a:custGeom>
              <a:rect b="b" l="l" r="r" t="t"/>
              <a:pathLst>
                <a:path extrusionOk="0" h="3366" w="3621">
                  <a:moveTo>
                    <a:pt x="3604" y="1"/>
                  </a:moveTo>
                  <a:cubicBezTo>
                    <a:pt x="3588" y="1"/>
                    <a:pt x="3588" y="17"/>
                    <a:pt x="3588" y="33"/>
                  </a:cubicBezTo>
                  <a:cubicBezTo>
                    <a:pt x="3572" y="49"/>
                    <a:pt x="3572" y="49"/>
                    <a:pt x="3556" y="65"/>
                  </a:cubicBezTo>
                  <a:cubicBezTo>
                    <a:pt x="2461" y="655"/>
                    <a:pt x="1467" y="1176"/>
                    <a:pt x="526" y="1701"/>
                  </a:cubicBezTo>
                  <a:cubicBezTo>
                    <a:pt x="490" y="1718"/>
                    <a:pt x="441" y="1750"/>
                    <a:pt x="405" y="1766"/>
                  </a:cubicBezTo>
                  <a:cubicBezTo>
                    <a:pt x="304" y="1819"/>
                    <a:pt x="203" y="1867"/>
                    <a:pt x="102" y="1936"/>
                  </a:cubicBezTo>
                  <a:cubicBezTo>
                    <a:pt x="37" y="1968"/>
                    <a:pt x="21" y="2004"/>
                    <a:pt x="21" y="2069"/>
                  </a:cubicBezTo>
                  <a:lnTo>
                    <a:pt x="21" y="2558"/>
                  </a:lnTo>
                  <a:cubicBezTo>
                    <a:pt x="21" y="2792"/>
                    <a:pt x="1" y="3047"/>
                    <a:pt x="21" y="3281"/>
                  </a:cubicBezTo>
                  <a:lnTo>
                    <a:pt x="21" y="3333"/>
                  </a:lnTo>
                  <a:cubicBezTo>
                    <a:pt x="1" y="3333"/>
                    <a:pt x="1" y="3350"/>
                    <a:pt x="1" y="3350"/>
                  </a:cubicBezTo>
                  <a:lnTo>
                    <a:pt x="1" y="3366"/>
                  </a:lnTo>
                  <a:lnTo>
                    <a:pt x="21" y="3366"/>
                  </a:lnTo>
                  <a:cubicBezTo>
                    <a:pt x="37" y="3350"/>
                    <a:pt x="37" y="3350"/>
                    <a:pt x="37" y="3333"/>
                  </a:cubicBezTo>
                  <a:cubicBezTo>
                    <a:pt x="54" y="3317"/>
                    <a:pt x="54" y="3297"/>
                    <a:pt x="54" y="3281"/>
                  </a:cubicBezTo>
                  <a:cubicBezTo>
                    <a:pt x="37" y="3047"/>
                    <a:pt x="37" y="2792"/>
                    <a:pt x="37" y="2558"/>
                  </a:cubicBezTo>
                  <a:lnTo>
                    <a:pt x="37" y="2069"/>
                  </a:lnTo>
                  <a:cubicBezTo>
                    <a:pt x="37" y="2020"/>
                    <a:pt x="54" y="1984"/>
                    <a:pt x="122" y="1952"/>
                  </a:cubicBezTo>
                  <a:cubicBezTo>
                    <a:pt x="203" y="1903"/>
                    <a:pt x="324" y="1835"/>
                    <a:pt x="425" y="1782"/>
                  </a:cubicBezTo>
                  <a:cubicBezTo>
                    <a:pt x="457" y="1766"/>
                    <a:pt x="490" y="1750"/>
                    <a:pt x="542" y="1718"/>
                  </a:cubicBezTo>
                  <a:cubicBezTo>
                    <a:pt x="1467" y="1213"/>
                    <a:pt x="2461" y="671"/>
                    <a:pt x="3556" y="85"/>
                  </a:cubicBezTo>
                  <a:cubicBezTo>
                    <a:pt x="3588" y="65"/>
                    <a:pt x="3604" y="49"/>
                    <a:pt x="3604" y="33"/>
                  </a:cubicBezTo>
                  <a:cubicBezTo>
                    <a:pt x="3604" y="33"/>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0"/>
            <p:cNvSpPr/>
            <p:nvPr/>
          </p:nvSpPr>
          <p:spPr>
            <a:xfrm>
              <a:off x="794827" y="2151475"/>
              <a:ext cx="4867" cy="91975"/>
            </a:xfrm>
            <a:custGeom>
              <a:rect b="b" l="l" r="r" t="t"/>
              <a:pathLst>
                <a:path extrusionOk="0" h="926" w="49">
                  <a:moveTo>
                    <a:pt x="0" y="0"/>
                  </a:moveTo>
                  <a:lnTo>
                    <a:pt x="0" y="16"/>
                  </a:lnTo>
                  <a:cubicBezTo>
                    <a:pt x="16" y="166"/>
                    <a:pt x="16" y="319"/>
                    <a:pt x="0" y="485"/>
                  </a:cubicBezTo>
                  <a:lnTo>
                    <a:pt x="0" y="772"/>
                  </a:lnTo>
                  <a:lnTo>
                    <a:pt x="0" y="808"/>
                  </a:lnTo>
                  <a:cubicBezTo>
                    <a:pt x="0" y="840"/>
                    <a:pt x="0" y="889"/>
                    <a:pt x="16" y="925"/>
                  </a:cubicBezTo>
                  <a:lnTo>
                    <a:pt x="33" y="925"/>
                  </a:lnTo>
                  <a:cubicBezTo>
                    <a:pt x="49" y="925"/>
                    <a:pt x="49" y="925"/>
                    <a:pt x="49" y="909"/>
                  </a:cubicBezTo>
                  <a:cubicBezTo>
                    <a:pt x="33" y="873"/>
                    <a:pt x="33" y="840"/>
                    <a:pt x="33" y="808"/>
                  </a:cubicBezTo>
                  <a:lnTo>
                    <a:pt x="33" y="772"/>
                  </a:lnTo>
                  <a:lnTo>
                    <a:pt x="33" y="485"/>
                  </a:lnTo>
                  <a:cubicBezTo>
                    <a:pt x="33" y="319"/>
                    <a:pt x="33" y="166"/>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0"/>
            <p:cNvSpPr/>
            <p:nvPr/>
          </p:nvSpPr>
          <p:spPr>
            <a:xfrm>
              <a:off x="751024" y="2336815"/>
              <a:ext cx="5364" cy="87207"/>
            </a:xfrm>
            <a:custGeom>
              <a:rect b="b" l="l" r="r" t="t"/>
              <a:pathLst>
                <a:path extrusionOk="0" h="878" w="54">
                  <a:moveTo>
                    <a:pt x="17" y="0"/>
                  </a:moveTo>
                  <a:lnTo>
                    <a:pt x="1" y="17"/>
                  </a:lnTo>
                  <a:cubicBezTo>
                    <a:pt x="17" y="170"/>
                    <a:pt x="17" y="303"/>
                    <a:pt x="17" y="437"/>
                  </a:cubicBezTo>
                  <a:lnTo>
                    <a:pt x="17" y="691"/>
                  </a:lnTo>
                  <a:lnTo>
                    <a:pt x="17" y="808"/>
                  </a:lnTo>
                  <a:lnTo>
                    <a:pt x="17" y="861"/>
                  </a:lnTo>
                  <a:lnTo>
                    <a:pt x="17" y="877"/>
                  </a:lnTo>
                  <a:cubicBezTo>
                    <a:pt x="37" y="877"/>
                    <a:pt x="37" y="861"/>
                    <a:pt x="37" y="861"/>
                  </a:cubicBezTo>
                  <a:lnTo>
                    <a:pt x="37" y="808"/>
                  </a:lnTo>
                  <a:lnTo>
                    <a:pt x="37" y="691"/>
                  </a:lnTo>
                  <a:lnTo>
                    <a:pt x="37" y="437"/>
                  </a:lnTo>
                  <a:cubicBezTo>
                    <a:pt x="37" y="303"/>
                    <a:pt x="53" y="154"/>
                    <a:pt x="17"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0"/>
            <p:cNvSpPr/>
            <p:nvPr/>
          </p:nvSpPr>
          <p:spPr>
            <a:xfrm>
              <a:off x="1944712" y="2636181"/>
              <a:ext cx="6953" cy="57013"/>
            </a:xfrm>
            <a:custGeom>
              <a:rect b="b" l="l" r="r" t="t"/>
              <a:pathLst>
                <a:path extrusionOk="0" h="574" w="70">
                  <a:moveTo>
                    <a:pt x="53" y="0"/>
                  </a:moveTo>
                  <a:cubicBezTo>
                    <a:pt x="37" y="0"/>
                    <a:pt x="37" y="16"/>
                    <a:pt x="37" y="16"/>
                  </a:cubicBezTo>
                  <a:cubicBezTo>
                    <a:pt x="17" y="101"/>
                    <a:pt x="17" y="202"/>
                    <a:pt x="17" y="287"/>
                  </a:cubicBezTo>
                  <a:cubicBezTo>
                    <a:pt x="17" y="388"/>
                    <a:pt x="17" y="473"/>
                    <a:pt x="1" y="553"/>
                  </a:cubicBezTo>
                  <a:cubicBezTo>
                    <a:pt x="1" y="574"/>
                    <a:pt x="1" y="574"/>
                    <a:pt x="17" y="574"/>
                  </a:cubicBezTo>
                  <a:lnTo>
                    <a:pt x="37" y="574"/>
                  </a:lnTo>
                  <a:cubicBezTo>
                    <a:pt x="53" y="473"/>
                    <a:pt x="53" y="388"/>
                    <a:pt x="53" y="287"/>
                  </a:cubicBezTo>
                  <a:cubicBezTo>
                    <a:pt x="37" y="202"/>
                    <a:pt x="37" y="117"/>
                    <a:pt x="53" y="16"/>
                  </a:cubicBezTo>
                  <a:cubicBezTo>
                    <a:pt x="70" y="16"/>
                    <a:pt x="53" y="16"/>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0"/>
            <p:cNvSpPr/>
            <p:nvPr/>
          </p:nvSpPr>
          <p:spPr>
            <a:xfrm>
              <a:off x="1416701" y="2831553"/>
              <a:ext cx="85221" cy="92372"/>
            </a:xfrm>
            <a:custGeom>
              <a:rect b="b" l="l" r="r" t="t"/>
              <a:pathLst>
                <a:path extrusionOk="0" h="930" w="858">
                  <a:moveTo>
                    <a:pt x="17" y="0"/>
                  </a:moveTo>
                  <a:cubicBezTo>
                    <a:pt x="1" y="0"/>
                    <a:pt x="1" y="0"/>
                    <a:pt x="1" y="21"/>
                  </a:cubicBezTo>
                  <a:lnTo>
                    <a:pt x="17" y="21"/>
                  </a:lnTo>
                  <a:cubicBezTo>
                    <a:pt x="49" y="21"/>
                    <a:pt x="65" y="53"/>
                    <a:pt x="102" y="69"/>
                  </a:cubicBezTo>
                  <a:cubicBezTo>
                    <a:pt x="102" y="69"/>
                    <a:pt x="102" y="85"/>
                    <a:pt x="118" y="85"/>
                  </a:cubicBezTo>
                  <a:cubicBezTo>
                    <a:pt x="251" y="223"/>
                    <a:pt x="384" y="372"/>
                    <a:pt x="506" y="526"/>
                  </a:cubicBezTo>
                  <a:lnTo>
                    <a:pt x="522" y="542"/>
                  </a:lnTo>
                  <a:lnTo>
                    <a:pt x="623" y="643"/>
                  </a:lnTo>
                  <a:cubicBezTo>
                    <a:pt x="708" y="728"/>
                    <a:pt x="788" y="808"/>
                    <a:pt x="825" y="930"/>
                  </a:cubicBezTo>
                  <a:lnTo>
                    <a:pt x="841" y="930"/>
                  </a:lnTo>
                  <a:cubicBezTo>
                    <a:pt x="841" y="930"/>
                    <a:pt x="857" y="930"/>
                    <a:pt x="857" y="909"/>
                  </a:cubicBezTo>
                  <a:cubicBezTo>
                    <a:pt x="825" y="792"/>
                    <a:pt x="724" y="707"/>
                    <a:pt x="639" y="627"/>
                  </a:cubicBezTo>
                  <a:cubicBezTo>
                    <a:pt x="607" y="590"/>
                    <a:pt x="570" y="558"/>
                    <a:pt x="538" y="526"/>
                  </a:cubicBezTo>
                  <a:lnTo>
                    <a:pt x="538" y="505"/>
                  </a:lnTo>
                  <a:cubicBezTo>
                    <a:pt x="405" y="356"/>
                    <a:pt x="267" y="202"/>
                    <a:pt x="134" y="69"/>
                  </a:cubicBezTo>
                  <a:cubicBezTo>
                    <a:pt x="118" y="69"/>
                    <a:pt x="118" y="53"/>
                    <a:pt x="118" y="53"/>
                  </a:cubicBezTo>
                  <a:cubicBezTo>
                    <a:pt x="82" y="21"/>
                    <a:pt x="65"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0"/>
            <p:cNvSpPr/>
            <p:nvPr/>
          </p:nvSpPr>
          <p:spPr>
            <a:xfrm>
              <a:off x="1336446" y="2930282"/>
              <a:ext cx="4966" cy="98729"/>
            </a:xfrm>
            <a:custGeom>
              <a:rect b="b" l="l" r="r" t="t"/>
              <a:pathLst>
                <a:path extrusionOk="0" h="994" w="50">
                  <a:moveTo>
                    <a:pt x="17" y="0"/>
                  </a:moveTo>
                  <a:cubicBezTo>
                    <a:pt x="1" y="0"/>
                    <a:pt x="1" y="16"/>
                    <a:pt x="1" y="16"/>
                  </a:cubicBezTo>
                  <a:cubicBezTo>
                    <a:pt x="17" y="137"/>
                    <a:pt x="17" y="255"/>
                    <a:pt x="17" y="372"/>
                  </a:cubicBezTo>
                  <a:lnTo>
                    <a:pt x="17" y="558"/>
                  </a:lnTo>
                  <a:lnTo>
                    <a:pt x="17" y="844"/>
                  </a:lnTo>
                  <a:lnTo>
                    <a:pt x="17" y="978"/>
                  </a:lnTo>
                  <a:lnTo>
                    <a:pt x="17" y="994"/>
                  </a:lnTo>
                  <a:cubicBezTo>
                    <a:pt x="33" y="994"/>
                    <a:pt x="33" y="978"/>
                    <a:pt x="33" y="978"/>
                  </a:cubicBezTo>
                  <a:lnTo>
                    <a:pt x="33" y="844"/>
                  </a:lnTo>
                  <a:lnTo>
                    <a:pt x="33" y="558"/>
                  </a:lnTo>
                  <a:lnTo>
                    <a:pt x="33" y="372"/>
                  </a:lnTo>
                  <a:cubicBezTo>
                    <a:pt x="33" y="255"/>
                    <a:pt x="49" y="13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0"/>
            <p:cNvSpPr/>
            <p:nvPr/>
          </p:nvSpPr>
          <p:spPr>
            <a:xfrm>
              <a:off x="1815987" y="2443987"/>
              <a:ext cx="5264" cy="61879"/>
            </a:xfrm>
            <a:custGeom>
              <a:rect b="b" l="l" r="r" t="t"/>
              <a:pathLst>
                <a:path extrusionOk="0" h="623" w="53">
                  <a:moveTo>
                    <a:pt x="53" y="0"/>
                  </a:moveTo>
                  <a:cubicBezTo>
                    <a:pt x="37" y="0"/>
                    <a:pt x="37" y="0"/>
                    <a:pt x="37" y="16"/>
                  </a:cubicBezTo>
                  <a:cubicBezTo>
                    <a:pt x="20" y="101"/>
                    <a:pt x="20" y="202"/>
                    <a:pt x="20" y="287"/>
                  </a:cubicBezTo>
                  <a:lnTo>
                    <a:pt x="20" y="469"/>
                  </a:lnTo>
                  <a:lnTo>
                    <a:pt x="20" y="521"/>
                  </a:lnTo>
                  <a:cubicBezTo>
                    <a:pt x="20" y="537"/>
                    <a:pt x="20" y="570"/>
                    <a:pt x="0" y="606"/>
                  </a:cubicBezTo>
                  <a:lnTo>
                    <a:pt x="20" y="622"/>
                  </a:lnTo>
                  <a:lnTo>
                    <a:pt x="37" y="606"/>
                  </a:lnTo>
                  <a:cubicBezTo>
                    <a:pt x="53" y="570"/>
                    <a:pt x="53" y="537"/>
                    <a:pt x="53" y="505"/>
                  </a:cubicBezTo>
                  <a:lnTo>
                    <a:pt x="53" y="469"/>
                  </a:lnTo>
                  <a:lnTo>
                    <a:pt x="53" y="287"/>
                  </a:lnTo>
                  <a:cubicBezTo>
                    <a:pt x="37" y="202"/>
                    <a:pt x="37" y="10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0"/>
            <p:cNvSpPr/>
            <p:nvPr/>
          </p:nvSpPr>
          <p:spPr>
            <a:xfrm>
              <a:off x="1336446" y="2753285"/>
              <a:ext cx="4966" cy="91975"/>
            </a:xfrm>
            <a:custGeom>
              <a:rect b="b" l="l" r="r" t="t"/>
              <a:pathLst>
                <a:path extrusionOk="0" h="926" w="50">
                  <a:moveTo>
                    <a:pt x="17" y="1"/>
                  </a:moveTo>
                  <a:cubicBezTo>
                    <a:pt x="1" y="1"/>
                    <a:pt x="1" y="17"/>
                    <a:pt x="1" y="17"/>
                  </a:cubicBezTo>
                  <a:cubicBezTo>
                    <a:pt x="17" y="150"/>
                    <a:pt x="17" y="304"/>
                    <a:pt x="17" y="437"/>
                  </a:cubicBezTo>
                  <a:cubicBezTo>
                    <a:pt x="17" y="522"/>
                    <a:pt x="1" y="607"/>
                    <a:pt x="17" y="687"/>
                  </a:cubicBezTo>
                  <a:lnTo>
                    <a:pt x="17" y="756"/>
                  </a:lnTo>
                  <a:cubicBezTo>
                    <a:pt x="17" y="809"/>
                    <a:pt x="1" y="857"/>
                    <a:pt x="33" y="910"/>
                  </a:cubicBezTo>
                  <a:lnTo>
                    <a:pt x="33" y="926"/>
                  </a:lnTo>
                  <a:lnTo>
                    <a:pt x="49" y="926"/>
                  </a:lnTo>
                  <a:lnTo>
                    <a:pt x="49" y="910"/>
                  </a:lnTo>
                  <a:cubicBezTo>
                    <a:pt x="33" y="857"/>
                    <a:pt x="33" y="809"/>
                    <a:pt x="33" y="756"/>
                  </a:cubicBezTo>
                  <a:lnTo>
                    <a:pt x="33" y="687"/>
                  </a:lnTo>
                  <a:lnTo>
                    <a:pt x="33" y="437"/>
                  </a:lnTo>
                  <a:cubicBezTo>
                    <a:pt x="33" y="304"/>
                    <a:pt x="49" y="150"/>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0"/>
            <p:cNvSpPr/>
            <p:nvPr/>
          </p:nvSpPr>
          <p:spPr>
            <a:xfrm>
              <a:off x="852932" y="1203318"/>
              <a:ext cx="359656" cy="324296"/>
            </a:xfrm>
            <a:custGeom>
              <a:rect b="b" l="l" r="r" t="t"/>
              <a:pathLst>
                <a:path extrusionOk="0" h="3265" w="3621">
                  <a:moveTo>
                    <a:pt x="3604" y="0"/>
                  </a:moveTo>
                  <a:cubicBezTo>
                    <a:pt x="3471" y="85"/>
                    <a:pt x="3334" y="170"/>
                    <a:pt x="3200" y="255"/>
                  </a:cubicBezTo>
                  <a:cubicBezTo>
                    <a:pt x="2914" y="421"/>
                    <a:pt x="2611" y="606"/>
                    <a:pt x="2324" y="792"/>
                  </a:cubicBezTo>
                  <a:cubicBezTo>
                    <a:pt x="1904" y="1043"/>
                    <a:pt x="1484" y="1313"/>
                    <a:pt x="1063" y="1568"/>
                  </a:cubicBezTo>
                  <a:cubicBezTo>
                    <a:pt x="744" y="1770"/>
                    <a:pt x="441" y="1952"/>
                    <a:pt x="122" y="2154"/>
                  </a:cubicBezTo>
                  <a:cubicBezTo>
                    <a:pt x="54" y="2206"/>
                    <a:pt x="21" y="2238"/>
                    <a:pt x="21" y="2356"/>
                  </a:cubicBezTo>
                  <a:cubicBezTo>
                    <a:pt x="37" y="2525"/>
                    <a:pt x="21" y="2711"/>
                    <a:pt x="21" y="2881"/>
                  </a:cubicBezTo>
                  <a:lnTo>
                    <a:pt x="21" y="3115"/>
                  </a:lnTo>
                  <a:lnTo>
                    <a:pt x="21" y="3131"/>
                  </a:lnTo>
                  <a:cubicBezTo>
                    <a:pt x="21" y="3184"/>
                    <a:pt x="1" y="3216"/>
                    <a:pt x="54" y="3248"/>
                  </a:cubicBezTo>
                  <a:lnTo>
                    <a:pt x="54" y="3264"/>
                  </a:lnTo>
                  <a:lnTo>
                    <a:pt x="70" y="3248"/>
                  </a:lnTo>
                  <a:lnTo>
                    <a:pt x="70" y="3232"/>
                  </a:lnTo>
                  <a:cubicBezTo>
                    <a:pt x="37" y="3216"/>
                    <a:pt x="37" y="3184"/>
                    <a:pt x="37" y="3131"/>
                  </a:cubicBezTo>
                  <a:lnTo>
                    <a:pt x="37" y="3115"/>
                  </a:lnTo>
                  <a:cubicBezTo>
                    <a:pt x="37" y="3030"/>
                    <a:pt x="54" y="2961"/>
                    <a:pt x="54" y="2881"/>
                  </a:cubicBezTo>
                  <a:lnTo>
                    <a:pt x="54" y="2356"/>
                  </a:lnTo>
                  <a:cubicBezTo>
                    <a:pt x="37" y="2255"/>
                    <a:pt x="70" y="2222"/>
                    <a:pt x="138" y="2174"/>
                  </a:cubicBezTo>
                  <a:cubicBezTo>
                    <a:pt x="457" y="1988"/>
                    <a:pt x="760" y="1786"/>
                    <a:pt x="1080" y="1600"/>
                  </a:cubicBezTo>
                  <a:cubicBezTo>
                    <a:pt x="1500" y="1329"/>
                    <a:pt x="1904" y="1079"/>
                    <a:pt x="2324" y="808"/>
                  </a:cubicBezTo>
                  <a:cubicBezTo>
                    <a:pt x="2627" y="622"/>
                    <a:pt x="2930" y="457"/>
                    <a:pt x="3217" y="271"/>
                  </a:cubicBezTo>
                  <a:cubicBezTo>
                    <a:pt x="3354" y="186"/>
                    <a:pt x="3487" y="101"/>
                    <a:pt x="3621" y="33"/>
                  </a:cubicBezTo>
                  <a:lnTo>
                    <a:pt x="3621" y="17"/>
                  </a:lnTo>
                  <a:cubicBezTo>
                    <a:pt x="3621" y="0"/>
                    <a:pt x="3604" y="0"/>
                    <a:pt x="36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0"/>
            <p:cNvSpPr/>
            <p:nvPr/>
          </p:nvSpPr>
          <p:spPr>
            <a:xfrm>
              <a:off x="2024967" y="3573809"/>
              <a:ext cx="6953" cy="50258"/>
            </a:xfrm>
            <a:custGeom>
              <a:rect b="b" l="l" r="r" t="t"/>
              <a:pathLst>
                <a:path extrusionOk="0" h="506" w="70">
                  <a:moveTo>
                    <a:pt x="37" y="1"/>
                  </a:moveTo>
                  <a:cubicBezTo>
                    <a:pt x="17" y="86"/>
                    <a:pt x="17" y="170"/>
                    <a:pt x="17" y="255"/>
                  </a:cubicBezTo>
                  <a:cubicBezTo>
                    <a:pt x="17" y="340"/>
                    <a:pt x="37" y="425"/>
                    <a:pt x="1" y="490"/>
                  </a:cubicBezTo>
                  <a:cubicBezTo>
                    <a:pt x="1" y="506"/>
                    <a:pt x="17" y="506"/>
                    <a:pt x="17" y="506"/>
                  </a:cubicBezTo>
                  <a:lnTo>
                    <a:pt x="37" y="506"/>
                  </a:lnTo>
                  <a:cubicBezTo>
                    <a:pt x="53" y="425"/>
                    <a:pt x="53" y="340"/>
                    <a:pt x="53" y="255"/>
                  </a:cubicBezTo>
                  <a:cubicBezTo>
                    <a:pt x="53" y="170"/>
                    <a:pt x="37" y="86"/>
                    <a:pt x="70" y="21"/>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0"/>
            <p:cNvSpPr/>
            <p:nvPr/>
          </p:nvSpPr>
          <p:spPr>
            <a:xfrm>
              <a:off x="706130" y="2213255"/>
              <a:ext cx="3278" cy="66647"/>
            </a:xfrm>
            <a:custGeom>
              <a:rect b="b" l="l" r="r" t="t"/>
              <a:pathLst>
                <a:path extrusionOk="0" h="671" w="33">
                  <a:moveTo>
                    <a:pt x="17" y="0"/>
                  </a:moveTo>
                  <a:cubicBezTo>
                    <a:pt x="17" y="0"/>
                    <a:pt x="0" y="0"/>
                    <a:pt x="0" y="16"/>
                  </a:cubicBezTo>
                  <a:lnTo>
                    <a:pt x="0" y="655"/>
                  </a:lnTo>
                  <a:cubicBezTo>
                    <a:pt x="0" y="671"/>
                    <a:pt x="17" y="671"/>
                    <a:pt x="17" y="671"/>
                  </a:cubicBezTo>
                  <a:cubicBezTo>
                    <a:pt x="33" y="671"/>
                    <a:pt x="33" y="671"/>
                    <a:pt x="33" y="655"/>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0"/>
            <p:cNvSpPr/>
            <p:nvPr/>
          </p:nvSpPr>
          <p:spPr>
            <a:xfrm>
              <a:off x="794827" y="1663094"/>
              <a:ext cx="6456" cy="55125"/>
            </a:xfrm>
            <a:custGeom>
              <a:rect b="b" l="l" r="r" t="t"/>
              <a:pathLst>
                <a:path extrusionOk="0" h="555" w="65">
                  <a:moveTo>
                    <a:pt x="16" y="1"/>
                  </a:moveTo>
                  <a:lnTo>
                    <a:pt x="16" y="102"/>
                  </a:lnTo>
                  <a:cubicBezTo>
                    <a:pt x="16" y="150"/>
                    <a:pt x="16" y="219"/>
                    <a:pt x="0" y="288"/>
                  </a:cubicBezTo>
                  <a:cubicBezTo>
                    <a:pt x="0" y="389"/>
                    <a:pt x="16" y="473"/>
                    <a:pt x="33" y="554"/>
                  </a:cubicBezTo>
                  <a:lnTo>
                    <a:pt x="49" y="554"/>
                  </a:lnTo>
                  <a:cubicBezTo>
                    <a:pt x="49" y="554"/>
                    <a:pt x="65" y="554"/>
                    <a:pt x="65" y="538"/>
                  </a:cubicBezTo>
                  <a:cubicBezTo>
                    <a:pt x="33" y="473"/>
                    <a:pt x="33" y="389"/>
                    <a:pt x="33" y="288"/>
                  </a:cubicBezTo>
                  <a:cubicBezTo>
                    <a:pt x="33" y="219"/>
                    <a:pt x="33" y="171"/>
                    <a:pt x="49" y="102"/>
                  </a:cubicBezTo>
                  <a:lnTo>
                    <a:pt x="49" y="17"/>
                  </a:lnTo>
                  <a:cubicBezTo>
                    <a:pt x="49"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0"/>
            <p:cNvSpPr/>
            <p:nvPr/>
          </p:nvSpPr>
          <p:spPr>
            <a:xfrm>
              <a:off x="1815987" y="2121379"/>
              <a:ext cx="5264" cy="61879"/>
            </a:xfrm>
            <a:custGeom>
              <a:rect b="b" l="l" r="r" t="t"/>
              <a:pathLst>
                <a:path extrusionOk="0" h="623" w="53">
                  <a:moveTo>
                    <a:pt x="53" y="0"/>
                  </a:moveTo>
                  <a:cubicBezTo>
                    <a:pt x="37" y="0"/>
                    <a:pt x="37" y="0"/>
                    <a:pt x="37" y="16"/>
                  </a:cubicBezTo>
                  <a:cubicBezTo>
                    <a:pt x="20" y="101"/>
                    <a:pt x="20" y="202"/>
                    <a:pt x="20" y="303"/>
                  </a:cubicBezTo>
                  <a:lnTo>
                    <a:pt x="20" y="469"/>
                  </a:lnTo>
                  <a:lnTo>
                    <a:pt x="20" y="521"/>
                  </a:lnTo>
                  <a:cubicBezTo>
                    <a:pt x="20" y="554"/>
                    <a:pt x="20" y="570"/>
                    <a:pt x="0" y="606"/>
                  </a:cubicBezTo>
                  <a:cubicBezTo>
                    <a:pt x="0" y="606"/>
                    <a:pt x="0" y="622"/>
                    <a:pt x="20" y="622"/>
                  </a:cubicBezTo>
                  <a:lnTo>
                    <a:pt x="37" y="622"/>
                  </a:lnTo>
                  <a:cubicBezTo>
                    <a:pt x="53" y="586"/>
                    <a:pt x="53" y="554"/>
                    <a:pt x="53" y="521"/>
                  </a:cubicBezTo>
                  <a:lnTo>
                    <a:pt x="53" y="469"/>
                  </a:lnTo>
                  <a:lnTo>
                    <a:pt x="53" y="303"/>
                  </a:lnTo>
                  <a:cubicBezTo>
                    <a:pt x="37" y="202"/>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0"/>
            <p:cNvSpPr/>
            <p:nvPr/>
          </p:nvSpPr>
          <p:spPr>
            <a:xfrm>
              <a:off x="1527051" y="2657834"/>
              <a:ext cx="192293" cy="336314"/>
            </a:xfrm>
            <a:custGeom>
              <a:rect b="b" l="l" r="r" t="t"/>
              <a:pathLst>
                <a:path extrusionOk="0" h="3386" w="1936">
                  <a:moveTo>
                    <a:pt x="17" y="0"/>
                  </a:moveTo>
                  <a:cubicBezTo>
                    <a:pt x="17" y="0"/>
                    <a:pt x="1" y="0"/>
                    <a:pt x="1" y="16"/>
                  </a:cubicBezTo>
                  <a:lnTo>
                    <a:pt x="1" y="33"/>
                  </a:lnTo>
                  <a:cubicBezTo>
                    <a:pt x="49" y="69"/>
                    <a:pt x="102" y="117"/>
                    <a:pt x="134" y="170"/>
                  </a:cubicBezTo>
                  <a:cubicBezTo>
                    <a:pt x="687" y="840"/>
                    <a:pt x="1261" y="1531"/>
                    <a:pt x="1818" y="2206"/>
                  </a:cubicBezTo>
                  <a:cubicBezTo>
                    <a:pt x="1883" y="2291"/>
                    <a:pt x="1899" y="2376"/>
                    <a:pt x="1899" y="2456"/>
                  </a:cubicBezTo>
                  <a:lnTo>
                    <a:pt x="1899" y="3030"/>
                  </a:lnTo>
                  <a:lnTo>
                    <a:pt x="1899" y="3216"/>
                  </a:lnTo>
                  <a:lnTo>
                    <a:pt x="1899" y="3232"/>
                  </a:lnTo>
                  <a:cubicBezTo>
                    <a:pt x="1899" y="3284"/>
                    <a:pt x="1899" y="3317"/>
                    <a:pt x="1883" y="3365"/>
                  </a:cubicBezTo>
                  <a:cubicBezTo>
                    <a:pt x="1867" y="3365"/>
                    <a:pt x="1867" y="3385"/>
                    <a:pt x="1883" y="3385"/>
                  </a:cubicBezTo>
                  <a:lnTo>
                    <a:pt x="1899" y="3385"/>
                  </a:lnTo>
                  <a:cubicBezTo>
                    <a:pt x="1936" y="3333"/>
                    <a:pt x="1936" y="3284"/>
                    <a:pt x="1936" y="3232"/>
                  </a:cubicBezTo>
                  <a:lnTo>
                    <a:pt x="1936" y="3216"/>
                  </a:lnTo>
                  <a:lnTo>
                    <a:pt x="1936" y="3014"/>
                  </a:lnTo>
                  <a:cubicBezTo>
                    <a:pt x="1919" y="2844"/>
                    <a:pt x="1919" y="2642"/>
                    <a:pt x="1936" y="2456"/>
                  </a:cubicBezTo>
                  <a:cubicBezTo>
                    <a:pt x="1936" y="2355"/>
                    <a:pt x="1899" y="2275"/>
                    <a:pt x="1835" y="2190"/>
                  </a:cubicBezTo>
                  <a:cubicBezTo>
                    <a:pt x="1277" y="1515"/>
                    <a:pt x="708" y="824"/>
                    <a:pt x="150" y="134"/>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0"/>
            <p:cNvSpPr/>
            <p:nvPr/>
          </p:nvSpPr>
          <p:spPr>
            <a:xfrm>
              <a:off x="1923059" y="2242655"/>
              <a:ext cx="147398" cy="360252"/>
            </a:xfrm>
            <a:custGeom>
              <a:rect b="b" l="l" r="r" t="t"/>
              <a:pathLst>
                <a:path extrusionOk="0" h="3627" w="1484">
                  <a:moveTo>
                    <a:pt x="12" y="0"/>
                  </a:moveTo>
                  <a:cubicBezTo>
                    <a:pt x="10" y="0"/>
                    <a:pt x="6" y="2"/>
                    <a:pt x="1" y="7"/>
                  </a:cubicBezTo>
                  <a:cubicBezTo>
                    <a:pt x="69" y="225"/>
                    <a:pt x="187" y="411"/>
                    <a:pt x="304" y="597"/>
                  </a:cubicBezTo>
                  <a:cubicBezTo>
                    <a:pt x="356" y="678"/>
                    <a:pt x="421" y="763"/>
                    <a:pt x="473" y="847"/>
                  </a:cubicBezTo>
                  <a:cubicBezTo>
                    <a:pt x="724" y="1284"/>
                    <a:pt x="995" y="1724"/>
                    <a:pt x="1245" y="2144"/>
                  </a:cubicBezTo>
                  <a:lnTo>
                    <a:pt x="1399" y="2395"/>
                  </a:lnTo>
                  <a:cubicBezTo>
                    <a:pt x="1415" y="2431"/>
                    <a:pt x="1431" y="2447"/>
                    <a:pt x="1431" y="2479"/>
                  </a:cubicBezTo>
                  <a:lnTo>
                    <a:pt x="1431" y="2698"/>
                  </a:lnTo>
                  <a:cubicBezTo>
                    <a:pt x="1431" y="2883"/>
                    <a:pt x="1431" y="3069"/>
                    <a:pt x="1415" y="3255"/>
                  </a:cubicBezTo>
                  <a:cubicBezTo>
                    <a:pt x="1415" y="3356"/>
                    <a:pt x="1415" y="3473"/>
                    <a:pt x="1447" y="3607"/>
                  </a:cubicBezTo>
                  <a:lnTo>
                    <a:pt x="1467" y="3627"/>
                  </a:lnTo>
                  <a:lnTo>
                    <a:pt x="1483" y="3607"/>
                  </a:lnTo>
                  <a:cubicBezTo>
                    <a:pt x="1447" y="3473"/>
                    <a:pt x="1431" y="3356"/>
                    <a:pt x="1447" y="3255"/>
                  </a:cubicBezTo>
                  <a:cubicBezTo>
                    <a:pt x="1467" y="3069"/>
                    <a:pt x="1467" y="2883"/>
                    <a:pt x="1447" y="2698"/>
                  </a:cubicBezTo>
                  <a:lnTo>
                    <a:pt x="1447" y="2479"/>
                  </a:lnTo>
                  <a:cubicBezTo>
                    <a:pt x="1447" y="2447"/>
                    <a:pt x="1447" y="2415"/>
                    <a:pt x="1431" y="2379"/>
                  </a:cubicBezTo>
                  <a:lnTo>
                    <a:pt x="1281" y="2128"/>
                  </a:lnTo>
                  <a:cubicBezTo>
                    <a:pt x="1011" y="1708"/>
                    <a:pt x="740" y="1268"/>
                    <a:pt x="490" y="847"/>
                  </a:cubicBezTo>
                  <a:cubicBezTo>
                    <a:pt x="437" y="746"/>
                    <a:pt x="389" y="662"/>
                    <a:pt x="320" y="577"/>
                  </a:cubicBezTo>
                  <a:cubicBezTo>
                    <a:pt x="203" y="395"/>
                    <a:pt x="86" y="209"/>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0"/>
            <p:cNvSpPr/>
            <p:nvPr/>
          </p:nvSpPr>
          <p:spPr>
            <a:xfrm>
              <a:off x="1185969" y="2472394"/>
              <a:ext cx="4966" cy="85221"/>
            </a:xfrm>
            <a:custGeom>
              <a:rect b="b" l="l" r="r" t="t"/>
              <a:pathLst>
                <a:path extrusionOk="0" h="858" w="50">
                  <a:moveTo>
                    <a:pt x="17" y="1"/>
                  </a:moveTo>
                  <a:cubicBezTo>
                    <a:pt x="1" y="1"/>
                    <a:pt x="1" y="1"/>
                    <a:pt x="1" y="17"/>
                  </a:cubicBezTo>
                  <a:cubicBezTo>
                    <a:pt x="17" y="150"/>
                    <a:pt x="17" y="304"/>
                    <a:pt x="17" y="437"/>
                  </a:cubicBezTo>
                  <a:lnTo>
                    <a:pt x="17" y="688"/>
                  </a:lnTo>
                  <a:lnTo>
                    <a:pt x="17" y="740"/>
                  </a:lnTo>
                  <a:cubicBezTo>
                    <a:pt x="17" y="772"/>
                    <a:pt x="17" y="809"/>
                    <a:pt x="33" y="857"/>
                  </a:cubicBezTo>
                  <a:lnTo>
                    <a:pt x="49" y="857"/>
                  </a:lnTo>
                  <a:lnTo>
                    <a:pt x="49" y="841"/>
                  </a:lnTo>
                  <a:cubicBezTo>
                    <a:pt x="33" y="809"/>
                    <a:pt x="33" y="772"/>
                    <a:pt x="33" y="740"/>
                  </a:cubicBezTo>
                  <a:lnTo>
                    <a:pt x="33" y="688"/>
                  </a:lnTo>
                  <a:lnTo>
                    <a:pt x="33" y="437"/>
                  </a:lnTo>
                  <a:cubicBezTo>
                    <a:pt x="33" y="304"/>
                    <a:pt x="49" y="150"/>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0"/>
            <p:cNvSpPr/>
            <p:nvPr/>
          </p:nvSpPr>
          <p:spPr>
            <a:xfrm>
              <a:off x="1794334" y="3477166"/>
              <a:ext cx="5264" cy="60290"/>
            </a:xfrm>
            <a:custGeom>
              <a:rect b="b" l="l" r="r" t="t"/>
              <a:pathLst>
                <a:path extrusionOk="0" h="607" w="53">
                  <a:moveTo>
                    <a:pt x="36" y="0"/>
                  </a:moveTo>
                  <a:cubicBezTo>
                    <a:pt x="36" y="0"/>
                    <a:pt x="16" y="0"/>
                    <a:pt x="16" y="16"/>
                  </a:cubicBezTo>
                  <a:lnTo>
                    <a:pt x="16" y="235"/>
                  </a:lnTo>
                  <a:cubicBezTo>
                    <a:pt x="16" y="352"/>
                    <a:pt x="16" y="469"/>
                    <a:pt x="0" y="590"/>
                  </a:cubicBezTo>
                  <a:cubicBezTo>
                    <a:pt x="0" y="606"/>
                    <a:pt x="16" y="606"/>
                    <a:pt x="16" y="606"/>
                  </a:cubicBezTo>
                  <a:cubicBezTo>
                    <a:pt x="36" y="606"/>
                    <a:pt x="36" y="606"/>
                    <a:pt x="36" y="590"/>
                  </a:cubicBezTo>
                  <a:cubicBezTo>
                    <a:pt x="53" y="469"/>
                    <a:pt x="53" y="352"/>
                    <a:pt x="53" y="235"/>
                  </a:cubicBezTo>
                  <a:lnTo>
                    <a:pt x="53" y="16"/>
                  </a:lnTo>
                  <a:cubicBezTo>
                    <a:pt x="53" y="0"/>
                    <a:pt x="36"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0"/>
            <p:cNvSpPr/>
            <p:nvPr/>
          </p:nvSpPr>
          <p:spPr>
            <a:xfrm>
              <a:off x="1521886" y="3366816"/>
              <a:ext cx="190605" cy="257252"/>
            </a:xfrm>
            <a:custGeom>
              <a:rect b="b" l="l" r="r" t="t"/>
              <a:pathLst>
                <a:path extrusionOk="0" h="2590" w="1919">
                  <a:moveTo>
                    <a:pt x="32" y="0"/>
                  </a:moveTo>
                  <a:cubicBezTo>
                    <a:pt x="32" y="0"/>
                    <a:pt x="16" y="0"/>
                    <a:pt x="16" y="16"/>
                  </a:cubicBezTo>
                  <a:cubicBezTo>
                    <a:pt x="0" y="186"/>
                    <a:pt x="0" y="368"/>
                    <a:pt x="0" y="538"/>
                  </a:cubicBezTo>
                  <a:cubicBezTo>
                    <a:pt x="16" y="639"/>
                    <a:pt x="16" y="740"/>
                    <a:pt x="0" y="857"/>
                  </a:cubicBezTo>
                  <a:cubicBezTo>
                    <a:pt x="0" y="893"/>
                    <a:pt x="32" y="909"/>
                    <a:pt x="53" y="942"/>
                  </a:cubicBezTo>
                  <a:lnTo>
                    <a:pt x="69" y="942"/>
                  </a:lnTo>
                  <a:cubicBezTo>
                    <a:pt x="218" y="1075"/>
                    <a:pt x="356" y="1212"/>
                    <a:pt x="505" y="1346"/>
                  </a:cubicBezTo>
                  <a:cubicBezTo>
                    <a:pt x="909" y="1717"/>
                    <a:pt x="1313" y="2105"/>
                    <a:pt x="1733" y="2456"/>
                  </a:cubicBezTo>
                  <a:cubicBezTo>
                    <a:pt x="1749" y="2473"/>
                    <a:pt x="1769" y="2489"/>
                    <a:pt x="1786" y="2509"/>
                  </a:cubicBezTo>
                  <a:cubicBezTo>
                    <a:pt x="1818" y="2541"/>
                    <a:pt x="1850" y="2590"/>
                    <a:pt x="1919" y="2590"/>
                  </a:cubicBezTo>
                  <a:lnTo>
                    <a:pt x="1919" y="2574"/>
                  </a:lnTo>
                  <a:cubicBezTo>
                    <a:pt x="1850" y="2574"/>
                    <a:pt x="1834" y="2541"/>
                    <a:pt x="1802" y="2489"/>
                  </a:cubicBezTo>
                  <a:cubicBezTo>
                    <a:pt x="1786" y="2473"/>
                    <a:pt x="1786" y="2456"/>
                    <a:pt x="1749" y="2440"/>
                  </a:cubicBezTo>
                  <a:cubicBezTo>
                    <a:pt x="1329" y="2085"/>
                    <a:pt x="925" y="1701"/>
                    <a:pt x="521" y="1329"/>
                  </a:cubicBezTo>
                  <a:cubicBezTo>
                    <a:pt x="372" y="1196"/>
                    <a:pt x="234" y="1059"/>
                    <a:pt x="85" y="925"/>
                  </a:cubicBezTo>
                  <a:lnTo>
                    <a:pt x="69" y="909"/>
                  </a:lnTo>
                  <a:cubicBezTo>
                    <a:pt x="53" y="893"/>
                    <a:pt x="32" y="873"/>
                    <a:pt x="32" y="857"/>
                  </a:cubicBezTo>
                  <a:lnTo>
                    <a:pt x="32" y="538"/>
                  </a:lnTo>
                  <a:cubicBezTo>
                    <a:pt x="32" y="368"/>
                    <a:pt x="32" y="186"/>
                    <a:pt x="53" y="16"/>
                  </a:cubicBezTo>
                  <a:cubicBezTo>
                    <a:pt x="53" y="16"/>
                    <a:pt x="53"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0"/>
            <p:cNvSpPr/>
            <p:nvPr/>
          </p:nvSpPr>
          <p:spPr>
            <a:xfrm>
              <a:off x="869817" y="2805033"/>
              <a:ext cx="334328" cy="225666"/>
            </a:xfrm>
            <a:custGeom>
              <a:rect b="b" l="l" r="r" t="t"/>
              <a:pathLst>
                <a:path extrusionOk="0" h="2272" w="3366">
                  <a:moveTo>
                    <a:pt x="3350" y="1"/>
                  </a:moveTo>
                  <a:cubicBezTo>
                    <a:pt x="3216" y="33"/>
                    <a:pt x="3083" y="86"/>
                    <a:pt x="2946" y="134"/>
                  </a:cubicBezTo>
                  <a:cubicBezTo>
                    <a:pt x="2881" y="166"/>
                    <a:pt x="2828" y="187"/>
                    <a:pt x="2760" y="219"/>
                  </a:cubicBezTo>
                  <a:cubicBezTo>
                    <a:pt x="2493" y="320"/>
                    <a:pt x="2222" y="421"/>
                    <a:pt x="1972" y="538"/>
                  </a:cubicBezTo>
                  <a:cubicBezTo>
                    <a:pt x="1851" y="570"/>
                    <a:pt x="1750" y="623"/>
                    <a:pt x="1649" y="655"/>
                  </a:cubicBezTo>
                  <a:cubicBezTo>
                    <a:pt x="1516" y="708"/>
                    <a:pt x="1398" y="756"/>
                    <a:pt x="1265" y="809"/>
                  </a:cubicBezTo>
                  <a:cubicBezTo>
                    <a:pt x="1063" y="894"/>
                    <a:pt x="861" y="974"/>
                    <a:pt x="639" y="1059"/>
                  </a:cubicBezTo>
                  <a:cubicBezTo>
                    <a:pt x="473" y="1128"/>
                    <a:pt x="320" y="1197"/>
                    <a:pt x="154" y="1245"/>
                  </a:cubicBezTo>
                  <a:cubicBezTo>
                    <a:pt x="33" y="1277"/>
                    <a:pt x="1" y="1346"/>
                    <a:pt x="1" y="1447"/>
                  </a:cubicBezTo>
                  <a:lnTo>
                    <a:pt x="1" y="1903"/>
                  </a:lnTo>
                  <a:lnTo>
                    <a:pt x="1" y="2122"/>
                  </a:lnTo>
                  <a:lnTo>
                    <a:pt x="1" y="2138"/>
                  </a:lnTo>
                  <a:cubicBezTo>
                    <a:pt x="1" y="2186"/>
                    <a:pt x="1" y="2223"/>
                    <a:pt x="33" y="2255"/>
                  </a:cubicBezTo>
                  <a:lnTo>
                    <a:pt x="53" y="2271"/>
                  </a:lnTo>
                  <a:lnTo>
                    <a:pt x="53" y="2255"/>
                  </a:lnTo>
                  <a:lnTo>
                    <a:pt x="53" y="2239"/>
                  </a:lnTo>
                  <a:cubicBezTo>
                    <a:pt x="33" y="2223"/>
                    <a:pt x="33" y="2186"/>
                    <a:pt x="33" y="2138"/>
                  </a:cubicBezTo>
                  <a:lnTo>
                    <a:pt x="33" y="2122"/>
                  </a:lnTo>
                  <a:lnTo>
                    <a:pt x="33" y="1903"/>
                  </a:lnTo>
                  <a:lnTo>
                    <a:pt x="33" y="1447"/>
                  </a:lnTo>
                  <a:cubicBezTo>
                    <a:pt x="33" y="1346"/>
                    <a:pt x="53" y="1314"/>
                    <a:pt x="154" y="1277"/>
                  </a:cubicBezTo>
                  <a:cubicBezTo>
                    <a:pt x="320" y="1229"/>
                    <a:pt x="489" y="1160"/>
                    <a:pt x="659" y="1096"/>
                  </a:cubicBezTo>
                  <a:lnTo>
                    <a:pt x="659" y="1075"/>
                  </a:lnTo>
                  <a:cubicBezTo>
                    <a:pt x="861" y="995"/>
                    <a:pt x="1079" y="926"/>
                    <a:pt x="1281" y="841"/>
                  </a:cubicBezTo>
                  <a:cubicBezTo>
                    <a:pt x="1398" y="793"/>
                    <a:pt x="1532" y="740"/>
                    <a:pt x="1669" y="692"/>
                  </a:cubicBezTo>
                  <a:cubicBezTo>
                    <a:pt x="1770" y="639"/>
                    <a:pt x="1871" y="607"/>
                    <a:pt x="1972" y="554"/>
                  </a:cubicBezTo>
                  <a:cubicBezTo>
                    <a:pt x="2239" y="453"/>
                    <a:pt x="2509" y="336"/>
                    <a:pt x="2760" y="235"/>
                  </a:cubicBezTo>
                  <a:cubicBezTo>
                    <a:pt x="2828" y="219"/>
                    <a:pt x="2897" y="187"/>
                    <a:pt x="2946" y="166"/>
                  </a:cubicBezTo>
                  <a:cubicBezTo>
                    <a:pt x="3083" y="102"/>
                    <a:pt x="3216" y="49"/>
                    <a:pt x="3366" y="17"/>
                  </a:cubicBezTo>
                  <a:lnTo>
                    <a:pt x="3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0"/>
            <p:cNvSpPr/>
            <p:nvPr/>
          </p:nvSpPr>
          <p:spPr>
            <a:xfrm>
              <a:off x="1183982" y="2985606"/>
              <a:ext cx="5364" cy="98828"/>
            </a:xfrm>
            <a:custGeom>
              <a:rect b="b" l="l" r="r" t="t"/>
              <a:pathLst>
                <a:path extrusionOk="0" h="995" w="54">
                  <a:moveTo>
                    <a:pt x="21" y="1"/>
                  </a:moveTo>
                  <a:cubicBezTo>
                    <a:pt x="21" y="1"/>
                    <a:pt x="1" y="1"/>
                    <a:pt x="1" y="17"/>
                  </a:cubicBezTo>
                  <a:lnTo>
                    <a:pt x="1" y="219"/>
                  </a:lnTo>
                  <a:lnTo>
                    <a:pt x="1" y="841"/>
                  </a:lnTo>
                  <a:lnTo>
                    <a:pt x="1" y="873"/>
                  </a:lnTo>
                  <a:cubicBezTo>
                    <a:pt x="1" y="910"/>
                    <a:pt x="1" y="942"/>
                    <a:pt x="21" y="974"/>
                  </a:cubicBezTo>
                  <a:lnTo>
                    <a:pt x="37" y="994"/>
                  </a:lnTo>
                  <a:cubicBezTo>
                    <a:pt x="37" y="974"/>
                    <a:pt x="53" y="974"/>
                    <a:pt x="37" y="974"/>
                  </a:cubicBezTo>
                  <a:lnTo>
                    <a:pt x="37" y="873"/>
                  </a:lnTo>
                  <a:lnTo>
                    <a:pt x="37" y="841"/>
                  </a:lnTo>
                  <a:lnTo>
                    <a:pt x="37" y="219"/>
                  </a:lnTo>
                  <a:lnTo>
                    <a:pt x="37" y="17"/>
                  </a:ln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0"/>
            <p:cNvSpPr/>
            <p:nvPr/>
          </p:nvSpPr>
          <p:spPr>
            <a:xfrm>
              <a:off x="1613761" y="3460280"/>
              <a:ext cx="3675" cy="67144"/>
            </a:xfrm>
            <a:custGeom>
              <a:rect b="b" l="l" r="r" t="t"/>
              <a:pathLst>
                <a:path extrusionOk="0" h="676" w="37">
                  <a:moveTo>
                    <a:pt x="16" y="1"/>
                  </a:moveTo>
                  <a:cubicBezTo>
                    <a:pt x="0" y="1"/>
                    <a:pt x="0" y="17"/>
                    <a:pt x="0" y="17"/>
                  </a:cubicBezTo>
                  <a:lnTo>
                    <a:pt x="0" y="675"/>
                  </a:lnTo>
                  <a:lnTo>
                    <a:pt x="37" y="675"/>
                  </a:lnTo>
                  <a:lnTo>
                    <a:pt x="37"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0"/>
            <p:cNvSpPr/>
            <p:nvPr/>
          </p:nvSpPr>
          <p:spPr>
            <a:xfrm>
              <a:off x="1411536" y="3363141"/>
              <a:ext cx="6853" cy="55523"/>
            </a:xfrm>
            <a:custGeom>
              <a:rect b="b" l="l" r="r" t="t"/>
              <a:pathLst>
                <a:path extrusionOk="0" h="559" w="69">
                  <a:moveTo>
                    <a:pt x="33" y="1"/>
                  </a:moveTo>
                  <a:cubicBezTo>
                    <a:pt x="16" y="86"/>
                    <a:pt x="16" y="171"/>
                    <a:pt x="16" y="255"/>
                  </a:cubicBezTo>
                  <a:cubicBezTo>
                    <a:pt x="16" y="304"/>
                    <a:pt x="33" y="356"/>
                    <a:pt x="16" y="405"/>
                  </a:cubicBezTo>
                  <a:lnTo>
                    <a:pt x="16" y="441"/>
                  </a:lnTo>
                  <a:cubicBezTo>
                    <a:pt x="16" y="474"/>
                    <a:pt x="33" y="506"/>
                    <a:pt x="0" y="542"/>
                  </a:cubicBezTo>
                  <a:cubicBezTo>
                    <a:pt x="0" y="558"/>
                    <a:pt x="0" y="558"/>
                    <a:pt x="16" y="558"/>
                  </a:cubicBezTo>
                  <a:lnTo>
                    <a:pt x="33" y="558"/>
                  </a:lnTo>
                  <a:cubicBezTo>
                    <a:pt x="53" y="526"/>
                    <a:pt x="53" y="474"/>
                    <a:pt x="53" y="441"/>
                  </a:cubicBezTo>
                  <a:lnTo>
                    <a:pt x="53" y="405"/>
                  </a:lnTo>
                  <a:lnTo>
                    <a:pt x="53" y="255"/>
                  </a:lnTo>
                  <a:cubicBezTo>
                    <a:pt x="53" y="171"/>
                    <a:pt x="5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0"/>
            <p:cNvSpPr/>
            <p:nvPr/>
          </p:nvSpPr>
          <p:spPr>
            <a:xfrm>
              <a:off x="1841216" y="2935447"/>
              <a:ext cx="4966" cy="50258"/>
            </a:xfrm>
            <a:custGeom>
              <a:rect b="b" l="l" r="r" t="t"/>
              <a:pathLst>
                <a:path extrusionOk="0" h="506" w="50">
                  <a:moveTo>
                    <a:pt x="17" y="1"/>
                  </a:moveTo>
                  <a:cubicBezTo>
                    <a:pt x="1" y="85"/>
                    <a:pt x="1" y="166"/>
                    <a:pt x="1" y="251"/>
                  </a:cubicBezTo>
                  <a:cubicBezTo>
                    <a:pt x="17" y="336"/>
                    <a:pt x="17" y="405"/>
                    <a:pt x="1" y="489"/>
                  </a:cubicBezTo>
                  <a:lnTo>
                    <a:pt x="1" y="506"/>
                  </a:lnTo>
                  <a:lnTo>
                    <a:pt x="17" y="506"/>
                  </a:lnTo>
                  <a:cubicBezTo>
                    <a:pt x="33" y="421"/>
                    <a:pt x="33" y="336"/>
                    <a:pt x="33" y="251"/>
                  </a:cubicBezTo>
                  <a:cubicBezTo>
                    <a:pt x="33" y="166"/>
                    <a:pt x="33" y="85"/>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0"/>
            <p:cNvSpPr/>
            <p:nvPr/>
          </p:nvSpPr>
          <p:spPr>
            <a:xfrm>
              <a:off x="1384619" y="2031093"/>
              <a:ext cx="3675" cy="91975"/>
            </a:xfrm>
            <a:custGeom>
              <a:rect b="b" l="l" r="r" t="t"/>
              <a:pathLst>
                <a:path extrusionOk="0" h="926" w="37">
                  <a:moveTo>
                    <a:pt x="1" y="0"/>
                  </a:moveTo>
                  <a:lnTo>
                    <a:pt x="1" y="16"/>
                  </a:lnTo>
                  <a:cubicBezTo>
                    <a:pt x="21" y="150"/>
                    <a:pt x="21" y="283"/>
                    <a:pt x="21" y="404"/>
                  </a:cubicBezTo>
                  <a:cubicBezTo>
                    <a:pt x="1" y="485"/>
                    <a:pt x="1" y="554"/>
                    <a:pt x="21" y="622"/>
                  </a:cubicBezTo>
                  <a:lnTo>
                    <a:pt x="21" y="824"/>
                  </a:lnTo>
                  <a:lnTo>
                    <a:pt x="21" y="909"/>
                  </a:lnTo>
                  <a:lnTo>
                    <a:pt x="21" y="925"/>
                  </a:lnTo>
                  <a:cubicBezTo>
                    <a:pt x="37" y="925"/>
                    <a:pt x="37" y="925"/>
                    <a:pt x="37" y="909"/>
                  </a:cubicBezTo>
                  <a:lnTo>
                    <a:pt x="37" y="824"/>
                  </a:lnTo>
                  <a:lnTo>
                    <a:pt x="37" y="622"/>
                  </a:lnTo>
                  <a:lnTo>
                    <a:pt x="37" y="420"/>
                  </a:lnTo>
                  <a:cubicBezTo>
                    <a:pt x="37" y="283"/>
                    <a:pt x="37" y="150"/>
                    <a:pt x="21" y="16"/>
                  </a:cubicBezTo>
                  <a:cubicBezTo>
                    <a:pt x="21" y="16"/>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0"/>
            <p:cNvSpPr/>
            <p:nvPr/>
          </p:nvSpPr>
          <p:spPr>
            <a:xfrm>
              <a:off x="1444810" y="1521059"/>
              <a:ext cx="2086" cy="61879"/>
            </a:xfrm>
            <a:custGeom>
              <a:rect b="b" l="l" r="r" t="t"/>
              <a:pathLst>
                <a:path extrusionOk="0" h="623" w="21">
                  <a:moveTo>
                    <a:pt x="1" y="1"/>
                  </a:moveTo>
                  <a:lnTo>
                    <a:pt x="1" y="607"/>
                  </a:lnTo>
                  <a:cubicBezTo>
                    <a:pt x="1" y="607"/>
                    <a:pt x="1" y="623"/>
                    <a:pt x="21" y="623"/>
                  </a:cubicBezTo>
                  <a:lnTo>
                    <a:pt x="21" y="607"/>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0"/>
            <p:cNvSpPr/>
            <p:nvPr/>
          </p:nvSpPr>
          <p:spPr>
            <a:xfrm>
              <a:off x="1740897" y="2133000"/>
              <a:ext cx="162198" cy="344360"/>
            </a:xfrm>
            <a:custGeom>
              <a:rect b="b" l="l" r="r" t="t"/>
              <a:pathLst>
                <a:path extrusionOk="0" h="3467" w="1633">
                  <a:moveTo>
                    <a:pt x="69" y="0"/>
                  </a:moveTo>
                  <a:cubicBezTo>
                    <a:pt x="49" y="0"/>
                    <a:pt x="49" y="16"/>
                    <a:pt x="49" y="16"/>
                  </a:cubicBezTo>
                  <a:cubicBezTo>
                    <a:pt x="1" y="150"/>
                    <a:pt x="17" y="267"/>
                    <a:pt x="118" y="404"/>
                  </a:cubicBezTo>
                  <a:cubicBezTo>
                    <a:pt x="251" y="590"/>
                    <a:pt x="389" y="792"/>
                    <a:pt x="506" y="994"/>
                  </a:cubicBezTo>
                  <a:cubicBezTo>
                    <a:pt x="554" y="1075"/>
                    <a:pt x="623" y="1160"/>
                    <a:pt x="675" y="1245"/>
                  </a:cubicBezTo>
                  <a:lnTo>
                    <a:pt x="825" y="1499"/>
                  </a:lnTo>
                  <a:cubicBezTo>
                    <a:pt x="1027" y="1782"/>
                    <a:pt x="1213" y="2069"/>
                    <a:pt x="1399" y="2372"/>
                  </a:cubicBezTo>
                  <a:cubicBezTo>
                    <a:pt x="1431" y="2424"/>
                    <a:pt x="1447" y="2456"/>
                    <a:pt x="1431" y="2525"/>
                  </a:cubicBezTo>
                  <a:lnTo>
                    <a:pt x="1431" y="2812"/>
                  </a:lnTo>
                  <a:cubicBezTo>
                    <a:pt x="1431" y="2913"/>
                    <a:pt x="1431" y="3030"/>
                    <a:pt x="1415" y="3147"/>
                  </a:cubicBezTo>
                  <a:cubicBezTo>
                    <a:pt x="1399" y="3264"/>
                    <a:pt x="1483" y="3398"/>
                    <a:pt x="1617" y="3466"/>
                  </a:cubicBezTo>
                  <a:lnTo>
                    <a:pt x="1633" y="3466"/>
                  </a:lnTo>
                  <a:lnTo>
                    <a:pt x="1633" y="3450"/>
                  </a:lnTo>
                  <a:lnTo>
                    <a:pt x="1633" y="3434"/>
                  </a:lnTo>
                  <a:cubicBezTo>
                    <a:pt x="1516" y="3382"/>
                    <a:pt x="1431" y="3264"/>
                    <a:pt x="1447" y="3147"/>
                  </a:cubicBezTo>
                  <a:cubicBezTo>
                    <a:pt x="1463" y="3030"/>
                    <a:pt x="1463" y="2913"/>
                    <a:pt x="1463" y="2812"/>
                  </a:cubicBezTo>
                  <a:cubicBezTo>
                    <a:pt x="1463" y="2711"/>
                    <a:pt x="1447" y="2626"/>
                    <a:pt x="1463" y="2525"/>
                  </a:cubicBezTo>
                  <a:cubicBezTo>
                    <a:pt x="1463" y="2456"/>
                    <a:pt x="1447" y="2408"/>
                    <a:pt x="1415" y="2355"/>
                  </a:cubicBezTo>
                  <a:cubicBezTo>
                    <a:pt x="1229" y="2052"/>
                    <a:pt x="1043" y="1766"/>
                    <a:pt x="857" y="1479"/>
                  </a:cubicBezTo>
                  <a:lnTo>
                    <a:pt x="692" y="1228"/>
                  </a:lnTo>
                  <a:cubicBezTo>
                    <a:pt x="639" y="1144"/>
                    <a:pt x="591" y="1059"/>
                    <a:pt x="538" y="974"/>
                  </a:cubicBezTo>
                  <a:cubicBezTo>
                    <a:pt x="405" y="792"/>
                    <a:pt x="271" y="570"/>
                    <a:pt x="134" y="388"/>
                  </a:cubicBezTo>
                  <a:cubicBezTo>
                    <a:pt x="49" y="251"/>
                    <a:pt x="17" y="150"/>
                    <a:pt x="69" y="33"/>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0"/>
            <p:cNvSpPr/>
            <p:nvPr/>
          </p:nvSpPr>
          <p:spPr>
            <a:xfrm>
              <a:off x="852932" y="2087609"/>
              <a:ext cx="359656" cy="282580"/>
            </a:xfrm>
            <a:custGeom>
              <a:rect b="b" l="l" r="r" t="t"/>
              <a:pathLst>
                <a:path extrusionOk="0" h="2845" w="3621">
                  <a:moveTo>
                    <a:pt x="3604" y="1"/>
                  </a:moveTo>
                  <a:cubicBezTo>
                    <a:pt x="3588" y="1"/>
                    <a:pt x="3588" y="17"/>
                    <a:pt x="3588" y="17"/>
                  </a:cubicBezTo>
                  <a:cubicBezTo>
                    <a:pt x="3572" y="37"/>
                    <a:pt x="3572" y="53"/>
                    <a:pt x="3556" y="69"/>
                  </a:cubicBezTo>
                  <a:cubicBezTo>
                    <a:pt x="2998" y="320"/>
                    <a:pt x="2425" y="607"/>
                    <a:pt x="1920" y="861"/>
                  </a:cubicBezTo>
                  <a:cubicBezTo>
                    <a:pt x="1718" y="946"/>
                    <a:pt x="1536" y="1047"/>
                    <a:pt x="1334" y="1148"/>
                  </a:cubicBezTo>
                  <a:cubicBezTo>
                    <a:pt x="946" y="1330"/>
                    <a:pt x="558" y="1532"/>
                    <a:pt x="155" y="1718"/>
                  </a:cubicBezTo>
                  <a:cubicBezTo>
                    <a:pt x="37" y="1770"/>
                    <a:pt x="1" y="1855"/>
                    <a:pt x="1" y="1972"/>
                  </a:cubicBezTo>
                  <a:lnTo>
                    <a:pt x="1" y="2461"/>
                  </a:lnTo>
                  <a:lnTo>
                    <a:pt x="1" y="2711"/>
                  </a:lnTo>
                  <a:lnTo>
                    <a:pt x="1" y="2728"/>
                  </a:lnTo>
                  <a:cubicBezTo>
                    <a:pt x="1" y="2780"/>
                    <a:pt x="1" y="2812"/>
                    <a:pt x="37" y="2845"/>
                  </a:cubicBezTo>
                  <a:lnTo>
                    <a:pt x="54" y="2845"/>
                  </a:lnTo>
                  <a:lnTo>
                    <a:pt x="54" y="2829"/>
                  </a:lnTo>
                  <a:cubicBezTo>
                    <a:pt x="21" y="2812"/>
                    <a:pt x="21" y="2780"/>
                    <a:pt x="21" y="2728"/>
                  </a:cubicBezTo>
                  <a:lnTo>
                    <a:pt x="21" y="2711"/>
                  </a:lnTo>
                  <a:cubicBezTo>
                    <a:pt x="21" y="2627"/>
                    <a:pt x="37" y="2542"/>
                    <a:pt x="37" y="2461"/>
                  </a:cubicBezTo>
                  <a:cubicBezTo>
                    <a:pt x="37" y="2307"/>
                    <a:pt x="37" y="2138"/>
                    <a:pt x="21" y="1972"/>
                  </a:cubicBezTo>
                  <a:cubicBezTo>
                    <a:pt x="21" y="1855"/>
                    <a:pt x="54" y="1786"/>
                    <a:pt x="171" y="1734"/>
                  </a:cubicBezTo>
                  <a:cubicBezTo>
                    <a:pt x="558" y="1552"/>
                    <a:pt x="962" y="1350"/>
                    <a:pt x="1350" y="1164"/>
                  </a:cubicBezTo>
                  <a:cubicBezTo>
                    <a:pt x="1536" y="1063"/>
                    <a:pt x="1738" y="978"/>
                    <a:pt x="1920" y="877"/>
                  </a:cubicBezTo>
                  <a:cubicBezTo>
                    <a:pt x="2425" y="643"/>
                    <a:pt x="2998" y="356"/>
                    <a:pt x="3556" y="86"/>
                  </a:cubicBezTo>
                  <a:cubicBezTo>
                    <a:pt x="3588" y="69"/>
                    <a:pt x="3604" y="53"/>
                    <a:pt x="3604" y="37"/>
                  </a:cubicBezTo>
                  <a:cubicBezTo>
                    <a:pt x="3604" y="17"/>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0"/>
            <p:cNvSpPr/>
            <p:nvPr/>
          </p:nvSpPr>
          <p:spPr>
            <a:xfrm>
              <a:off x="610678" y="3202731"/>
              <a:ext cx="3675" cy="87108"/>
            </a:xfrm>
            <a:custGeom>
              <a:rect b="b" l="l" r="r" t="t"/>
              <a:pathLst>
                <a:path extrusionOk="0" h="877" w="37">
                  <a:moveTo>
                    <a:pt x="0" y="0"/>
                  </a:moveTo>
                  <a:lnTo>
                    <a:pt x="0" y="20"/>
                  </a:lnTo>
                  <a:cubicBezTo>
                    <a:pt x="16" y="186"/>
                    <a:pt x="16" y="372"/>
                    <a:pt x="0" y="541"/>
                  </a:cubicBezTo>
                  <a:lnTo>
                    <a:pt x="0" y="861"/>
                  </a:lnTo>
                  <a:lnTo>
                    <a:pt x="16" y="877"/>
                  </a:lnTo>
                  <a:cubicBezTo>
                    <a:pt x="36" y="877"/>
                    <a:pt x="36" y="861"/>
                    <a:pt x="36" y="861"/>
                  </a:cubicBezTo>
                  <a:lnTo>
                    <a:pt x="36" y="541"/>
                  </a:lnTo>
                  <a:cubicBezTo>
                    <a:pt x="36" y="372"/>
                    <a:pt x="36" y="186"/>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0"/>
            <p:cNvSpPr/>
            <p:nvPr/>
          </p:nvSpPr>
          <p:spPr>
            <a:xfrm>
              <a:off x="1645446" y="2022650"/>
              <a:ext cx="3675" cy="58701"/>
            </a:xfrm>
            <a:custGeom>
              <a:rect b="b" l="l" r="r" t="t"/>
              <a:pathLst>
                <a:path extrusionOk="0" h="591" w="37">
                  <a:moveTo>
                    <a:pt x="21" y="0"/>
                  </a:moveTo>
                  <a:cubicBezTo>
                    <a:pt x="21" y="0"/>
                    <a:pt x="0" y="0"/>
                    <a:pt x="0" y="17"/>
                  </a:cubicBezTo>
                  <a:lnTo>
                    <a:pt x="0" y="570"/>
                  </a:lnTo>
                  <a:cubicBezTo>
                    <a:pt x="0" y="590"/>
                    <a:pt x="21" y="590"/>
                    <a:pt x="21" y="590"/>
                  </a:cubicBezTo>
                  <a:cubicBezTo>
                    <a:pt x="21" y="590"/>
                    <a:pt x="37" y="590"/>
                    <a:pt x="37" y="570"/>
                  </a:cubicBezTo>
                  <a:lnTo>
                    <a:pt x="37" y="17"/>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0"/>
            <p:cNvSpPr/>
            <p:nvPr/>
          </p:nvSpPr>
          <p:spPr>
            <a:xfrm>
              <a:off x="852932" y="1908725"/>
              <a:ext cx="356477" cy="314662"/>
            </a:xfrm>
            <a:custGeom>
              <a:rect b="b" l="l" r="r" t="t"/>
              <a:pathLst>
                <a:path extrusionOk="0" h="3168" w="3589">
                  <a:moveTo>
                    <a:pt x="3556" y="0"/>
                  </a:moveTo>
                  <a:cubicBezTo>
                    <a:pt x="3402" y="85"/>
                    <a:pt x="3253" y="170"/>
                    <a:pt x="3083" y="255"/>
                  </a:cubicBezTo>
                  <a:cubicBezTo>
                    <a:pt x="2748" y="424"/>
                    <a:pt x="2392" y="606"/>
                    <a:pt x="2041" y="792"/>
                  </a:cubicBezTo>
                  <a:cubicBezTo>
                    <a:pt x="1819" y="909"/>
                    <a:pt x="1601" y="1010"/>
                    <a:pt x="1399" y="1131"/>
                  </a:cubicBezTo>
                  <a:cubicBezTo>
                    <a:pt x="979" y="1349"/>
                    <a:pt x="542" y="1568"/>
                    <a:pt x="122" y="1786"/>
                  </a:cubicBezTo>
                  <a:cubicBezTo>
                    <a:pt x="21" y="1838"/>
                    <a:pt x="21" y="1887"/>
                    <a:pt x="21" y="1971"/>
                  </a:cubicBezTo>
                  <a:cubicBezTo>
                    <a:pt x="1" y="2089"/>
                    <a:pt x="21" y="2222"/>
                    <a:pt x="21" y="2343"/>
                  </a:cubicBezTo>
                  <a:cubicBezTo>
                    <a:pt x="21" y="2545"/>
                    <a:pt x="21" y="2763"/>
                    <a:pt x="1" y="2981"/>
                  </a:cubicBezTo>
                  <a:cubicBezTo>
                    <a:pt x="1" y="2998"/>
                    <a:pt x="1" y="3030"/>
                    <a:pt x="21" y="3050"/>
                  </a:cubicBezTo>
                  <a:cubicBezTo>
                    <a:pt x="21" y="3082"/>
                    <a:pt x="37" y="3115"/>
                    <a:pt x="1" y="3151"/>
                  </a:cubicBezTo>
                  <a:lnTo>
                    <a:pt x="1" y="3167"/>
                  </a:lnTo>
                  <a:lnTo>
                    <a:pt x="21" y="3167"/>
                  </a:lnTo>
                  <a:cubicBezTo>
                    <a:pt x="70" y="3115"/>
                    <a:pt x="54" y="3082"/>
                    <a:pt x="37" y="3030"/>
                  </a:cubicBezTo>
                  <a:cubicBezTo>
                    <a:pt x="37" y="3014"/>
                    <a:pt x="21" y="2998"/>
                    <a:pt x="37" y="2981"/>
                  </a:cubicBezTo>
                  <a:cubicBezTo>
                    <a:pt x="54" y="2763"/>
                    <a:pt x="37" y="2545"/>
                    <a:pt x="37" y="2343"/>
                  </a:cubicBezTo>
                  <a:lnTo>
                    <a:pt x="37" y="1971"/>
                  </a:lnTo>
                  <a:cubicBezTo>
                    <a:pt x="37" y="1887"/>
                    <a:pt x="54" y="1854"/>
                    <a:pt x="122" y="1818"/>
                  </a:cubicBezTo>
                  <a:cubicBezTo>
                    <a:pt x="558" y="1600"/>
                    <a:pt x="979" y="1366"/>
                    <a:pt x="1399" y="1147"/>
                  </a:cubicBezTo>
                  <a:cubicBezTo>
                    <a:pt x="1617" y="1046"/>
                    <a:pt x="1839" y="929"/>
                    <a:pt x="2041" y="808"/>
                  </a:cubicBezTo>
                  <a:cubicBezTo>
                    <a:pt x="2392" y="642"/>
                    <a:pt x="2764" y="457"/>
                    <a:pt x="3099" y="271"/>
                  </a:cubicBezTo>
                  <a:cubicBezTo>
                    <a:pt x="3253" y="186"/>
                    <a:pt x="3419" y="121"/>
                    <a:pt x="3572" y="36"/>
                  </a:cubicBezTo>
                  <a:cubicBezTo>
                    <a:pt x="3588" y="36"/>
                    <a:pt x="3588" y="20"/>
                    <a:pt x="3572" y="20"/>
                  </a:cubicBezTo>
                  <a:cubicBezTo>
                    <a:pt x="3572" y="0"/>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0"/>
            <p:cNvSpPr/>
            <p:nvPr/>
          </p:nvSpPr>
          <p:spPr>
            <a:xfrm>
              <a:off x="1740897" y="1942396"/>
              <a:ext cx="169051" cy="401372"/>
            </a:xfrm>
            <a:custGeom>
              <a:rect b="b" l="l" r="r" t="t"/>
              <a:pathLst>
                <a:path extrusionOk="0" h="4041" w="1702">
                  <a:moveTo>
                    <a:pt x="1" y="0"/>
                  </a:moveTo>
                  <a:cubicBezTo>
                    <a:pt x="1" y="134"/>
                    <a:pt x="69" y="219"/>
                    <a:pt x="134" y="303"/>
                  </a:cubicBezTo>
                  <a:cubicBezTo>
                    <a:pt x="134" y="320"/>
                    <a:pt x="150" y="336"/>
                    <a:pt x="150" y="336"/>
                  </a:cubicBezTo>
                  <a:cubicBezTo>
                    <a:pt x="304" y="554"/>
                    <a:pt x="437" y="792"/>
                    <a:pt x="607" y="1059"/>
                  </a:cubicBezTo>
                  <a:cubicBezTo>
                    <a:pt x="776" y="1346"/>
                    <a:pt x="942" y="1616"/>
                    <a:pt x="1112" y="1883"/>
                  </a:cubicBezTo>
                  <a:cubicBezTo>
                    <a:pt x="1261" y="2154"/>
                    <a:pt x="1431" y="2440"/>
                    <a:pt x="1600" y="2711"/>
                  </a:cubicBezTo>
                  <a:cubicBezTo>
                    <a:pt x="1633" y="2776"/>
                    <a:pt x="1649" y="2828"/>
                    <a:pt x="1649" y="2893"/>
                  </a:cubicBezTo>
                  <a:lnTo>
                    <a:pt x="1649" y="3164"/>
                  </a:lnTo>
                  <a:cubicBezTo>
                    <a:pt x="1649" y="3317"/>
                    <a:pt x="1665" y="3483"/>
                    <a:pt x="1649" y="3652"/>
                  </a:cubicBezTo>
                  <a:cubicBezTo>
                    <a:pt x="1633" y="3802"/>
                    <a:pt x="1649" y="3923"/>
                    <a:pt x="1685" y="4040"/>
                  </a:cubicBezTo>
                  <a:lnTo>
                    <a:pt x="1701" y="4040"/>
                  </a:lnTo>
                  <a:lnTo>
                    <a:pt x="1701" y="4024"/>
                  </a:lnTo>
                  <a:cubicBezTo>
                    <a:pt x="1665" y="3923"/>
                    <a:pt x="1665" y="3802"/>
                    <a:pt x="1665" y="3652"/>
                  </a:cubicBezTo>
                  <a:cubicBezTo>
                    <a:pt x="1685" y="3483"/>
                    <a:pt x="1685" y="3317"/>
                    <a:pt x="1685" y="3164"/>
                  </a:cubicBezTo>
                  <a:lnTo>
                    <a:pt x="1685" y="2893"/>
                  </a:lnTo>
                  <a:cubicBezTo>
                    <a:pt x="1685" y="2828"/>
                    <a:pt x="1665" y="2760"/>
                    <a:pt x="1633" y="2711"/>
                  </a:cubicBezTo>
                  <a:cubicBezTo>
                    <a:pt x="1463" y="2424"/>
                    <a:pt x="1298" y="2137"/>
                    <a:pt x="1128" y="1867"/>
                  </a:cubicBezTo>
                  <a:cubicBezTo>
                    <a:pt x="958" y="1600"/>
                    <a:pt x="809" y="1330"/>
                    <a:pt x="639" y="1059"/>
                  </a:cubicBezTo>
                  <a:cubicBezTo>
                    <a:pt x="473" y="772"/>
                    <a:pt x="320" y="538"/>
                    <a:pt x="170" y="320"/>
                  </a:cubicBezTo>
                  <a:cubicBezTo>
                    <a:pt x="170" y="320"/>
                    <a:pt x="150" y="303"/>
                    <a:pt x="150" y="287"/>
                  </a:cubicBezTo>
                  <a:cubicBezTo>
                    <a:pt x="86" y="202"/>
                    <a:pt x="33" y="118"/>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0"/>
            <p:cNvSpPr/>
            <p:nvPr/>
          </p:nvSpPr>
          <p:spPr>
            <a:xfrm>
              <a:off x="1859690" y="3537357"/>
              <a:ext cx="4867" cy="66647"/>
            </a:xfrm>
            <a:custGeom>
              <a:rect b="b" l="l" r="r" t="t"/>
              <a:pathLst>
                <a:path extrusionOk="0" h="671" w="49">
                  <a:moveTo>
                    <a:pt x="33" y="0"/>
                  </a:moveTo>
                  <a:lnTo>
                    <a:pt x="33" y="16"/>
                  </a:lnTo>
                  <a:cubicBezTo>
                    <a:pt x="1" y="117"/>
                    <a:pt x="17" y="218"/>
                    <a:pt x="17" y="319"/>
                  </a:cubicBezTo>
                  <a:lnTo>
                    <a:pt x="17" y="505"/>
                  </a:lnTo>
                  <a:lnTo>
                    <a:pt x="17" y="554"/>
                  </a:lnTo>
                  <a:cubicBezTo>
                    <a:pt x="17" y="590"/>
                    <a:pt x="17" y="622"/>
                    <a:pt x="1" y="655"/>
                  </a:cubicBezTo>
                  <a:lnTo>
                    <a:pt x="1" y="671"/>
                  </a:lnTo>
                  <a:lnTo>
                    <a:pt x="17" y="671"/>
                  </a:lnTo>
                  <a:cubicBezTo>
                    <a:pt x="33" y="638"/>
                    <a:pt x="33" y="590"/>
                    <a:pt x="33" y="554"/>
                  </a:cubicBezTo>
                  <a:lnTo>
                    <a:pt x="33" y="521"/>
                  </a:lnTo>
                  <a:lnTo>
                    <a:pt x="33" y="319"/>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0"/>
            <p:cNvSpPr/>
            <p:nvPr/>
          </p:nvSpPr>
          <p:spPr>
            <a:xfrm>
              <a:off x="1139087" y="1609756"/>
              <a:ext cx="3278" cy="90386"/>
            </a:xfrm>
            <a:custGeom>
              <a:rect b="b" l="l" r="r" t="t"/>
              <a:pathLst>
                <a:path extrusionOk="0" h="910" w="33">
                  <a:moveTo>
                    <a:pt x="0" y="1"/>
                  </a:moveTo>
                  <a:lnTo>
                    <a:pt x="0" y="336"/>
                  </a:lnTo>
                  <a:cubicBezTo>
                    <a:pt x="0" y="522"/>
                    <a:pt x="0" y="708"/>
                    <a:pt x="16" y="889"/>
                  </a:cubicBezTo>
                  <a:lnTo>
                    <a:pt x="16" y="910"/>
                  </a:lnTo>
                  <a:lnTo>
                    <a:pt x="33" y="910"/>
                  </a:lnTo>
                  <a:lnTo>
                    <a:pt x="33" y="889"/>
                  </a:lnTo>
                  <a:cubicBezTo>
                    <a:pt x="16" y="708"/>
                    <a:pt x="16" y="522"/>
                    <a:pt x="16" y="336"/>
                  </a:cubicBezTo>
                  <a:cubicBezTo>
                    <a:pt x="33" y="235"/>
                    <a:pt x="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0"/>
            <p:cNvSpPr/>
            <p:nvPr/>
          </p:nvSpPr>
          <p:spPr>
            <a:xfrm>
              <a:off x="1841216" y="3227959"/>
              <a:ext cx="4966" cy="61879"/>
            </a:xfrm>
            <a:custGeom>
              <a:rect b="b" l="l" r="r" t="t"/>
              <a:pathLst>
                <a:path extrusionOk="0" h="623" w="50">
                  <a:moveTo>
                    <a:pt x="17" y="1"/>
                  </a:moveTo>
                  <a:cubicBezTo>
                    <a:pt x="1" y="102"/>
                    <a:pt x="1" y="186"/>
                    <a:pt x="1" y="287"/>
                  </a:cubicBezTo>
                  <a:cubicBezTo>
                    <a:pt x="17" y="336"/>
                    <a:pt x="17" y="388"/>
                    <a:pt x="1" y="453"/>
                  </a:cubicBezTo>
                  <a:cubicBezTo>
                    <a:pt x="1" y="473"/>
                    <a:pt x="1" y="489"/>
                    <a:pt x="17" y="506"/>
                  </a:cubicBezTo>
                  <a:cubicBezTo>
                    <a:pt x="17" y="538"/>
                    <a:pt x="17" y="574"/>
                    <a:pt x="1" y="590"/>
                  </a:cubicBezTo>
                  <a:lnTo>
                    <a:pt x="1" y="607"/>
                  </a:lnTo>
                  <a:lnTo>
                    <a:pt x="1" y="623"/>
                  </a:lnTo>
                  <a:lnTo>
                    <a:pt x="17" y="607"/>
                  </a:lnTo>
                  <a:cubicBezTo>
                    <a:pt x="33" y="574"/>
                    <a:pt x="33" y="538"/>
                    <a:pt x="33" y="506"/>
                  </a:cubicBezTo>
                  <a:lnTo>
                    <a:pt x="33" y="453"/>
                  </a:lnTo>
                  <a:lnTo>
                    <a:pt x="33" y="287"/>
                  </a:lnTo>
                  <a:cubicBezTo>
                    <a:pt x="33" y="186"/>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0"/>
            <p:cNvSpPr/>
            <p:nvPr/>
          </p:nvSpPr>
          <p:spPr>
            <a:xfrm>
              <a:off x="938451" y="2074399"/>
              <a:ext cx="6953" cy="97239"/>
            </a:xfrm>
            <a:custGeom>
              <a:rect b="b" l="l" r="r" t="t"/>
              <a:pathLst>
                <a:path extrusionOk="0" h="979" w="70">
                  <a:moveTo>
                    <a:pt x="17" y="1"/>
                  </a:moveTo>
                  <a:lnTo>
                    <a:pt x="0" y="17"/>
                  </a:lnTo>
                  <a:cubicBezTo>
                    <a:pt x="17" y="170"/>
                    <a:pt x="17" y="320"/>
                    <a:pt x="17" y="453"/>
                  </a:cubicBezTo>
                  <a:lnTo>
                    <a:pt x="17" y="724"/>
                  </a:lnTo>
                  <a:lnTo>
                    <a:pt x="17" y="808"/>
                  </a:lnTo>
                  <a:cubicBezTo>
                    <a:pt x="17" y="857"/>
                    <a:pt x="17" y="909"/>
                    <a:pt x="33" y="958"/>
                  </a:cubicBezTo>
                  <a:lnTo>
                    <a:pt x="49" y="978"/>
                  </a:lnTo>
                  <a:cubicBezTo>
                    <a:pt x="49" y="978"/>
                    <a:pt x="69" y="958"/>
                    <a:pt x="49" y="958"/>
                  </a:cubicBezTo>
                  <a:cubicBezTo>
                    <a:pt x="33" y="909"/>
                    <a:pt x="33" y="857"/>
                    <a:pt x="49" y="808"/>
                  </a:cubicBezTo>
                  <a:lnTo>
                    <a:pt x="49" y="724"/>
                  </a:lnTo>
                  <a:cubicBezTo>
                    <a:pt x="33" y="639"/>
                    <a:pt x="49" y="554"/>
                    <a:pt x="49" y="453"/>
                  </a:cubicBezTo>
                  <a:cubicBezTo>
                    <a:pt x="49" y="320"/>
                    <a:pt x="49" y="17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0"/>
            <p:cNvSpPr/>
            <p:nvPr/>
          </p:nvSpPr>
          <p:spPr>
            <a:xfrm>
              <a:off x="1944712" y="2784970"/>
              <a:ext cx="6953" cy="50258"/>
            </a:xfrm>
            <a:custGeom>
              <a:rect b="b" l="l" r="r" t="t"/>
              <a:pathLst>
                <a:path extrusionOk="0" h="506" w="70">
                  <a:moveTo>
                    <a:pt x="37" y="1"/>
                  </a:moveTo>
                  <a:cubicBezTo>
                    <a:pt x="17" y="86"/>
                    <a:pt x="17" y="166"/>
                    <a:pt x="17" y="251"/>
                  </a:cubicBezTo>
                  <a:cubicBezTo>
                    <a:pt x="17" y="336"/>
                    <a:pt x="17" y="421"/>
                    <a:pt x="1" y="490"/>
                  </a:cubicBezTo>
                  <a:cubicBezTo>
                    <a:pt x="1" y="506"/>
                    <a:pt x="1" y="506"/>
                    <a:pt x="17" y="506"/>
                  </a:cubicBezTo>
                  <a:lnTo>
                    <a:pt x="37" y="506"/>
                  </a:lnTo>
                  <a:cubicBezTo>
                    <a:pt x="53" y="421"/>
                    <a:pt x="53" y="336"/>
                    <a:pt x="53" y="251"/>
                  </a:cubicBezTo>
                  <a:cubicBezTo>
                    <a:pt x="37" y="166"/>
                    <a:pt x="37" y="86"/>
                    <a:pt x="53" y="17"/>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0"/>
            <p:cNvSpPr/>
            <p:nvPr/>
          </p:nvSpPr>
          <p:spPr>
            <a:xfrm>
              <a:off x="1792646" y="2086020"/>
              <a:ext cx="5364" cy="57112"/>
            </a:xfrm>
            <a:custGeom>
              <a:rect b="b" l="l" r="r" t="t"/>
              <a:pathLst>
                <a:path extrusionOk="0" h="575" w="54">
                  <a:moveTo>
                    <a:pt x="17" y="1"/>
                  </a:moveTo>
                  <a:lnTo>
                    <a:pt x="17" y="17"/>
                  </a:lnTo>
                  <a:cubicBezTo>
                    <a:pt x="1" y="85"/>
                    <a:pt x="1" y="154"/>
                    <a:pt x="17" y="219"/>
                  </a:cubicBezTo>
                  <a:cubicBezTo>
                    <a:pt x="17" y="336"/>
                    <a:pt x="17" y="457"/>
                    <a:pt x="1" y="558"/>
                  </a:cubicBezTo>
                  <a:lnTo>
                    <a:pt x="1" y="574"/>
                  </a:lnTo>
                  <a:lnTo>
                    <a:pt x="17" y="574"/>
                  </a:lnTo>
                  <a:lnTo>
                    <a:pt x="17" y="558"/>
                  </a:lnTo>
                  <a:cubicBezTo>
                    <a:pt x="53" y="457"/>
                    <a:pt x="33" y="336"/>
                    <a:pt x="33" y="219"/>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0"/>
            <p:cNvSpPr/>
            <p:nvPr/>
          </p:nvSpPr>
          <p:spPr>
            <a:xfrm>
              <a:off x="1765828" y="3146115"/>
              <a:ext cx="3675" cy="60290"/>
            </a:xfrm>
            <a:custGeom>
              <a:rect b="b" l="l" r="r" t="t"/>
              <a:pathLst>
                <a:path extrusionOk="0" h="607" w="37">
                  <a:moveTo>
                    <a:pt x="20" y="0"/>
                  </a:moveTo>
                  <a:lnTo>
                    <a:pt x="20" y="17"/>
                  </a:lnTo>
                  <a:cubicBezTo>
                    <a:pt x="0" y="85"/>
                    <a:pt x="0" y="166"/>
                    <a:pt x="20" y="235"/>
                  </a:cubicBezTo>
                  <a:cubicBezTo>
                    <a:pt x="20" y="352"/>
                    <a:pt x="20" y="469"/>
                    <a:pt x="0" y="590"/>
                  </a:cubicBezTo>
                  <a:lnTo>
                    <a:pt x="0" y="606"/>
                  </a:lnTo>
                  <a:lnTo>
                    <a:pt x="20" y="606"/>
                  </a:lnTo>
                  <a:lnTo>
                    <a:pt x="20" y="590"/>
                  </a:lnTo>
                  <a:cubicBezTo>
                    <a:pt x="37" y="469"/>
                    <a:pt x="37" y="352"/>
                    <a:pt x="37" y="235"/>
                  </a:cubicBezTo>
                  <a:lnTo>
                    <a:pt x="37" y="17"/>
                  </a:lnTo>
                  <a:cubicBezTo>
                    <a:pt x="37" y="17"/>
                    <a:pt x="3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0"/>
            <p:cNvSpPr/>
            <p:nvPr/>
          </p:nvSpPr>
          <p:spPr>
            <a:xfrm>
              <a:off x="1521886" y="2146211"/>
              <a:ext cx="180573" cy="342771"/>
            </a:xfrm>
            <a:custGeom>
              <a:rect b="b" l="l" r="r" t="t"/>
              <a:pathLst>
                <a:path extrusionOk="0" h="3451" w="1818">
                  <a:moveTo>
                    <a:pt x="53" y="1"/>
                  </a:moveTo>
                  <a:cubicBezTo>
                    <a:pt x="53" y="1"/>
                    <a:pt x="53" y="17"/>
                    <a:pt x="32" y="17"/>
                  </a:cubicBezTo>
                  <a:cubicBezTo>
                    <a:pt x="16" y="170"/>
                    <a:pt x="0" y="304"/>
                    <a:pt x="133" y="437"/>
                  </a:cubicBezTo>
                  <a:cubicBezTo>
                    <a:pt x="271" y="590"/>
                    <a:pt x="372" y="760"/>
                    <a:pt x="489" y="910"/>
                  </a:cubicBezTo>
                  <a:cubicBezTo>
                    <a:pt x="521" y="994"/>
                    <a:pt x="574" y="1063"/>
                    <a:pt x="638" y="1144"/>
                  </a:cubicBezTo>
                  <a:cubicBezTo>
                    <a:pt x="877" y="1483"/>
                    <a:pt x="1111" y="1835"/>
                    <a:pt x="1366" y="2174"/>
                  </a:cubicBezTo>
                  <a:lnTo>
                    <a:pt x="1382" y="2190"/>
                  </a:lnTo>
                  <a:cubicBezTo>
                    <a:pt x="1430" y="2275"/>
                    <a:pt x="1483" y="2340"/>
                    <a:pt x="1547" y="2424"/>
                  </a:cubicBezTo>
                  <a:cubicBezTo>
                    <a:pt x="1600" y="2509"/>
                    <a:pt x="1648" y="2578"/>
                    <a:pt x="1717" y="2659"/>
                  </a:cubicBezTo>
                  <a:lnTo>
                    <a:pt x="1717" y="2679"/>
                  </a:lnTo>
                  <a:cubicBezTo>
                    <a:pt x="1733" y="2711"/>
                    <a:pt x="1769" y="2727"/>
                    <a:pt x="1769" y="2744"/>
                  </a:cubicBezTo>
                  <a:lnTo>
                    <a:pt x="1769" y="2828"/>
                  </a:lnTo>
                  <a:cubicBezTo>
                    <a:pt x="1786" y="3030"/>
                    <a:pt x="1802" y="3232"/>
                    <a:pt x="1749" y="3434"/>
                  </a:cubicBezTo>
                  <a:cubicBezTo>
                    <a:pt x="1749" y="3450"/>
                    <a:pt x="1749" y="3450"/>
                    <a:pt x="1769" y="3450"/>
                  </a:cubicBezTo>
                  <a:lnTo>
                    <a:pt x="1786" y="3450"/>
                  </a:lnTo>
                  <a:cubicBezTo>
                    <a:pt x="1818" y="3232"/>
                    <a:pt x="1802" y="3030"/>
                    <a:pt x="1802" y="2828"/>
                  </a:cubicBezTo>
                  <a:cubicBezTo>
                    <a:pt x="1786" y="2796"/>
                    <a:pt x="1786" y="2780"/>
                    <a:pt x="1786" y="2744"/>
                  </a:cubicBezTo>
                  <a:cubicBezTo>
                    <a:pt x="1786" y="2727"/>
                    <a:pt x="1769" y="2695"/>
                    <a:pt x="1749" y="2659"/>
                  </a:cubicBezTo>
                  <a:lnTo>
                    <a:pt x="1733" y="2643"/>
                  </a:lnTo>
                  <a:cubicBezTo>
                    <a:pt x="1685" y="2578"/>
                    <a:pt x="1616" y="2493"/>
                    <a:pt x="1568" y="2408"/>
                  </a:cubicBezTo>
                  <a:cubicBezTo>
                    <a:pt x="1515" y="2323"/>
                    <a:pt x="1446" y="2255"/>
                    <a:pt x="1398" y="2174"/>
                  </a:cubicBezTo>
                  <a:lnTo>
                    <a:pt x="1382" y="2154"/>
                  </a:lnTo>
                  <a:cubicBezTo>
                    <a:pt x="1143" y="1818"/>
                    <a:pt x="893" y="1467"/>
                    <a:pt x="659" y="1128"/>
                  </a:cubicBezTo>
                  <a:cubicBezTo>
                    <a:pt x="606" y="1043"/>
                    <a:pt x="558" y="978"/>
                    <a:pt x="505" y="893"/>
                  </a:cubicBezTo>
                  <a:cubicBezTo>
                    <a:pt x="404" y="740"/>
                    <a:pt x="287" y="574"/>
                    <a:pt x="154" y="421"/>
                  </a:cubicBezTo>
                  <a:cubicBezTo>
                    <a:pt x="32" y="287"/>
                    <a:pt x="32"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0"/>
            <p:cNvSpPr/>
            <p:nvPr/>
          </p:nvSpPr>
          <p:spPr>
            <a:xfrm>
              <a:off x="1087339" y="2684651"/>
              <a:ext cx="6456" cy="86810"/>
            </a:xfrm>
            <a:custGeom>
              <a:rect b="b" l="l" r="r" t="t"/>
              <a:pathLst>
                <a:path extrusionOk="0" h="874" w="65">
                  <a:moveTo>
                    <a:pt x="16" y="1"/>
                  </a:moveTo>
                  <a:lnTo>
                    <a:pt x="0" y="17"/>
                  </a:lnTo>
                  <a:cubicBezTo>
                    <a:pt x="16" y="150"/>
                    <a:pt x="16" y="304"/>
                    <a:pt x="16" y="437"/>
                  </a:cubicBezTo>
                  <a:lnTo>
                    <a:pt x="16" y="692"/>
                  </a:lnTo>
                  <a:cubicBezTo>
                    <a:pt x="16" y="740"/>
                    <a:pt x="16" y="772"/>
                    <a:pt x="32" y="809"/>
                  </a:cubicBezTo>
                  <a:lnTo>
                    <a:pt x="32" y="857"/>
                  </a:lnTo>
                  <a:cubicBezTo>
                    <a:pt x="32" y="857"/>
                    <a:pt x="32" y="873"/>
                    <a:pt x="49" y="873"/>
                  </a:cubicBezTo>
                  <a:lnTo>
                    <a:pt x="65" y="857"/>
                  </a:lnTo>
                  <a:cubicBezTo>
                    <a:pt x="49" y="841"/>
                    <a:pt x="49" y="825"/>
                    <a:pt x="49" y="809"/>
                  </a:cubicBezTo>
                  <a:lnTo>
                    <a:pt x="49" y="692"/>
                  </a:lnTo>
                  <a:lnTo>
                    <a:pt x="49" y="437"/>
                  </a:lnTo>
                  <a:cubicBezTo>
                    <a:pt x="49" y="304"/>
                    <a:pt x="49" y="150"/>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0"/>
            <p:cNvSpPr/>
            <p:nvPr/>
          </p:nvSpPr>
          <p:spPr>
            <a:xfrm>
              <a:off x="1737719" y="3411710"/>
              <a:ext cx="170640" cy="244439"/>
            </a:xfrm>
            <a:custGeom>
              <a:rect b="b" l="l" r="r" t="t"/>
              <a:pathLst>
                <a:path extrusionOk="0" h="2461" w="1718">
                  <a:moveTo>
                    <a:pt x="33" y="1"/>
                  </a:moveTo>
                  <a:cubicBezTo>
                    <a:pt x="17" y="1"/>
                    <a:pt x="17" y="17"/>
                    <a:pt x="17" y="17"/>
                  </a:cubicBezTo>
                  <a:cubicBezTo>
                    <a:pt x="0" y="170"/>
                    <a:pt x="0" y="340"/>
                    <a:pt x="0" y="490"/>
                  </a:cubicBezTo>
                  <a:lnTo>
                    <a:pt x="0" y="776"/>
                  </a:lnTo>
                  <a:cubicBezTo>
                    <a:pt x="0" y="825"/>
                    <a:pt x="17" y="845"/>
                    <a:pt x="49" y="861"/>
                  </a:cubicBezTo>
                  <a:cubicBezTo>
                    <a:pt x="49" y="861"/>
                    <a:pt x="65" y="861"/>
                    <a:pt x="65" y="877"/>
                  </a:cubicBezTo>
                  <a:cubicBezTo>
                    <a:pt x="352" y="1128"/>
                    <a:pt x="639" y="1398"/>
                    <a:pt x="926" y="1685"/>
                  </a:cubicBezTo>
                  <a:cubicBezTo>
                    <a:pt x="990" y="1754"/>
                    <a:pt x="1059" y="1819"/>
                    <a:pt x="1128" y="1887"/>
                  </a:cubicBezTo>
                  <a:cubicBezTo>
                    <a:pt x="1293" y="2037"/>
                    <a:pt x="1447" y="2190"/>
                    <a:pt x="1616" y="2340"/>
                  </a:cubicBezTo>
                  <a:cubicBezTo>
                    <a:pt x="1649" y="2376"/>
                    <a:pt x="1665" y="2408"/>
                    <a:pt x="1681" y="2461"/>
                  </a:cubicBezTo>
                  <a:lnTo>
                    <a:pt x="1697" y="2461"/>
                  </a:lnTo>
                  <a:cubicBezTo>
                    <a:pt x="1717" y="2461"/>
                    <a:pt x="1717" y="2461"/>
                    <a:pt x="1717" y="2441"/>
                  </a:cubicBezTo>
                  <a:cubicBezTo>
                    <a:pt x="1697" y="2408"/>
                    <a:pt x="1665" y="2360"/>
                    <a:pt x="1632" y="2324"/>
                  </a:cubicBezTo>
                  <a:cubicBezTo>
                    <a:pt x="1463" y="2174"/>
                    <a:pt x="1313" y="2021"/>
                    <a:pt x="1144" y="1871"/>
                  </a:cubicBezTo>
                  <a:cubicBezTo>
                    <a:pt x="1075" y="1802"/>
                    <a:pt x="1010" y="1734"/>
                    <a:pt x="942" y="1669"/>
                  </a:cubicBezTo>
                  <a:cubicBezTo>
                    <a:pt x="655" y="1382"/>
                    <a:pt x="368" y="1112"/>
                    <a:pt x="81" y="845"/>
                  </a:cubicBezTo>
                  <a:cubicBezTo>
                    <a:pt x="81" y="845"/>
                    <a:pt x="65" y="845"/>
                    <a:pt x="65" y="825"/>
                  </a:cubicBezTo>
                  <a:cubicBezTo>
                    <a:pt x="33" y="809"/>
                    <a:pt x="17" y="809"/>
                    <a:pt x="17" y="776"/>
                  </a:cubicBezTo>
                  <a:cubicBezTo>
                    <a:pt x="33" y="692"/>
                    <a:pt x="33" y="591"/>
                    <a:pt x="17" y="490"/>
                  </a:cubicBezTo>
                  <a:cubicBezTo>
                    <a:pt x="17" y="340"/>
                    <a:pt x="17" y="187"/>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0"/>
            <p:cNvSpPr/>
            <p:nvPr/>
          </p:nvSpPr>
          <p:spPr>
            <a:xfrm>
              <a:off x="1923059" y="2985606"/>
              <a:ext cx="147398" cy="279401"/>
            </a:xfrm>
            <a:custGeom>
              <a:rect b="b" l="l" r="r" t="t"/>
              <a:pathLst>
                <a:path extrusionOk="0" h="2813" w="1484">
                  <a:moveTo>
                    <a:pt x="1" y="1"/>
                  </a:moveTo>
                  <a:lnTo>
                    <a:pt x="1" y="17"/>
                  </a:lnTo>
                  <a:cubicBezTo>
                    <a:pt x="17" y="166"/>
                    <a:pt x="102" y="267"/>
                    <a:pt x="187" y="368"/>
                  </a:cubicBezTo>
                  <a:cubicBezTo>
                    <a:pt x="219" y="405"/>
                    <a:pt x="255" y="437"/>
                    <a:pt x="288" y="489"/>
                  </a:cubicBezTo>
                  <a:cubicBezTo>
                    <a:pt x="574" y="857"/>
                    <a:pt x="861" y="1229"/>
                    <a:pt x="1144" y="1580"/>
                  </a:cubicBezTo>
                  <a:cubicBezTo>
                    <a:pt x="1229" y="1681"/>
                    <a:pt x="1314" y="1782"/>
                    <a:pt x="1399" y="1883"/>
                  </a:cubicBezTo>
                  <a:cubicBezTo>
                    <a:pt x="1431" y="1952"/>
                    <a:pt x="1447" y="2020"/>
                    <a:pt x="1447" y="2105"/>
                  </a:cubicBezTo>
                  <a:cubicBezTo>
                    <a:pt x="1431" y="2222"/>
                    <a:pt x="1431" y="2356"/>
                    <a:pt x="1431" y="2473"/>
                  </a:cubicBezTo>
                  <a:cubicBezTo>
                    <a:pt x="1431" y="2525"/>
                    <a:pt x="1447" y="2590"/>
                    <a:pt x="1431" y="2643"/>
                  </a:cubicBezTo>
                  <a:cubicBezTo>
                    <a:pt x="1431" y="2659"/>
                    <a:pt x="1447" y="2675"/>
                    <a:pt x="1447" y="2675"/>
                  </a:cubicBezTo>
                  <a:cubicBezTo>
                    <a:pt x="1447" y="2727"/>
                    <a:pt x="1447" y="2760"/>
                    <a:pt x="1415" y="2792"/>
                  </a:cubicBezTo>
                  <a:lnTo>
                    <a:pt x="1415" y="2812"/>
                  </a:lnTo>
                  <a:lnTo>
                    <a:pt x="1431" y="2812"/>
                  </a:lnTo>
                  <a:cubicBezTo>
                    <a:pt x="1467" y="2776"/>
                    <a:pt x="1467" y="2727"/>
                    <a:pt x="1467" y="2675"/>
                  </a:cubicBezTo>
                  <a:lnTo>
                    <a:pt x="1467" y="2643"/>
                  </a:lnTo>
                  <a:lnTo>
                    <a:pt x="1467" y="2473"/>
                  </a:lnTo>
                  <a:lnTo>
                    <a:pt x="1467" y="2105"/>
                  </a:lnTo>
                  <a:cubicBezTo>
                    <a:pt x="1483" y="2020"/>
                    <a:pt x="1467" y="1952"/>
                    <a:pt x="1415" y="1867"/>
                  </a:cubicBezTo>
                  <a:cubicBezTo>
                    <a:pt x="1330" y="1766"/>
                    <a:pt x="1245" y="1665"/>
                    <a:pt x="1164" y="1564"/>
                  </a:cubicBezTo>
                  <a:cubicBezTo>
                    <a:pt x="877" y="1213"/>
                    <a:pt x="591" y="841"/>
                    <a:pt x="304" y="469"/>
                  </a:cubicBezTo>
                  <a:cubicBezTo>
                    <a:pt x="271" y="421"/>
                    <a:pt x="235" y="388"/>
                    <a:pt x="219" y="352"/>
                  </a:cubicBezTo>
                  <a:cubicBezTo>
                    <a:pt x="118" y="251"/>
                    <a:pt x="33" y="15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0"/>
            <p:cNvSpPr/>
            <p:nvPr/>
          </p:nvSpPr>
          <p:spPr>
            <a:xfrm>
              <a:off x="1088928" y="3528914"/>
              <a:ext cx="4867" cy="97140"/>
            </a:xfrm>
            <a:custGeom>
              <a:rect b="b" l="l" r="r" t="t"/>
              <a:pathLst>
                <a:path extrusionOk="0" h="978" w="49">
                  <a:moveTo>
                    <a:pt x="16" y="0"/>
                  </a:moveTo>
                  <a:cubicBezTo>
                    <a:pt x="0" y="0"/>
                    <a:pt x="0" y="16"/>
                    <a:pt x="0" y="16"/>
                  </a:cubicBezTo>
                  <a:cubicBezTo>
                    <a:pt x="16" y="170"/>
                    <a:pt x="16" y="319"/>
                    <a:pt x="16" y="453"/>
                  </a:cubicBezTo>
                  <a:lnTo>
                    <a:pt x="16" y="740"/>
                  </a:lnTo>
                  <a:lnTo>
                    <a:pt x="16" y="808"/>
                  </a:lnTo>
                  <a:cubicBezTo>
                    <a:pt x="16" y="857"/>
                    <a:pt x="16" y="909"/>
                    <a:pt x="33" y="958"/>
                  </a:cubicBezTo>
                  <a:lnTo>
                    <a:pt x="49" y="978"/>
                  </a:lnTo>
                  <a:lnTo>
                    <a:pt x="49" y="958"/>
                  </a:lnTo>
                  <a:cubicBezTo>
                    <a:pt x="33" y="909"/>
                    <a:pt x="33" y="857"/>
                    <a:pt x="49" y="808"/>
                  </a:cubicBezTo>
                  <a:lnTo>
                    <a:pt x="49" y="740"/>
                  </a:lnTo>
                  <a:cubicBezTo>
                    <a:pt x="33" y="639"/>
                    <a:pt x="33" y="554"/>
                    <a:pt x="49" y="453"/>
                  </a:cubicBezTo>
                  <a:cubicBezTo>
                    <a:pt x="49" y="319"/>
                    <a:pt x="49" y="170"/>
                    <a:pt x="33" y="16"/>
                  </a:cubicBez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0"/>
            <p:cNvSpPr/>
            <p:nvPr/>
          </p:nvSpPr>
          <p:spPr>
            <a:xfrm>
              <a:off x="702554" y="2373764"/>
              <a:ext cx="5264" cy="66647"/>
            </a:xfrm>
            <a:custGeom>
              <a:rect b="b" l="l" r="r" t="t"/>
              <a:pathLst>
                <a:path extrusionOk="0" h="671" w="53">
                  <a:moveTo>
                    <a:pt x="36" y="0"/>
                  </a:moveTo>
                  <a:cubicBezTo>
                    <a:pt x="20" y="0"/>
                    <a:pt x="20" y="16"/>
                    <a:pt x="20" y="16"/>
                  </a:cubicBezTo>
                  <a:lnTo>
                    <a:pt x="20" y="267"/>
                  </a:lnTo>
                  <a:cubicBezTo>
                    <a:pt x="20" y="388"/>
                    <a:pt x="0" y="537"/>
                    <a:pt x="36" y="671"/>
                  </a:cubicBezTo>
                  <a:lnTo>
                    <a:pt x="53" y="671"/>
                  </a:lnTo>
                  <a:lnTo>
                    <a:pt x="53" y="655"/>
                  </a:lnTo>
                  <a:cubicBezTo>
                    <a:pt x="36" y="521"/>
                    <a:pt x="36" y="388"/>
                    <a:pt x="36" y="267"/>
                  </a:cubicBezTo>
                  <a:cubicBezTo>
                    <a:pt x="36" y="186"/>
                    <a:pt x="53" y="101"/>
                    <a:pt x="36" y="16"/>
                  </a:cubicBez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0"/>
            <p:cNvSpPr/>
            <p:nvPr/>
          </p:nvSpPr>
          <p:spPr>
            <a:xfrm>
              <a:off x="1521886" y="1412398"/>
              <a:ext cx="203914" cy="463053"/>
            </a:xfrm>
            <a:custGeom>
              <a:rect b="b" l="l" r="r" t="t"/>
              <a:pathLst>
                <a:path extrusionOk="0" h="4662" w="2053">
                  <a:moveTo>
                    <a:pt x="16" y="0"/>
                  </a:moveTo>
                  <a:cubicBezTo>
                    <a:pt x="16" y="16"/>
                    <a:pt x="0" y="16"/>
                    <a:pt x="0" y="16"/>
                  </a:cubicBezTo>
                  <a:cubicBezTo>
                    <a:pt x="32" y="117"/>
                    <a:pt x="53" y="218"/>
                    <a:pt x="32" y="303"/>
                  </a:cubicBezTo>
                  <a:lnTo>
                    <a:pt x="32" y="925"/>
                  </a:lnTo>
                  <a:lnTo>
                    <a:pt x="32" y="1244"/>
                  </a:lnTo>
                  <a:cubicBezTo>
                    <a:pt x="32" y="1297"/>
                    <a:pt x="53" y="1345"/>
                    <a:pt x="85" y="1382"/>
                  </a:cubicBezTo>
                  <a:cubicBezTo>
                    <a:pt x="170" y="1531"/>
                    <a:pt x="271" y="1701"/>
                    <a:pt x="372" y="1866"/>
                  </a:cubicBezTo>
                  <a:cubicBezTo>
                    <a:pt x="505" y="2089"/>
                    <a:pt x="659" y="2323"/>
                    <a:pt x="792" y="2557"/>
                  </a:cubicBezTo>
                  <a:cubicBezTo>
                    <a:pt x="893" y="2727"/>
                    <a:pt x="994" y="2897"/>
                    <a:pt x="1079" y="3046"/>
                  </a:cubicBezTo>
                  <a:cubicBezTo>
                    <a:pt x="1265" y="3365"/>
                    <a:pt x="1467" y="3704"/>
                    <a:pt x="1669" y="4007"/>
                  </a:cubicBezTo>
                  <a:cubicBezTo>
                    <a:pt x="1701" y="4056"/>
                    <a:pt x="1733" y="4125"/>
                    <a:pt x="1749" y="4173"/>
                  </a:cubicBezTo>
                  <a:cubicBezTo>
                    <a:pt x="1818" y="4290"/>
                    <a:pt x="1887" y="4411"/>
                    <a:pt x="1988" y="4512"/>
                  </a:cubicBezTo>
                  <a:cubicBezTo>
                    <a:pt x="2004" y="4529"/>
                    <a:pt x="2004" y="4561"/>
                    <a:pt x="2004" y="4593"/>
                  </a:cubicBezTo>
                  <a:cubicBezTo>
                    <a:pt x="2020" y="4613"/>
                    <a:pt x="2020" y="4630"/>
                    <a:pt x="2020" y="4646"/>
                  </a:cubicBezTo>
                  <a:lnTo>
                    <a:pt x="2036" y="4662"/>
                  </a:lnTo>
                  <a:lnTo>
                    <a:pt x="2036" y="4646"/>
                  </a:lnTo>
                  <a:lnTo>
                    <a:pt x="2052" y="4646"/>
                  </a:lnTo>
                  <a:cubicBezTo>
                    <a:pt x="2036" y="4630"/>
                    <a:pt x="2036" y="4613"/>
                    <a:pt x="2036" y="4593"/>
                  </a:cubicBezTo>
                  <a:cubicBezTo>
                    <a:pt x="2036" y="4545"/>
                    <a:pt x="2020" y="4512"/>
                    <a:pt x="2004" y="4476"/>
                  </a:cubicBezTo>
                  <a:cubicBezTo>
                    <a:pt x="1903" y="4391"/>
                    <a:pt x="1834" y="4274"/>
                    <a:pt x="1786" y="4157"/>
                  </a:cubicBezTo>
                  <a:cubicBezTo>
                    <a:pt x="1749" y="4108"/>
                    <a:pt x="1717" y="4056"/>
                    <a:pt x="1685" y="3987"/>
                  </a:cubicBezTo>
                  <a:cubicBezTo>
                    <a:pt x="1483" y="3684"/>
                    <a:pt x="1297" y="3349"/>
                    <a:pt x="1111" y="3030"/>
                  </a:cubicBezTo>
                  <a:cubicBezTo>
                    <a:pt x="1010" y="2876"/>
                    <a:pt x="909" y="2711"/>
                    <a:pt x="808" y="2541"/>
                  </a:cubicBezTo>
                  <a:cubicBezTo>
                    <a:pt x="675" y="2307"/>
                    <a:pt x="537" y="2068"/>
                    <a:pt x="388" y="1850"/>
                  </a:cubicBezTo>
                  <a:cubicBezTo>
                    <a:pt x="303" y="1685"/>
                    <a:pt x="202" y="1531"/>
                    <a:pt x="101" y="1361"/>
                  </a:cubicBezTo>
                  <a:cubicBezTo>
                    <a:pt x="85" y="1329"/>
                    <a:pt x="69" y="1297"/>
                    <a:pt x="69" y="1244"/>
                  </a:cubicBezTo>
                  <a:lnTo>
                    <a:pt x="69" y="925"/>
                  </a:lnTo>
                  <a:cubicBezTo>
                    <a:pt x="53" y="723"/>
                    <a:pt x="53" y="505"/>
                    <a:pt x="69" y="303"/>
                  </a:cubicBezTo>
                  <a:cubicBezTo>
                    <a:pt x="69" y="202"/>
                    <a:pt x="69" y="117"/>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0"/>
            <p:cNvSpPr/>
            <p:nvPr/>
          </p:nvSpPr>
          <p:spPr>
            <a:xfrm>
              <a:off x="1617337" y="2151475"/>
              <a:ext cx="1689" cy="56615"/>
            </a:xfrm>
            <a:custGeom>
              <a:rect b="b" l="l" r="r" t="t"/>
              <a:pathLst>
                <a:path extrusionOk="0" h="570" w="17">
                  <a:moveTo>
                    <a:pt x="1" y="0"/>
                  </a:moveTo>
                  <a:lnTo>
                    <a:pt x="1" y="16"/>
                  </a:lnTo>
                  <a:lnTo>
                    <a:pt x="1" y="554"/>
                  </a:lnTo>
                  <a:lnTo>
                    <a:pt x="1" y="570"/>
                  </a:lnTo>
                  <a:cubicBezTo>
                    <a:pt x="17" y="570"/>
                    <a:pt x="17" y="554"/>
                    <a:pt x="17" y="554"/>
                  </a:cubicBezTo>
                  <a:lnTo>
                    <a:pt x="17" y="16"/>
                  </a:lnTo>
                  <a:cubicBezTo>
                    <a:pt x="17" y="0"/>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0"/>
            <p:cNvSpPr/>
            <p:nvPr/>
          </p:nvSpPr>
          <p:spPr>
            <a:xfrm>
              <a:off x="1336446" y="2402171"/>
              <a:ext cx="6555" cy="92074"/>
            </a:xfrm>
            <a:custGeom>
              <a:rect b="b" l="l" r="r" t="t"/>
              <a:pathLst>
                <a:path extrusionOk="0" h="927" w="66">
                  <a:moveTo>
                    <a:pt x="33" y="1"/>
                  </a:moveTo>
                  <a:cubicBezTo>
                    <a:pt x="17" y="1"/>
                    <a:pt x="17" y="1"/>
                    <a:pt x="17" y="17"/>
                  </a:cubicBezTo>
                  <a:cubicBezTo>
                    <a:pt x="1" y="33"/>
                    <a:pt x="17" y="49"/>
                    <a:pt x="17" y="66"/>
                  </a:cubicBezTo>
                  <a:cubicBezTo>
                    <a:pt x="33" y="82"/>
                    <a:pt x="33" y="82"/>
                    <a:pt x="33" y="102"/>
                  </a:cubicBezTo>
                  <a:lnTo>
                    <a:pt x="33" y="304"/>
                  </a:lnTo>
                  <a:cubicBezTo>
                    <a:pt x="17" y="506"/>
                    <a:pt x="17" y="708"/>
                    <a:pt x="33" y="910"/>
                  </a:cubicBezTo>
                  <a:lnTo>
                    <a:pt x="49" y="926"/>
                  </a:lnTo>
                  <a:lnTo>
                    <a:pt x="65" y="910"/>
                  </a:lnTo>
                  <a:cubicBezTo>
                    <a:pt x="33" y="708"/>
                    <a:pt x="49" y="506"/>
                    <a:pt x="49" y="304"/>
                  </a:cubicBezTo>
                  <a:lnTo>
                    <a:pt x="49" y="102"/>
                  </a:lnTo>
                  <a:lnTo>
                    <a:pt x="49" y="49"/>
                  </a:lnTo>
                  <a:cubicBezTo>
                    <a:pt x="33" y="33"/>
                    <a:pt x="33" y="33"/>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0"/>
            <p:cNvSpPr/>
            <p:nvPr/>
          </p:nvSpPr>
          <p:spPr>
            <a:xfrm>
              <a:off x="1185969" y="2127736"/>
              <a:ext cx="4966" cy="87207"/>
            </a:xfrm>
            <a:custGeom>
              <a:rect b="b" l="l" r="r" t="t"/>
              <a:pathLst>
                <a:path extrusionOk="0" h="878" w="50">
                  <a:moveTo>
                    <a:pt x="17" y="1"/>
                  </a:moveTo>
                  <a:cubicBezTo>
                    <a:pt x="1" y="1"/>
                    <a:pt x="1" y="17"/>
                    <a:pt x="1" y="17"/>
                  </a:cubicBezTo>
                  <a:cubicBezTo>
                    <a:pt x="17" y="170"/>
                    <a:pt x="17" y="304"/>
                    <a:pt x="17" y="441"/>
                  </a:cubicBezTo>
                  <a:lnTo>
                    <a:pt x="17" y="708"/>
                  </a:lnTo>
                  <a:lnTo>
                    <a:pt x="17" y="744"/>
                  </a:lnTo>
                  <a:cubicBezTo>
                    <a:pt x="17" y="793"/>
                    <a:pt x="17" y="825"/>
                    <a:pt x="33" y="861"/>
                  </a:cubicBezTo>
                  <a:lnTo>
                    <a:pt x="33" y="877"/>
                  </a:lnTo>
                  <a:lnTo>
                    <a:pt x="49" y="877"/>
                  </a:lnTo>
                  <a:lnTo>
                    <a:pt x="49" y="845"/>
                  </a:lnTo>
                  <a:cubicBezTo>
                    <a:pt x="33" y="825"/>
                    <a:pt x="33" y="793"/>
                    <a:pt x="33" y="744"/>
                  </a:cubicBezTo>
                  <a:lnTo>
                    <a:pt x="33" y="708"/>
                  </a:lnTo>
                  <a:lnTo>
                    <a:pt x="33" y="441"/>
                  </a:lnTo>
                  <a:cubicBezTo>
                    <a:pt x="33" y="304"/>
                    <a:pt x="49" y="15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0"/>
            <p:cNvSpPr/>
            <p:nvPr/>
          </p:nvSpPr>
          <p:spPr>
            <a:xfrm>
              <a:off x="669181" y="1928788"/>
              <a:ext cx="147398" cy="210668"/>
            </a:xfrm>
            <a:custGeom>
              <a:rect b="b" l="l" r="r" t="t"/>
              <a:pathLst>
                <a:path extrusionOk="0" h="2121" w="1484">
                  <a:moveTo>
                    <a:pt x="1467" y="0"/>
                  </a:moveTo>
                  <a:cubicBezTo>
                    <a:pt x="1346" y="85"/>
                    <a:pt x="1213" y="137"/>
                    <a:pt x="1096" y="202"/>
                  </a:cubicBezTo>
                  <a:cubicBezTo>
                    <a:pt x="1027" y="238"/>
                    <a:pt x="942" y="271"/>
                    <a:pt x="877" y="323"/>
                  </a:cubicBezTo>
                  <a:cubicBezTo>
                    <a:pt x="639" y="457"/>
                    <a:pt x="389" y="574"/>
                    <a:pt x="170" y="707"/>
                  </a:cubicBezTo>
                  <a:lnTo>
                    <a:pt x="102" y="743"/>
                  </a:lnTo>
                  <a:cubicBezTo>
                    <a:pt x="53" y="760"/>
                    <a:pt x="17" y="792"/>
                    <a:pt x="17" y="861"/>
                  </a:cubicBezTo>
                  <a:cubicBezTo>
                    <a:pt x="33" y="994"/>
                    <a:pt x="33" y="1131"/>
                    <a:pt x="33" y="1265"/>
                  </a:cubicBezTo>
                  <a:cubicBezTo>
                    <a:pt x="17" y="1515"/>
                    <a:pt x="17" y="1786"/>
                    <a:pt x="33" y="2040"/>
                  </a:cubicBezTo>
                  <a:cubicBezTo>
                    <a:pt x="33" y="2072"/>
                    <a:pt x="17" y="2072"/>
                    <a:pt x="17" y="2089"/>
                  </a:cubicBezTo>
                  <a:lnTo>
                    <a:pt x="1" y="2105"/>
                  </a:lnTo>
                  <a:lnTo>
                    <a:pt x="1" y="2121"/>
                  </a:lnTo>
                  <a:lnTo>
                    <a:pt x="17" y="2121"/>
                  </a:lnTo>
                  <a:lnTo>
                    <a:pt x="33" y="2105"/>
                  </a:lnTo>
                  <a:cubicBezTo>
                    <a:pt x="53" y="2089"/>
                    <a:pt x="53" y="2072"/>
                    <a:pt x="53" y="2040"/>
                  </a:cubicBezTo>
                  <a:lnTo>
                    <a:pt x="53" y="1265"/>
                  </a:lnTo>
                  <a:lnTo>
                    <a:pt x="53" y="861"/>
                  </a:lnTo>
                  <a:cubicBezTo>
                    <a:pt x="53" y="808"/>
                    <a:pt x="70" y="792"/>
                    <a:pt x="118" y="760"/>
                  </a:cubicBezTo>
                  <a:lnTo>
                    <a:pt x="170" y="727"/>
                  </a:lnTo>
                  <a:cubicBezTo>
                    <a:pt x="405" y="606"/>
                    <a:pt x="659" y="473"/>
                    <a:pt x="877" y="339"/>
                  </a:cubicBezTo>
                  <a:cubicBezTo>
                    <a:pt x="962" y="303"/>
                    <a:pt x="1027" y="271"/>
                    <a:pt x="1112" y="222"/>
                  </a:cubicBezTo>
                  <a:cubicBezTo>
                    <a:pt x="1229" y="170"/>
                    <a:pt x="1366" y="101"/>
                    <a:pt x="1483" y="20"/>
                  </a:cubicBezTo>
                  <a:lnTo>
                    <a:pt x="14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0"/>
            <p:cNvSpPr/>
            <p:nvPr/>
          </p:nvSpPr>
          <p:spPr>
            <a:xfrm>
              <a:off x="1409946" y="2295993"/>
              <a:ext cx="10131" cy="74196"/>
            </a:xfrm>
            <a:custGeom>
              <a:rect b="b" l="l" r="r" t="t"/>
              <a:pathLst>
                <a:path extrusionOk="0" h="747" w="102">
                  <a:moveTo>
                    <a:pt x="81" y="0"/>
                  </a:moveTo>
                  <a:cubicBezTo>
                    <a:pt x="76" y="0"/>
                    <a:pt x="69" y="7"/>
                    <a:pt x="69" y="7"/>
                  </a:cubicBezTo>
                  <a:cubicBezTo>
                    <a:pt x="16" y="125"/>
                    <a:pt x="32" y="242"/>
                    <a:pt x="32" y="363"/>
                  </a:cubicBezTo>
                  <a:lnTo>
                    <a:pt x="32" y="496"/>
                  </a:lnTo>
                  <a:cubicBezTo>
                    <a:pt x="32" y="529"/>
                    <a:pt x="32" y="565"/>
                    <a:pt x="16" y="597"/>
                  </a:cubicBezTo>
                  <a:cubicBezTo>
                    <a:pt x="16" y="646"/>
                    <a:pt x="0" y="698"/>
                    <a:pt x="16" y="747"/>
                  </a:cubicBezTo>
                  <a:lnTo>
                    <a:pt x="32" y="747"/>
                  </a:lnTo>
                  <a:lnTo>
                    <a:pt x="32" y="731"/>
                  </a:lnTo>
                  <a:cubicBezTo>
                    <a:pt x="16" y="698"/>
                    <a:pt x="32" y="646"/>
                    <a:pt x="49" y="597"/>
                  </a:cubicBezTo>
                  <a:cubicBezTo>
                    <a:pt x="49" y="565"/>
                    <a:pt x="69" y="529"/>
                    <a:pt x="69" y="496"/>
                  </a:cubicBezTo>
                  <a:lnTo>
                    <a:pt x="69" y="363"/>
                  </a:lnTo>
                  <a:cubicBezTo>
                    <a:pt x="49" y="242"/>
                    <a:pt x="49" y="125"/>
                    <a:pt x="101" y="24"/>
                  </a:cubicBezTo>
                  <a:cubicBezTo>
                    <a:pt x="101" y="7"/>
                    <a:pt x="101" y="7"/>
                    <a:pt x="85" y="7"/>
                  </a:cubicBezTo>
                  <a:cubicBezTo>
                    <a:pt x="85" y="2"/>
                    <a:pt x="83"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0"/>
            <p:cNvSpPr/>
            <p:nvPr/>
          </p:nvSpPr>
          <p:spPr>
            <a:xfrm>
              <a:off x="1819563" y="3202731"/>
              <a:ext cx="4966" cy="62277"/>
            </a:xfrm>
            <a:custGeom>
              <a:rect b="b" l="l" r="r" t="t"/>
              <a:pathLst>
                <a:path extrusionOk="0" h="627" w="50">
                  <a:moveTo>
                    <a:pt x="33" y="0"/>
                  </a:moveTo>
                  <a:lnTo>
                    <a:pt x="17" y="20"/>
                  </a:lnTo>
                  <a:cubicBezTo>
                    <a:pt x="1" y="101"/>
                    <a:pt x="1" y="202"/>
                    <a:pt x="17" y="303"/>
                  </a:cubicBezTo>
                  <a:lnTo>
                    <a:pt x="17" y="473"/>
                  </a:lnTo>
                  <a:lnTo>
                    <a:pt x="17" y="525"/>
                  </a:lnTo>
                  <a:cubicBezTo>
                    <a:pt x="17" y="558"/>
                    <a:pt x="17" y="574"/>
                    <a:pt x="1" y="606"/>
                  </a:cubicBezTo>
                  <a:lnTo>
                    <a:pt x="1" y="626"/>
                  </a:lnTo>
                  <a:lnTo>
                    <a:pt x="17" y="626"/>
                  </a:lnTo>
                  <a:cubicBezTo>
                    <a:pt x="49" y="590"/>
                    <a:pt x="33" y="558"/>
                    <a:pt x="33" y="525"/>
                  </a:cubicBezTo>
                  <a:lnTo>
                    <a:pt x="33" y="473"/>
                  </a:lnTo>
                  <a:lnTo>
                    <a:pt x="33" y="303"/>
                  </a:lnTo>
                  <a:cubicBezTo>
                    <a:pt x="33" y="202"/>
                    <a:pt x="33" y="121"/>
                    <a:pt x="49" y="20"/>
                  </a:cubicBezTo>
                  <a:cubicBezTo>
                    <a:pt x="49" y="2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0"/>
            <p:cNvSpPr/>
            <p:nvPr/>
          </p:nvSpPr>
          <p:spPr>
            <a:xfrm>
              <a:off x="1521886" y="1283573"/>
              <a:ext cx="203914" cy="446665"/>
            </a:xfrm>
            <a:custGeom>
              <a:rect b="b" l="l" r="r" t="t"/>
              <a:pathLst>
                <a:path extrusionOk="0" h="4497" w="2053">
                  <a:moveTo>
                    <a:pt x="53" y="0"/>
                  </a:moveTo>
                  <a:cubicBezTo>
                    <a:pt x="0" y="33"/>
                    <a:pt x="16" y="85"/>
                    <a:pt x="32" y="134"/>
                  </a:cubicBezTo>
                  <a:lnTo>
                    <a:pt x="32" y="186"/>
                  </a:lnTo>
                  <a:lnTo>
                    <a:pt x="32" y="437"/>
                  </a:lnTo>
                  <a:lnTo>
                    <a:pt x="32" y="760"/>
                  </a:lnTo>
                  <a:cubicBezTo>
                    <a:pt x="16" y="925"/>
                    <a:pt x="101" y="1063"/>
                    <a:pt x="170" y="1180"/>
                  </a:cubicBezTo>
                  <a:cubicBezTo>
                    <a:pt x="186" y="1196"/>
                    <a:pt x="202" y="1228"/>
                    <a:pt x="218" y="1265"/>
                  </a:cubicBezTo>
                  <a:cubicBezTo>
                    <a:pt x="707" y="2121"/>
                    <a:pt x="1228" y="3046"/>
                    <a:pt x="1870" y="4141"/>
                  </a:cubicBezTo>
                  <a:cubicBezTo>
                    <a:pt x="1887" y="4173"/>
                    <a:pt x="1903" y="4194"/>
                    <a:pt x="1919" y="4226"/>
                  </a:cubicBezTo>
                  <a:cubicBezTo>
                    <a:pt x="1971" y="4311"/>
                    <a:pt x="2020" y="4375"/>
                    <a:pt x="2036" y="4476"/>
                  </a:cubicBezTo>
                  <a:cubicBezTo>
                    <a:pt x="2036" y="4496"/>
                    <a:pt x="2036" y="4496"/>
                    <a:pt x="2052" y="4496"/>
                  </a:cubicBezTo>
                  <a:lnTo>
                    <a:pt x="2052" y="4476"/>
                  </a:lnTo>
                  <a:cubicBezTo>
                    <a:pt x="2052" y="4375"/>
                    <a:pt x="2004" y="4294"/>
                    <a:pt x="1951" y="4210"/>
                  </a:cubicBezTo>
                  <a:cubicBezTo>
                    <a:pt x="1935" y="4194"/>
                    <a:pt x="1919" y="4157"/>
                    <a:pt x="1903" y="4141"/>
                  </a:cubicBezTo>
                  <a:cubicBezTo>
                    <a:pt x="1265" y="3030"/>
                    <a:pt x="723" y="2105"/>
                    <a:pt x="234" y="1245"/>
                  </a:cubicBezTo>
                  <a:cubicBezTo>
                    <a:pt x="218" y="1212"/>
                    <a:pt x="202" y="1196"/>
                    <a:pt x="186" y="1164"/>
                  </a:cubicBezTo>
                  <a:cubicBezTo>
                    <a:pt x="117" y="1043"/>
                    <a:pt x="53" y="925"/>
                    <a:pt x="53" y="760"/>
                  </a:cubicBezTo>
                  <a:cubicBezTo>
                    <a:pt x="69" y="659"/>
                    <a:pt x="69" y="538"/>
                    <a:pt x="69" y="437"/>
                  </a:cubicBezTo>
                  <a:lnTo>
                    <a:pt x="69" y="186"/>
                  </a:lnTo>
                  <a:cubicBezTo>
                    <a:pt x="69" y="170"/>
                    <a:pt x="53" y="134"/>
                    <a:pt x="53" y="117"/>
                  </a:cubicBezTo>
                  <a:cubicBezTo>
                    <a:pt x="32" y="85"/>
                    <a:pt x="32"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0"/>
            <p:cNvSpPr/>
            <p:nvPr/>
          </p:nvSpPr>
          <p:spPr>
            <a:xfrm>
              <a:off x="1841216" y="2161507"/>
              <a:ext cx="4966" cy="60290"/>
            </a:xfrm>
            <a:custGeom>
              <a:rect b="b" l="l" r="r" t="t"/>
              <a:pathLst>
                <a:path extrusionOk="0" h="607" w="50">
                  <a:moveTo>
                    <a:pt x="33" y="0"/>
                  </a:moveTo>
                  <a:lnTo>
                    <a:pt x="17" y="16"/>
                  </a:lnTo>
                  <a:cubicBezTo>
                    <a:pt x="1" y="101"/>
                    <a:pt x="1" y="202"/>
                    <a:pt x="1" y="283"/>
                  </a:cubicBezTo>
                  <a:cubicBezTo>
                    <a:pt x="17" y="335"/>
                    <a:pt x="17" y="384"/>
                    <a:pt x="1" y="453"/>
                  </a:cubicBezTo>
                  <a:cubicBezTo>
                    <a:pt x="1" y="469"/>
                    <a:pt x="1" y="485"/>
                    <a:pt x="17" y="485"/>
                  </a:cubicBezTo>
                  <a:cubicBezTo>
                    <a:pt x="17" y="521"/>
                    <a:pt x="17" y="554"/>
                    <a:pt x="1" y="570"/>
                  </a:cubicBezTo>
                  <a:lnTo>
                    <a:pt x="1" y="586"/>
                  </a:lnTo>
                  <a:lnTo>
                    <a:pt x="1" y="606"/>
                  </a:lnTo>
                  <a:lnTo>
                    <a:pt x="17" y="586"/>
                  </a:lnTo>
                  <a:cubicBezTo>
                    <a:pt x="33" y="554"/>
                    <a:pt x="33" y="521"/>
                    <a:pt x="33" y="485"/>
                  </a:cubicBezTo>
                  <a:lnTo>
                    <a:pt x="33" y="453"/>
                  </a:lnTo>
                  <a:lnTo>
                    <a:pt x="33" y="283"/>
                  </a:lnTo>
                  <a:cubicBezTo>
                    <a:pt x="33" y="202"/>
                    <a:pt x="33" y="101"/>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0"/>
            <p:cNvSpPr/>
            <p:nvPr/>
          </p:nvSpPr>
          <p:spPr>
            <a:xfrm>
              <a:off x="1530229" y="1639852"/>
              <a:ext cx="170640" cy="351213"/>
            </a:xfrm>
            <a:custGeom>
              <a:rect b="b" l="l" r="r" t="t"/>
              <a:pathLst>
                <a:path extrusionOk="0" h="3536" w="1718">
                  <a:moveTo>
                    <a:pt x="1" y="1"/>
                  </a:moveTo>
                  <a:lnTo>
                    <a:pt x="1" y="17"/>
                  </a:lnTo>
                  <a:cubicBezTo>
                    <a:pt x="86" y="102"/>
                    <a:pt x="134" y="182"/>
                    <a:pt x="187" y="283"/>
                  </a:cubicBezTo>
                  <a:cubicBezTo>
                    <a:pt x="203" y="320"/>
                    <a:pt x="219" y="352"/>
                    <a:pt x="251" y="384"/>
                  </a:cubicBezTo>
                  <a:cubicBezTo>
                    <a:pt x="405" y="639"/>
                    <a:pt x="554" y="909"/>
                    <a:pt x="708" y="1160"/>
                  </a:cubicBezTo>
                  <a:cubicBezTo>
                    <a:pt x="793" y="1313"/>
                    <a:pt x="878" y="1447"/>
                    <a:pt x="958" y="1580"/>
                  </a:cubicBezTo>
                  <a:cubicBezTo>
                    <a:pt x="1197" y="1984"/>
                    <a:pt x="1431" y="2356"/>
                    <a:pt x="1649" y="2727"/>
                  </a:cubicBezTo>
                  <a:cubicBezTo>
                    <a:pt x="1665" y="2727"/>
                    <a:pt x="1665" y="2743"/>
                    <a:pt x="1665" y="2743"/>
                  </a:cubicBezTo>
                  <a:cubicBezTo>
                    <a:pt x="1685" y="2760"/>
                    <a:pt x="1702" y="2776"/>
                    <a:pt x="1702" y="2792"/>
                  </a:cubicBezTo>
                  <a:lnTo>
                    <a:pt x="1702" y="3010"/>
                  </a:lnTo>
                  <a:lnTo>
                    <a:pt x="1702" y="3467"/>
                  </a:lnTo>
                  <a:cubicBezTo>
                    <a:pt x="1702" y="3483"/>
                    <a:pt x="1685" y="3483"/>
                    <a:pt x="1685" y="3483"/>
                  </a:cubicBezTo>
                  <a:lnTo>
                    <a:pt x="1665" y="3499"/>
                  </a:lnTo>
                  <a:lnTo>
                    <a:pt x="1665" y="3515"/>
                  </a:lnTo>
                  <a:lnTo>
                    <a:pt x="1685" y="3535"/>
                  </a:lnTo>
                  <a:lnTo>
                    <a:pt x="1685" y="3515"/>
                  </a:lnTo>
                  <a:lnTo>
                    <a:pt x="1702" y="3499"/>
                  </a:lnTo>
                  <a:cubicBezTo>
                    <a:pt x="1702" y="3499"/>
                    <a:pt x="1718" y="3483"/>
                    <a:pt x="1718" y="3467"/>
                  </a:cubicBezTo>
                  <a:lnTo>
                    <a:pt x="1718" y="3010"/>
                  </a:lnTo>
                  <a:lnTo>
                    <a:pt x="1718" y="2792"/>
                  </a:lnTo>
                  <a:cubicBezTo>
                    <a:pt x="1718" y="2760"/>
                    <a:pt x="1702" y="2743"/>
                    <a:pt x="1685" y="2727"/>
                  </a:cubicBezTo>
                  <a:lnTo>
                    <a:pt x="1685" y="2707"/>
                  </a:lnTo>
                  <a:cubicBezTo>
                    <a:pt x="1463" y="2356"/>
                    <a:pt x="1229" y="1968"/>
                    <a:pt x="995" y="1580"/>
                  </a:cubicBezTo>
                  <a:cubicBezTo>
                    <a:pt x="910" y="1431"/>
                    <a:pt x="825" y="1293"/>
                    <a:pt x="740" y="1160"/>
                  </a:cubicBezTo>
                  <a:cubicBezTo>
                    <a:pt x="591" y="889"/>
                    <a:pt x="437" y="639"/>
                    <a:pt x="272" y="368"/>
                  </a:cubicBezTo>
                  <a:cubicBezTo>
                    <a:pt x="251" y="336"/>
                    <a:pt x="235" y="304"/>
                    <a:pt x="203" y="267"/>
                  </a:cubicBezTo>
                  <a:cubicBezTo>
                    <a:pt x="150" y="166"/>
                    <a:pt x="102" y="8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0"/>
            <p:cNvSpPr/>
            <p:nvPr/>
          </p:nvSpPr>
          <p:spPr>
            <a:xfrm>
              <a:off x="987021" y="1690011"/>
              <a:ext cx="6456" cy="96842"/>
            </a:xfrm>
            <a:custGeom>
              <a:rect b="b" l="l" r="r" t="t"/>
              <a:pathLst>
                <a:path extrusionOk="0" h="975" w="65">
                  <a:moveTo>
                    <a:pt x="16" y="1"/>
                  </a:moveTo>
                  <a:cubicBezTo>
                    <a:pt x="0" y="1"/>
                    <a:pt x="0" y="1"/>
                    <a:pt x="0" y="17"/>
                  </a:cubicBezTo>
                  <a:cubicBezTo>
                    <a:pt x="16" y="166"/>
                    <a:pt x="16" y="336"/>
                    <a:pt x="16" y="505"/>
                  </a:cubicBezTo>
                  <a:lnTo>
                    <a:pt x="16" y="808"/>
                  </a:lnTo>
                  <a:lnTo>
                    <a:pt x="16" y="841"/>
                  </a:lnTo>
                  <a:cubicBezTo>
                    <a:pt x="16" y="873"/>
                    <a:pt x="16" y="926"/>
                    <a:pt x="49" y="958"/>
                  </a:cubicBezTo>
                  <a:lnTo>
                    <a:pt x="49" y="974"/>
                  </a:lnTo>
                  <a:lnTo>
                    <a:pt x="65" y="958"/>
                  </a:lnTo>
                  <a:lnTo>
                    <a:pt x="65" y="942"/>
                  </a:lnTo>
                  <a:cubicBezTo>
                    <a:pt x="33" y="909"/>
                    <a:pt x="33" y="873"/>
                    <a:pt x="49" y="841"/>
                  </a:cubicBezTo>
                  <a:lnTo>
                    <a:pt x="49" y="808"/>
                  </a:lnTo>
                  <a:cubicBezTo>
                    <a:pt x="33" y="707"/>
                    <a:pt x="33" y="606"/>
                    <a:pt x="49" y="505"/>
                  </a:cubicBezTo>
                  <a:cubicBezTo>
                    <a:pt x="49" y="336"/>
                    <a:pt x="49" y="166"/>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0"/>
            <p:cNvSpPr/>
            <p:nvPr/>
          </p:nvSpPr>
          <p:spPr>
            <a:xfrm>
              <a:off x="1035591" y="3209485"/>
              <a:ext cx="4867" cy="91975"/>
            </a:xfrm>
            <a:custGeom>
              <a:rect b="b" l="l" r="r" t="t"/>
              <a:pathLst>
                <a:path extrusionOk="0" h="926" w="49">
                  <a:moveTo>
                    <a:pt x="16" y="1"/>
                  </a:moveTo>
                  <a:cubicBezTo>
                    <a:pt x="0" y="1"/>
                    <a:pt x="0" y="17"/>
                    <a:pt x="0" y="17"/>
                  </a:cubicBezTo>
                  <a:cubicBezTo>
                    <a:pt x="16" y="154"/>
                    <a:pt x="16" y="288"/>
                    <a:pt x="16" y="405"/>
                  </a:cubicBezTo>
                  <a:lnTo>
                    <a:pt x="16" y="623"/>
                  </a:lnTo>
                  <a:lnTo>
                    <a:pt x="16" y="825"/>
                  </a:lnTo>
                  <a:lnTo>
                    <a:pt x="16" y="910"/>
                  </a:lnTo>
                  <a:cubicBezTo>
                    <a:pt x="16" y="910"/>
                    <a:pt x="16" y="926"/>
                    <a:pt x="32" y="926"/>
                  </a:cubicBezTo>
                  <a:lnTo>
                    <a:pt x="32" y="910"/>
                  </a:lnTo>
                  <a:lnTo>
                    <a:pt x="32" y="825"/>
                  </a:lnTo>
                  <a:cubicBezTo>
                    <a:pt x="32" y="760"/>
                    <a:pt x="49" y="692"/>
                    <a:pt x="32" y="623"/>
                  </a:cubicBezTo>
                  <a:lnTo>
                    <a:pt x="32" y="405"/>
                  </a:lnTo>
                  <a:cubicBezTo>
                    <a:pt x="49" y="288"/>
                    <a:pt x="49" y="154"/>
                    <a:pt x="32" y="17"/>
                  </a:cubicBezTo>
                  <a:cubicBezTo>
                    <a:pt x="32"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0"/>
            <p:cNvSpPr/>
            <p:nvPr/>
          </p:nvSpPr>
          <p:spPr>
            <a:xfrm>
              <a:off x="1792646" y="2873667"/>
              <a:ext cx="5364" cy="50258"/>
            </a:xfrm>
            <a:custGeom>
              <a:rect b="b" l="l" r="r" t="t"/>
              <a:pathLst>
                <a:path extrusionOk="0" h="506" w="54">
                  <a:moveTo>
                    <a:pt x="17" y="1"/>
                  </a:moveTo>
                  <a:cubicBezTo>
                    <a:pt x="1" y="81"/>
                    <a:pt x="1" y="166"/>
                    <a:pt x="17" y="251"/>
                  </a:cubicBezTo>
                  <a:cubicBezTo>
                    <a:pt x="17" y="336"/>
                    <a:pt x="17" y="421"/>
                    <a:pt x="1" y="485"/>
                  </a:cubicBezTo>
                  <a:lnTo>
                    <a:pt x="1" y="506"/>
                  </a:lnTo>
                  <a:lnTo>
                    <a:pt x="17" y="506"/>
                  </a:lnTo>
                  <a:cubicBezTo>
                    <a:pt x="53" y="421"/>
                    <a:pt x="33" y="336"/>
                    <a:pt x="33" y="251"/>
                  </a:cubicBezTo>
                  <a:cubicBezTo>
                    <a:pt x="33" y="166"/>
                    <a:pt x="33" y="81"/>
                    <a:pt x="53" y="17"/>
                  </a:cubicBezTo>
                  <a:cubicBezTo>
                    <a:pt x="53" y="1"/>
                    <a:pt x="5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0"/>
            <p:cNvSpPr/>
            <p:nvPr/>
          </p:nvSpPr>
          <p:spPr>
            <a:xfrm>
              <a:off x="936861" y="2276624"/>
              <a:ext cx="4867" cy="55423"/>
            </a:xfrm>
            <a:custGeom>
              <a:rect b="b" l="l" r="r" t="t"/>
              <a:pathLst>
                <a:path extrusionOk="0" h="558" w="49">
                  <a:moveTo>
                    <a:pt x="16" y="1"/>
                  </a:moveTo>
                  <a:lnTo>
                    <a:pt x="0" y="17"/>
                  </a:lnTo>
                  <a:cubicBezTo>
                    <a:pt x="16" y="85"/>
                    <a:pt x="16" y="154"/>
                    <a:pt x="0" y="219"/>
                  </a:cubicBezTo>
                  <a:cubicBezTo>
                    <a:pt x="0" y="320"/>
                    <a:pt x="0" y="437"/>
                    <a:pt x="16" y="558"/>
                  </a:cubicBezTo>
                  <a:lnTo>
                    <a:pt x="33" y="558"/>
                  </a:lnTo>
                  <a:cubicBezTo>
                    <a:pt x="49" y="558"/>
                    <a:pt x="49" y="558"/>
                    <a:pt x="49" y="538"/>
                  </a:cubicBezTo>
                  <a:cubicBezTo>
                    <a:pt x="33" y="437"/>
                    <a:pt x="33" y="320"/>
                    <a:pt x="33" y="219"/>
                  </a:cubicBezTo>
                  <a:lnTo>
                    <a:pt x="33" y="17"/>
                  </a:lnTo>
                  <a:cubicBezTo>
                    <a:pt x="33" y="17"/>
                    <a:pt x="33"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0"/>
            <p:cNvSpPr/>
            <p:nvPr/>
          </p:nvSpPr>
          <p:spPr>
            <a:xfrm>
              <a:off x="1819563" y="3495640"/>
              <a:ext cx="4966" cy="66647"/>
            </a:xfrm>
            <a:custGeom>
              <a:rect b="b" l="l" r="r" t="t"/>
              <a:pathLst>
                <a:path extrusionOk="0" h="671" w="50">
                  <a:moveTo>
                    <a:pt x="33" y="0"/>
                  </a:moveTo>
                  <a:lnTo>
                    <a:pt x="17" y="16"/>
                  </a:lnTo>
                  <a:cubicBezTo>
                    <a:pt x="1" y="117"/>
                    <a:pt x="1" y="218"/>
                    <a:pt x="17" y="335"/>
                  </a:cubicBezTo>
                  <a:lnTo>
                    <a:pt x="17" y="521"/>
                  </a:lnTo>
                  <a:lnTo>
                    <a:pt x="17" y="570"/>
                  </a:lnTo>
                  <a:cubicBezTo>
                    <a:pt x="17" y="606"/>
                    <a:pt x="17" y="638"/>
                    <a:pt x="1" y="654"/>
                  </a:cubicBezTo>
                  <a:lnTo>
                    <a:pt x="1" y="671"/>
                  </a:lnTo>
                  <a:lnTo>
                    <a:pt x="17" y="671"/>
                  </a:lnTo>
                  <a:cubicBezTo>
                    <a:pt x="49" y="638"/>
                    <a:pt x="33" y="606"/>
                    <a:pt x="33" y="570"/>
                  </a:cubicBezTo>
                  <a:lnTo>
                    <a:pt x="33" y="521"/>
                  </a:lnTo>
                  <a:lnTo>
                    <a:pt x="33" y="335"/>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0"/>
            <p:cNvSpPr/>
            <p:nvPr/>
          </p:nvSpPr>
          <p:spPr>
            <a:xfrm>
              <a:off x="608990" y="2243351"/>
              <a:ext cx="5364" cy="85122"/>
            </a:xfrm>
            <a:custGeom>
              <a:rect b="b" l="l" r="r" t="t"/>
              <a:pathLst>
                <a:path extrusionOk="0" h="857" w="54">
                  <a:moveTo>
                    <a:pt x="1" y="0"/>
                  </a:moveTo>
                  <a:lnTo>
                    <a:pt x="1" y="16"/>
                  </a:lnTo>
                  <a:cubicBezTo>
                    <a:pt x="17" y="150"/>
                    <a:pt x="17" y="303"/>
                    <a:pt x="17" y="437"/>
                  </a:cubicBezTo>
                  <a:cubicBezTo>
                    <a:pt x="17" y="521"/>
                    <a:pt x="1" y="606"/>
                    <a:pt x="17" y="671"/>
                  </a:cubicBezTo>
                  <a:lnTo>
                    <a:pt x="17" y="792"/>
                  </a:lnTo>
                  <a:lnTo>
                    <a:pt x="17" y="840"/>
                  </a:lnTo>
                  <a:lnTo>
                    <a:pt x="17" y="857"/>
                  </a:lnTo>
                  <a:cubicBezTo>
                    <a:pt x="33" y="857"/>
                    <a:pt x="33" y="840"/>
                    <a:pt x="33" y="840"/>
                  </a:cubicBezTo>
                  <a:lnTo>
                    <a:pt x="33" y="792"/>
                  </a:lnTo>
                  <a:lnTo>
                    <a:pt x="33" y="671"/>
                  </a:lnTo>
                  <a:lnTo>
                    <a:pt x="33" y="437"/>
                  </a:lnTo>
                  <a:cubicBezTo>
                    <a:pt x="33" y="303"/>
                    <a:pt x="53" y="150"/>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0"/>
            <p:cNvSpPr/>
            <p:nvPr/>
          </p:nvSpPr>
          <p:spPr>
            <a:xfrm>
              <a:off x="851343" y="2955511"/>
              <a:ext cx="354789" cy="250895"/>
            </a:xfrm>
            <a:custGeom>
              <a:rect b="b" l="l" r="r" t="t"/>
              <a:pathLst>
                <a:path extrusionOk="0" h="2526" w="3572">
                  <a:moveTo>
                    <a:pt x="3552" y="1"/>
                  </a:moveTo>
                  <a:cubicBezTo>
                    <a:pt x="2946" y="219"/>
                    <a:pt x="2340" y="437"/>
                    <a:pt x="1887" y="623"/>
                  </a:cubicBezTo>
                  <a:cubicBezTo>
                    <a:pt x="1532" y="756"/>
                    <a:pt x="1148" y="893"/>
                    <a:pt x="793" y="1027"/>
                  </a:cubicBezTo>
                  <a:cubicBezTo>
                    <a:pt x="643" y="1075"/>
                    <a:pt x="506" y="1128"/>
                    <a:pt x="356" y="1176"/>
                  </a:cubicBezTo>
                  <a:cubicBezTo>
                    <a:pt x="271" y="1213"/>
                    <a:pt x="171" y="1245"/>
                    <a:pt x="86" y="1277"/>
                  </a:cubicBezTo>
                  <a:cubicBezTo>
                    <a:pt x="37" y="1297"/>
                    <a:pt x="1" y="1346"/>
                    <a:pt x="1" y="1415"/>
                  </a:cubicBezTo>
                  <a:lnTo>
                    <a:pt x="1" y="2105"/>
                  </a:lnTo>
                  <a:lnTo>
                    <a:pt x="1" y="2441"/>
                  </a:lnTo>
                  <a:cubicBezTo>
                    <a:pt x="1" y="2457"/>
                    <a:pt x="1" y="2473"/>
                    <a:pt x="17" y="2489"/>
                  </a:cubicBezTo>
                  <a:lnTo>
                    <a:pt x="17" y="2509"/>
                  </a:lnTo>
                  <a:cubicBezTo>
                    <a:pt x="17" y="2509"/>
                    <a:pt x="17" y="2525"/>
                    <a:pt x="37" y="2525"/>
                  </a:cubicBezTo>
                  <a:cubicBezTo>
                    <a:pt x="37" y="2525"/>
                    <a:pt x="53" y="2509"/>
                    <a:pt x="37" y="2509"/>
                  </a:cubicBezTo>
                  <a:lnTo>
                    <a:pt x="37" y="2473"/>
                  </a:lnTo>
                  <a:lnTo>
                    <a:pt x="37" y="2441"/>
                  </a:lnTo>
                  <a:lnTo>
                    <a:pt x="37" y="2105"/>
                  </a:lnTo>
                  <a:lnTo>
                    <a:pt x="37" y="1415"/>
                  </a:lnTo>
                  <a:cubicBezTo>
                    <a:pt x="37" y="1346"/>
                    <a:pt x="53" y="1330"/>
                    <a:pt x="102" y="1297"/>
                  </a:cubicBezTo>
                  <a:cubicBezTo>
                    <a:pt x="187" y="1277"/>
                    <a:pt x="271" y="1245"/>
                    <a:pt x="372" y="1213"/>
                  </a:cubicBezTo>
                  <a:cubicBezTo>
                    <a:pt x="522" y="1160"/>
                    <a:pt x="659" y="1112"/>
                    <a:pt x="809" y="1043"/>
                  </a:cubicBezTo>
                  <a:cubicBezTo>
                    <a:pt x="1164" y="926"/>
                    <a:pt x="1532" y="772"/>
                    <a:pt x="1904" y="639"/>
                  </a:cubicBezTo>
                  <a:cubicBezTo>
                    <a:pt x="2360" y="469"/>
                    <a:pt x="2946" y="235"/>
                    <a:pt x="3572" y="17"/>
                  </a:cubicBezTo>
                  <a:lnTo>
                    <a:pt x="35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0"/>
            <p:cNvSpPr/>
            <p:nvPr/>
          </p:nvSpPr>
          <p:spPr>
            <a:xfrm>
              <a:off x="1841216" y="3077482"/>
              <a:ext cx="4966" cy="61879"/>
            </a:xfrm>
            <a:custGeom>
              <a:rect b="b" l="l" r="r" t="t"/>
              <a:pathLst>
                <a:path extrusionOk="0" h="623" w="50">
                  <a:moveTo>
                    <a:pt x="17" y="1"/>
                  </a:moveTo>
                  <a:cubicBezTo>
                    <a:pt x="1" y="102"/>
                    <a:pt x="1" y="203"/>
                    <a:pt x="1" y="288"/>
                  </a:cubicBezTo>
                  <a:cubicBezTo>
                    <a:pt x="17" y="352"/>
                    <a:pt x="17" y="405"/>
                    <a:pt x="1" y="473"/>
                  </a:cubicBezTo>
                  <a:cubicBezTo>
                    <a:pt x="1" y="490"/>
                    <a:pt x="1" y="506"/>
                    <a:pt x="17" y="506"/>
                  </a:cubicBezTo>
                  <a:cubicBezTo>
                    <a:pt x="17" y="538"/>
                    <a:pt x="17" y="574"/>
                    <a:pt x="1" y="590"/>
                  </a:cubicBezTo>
                  <a:lnTo>
                    <a:pt x="1" y="607"/>
                  </a:lnTo>
                  <a:lnTo>
                    <a:pt x="1" y="623"/>
                  </a:lnTo>
                  <a:lnTo>
                    <a:pt x="17" y="607"/>
                  </a:lnTo>
                  <a:cubicBezTo>
                    <a:pt x="33" y="574"/>
                    <a:pt x="33" y="538"/>
                    <a:pt x="33" y="506"/>
                  </a:cubicBezTo>
                  <a:lnTo>
                    <a:pt x="33" y="473"/>
                  </a:lnTo>
                  <a:lnTo>
                    <a:pt x="33" y="288"/>
                  </a:lnTo>
                  <a:cubicBezTo>
                    <a:pt x="33" y="203"/>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0"/>
            <p:cNvSpPr/>
            <p:nvPr/>
          </p:nvSpPr>
          <p:spPr>
            <a:xfrm>
              <a:off x="1670675" y="2714747"/>
              <a:ext cx="6953" cy="58701"/>
            </a:xfrm>
            <a:custGeom>
              <a:rect b="b" l="l" r="r" t="t"/>
              <a:pathLst>
                <a:path extrusionOk="0" h="591" w="70">
                  <a:moveTo>
                    <a:pt x="49" y="1"/>
                  </a:moveTo>
                  <a:cubicBezTo>
                    <a:pt x="49" y="1"/>
                    <a:pt x="33" y="1"/>
                    <a:pt x="33" y="17"/>
                  </a:cubicBezTo>
                  <a:cubicBezTo>
                    <a:pt x="17" y="102"/>
                    <a:pt x="17" y="187"/>
                    <a:pt x="17" y="267"/>
                  </a:cubicBezTo>
                  <a:cubicBezTo>
                    <a:pt x="17" y="320"/>
                    <a:pt x="33" y="368"/>
                    <a:pt x="17" y="437"/>
                  </a:cubicBezTo>
                  <a:lnTo>
                    <a:pt x="17" y="490"/>
                  </a:lnTo>
                  <a:cubicBezTo>
                    <a:pt x="17" y="522"/>
                    <a:pt x="33" y="538"/>
                    <a:pt x="17" y="570"/>
                  </a:cubicBezTo>
                  <a:cubicBezTo>
                    <a:pt x="1" y="570"/>
                    <a:pt x="17" y="591"/>
                    <a:pt x="17" y="591"/>
                  </a:cubicBezTo>
                  <a:lnTo>
                    <a:pt x="33" y="591"/>
                  </a:lnTo>
                  <a:cubicBezTo>
                    <a:pt x="49" y="554"/>
                    <a:pt x="49" y="522"/>
                    <a:pt x="49" y="469"/>
                  </a:cubicBezTo>
                  <a:lnTo>
                    <a:pt x="49" y="437"/>
                  </a:lnTo>
                  <a:lnTo>
                    <a:pt x="49" y="267"/>
                  </a:lnTo>
                  <a:cubicBezTo>
                    <a:pt x="49" y="187"/>
                    <a:pt x="49" y="102"/>
                    <a:pt x="70" y="17"/>
                  </a:cubicBezTo>
                  <a:cubicBezTo>
                    <a:pt x="70" y="17"/>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0"/>
            <p:cNvSpPr/>
            <p:nvPr/>
          </p:nvSpPr>
          <p:spPr>
            <a:xfrm>
              <a:off x="687655" y="1785065"/>
              <a:ext cx="125348" cy="165873"/>
            </a:xfrm>
            <a:custGeom>
              <a:rect b="b" l="l" r="r" t="t"/>
              <a:pathLst>
                <a:path extrusionOk="0" h="1670" w="1262">
                  <a:moveTo>
                    <a:pt x="1245" y="1"/>
                  </a:moveTo>
                  <a:cubicBezTo>
                    <a:pt x="1180" y="33"/>
                    <a:pt x="1128" y="70"/>
                    <a:pt x="1059" y="86"/>
                  </a:cubicBezTo>
                  <a:cubicBezTo>
                    <a:pt x="926" y="171"/>
                    <a:pt x="792" y="235"/>
                    <a:pt x="655" y="304"/>
                  </a:cubicBezTo>
                  <a:lnTo>
                    <a:pt x="405" y="457"/>
                  </a:lnTo>
                  <a:cubicBezTo>
                    <a:pt x="304" y="522"/>
                    <a:pt x="203" y="575"/>
                    <a:pt x="102" y="623"/>
                  </a:cubicBezTo>
                  <a:lnTo>
                    <a:pt x="85" y="639"/>
                  </a:lnTo>
                  <a:cubicBezTo>
                    <a:pt x="49" y="659"/>
                    <a:pt x="1" y="692"/>
                    <a:pt x="1" y="740"/>
                  </a:cubicBezTo>
                  <a:lnTo>
                    <a:pt x="1" y="1063"/>
                  </a:lnTo>
                  <a:cubicBezTo>
                    <a:pt x="1" y="1265"/>
                    <a:pt x="1" y="1467"/>
                    <a:pt x="17" y="1669"/>
                  </a:cubicBezTo>
                  <a:lnTo>
                    <a:pt x="33" y="1669"/>
                  </a:lnTo>
                  <a:cubicBezTo>
                    <a:pt x="33" y="1669"/>
                    <a:pt x="49" y="1669"/>
                    <a:pt x="49" y="1649"/>
                  </a:cubicBezTo>
                  <a:cubicBezTo>
                    <a:pt x="17" y="1467"/>
                    <a:pt x="33" y="1265"/>
                    <a:pt x="33" y="1063"/>
                  </a:cubicBezTo>
                  <a:lnTo>
                    <a:pt x="33" y="740"/>
                  </a:lnTo>
                  <a:cubicBezTo>
                    <a:pt x="33" y="708"/>
                    <a:pt x="49" y="692"/>
                    <a:pt x="102" y="659"/>
                  </a:cubicBezTo>
                  <a:lnTo>
                    <a:pt x="118" y="659"/>
                  </a:lnTo>
                  <a:cubicBezTo>
                    <a:pt x="219" y="607"/>
                    <a:pt x="320" y="538"/>
                    <a:pt x="421" y="490"/>
                  </a:cubicBezTo>
                  <a:lnTo>
                    <a:pt x="675" y="336"/>
                  </a:lnTo>
                  <a:cubicBezTo>
                    <a:pt x="809" y="255"/>
                    <a:pt x="942" y="187"/>
                    <a:pt x="1079" y="118"/>
                  </a:cubicBezTo>
                  <a:cubicBezTo>
                    <a:pt x="1128" y="86"/>
                    <a:pt x="1196" y="53"/>
                    <a:pt x="1245" y="17"/>
                  </a:cubicBezTo>
                  <a:cubicBezTo>
                    <a:pt x="1261" y="17"/>
                    <a:pt x="1261" y="17"/>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0"/>
            <p:cNvSpPr/>
            <p:nvPr/>
          </p:nvSpPr>
          <p:spPr>
            <a:xfrm>
              <a:off x="1528640" y="2005765"/>
              <a:ext cx="177096" cy="327971"/>
            </a:xfrm>
            <a:custGeom>
              <a:rect b="b" l="l" r="r" t="t"/>
              <a:pathLst>
                <a:path extrusionOk="0" h="3302" w="1783">
                  <a:moveTo>
                    <a:pt x="33" y="1"/>
                  </a:moveTo>
                  <a:cubicBezTo>
                    <a:pt x="17" y="1"/>
                    <a:pt x="17" y="1"/>
                    <a:pt x="17" y="17"/>
                  </a:cubicBezTo>
                  <a:cubicBezTo>
                    <a:pt x="1" y="17"/>
                    <a:pt x="17" y="33"/>
                    <a:pt x="17" y="33"/>
                  </a:cubicBezTo>
                  <a:cubicBezTo>
                    <a:pt x="65" y="53"/>
                    <a:pt x="102" y="102"/>
                    <a:pt x="118" y="154"/>
                  </a:cubicBezTo>
                  <a:lnTo>
                    <a:pt x="134" y="154"/>
                  </a:lnTo>
                  <a:cubicBezTo>
                    <a:pt x="288" y="421"/>
                    <a:pt x="453" y="675"/>
                    <a:pt x="607" y="893"/>
                  </a:cubicBezTo>
                  <a:cubicBezTo>
                    <a:pt x="708" y="1027"/>
                    <a:pt x="793" y="1164"/>
                    <a:pt x="873" y="1281"/>
                  </a:cubicBezTo>
                  <a:cubicBezTo>
                    <a:pt x="1043" y="1532"/>
                    <a:pt x="1213" y="1802"/>
                    <a:pt x="1399" y="2037"/>
                  </a:cubicBezTo>
                  <a:cubicBezTo>
                    <a:pt x="1665" y="2376"/>
                    <a:pt x="1766" y="2728"/>
                    <a:pt x="1718" y="3115"/>
                  </a:cubicBezTo>
                  <a:cubicBezTo>
                    <a:pt x="1701" y="3131"/>
                    <a:pt x="1718" y="3148"/>
                    <a:pt x="1718" y="3164"/>
                  </a:cubicBezTo>
                  <a:cubicBezTo>
                    <a:pt x="1718" y="3216"/>
                    <a:pt x="1718" y="3249"/>
                    <a:pt x="1681" y="3285"/>
                  </a:cubicBezTo>
                  <a:lnTo>
                    <a:pt x="1681" y="3301"/>
                  </a:lnTo>
                  <a:lnTo>
                    <a:pt x="1701" y="3301"/>
                  </a:lnTo>
                  <a:cubicBezTo>
                    <a:pt x="1734" y="3249"/>
                    <a:pt x="1734" y="3216"/>
                    <a:pt x="1734" y="3164"/>
                  </a:cubicBezTo>
                  <a:lnTo>
                    <a:pt x="1734" y="3115"/>
                  </a:lnTo>
                  <a:cubicBezTo>
                    <a:pt x="1782" y="2711"/>
                    <a:pt x="1681" y="2356"/>
                    <a:pt x="1415" y="2021"/>
                  </a:cubicBezTo>
                  <a:cubicBezTo>
                    <a:pt x="1229" y="1786"/>
                    <a:pt x="1059" y="1516"/>
                    <a:pt x="894" y="1281"/>
                  </a:cubicBezTo>
                  <a:cubicBezTo>
                    <a:pt x="809" y="1144"/>
                    <a:pt x="724" y="1011"/>
                    <a:pt x="639" y="877"/>
                  </a:cubicBezTo>
                  <a:cubicBezTo>
                    <a:pt x="469" y="659"/>
                    <a:pt x="304" y="405"/>
                    <a:pt x="150" y="154"/>
                  </a:cubicBezTo>
                  <a:lnTo>
                    <a:pt x="150" y="134"/>
                  </a:lnTo>
                  <a:cubicBezTo>
                    <a:pt x="118" y="86"/>
                    <a:pt x="86" y="3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0"/>
            <p:cNvSpPr/>
            <p:nvPr/>
          </p:nvSpPr>
          <p:spPr>
            <a:xfrm>
              <a:off x="1247848" y="3051558"/>
              <a:ext cx="168952" cy="186532"/>
            </a:xfrm>
            <a:custGeom>
              <a:rect b="b" l="l" r="r" t="t"/>
              <a:pathLst>
                <a:path extrusionOk="0" h="1878" w="1701">
                  <a:moveTo>
                    <a:pt x="1686" y="0"/>
                  </a:moveTo>
                  <a:cubicBezTo>
                    <a:pt x="1683" y="0"/>
                    <a:pt x="1681" y="2"/>
                    <a:pt x="1681" y="7"/>
                  </a:cubicBezTo>
                  <a:lnTo>
                    <a:pt x="1313" y="128"/>
                  </a:lnTo>
                  <a:cubicBezTo>
                    <a:pt x="994" y="246"/>
                    <a:pt x="671" y="363"/>
                    <a:pt x="351" y="480"/>
                  </a:cubicBezTo>
                  <a:cubicBezTo>
                    <a:pt x="267" y="512"/>
                    <a:pt x="186" y="532"/>
                    <a:pt x="85" y="565"/>
                  </a:cubicBezTo>
                  <a:cubicBezTo>
                    <a:pt x="49" y="581"/>
                    <a:pt x="0" y="597"/>
                    <a:pt x="16" y="682"/>
                  </a:cubicBezTo>
                  <a:lnTo>
                    <a:pt x="16" y="1118"/>
                  </a:lnTo>
                  <a:cubicBezTo>
                    <a:pt x="16" y="1340"/>
                    <a:pt x="0" y="1575"/>
                    <a:pt x="16" y="1793"/>
                  </a:cubicBezTo>
                  <a:lnTo>
                    <a:pt x="16" y="1825"/>
                  </a:lnTo>
                  <a:cubicBezTo>
                    <a:pt x="0" y="1845"/>
                    <a:pt x="0" y="1845"/>
                    <a:pt x="0" y="1861"/>
                  </a:cubicBezTo>
                  <a:lnTo>
                    <a:pt x="0" y="1878"/>
                  </a:lnTo>
                  <a:lnTo>
                    <a:pt x="16" y="1878"/>
                  </a:lnTo>
                  <a:lnTo>
                    <a:pt x="16" y="1861"/>
                  </a:lnTo>
                  <a:cubicBezTo>
                    <a:pt x="32" y="1861"/>
                    <a:pt x="32" y="1861"/>
                    <a:pt x="32" y="1845"/>
                  </a:cubicBezTo>
                  <a:cubicBezTo>
                    <a:pt x="49" y="1825"/>
                    <a:pt x="49" y="1809"/>
                    <a:pt x="49" y="1793"/>
                  </a:cubicBezTo>
                  <a:cubicBezTo>
                    <a:pt x="32" y="1575"/>
                    <a:pt x="32" y="1340"/>
                    <a:pt x="32" y="1118"/>
                  </a:cubicBezTo>
                  <a:lnTo>
                    <a:pt x="32" y="682"/>
                  </a:lnTo>
                  <a:cubicBezTo>
                    <a:pt x="32" y="633"/>
                    <a:pt x="49" y="613"/>
                    <a:pt x="101" y="597"/>
                  </a:cubicBezTo>
                  <a:cubicBezTo>
                    <a:pt x="186" y="565"/>
                    <a:pt x="267" y="532"/>
                    <a:pt x="368" y="496"/>
                  </a:cubicBezTo>
                  <a:cubicBezTo>
                    <a:pt x="691" y="379"/>
                    <a:pt x="994" y="278"/>
                    <a:pt x="1313" y="161"/>
                  </a:cubicBezTo>
                  <a:lnTo>
                    <a:pt x="1681" y="27"/>
                  </a:lnTo>
                  <a:cubicBezTo>
                    <a:pt x="1701" y="27"/>
                    <a:pt x="1701" y="7"/>
                    <a:pt x="1701" y="7"/>
                  </a:cubicBezTo>
                  <a:cubicBezTo>
                    <a:pt x="1701" y="7"/>
                    <a:pt x="1692" y="0"/>
                    <a:pt x="1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0"/>
            <p:cNvSpPr/>
            <p:nvPr/>
          </p:nvSpPr>
          <p:spPr>
            <a:xfrm>
              <a:off x="1928324" y="2122969"/>
              <a:ext cx="142134" cy="331150"/>
            </a:xfrm>
            <a:custGeom>
              <a:rect b="b" l="l" r="r" t="t"/>
              <a:pathLst>
                <a:path extrusionOk="0" h="3334" w="1431">
                  <a:moveTo>
                    <a:pt x="0" y="0"/>
                  </a:moveTo>
                  <a:lnTo>
                    <a:pt x="0" y="16"/>
                  </a:lnTo>
                  <a:cubicBezTo>
                    <a:pt x="101" y="85"/>
                    <a:pt x="134" y="166"/>
                    <a:pt x="182" y="267"/>
                  </a:cubicBezTo>
                  <a:cubicBezTo>
                    <a:pt x="202" y="303"/>
                    <a:pt x="218" y="336"/>
                    <a:pt x="235" y="368"/>
                  </a:cubicBezTo>
                  <a:cubicBezTo>
                    <a:pt x="469" y="756"/>
                    <a:pt x="687" y="1144"/>
                    <a:pt x="909" y="1515"/>
                  </a:cubicBezTo>
                  <a:cubicBezTo>
                    <a:pt x="1043" y="1749"/>
                    <a:pt x="1176" y="1968"/>
                    <a:pt x="1313" y="2206"/>
                  </a:cubicBezTo>
                  <a:cubicBezTo>
                    <a:pt x="1362" y="2287"/>
                    <a:pt x="1378" y="2372"/>
                    <a:pt x="1378" y="2440"/>
                  </a:cubicBezTo>
                  <a:cubicBezTo>
                    <a:pt x="1362" y="2525"/>
                    <a:pt x="1362" y="2626"/>
                    <a:pt x="1378" y="2711"/>
                  </a:cubicBezTo>
                  <a:cubicBezTo>
                    <a:pt x="1378" y="2828"/>
                    <a:pt x="1378" y="2961"/>
                    <a:pt x="1346" y="3095"/>
                  </a:cubicBezTo>
                  <a:cubicBezTo>
                    <a:pt x="1346" y="3147"/>
                    <a:pt x="1362" y="3196"/>
                    <a:pt x="1378" y="3248"/>
                  </a:cubicBezTo>
                  <a:cubicBezTo>
                    <a:pt x="1394" y="3281"/>
                    <a:pt x="1394" y="3297"/>
                    <a:pt x="1394" y="3333"/>
                  </a:cubicBezTo>
                  <a:lnTo>
                    <a:pt x="1414" y="3333"/>
                  </a:lnTo>
                  <a:cubicBezTo>
                    <a:pt x="1430" y="3333"/>
                    <a:pt x="1430" y="3333"/>
                    <a:pt x="1430" y="3317"/>
                  </a:cubicBezTo>
                  <a:cubicBezTo>
                    <a:pt x="1430" y="3297"/>
                    <a:pt x="1414" y="3264"/>
                    <a:pt x="1414" y="3248"/>
                  </a:cubicBezTo>
                  <a:cubicBezTo>
                    <a:pt x="1378" y="3196"/>
                    <a:pt x="1362" y="3147"/>
                    <a:pt x="1378" y="3095"/>
                  </a:cubicBezTo>
                  <a:cubicBezTo>
                    <a:pt x="1394" y="2961"/>
                    <a:pt x="1394" y="2828"/>
                    <a:pt x="1394" y="2691"/>
                  </a:cubicBezTo>
                  <a:lnTo>
                    <a:pt x="1394" y="2440"/>
                  </a:lnTo>
                  <a:cubicBezTo>
                    <a:pt x="1414" y="2355"/>
                    <a:pt x="1378" y="2287"/>
                    <a:pt x="1329" y="2186"/>
                  </a:cubicBezTo>
                  <a:cubicBezTo>
                    <a:pt x="1192" y="1968"/>
                    <a:pt x="1059" y="1733"/>
                    <a:pt x="925" y="1499"/>
                  </a:cubicBezTo>
                  <a:cubicBezTo>
                    <a:pt x="707" y="1127"/>
                    <a:pt x="485" y="740"/>
                    <a:pt x="267" y="352"/>
                  </a:cubicBezTo>
                  <a:cubicBezTo>
                    <a:pt x="235" y="319"/>
                    <a:pt x="218" y="287"/>
                    <a:pt x="202" y="251"/>
                  </a:cubicBezTo>
                  <a:cubicBezTo>
                    <a:pt x="166" y="166"/>
                    <a:pt x="117" y="6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0"/>
            <p:cNvSpPr/>
            <p:nvPr/>
          </p:nvSpPr>
          <p:spPr>
            <a:xfrm>
              <a:off x="1923059" y="3136084"/>
              <a:ext cx="148988" cy="282580"/>
            </a:xfrm>
            <a:custGeom>
              <a:rect b="b" l="l" r="r" t="t"/>
              <a:pathLst>
                <a:path extrusionOk="0" h="2845" w="1500">
                  <a:moveTo>
                    <a:pt x="17" y="0"/>
                  </a:moveTo>
                  <a:cubicBezTo>
                    <a:pt x="17" y="0"/>
                    <a:pt x="1" y="0"/>
                    <a:pt x="1" y="17"/>
                  </a:cubicBezTo>
                  <a:cubicBezTo>
                    <a:pt x="1" y="134"/>
                    <a:pt x="86" y="219"/>
                    <a:pt x="154" y="287"/>
                  </a:cubicBezTo>
                  <a:cubicBezTo>
                    <a:pt x="187" y="320"/>
                    <a:pt x="219" y="336"/>
                    <a:pt x="255" y="368"/>
                  </a:cubicBezTo>
                  <a:cubicBezTo>
                    <a:pt x="506" y="691"/>
                    <a:pt x="776" y="1027"/>
                    <a:pt x="1027" y="1330"/>
                  </a:cubicBezTo>
                  <a:cubicBezTo>
                    <a:pt x="1144" y="1479"/>
                    <a:pt x="1265" y="1616"/>
                    <a:pt x="1382" y="1750"/>
                  </a:cubicBezTo>
                  <a:cubicBezTo>
                    <a:pt x="1415" y="1802"/>
                    <a:pt x="1447" y="1867"/>
                    <a:pt x="1447" y="1935"/>
                  </a:cubicBezTo>
                  <a:cubicBezTo>
                    <a:pt x="1431" y="2053"/>
                    <a:pt x="1431" y="2170"/>
                    <a:pt x="1431" y="2287"/>
                  </a:cubicBezTo>
                  <a:lnTo>
                    <a:pt x="1431" y="2558"/>
                  </a:lnTo>
                  <a:lnTo>
                    <a:pt x="1431" y="2574"/>
                  </a:lnTo>
                  <a:cubicBezTo>
                    <a:pt x="1447" y="2590"/>
                    <a:pt x="1447" y="2610"/>
                    <a:pt x="1431" y="2626"/>
                  </a:cubicBezTo>
                  <a:cubicBezTo>
                    <a:pt x="1399" y="2711"/>
                    <a:pt x="1415" y="2776"/>
                    <a:pt x="1483" y="2828"/>
                  </a:cubicBezTo>
                  <a:lnTo>
                    <a:pt x="1500" y="2844"/>
                  </a:lnTo>
                  <a:lnTo>
                    <a:pt x="1500" y="2828"/>
                  </a:lnTo>
                  <a:lnTo>
                    <a:pt x="1500" y="2812"/>
                  </a:lnTo>
                  <a:cubicBezTo>
                    <a:pt x="1431" y="2776"/>
                    <a:pt x="1415" y="2711"/>
                    <a:pt x="1447" y="2642"/>
                  </a:cubicBezTo>
                  <a:cubicBezTo>
                    <a:pt x="1467" y="2610"/>
                    <a:pt x="1467" y="2590"/>
                    <a:pt x="1467" y="2574"/>
                  </a:cubicBezTo>
                  <a:lnTo>
                    <a:pt x="1467" y="2558"/>
                  </a:lnTo>
                  <a:lnTo>
                    <a:pt x="1467" y="2287"/>
                  </a:lnTo>
                  <a:lnTo>
                    <a:pt x="1467" y="1935"/>
                  </a:lnTo>
                  <a:cubicBezTo>
                    <a:pt x="1467" y="1867"/>
                    <a:pt x="1447" y="1802"/>
                    <a:pt x="1399" y="1734"/>
                  </a:cubicBezTo>
                  <a:cubicBezTo>
                    <a:pt x="1281" y="1600"/>
                    <a:pt x="1164" y="1463"/>
                    <a:pt x="1043" y="1313"/>
                  </a:cubicBezTo>
                  <a:cubicBezTo>
                    <a:pt x="793" y="1010"/>
                    <a:pt x="522" y="671"/>
                    <a:pt x="271" y="352"/>
                  </a:cubicBezTo>
                  <a:cubicBezTo>
                    <a:pt x="235" y="320"/>
                    <a:pt x="203" y="287"/>
                    <a:pt x="187" y="267"/>
                  </a:cubicBezTo>
                  <a:cubicBezTo>
                    <a:pt x="102" y="202"/>
                    <a:pt x="33"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0"/>
            <p:cNvSpPr/>
            <p:nvPr/>
          </p:nvSpPr>
          <p:spPr>
            <a:xfrm>
              <a:off x="1033505" y="3042221"/>
              <a:ext cx="6953" cy="97140"/>
            </a:xfrm>
            <a:custGeom>
              <a:rect b="b" l="l" r="r" t="t"/>
              <a:pathLst>
                <a:path extrusionOk="0" h="978" w="70">
                  <a:moveTo>
                    <a:pt x="21" y="0"/>
                  </a:moveTo>
                  <a:cubicBezTo>
                    <a:pt x="1" y="0"/>
                    <a:pt x="1" y="20"/>
                    <a:pt x="1" y="20"/>
                  </a:cubicBezTo>
                  <a:cubicBezTo>
                    <a:pt x="21" y="69"/>
                    <a:pt x="37" y="121"/>
                    <a:pt x="37" y="186"/>
                  </a:cubicBezTo>
                  <a:lnTo>
                    <a:pt x="37" y="760"/>
                  </a:lnTo>
                  <a:lnTo>
                    <a:pt x="37" y="962"/>
                  </a:lnTo>
                  <a:cubicBezTo>
                    <a:pt x="37" y="962"/>
                    <a:pt x="37" y="978"/>
                    <a:pt x="53" y="978"/>
                  </a:cubicBezTo>
                  <a:lnTo>
                    <a:pt x="53" y="962"/>
                  </a:lnTo>
                  <a:lnTo>
                    <a:pt x="53" y="760"/>
                  </a:lnTo>
                  <a:lnTo>
                    <a:pt x="53" y="186"/>
                  </a:lnTo>
                  <a:cubicBezTo>
                    <a:pt x="70" y="121"/>
                    <a:pt x="53" y="6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0"/>
            <p:cNvSpPr/>
            <p:nvPr/>
          </p:nvSpPr>
          <p:spPr>
            <a:xfrm>
              <a:off x="1413125" y="1368993"/>
              <a:ext cx="5264" cy="50258"/>
            </a:xfrm>
            <a:custGeom>
              <a:rect b="b" l="l" r="r" t="t"/>
              <a:pathLst>
                <a:path extrusionOk="0" h="506" w="53">
                  <a:moveTo>
                    <a:pt x="53" y="1"/>
                  </a:moveTo>
                  <a:cubicBezTo>
                    <a:pt x="37" y="1"/>
                    <a:pt x="37" y="1"/>
                    <a:pt x="37" y="17"/>
                  </a:cubicBezTo>
                  <a:cubicBezTo>
                    <a:pt x="0" y="118"/>
                    <a:pt x="0" y="219"/>
                    <a:pt x="0" y="320"/>
                  </a:cubicBezTo>
                  <a:cubicBezTo>
                    <a:pt x="17" y="368"/>
                    <a:pt x="17" y="437"/>
                    <a:pt x="0" y="506"/>
                  </a:cubicBezTo>
                  <a:lnTo>
                    <a:pt x="37" y="506"/>
                  </a:lnTo>
                  <a:lnTo>
                    <a:pt x="37" y="320"/>
                  </a:lnTo>
                  <a:cubicBezTo>
                    <a:pt x="37" y="219"/>
                    <a:pt x="37" y="118"/>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0"/>
            <p:cNvSpPr/>
            <p:nvPr/>
          </p:nvSpPr>
          <p:spPr>
            <a:xfrm>
              <a:off x="1553570" y="2057513"/>
              <a:ext cx="5264" cy="67144"/>
            </a:xfrm>
            <a:custGeom>
              <a:rect b="b" l="l" r="r" t="t"/>
              <a:pathLst>
                <a:path extrusionOk="0" h="676" w="53">
                  <a:moveTo>
                    <a:pt x="16" y="1"/>
                  </a:moveTo>
                  <a:cubicBezTo>
                    <a:pt x="0" y="86"/>
                    <a:pt x="16" y="171"/>
                    <a:pt x="16" y="255"/>
                  </a:cubicBezTo>
                  <a:cubicBezTo>
                    <a:pt x="16" y="389"/>
                    <a:pt x="16" y="522"/>
                    <a:pt x="0" y="659"/>
                  </a:cubicBezTo>
                  <a:cubicBezTo>
                    <a:pt x="0" y="659"/>
                    <a:pt x="0" y="675"/>
                    <a:pt x="16" y="675"/>
                  </a:cubicBezTo>
                  <a:lnTo>
                    <a:pt x="16" y="659"/>
                  </a:ln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0"/>
            <p:cNvSpPr/>
            <p:nvPr/>
          </p:nvSpPr>
          <p:spPr>
            <a:xfrm>
              <a:off x="1861279" y="2196370"/>
              <a:ext cx="6953" cy="58701"/>
            </a:xfrm>
            <a:custGeom>
              <a:rect b="b" l="l" r="r" t="t"/>
              <a:pathLst>
                <a:path extrusionOk="0" h="591" w="70">
                  <a:moveTo>
                    <a:pt x="49" y="1"/>
                  </a:moveTo>
                  <a:cubicBezTo>
                    <a:pt x="49" y="1"/>
                    <a:pt x="33" y="1"/>
                    <a:pt x="33" y="17"/>
                  </a:cubicBezTo>
                  <a:cubicBezTo>
                    <a:pt x="17" y="102"/>
                    <a:pt x="17" y="186"/>
                    <a:pt x="17" y="287"/>
                  </a:cubicBezTo>
                  <a:lnTo>
                    <a:pt x="17" y="457"/>
                  </a:lnTo>
                  <a:lnTo>
                    <a:pt x="17" y="489"/>
                  </a:lnTo>
                  <a:cubicBezTo>
                    <a:pt x="33" y="522"/>
                    <a:pt x="33" y="558"/>
                    <a:pt x="17" y="574"/>
                  </a:cubicBezTo>
                  <a:cubicBezTo>
                    <a:pt x="1" y="590"/>
                    <a:pt x="1" y="590"/>
                    <a:pt x="17" y="590"/>
                  </a:cubicBezTo>
                  <a:lnTo>
                    <a:pt x="33" y="590"/>
                  </a:lnTo>
                  <a:cubicBezTo>
                    <a:pt x="49" y="558"/>
                    <a:pt x="49" y="522"/>
                    <a:pt x="49" y="489"/>
                  </a:cubicBezTo>
                  <a:lnTo>
                    <a:pt x="49" y="457"/>
                  </a:lnTo>
                  <a:lnTo>
                    <a:pt x="49" y="287"/>
                  </a:lnTo>
                  <a:cubicBezTo>
                    <a:pt x="49" y="186"/>
                    <a:pt x="49" y="102"/>
                    <a:pt x="6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0"/>
            <p:cNvSpPr/>
            <p:nvPr/>
          </p:nvSpPr>
          <p:spPr>
            <a:xfrm>
              <a:off x="574127" y="3217927"/>
              <a:ext cx="4867" cy="55125"/>
            </a:xfrm>
            <a:custGeom>
              <a:rect b="b" l="l" r="r" t="t"/>
              <a:pathLst>
                <a:path extrusionOk="0" h="555" w="49">
                  <a:moveTo>
                    <a:pt x="17" y="1"/>
                  </a:moveTo>
                  <a:cubicBezTo>
                    <a:pt x="0" y="1"/>
                    <a:pt x="0" y="17"/>
                    <a:pt x="0" y="17"/>
                  </a:cubicBezTo>
                  <a:cubicBezTo>
                    <a:pt x="17" y="118"/>
                    <a:pt x="17" y="235"/>
                    <a:pt x="17" y="336"/>
                  </a:cubicBezTo>
                  <a:lnTo>
                    <a:pt x="17" y="538"/>
                  </a:lnTo>
                  <a:cubicBezTo>
                    <a:pt x="17" y="554"/>
                    <a:pt x="17" y="554"/>
                    <a:pt x="33" y="554"/>
                  </a:cubicBezTo>
                  <a:lnTo>
                    <a:pt x="33" y="538"/>
                  </a:lnTo>
                  <a:lnTo>
                    <a:pt x="33" y="336"/>
                  </a:lnTo>
                  <a:cubicBezTo>
                    <a:pt x="33" y="235"/>
                    <a:pt x="49" y="11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0"/>
            <p:cNvSpPr/>
            <p:nvPr/>
          </p:nvSpPr>
          <p:spPr>
            <a:xfrm>
              <a:off x="527146" y="3349930"/>
              <a:ext cx="108860" cy="41816"/>
            </a:xfrm>
            <a:custGeom>
              <a:rect b="b" l="l" r="r" t="t"/>
              <a:pathLst>
                <a:path extrusionOk="0" h="421" w="1096">
                  <a:moveTo>
                    <a:pt x="1079" y="1"/>
                  </a:moveTo>
                  <a:cubicBezTo>
                    <a:pt x="942" y="33"/>
                    <a:pt x="825" y="69"/>
                    <a:pt x="724" y="118"/>
                  </a:cubicBezTo>
                  <a:cubicBezTo>
                    <a:pt x="675" y="134"/>
                    <a:pt x="623" y="154"/>
                    <a:pt x="574" y="170"/>
                  </a:cubicBezTo>
                  <a:cubicBezTo>
                    <a:pt x="522" y="186"/>
                    <a:pt x="473" y="203"/>
                    <a:pt x="421" y="219"/>
                  </a:cubicBezTo>
                  <a:cubicBezTo>
                    <a:pt x="271" y="271"/>
                    <a:pt x="134" y="320"/>
                    <a:pt x="1" y="388"/>
                  </a:cubicBezTo>
                  <a:lnTo>
                    <a:pt x="1" y="405"/>
                  </a:lnTo>
                  <a:lnTo>
                    <a:pt x="17" y="421"/>
                  </a:lnTo>
                  <a:lnTo>
                    <a:pt x="17" y="405"/>
                  </a:lnTo>
                  <a:cubicBezTo>
                    <a:pt x="150" y="336"/>
                    <a:pt x="288" y="304"/>
                    <a:pt x="421" y="255"/>
                  </a:cubicBezTo>
                  <a:cubicBezTo>
                    <a:pt x="473" y="235"/>
                    <a:pt x="522" y="219"/>
                    <a:pt x="591" y="203"/>
                  </a:cubicBezTo>
                  <a:cubicBezTo>
                    <a:pt x="639" y="186"/>
                    <a:pt x="675" y="170"/>
                    <a:pt x="724" y="154"/>
                  </a:cubicBezTo>
                  <a:cubicBezTo>
                    <a:pt x="841" y="102"/>
                    <a:pt x="958" y="53"/>
                    <a:pt x="1079" y="33"/>
                  </a:cubicBezTo>
                  <a:cubicBezTo>
                    <a:pt x="1096" y="33"/>
                    <a:pt x="1096" y="33"/>
                    <a:pt x="1096" y="17"/>
                  </a:cubicBezTo>
                  <a:lnTo>
                    <a:pt x="10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0"/>
            <p:cNvSpPr/>
            <p:nvPr/>
          </p:nvSpPr>
          <p:spPr>
            <a:xfrm>
              <a:off x="1530229" y="1434050"/>
              <a:ext cx="193982" cy="424614"/>
            </a:xfrm>
            <a:custGeom>
              <a:rect b="b" l="l" r="r" t="t"/>
              <a:pathLst>
                <a:path extrusionOk="0" h="4275" w="1953">
                  <a:moveTo>
                    <a:pt x="1" y="0"/>
                  </a:moveTo>
                  <a:lnTo>
                    <a:pt x="1" y="16"/>
                  </a:lnTo>
                  <a:cubicBezTo>
                    <a:pt x="102" y="117"/>
                    <a:pt x="150" y="234"/>
                    <a:pt x="219" y="356"/>
                  </a:cubicBezTo>
                  <a:cubicBezTo>
                    <a:pt x="251" y="404"/>
                    <a:pt x="272" y="457"/>
                    <a:pt x="304" y="505"/>
                  </a:cubicBezTo>
                  <a:cubicBezTo>
                    <a:pt x="825" y="1382"/>
                    <a:pt x="1330" y="2254"/>
                    <a:pt x="1718" y="2929"/>
                  </a:cubicBezTo>
                  <a:cubicBezTo>
                    <a:pt x="1750" y="2981"/>
                    <a:pt x="1766" y="3014"/>
                    <a:pt x="1803" y="3062"/>
                  </a:cubicBezTo>
                  <a:cubicBezTo>
                    <a:pt x="1835" y="3131"/>
                    <a:pt x="1867" y="3183"/>
                    <a:pt x="1904" y="3248"/>
                  </a:cubicBezTo>
                  <a:cubicBezTo>
                    <a:pt x="1904" y="3264"/>
                    <a:pt x="1920" y="3301"/>
                    <a:pt x="1920" y="3333"/>
                  </a:cubicBezTo>
                  <a:lnTo>
                    <a:pt x="1920" y="3838"/>
                  </a:lnTo>
                  <a:lnTo>
                    <a:pt x="1920" y="4157"/>
                  </a:lnTo>
                  <a:cubicBezTo>
                    <a:pt x="1920" y="4193"/>
                    <a:pt x="1920" y="4210"/>
                    <a:pt x="1904" y="4226"/>
                  </a:cubicBezTo>
                  <a:lnTo>
                    <a:pt x="1904" y="4258"/>
                  </a:lnTo>
                  <a:lnTo>
                    <a:pt x="1904" y="4274"/>
                  </a:lnTo>
                  <a:lnTo>
                    <a:pt x="1920" y="4258"/>
                  </a:lnTo>
                  <a:lnTo>
                    <a:pt x="1936" y="4242"/>
                  </a:lnTo>
                  <a:cubicBezTo>
                    <a:pt x="1936" y="4210"/>
                    <a:pt x="1952" y="4193"/>
                    <a:pt x="1952" y="4157"/>
                  </a:cubicBezTo>
                  <a:lnTo>
                    <a:pt x="1952" y="3838"/>
                  </a:lnTo>
                  <a:lnTo>
                    <a:pt x="1952" y="3349"/>
                  </a:lnTo>
                  <a:cubicBezTo>
                    <a:pt x="1952" y="3301"/>
                    <a:pt x="1936" y="3248"/>
                    <a:pt x="1920" y="3232"/>
                  </a:cubicBezTo>
                  <a:cubicBezTo>
                    <a:pt x="1887" y="3163"/>
                    <a:pt x="1851" y="3115"/>
                    <a:pt x="1819" y="3046"/>
                  </a:cubicBezTo>
                  <a:cubicBezTo>
                    <a:pt x="1803" y="3014"/>
                    <a:pt x="1766" y="2961"/>
                    <a:pt x="1750" y="2913"/>
                  </a:cubicBezTo>
                  <a:cubicBezTo>
                    <a:pt x="1362" y="2254"/>
                    <a:pt x="841" y="1366"/>
                    <a:pt x="320" y="489"/>
                  </a:cubicBezTo>
                  <a:cubicBezTo>
                    <a:pt x="304" y="436"/>
                    <a:pt x="272" y="388"/>
                    <a:pt x="251" y="335"/>
                  </a:cubicBezTo>
                  <a:cubicBezTo>
                    <a:pt x="187" y="218"/>
                    <a:pt x="118"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0"/>
            <p:cNvSpPr/>
            <p:nvPr/>
          </p:nvSpPr>
          <p:spPr>
            <a:xfrm>
              <a:off x="1643857" y="2679487"/>
              <a:ext cx="6853" cy="61879"/>
            </a:xfrm>
            <a:custGeom>
              <a:rect b="b" l="l" r="r" t="t"/>
              <a:pathLst>
                <a:path extrusionOk="0" h="623" w="69">
                  <a:moveTo>
                    <a:pt x="53" y="0"/>
                  </a:moveTo>
                  <a:cubicBezTo>
                    <a:pt x="53" y="0"/>
                    <a:pt x="37" y="0"/>
                    <a:pt x="37" y="17"/>
                  </a:cubicBezTo>
                  <a:cubicBezTo>
                    <a:pt x="16" y="101"/>
                    <a:pt x="16" y="202"/>
                    <a:pt x="16" y="303"/>
                  </a:cubicBezTo>
                  <a:lnTo>
                    <a:pt x="16" y="473"/>
                  </a:lnTo>
                  <a:lnTo>
                    <a:pt x="16" y="521"/>
                  </a:lnTo>
                  <a:cubicBezTo>
                    <a:pt x="16" y="558"/>
                    <a:pt x="37" y="574"/>
                    <a:pt x="16" y="606"/>
                  </a:cubicBezTo>
                  <a:cubicBezTo>
                    <a:pt x="0" y="606"/>
                    <a:pt x="0" y="622"/>
                    <a:pt x="16" y="622"/>
                  </a:cubicBezTo>
                  <a:lnTo>
                    <a:pt x="37" y="622"/>
                  </a:lnTo>
                  <a:cubicBezTo>
                    <a:pt x="53" y="590"/>
                    <a:pt x="53" y="558"/>
                    <a:pt x="53" y="521"/>
                  </a:cubicBezTo>
                  <a:lnTo>
                    <a:pt x="53" y="473"/>
                  </a:lnTo>
                  <a:lnTo>
                    <a:pt x="53" y="303"/>
                  </a:lnTo>
                  <a:cubicBezTo>
                    <a:pt x="53" y="202"/>
                    <a:pt x="53" y="117"/>
                    <a:pt x="69"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0"/>
            <p:cNvSpPr/>
            <p:nvPr/>
          </p:nvSpPr>
          <p:spPr>
            <a:xfrm>
              <a:off x="1252616" y="3179787"/>
              <a:ext cx="165773" cy="75189"/>
            </a:xfrm>
            <a:custGeom>
              <a:rect b="b" l="l" r="r" t="t"/>
              <a:pathLst>
                <a:path extrusionOk="0" h="757" w="1669">
                  <a:moveTo>
                    <a:pt x="1571" y="1"/>
                  </a:moveTo>
                  <a:cubicBezTo>
                    <a:pt x="1551" y="1"/>
                    <a:pt x="1525" y="5"/>
                    <a:pt x="1499" y="13"/>
                  </a:cubicBezTo>
                  <a:cubicBezTo>
                    <a:pt x="1249" y="82"/>
                    <a:pt x="994" y="166"/>
                    <a:pt x="760" y="251"/>
                  </a:cubicBezTo>
                  <a:lnTo>
                    <a:pt x="303" y="401"/>
                  </a:lnTo>
                  <a:cubicBezTo>
                    <a:pt x="239" y="417"/>
                    <a:pt x="170" y="433"/>
                    <a:pt x="101" y="469"/>
                  </a:cubicBezTo>
                  <a:lnTo>
                    <a:pt x="17" y="486"/>
                  </a:lnTo>
                  <a:lnTo>
                    <a:pt x="1" y="502"/>
                  </a:lnTo>
                  <a:cubicBezTo>
                    <a:pt x="1" y="518"/>
                    <a:pt x="17" y="518"/>
                    <a:pt x="17" y="518"/>
                  </a:cubicBezTo>
                  <a:lnTo>
                    <a:pt x="118" y="486"/>
                  </a:lnTo>
                  <a:cubicBezTo>
                    <a:pt x="186" y="469"/>
                    <a:pt x="255" y="453"/>
                    <a:pt x="320" y="417"/>
                  </a:cubicBezTo>
                  <a:cubicBezTo>
                    <a:pt x="473" y="368"/>
                    <a:pt x="606" y="332"/>
                    <a:pt x="760" y="284"/>
                  </a:cubicBezTo>
                  <a:cubicBezTo>
                    <a:pt x="1010" y="199"/>
                    <a:pt x="1265" y="114"/>
                    <a:pt x="1499" y="29"/>
                  </a:cubicBezTo>
                  <a:cubicBezTo>
                    <a:pt x="1514" y="24"/>
                    <a:pt x="1528" y="22"/>
                    <a:pt x="1540" y="22"/>
                  </a:cubicBezTo>
                  <a:cubicBezTo>
                    <a:pt x="1570" y="22"/>
                    <a:pt x="1593" y="35"/>
                    <a:pt x="1616" y="49"/>
                  </a:cubicBezTo>
                  <a:cubicBezTo>
                    <a:pt x="1633" y="65"/>
                    <a:pt x="1633" y="82"/>
                    <a:pt x="1633" y="114"/>
                  </a:cubicBezTo>
                  <a:cubicBezTo>
                    <a:pt x="1633" y="267"/>
                    <a:pt x="1616" y="417"/>
                    <a:pt x="1600" y="554"/>
                  </a:cubicBezTo>
                  <a:cubicBezTo>
                    <a:pt x="1600" y="619"/>
                    <a:pt x="1584" y="671"/>
                    <a:pt x="1584" y="736"/>
                  </a:cubicBezTo>
                  <a:cubicBezTo>
                    <a:pt x="1584" y="736"/>
                    <a:pt x="1584" y="756"/>
                    <a:pt x="1600" y="756"/>
                  </a:cubicBezTo>
                  <a:lnTo>
                    <a:pt x="1616" y="736"/>
                  </a:lnTo>
                  <a:cubicBezTo>
                    <a:pt x="1616" y="671"/>
                    <a:pt x="1616" y="619"/>
                    <a:pt x="1633" y="554"/>
                  </a:cubicBezTo>
                  <a:cubicBezTo>
                    <a:pt x="1633" y="417"/>
                    <a:pt x="1653" y="267"/>
                    <a:pt x="1669" y="114"/>
                  </a:cubicBezTo>
                  <a:cubicBezTo>
                    <a:pt x="1669" y="82"/>
                    <a:pt x="1653" y="49"/>
                    <a:pt x="1616" y="13"/>
                  </a:cubicBezTo>
                  <a:cubicBezTo>
                    <a:pt x="1608" y="5"/>
                    <a:pt x="1592" y="1"/>
                    <a:pt x="15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0"/>
            <p:cNvSpPr/>
            <p:nvPr/>
          </p:nvSpPr>
          <p:spPr>
            <a:xfrm>
              <a:off x="1132234" y="3515704"/>
              <a:ext cx="5364" cy="96743"/>
            </a:xfrm>
            <a:custGeom>
              <a:rect b="b" l="l" r="r" t="t"/>
              <a:pathLst>
                <a:path extrusionOk="0" h="974" w="54">
                  <a:moveTo>
                    <a:pt x="17" y="0"/>
                  </a:moveTo>
                  <a:cubicBezTo>
                    <a:pt x="1" y="0"/>
                    <a:pt x="1" y="16"/>
                    <a:pt x="1" y="16"/>
                  </a:cubicBezTo>
                  <a:cubicBezTo>
                    <a:pt x="17" y="166"/>
                    <a:pt x="17" y="303"/>
                    <a:pt x="17" y="452"/>
                  </a:cubicBezTo>
                  <a:cubicBezTo>
                    <a:pt x="17" y="537"/>
                    <a:pt x="1" y="622"/>
                    <a:pt x="17" y="723"/>
                  </a:cubicBezTo>
                  <a:lnTo>
                    <a:pt x="17" y="788"/>
                  </a:lnTo>
                  <a:cubicBezTo>
                    <a:pt x="1" y="856"/>
                    <a:pt x="1" y="909"/>
                    <a:pt x="37" y="957"/>
                  </a:cubicBezTo>
                  <a:lnTo>
                    <a:pt x="37" y="974"/>
                  </a:lnTo>
                  <a:cubicBezTo>
                    <a:pt x="53" y="974"/>
                    <a:pt x="53" y="957"/>
                    <a:pt x="53" y="957"/>
                  </a:cubicBezTo>
                  <a:cubicBezTo>
                    <a:pt x="37" y="909"/>
                    <a:pt x="37" y="856"/>
                    <a:pt x="37" y="788"/>
                  </a:cubicBezTo>
                  <a:lnTo>
                    <a:pt x="37" y="723"/>
                  </a:lnTo>
                  <a:lnTo>
                    <a:pt x="37" y="452"/>
                  </a:lnTo>
                  <a:cubicBezTo>
                    <a:pt x="37" y="303"/>
                    <a:pt x="53" y="149"/>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0"/>
            <p:cNvSpPr/>
            <p:nvPr/>
          </p:nvSpPr>
          <p:spPr>
            <a:xfrm>
              <a:off x="1523475" y="3701044"/>
              <a:ext cx="50258" cy="33373"/>
            </a:xfrm>
            <a:custGeom>
              <a:rect b="b" l="l" r="r" t="t"/>
              <a:pathLst>
                <a:path extrusionOk="0" h="336" w="506">
                  <a:moveTo>
                    <a:pt x="0" y="0"/>
                  </a:moveTo>
                  <a:cubicBezTo>
                    <a:pt x="0" y="17"/>
                    <a:pt x="0" y="17"/>
                    <a:pt x="16" y="17"/>
                  </a:cubicBezTo>
                  <a:cubicBezTo>
                    <a:pt x="101" y="69"/>
                    <a:pt x="186" y="134"/>
                    <a:pt x="255" y="202"/>
                  </a:cubicBezTo>
                  <a:cubicBezTo>
                    <a:pt x="287" y="235"/>
                    <a:pt x="340" y="271"/>
                    <a:pt x="372" y="303"/>
                  </a:cubicBezTo>
                  <a:cubicBezTo>
                    <a:pt x="404" y="319"/>
                    <a:pt x="441" y="336"/>
                    <a:pt x="489" y="336"/>
                  </a:cubicBezTo>
                  <a:cubicBezTo>
                    <a:pt x="505" y="336"/>
                    <a:pt x="505" y="336"/>
                    <a:pt x="505" y="319"/>
                  </a:cubicBezTo>
                  <a:cubicBezTo>
                    <a:pt x="505" y="319"/>
                    <a:pt x="505" y="303"/>
                    <a:pt x="489" y="303"/>
                  </a:cubicBezTo>
                  <a:cubicBezTo>
                    <a:pt x="457" y="303"/>
                    <a:pt x="420" y="303"/>
                    <a:pt x="388" y="271"/>
                  </a:cubicBezTo>
                  <a:cubicBezTo>
                    <a:pt x="356" y="255"/>
                    <a:pt x="303" y="202"/>
                    <a:pt x="271" y="170"/>
                  </a:cubicBezTo>
                  <a:cubicBezTo>
                    <a:pt x="202" y="101"/>
                    <a:pt x="117" y="3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0"/>
            <p:cNvSpPr/>
            <p:nvPr/>
          </p:nvSpPr>
          <p:spPr>
            <a:xfrm>
              <a:off x="700865" y="3038944"/>
              <a:ext cx="5364" cy="58701"/>
            </a:xfrm>
            <a:custGeom>
              <a:rect b="b" l="l" r="r" t="t"/>
              <a:pathLst>
                <a:path extrusionOk="0" h="591" w="54">
                  <a:moveTo>
                    <a:pt x="17" y="1"/>
                  </a:moveTo>
                  <a:lnTo>
                    <a:pt x="1" y="17"/>
                  </a:lnTo>
                  <a:lnTo>
                    <a:pt x="1" y="219"/>
                  </a:lnTo>
                  <a:cubicBezTo>
                    <a:pt x="1" y="336"/>
                    <a:pt x="1" y="457"/>
                    <a:pt x="17" y="575"/>
                  </a:cubicBezTo>
                  <a:cubicBezTo>
                    <a:pt x="17" y="575"/>
                    <a:pt x="17" y="591"/>
                    <a:pt x="37" y="591"/>
                  </a:cubicBezTo>
                  <a:lnTo>
                    <a:pt x="53" y="575"/>
                  </a:lnTo>
                  <a:cubicBezTo>
                    <a:pt x="17" y="457"/>
                    <a:pt x="37" y="336"/>
                    <a:pt x="37" y="219"/>
                  </a:cubicBezTo>
                  <a:lnTo>
                    <a:pt x="3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0"/>
            <p:cNvSpPr/>
            <p:nvPr/>
          </p:nvSpPr>
          <p:spPr>
            <a:xfrm>
              <a:off x="1342902" y="1323700"/>
              <a:ext cx="3675" cy="68733"/>
            </a:xfrm>
            <a:custGeom>
              <a:rect b="b" l="l" r="r" t="t"/>
              <a:pathLst>
                <a:path extrusionOk="0" h="692" w="37">
                  <a:moveTo>
                    <a:pt x="17" y="0"/>
                  </a:moveTo>
                  <a:cubicBezTo>
                    <a:pt x="0" y="0"/>
                    <a:pt x="0" y="16"/>
                    <a:pt x="0" y="16"/>
                  </a:cubicBezTo>
                  <a:lnTo>
                    <a:pt x="0" y="271"/>
                  </a:lnTo>
                  <a:cubicBezTo>
                    <a:pt x="0" y="404"/>
                    <a:pt x="0" y="538"/>
                    <a:pt x="17" y="675"/>
                  </a:cubicBezTo>
                  <a:lnTo>
                    <a:pt x="17" y="691"/>
                  </a:lnTo>
                  <a:lnTo>
                    <a:pt x="37" y="691"/>
                  </a:lnTo>
                  <a:lnTo>
                    <a:pt x="37" y="675"/>
                  </a:lnTo>
                  <a:cubicBezTo>
                    <a:pt x="17" y="538"/>
                    <a:pt x="17" y="404"/>
                    <a:pt x="17" y="271"/>
                  </a:cubicBezTo>
                  <a:cubicBezTo>
                    <a:pt x="37" y="186"/>
                    <a:pt x="37" y="101"/>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0"/>
            <p:cNvSpPr/>
            <p:nvPr/>
          </p:nvSpPr>
          <p:spPr>
            <a:xfrm>
              <a:off x="851343" y="2776527"/>
              <a:ext cx="356477" cy="262516"/>
            </a:xfrm>
            <a:custGeom>
              <a:rect b="b" l="l" r="r" t="t"/>
              <a:pathLst>
                <a:path extrusionOk="0" h="2643" w="3589">
                  <a:moveTo>
                    <a:pt x="3552" y="1"/>
                  </a:moveTo>
                  <a:lnTo>
                    <a:pt x="3552" y="33"/>
                  </a:lnTo>
                  <a:cubicBezTo>
                    <a:pt x="3552" y="49"/>
                    <a:pt x="3552" y="70"/>
                    <a:pt x="3519" y="70"/>
                  </a:cubicBezTo>
                  <a:cubicBezTo>
                    <a:pt x="2663" y="405"/>
                    <a:pt x="1887" y="708"/>
                    <a:pt x="1128" y="1011"/>
                  </a:cubicBezTo>
                  <a:cubicBezTo>
                    <a:pt x="978" y="1080"/>
                    <a:pt x="809" y="1144"/>
                    <a:pt x="643" y="1197"/>
                  </a:cubicBezTo>
                  <a:cubicBezTo>
                    <a:pt x="473" y="1261"/>
                    <a:pt x="288" y="1346"/>
                    <a:pt x="102" y="1415"/>
                  </a:cubicBezTo>
                  <a:cubicBezTo>
                    <a:pt x="37" y="1447"/>
                    <a:pt x="1" y="1463"/>
                    <a:pt x="1" y="1532"/>
                  </a:cubicBezTo>
                  <a:lnTo>
                    <a:pt x="1" y="2611"/>
                  </a:lnTo>
                  <a:cubicBezTo>
                    <a:pt x="1" y="2611"/>
                    <a:pt x="1" y="2627"/>
                    <a:pt x="17" y="2627"/>
                  </a:cubicBezTo>
                  <a:lnTo>
                    <a:pt x="17" y="2643"/>
                  </a:lnTo>
                  <a:lnTo>
                    <a:pt x="37" y="2643"/>
                  </a:lnTo>
                  <a:cubicBezTo>
                    <a:pt x="37" y="2643"/>
                    <a:pt x="53" y="2627"/>
                    <a:pt x="37" y="2627"/>
                  </a:cubicBezTo>
                  <a:lnTo>
                    <a:pt x="37" y="2611"/>
                  </a:lnTo>
                  <a:lnTo>
                    <a:pt x="37" y="1532"/>
                  </a:lnTo>
                  <a:cubicBezTo>
                    <a:pt x="37" y="1484"/>
                    <a:pt x="53" y="1463"/>
                    <a:pt x="118" y="1431"/>
                  </a:cubicBezTo>
                  <a:cubicBezTo>
                    <a:pt x="288" y="1362"/>
                    <a:pt x="473" y="1298"/>
                    <a:pt x="659" y="1229"/>
                  </a:cubicBezTo>
                  <a:cubicBezTo>
                    <a:pt x="809" y="1160"/>
                    <a:pt x="978" y="1096"/>
                    <a:pt x="1148" y="1027"/>
                  </a:cubicBezTo>
                  <a:cubicBezTo>
                    <a:pt x="1904" y="724"/>
                    <a:pt x="2679" y="421"/>
                    <a:pt x="3536" y="102"/>
                  </a:cubicBezTo>
                  <a:cubicBezTo>
                    <a:pt x="3588" y="86"/>
                    <a:pt x="3588" y="49"/>
                    <a:pt x="3588" y="33"/>
                  </a:cubicBezTo>
                  <a:lnTo>
                    <a:pt x="3588" y="17"/>
                  </a:lnTo>
                  <a:cubicBezTo>
                    <a:pt x="3588" y="17"/>
                    <a:pt x="3588" y="1"/>
                    <a:pt x="3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0"/>
            <p:cNvSpPr/>
            <p:nvPr/>
          </p:nvSpPr>
          <p:spPr>
            <a:xfrm>
              <a:off x="981756" y="2562680"/>
              <a:ext cx="6953" cy="85221"/>
            </a:xfrm>
            <a:custGeom>
              <a:rect b="b" l="l" r="r" t="t"/>
              <a:pathLst>
                <a:path extrusionOk="0" h="858" w="70">
                  <a:moveTo>
                    <a:pt x="37" y="1"/>
                  </a:moveTo>
                  <a:cubicBezTo>
                    <a:pt x="17" y="1"/>
                    <a:pt x="17" y="17"/>
                    <a:pt x="17" y="17"/>
                  </a:cubicBezTo>
                  <a:lnTo>
                    <a:pt x="17" y="203"/>
                  </a:lnTo>
                  <a:lnTo>
                    <a:pt x="17" y="708"/>
                  </a:lnTo>
                  <a:lnTo>
                    <a:pt x="17" y="740"/>
                  </a:lnTo>
                  <a:cubicBezTo>
                    <a:pt x="17" y="772"/>
                    <a:pt x="1" y="825"/>
                    <a:pt x="53" y="857"/>
                  </a:cubicBezTo>
                  <a:lnTo>
                    <a:pt x="69" y="857"/>
                  </a:lnTo>
                  <a:lnTo>
                    <a:pt x="69" y="825"/>
                  </a:lnTo>
                  <a:cubicBezTo>
                    <a:pt x="37" y="809"/>
                    <a:pt x="37" y="772"/>
                    <a:pt x="37" y="740"/>
                  </a:cubicBezTo>
                  <a:lnTo>
                    <a:pt x="37" y="708"/>
                  </a:lnTo>
                  <a:lnTo>
                    <a:pt x="37" y="203"/>
                  </a:ln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0"/>
            <p:cNvSpPr/>
            <p:nvPr/>
          </p:nvSpPr>
          <p:spPr>
            <a:xfrm>
              <a:off x="1413125" y="2468818"/>
              <a:ext cx="5264" cy="55423"/>
            </a:xfrm>
            <a:custGeom>
              <a:rect b="b" l="l" r="r" t="t"/>
              <a:pathLst>
                <a:path extrusionOk="0" h="558" w="53">
                  <a:moveTo>
                    <a:pt x="37" y="1"/>
                  </a:moveTo>
                  <a:cubicBezTo>
                    <a:pt x="37" y="1"/>
                    <a:pt x="17" y="1"/>
                    <a:pt x="17" y="17"/>
                  </a:cubicBezTo>
                  <a:cubicBezTo>
                    <a:pt x="0" y="202"/>
                    <a:pt x="0" y="372"/>
                    <a:pt x="17" y="542"/>
                  </a:cubicBezTo>
                  <a:cubicBezTo>
                    <a:pt x="17" y="558"/>
                    <a:pt x="37" y="558"/>
                    <a:pt x="37" y="558"/>
                  </a:cubicBezTo>
                  <a:cubicBezTo>
                    <a:pt x="53" y="558"/>
                    <a:pt x="53" y="558"/>
                    <a:pt x="53" y="542"/>
                  </a:cubicBezTo>
                  <a:cubicBezTo>
                    <a:pt x="17" y="372"/>
                    <a:pt x="17" y="2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0"/>
            <p:cNvSpPr/>
            <p:nvPr/>
          </p:nvSpPr>
          <p:spPr>
            <a:xfrm>
              <a:off x="1520197" y="2997227"/>
              <a:ext cx="183950" cy="291022"/>
            </a:xfrm>
            <a:custGeom>
              <a:rect b="b" l="l" r="r" t="t"/>
              <a:pathLst>
                <a:path extrusionOk="0" h="2930" w="1852">
                  <a:moveTo>
                    <a:pt x="70" y="1"/>
                  </a:moveTo>
                  <a:cubicBezTo>
                    <a:pt x="70" y="1"/>
                    <a:pt x="49" y="1"/>
                    <a:pt x="49" y="17"/>
                  </a:cubicBezTo>
                  <a:cubicBezTo>
                    <a:pt x="1" y="134"/>
                    <a:pt x="1" y="251"/>
                    <a:pt x="134" y="372"/>
                  </a:cubicBezTo>
                  <a:cubicBezTo>
                    <a:pt x="336" y="574"/>
                    <a:pt x="538" y="793"/>
                    <a:pt x="724" y="1011"/>
                  </a:cubicBezTo>
                  <a:cubicBezTo>
                    <a:pt x="825" y="1096"/>
                    <a:pt x="910" y="1197"/>
                    <a:pt x="995" y="1281"/>
                  </a:cubicBezTo>
                  <a:cubicBezTo>
                    <a:pt x="1043" y="1346"/>
                    <a:pt x="1096" y="1415"/>
                    <a:pt x="1160" y="1463"/>
                  </a:cubicBezTo>
                  <a:cubicBezTo>
                    <a:pt x="1298" y="1617"/>
                    <a:pt x="1431" y="1786"/>
                    <a:pt x="1585" y="1920"/>
                  </a:cubicBezTo>
                  <a:cubicBezTo>
                    <a:pt x="1750" y="2069"/>
                    <a:pt x="1819" y="2239"/>
                    <a:pt x="1803" y="2509"/>
                  </a:cubicBezTo>
                  <a:cubicBezTo>
                    <a:pt x="1786" y="2558"/>
                    <a:pt x="1786" y="2610"/>
                    <a:pt x="1803" y="2659"/>
                  </a:cubicBezTo>
                  <a:cubicBezTo>
                    <a:pt x="1803" y="2744"/>
                    <a:pt x="1803" y="2829"/>
                    <a:pt x="1766" y="2913"/>
                  </a:cubicBezTo>
                  <a:lnTo>
                    <a:pt x="1766" y="2930"/>
                  </a:lnTo>
                  <a:lnTo>
                    <a:pt x="1786" y="2930"/>
                  </a:lnTo>
                  <a:cubicBezTo>
                    <a:pt x="1835" y="2829"/>
                    <a:pt x="1819" y="2744"/>
                    <a:pt x="1819" y="2659"/>
                  </a:cubicBezTo>
                  <a:lnTo>
                    <a:pt x="1819" y="2509"/>
                  </a:lnTo>
                  <a:cubicBezTo>
                    <a:pt x="1851" y="2239"/>
                    <a:pt x="1786" y="2053"/>
                    <a:pt x="1601" y="1903"/>
                  </a:cubicBezTo>
                  <a:cubicBezTo>
                    <a:pt x="1447" y="1766"/>
                    <a:pt x="1314" y="1600"/>
                    <a:pt x="1181" y="1447"/>
                  </a:cubicBezTo>
                  <a:cubicBezTo>
                    <a:pt x="1128" y="1398"/>
                    <a:pt x="1059" y="1330"/>
                    <a:pt x="1011" y="1261"/>
                  </a:cubicBezTo>
                  <a:cubicBezTo>
                    <a:pt x="926" y="1180"/>
                    <a:pt x="841" y="1079"/>
                    <a:pt x="756" y="995"/>
                  </a:cubicBezTo>
                  <a:cubicBezTo>
                    <a:pt x="554" y="776"/>
                    <a:pt x="352" y="554"/>
                    <a:pt x="150" y="352"/>
                  </a:cubicBezTo>
                  <a:cubicBezTo>
                    <a:pt x="33" y="235"/>
                    <a:pt x="33" y="134"/>
                    <a:pt x="86" y="17"/>
                  </a:cubicBezTo>
                  <a:cubicBezTo>
                    <a:pt x="86" y="17"/>
                    <a:pt x="70" y="17"/>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0"/>
            <p:cNvSpPr/>
            <p:nvPr/>
          </p:nvSpPr>
          <p:spPr>
            <a:xfrm>
              <a:off x="1583666" y="3100823"/>
              <a:ext cx="3675" cy="61879"/>
            </a:xfrm>
            <a:custGeom>
              <a:rect b="b" l="l" r="r" t="t"/>
              <a:pathLst>
                <a:path extrusionOk="0" h="623" w="37">
                  <a:moveTo>
                    <a:pt x="16" y="0"/>
                  </a:moveTo>
                  <a:lnTo>
                    <a:pt x="0" y="16"/>
                  </a:lnTo>
                  <a:lnTo>
                    <a:pt x="0" y="606"/>
                  </a:lnTo>
                  <a:cubicBezTo>
                    <a:pt x="0" y="622"/>
                    <a:pt x="16" y="622"/>
                    <a:pt x="16" y="622"/>
                  </a:cubicBezTo>
                  <a:cubicBezTo>
                    <a:pt x="37" y="622"/>
                    <a:pt x="37" y="622"/>
                    <a:pt x="37" y="606"/>
                  </a:cubicBezTo>
                  <a:lnTo>
                    <a:pt x="37" y="16"/>
                  </a:lnTo>
                  <a:cubicBezTo>
                    <a:pt x="37" y="16"/>
                    <a:pt x="37"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0"/>
            <p:cNvSpPr/>
            <p:nvPr/>
          </p:nvSpPr>
          <p:spPr>
            <a:xfrm>
              <a:off x="1859690" y="3252890"/>
              <a:ext cx="4867" cy="57013"/>
            </a:xfrm>
            <a:custGeom>
              <a:rect b="b" l="l" r="r" t="t"/>
              <a:pathLst>
                <a:path extrusionOk="0" h="574" w="49">
                  <a:moveTo>
                    <a:pt x="33" y="0"/>
                  </a:moveTo>
                  <a:cubicBezTo>
                    <a:pt x="1" y="101"/>
                    <a:pt x="17" y="186"/>
                    <a:pt x="17" y="271"/>
                  </a:cubicBezTo>
                  <a:lnTo>
                    <a:pt x="17" y="424"/>
                  </a:lnTo>
                  <a:lnTo>
                    <a:pt x="17" y="473"/>
                  </a:lnTo>
                  <a:cubicBezTo>
                    <a:pt x="17" y="505"/>
                    <a:pt x="17" y="541"/>
                    <a:pt x="1" y="558"/>
                  </a:cubicBezTo>
                  <a:lnTo>
                    <a:pt x="1" y="574"/>
                  </a:lnTo>
                  <a:lnTo>
                    <a:pt x="17" y="574"/>
                  </a:lnTo>
                  <a:cubicBezTo>
                    <a:pt x="49" y="541"/>
                    <a:pt x="33" y="505"/>
                    <a:pt x="33" y="473"/>
                  </a:cubicBezTo>
                  <a:lnTo>
                    <a:pt x="33" y="440"/>
                  </a:lnTo>
                  <a:lnTo>
                    <a:pt x="33" y="271"/>
                  </a:lnTo>
                  <a:cubicBezTo>
                    <a:pt x="33" y="186"/>
                    <a:pt x="33" y="101"/>
                    <a:pt x="49" y="20"/>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0"/>
            <p:cNvSpPr/>
            <p:nvPr/>
          </p:nvSpPr>
          <p:spPr>
            <a:xfrm>
              <a:off x="1520197" y="2983123"/>
              <a:ext cx="197557" cy="319926"/>
            </a:xfrm>
            <a:custGeom>
              <a:rect b="b" l="l" r="r" t="t"/>
              <a:pathLst>
                <a:path extrusionOk="0" h="3221" w="1989">
                  <a:moveTo>
                    <a:pt x="12" y="0"/>
                  </a:moveTo>
                  <a:cubicBezTo>
                    <a:pt x="10" y="0"/>
                    <a:pt x="6" y="3"/>
                    <a:pt x="1" y="9"/>
                  </a:cubicBezTo>
                  <a:lnTo>
                    <a:pt x="1" y="26"/>
                  </a:lnTo>
                  <a:cubicBezTo>
                    <a:pt x="1" y="26"/>
                    <a:pt x="1" y="42"/>
                    <a:pt x="17" y="58"/>
                  </a:cubicBezTo>
                  <a:cubicBezTo>
                    <a:pt x="17" y="90"/>
                    <a:pt x="33" y="143"/>
                    <a:pt x="49" y="159"/>
                  </a:cubicBezTo>
                  <a:cubicBezTo>
                    <a:pt x="235" y="292"/>
                    <a:pt x="389" y="478"/>
                    <a:pt x="522" y="632"/>
                  </a:cubicBezTo>
                  <a:cubicBezTo>
                    <a:pt x="607" y="716"/>
                    <a:pt x="676" y="797"/>
                    <a:pt x="740" y="882"/>
                  </a:cubicBezTo>
                  <a:cubicBezTo>
                    <a:pt x="995" y="1137"/>
                    <a:pt x="1245" y="1423"/>
                    <a:pt x="1484" y="1674"/>
                  </a:cubicBezTo>
                  <a:cubicBezTo>
                    <a:pt x="1617" y="1827"/>
                    <a:pt x="1750" y="1961"/>
                    <a:pt x="1887" y="2094"/>
                  </a:cubicBezTo>
                  <a:cubicBezTo>
                    <a:pt x="1920" y="2146"/>
                    <a:pt x="1952" y="2195"/>
                    <a:pt x="1952" y="2264"/>
                  </a:cubicBezTo>
                  <a:lnTo>
                    <a:pt x="1952" y="3120"/>
                  </a:lnTo>
                  <a:cubicBezTo>
                    <a:pt x="1952" y="3156"/>
                    <a:pt x="1952" y="3173"/>
                    <a:pt x="1936" y="3189"/>
                  </a:cubicBezTo>
                  <a:lnTo>
                    <a:pt x="1936" y="3205"/>
                  </a:lnTo>
                  <a:lnTo>
                    <a:pt x="1936" y="3221"/>
                  </a:lnTo>
                  <a:lnTo>
                    <a:pt x="1952" y="3205"/>
                  </a:lnTo>
                  <a:cubicBezTo>
                    <a:pt x="1968" y="3189"/>
                    <a:pt x="1988" y="3156"/>
                    <a:pt x="1988" y="3120"/>
                  </a:cubicBezTo>
                  <a:lnTo>
                    <a:pt x="1988" y="2264"/>
                  </a:lnTo>
                  <a:cubicBezTo>
                    <a:pt x="1988" y="2195"/>
                    <a:pt x="1936" y="2130"/>
                    <a:pt x="1904" y="2078"/>
                  </a:cubicBezTo>
                  <a:cubicBezTo>
                    <a:pt x="1766" y="1944"/>
                    <a:pt x="1633" y="1807"/>
                    <a:pt x="1516" y="1658"/>
                  </a:cubicBezTo>
                  <a:cubicBezTo>
                    <a:pt x="1261" y="1387"/>
                    <a:pt x="1011" y="1120"/>
                    <a:pt x="756" y="850"/>
                  </a:cubicBezTo>
                  <a:cubicBezTo>
                    <a:pt x="692" y="781"/>
                    <a:pt x="623" y="696"/>
                    <a:pt x="554" y="615"/>
                  </a:cubicBezTo>
                  <a:cubicBezTo>
                    <a:pt x="405" y="462"/>
                    <a:pt x="251" y="276"/>
                    <a:pt x="70" y="143"/>
                  </a:cubicBezTo>
                  <a:cubicBezTo>
                    <a:pt x="49" y="127"/>
                    <a:pt x="49" y="90"/>
                    <a:pt x="33" y="58"/>
                  </a:cubicBezTo>
                  <a:cubicBezTo>
                    <a:pt x="33" y="42"/>
                    <a:pt x="33" y="26"/>
                    <a:pt x="17" y="9"/>
                  </a:cubicBezTo>
                  <a:cubicBezTo>
                    <a:pt x="17" y="9"/>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0"/>
            <p:cNvSpPr/>
            <p:nvPr/>
          </p:nvSpPr>
          <p:spPr>
            <a:xfrm>
              <a:off x="608990" y="1900679"/>
              <a:ext cx="5364" cy="90386"/>
            </a:xfrm>
            <a:custGeom>
              <a:rect b="b" l="l" r="r" t="t"/>
              <a:pathLst>
                <a:path extrusionOk="0" h="910" w="54">
                  <a:moveTo>
                    <a:pt x="17" y="0"/>
                  </a:moveTo>
                  <a:cubicBezTo>
                    <a:pt x="1" y="0"/>
                    <a:pt x="1" y="0"/>
                    <a:pt x="1" y="16"/>
                  </a:cubicBezTo>
                  <a:cubicBezTo>
                    <a:pt x="17" y="150"/>
                    <a:pt x="17" y="303"/>
                    <a:pt x="17" y="453"/>
                  </a:cubicBezTo>
                  <a:cubicBezTo>
                    <a:pt x="17" y="538"/>
                    <a:pt x="1" y="639"/>
                    <a:pt x="17" y="723"/>
                  </a:cubicBezTo>
                  <a:lnTo>
                    <a:pt x="17" y="772"/>
                  </a:lnTo>
                  <a:cubicBezTo>
                    <a:pt x="1" y="824"/>
                    <a:pt x="1" y="857"/>
                    <a:pt x="17" y="909"/>
                  </a:cubicBezTo>
                  <a:lnTo>
                    <a:pt x="53" y="909"/>
                  </a:lnTo>
                  <a:lnTo>
                    <a:pt x="53" y="889"/>
                  </a:lnTo>
                  <a:cubicBezTo>
                    <a:pt x="33" y="857"/>
                    <a:pt x="33" y="824"/>
                    <a:pt x="33" y="772"/>
                  </a:cubicBezTo>
                  <a:lnTo>
                    <a:pt x="33" y="723"/>
                  </a:lnTo>
                  <a:lnTo>
                    <a:pt x="33" y="453"/>
                  </a:lnTo>
                  <a:cubicBezTo>
                    <a:pt x="33" y="303"/>
                    <a:pt x="33" y="15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0"/>
            <p:cNvSpPr/>
            <p:nvPr/>
          </p:nvSpPr>
          <p:spPr>
            <a:xfrm>
              <a:off x="518703" y="2535863"/>
              <a:ext cx="120481" cy="165376"/>
            </a:xfrm>
            <a:custGeom>
              <a:rect b="b" l="l" r="r" t="t"/>
              <a:pathLst>
                <a:path extrusionOk="0" h="1665" w="1213">
                  <a:moveTo>
                    <a:pt x="1181" y="0"/>
                  </a:moveTo>
                  <a:lnTo>
                    <a:pt x="1164" y="16"/>
                  </a:lnTo>
                  <a:lnTo>
                    <a:pt x="1164" y="32"/>
                  </a:lnTo>
                  <a:cubicBezTo>
                    <a:pt x="1197" y="49"/>
                    <a:pt x="1197" y="69"/>
                    <a:pt x="1197" y="101"/>
                  </a:cubicBezTo>
                  <a:lnTo>
                    <a:pt x="1197" y="117"/>
                  </a:lnTo>
                  <a:lnTo>
                    <a:pt x="1197" y="352"/>
                  </a:lnTo>
                  <a:lnTo>
                    <a:pt x="1197" y="994"/>
                  </a:lnTo>
                  <a:cubicBezTo>
                    <a:pt x="1197" y="1059"/>
                    <a:pt x="1181" y="1095"/>
                    <a:pt x="1112" y="1127"/>
                  </a:cubicBezTo>
                  <a:cubicBezTo>
                    <a:pt x="825" y="1244"/>
                    <a:pt x="558" y="1382"/>
                    <a:pt x="304" y="1499"/>
                  </a:cubicBezTo>
                  <a:cubicBezTo>
                    <a:pt x="203" y="1547"/>
                    <a:pt x="102" y="1600"/>
                    <a:pt x="1" y="1632"/>
                  </a:cubicBezTo>
                  <a:lnTo>
                    <a:pt x="1" y="1648"/>
                  </a:lnTo>
                  <a:lnTo>
                    <a:pt x="17" y="1664"/>
                  </a:lnTo>
                  <a:cubicBezTo>
                    <a:pt x="118" y="1616"/>
                    <a:pt x="219" y="1563"/>
                    <a:pt x="304" y="1531"/>
                  </a:cubicBezTo>
                  <a:cubicBezTo>
                    <a:pt x="575" y="1398"/>
                    <a:pt x="841" y="1281"/>
                    <a:pt x="1112" y="1160"/>
                  </a:cubicBezTo>
                  <a:cubicBezTo>
                    <a:pt x="1197" y="1111"/>
                    <a:pt x="1213" y="1079"/>
                    <a:pt x="1213" y="994"/>
                  </a:cubicBezTo>
                  <a:lnTo>
                    <a:pt x="1213" y="352"/>
                  </a:lnTo>
                  <a:lnTo>
                    <a:pt x="1213" y="117"/>
                  </a:lnTo>
                  <a:lnTo>
                    <a:pt x="1213" y="101"/>
                  </a:lnTo>
                  <a:cubicBezTo>
                    <a:pt x="1213" y="69"/>
                    <a:pt x="1213" y="32"/>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0"/>
            <p:cNvSpPr/>
            <p:nvPr/>
          </p:nvSpPr>
          <p:spPr>
            <a:xfrm>
              <a:off x="1133823" y="3343077"/>
              <a:ext cx="5364" cy="97239"/>
            </a:xfrm>
            <a:custGeom>
              <a:rect b="b" l="l" r="r" t="t"/>
              <a:pathLst>
                <a:path extrusionOk="0" h="979" w="54">
                  <a:moveTo>
                    <a:pt x="1" y="1"/>
                  </a:moveTo>
                  <a:lnTo>
                    <a:pt x="1" y="21"/>
                  </a:lnTo>
                  <a:cubicBezTo>
                    <a:pt x="21" y="203"/>
                    <a:pt x="21" y="405"/>
                    <a:pt x="1" y="591"/>
                  </a:cubicBezTo>
                  <a:lnTo>
                    <a:pt x="1" y="744"/>
                  </a:lnTo>
                  <a:lnTo>
                    <a:pt x="1" y="777"/>
                  </a:lnTo>
                  <a:lnTo>
                    <a:pt x="1" y="979"/>
                  </a:lnTo>
                  <a:lnTo>
                    <a:pt x="21" y="979"/>
                  </a:lnTo>
                  <a:cubicBezTo>
                    <a:pt x="37" y="979"/>
                    <a:pt x="37" y="979"/>
                    <a:pt x="37" y="962"/>
                  </a:cubicBezTo>
                  <a:lnTo>
                    <a:pt x="37" y="777"/>
                  </a:lnTo>
                  <a:lnTo>
                    <a:pt x="37" y="744"/>
                  </a:lnTo>
                  <a:lnTo>
                    <a:pt x="37" y="591"/>
                  </a:lnTo>
                  <a:cubicBezTo>
                    <a:pt x="37" y="405"/>
                    <a:pt x="53" y="203"/>
                    <a:pt x="21" y="21"/>
                  </a:cubicBezTo>
                  <a:cubicBezTo>
                    <a:pt x="21" y="21"/>
                    <a:pt x="2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0"/>
            <p:cNvSpPr/>
            <p:nvPr/>
          </p:nvSpPr>
          <p:spPr>
            <a:xfrm>
              <a:off x="875081" y="3647707"/>
              <a:ext cx="332739" cy="87207"/>
            </a:xfrm>
            <a:custGeom>
              <a:rect b="b" l="l" r="r" t="t"/>
              <a:pathLst>
                <a:path extrusionOk="0" h="878" w="3350">
                  <a:moveTo>
                    <a:pt x="3297" y="0"/>
                  </a:moveTo>
                  <a:cubicBezTo>
                    <a:pt x="3147" y="32"/>
                    <a:pt x="2994" y="85"/>
                    <a:pt x="2860" y="117"/>
                  </a:cubicBezTo>
                  <a:cubicBezTo>
                    <a:pt x="2525" y="218"/>
                    <a:pt x="2186" y="303"/>
                    <a:pt x="1834" y="404"/>
                  </a:cubicBezTo>
                  <a:cubicBezTo>
                    <a:pt x="1665" y="453"/>
                    <a:pt x="1479" y="505"/>
                    <a:pt x="1293" y="554"/>
                  </a:cubicBezTo>
                  <a:cubicBezTo>
                    <a:pt x="1059" y="622"/>
                    <a:pt x="788" y="691"/>
                    <a:pt x="537" y="755"/>
                  </a:cubicBezTo>
                  <a:cubicBezTo>
                    <a:pt x="505" y="772"/>
                    <a:pt x="469" y="772"/>
                    <a:pt x="436" y="792"/>
                  </a:cubicBezTo>
                  <a:cubicBezTo>
                    <a:pt x="334" y="817"/>
                    <a:pt x="229" y="851"/>
                    <a:pt x="119" y="851"/>
                  </a:cubicBezTo>
                  <a:cubicBezTo>
                    <a:pt x="85" y="851"/>
                    <a:pt x="51" y="848"/>
                    <a:pt x="16" y="840"/>
                  </a:cubicBezTo>
                  <a:lnTo>
                    <a:pt x="16" y="856"/>
                  </a:lnTo>
                  <a:cubicBezTo>
                    <a:pt x="0" y="873"/>
                    <a:pt x="16" y="873"/>
                    <a:pt x="16" y="873"/>
                  </a:cubicBezTo>
                  <a:lnTo>
                    <a:pt x="117" y="873"/>
                  </a:lnTo>
                  <a:cubicBezTo>
                    <a:pt x="234" y="873"/>
                    <a:pt x="335" y="840"/>
                    <a:pt x="453" y="808"/>
                  </a:cubicBezTo>
                  <a:cubicBezTo>
                    <a:pt x="485" y="808"/>
                    <a:pt x="521" y="792"/>
                    <a:pt x="554" y="772"/>
                  </a:cubicBezTo>
                  <a:cubicBezTo>
                    <a:pt x="808" y="707"/>
                    <a:pt x="1059" y="638"/>
                    <a:pt x="1313" y="570"/>
                  </a:cubicBezTo>
                  <a:cubicBezTo>
                    <a:pt x="1495" y="521"/>
                    <a:pt x="1665" y="469"/>
                    <a:pt x="1850" y="420"/>
                  </a:cubicBezTo>
                  <a:cubicBezTo>
                    <a:pt x="2186" y="335"/>
                    <a:pt x="2525" y="234"/>
                    <a:pt x="2860" y="150"/>
                  </a:cubicBezTo>
                  <a:cubicBezTo>
                    <a:pt x="3010" y="101"/>
                    <a:pt x="3147" y="65"/>
                    <a:pt x="3297" y="16"/>
                  </a:cubicBezTo>
                  <a:cubicBezTo>
                    <a:pt x="3313" y="101"/>
                    <a:pt x="3313" y="150"/>
                    <a:pt x="3297" y="202"/>
                  </a:cubicBezTo>
                  <a:cubicBezTo>
                    <a:pt x="3147" y="234"/>
                    <a:pt x="3010" y="287"/>
                    <a:pt x="2893" y="319"/>
                  </a:cubicBezTo>
                  <a:cubicBezTo>
                    <a:pt x="2775" y="352"/>
                    <a:pt x="2674" y="388"/>
                    <a:pt x="2557" y="404"/>
                  </a:cubicBezTo>
                  <a:cubicBezTo>
                    <a:pt x="2424" y="453"/>
                    <a:pt x="2287" y="489"/>
                    <a:pt x="2169" y="521"/>
                  </a:cubicBezTo>
                  <a:cubicBezTo>
                    <a:pt x="1951" y="590"/>
                    <a:pt x="1733" y="638"/>
                    <a:pt x="1515" y="691"/>
                  </a:cubicBezTo>
                  <a:cubicBezTo>
                    <a:pt x="1446" y="707"/>
                    <a:pt x="1362" y="739"/>
                    <a:pt x="1293" y="772"/>
                  </a:cubicBezTo>
                  <a:cubicBezTo>
                    <a:pt x="1177" y="812"/>
                    <a:pt x="1058" y="851"/>
                    <a:pt x="941" y="851"/>
                  </a:cubicBezTo>
                  <a:cubicBezTo>
                    <a:pt x="908" y="851"/>
                    <a:pt x="874" y="848"/>
                    <a:pt x="840" y="840"/>
                  </a:cubicBezTo>
                  <a:cubicBezTo>
                    <a:pt x="824" y="840"/>
                    <a:pt x="824" y="856"/>
                    <a:pt x="824" y="856"/>
                  </a:cubicBezTo>
                  <a:lnTo>
                    <a:pt x="824" y="873"/>
                  </a:lnTo>
                  <a:cubicBezTo>
                    <a:pt x="852" y="876"/>
                    <a:pt x="880" y="877"/>
                    <a:pt x="906" y="877"/>
                  </a:cubicBezTo>
                  <a:cubicBezTo>
                    <a:pt x="1055" y="877"/>
                    <a:pt x="1183" y="833"/>
                    <a:pt x="1313" y="792"/>
                  </a:cubicBezTo>
                  <a:cubicBezTo>
                    <a:pt x="1378" y="772"/>
                    <a:pt x="1446" y="739"/>
                    <a:pt x="1531" y="723"/>
                  </a:cubicBezTo>
                  <a:cubicBezTo>
                    <a:pt x="1749" y="671"/>
                    <a:pt x="1951" y="606"/>
                    <a:pt x="2169" y="554"/>
                  </a:cubicBezTo>
                  <a:cubicBezTo>
                    <a:pt x="2303" y="505"/>
                    <a:pt x="2440" y="469"/>
                    <a:pt x="2557" y="436"/>
                  </a:cubicBezTo>
                  <a:cubicBezTo>
                    <a:pt x="2674" y="404"/>
                    <a:pt x="2792" y="368"/>
                    <a:pt x="2893" y="335"/>
                  </a:cubicBezTo>
                  <a:cubicBezTo>
                    <a:pt x="3030" y="303"/>
                    <a:pt x="3163" y="267"/>
                    <a:pt x="3297" y="234"/>
                  </a:cubicBezTo>
                  <a:lnTo>
                    <a:pt x="3313" y="218"/>
                  </a:lnTo>
                  <a:cubicBezTo>
                    <a:pt x="3349" y="166"/>
                    <a:pt x="3333" y="85"/>
                    <a:pt x="3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0"/>
            <p:cNvSpPr/>
            <p:nvPr/>
          </p:nvSpPr>
          <p:spPr>
            <a:xfrm>
              <a:off x="888292" y="2930282"/>
              <a:ext cx="3278" cy="55423"/>
            </a:xfrm>
            <a:custGeom>
              <a:rect b="b" l="l" r="r" t="t"/>
              <a:pathLst>
                <a:path extrusionOk="0" h="558" w="33">
                  <a:moveTo>
                    <a:pt x="0" y="0"/>
                  </a:moveTo>
                  <a:lnTo>
                    <a:pt x="0" y="16"/>
                  </a:lnTo>
                  <a:cubicBezTo>
                    <a:pt x="17" y="137"/>
                    <a:pt x="17" y="238"/>
                    <a:pt x="17" y="356"/>
                  </a:cubicBezTo>
                  <a:cubicBezTo>
                    <a:pt x="0" y="404"/>
                    <a:pt x="0" y="473"/>
                    <a:pt x="17" y="541"/>
                  </a:cubicBezTo>
                  <a:lnTo>
                    <a:pt x="17" y="558"/>
                  </a:lnTo>
                  <a:cubicBezTo>
                    <a:pt x="33" y="558"/>
                    <a:pt x="33" y="558"/>
                    <a:pt x="33" y="541"/>
                  </a:cubicBezTo>
                  <a:lnTo>
                    <a:pt x="33" y="356"/>
                  </a:lnTo>
                  <a:cubicBezTo>
                    <a:pt x="33" y="238"/>
                    <a:pt x="33" y="117"/>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0"/>
            <p:cNvSpPr/>
            <p:nvPr/>
          </p:nvSpPr>
          <p:spPr>
            <a:xfrm>
              <a:off x="1252616" y="3001896"/>
              <a:ext cx="160609" cy="57211"/>
            </a:xfrm>
            <a:custGeom>
              <a:rect b="b" l="l" r="r" t="t"/>
              <a:pathLst>
                <a:path extrusionOk="0" h="576" w="1617">
                  <a:moveTo>
                    <a:pt x="1560" y="1"/>
                  </a:moveTo>
                  <a:cubicBezTo>
                    <a:pt x="1537" y="1"/>
                    <a:pt x="1518" y="11"/>
                    <a:pt x="1499" y="22"/>
                  </a:cubicBezTo>
                  <a:cubicBezTo>
                    <a:pt x="1483" y="22"/>
                    <a:pt x="1483" y="22"/>
                    <a:pt x="1467" y="39"/>
                  </a:cubicBezTo>
                  <a:cubicBezTo>
                    <a:pt x="1148" y="140"/>
                    <a:pt x="825" y="273"/>
                    <a:pt x="505" y="390"/>
                  </a:cubicBezTo>
                  <a:cubicBezTo>
                    <a:pt x="372" y="443"/>
                    <a:pt x="239" y="491"/>
                    <a:pt x="85" y="544"/>
                  </a:cubicBezTo>
                  <a:lnTo>
                    <a:pt x="37" y="544"/>
                  </a:lnTo>
                  <a:cubicBezTo>
                    <a:pt x="37" y="560"/>
                    <a:pt x="17" y="560"/>
                    <a:pt x="17" y="560"/>
                  </a:cubicBezTo>
                  <a:cubicBezTo>
                    <a:pt x="1" y="560"/>
                    <a:pt x="1" y="560"/>
                    <a:pt x="1" y="576"/>
                  </a:cubicBezTo>
                  <a:lnTo>
                    <a:pt x="53" y="576"/>
                  </a:lnTo>
                  <a:cubicBezTo>
                    <a:pt x="69" y="576"/>
                    <a:pt x="85" y="576"/>
                    <a:pt x="101" y="560"/>
                  </a:cubicBezTo>
                  <a:cubicBezTo>
                    <a:pt x="239" y="507"/>
                    <a:pt x="388" y="459"/>
                    <a:pt x="522" y="406"/>
                  </a:cubicBezTo>
                  <a:cubicBezTo>
                    <a:pt x="845" y="289"/>
                    <a:pt x="1164" y="172"/>
                    <a:pt x="1483" y="55"/>
                  </a:cubicBezTo>
                  <a:cubicBezTo>
                    <a:pt x="1483" y="55"/>
                    <a:pt x="1499" y="55"/>
                    <a:pt x="1515" y="39"/>
                  </a:cubicBezTo>
                  <a:cubicBezTo>
                    <a:pt x="1523" y="31"/>
                    <a:pt x="1537" y="26"/>
                    <a:pt x="1552" y="26"/>
                  </a:cubicBezTo>
                  <a:cubicBezTo>
                    <a:pt x="1567" y="26"/>
                    <a:pt x="1584" y="31"/>
                    <a:pt x="1600" y="39"/>
                  </a:cubicBezTo>
                  <a:lnTo>
                    <a:pt x="1616" y="39"/>
                  </a:lnTo>
                  <a:lnTo>
                    <a:pt x="1616" y="22"/>
                  </a:lnTo>
                  <a:cubicBezTo>
                    <a:pt x="1595" y="7"/>
                    <a:pt x="157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0"/>
            <p:cNvSpPr/>
            <p:nvPr/>
          </p:nvSpPr>
          <p:spPr>
            <a:xfrm>
              <a:off x="1553570" y="3069039"/>
              <a:ext cx="5264" cy="65554"/>
            </a:xfrm>
            <a:custGeom>
              <a:rect b="b" l="l" r="r" t="t"/>
              <a:pathLst>
                <a:path extrusionOk="0" h="660" w="53">
                  <a:moveTo>
                    <a:pt x="37" y="1"/>
                  </a:moveTo>
                  <a:cubicBezTo>
                    <a:pt x="16" y="1"/>
                    <a:pt x="16" y="1"/>
                    <a:pt x="16" y="17"/>
                  </a:cubicBezTo>
                  <a:lnTo>
                    <a:pt x="16" y="255"/>
                  </a:lnTo>
                  <a:cubicBezTo>
                    <a:pt x="16" y="389"/>
                    <a:pt x="16" y="522"/>
                    <a:pt x="0" y="639"/>
                  </a:cubicBezTo>
                  <a:cubicBezTo>
                    <a:pt x="0" y="659"/>
                    <a:pt x="0" y="659"/>
                    <a:pt x="16" y="659"/>
                  </a:cubicBez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0"/>
            <p:cNvSpPr/>
            <p:nvPr/>
          </p:nvSpPr>
          <p:spPr>
            <a:xfrm>
              <a:off x="1739308" y="2282783"/>
              <a:ext cx="169051" cy="350220"/>
            </a:xfrm>
            <a:custGeom>
              <a:rect b="b" l="l" r="r" t="t"/>
              <a:pathLst>
                <a:path extrusionOk="0" h="3526" w="1702">
                  <a:moveTo>
                    <a:pt x="28" y="0"/>
                  </a:moveTo>
                  <a:cubicBezTo>
                    <a:pt x="26" y="0"/>
                    <a:pt x="22" y="2"/>
                    <a:pt x="17" y="7"/>
                  </a:cubicBezTo>
                  <a:cubicBezTo>
                    <a:pt x="17" y="7"/>
                    <a:pt x="1" y="7"/>
                    <a:pt x="1" y="23"/>
                  </a:cubicBezTo>
                  <a:cubicBezTo>
                    <a:pt x="49" y="209"/>
                    <a:pt x="166" y="359"/>
                    <a:pt x="287" y="496"/>
                  </a:cubicBezTo>
                  <a:cubicBezTo>
                    <a:pt x="336" y="561"/>
                    <a:pt x="388" y="629"/>
                    <a:pt x="437" y="698"/>
                  </a:cubicBezTo>
                  <a:cubicBezTo>
                    <a:pt x="691" y="1102"/>
                    <a:pt x="958" y="1506"/>
                    <a:pt x="1229" y="1890"/>
                  </a:cubicBezTo>
                  <a:cubicBezTo>
                    <a:pt x="1362" y="2075"/>
                    <a:pt x="1479" y="2277"/>
                    <a:pt x="1616" y="2463"/>
                  </a:cubicBezTo>
                  <a:cubicBezTo>
                    <a:pt x="1649" y="2516"/>
                    <a:pt x="1665" y="2580"/>
                    <a:pt x="1665" y="2665"/>
                  </a:cubicBezTo>
                  <a:cubicBezTo>
                    <a:pt x="1649" y="2782"/>
                    <a:pt x="1649" y="2900"/>
                    <a:pt x="1665" y="3001"/>
                  </a:cubicBezTo>
                  <a:cubicBezTo>
                    <a:pt x="1665" y="3122"/>
                    <a:pt x="1665" y="3239"/>
                    <a:pt x="1649" y="3356"/>
                  </a:cubicBezTo>
                  <a:lnTo>
                    <a:pt x="1649" y="3388"/>
                  </a:lnTo>
                  <a:cubicBezTo>
                    <a:pt x="1649" y="3425"/>
                    <a:pt x="1649" y="3473"/>
                    <a:pt x="1616" y="3506"/>
                  </a:cubicBezTo>
                  <a:lnTo>
                    <a:pt x="1616" y="3526"/>
                  </a:lnTo>
                  <a:lnTo>
                    <a:pt x="1633" y="3526"/>
                  </a:lnTo>
                  <a:cubicBezTo>
                    <a:pt x="1681" y="3473"/>
                    <a:pt x="1681" y="3425"/>
                    <a:pt x="1681" y="3388"/>
                  </a:cubicBezTo>
                  <a:lnTo>
                    <a:pt x="1681" y="3356"/>
                  </a:lnTo>
                  <a:cubicBezTo>
                    <a:pt x="1701" y="3239"/>
                    <a:pt x="1681" y="3122"/>
                    <a:pt x="1681" y="3001"/>
                  </a:cubicBezTo>
                  <a:lnTo>
                    <a:pt x="1681" y="2681"/>
                  </a:lnTo>
                  <a:cubicBezTo>
                    <a:pt x="1701" y="2580"/>
                    <a:pt x="1681" y="2516"/>
                    <a:pt x="1633" y="2447"/>
                  </a:cubicBezTo>
                  <a:cubicBezTo>
                    <a:pt x="1516" y="2261"/>
                    <a:pt x="1378" y="2075"/>
                    <a:pt x="1245" y="1890"/>
                  </a:cubicBezTo>
                  <a:cubicBezTo>
                    <a:pt x="994" y="1486"/>
                    <a:pt x="708" y="1102"/>
                    <a:pt x="453" y="698"/>
                  </a:cubicBezTo>
                  <a:cubicBezTo>
                    <a:pt x="405" y="613"/>
                    <a:pt x="352" y="544"/>
                    <a:pt x="304" y="476"/>
                  </a:cubicBezTo>
                  <a:cubicBezTo>
                    <a:pt x="186" y="342"/>
                    <a:pt x="85" y="193"/>
                    <a:pt x="33" y="7"/>
                  </a:cubicBezTo>
                  <a:cubicBezTo>
                    <a:pt x="33" y="7"/>
                    <a:pt x="33"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0"/>
            <p:cNvSpPr/>
            <p:nvPr/>
          </p:nvSpPr>
          <p:spPr>
            <a:xfrm>
              <a:off x="1643857" y="2515799"/>
              <a:ext cx="6853" cy="61879"/>
            </a:xfrm>
            <a:custGeom>
              <a:rect b="b" l="l" r="r" t="t"/>
              <a:pathLst>
                <a:path extrusionOk="0" h="623" w="69">
                  <a:moveTo>
                    <a:pt x="53" y="0"/>
                  </a:moveTo>
                  <a:cubicBezTo>
                    <a:pt x="53" y="0"/>
                    <a:pt x="37" y="0"/>
                    <a:pt x="37" y="16"/>
                  </a:cubicBezTo>
                  <a:cubicBezTo>
                    <a:pt x="16" y="101"/>
                    <a:pt x="16" y="202"/>
                    <a:pt x="16" y="287"/>
                  </a:cubicBezTo>
                  <a:lnTo>
                    <a:pt x="16" y="453"/>
                  </a:lnTo>
                  <a:lnTo>
                    <a:pt x="16" y="505"/>
                  </a:lnTo>
                  <a:cubicBezTo>
                    <a:pt x="16" y="537"/>
                    <a:pt x="37" y="574"/>
                    <a:pt x="16" y="606"/>
                  </a:cubicBezTo>
                  <a:cubicBezTo>
                    <a:pt x="0" y="606"/>
                    <a:pt x="0" y="622"/>
                    <a:pt x="16" y="622"/>
                  </a:cubicBezTo>
                  <a:lnTo>
                    <a:pt x="37" y="622"/>
                  </a:lnTo>
                  <a:cubicBezTo>
                    <a:pt x="53" y="590"/>
                    <a:pt x="53" y="537"/>
                    <a:pt x="53" y="505"/>
                  </a:cubicBezTo>
                  <a:lnTo>
                    <a:pt x="53" y="473"/>
                  </a:lnTo>
                  <a:lnTo>
                    <a:pt x="53" y="287"/>
                  </a:lnTo>
                  <a:cubicBezTo>
                    <a:pt x="53" y="202"/>
                    <a:pt x="53" y="101"/>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0"/>
            <p:cNvSpPr/>
            <p:nvPr/>
          </p:nvSpPr>
          <p:spPr>
            <a:xfrm>
              <a:off x="889881" y="2438723"/>
              <a:ext cx="5364" cy="58701"/>
            </a:xfrm>
            <a:custGeom>
              <a:rect b="b" l="l" r="r" t="t"/>
              <a:pathLst>
                <a:path extrusionOk="0" h="591" w="54">
                  <a:moveTo>
                    <a:pt x="17" y="1"/>
                  </a:moveTo>
                  <a:cubicBezTo>
                    <a:pt x="17" y="17"/>
                    <a:pt x="1" y="17"/>
                    <a:pt x="1" y="17"/>
                  </a:cubicBezTo>
                  <a:cubicBezTo>
                    <a:pt x="17" y="138"/>
                    <a:pt x="17" y="255"/>
                    <a:pt x="17" y="372"/>
                  </a:cubicBezTo>
                  <a:lnTo>
                    <a:pt x="17" y="574"/>
                  </a:lnTo>
                  <a:cubicBezTo>
                    <a:pt x="17" y="590"/>
                    <a:pt x="33" y="590"/>
                    <a:pt x="33" y="590"/>
                  </a:cubicBezTo>
                  <a:cubicBezTo>
                    <a:pt x="33" y="590"/>
                    <a:pt x="53" y="590"/>
                    <a:pt x="53" y="574"/>
                  </a:cubicBezTo>
                  <a:lnTo>
                    <a:pt x="53" y="372"/>
                  </a:lnTo>
                  <a:cubicBezTo>
                    <a:pt x="53" y="255"/>
                    <a:pt x="53" y="13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0"/>
            <p:cNvSpPr/>
            <p:nvPr/>
          </p:nvSpPr>
          <p:spPr>
            <a:xfrm>
              <a:off x="1523475" y="1582839"/>
              <a:ext cx="200736" cy="443089"/>
            </a:xfrm>
            <a:custGeom>
              <a:rect b="b" l="l" r="r" t="t"/>
              <a:pathLst>
                <a:path extrusionOk="0" h="4461" w="2021">
                  <a:moveTo>
                    <a:pt x="0" y="1"/>
                  </a:moveTo>
                  <a:cubicBezTo>
                    <a:pt x="0" y="134"/>
                    <a:pt x="69" y="219"/>
                    <a:pt x="117" y="304"/>
                  </a:cubicBezTo>
                  <a:cubicBezTo>
                    <a:pt x="154" y="336"/>
                    <a:pt x="170" y="352"/>
                    <a:pt x="186" y="389"/>
                  </a:cubicBezTo>
                  <a:cubicBezTo>
                    <a:pt x="723" y="1281"/>
                    <a:pt x="1265" y="2170"/>
                    <a:pt x="1802" y="3031"/>
                  </a:cubicBezTo>
                  <a:lnTo>
                    <a:pt x="1935" y="3265"/>
                  </a:lnTo>
                  <a:cubicBezTo>
                    <a:pt x="1972" y="3334"/>
                    <a:pt x="1988" y="3382"/>
                    <a:pt x="1988" y="3435"/>
                  </a:cubicBezTo>
                  <a:lnTo>
                    <a:pt x="1988" y="4311"/>
                  </a:lnTo>
                  <a:cubicBezTo>
                    <a:pt x="1988" y="4360"/>
                    <a:pt x="1988" y="4412"/>
                    <a:pt x="1955" y="4445"/>
                  </a:cubicBezTo>
                  <a:lnTo>
                    <a:pt x="1955" y="4461"/>
                  </a:lnTo>
                  <a:lnTo>
                    <a:pt x="1972" y="4461"/>
                  </a:lnTo>
                  <a:cubicBezTo>
                    <a:pt x="2004" y="4412"/>
                    <a:pt x="2020" y="4360"/>
                    <a:pt x="2020" y="4311"/>
                  </a:cubicBezTo>
                  <a:lnTo>
                    <a:pt x="2020" y="3435"/>
                  </a:lnTo>
                  <a:cubicBezTo>
                    <a:pt x="2020" y="3366"/>
                    <a:pt x="2004" y="3317"/>
                    <a:pt x="1972" y="3249"/>
                  </a:cubicBezTo>
                  <a:lnTo>
                    <a:pt x="1818" y="3015"/>
                  </a:lnTo>
                  <a:cubicBezTo>
                    <a:pt x="1281" y="2154"/>
                    <a:pt x="744" y="1261"/>
                    <a:pt x="202" y="373"/>
                  </a:cubicBezTo>
                  <a:cubicBezTo>
                    <a:pt x="186" y="336"/>
                    <a:pt x="170" y="320"/>
                    <a:pt x="154" y="288"/>
                  </a:cubicBezTo>
                  <a:cubicBezTo>
                    <a:pt x="85" y="203"/>
                    <a:pt x="16" y="118"/>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0"/>
            <p:cNvSpPr/>
            <p:nvPr/>
          </p:nvSpPr>
          <p:spPr>
            <a:xfrm>
              <a:off x="702554" y="2527420"/>
              <a:ext cx="5264" cy="85519"/>
            </a:xfrm>
            <a:custGeom>
              <a:rect b="b" l="l" r="r" t="t"/>
              <a:pathLst>
                <a:path extrusionOk="0" h="861" w="53">
                  <a:moveTo>
                    <a:pt x="20" y="0"/>
                  </a:moveTo>
                  <a:cubicBezTo>
                    <a:pt x="0" y="0"/>
                    <a:pt x="0" y="16"/>
                    <a:pt x="0" y="16"/>
                  </a:cubicBezTo>
                  <a:cubicBezTo>
                    <a:pt x="20" y="154"/>
                    <a:pt x="20" y="303"/>
                    <a:pt x="20" y="437"/>
                  </a:cubicBezTo>
                  <a:lnTo>
                    <a:pt x="20" y="691"/>
                  </a:lnTo>
                  <a:lnTo>
                    <a:pt x="20" y="792"/>
                  </a:lnTo>
                  <a:cubicBezTo>
                    <a:pt x="20" y="808"/>
                    <a:pt x="36" y="824"/>
                    <a:pt x="36" y="841"/>
                  </a:cubicBezTo>
                  <a:lnTo>
                    <a:pt x="36" y="861"/>
                  </a:lnTo>
                  <a:cubicBezTo>
                    <a:pt x="53" y="861"/>
                    <a:pt x="53" y="861"/>
                    <a:pt x="53" y="841"/>
                  </a:cubicBezTo>
                  <a:lnTo>
                    <a:pt x="53" y="792"/>
                  </a:lnTo>
                  <a:cubicBezTo>
                    <a:pt x="53" y="760"/>
                    <a:pt x="36" y="723"/>
                    <a:pt x="36" y="691"/>
                  </a:cubicBezTo>
                  <a:lnTo>
                    <a:pt x="36" y="437"/>
                  </a:lnTo>
                  <a:cubicBezTo>
                    <a:pt x="53" y="303"/>
                    <a:pt x="53" y="154"/>
                    <a:pt x="36" y="16"/>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0"/>
            <p:cNvSpPr/>
            <p:nvPr/>
          </p:nvSpPr>
          <p:spPr>
            <a:xfrm>
              <a:off x="1246160" y="3416975"/>
              <a:ext cx="257351" cy="197061"/>
            </a:xfrm>
            <a:custGeom>
              <a:rect b="b" l="l" r="r" t="t"/>
              <a:pathLst>
                <a:path extrusionOk="0" h="1984" w="2591">
                  <a:moveTo>
                    <a:pt x="1665" y="0"/>
                  </a:moveTo>
                  <a:lnTo>
                    <a:pt x="17" y="489"/>
                  </a:lnTo>
                  <a:lnTo>
                    <a:pt x="1" y="489"/>
                  </a:lnTo>
                  <a:lnTo>
                    <a:pt x="1" y="942"/>
                  </a:lnTo>
                  <a:cubicBezTo>
                    <a:pt x="1" y="1176"/>
                    <a:pt x="1" y="1414"/>
                    <a:pt x="17" y="1648"/>
                  </a:cubicBezTo>
                  <a:lnTo>
                    <a:pt x="33" y="1648"/>
                  </a:lnTo>
                  <a:cubicBezTo>
                    <a:pt x="17" y="1414"/>
                    <a:pt x="17" y="1176"/>
                    <a:pt x="33" y="942"/>
                  </a:cubicBezTo>
                  <a:lnTo>
                    <a:pt x="33" y="505"/>
                  </a:lnTo>
                  <a:lnTo>
                    <a:pt x="1665" y="16"/>
                  </a:lnTo>
                  <a:cubicBezTo>
                    <a:pt x="1681" y="49"/>
                    <a:pt x="1665" y="65"/>
                    <a:pt x="1665" y="85"/>
                  </a:cubicBezTo>
                  <a:cubicBezTo>
                    <a:pt x="1649" y="117"/>
                    <a:pt x="1633" y="134"/>
                    <a:pt x="1649" y="166"/>
                  </a:cubicBezTo>
                  <a:cubicBezTo>
                    <a:pt x="1799" y="267"/>
                    <a:pt x="1952" y="404"/>
                    <a:pt x="2085" y="521"/>
                  </a:cubicBezTo>
                  <a:cubicBezTo>
                    <a:pt x="2122" y="570"/>
                    <a:pt x="2170" y="606"/>
                    <a:pt x="2223" y="655"/>
                  </a:cubicBezTo>
                  <a:cubicBezTo>
                    <a:pt x="2255" y="691"/>
                    <a:pt x="2271" y="723"/>
                    <a:pt x="2271" y="772"/>
                  </a:cubicBezTo>
                  <a:cubicBezTo>
                    <a:pt x="2255" y="909"/>
                    <a:pt x="2255" y="1043"/>
                    <a:pt x="2255" y="1176"/>
                  </a:cubicBezTo>
                  <a:lnTo>
                    <a:pt x="2255" y="1515"/>
                  </a:lnTo>
                  <a:cubicBezTo>
                    <a:pt x="2239" y="1632"/>
                    <a:pt x="2271" y="1681"/>
                    <a:pt x="2356" y="1749"/>
                  </a:cubicBezTo>
                  <a:cubicBezTo>
                    <a:pt x="2372" y="1766"/>
                    <a:pt x="2404" y="1782"/>
                    <a:pt x="2425" y="1802"/>
                  </a:cubicBezTo>
                  <a:cubicBezTo>
                    <a:pt x="2489" y="1834"/>
                    <a:pt x="2558" y="1883"/>
                    <a:pt x="2574" y="1968"/>
                  </a:cubicBezTo>
                  <a:lnTo>
                    <a:pt x="2574" y="1984"/>
                  </a:lnTo>
                  <a:cubicBezTo>
                    <a:pt x="2590" y="1984"/>
                    <a:pt x="2590" y="1968"/>
                    <a:pt x="2590" y="1968"/>
                  </a:cubicBezTo>
                  <a:cubicBezTo>
                    <a:pt x="2574" y="1867"/>
                    <a:pt x="2505" y="1818"/>
                    <a:pt x="2441" y="1766"/>
                  </a:cubicBezTo>
                  <a:cubicBezTo>
                    <a:pt x="2404" y="1766"/>
                    <a:pt x="2388" y="1749"/>
                    <a:pt x="2372" y="1733"/>
                  </a:cubicBezTo>
                  <a:cubicBezTo>
                    <a:pt x="2287" y="1665"/>
                    <a:pt x="2271" y="1616"/>
                    <a:pt x="2271" y="1531"/>
                  </a:cubicBezTo>
                  <a:cubicBezTo>
                    <a:pt x="2287" y="1414"/>
                    <a:pt x="2287" y="1277"/>
                    <a:pt x="2287" y="1176"/>
                  </a:cubicBezTo>
                  <a:cubicBezTo>
                    <a:pt x="2287" y="1043"/>
                    <a:pt x="2287" y="909"/>
                    <a:pt x="2303" y="772"/>
                  </a:cubicBezTo>
                  <a:cubicBezTo>
                    <a:pt x="2303" y="723"/>
                    <a:pt x="2287" y="671"/>
                    <a:pt x="2239" y="639"/>
                  </a:cubicBezTo>
                  <a:cubicBezTo>
                    <a:pt x="2186" y="590"/>
                    <a:pt x="2138" y="554"/>
                    <a:pt x="2101" y="505"/>
                  </a:cubicBezTo>
                  <a:cubicBezTo>
                    <a:pt x="1968" y="388"/>
                    <a:pt x="1835" y="251"/>
                    <a:pt x="1665" y="150"/>
                  </a:cubicBezTo>
                  <a:cubicBezTo>
                    <a:pt x="1665" y="134"/>
                    <a:pt x="1665" y="117"/>
                    <a:pt x="1681" y="101"/>
                  </a:cubicBezTo>
                  <a:cubicBezTo>
                    <a:pt x="1698" y="85"/>
                    <a:pt x="1718" y="49"/>
                    <a:pt x="1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0"/>
            <p:cNvSpPr/>
            <p:nvPr/>
          </p:nvSpPr>
          <p:spPr>
            <a:xfrm>
              <a:off x="1289565" y="1711664"/>
              <a:ext cx="8443" cy="95253"/>
            </a:xfrm>
            <a:custGeom>
              <a:rect b="b" l="l" r="r" t="t"/>
              <a:pathLst>
                <a:path extrusionOk="0" h="959" w="85">
                  <a:moveTo>
                    <a:pt x="49" y="1"/>
                  </a:moveTo>
                  <a:cubicBezTo>
                    <a:pt x="16" y="287"/>
                    <a:pt x="0" y="623"/>
                    <a:pt x="49" y="958"/>
                  </a:cubicBezTo>
                  <a:lnTo>
                    <a:pt x="69" y="958"/>
                  </a:lnTo>
                  <a:cubicBezTo>
                    <a:pt x="69" y="958"/>
                    <a:pt x="85" y="958"/>
                    <a:pt x="85" y="942"/>
                  </a:cubicBezTo>
                  <a:cubicBezTo>
                    <a:pt x="16" y="623"/>
                    <a:pt x="49" y="287"/>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0"/>
            <p:cNvSpPr/>
            <p:nvPr/>
          </p:nvSpPr>
          <p:spPr>
            <a:xfrm>
              <a:off x="1765828" y="2207991"/>
              <a:ext cx="5264" cy="55523"/>
            </a:xfrm>
            <a:custGeom>
              <a:rect b="b" l="l" r="r" t="t"/>
              <a:pathLst>
                <a:path extrusionOk="0" h="559" w="53">
                  <a:moveTo>
                    <a:pt x="37" y="1"/>
                  </a:moveTo>
                  <a:lnTo>
                    <a:pt x="20" y="17"/>
                  </a:lnTo>
                  <a:cubicBezTo>
                    <a:pt x="0" y="138"/>
                    <a:pt x="0" y="239"/>
                    <a:pt x="20" y="356"/>
                  </a:cubicBezTo>
                  <a:lnTo>
                    <a:pt x="20" y="542"/>
                  </a:lnTo>
                  <a:cubicBezTo>
                    <a:pt x="0" y="558"/>
                    <a:pt x="20" y="558"/>
                    <a:pt x="20" y="558"/>
                  </a:cubicBezTo>
                  <a:lnTo>
                    <a:pt x="37" y="558"/>
                  </a:lnTo>
                  <a:lnTo>
                    <a:pt x="37" y="356"/>
                  </a:lnTo>
                  <a:cubicBezTo>
                    <a:pt x="37" y="239"/>
                    <a:pt x="37" y="138"/>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0"/>
            <p:cNvSpPr/>
            <p:nvPr/>
          </p:nvSpPr>
          <p:spPr>
            <a:xfrm>
              <a:off x="1520197" y="3027323"/>
              <a:ext cx="199147" cy="291022"/>
            </a:xfrm>
            <a:custGeom>
              <a:rect b="b" l="l" r="r" t="t"/>
              <a:pathLst>
                <a:path extrusionOk="0" h="2930" w="2005">
                  <a:moveTo>
                    <a:pt x="49" y="1"/>
                  </a:moveTo>
                  <a:cubicBezTo>
                    <a:pt x="17" y="33"/>
                    <a:pt x="17" y="69"/>
                    <a:pt x="17" y="102"/>
                  </a:cubicBezTo>
                  <a:lnTo>
                    <a:pt x="17" y="288"/>
                  </a:lnTo>
                  <a:lnTo>
                    <a:pt x="17" y="453"/>
                  </a:lnTo>
                  <a:cubicBezTo>
                    <a:pt x="1" y="591"/>
                    <a:pt x="1" y="724"/>
                    <a:pt x="33" y="841"/>
                  </a:cubicBezTo>
                  <a:cubicBezTo>
                    <a:pt x="86" y="958"/>
                    <a:pt x="203" y="1059"/>
                    <a:pt x="304" y="1160"/>
                  </a:cubicBezTo>
                  <a:cubicBezTo>
                    <a:pt x="352" y="1196"/>
                    <a:pt x="389" y="1245"/>
                    <a:pt x="437" y="1281"/>
                  </a:cubicBezTo>
                  <a:cubicBezTo>
                    <a:pt x="724" y="1584"/>
                    <a:pt x="1027" y="1903"/>
                    <a:pt x="1330" y="2206"/>
                  </a:cubicBezTo>
                  <a:lnTo>
                    <a:pt x="1665" y="2542"/>
                  </a:lnTo>
                  <a:cubicBezTo>
                    <a:pt x="1686" y="2574"/>
                    <a:pt x="1718" y="2610"/>
                    <a:pt x="1750" y="2627"/>
                  </a:cubicBezTo>
                  <a:cubicBezTo>
                    <a:pt x="1851" y="2728"/>
                    <a:pt x="1936" y="2796"/>
                    <a:pt x="1968" y="2930"/>
                  </a:cubicBezTo>
                  <a:lnTo>
                    <a:pt x="1988" y="2930"/>
                  </a:lnTo>
                  <a:cubicBezTo>
                    <a:pt x="1988" y="2930"/>
                    <a:pt x="2005" y="2930"/>
                    <a:pt x="2005" y="2913"/>
                  </a:cubicBezTo>
                  <a:cubicBezTo>
                    <a:pt x="1952" y="2776"/>
                    <a:pt x="1851" y="2695"/>
                    <a:pt x="1766" y="2610"/>
                  </a:cubicBezTo>
                  <a:cubicBezTo>
                    <a:pt x="1734" y="2594"/>
                    <a:pt x="1718" y="2558"/>
                    <a:pt x="1686" y="2526"/>
                  </a:cubicBezTo>
                  <a:lnTo>
                    <a:pt x="1346" y="2190"/>
                  </a:lnTo>
                  <a:cubicBezTo>
                    <a:pt x="1043" y="1887"/>
                    <a:pt x="756" y="1564"/>
                    <a:pt x="453" y="1261"/>
                  </a:cubicBezTo>
                  <a:cubicBezTo>
                    <a:pt x="421" y="1213"/>
                    <a:pt x="373" y="1180"/>
                    <a:pt x="320" y="1144"/>
                  </a:cubicBezTo>
                  <a:cubicBezTo>
                    <a:pt x="219" y="1043"/>
                    <a:pt x="118" y="942"/>
                    <a:pt x="70" y="825"/>
                  </a:cubicBezTo>
                  <a:cubicBezTo>
                    <a:pt x="17" y="724"/>
                    <a:pt x="33" y="591"/>
                    <a:pt x="33" y="453"/>
                  </a:cubicBezTo>
                  <a:cubicBezTo>
                    <a:pt x="49" y="405"/>
                    <a:pt x="49" y="336"/>
                    <a:pt x="49" y="288"/>
                  </a:cubicBezTo>
                  <a:lnTo>
                    <a:pt x="49" y="102"/>
                  </a:lnTo>
                  <a:cubicBezTo>
                    <a:pt x="49" y="69"/>
                    <a:pt x="49" y="3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0"/>
            <p:cNvSpPr/>
            <p:nvPr/>
          </p:nvSpPr>
          <p:spPr>
            <a:xfrm>
              <a:off x="608990" y="2074399"/>
              <a:ext cx="5364" cy="90386"/>
            </a:xfrm>
            <a:custGeom>
              <a:rect b="b" l="l" r="r" t="t"/>
              <a:pathLst>
                <a:path extrusionOk="0" h="910" w="54">
                  <a:moveTo>
                    <a:pt x="1" y="1"/>
                  </a:moveTo>
                  <a:lnTo>
                    <a:pt x="1" y="17"/>
                  </a:lnTo>
                  <a:cubicBezTo>
                    <a:pt x="17" y="134"/>
                    <a:pt x="17" y="251"/>
                    <a:pt x="17" y="372"/>
                  </a:cubicBezTo>
                  <a:cubicBezTo>
                    <a:pt x="17" y="453"/>
                    <a:pt x="1" y="538"/>
                    <a:pt x="17" y="606"/>
                  </a:cubicBezTo>
                  <a:lnTo>
                    <a:pt x="17" y="707"/>
                  </a:lnTo>
                  <a:cubicBezTo>
                    <a:pt x="1" y="776"/>
                    <a:pt x="1" y="841"/>
                    <a:pt x="17" y="893"/>
                  </a:cubicBezTo>
                  <a:lnTo>
                    <a:pt x="33" y="909"/>
                  </a:lnTo>
                  <a:cubicBezTo>
                    <a:pt x="53" y="909"/>
                    <a:pt x="53" y="893"/>
                    <a:pt x="53" y="893"/>
                  </a:cubicBezTo>
                  <a:cubicBezTo>
                    <a:pt x="33" y="825"/>
                    <a:pt x="33" y="776"/>
                    <a:pt x="33" y="707"/>
                  </a:cubicBezTo>
                  <a:lnTo>
                    <a:pt x="33" y="606"/>
                  </a:lnTo>
                  <a:lnTo>
                    <a:pt x="33" y="372"/>
                  </a:lnTo>
                  <a:cubicBezTo>
                    <a:pt x="33" y="251"/>
                    <a:pt x="33" y="134"/>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0"/>
            <p:cNvSpPr/>
            <p:nvPr/>
          </p:nvSpPr>
          <p:spPr>
            <a:xfrm>
              <a:off x="1254205" y="1746626"/>
              <a:ext cx="159019" cy="83930"/>
            </a:xfrm>
            <a:custGeom>
              <a:rect b="b" l="l" r="r" t="t"/>
              <a:pathLst>
                <a:path extrusionOk="0" h="845" w="1601">
                  <a:moveTo>
                    <a:pt x="1584" y="0"/>
                  </a:moveTo>
                  <a:cubicBezTo>
                    <a:pt x="1467" y="16"/>
                    <a:pt x="1366" y="85"/>
                    <a:pt x="1265" y="137"/>
                  </a:cubicBezTo>
                  <a:cubicBezTo>
                    <a:pt x="1233" y="170"/>
                    <a:pt x="1180" y="186"/>
                    <a:pt x="1148" y="218"/>
                  </a:cubicBezTo>
                  <a:cubicBezTo>
                    <a:pt x="877" y="356"/>
                    <a:pt x="590" y="505"/>
                    <a:pt x="324" y="642"/>
                  </a:cubicBezTo>
                  <a:cubicBezTo>
                    <a:pt x="223" y="707"/>
                    <a:pt x="122" y="760"/>
                    <a:pt x="1" y="824"/>
                  </a:cubicBezTo>
                  <a:lnTo>
                    <a:pt x="1" y="844"/>
                  </a:lnTo>
                  <a:lnTo>
                    <a:pt x="21" y="844"/>
                  </a:lnTo>
                  <a:cubicBezTo>
                    <a:pt x="122" y="776"/>
                    <a:pt x="239" y="723"/>
                    <a:pt x="340" y="675"/>
                  </a:cubicBezTo>
                  <a:cubicBezTo>
                    <a:pt x="607" y="521"/>
                    <a:pt x="877" y="372"/>
                    <a:pt x="1164" y="238"/>
                  </a:cubicBezTo>
                  <a:cubicBezTo>
                    <a:pt x="1196" y="218"/>
                    <a:pt x="1249" y="186"/>
                    <a:pt x="1281" y="170"/>
                  </a:cubicBezTo>
                  <a:cubicBezTo>
                    <a:pt x="1366" y="101"/>
                    <a:pt x="1467" y="53"/>
                    <a:pt x="1584" y="36"/>
                  </a:cubicBezTo>
                  <a:lnTo>
                    <a:pt x="1600" y="16"/>
                  </a:lnTo>
                  <a:lnTo>
                    <a:pt x="15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0"/>
            <p:cNvSpPr/>
            <p:nvPr/>
          </p:nvSpPr>
          <p:spPr>
            <a:xfrm>
              <a:off x="848164" y="3480344"/>
              <a:ext cx="354392" cy="223978"/>
            </a:xfrm>
            <a:custGeom>
              <a:rect b="b" l="l" r="r" t="t"/>
              <a:pathLst>
                <a:path extrusionOk="0" h="2255" w="3568">
                  <a:moveTo>
                    <a:pt x="3568" y="1"/>
                  </a:moveTo>
                  <a:cubicBezTo>
                    <a:pt x="3467" y="1"/>
                    <a:pt x="3382" y="17"/>
                    <a:pt x="3301" y="53"/>
                  </a:cubicBezTo>
                  <a:cubicBezTo>
                    <a:pt x="3281" y="53"/>
                    <a:pt x="3248" y="69"/>
                    <a:pt x="3216" y="85"/>
                  </a:cubicBezTo>
                  <a:cubicBezTo>
                    <a:pt x="2828" y="186"/>
                    <a:pt x="2440" y="304"/>
                    <a:pt x="2053" y="421"/>
                  </a:cubicBezTo>
                  <a:cubicBezTo>
                    <a:pt x="1786" y="505"/>
                    <a:pt x="1515" y="590"/>
                    <a:pt x="1245" y="675"/>
                  </a:cubicBezTo>
                  <a:cubicBezTo>
                    <a:pt x="1079" y="724"/>
                    <a:pt x="893" y="776"/>
                    <a:pt x="724" y="825"/>
                  </a:cubicBezTo>
                  <a:lnTo>
                    <a:pt x="170" y="978"/>
                  </a:lnTo>
                  <a:cubicBezTo>
                    <a:pt x="85" y="1010"/>
                    <a:pt x="1" y="1043"/>
                    <a:pt x="1" y="1164"/>
                  </a:cubicBezTo>
                  <a:cubicBezTo>
                    <a:pt x="17" y="1313"/>
                    <a:pt x="17" y="1447"/>
                    <a:pt x="1" y="1584"/>
                  </a:cubicBezTo>
                  <a:cubicBezTo>
                    <a:pt x="1" y="1802"/>
                    <a:pt x="1" y="2004"/>
                    <a:pt x="17" y="2222"/>
                  </a:cubicBezTo>
                  <a:lnTo>
                    <a:pt x="17" y="2239"/>
                  </a:lnTo>
                  <a:cubicBezTo>
                    <a:pt x="1" y="2255"/>
                    <a:pt x="17" y="2255"/>
                    <a:pt x="17" y="2255"/>
                  </a:cubicBezTo>
                  <a:lnTo>
                    <a:pt x="33" y="2255"/>
                  </a:lnTo>
                  <a:lnTo>
                    <a:pt x="33" y="2239"/>
                  </a:lnTo>
                  <a:cubicBezTo>
                    <a:pt x="49" y="2239"/>
                    <a:pt x="49" y="2239"/>
                    <a:pt x="49" y="2222"/>
                  </a:cubicBezTo>
                  <a:cubicBezTo>
                    <a:pt x="33" y="2004"/>
                    <a:pt x="33" y="1802"/>
                    <a:pt x="33" y="1584"/>
                  </a:cubicBezTo>
                  <a:lnTo>
                    <a:pt x="33" y="1164"/>
                  </a:lnTo>
                  <a:cubicBezTo>
                    <a:pt x="33" y="1063"/>
                    <a:pt x="102" y="1027"/>
                    <a:pt x="170" y="1010"/>
                  </a:cubicBezTo>
                  <a:cubicBezTo>
                    <a:pt x="352" y="962"/>
                    <a:pt x="538" y="893"/>
                    <a:pt x="724" y="841"/>
                  </a:cubicBezTo>
                  <a:cubicBezTo>
                    <a:pt x="893" y="792"/>
                    <a:pt x="1079" y="740"/>
                    <a:pt x="1261" y="691"/>
                  </a:cubicBezTo>
                  <a:cubicBezTo>
                    <a:pt x="1515" y="606"/>
                    <a:pt x="1786" y="538"/>
                    <a:pt x="2053" y="457"/>
                  </a:cubicBezTo>
                  <a:cubicBezTo>
                    <a:pt x="2440" y="336"/>
                    <a:pt x="2844" y="219"/>
                    <a:pt x="3232" y="102"/>
                  </a:cubicBezTo>
                  <a:cubicBezTo>
                    <a:pt x="3248" y="102"/>
                    <a:pt x="3281" y="85"/>
                    <a:pt x="3317" y="69"/>
                  </a:cubicBezTo>
                  <a:cubicBezTo>
                    <a:pt x="3402" y="53"/>
                    <a:pt x="3467" y="17"/>
                    <a:pt x="3568" y="17"/>
                  </a:cubicBez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0"/>
            <p:cNvSpPr/>
            <p:nvPr/>
          </p:nvSpPr>
          <p:spPr>
            <a:xfrm>
              <a:off x="1416701" y="3540138"/>
              <a:ext cx="53536" cy="37446"/>
            </a:xfrm>
            <a:custGeom>
              <a:rect b="b" l="l" r="r" t="t"/>
              <a:pathLst>
                <a:path extrusionOk="0" h="377" w="539">
                  <a:moveTo>
                    <a:pt x="42" y="0"/>
                  </a:moveTo>
                  <a:cubicBezTo>
                    <a:pt x="34" y="0"/>
                    <a:pt x="26" y="2"/>
                    <a:pt x="17" y="4"/>
                  </a:cubicBezTo>
                  <a:cubicBezTo>
                    <a:pt x="1" y="4"/>
                    <a:pt x="1" y="4"/>
                    <a:pt x="1" y="21"/>
                  </a:cubicBezTo>
                  <a:lnTo>
                    <a:pt x="17" y="21"/>
                  </a:lnTo>
                  <a:cubicBezTo>
                    <a:pt x="49" y="21"/>
                    <a:pt x="82" y="37"/>
                    <a:pt x="118" y="73"/>
                  </a:cubicBezTo>
                  <a:lnTo>
                    <a:pt x="134" y="89"/>
                  </a:lnTo>
                  <a:cubicBezTo>
                    <a:pt x="183" y="122"/>
                    <a:pt x="219" y="158"/>
                    <a:pt x="251" y="190"/>
                  </a:cubicBezTo>
                  <a:cubicBezTo>
                    <a:pt x="336" y="259"/>
                    <a:pt x="421" y="340"/>
                    <a:pt x="522" y="376"/>
                  </a:cubicBezTo>
                  <a:lnTo>
                    <a:pt x="538" y="376"/>
                  </a:lnTo>
                  <a:lnTo>
                    <a:pt x="538" y="360"/>
                  </a:lnTo>
                  <a:cubicBezTo>
                    <a:pt x="437" y="307"/>
                    <a:pt x="352" y="239"/>
                    <a:pt x="267" y="174"/>
                  </a:cubicBezTo>
                  <a:cubicBezTo>
                    <a:pt x="235" y="138"/>
                    <a:pt x="203" y="105"/>
                    <a:pt x="150" y="73"/>
                  </a:cubicBezTo>
                  <a:cubicBezTo>
                    <a:pt x="150" y="57"/>
                    <a:pt x="134" y="57"/>
                    <a:pt x="134" y="57"/>
                  </a:cubicBezTo>
                  <a:cubicBezTo>
                    <a:pt x="108" y="27"/>
                    <a:pt x="78"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0"/>
            <p:cNvSpPr/>
            <p:nvPr/>
          </p:nvSpPr>
          <p:spPr>
            <a:xfrm>
              <a:off x="1670675" y="2550662"/>
              <a:ext cx="6953" cy="62277"/>
            </a:xfrm>
            <a:custGeom>
              <a:rect b="b" l="l" r="r" t="t"/>
              <a:pathLst>
                <a:path extrusionOk="0" h="627" w="70">
                  <a:moveTo>
                    <a:pt x="49" y="1"/>
                  </a:moveTo>
                  <a:cubicBezTo>
                    <a:pt x="49" y="1"/>
                    <a:pt x="33" y="1"/>
                    <a:pt x="33" y="21"/>
                  </a:cubicBezTo>
                  <a:cubicBezTo>
                    <a:pt x="17" y="102"/>
                    <a:pt x="17" y="203"/>
                    <a:pt x="17" y="287"/>
                  </a:cubicBezTo>
                  <a:cubicBezTo>
                    <a:pt x="17" y="340"/>
                    <a:pt x="33" y="405"/>
                    <a:pt x="17" y="457"/>
                  </a:cubicBezTo>
                  <a:lnTo>
                    <a:pt x="17" y="506"/>
                  </a:lnTo>
                  <a:cubicBezTo>
                    <a:pt x="33" y="542"/>
                    <a:pt x="33" y="574"/>
                    <a:pt x="17" y="607"/>
                  </a:cubicBezTo>
                  <a:cubicBezTo>
                    <a:pt x="1" y="607"/>
                    <a:pt x="17" y="627"/>
                    <a:pt x="17" y="627"/>
                  </a:cubicBezTo>
                  <a:lnTo>
                    <a:pt x="33" y="627"/>
                  </a:lnTo>
                  <a:cubicBezTo>
                    <a:pt x="49" y="574"/>
                    <a:pt x="49" y="542"/>
                    <a:pt x="49" y="506"/>
                  </a:cubicBezTo>
                  <a:lnTo>
                    <a:pt x="49" y="457"/>
                  </a:lnTo>
                  <a:lnTo>
                    <a:pt x="49" y="287"/>
                  </a:lnTo>
                  <a:cubicBezTo>
                    <a:pt x="49" y="203"/>
                    <a:pt x="49" y="102"/>
                    <a:pt x="70" y="21"/>
                  </a:cubicBezTo>
                  <a:cubicBezTo>
                    <a:pt x="70" y="2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0"/>
            <p:cNvSpPr/>
            <p:nvPr/>
          </p:nvSpPr>
          <p:spPr>
            <a:xfrm>
              <a:off x="1291154" y="2253382"/>
              <a:ext cx="5264" cy="83532"/>
            </a:xfrm>
            <a:custGeom>
              <a:rect b="b" l="l" r="r" t="t"/>
              <a:pathLst>
                <a:path extrusionOk="0" h="841" w="53">
                  <a:moveTo>
                    <a:pt x="0" y="0"/>
                  </a:moveTo>
                  <a:lnTo>
                    <a:pt x="0" y="16"/>
                  </a:lnTo>
                  <a:cubicBezTo>
                    <a:pt x="16" y="150"/>
                    <a:pt x="16" y="303"/>
                    <a:pt x="0" y="436"/>
                  </a:cubicBezTo>
                  <a:lnTo>
                    <a:pt x="0" y="691"/>
                  </a:lnTo>
                  <a:lnTo>
                    <a:pt x="0" y="723"/>
                  </a:lnTo>
                  <a:cubicBezTo>
                    <a:pt x="0" y="756"/>
                    <a:pt x="0" y="808"/>
                    <a:pt x="16" y="840"/>
                  </a:cubicBezTo>
                  <a:lnTo>
                    <a:pt x="33" y="840"/>
                  </a:lnTo>
                  <a:cubicBezTo>
                    <a:pt x="53" y="840"/>
                    <a:pt x="53" y="840"/>
                    <a:pt x="53" y="824"/>
                  </a:cubicBezTo>
                  <a:cubicBezTo>
                    <a:pt x="33" y="792"/>
                    <a:pt x="33" y="756"/>
                    <a:pt x="33" y="723"/>
                  </a:cubicBezTo>
                  <a:lnTo>
                    <a:pt x="33" y="691"/>
                  </a:lnTo>
                  <a:lnTo>
                    <a:pt x="33" y="436"/>
                  </a:lnTo>
                  <a:cubicBezTo>
                    <a:pt x="33" y="287"/>
                    <a:pt x="33" y="150"/>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0"/>
            <p:cNvSpPr/>
            <p:nvPr/>
          </p:nvSpPr>
          <p:spPr>
            <a:xfrm>
              <a:off x="2080390" y="2978753"/>
              <a:ext cx="8542" cy="50258"/>
            </a:xfrm>
            <a:custGeom>
              <a:rect b="b" l="l" r="r" t="t"/>
              <a:pathLst>
                <a:path extrusionOk="0" h="506" w="86">
                  <a:moveTo>
                    <a:pt x="85" y="1"/>
                  </a:moveTo>
                  <a:cubicBezTo>
                    <a:pt x="65" y="1"/>
                    <a:pt x="65" y="1"/>
                    <a:pt x="65" y="17"/>
                  </a:cubicBezTo>
                  <a:cubicBezTo>
                    <a:pt x="17" y="70"/>
                    <a:pt x="33" y="134"/>
                    <a:pt x="33" y="203"/>
                  </a:cubicBezTo>
                  <a:lnTo>
                    <a:pt x="33" y="304"/>
                  </a:lnTo>
                  <a:lnTo>
                    <a:pt x="33" y="356"/>
                  </a:lnTo>
                  <a:cubicBezTo>
                    <a:pt x="33" y="405"/>
                    <a:pt x="33" y="457"/>
                    <a:pt x="0" y="490"/>
                  </a:cubicBezTo>
                  <a:cubicBezTo>
                    <a:pt x="0" y="490"/>
                    <a:pt x="0" y="506"/>
                    <a:pt x="17" y="506"/>
                  </a:cubicBezTo>
                  <a:lnTo>
                    <a:pt x="33" y="506"/>
                  </a:lnTo>
                  <a:cubicBezTo>
                    <a:pt x="49" y="457"/>
                    <a:pt x="49" y="405"/>
                    <a:pt x="49" y="356"/>
                  </a:cubicBezTo>
                  <a:cubicBezTo>
                    <a:pt x="49" y="336"/>
                    <a:pt x="49" y="320"/>
                    <a:pt x="65" y="304"/>
                  </a:cubicBezTo>
                  <a:cubicBezTo>
                    <a:pt x="65" y="272"/>
                    <a:pt x="65" y="235"/>
                    <a:pt x="49" y="203"/>
                  </a:cubicBezTo>
                  <a:cubicBezTo>
                    <a:pt x="49" y="134"/>
                    <a:pt x="49" y="86"/>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0"/>
            <p:cNvSpPr/>
            <p:nvPr/>
          </p:nvSpPr>
          <p:spPr>
            <a:xfrm>
              <a:off x="1180804" y="3677008"/>
              <a:ext cx="3278" cy="57410"/>
            </a:xfrm>
            <a:custGeom>
              <a:rect b="b" l="l" r="r" t="t"/>
              <a:pathLst>
                <a:path extrusionOk="0" h="578" w="33">
                  <a:moveTo>
                    <a:pt x="12" y="1"/>
                  </a:moveTo>
                  <a:cubicBezTo>
                    <a:pt x="9" y="1"/>
                    <a:pt x="6" y="3"/>
                    <a:pt x="0" y="8"/>
                  </a:cubicBezTo>
                  <a:cubicBezTo>
                    <a:pt x="17" y="125"/>
                    <a:pt x="17" y="242"/>
                    <a:pt x="17" y="360"/>
                  </a:cubicBezTo>
                  <a:cubicBezTo>
                    <a:pt x="0" y="428"/>
                    <a:pt x="0" y="497"/>
                    <a:pt x="17" y="561"/>
                  </a:cubicBezTo>
                  <a:lnTo>
                    <a:pt x="17" y="578"/>
                  </a:lnTo>
                  <a:cubicBezTo>
                    <a:pt x="33" y="578"/>
                    <a:pt x="33" y="578"/>
                    <a:pt x="33" y="561"/>
                  </a:cubicBezTo>
                  <a:lnTo>
                    <a:pt x="33" y="360"/>
                  </a:lnTo>
                  <a:cubicBezTo>
                    <a:pt x="33" y="242"/>
                    <a:pt x="33" y="12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0"/>
            <p:cNvSpPr/>
            <p:nvPr/>
          </p:nvSpPr>
          <p:spPr>
            <a:xfrm>
              <a:off x="1287876" y="2948657"/>
              <a:ext cx="4966" cy="97239"/>
            </a:xfrm>
            <a:custGeom>
              <a:rect b="b" l="l" r="r" t="t"/>
              <a:pathLst>
                <a:path extrusionOk="0" h="979" w="50">
                  <a:moveTo>
                    <a:pt x="17" y="1"/>
                  </a:moveTo>
                  <a:lnTo>
                    <a:pt x="1" y="17"/>
                  </a:lnTo>
                  <a:cubicBezTo>
                    <a:pt x="17" y="134"/>
                    <a:pt x="17" y="272"/>
                    <a:pt x="17" y="389"/>
                  </a:cubicBezTo>
                  <a:lnTo>
                    <a:pt x="17" y="575"/>
                  </a:lnTo>
                  <a:lnTo>
                    <a:pt x="17" y="841"/>
                  </a:lnTo>
                  <a:lnTo>
                    <a:pt x="17" y="962"/>
                  </a:lnTo>
                  <a:cubicBezTo>
                    <a:pt x="17" y="979"/>
                    <a:pt x="17" y="979"/>
                    <a:pt x="33" y="979"/>
                  </a:cubicBezTo>
                  <a:lnTo>
                    <a:pt x="33" y="962"/>
                  </a:lnTo>
                  <a:lnTo>
                    <a:pt x="33" y="841"/>
                  </a:lnTo>
                  <a:lnTo>
                    <a:pt x="33" y="575"/>
                  </a:lnTo>
                  <a:lnTo>
                    <a:pt x="33" y="389"/>
                  </a:lnTo>
                  <a:cubicBezTo>
                    <a:pt x="49" y="272"/>
                    <a:pt x="49" y="134"/>
                    <a:pt x="33" y="17"/>
                  </a:cubicBezTo>
                  <a:cubicBezTo>
                    <a:pt x="17" y="17"/>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0"/>
            <p:cNvSpPr/>
            <p:nvPr/>
          </p:nvSpPr>
          <p:spPr>
            <a:xfrm>
              <a:off x="2010167" y="3553745"/>
              <a:ext cx="4867" cy="55523"/>
            </a:xfrm>
            <a:custGeom>
              <a:rect b="b" l="l" r="r" t="t"/>
              <a:pathLst>
                <a:path extrusionOk="0" h="559" w="49">
                  <a:moveTo>
                    <a:pt x="33" y="1"/>
                  </a:moveTo>
                  <a:cubicBezTo>
                    <a:pt x="33" y="1"/>
                    <a:pt x="33" y="21"/>
                    <a:pt x="17" y="21"/>
                  </a:cubicBezTo>
                  <a:cubicBezTo>
                    <a:pt x="0" y="102"/>
                    <a:pt x="0" y="187"/>
                    <a:pt x="17" y="288"/>
                  </a:cubicBezTo>
                  <a:cubicBezTo>
                    <a:pt x="17" y="372"/>
                    <a:pt x="17" y="457"/>
                    <a:pt x="0" y="542"/>
                  </a:cubicBezTo>
                  <a:lnTo>
                    <a:pt x="0" y="558"/>
                  </a:lnTo>
                  <a:lnTo>
                    <a:pt x="17" y="558"/>
                  </a:lnTo>
                  <a:lnTo>
                    <a:pt x="17" y="542"/>
                  </a:lnTo>
                  <a:cubicBezTo>
                    <a:pt x="49" y="457"/>
                    <a:pt x="33" y="372"/>
                    <a:pt x="33" y="271"/>
                  </a:cubicBezTo>
                  <a:cubicBezTo>
                    <a:pt x="33" y="203"/>
                    <a:pt x="33" y="102"/>
                    <a:pt x="49" y="21"/>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0"/>
            <p:cNvSpPr/>
            <p:nvPr/>
          </p:nvSpPr>
          <p:spPr>
            <a:xfrm>
              <a:off x="1033505" y="2539041"/>
              <a:ext cx="8542" cy="83930"/>
            </a:xfrm>
            <a:custGeom>
              <a:rect b="b" l="l" r="r" t="t"/>
              <a:pathLst>
                <a:path extrusionOk="0" h="845" w="86">
                  <a:moveTo>
                    <a:pt x="21" y="0"/>
                  </a:moveTo>
                  <a:cubicBezTo>
                    <a:pt x="1" y="0"/>
                    <a:pt x="1" y="17"/>
                    <a:pt x="1" y="17"/>
                  </a:cubicBezTo>
                  <a:cubicBezTo>
                    <a:pt x="37" y="53"/>
                    <a:pt x="37" y="101"/>
                    <a:pt x="37" y="154"/>
                  </a:cubicBezTo>
                  <a:lnTo>
                    <a:pt x="37" y="707"/>
                  </a:lnTo>
                  <a:lnTo>
                    <a:pt x="37" y="724"/>
                  </a:lnTo>
                  <a:cubicBezTo>
                    <a:pt x="37" y="760"/>
                    <a:pt x="37" y="808"/>
                    <a:pt x="70" y="845"/>
                  </a:cubicBezTo>
                  <a:lnTo>
                    <a:pt x="86" y="845"/>
                  </a:lnTo>
                  <a:lnTo>
                    <a:pt x="86" y="825"/>
                  </a:lnTo>
                  <a:cubicBezTo>
                    <a:pt x="53" y="792"/>
                    <a:pt x="53" y="760"/>
                    <a:pt x="53" y="724"/>
                  </a:cubicBezTo>
                  <a:lnTo>
                    <a:pt x="53" y="707"/>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0"/>
            <p:cNvSpPr/>
            <p:nvPr/>
          </p:nvSpPr>
          <p:spPr>
            <a:xfrm>
              <a:off x="1923059" y="2555926"/>
              <a:ext cx="145809" cy="305822"/>
            </a:xfrm>
            <a:custGeom>
              <a:rect b="b" l="l" r="r" t="t"/>
              <a:pathLst>
                <a:path extrusionOk="0" h="3079" w="1468">
                  <a:moveTo>
                    <a:pt x="17" y="0"/>
                  </a:moveTo>
                  <a:lnTo>
                    <a:pt x="1" y="16"/>
                  </a:lnTo>
                  <a:cubicBezTo>
                    <a:pt x="1" y="117"/>
                    <a:pt x="69" y="186"/>
                    <a:pt x="118" y="251"/>
                  </a:cubicBezTo>
                  <a:cubicBezTo>
                    <a:pt x="134" y="271"/>
                    <a:pt x="134" y="287"/>
                    <a:pt x="154" y="303"/>
                  </a:cubicBezTo>
                  <a:cubicBezTo>
                    <a:pt x="288" y="489"/>
                    <a:pt x="405" y="675"/>
                    <a:pt x="522" y="857"/>
                  </a:cubicBezTo>
                  <a:cubicBezTo>
                    <a:pt x="591" y="958"/>
                    <a:pt x="659" y="1059"/>
                    <a:pt x="724" y="1160"/>
                  </a:cubicBezTo>
                  <a:cubicBezTo>
                    <a:pt x="962" y="1499"/>
                    <a:pt x="1164" y="1818"/>
                    <a:pt x="1382" y="2121"/>
                  </a:cubicBezTo>
                  <a:cubicBezTo>
                    <a:pt x="1415" y="2169"/>
                    <a:pt x="1431" y="2222"/>
                    <a:pt x="1431" y="2307"/>
                  </a:cubicBezTo>
                  <a:lnTo>
                    <a:pt x="1431" y="2541"/>
                  </a:lnTo>
                  <a:cubicBezTo>
                    <a:pt x="1431" y="2711"/>
                    <a:pt x="1415" y="2876"/>
                    <a:pt x="1431" y="3030"/>
                  </a:cubicBezTo>
                  <a:lnTo>
                    <a:pt x="1431" y="3046"/>
                  </a:lnTo>
                  <a:lnTo>
                    <a:pt x="1415" y="3062"/>
                  </a:lnTo>
                  <a:lnTo>
                    <a:pt x="1415" y="3078"/>
                  </a:lnTo>
                  <a:lnTo>
                    <a:pt x="1431" y="3078"/>
                  </a:lnTo>
                  <a:lnTo>
                    <a:pt x="1447" y="3062"/>
                  </a:lnTo>
                  <a:cubicBezTo>
                    <a:pt x="1447" y="3062"/>
                    <a:pt x="1467" y="3046"/>
                    <a:pt x="1467" y="3030"/>
                  </a:cubicBezTo>
                  <a:cubicBezTo>
                    <a:pt x="1447" y="2860"/>
                    <a:pt x="1447" y="2711"/>
                    <a:pt x="1447" y="2541"/>
                  </a:cubicBezTo>
                  <a:lnTo>
                    <a:pt x="1447" y="2307"/>
                  </a:lnTo>
                  <a:cubicBezTo>
                    <a:pt x="1447" y="2222"/>
                    <a:pt x="1431" y="2153"/>
                    <a:pt x="1399" y="2105"/>
                  </a:cubicBezTo>
                  <a:cubicBezTo>
                    <a:pt x="1197" y="1802"/>
                    <a:pt x="978" y="1483"/>
                    <a:pt x="740" y="1143"/>
                  </a:cubicBezTo>
                  <a:cubicBezTo>
                    <a:pt x="675" y="1042"/>
                    <a:pt x="623" y="941"/>
                    <a:pt x="558" y="840"/>
                  </a:cubicBezTo>
                  <a:cubicBezTo>
                    <a:pt x="421" y="675"/>
                    <a:pt x="304" y="473"/>
                    <a:pt x="187" y="303"/>
                  </a:cubicBezTo>
                  <a:cubicBezTo>
                    <a:pt x="170" y="271"/>
                    <a:pt x="154" y="251"/>
                    <a:pt x="134" y="234"/>
                  </a:cubicBezTo>
                  <a:cubicBezTo>
                    <a:pt x="86" y="170"/>
                    <a:pt x="33" y="101"/>
                    <a:pt x="33" y="16"/>
                  </a:cubicBezTo>
                  <a:cubicBezTo>
                    <a:pt x="33" y="16"/>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0"/>
            <p:cNvSpPr/>
            <p:nvPr/>
          </p:nvSpPr>
          <p:spPr>
            <a:xfrm>
              <a:off x="2095190" y="3522061"/>
              <a:ext cx="5364" cy="48669"/>
            </a:xfrm>
            <a:custGeom>
              <a:rect b="b" l="l" r="r" t="t"/>
              <a:pathLst>
                <a:path extrusionOk="0" h="490" w="54">
                  <a:moveTo>
                    <a:pt x="53" y="1"/>
                  </a:moveTo>
                  <a:cubicBezTo>
                    <a:pt x="37" y="1"/>
                    <a:pt x="37" y="1"/>
                    <a:pt x="37" y="17"/>
                  </a:cubicBezTo>
                  <a:cubicBezTo>
                    <a:pt x="17" y="85"/>
                    <a:pt x="17" y="170"/>
                    <a:pt x="17" y="255"/>
                  </a:cubicBezTo>
                  <a:cubicBezTo>
                    <a:pt x="17" y="320"/>
                    <a:pt x="17" y="405"/>
                    <a:pt x="1" y="473"/>
                  </a:cubicBezTo>
                  <a:cubicBezTo>
                    <a:pt x="1" y="489"/>
                    <a:pt x="1" y="489"/>
                    <a:pt x="17" y="489"/>
                  </a:cubicBezTo>
                  <a:lnTo>
                    <a:pt x="37" y="473"/>
                  </a:lnTo>
                  <a:cubicBezTo>
                    <a:pt x="53" y="405"/>
                    <a:pt x="53" y="320"/>
                    <a:pt x="53" y="255"/>
                  </a:cubicBezTo>
                  <a:cubicBezTo>
                    <a:pt x="37" y="170"/>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0"/>
            <p:cNvSpPr/>
            <p:nvPr/>
          </p:nvSpPr>
          <p:spPr>
            <a:xfrm>
              <a:off x="1408258" y="2731235"/>
              <a:ext cx="6555" cy="90386"/>
            </a:xfrm>
            <a:custGeom>
              <a:rect b="b" l="l" r="r" t="t"/>
              <a:pathLst>
                <a:path extrusionOk="0" h="910" w="66">
                  <a:moveTo>
                    <a:pt x="66" y="0"/>
                  </a:moveTo>
                  <a:cubicBezTo>
                    <a:pt x="49" y="0"/>
                    <a:pt x="49" y="21"/>
                    <a:pt x="49" y="21"/>
                  </a:cubicBezTo>
                  <a:cubicBezTo>
                    <a:pt x="17" y="170"/>
                    <a:pt x="33" y="324"/>
                    <a:pt x="33" y="473"/>
                  </a:cubicBezTo>
                  <a:lnTo>
                    <a:pt x="33" y="728"/>
                  </a:lnTo>
                  <a:lnTo>
                    <a:pt x="33" y="744"/>
                  </a:lnTo>
                  <a:cubicBezTo>
                    <a:pt x="33" y="792"/>
                    <a:pt x="33" y="845"/>
                    <a:pt x="1" y="893"/>
                  </a:cubicBezTo>
                  <a:cubicBezTo>
                    <a:pt x="1" y="893"/>
                    <a:pt x="1" y="909"/>
                    <a:pt x="17" y="909"/>
                  </a:cubicBezTo>
                  <a:lnTo>
                    <a:pt x="33" y="909"/>
                  </a:lnTo>
                  <a:cubicBezTo>
                    <a:pt x="49" y="861"/>
                    <a:pt x="49" y="808"/>
                    <a:pt x="49" y="744"/>
                  </a:cubicBezTo>
                  <a:lnTo>
                    <a:pt x="49" y="728"/>
                  </a:lnTo>
                  <a:cubicBezTo>
                    <a:pt x="66" y="643"/>
                    <a:pt x="49" y="558"/>
                    <a:pt x="49" y="473"/>
                  </a:cubicBezTo>
                  <a:cubicBezTo>
                    <a:pt x="49" y="324"/>
                    <a:pt x="49" y="170"/>
                    <a:pt x="66" y="21"/>
                  </a:cubicBezTo>
                  <a:lnTo>
                    <a:pt x="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0"/>
            <p:cNvSpPr/>
            <p:nvPr/>
          </p:nvSpPr>
          <p:spPr>
            <a:xfrm>
              <a:off x="1247848" y="2874561"/>
              <a:ext cx="168952" cy="191399"/>
            </a:xfrm>
            <a:custGeom>
              <a:rect b="b" l="l" r="r" t="t"/>
              <a:pathLst>
                <a:path extrusionOk="0" h="1927" w="1701">
                  <a:moveTo>
                    <a:pt x="1686" y="1"/>
                  </a:moveTo>
                  <a:cubicBezTo>
                    <a:pt x="1683" y="1"/>
                    <a:pt x="1681" y="2"/>
                    <a:pt x="1681" y="8"/>
                  </a:cubicBezTo>
                  <a:cubicBezTo>
                    <a:pt x="1479" y="93"/>
                    <a:pt x="1277" y="173"/>
                    <a:pt x="1075" y="242"/>
                  </a:cubicBezTo>
                  <a:cubicBezTo>
                    <a:pt x="974" y="274"/>
                    <a:pt x="873" y="311"/>
                    <a:pt x="772" y="343"/>
                  </a:cubicBezTo>
                  <a:cubicBezTo>
                    <a:pt x="570" y="428"/>
                    <a:pt x="351" y="513"/>
                    <a:pt x="117" y="597"/>
                  </a:cubicBezTo>
                  <a:cubicBezTo>
                    <a:pt x="32" y="614"/>
                    <a:pt x="0" y="662"/>
                    <a:pt x="16" y="763"/>
                  </a:cubicBezTo>
                  <a:lnTo>
                    <a:pt x="16" y="1183"/>
                  </a:lnTo>
                  <a:cubicBezTo>
                    <a:pt x="0" y="1405"/>
                    <a:pt x="0" y="1624"/>
                    <a:pt x="32" y="1858"/>
                  </a:cubicBezTo>
                  <a:cubicBezTo>
                    <a:pt x="32" y="1858"/>
                    <a:pt x="32" y="1874"/>
                    <a:pt x="16" y="1890"/>
                  </a:cubicBezTo>
                  <a:lnTo>
                    <a:pt x="0" y="1910"/>
                  </a:lnTo>
                  <a:lnTo>
                    <a:pt x="0" y="1927"/>
                  </a:lnTo>
                  <a:lnTo>
                    <a:pt x="16" y="1927"/>
                  </a:lnTo>
                  <a:lnTo>
                    <a:pt x="32" y="1910"/>
                  </a:lnTo>
                  <a:cubicBezTo>
                    <a:pt x="49" y="1890"/>
                    <a:pt x="65" y="1874"/>
                    <a:pt x="65" y="1842"/>
                  </a:cubicBezTo>
                  <a:cubicBezTo>
                    <a:pt x="32" y="1624"/>
                    <a:pt x="32" y="1405"/>
                    <a:pt x="32" y="1183"/>
                  </a:cubicBezTo>
                  <a:cubicBezTo>
                    <a:pt x="32" y="1050"/>
                    <a:pt x="49" y="900"/>
                    <a:pt x="32" y="747"/>
                  </a:cubicBezTo>
                  <a:cubicBezTo>
                    <a:pt x="32" y="678"/>
                    <a:pt x="49" y="646"/>
                    <a:pt x="117" y="614"/>
                  </a:cubicBezTo>
                  <a:cubicBezTo>
                    <a:pt x="368" y="529"/>
                    <a:pt x="590" y="460"/>
                    <a:pt x="792" y="375"/>
                  </a:cubicBezTo>
                  <a:cubicBezTo>
                    <a:pt x="873" y="343"/>
                    <a:pt x="974" y="311"/>
                    <a:pt x="1075" y="258"/>
                  </a:cubicBezTo>
                  <a:cubicBezTo>
                    <a:pt x="1277" y="194"/>
                    <a:pt x="1499" y="109"/>
                    <a:pt x="1701" y="24"/>
                  </a:cubicBezTo>
                  <a:lnTo>
                    <a:pt x="1701" y="8"/>
                  </a:lnTo>
                  <a:cubicBezTo>
                    <a:pt x="1701" y="8"/>
                    <a:pt x="1692" y="1"/>
                    <a:pt x="1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0"/>
            <p:cNvSpPr/>
            <p:nvPr/>
          </p:nvSpPr>
          <p:spPr>
            <a:xfrm>
              <a:off x="1521886" y="2350026"/>
              <a:ext cx="200636" cy="343168"/>
            </a:xfrm>
            <a:custGeom>
              <a:rect b="b" l="l" r="r" t="t"/>
              <a:pathLst>
                <a:path extrusionOk="0" h="3455" w="2020">
                  <a:moveTo>
                    <a:pt x="53" y="1"/>
                  </a:moveTo>
                  <a:cubicBezTo>
                    <a:pt x="32" y="21"/>
                    <a:pt x="0" y="53"/>
                    <a:pt x="0" y="86"/>
                  </a:cubicBezTo>
                  <a:lnTo>
                    <a:pt x="0" y="223"/>
                  </a:lnTo>
                  <a:lnTo>
                    <a:pt x="0" y="728"/>
                  </a:lnTo>
                  <a:cubicBezTo>
                    <a:pt x="0" y="793"/>
                    <a:pt x="53" y="845"/>
                    <a:pt x="85" y="894"/>
                  </a:cubicBezTo>
                  <a:cubicBezTo>
                    <a:pt x="101" y="910"/>
                    <a:pt x="117" y="930"/>
                    <a:pt x="117" y="930"/>
                  </a:cubicBezTo>
                  <a:cubicBezTo>
                    <a:pt x="335" y="1233"/>
                    <a:pt x="574" y="1516"/>
                    <a:pt x="792" y="1802"/>
                  </a:cubicBezTo>
                  <a:cubicBezTo>
                    <a:pt x="1010" y="2089"/>
                    <a:pt x="1244" y="2392"/>
                    <a:pt x="1467" y="2679"/>
                  </a:cubicBezTo>
                  <a:cubicBezTo>
                    <a:pt x="1499" y="2728"/>
                    <a:pt x="1547" y="2780"/>
                    <a:pt x="1584" y="2829"/>
                  </a:cubicBezTo>
                  <a:cubicBezTo>
                    <a:pt x="1701" y="2982"/>
                    <a:pt x="1802" y="3132"/>
                    <a:pt x="1935" y="3285"/>
                  </a:cubicBezTo>
                  <a:cubicBezTo>
                    <a:pt x="1971" y="3301"/>
                    <a:pt x="1971" y="3334"/>
                    <a:pt x="1988" y="3386"/>
                  </a:cubicBezTo>
                  <a:lnTo>
                    <a:pt x="1988" y="3455"/>
                  </a:lnTo>
                  <a:lnTo>
                    <a:pt x="2004" y="3455"/>
                  </a:lnTo>
                  <a:cubicBezTo>
                    <a:pt x="2020" y="3455"/>
                    <a:pt x="2020" y="3455"/>
                    <a:pt x="2020" y="3434"/>
                  </a:cubicBezTo>
                  <a:cubicBezTo>
                    <a:pt x="2020" y="3418"/>
                    <a:pt x="2004" y="3402"/>
                    <a:pt x="2004" y="3386"/>
                  </a:cubicBezTo>
                  <a:cubicBezTo>
                    <a:pt x="2004" y="3334"/>
                    <a:pt x="1988" y="3285"/>
                    <a:pt x="1951" y="3269"/>
                  </a:cubicBezTo>
                  <a:cubicBezTo>
                    <a:pt x="1834" y="3115"/>
                    <a:pt x="1717" y="2966"/>
                    <a:pt x="1600" y="2812"/>
                  </a:cubicBezTo>
                  <a:cubicBezTo>
                    <a:pt x="1568" y="2764"/>
                    <a:pt x="1531" y="2711"/>
                    <a:pt x="1483" y="2663"/>
                  </a:cubicBezTo>
                  <a:cubicBezTo>
                    <a:pt x="1265" y="2376"/>
                    <a:pt x="1042" y="2073"/>
                    <a:pt x="824" y="1786"/>
                  </a:cubicBezTo>
                  <a:cubicBezTo>
                    <a:pt x="590" y="1499"/>
                    <a:pt x="372" y="1213"/>
                    <a:pt x="133" y="910"/>
                  </a:cubicBezTo>
                  <a:cubicBezTo>
                    <a:pt x="133" y="910"/>
                    <a:pt x="117" y="894"/>
                    <a:pt x="117" y="877"/>
                  </a:cubicBezTo>
                  <a:cubicBezTo>
                    <a:pt x="69" y="845"/>
                    <a:pt x="32" y="793"/>
                    <a:pt x="32" y="728"/>
                  </a:cubicBezTo>
                  <a:lnTo>
                    <a:pt x="32" y="223"/>
                  </a:lnTo>
                  <a:lnTo>
                    <a:pt x="32" y="86"/>
                  </a:lnTo>
                  <a:cubicBezTo>
                    <a:pt x="32" y="69"/>
                    <a:pt x="53" y="37"/>
                    <a:pt x="69" y="21"/>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0"/>
            <p:cNvSpPr/>
            <p:nvPr/>
          </p:nvSpPr>
          <p:spPr>
            <a:xfrm>
              <a:off x="610678" y="2896909"/>
              <a:ext cx="1689" cy="57112"/>
            </a:xfrm>
            <a:custGeom>
              <a:rect b="b" l="l" r="r" t="t"/>
              <a:pathLst>
                <a:path extrusionOk="0" h="575" w="17">
                  <a:moveTo>
                    <a:pt x="0" y="1"/>
                  </a:moveTo>
                  <a:lnTo>
                    <a:pt x="0" y="17"/>
                  </a:lnTo>
                  <a:lnTo>
                    <a:pt x="0" y="554"/>
                  </a:lnTo>
                  <a:lnTo>
                    <a:pt x="0" y="574"/>
                  </a:lnTo>
                  <a:cubicBezTo>
                    <a:pt x="16" y="574"/>
                    <a:pt x="16" y="554"/>
                    <a:pt x="16" y="554"/>
                  </a:cubicBezTo>
                  <a:lnTo>
                    <a:pt x="16" y="17"/>
                  </a:lnTo>
                  <a:cubicBezTo>
                    <a:pt x="16" y="17"/>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0"/>
            <p:cNvSpPr/>
            <p:nvPr/>
          </p:nvSpPr>
          <p:spPr>
            <a:xfrm>
              <a:off x="1742487" y="1791918"/>
              <a:ext cx="167462" cy="394519"/>
            </a:xfrm>
            <a:custGeom>
              <a:rect b="b" l="l" r="r" t="t"/>
              <a:pathLst>
                <a:path extrusionOk="0" h="3972" w="1686">
                  <a:moveTo>
                    <a:pt x="17" y="1"/>
                  </a:moveTo>
                  <a:cubicBezTo>
                    <a:pt x="1" y="1"/>
                    <a:pt x="1" y="1"/>
                    <a:pt x="1" y="17"/>
                  </a:cubicBezTo>
                  <a:cubicBezTo>
                    <a:pt x="1" y="134"/>
                    <a:pt x="70" y="235"/>
                    <a:pt x="134" y="320"/>
                  </a:cubicBezTo>
                  <a:cubicBezTo>
                    <a:pt x="171" y="352"/>
                    <a:pt x="187" y="388"/>
                    <a:pt x="203" y="437"/>
                  </a:cubicBezTo>
                  <a:cubicBezTo>
                    <a:pt x="474" y="893"/>
                    <a:pt x="740" y="1362"/>
                    <a:pt x="1011" y="1818"/>
                  </a:cubicBezTo>
                  <a:cubicBezTo>
                    <a:pt x="1128" y="2004"/>
                    <a:pt x="1245" y="2206"/>
                    <a:pt x="1346" y="2388"/>
                  </a:cubicBezTo>
                  <a:cubicBezTo>
                    <a:pt x="1383" y="2441"/>
                    <a:pt x="1399" y="2489"/>
                    <a:pt x="1431" y="2525"/>
                  </a:cubicBezTo>
                  <a:cubicBezTo>
                    <a:pt x="1467" y="2610"/>
                    <a:pt x="1516" y="2691"/>
                    <a:pt x="1568" y="2760"/>
                  </a:cubicBezTo>
                  <a:cubicBezTo>
                    <a:pt x="1617" y="2845"/>
                    <a:pt x="1633" y="2929"/>
                    <a:pt x="1633" y="3030"/>
                  </a:cubicBezTo>
                  <a:lnTo>
                    <a:pt x="1633" y="3281"/>
                  </a:lnTo>
                  <a:cubicBezTo>
                    <a:pt x="1633" y="3434"/>
                    <a:pt x="1649" y="3584"/>
                    <a:pt x="1617" y="3721"/>
                  </a:cubicBezTo>
                  <a:cubicBezTo>
                    <a:pt x="1601" y="3770"/>
                    <a:pt x="1617" y="3838"/>
                    <a:pt x="1649" y="3887"/>
                  </a:cubicBezTo>
                  <a:cubicBezTo>
                    <a:pt x="1649" y="3903"/>
                    <a:pt x="1649" y="3939"/>
                    <a:pt x="1669" y="3955"/>
                  </a:cubicBezTo>
                  <a:cubicBezTo>
                    <a:pt x="1669" y="3955"/>
                    <a:pt x="1669" y="3972"/>
                    <a:pt x="1685" y="3972"/>
                  </a:cubicBezTo>
                  <a:lnTo>
                    <a:pt x="1685" y="3955"/>
                  </a:lnTo>
                  <a:cubicBezTo>
                    <a:pt x="1685" y="3923"/>
                    <a:pt x="1669" y="3903"/>
                    <a:pt x="1669" y="3871"/>
                  </a:cubicBezTo>
                  <a:cubicBezTo>
                    <a:pt x="1649" y="3822"/>
                    <a:pt x="1633" y="3770"/>
                    <a:pt x="1633" y="3721"/>
                  </a:cubicBezTo>
                  <a:cubicBezTo>
                    <a:pt x="1669" y="3584"/>
                    <a:pt x="1669" y="3434"/>
                    <a:pt x="1669" y="3281"/>
                  </a:cubicBezTo>
                  <a:cubicBezTo>
                    <a:pt x="1669" y="3196"/>
                    <a:pt x="1649" y="3115"/>
                    <a:pt x="1669" y="3030"/>
                  </a:cubicBezTo>
                  <a:cubicBezTo>
                    <a:pt x="1669" y="2913"/>
                    <a:pt x="1649" y="2828"/>
                    <a:pt x="1584" y="2744"/>
                  </a:cubicBezTo>
                  <a:cubicBezTo>
                    <a:pt x="1532" y="2675"/>
                    <a:pt x="1500" y="2590"/>
                    <a:pt x="1447" y="2525"/>
                  </a:cubicBezTo>
                  <a:cubicBezTo>
                    <a:pt x="1431" y="2473"/>
                    <a:pt x="1399" y="2424"/>
                    <a:pt x="1383" y="2372"/>
                  </a:cubicBezTo>
                  <a:cubicBezTo>
                    <a:pt x="1265" y="2186"/>
                    <a:pt x="1144" y="1984"/>
                    <a:pt x="1043" y="1802"/>
                  </a:cubicBezTo>
                  <a:cubicBezTo>
                    <a:pt x="777" y="1346"/>
                    <a:pt x="490" y="873"/>
                    <a:pt x="235" y="421"/>
                  </a:cubicBezTo>
                  <a:cubicBezTo>
                    <a:pt x="203" y="388"/>
                    <a:pt x="187" y="336"/>
                    <a:pt x="154" y="304"/>
                  </a:cubicBezTo>
                  <a:cubicBezTo>
                    <a:pt x="86" y="219"/>
                    <a:pt x="17"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0"/>
            <p:cNvSpPr/>
            <p:nvPr/>
          </p:nvSpPr>
          <p:spPr>
            <a:xfrm>
              <a:off x="1553570" y="2226465"/>
              <a:ext cx="5264" cy="63469"/>
            </a:xfrm>
            <a:custGeom>
              <a:rect b="b" l="l" r="r" t="t"/>
              <a:pathLst>
                <a:path extrusionOk="0" h="639" w="53">
                  <a:moveTo>
                    <a:pt x="37" y="1"/>
                  </a:moveTo>
                  <a:cubicBezTo>
                    <a:pt x="0" y="102"/>
                    <a:pt x="16" y="203"/>
                    <a:pt x="16" y="304"/>
                  </a:cubicBezTo>
                  <a:lnTo>
                    <a:pt x="16" y="489"/>
                  </a:lnTo>
                  <a:lnTo>
                    <a:pt x="16" y="538"/>
                  </a:lnTo>
                  <a:cubicBezTo>
                    <a:pt x="16" y="574"/>
                    <a:pt x="16" y="607"/>
                    <a:pt x="0" y="623"/>
                  </a:cubicBezTo>
                  <a:lnTo>
                    <a:pt x="0" y="639"/>
                  </a:lnTo>
                  <a:lnTo>
                    <a:pt x="16" y="639"/>
                  </a:lnTo>
                  <a:cubicBezTo>
                    <a:pt x="53" y="607"/>
                    <a:pt x="37" y="574"/>
                    <a:pt x="37" y="538"/>
                  </a:cubicBezTo>
                  <a:lnTo>
                    <a:pt x="37" y="506"/>
                  </a:lnTo>
                  <a:lnTo>
                    <a:pt x="37" y="304"/>
                  </a:lnTo>
                  <a:cubicBezTo>
                    <a:pt x="37" y="203"/>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0"/>
            <p:cNvSpPr/>
            <p:nvPr/>
          </p:nvSpPr>
          <p:spPr>
            <a:xfrm>
              <a:off x="1643857" y="2355290"/>
              <a:ext cx="6853" cy="61879"/>
            </a:xfrm>
            <a:custGeom>
              <a:rect b="b" l="l" r="r" t="t"/>
              <a:pathLst>
                <a:path extrusionOk="0" h="623" w="69">
                  <a:moveTo>
                    <a:pt x="53" y="0"/>
                  </a:moveTo>
                  <a:cubicBezTo>
                    <a:pt x="53" y="0"/>
                    <a:pt x="37" y="0"/>
                    <a:pt x="37" y="16"/>
                  </a:cubicBezTo>
                  <a:cubicBezTo>
                    <a:pt x="16" y="101"/>
                    <a:pt x="16" y="202"/>
                    <a:pt x="16" y="287"/>
                  </a:cubicBezTo>
                  <a:lnTo>
                    <a:pt x="16" y="473"/>
                  </a:lnTo>
                  <a:lnTo>
                    <a:pt x="16" y="521"/>
                  </a:lnTo>
                  <a:cubicBezTo>
                    <a:pt x="16" y="538"/>
                    <a:pt x="37" y="574"/>
                    <a:pt x="16" y="606"/>
                  </a:cubicBezTo>
                  <a:cubicBezTo>
                    <a:pt x="0" y="606"/>
                    <a:pt x="0" y="606"/>
                    <a:pt x="16" y="622"/>
                  </a:cubicBezTo>
                  <a:lnTo>
                    <a:pt x="37" y="606"/>
                  </a:lnTo>
                  <a:cubicBezTo>
                    <a:pt x="53" y="574"/>
                    <a:pt x="53" y="538"/>
                    <a:pt x="53" y="505"/>
                  </a:cubicBezTo>
                  <a:lnTo>
                    <a:pt x="53" y="473"/>
                  </a:lnTo>
                  <a:lnTo>
                    <a:pt x="53" y="287"/>
                  </a:lnTo>
                  <a:cubicBezTo>
                    <a:pt x="53" y="202"/>
                    <a:pt x="53" y="101"/>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0"/>
            <p:cNvSpPr/>
            <p:nvPr/>
          </p:nvSpPr>
          <p:spPr>
            <a:xfrm>
              <a:off x="869817" y="2978753"/>
              <a:ext cx="334328" cy="219210"/>
            </a:xfrm>
            <a:custGeom>
              <a:rect b="b" l="l" r="r" t="t"/>
              <a:pathLst>
                <a:path extrusionOk="0" h="2207" w="3366">
                  <a:moveTo>
                    <a:pt x="3350" y="1"/>
                  </a:moveTo>
                  <a:cubicBezTo>
                    <a:pt x="3200" y="33"/>
                    <a:pt x="3063" y="86"/>
                    <a:pt x="2929" y="154"/>
                  </a:cubicBezTo>
                  <a:cubicBezTo>
                    <a:pt x="2881" y="171"/>
                    <a:pt x="2828" y="187"/>
                    <a:pt x="2780" y="203"/>
                  </a:cubicBezTo>
                  <a:cubicBezTo>
                    <a:pt x="2392" y="356"/>
                    <a:pt x="2004" y="490"/>
                    <a:pt x="1633" y="639"/>
                  </a:cubicBezTo>
                  <a:cubicBezTo>
                    <a:pt x="1415" y="724"/>
                    <a:pt x="1180" y="809"/>
                    <a:pt x="962" y="894"/>
                  </a:cubicBezTo>
                  <a:cubicBezTo>
                    <a:pt x="792" y="962"/>
                    <a:pt x="623" y="1011"/>
                    <a:pt x="473" y="1080"/>
                  </a:cubicBezTo>
                  <a:cubicBezTo>
                    <a:pt x="356" y="1128"/>
                    <a:pt x="235" y="1164"/>
                    <a:pt x="118" y="1213"/>
                  </a:cubicBezTo>
                  <a:cubicBezTo>
                    <a:pt x="33" y="1245"/>
                    <a:pt x="1" y="1298"/>
                    <a:pt x="1" y="1383"/>
                  </a:cubicBezTo>
                  <a:cubicBezTo>
                    <a:pt x="17" y="1568"/>
                    <a:pt x="1" y="1734"/>
                    <a:pt x="1" y="1920"/>
                  </a:cubicBezTo>
                  <a:lnTo>
                    <a:pt x="1" y="2053"/>
                  </a:lnTo>
                  <a:cubicBezTo>
                    <a:pt x="1" y="2106"/>
                    <a:pt x="1" y="2154"/>
                    <a:pt x="33" y="2207"/>
                  </a:cubicBezTo>
                  <a:lnTo>
                    <a:pt x="53" y="2207"/>
                  </a:lnTo>
                  <a:cubicBezTo>
                    <a:pt x="69" y="2207"/>
                    <a:pt x="69" y="2190"/>
                    <a:pt x="53" y="2190"/>
                  </a:cubicBezTo>
                  <a:cubicBezTo>
                    <a:pt x="33" y="2138"/>
                    <a:pt x="33" y="2106"/>
                    <a:pt x="33" y="2053"/>
                  </a:cubicBezTo>
                  <a:lnTo>
                    <a:pt x="33" y="1920"/>
                  </a:lnTo>
                  <a:lnTo>
                    <a:pt x="33" y="1383"/>
                  </a:lnTo>
                  <a:cubicBezTo>
                    <a:pt x="33" y="1298"/>
                    <a:pt x="53" y="1265"/>
                    <a:pt x="134" y="1229"/>
                  </a:cubicBezTo>
                  <a:cubicBezTo>
                    <a:pt x="255" y="1197"/>
                    <a:pt x="356" y="1144"/>
                    <a:pt x="473" y="1112"/>
                  </a:cubicBezTo>
                  <a:cubicBezTo>
                    <a:pt x="639" y="1043"/>
                    <a:pt x="809" y="979"/>
                    <a:pt x="978" y="926"/>
                  </a:cubicBezTo>
                  <a:cubicBezTo>
                    <a:pt x="1196" y="841"/>
                    <a:pt x="1415" y="740"/>
                    <a:pt x="1649" y="659"/>
                  </a:cubicBezTo>
                  <a:cubicBezTo>
                    <a:pt x="2020" y="522"/>
                    <a:pt x="2408" y="373"/>
                    <a:pt x="2780" y="235"/>
                  </a:cubicBezTo>
                  <a:cubicBezTo>
                    <a:pt x="2828" y="219"/>
                    <a:pt x="2897" y="187"/>
                    <a:pt x="2946" y="171"/>
                  </a:cubicBezTo>
                  <a:cubicBezTo>
                    <a:pt x="3083" y="118"/>
                    <a:pt x="3216" y="53"/>
                    <a:pt x="3366" y="33"/>
                  </a:cubicBezTo>
                  <a:lnTo>
                    <a:pt x="3366" y="17"/>
                  </a:lnTo>
                  <a:cubicBezTo>
                    <a:pt x="3366" y="1"/>
                    <a:pt x="3366" y="1"/>
                    <a:pt x="33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0"/>
            <p:cNvSpPr/>
            <p:nvPr/>
          </p:nvSpPr>
          <p:spPr>
            <a:xfrm>
              <a:off x="1257880" y="1238579"/>
              <a:ext cx="160509" cy="204014"/>
            </a:xfrm>
            <a:custGeom>
              <a:rect b="b" l="l" r="r" t="t"/>
              <a:pathLst>
                <a:path extrusionOk="0" h="2054" w="1616">
                  <a:moveTo>
                    <a:pt x="1600" y="1"/>
                  </a:moveTo>
                  <a:lnTo>
                    <a:pt x="1277" y="183"/>
                  </a:lnTo>
                  <a:cubicBezTo>
                    <a:pt x="994" y="352"/>
                    <a:pt x="707" y="522"/>
                    <a:pt x="436" y="688"/>
                  </a:cubicBezTo>
                  <a:cubicBezTo>
                    <a:pt x="388" y="724"/>
                    <a:pt x="351" y="740"/>
                    <a:pt x="319" y="772"/>
                  </a:cubicBezTo>
                  <a:cubicBezTo>
                    <a:pt x="250" y="809"/>
                    <a:pt x="186" y="857"/>
                    <a:pt x="101" y="890"/>
                  </a:cubicBezTo>
                  <a:cubicBezTo>
                    <a:pt x="32" y="926"/>
                    <a:pt x="0" y="974"/>
                    <a:pt x="0" y="1043"/>
                  </a:cubicBezTo>
                  <a:lnTo>
                    <a:pt x="0" y="1968"/>
                  </a:lnTo>
                  <a:cubicBezTo>
                    <a:pt x="0" y="1984"/>
                    <a:pt x="16" y="2001"/>
                    <a:pt x="16" y="2021"/>
                  </a:cubicBezTo>
                  <a:cubicBezTo>
                    <a:pt x="32" y="2037"/>
                    <a:pt x="32" y="2037"/>
                    <a:pt x="32" y="2053"/>
                  </a:cubicBezTo>
                  <a:lnTo>
                    <a:pt x="48" y="2053"/>
                  </a:lnTo>
                  <a:cubicBezTo>
                    <a:pt x="48" y="2053"/>
                    <a:pt x="65" y="2037"/>
                    <a:pt x="48" y="2037"/>
                  </a:cubicBezTo>
                  <a:lnTo>
                    <a:pt x="48" y="2021"/>
                  </a:lnTo>
                  <a:cubicBezTo>
                    <a:pt x="32" y="2001"/>
                    <a:pt x="32" y="1984"/>
                    <a:pt x="32" y="1968"/>
                  </a:cubicBezTo>
                  <a:lnTo>
                    <a:pt x="32" y="1043"/>
                  </a:lnTo>
                  <a:cubicBezTo>
                    <a:pt x="32" y="974"/>
                    <a:pt x="48" y="942"/>
                    <a:pt x="117" y="910"/>
                  </a:cubicBezTo>
                  <a:cubicBezTo>
                    <a:pt x="186" y="873"/>
                    <a:pt x="250" y="841"/>
                    <a:pt x="319" y="789"/>
                  </a:cubicBezTo>
                  <a:cubicBezTo>
                    <a:pt x="368" y="756"/>
                    <a:pt x="404" y="740"/>
                    <a:pt x="436" y="708"/>
                  </a:cubicBezTo>
                  <a:cubicBezTo>
                    <a:pt x="723" y="538"/>
                    <a:pt x="1010" y="385"/>
                    <a:pt x="1297" y="219"/>
                  </a:cubicBezTo>
                  <a:lnTo>
                    <a:pt x="1600" y="33"/>
                  </a:lnTo>
                  <a:cubicBezTo>
                    <a:pt x="1616" y="17"/>
                    <a:pt x="1616" y="17"/>
                    <a:pt x="1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0"/>
            <p:cNvSpPr/>
            <p:nvPr/>
          </p:nvSpPr>
          <p:spPr>
            <a:xfrm>
              <a:off x="871406" y="1393923"/>
              <a:ext cx="339592" cy="280891"/>
            </a:xfrm>
            <a:custGeom>
              <a:rect b="b" l="l" r="r" t="t"/>
              <a:pathLst>
                <a:path extrusionOk="0" h="2828" w="3419">
                  <a:moveTo>
                    <a:pt x="3402" y="0"/>
                  </a:moveTo>
                  <a:cubicBezTo>
                    <a:pt x="3233" y="69"/>
                    <a:pt x="3083" y="170"/>
                    <a:pt x="2930" y="255"/>
                  </a:cubicBezTo>
                  <a:cubicBezTo>
                    <a:pt x="2881" y="303"/>
                    <a:pt x="2812" y="336"/>
                    <a:pt x="2764" y="372"/>
                  </a:cubicBezTo>
                  <a:cubicBezTo>
                    <a:pt x="2174" y="707"/>
                    <a:pt x="1601" y="1042"/>
                    <a:pt x="1047" y="1382"/>
                  </a:cubicBezTo>
                  <a:lnTo>
                    <a:pt x="623" y="1632"/>
                  </a:lnTo>
                  <a:cubicBezTo>
                    <a:pt x="558" y="1669"/>
                    <a:pt x="490" y="1701"/>
                    <a:pt x="421" y="1733"/>
                  </a:cubicBezTo>
                  <a:cubicBezTo>
                    <a:pt x="320" y="1802"/>
                    <a:pt x="203" y="1887"/>
                    <a:pt x="69" y="1951"/>
                  </a:cubicBezTo>
                  <a:cubicBezTo>
                    <a:pt x="37" y="1972"/>
                    <a:pt x="1" y="1988"/>
                    <a:pt x="1" y="2036"/>
                  </a:cubicBezTo>
                  <a:lnTo>
                    <a:pt x="1" y="2323"/>
                  </a:lnTo>
                  <a:cubicBezTo>
                    <a:pt x="1" y="2493"/>
                    <a:pt x="1" y="2658"/>
                    <a:pt x="17" y="2812"/>
                  </a:cubicBezTo>
                  <a:cubicBezTo>
                    <a:pt x="17" y="2828"/>
                    <a:pt x="17" y="2828"/>
                    <a:pt x="37" y="2828"/>
                  </a:cubicBezTo>
                  <a:lnTo>
                    <a:pt x="53" y="2812"/>
                  </a:lnTo>
                  <a:cubicBezTo>
                    <a:pt x="17" y="2658"/>
                    <a:pt x="37" y="2493"/>
                    <a:pt x="37" y="2323"/>
                  </a:cubicBezTo>
                  <a:lnTo>
                    <a:pt x="37" y="2036"/>
                  </a:lnTo>
                  <a:cubicBezTo>
                    <a:pt x="37" y="2004"/>
                    <a:pt x="53" y="1988"/>
                    <a:pt x="86" y="1972"/>
                  </a:cubicBezTo>
                  <a:cubicBezTo>
                    <a:pt x="203" y="1903"/>
                    <a:pt x="320" y="1834"/>
                    <a:pt x="441" y="1770"/>
                  </a:cubicBezTo>
                  <a:cubicBezTo>
                    <a:pt x="506" y="1717"/>
                    <a:pt x="574" y="1685"/>
                    <a:pt x="623" y="1648"/>
                  </a:cubicBezTo>
                  <a:lnTo>
                    <a:pt x="1047" y="1398"/>
                  </a:lnTo>
                  <a:cubicBezTo>
                    <a:pt x="1617" y="1079"/>
                    <a:pt x="2190" y="723"/>
                    <a:pt x="2764" y="388"/>
                  </a:cubicBezTo>
                  <a:cubicBezTo>
                    <a:pt x="2829" y="356"/>
                    <a:pt x="2897" y="319"/>
                    <a:pt x="2946" y="287"/>
                  </a:cubicBezTo>
                  <a:cubicBezTo>
                    <a:pt x="3099" y="186"/>
                    <a:pt x="3249" y="101"/>
                    <a:pt x="3418" y="33"/>
                  </a:cubicBezTo>
                  <a:lnTo>
                    <a:pt x="3418" y="16"/>
                  </a:lnTo>
                  <a:cubicBezTo>
                    <a:pt x="3418" y="0"/>
                    <a:pt x="3402" y="0"/>
                    <a:pt x="3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0"/>
            <p:cNvSpPr/>
            <p:nvPr/>
          </p:nvSpPr>
          <p:spPr>
            <a:xfrm>
              <a:off x="936861" y="2418659"/>
              <a:ext cx="4867" cy="83930"/>
            </a:xfrm>
            <a:custGeom>
              <a:rect b="b" l="l" r="r" t="t"/>
              <a:pathLst>
                <a:path extrusionOk="0" h="845" w="49">
                  <a:moveTo>
                    <a:pt x="0" y="1"/>
                  </a:moveTo>
                  <a:lnTo>
                    <a:pt x="0" y="17"/>
                  </a:lnTo>
                  <a:cubicBezTo>
                    <a:pt x="16" y="154"/>
                    <a:pt x="16" y="287"/>
                    <a:pt x="0" y="421"/>
                  </a:cubicBezTo>
                  <a:lnTo>
                    <a:pt x="0" y="691"/>
                  </a:lnTo>
                  <a:cubicBezTo>
                    <a:pt x="16" y="691"/>
                    <a:pt x="0" y="707"/>
                    <a:pt x="0" y="724"/>
                  </a:cubicBezTo>
                  <a:cubicBezTo>
                    <a:pt x="0" y="760"/>
                    <a:pt x="0" y="808"/>
                    <a:pt x="33" y="845"/>
                  </a:cubicBezTo>
                  <a:lnTo>
                    <a:pt x="49" y="845"/>
                  </a:lnTo>
                  <a:lnTo>
                    <a:pt x="49" y="825"/>
                  </a:lnTo>
                  <a:cubicBezTo>
                    <a:pt x="33" y="792"/>
                    <a:pt x="33" y="760"/>
                    <a:pt x="33" y="724"/>
                  </a:cubicBezTo>
                  <a:lnTo>
                    <a:pt x="33" y="691"/>
                  </a:lnTo>
                  <a:lnTo>
                    <a:pt x="33" y="421"/>
                  </a:lnTo>
                  <a:cubicBezTo>
                    <a:pt x="33" y="287"/>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0"/>
            <p:cNvSpPr/>
            <p:nvPr/>
          </p:nvSpPr>
          <p:spPr>
            <a:xfrm>
              <a:off x="687655" y="2637770"/>
              <a:ext cx="127335" cy="135678"/>
            </a:xfrm>
            <a:custGeom>
              <a:rect b="b" l="l" r="r" t="t"/>
              <a:pathLst>
                <a:path extrusionOk="0" h="1366" w="1282">
                  <a:moveTo>
                    <a:pt x="1261" y="0"/>
                  </a:moveTo>
                  <a:cubicBezTo>
                    <a:pt x="1128" y="53"/>
                    <a:pt x="978" y="117"/>
                    <a:pt x="841" y="186"/>
                  </a:cubicBezTo>
                  <a:cubicBezTo>
                    <a:pt x="740" y="235"/>
                    <a:pt x="639" y="271"/>
                    <a:pt x="538" y="319"/>
                  </a:cubicBezTo>
                  <a:cubicBezTo>
                    <a:pt x="421" y="356"/>
                    <a:pt x="304" y="420"/>
                    <a:pt x="203" y="473"/>
                  </a:cubicBezTo>
                  <a:cubicBezTo>
                    <a:pt x="170" y="489"/>
                    <a:pt x="150" y="489"/>
                    <a:pt x="118" y="505"/>
                  </a:cubicBezTo>
                  <a:lnTo>
                    <a:pt x="102" y="505"/>
                  </a:lnTo>
                  <a:cubicBezTo>
                    <a:pt x="69" y="537"/>
                    <a:pt x="1" y="558"/>
                    <a:pt x="1" y="622"/>
                  </a:cubicBezTo>
                  <a:lnTo>
                    <a:pt x="1" y="877"/>
                  </a:lnTo>
                  <a:cubicBezTo>
                    <a:pt x="1" y="1026"/>
                    <a:pt x="1" y="1196"/>
                    <a:pt x="17" y="1366"/>
                  </a:cubicBezTo>
                  <a:lnTo>
                    <a:pt x="33" y="1366"/>
                  </a:lnTo>
                  <a:cubicBezTo>
                    <a:pt x="33" y="1366"/>
                    <a:pt x="49" y="1366"/>
                    <a:pt x="49" y="1345"/>
                  </a:cubicBezTo>
                  <a:cubicBezTo>
                    <a:pt x="17" y="1196"/>
                    <a:pt x="33" y="1026"/>
                    <a:pt x="33" y="877"/>
                  </a:cubicBezTo>
                  <a:lnTo>
                    <a:pt x="33" y="622"/>
                  </a:lnTo>
                  <a:cubicBezTo>
                    <a:pt x="33" y="574"/>
                    <a:pt x="69" y="558"/>
                    <a:pt x="118" y="537"/>
                  </a:cubicBezTo>
                  <a:lnTo>
                    <a:pt x="134" y="521"/>
                  </a:lnTo>
                  <a:cubicBezTo>
                    <a:pt x="150" y="521"/>
                    <a:pt x="186" y="505"/>
                    <a:pt x="219" y="489"/>
                  </a:cubicBezTo>
                  <a:cubicBezTo>
                    <a:pt x="320" y="437"/>
                    <a:pt x="437" y="388"/>
                    <a:pt x="554" y="336"/>
                  </a:cubicBezTo>
                  <a:cubicBezTo>
                    <a:pt x="655" y="303"/>
                    <a:pt x="756" y="255"/>
                    <a:pt x="857" y="202"/>
                  </a:cubicBezTo>
                  <a:cubicBezTo>
                    <a:pt x="994" y="134"/>
                    <a:pt x="1128" y="69"/>
                    <a:pt x="1281" y="33"/>
                  </a:cubicBezTo>
                  <a:lnTo>
                    <a:pt x="1281" y="16"/>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0"/>
            <p:cNvSpPr/>
            <p:nvPr/>
          </p:nvSpPr>
          <p:spPr>
            <a:xfrm>
              <a:off x="540455" y="3329867"/>
              <a:ext cx="97140" cy="33373"/>
            </a:xfrm>
            <a:custGeom>
              <a:rect b="b" l="l" r="r" t="t"/>
              <a:pathLst>
                <a:path extrusionOk="0" h="336" w="978">
                  <a:moveTo>
                    <a:pt x="962" y="1"/>
                  </a:moveTo>
                  <a:cubicBezTo>
                    <a:pt x="776" y="53"/>
                    <a:pt x="606" y="118"/>
                    <a:pt x="440" y="186"/>
                  </a:cubicBezTo>
                  <a:cubicBezTo>
                    <a:pt x="356" y="203"/>
                    <a:pt x="271" y="235"/>
                    <a:pt x="202" y="271"/>
                  </a:cubicBezTo>
                  <a:cubicBezTo>
                    <a:pt x="186" y="271"/>
                    <a:pt x="170" y="271"/>
                    <a:pt x="154" y="287"/>
                  </a:cubicBezTo>
                  <a:cubicBezTo>
                    <a:pt x="101" y="304"/>
                    <a:pt x="69" y="320"/>
                    <a:pt x="16" y="320"/>
                  </a:cubicBezTo>
                  <a:cubicBezTo>
                    <a:pt x="0" y="320"/>
                    <a:pt x="0" y="320"/>
                    <a:pt x="0" y="336"/>
                  </a:cubicBezTo>
                  <a:lnTo>
                    <a:pt x="16" y="336"/>
                  </a:lnTo>
                  <a:cubicBezTo>
                    <a:pt x="69" y="336"/>
                    <a:pt x="117" y="320"/>
                    <a:pt x="154" y="304"/>
                  </a:cubicBezTo>
                  <a:cubicBezTo>
                    <a:pt x="170" y="304"/>
                    <a:pt x="186" y="304"/>
                    <a:pt x="202" y="287"/>
                  </a:cubicBezTo>
                  <a:cubicBezTo>
                    <a:pt x="287" y="271"/>
                    <a:pt x="372" y="235"/>
                    <a:pt x="440" y="203"/>
                  </a:cubicBezTo>
                  <a:cubicBezTo>
                    <a:pt x="606" y="134"/>
                    <a:pt x="792" y="69"/>
                    <a:pt x="962" y="33"/>
                  </a:cubicBezTo>
                  <a:cubicBezTo>
                    <a:pt x="978" y="33"/>
                    <a:pt x="978" y="17"/>
                    <a:pt x="978" y="17"/>
                  </a:cubicBezTo>
                  <a:cubicBezTo>
                    <a:pt x="978" y="17"/>
                    <a:pt x="978" y="1"/>
                    <a:pt x="9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0"/>
            <p:cNvSpPr/>
            <p:nvPr/>
          </p:nvSpPr>
          <p:spPr>
            <a:xfrm>
              <a:off x="1413125" y="1562080"/>
              <a:ext cx="5264" cy="47775"/>
            </a:xfrm>
            <a:custGeom>
              <a:rect b="b" l="l" r="r" t="t"/>
              <a:pathLst>
                <a:path extrusionOk="0" h="481" w="53">
                  <a:moveTo>
                    <a:pt x="31" y="1"/>
                  </a:moveTo>
                  <a:cubicBezTo>
                    <a:pt x="26" y="1"/>
                    <a:pt x="17" y="8"/>
                    <a:pt x="17" y="8"/>
                  </a:cubicBezTo>
                  <a:cubicBezTo>
                    <a:pt x="0" y="109"/>
                    <a:pt x="0" y="210"/>
                    <a:pt x="0" y="311"/>
                  </a:cubicBezTo>
                  <a:cubicBezTo>
                    <a:pt x="0" y="359"/>
                    <a:pt x="17" y="412"/>
                    <a:pt x="0" y="481"/>
                  </a:cubicBezTo>
                  <a:lnTo>
                    <a:pt x="37" y="481"/>
                  </a:lnTo>
                  <a:lnTo>
                    <a:pt x="37" y="311"/>
                  </a:lnTo>
                  <a:cubicBezTo>
                    <a:pt x="37" y="210"/>
                    <a:pt x="37" y="109"/>
                    <a:pt x="53" y="8"/>
                  </a:cubicBezTo>
                  <a:lnTo>
                    <a:pt x="37" y="8"/>
                  </a:lnTo>
                  <a:cubicBezTo>
                    <a:pt x="37" y="3"/>
                    <a:pt x="34"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0"/>
            <p:cNvSpPr/>
            <p:nvPr/>
          </p:nvSpPr>
          <p:spPr>
            <a:xfrm>
              <a:off x="1583666" y="1928788"/>
              <a:ext cx="3675" cy="55423"/>
            </a:xfrm>
            <a:custGeom>
              <a:rect b="b" l="l" r="r" t="t"/>
              <a:pathLst>
                <a:path extrusionOk="0" h="558" w="37">
                  <a:moveTo>
                    <a:pt x="0" y="0"/>
                  </a:moveTo>
                  <a:lnTo>
                    <a:pt x="0" y="558"/>
                  </a:lnTo>
                  <a:lnTo>
                    <a:pt x="37" y="558"/>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0"/>
            <p:cNvSpPr/>
            <p:nvPr/>
          </p:nvSpPr>
          <p:spPr>
            <a:xfrm>
              <a:off x="891470" y="2106083"/>
              <a:ext cx="5364" cy="88797"/>
            </a:xfrm>
            <a:custGeom>
              <a:rect b="b" l="l" r="r" t="t"/>
              <a:pathLst>
                <a:path extrusionOk="0" h="894" w="54">
                  <a:moveTo>
                    <a:pt x="1" y="1"/>
                  </a:moveTo>
                  <a:lnTo>
                    <a:pt x="1" y="203"/>
                  </a:lnTo>
                  <a:lnTo>
                    <a:pt x="1" y="760"/>
                  </a:lnTo>
                  <a:lnTo>
                    <a:pt x="1" y="776"/>
                  </a:lnTo>
                  <a:cubicBezTo>
                    <a:pt x="1" y="809"/>
                    <a:pt x="1" y="861"/>
                    <a:pt x="17" y="893"/>
                  </a:cubicBezTo>
                  <a:lnTo>
                    <a:pt x="37" y="893"/>
                  </a:lnTo>
                  <a:cubicBezTo>
                    <a:pt x="53" y="893"/>
                    <a:pt x="53" y="893"/>
                    <a:pt x="37" y="877"/>
                  </a:cubicBezTo>
                  <a:lnTo>
                    <a:pt x="37" y="776"/>
                  </a:lnTo>
                  <a:lnTo>
                    <a:pt x="37" y="760"/>
                  </a:lnTo>
                  <a:lnTo>
                    <a:pt x="37" y="203"/>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0"/>
            <p:cNvSpPr/>
            <p:nvPr/>
          </p:nvSpPr>
          <p:spPr>
            <a:xfrm>
              <a:off x="1815987" y="1976564"/>
              <a:ext cx="5264" cy="42610"/>
            </a:xfrm>
            <a:custGeom>
              <a:rect b="b" l="l" r="r" t="t"/>
              <a:pathLst>
                <a:path extrusionOk="0" h="429" w="53">
                  <a:moveTo>
                    <a:pt x="41" y="1"/>
                  </a:moveTo>
                  <a:cubicBezTo>
                    <a:pt x="37" y="1"/>
                    <a:pt x="37" y="8"/>
                    <a:pt x="37" y="8"/>
                  </a:cubicBezTo>
                  <a:cubicBezTo>
                    <a:pt x="20" y="77"/>
                    <a:pt x="20" y="145"/>
                    <a:pt x="20" y="210"/>
                  </a:cubicBezTo>
                  <a:cubicBezTo>
                    <a:pt x="20" y="279"/>
                    <a:pt x="20" y="347"/>
                    <a:pt x="0" y="412"/>
                  </a:cubicBezTo>
                  <a:cubicBezTo>
                    <a:pt x="0" y="428"/>
                    <a:pt x="0" y="428"/>
                    <a:pt x="20" y="428"/>
                  </a:cubicBezTo>
                  <a:lnTo>
                    <a:pt x="37" y="428"/>
                  </a:lnTo>
                  <a:cubicBezTo>
                    <a:pt x="53" y="363"/>
                    <a:pt x="53" y="279"/>
                    <a:pt x="53" y="210"/>
                  </a:cubicBezTo>
                  <a:cubicBezTo>
                    <a:pt x="37" y="145"/>
                    <a:pt x="37" y="77"/>
                    <a:pt x="53" y="24"/>
                  </a:cubicBezTo>
                  <a:lnTo>
                    <a:pt x="53" y="8"/>
                  </a:lnTo>
                  <a:cubicBezTo>
                    <a:pt x="47" y="3"/>
                    <a:pt x="44"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0"/>
            <p:cNvSpPr/>
            <p:nvPr/>
          </p:nvSpPr>
          <p:spPr>
            <a:xfrm>
              <a:off x="1182393" y="3328277"/>
              <a:ext cx="5364" cy="97239"/>
            </a:xfrm>
            <a:custGeom>
              <a:rect b="b" l="l" r="r" t="t"/>
              <a:pathLst>
                <a:path extrusionOk="0" h="979" w="54">
                  <a:moveTo>
                    <a:pt x="17" y="0"/>
                  </a:moveTo>
                  <a:cubicBezTo>
                    <a:pt x="17" y="0"/>
                    <a:pt x="1" y="0"/>
                    <a:pt x="1" y="17"/>
                  </a:cubicBezTo>
                  <a:cubicBezTo>
                    <a:pt x="37" y="134"/>
                    <a:pt x="17" y="251"/>
                    <a:pt x="17" y="372"/>
                  </a:cubicBezTo>
                  <a:lnTo>
                    <a:pt x="17" y="574"/>
                  </a:lnTo>
                  <a:lnTo>
                    <a:pt x="17" y="841"/>
                  </a:lnTo>
                  <a:lnTo>
                    <a:pt x="17" y="958"/>
                  </a:lnTo>
                  <a:lnTo>
                    <a:pt x="37" y="978"/>
                  </a:lnTo>
                  <a:lnTo>
                    <a:pt x="53" y="958"/>
                  </a:lnTo>
                  <a:lnTo>
                    <a:pt x="53" y="841"/>
                  </a:lnTo>
                  <a:lnTo>
                    <a:pt x="53" y="574"/>
                  </a:lnTo>
                  <a:lnTo>
                    <a:pt x="53" y="372"/>
                  </a:lnTo>
                  <a:cubicBezTo>
                    <a:pt x="53" y="251"/>
                    <a:pt x="53" y="13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0"/>
            <p:cNvSpPr/>
            <p:nvPr/>
          </p:nvSpPr>
          <p:spPr>
            <a:xfrm>
              <a:off x="1923059" y="2398595"/>
              <a:ext cx="145809" cy="324693"/>
            </a:xfrm>
            <a:custGeom>
              <a:rect b="b" l="l" r="r" t="t"/>
              <a:pathLst>
                <a:path extrusionOk="0" h="3269" w="1468">
                  <a:moveTo>
                    <a:pt x="1" y="1"/>
                  </a:moveTo>
                  <a:cubicBezTo>
                    <a:pt x="1" y="118"/>
                    <a:pt x="53" y="203"/>
                    <a:pt x="118" y="287"/>
                  </a:cubicBezTo>
                  <a:cubicBezTo>
                    <a:pt x="134" y="304"/>
                    <a:pt x="154" y="340"/>
                    <a:pt x="170" y="372"/>
                  </a:cubicBezTo>
                  <a:cubicBezTo>
                    <a:pt x="558" y="978"/>
                    <a:pt x="978" y="1633"/>
                    <a:pt x="1399" y="2291"/>
                  </a:cubicBezTo>
                  <a:cubicBezTo>
                    <a:pt x="1415" y="2323"/>
                    <a:pt x="1431" y="2376"/>
                    <a:pt x="1431" y="2408"/>
                  </a:cubicBezTo>
                  <a:lnTo>
                    <a:pt x="1431" y="2695"/>
                  </a:lnTo>
                  <a:cubicBezTo>
                    <a:pt x="1431" y="2845"/>
                    <a:pt x="1415" y="2982"/>
                    <a:pt x="1431" y="3131"/>
                  </a:cubicBezTo>
                  <a:cubicBezTo>
                    <a:pt x="1447" y="3147"/>
                    <a:pt x="1431" y="3184"/>
                    <a:pt x="1415" y="3200"/>
                  </a:cubicBezTo>
                  <a:cubicBezTo>
                    <a:pt x="1415" y="3216"/>
                    <a:pt x="1399" y="3232"/>
                    <a:pt x="1399" y="3248"/>
                  </a:cubicBezTo>
                  <a:cubicBezTo>
                    <a:pt x="1399" y="3248"/>
                    <a:pt x="1399" y="3269"/>
                    <a:pt x="1415" y="3269"/>
                  </a:cubicBezTo>
                  <a:lnTo>
                    <a:pt x="1431" y="3248"/>
                  </a:lnTo>
                  <a:cubicBezTo>
                    <a:pt x="1431" y="3248"/>
                    <a:pt x="1431" y="3232"/>
                    <a:pt x="1447" y="3216"/>
                  </a:cubicBezTo>
                  <a:cubicBezTo>
                    <a:pt x="1447" y="3184"/>
                    <a:pt x="1467" y="3147"/>
                    <a:pt x="1467" y="3131"/>
                  </a:cubicBezTo>
                  <a:cubicBezTo>
                    <a:pt x="1447" y="2982"/>
                    <a:pt x="1447" y="2845"/>
                    <a:pt x="1447" y="2695"/>
                  </a:cubicBezTo>
                  <a:lnTo>
                    <a:pt x="1447" y="2408"/>
                  </a:lnTo>
                  <a:cubicBezTo>
                    <a:pt x="1447" y="2360"/>
                    <a:pt x="1447" y="2323"/>
                    <a:pt x="1415" y="2275"/>
                  </a:cubicBezTo>
                  <a:cubicBezTo>
                    <a:pt x="995" y="1616"/>
                    <a:pt x="591" y="962"/>
                    <a:pt x="203" y="356"/>
                  </a:cubicBezTo>
                  <a:cubicBezTo>
                    <a:pt x="187" y="320"/>
                    <a:pt x="154" y="287"/>
                    <a:pt x="134" y="271"/>
                  </a:cubicBezTo>
                  <a:cubicBezTo>
                    <a:pt x="86" y="186"/>
                    <a:pt x="17" y="118"/>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0"/>
            <p:cNvSpPr/>
            <p:nvPr/>
          </p:nvSpPr>
          <p:spPr>
            <a:xfrm>
              <a:off x="2153791" y="2945479"/>
              <a:ext cx="6953" cy="48669"/>
            </a:xfrm>
            <a:custGeom>
              <a:rect b="b" l="l" r="r" t="t"/>
              <a:pathLst>
                <a:path extrusionOk="0" h="490" w="70">
                  <a:moveTo>
                    <a:pt x="53" y="1"/>
                  </a:moveTo>
                  <a:cubicBezTo>
                    <a:pt x="53" y="1"/>
                    <a:pt x="33" y="1"/>
                    <a:pt x="33" y="17"/>
                  </a:cubicBezTo>
                  <a:cubicBezTo>
                    <a:pt x="17" y="85"/>
                    <a:pt x="17" y="166"/>
                    <a:pt x="17" y="251"/>
                  </a:cubicBezTo>
                  <a:cubicBezTo>
                    <a:pt x="17" y="320"/>
                    <a:pt x="33" y="405"/>
                    <a:pt x="17" y="469"/>
                  </a:cubicBezTo>
                  <a:cubicBezTo>
                    <a:pt x="1" y="469"/>
                    <a:pt x="17" y="489"/>
                    <a:pt x="17" y="489"/>
                  </a:cubicBezTo>
                  <a:lnTo>
                    <a:pt x="33" y="469"/>
                  </a:lnTo>
                  <a:cubicBezTo>
                    <a:pt x="53" y="405"/>
                    <a:pt x="53" y="320"/>
                    <a:pt x="53" y="235"/>
                  </a:cubicBezTo>
                  <a:cubicBezTo>
                    <a:pt x="53" y="166"/>
                    <a:pt x="33" y="85"/>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0"/>
            <p:cNvSpPr/>
            <p:nvPr/>
          </p:nvSpPr>
          <p:spPr>
            <a:xfrm>
              <a:off x="1491790" y="1230236"/>
              <a:ext cx="8443" cy="102007"/>
            </a:xfrm>
            <a:custGeom>
              <a:rect b="b" l="l" r="r" t="t"/>
              <a:pathLst>
                <a:path extrusionOk="0" h="1027" w="85">
                  <a:moveTo>
                    <a:pt x="53" y="0"/>
                  </a:moveTo>
                  <a:cubicBezTo>
                    <a:pt x="16" y="32"/>
                    <a:pt x="32" y="85"/>
                    <a:pt x="32" y="117"/>
                  </a:cubicBezTo>
                  <a:lnTo>
                    <a:pt x="32" y="150"/>
                  </a:lnTo>
                  <a:lnTo>
                    <a:pt x="32" y="420"/>
                  </a:lnTo>
                  <a:cubicBezTo>
                    <a:pt x="53" y="553"/>
                    <a:pt x="53" y="691"/>
                    <a:pt x="16" y="824"/>
                  </a:cubicBezTo>
                  <a:cubicBezTo>
                    <a:pt x="0" y="873"/>
                    <a:pt x="16" y="925"/>
                    <a:pt x="32" y="957"/>
                  </a:cubicBezTo>
                  <a:cubicBezTo>
                    <a:pt x="53" y="974"/>
                    <a:pt x="53" y="1010"/>
                    <a:pt x="53" y="1026"/>
                  </a:cubicBezTo>
                  <a:lnTo>
                    <a:pt x="69" y="1026"/>
                  </a:lnTo>
                  <a:cubicBezTo>
                    <a:pt x="85" y="1026"/>
                    <a:pt x="85" y="1026"/>
                    <a:pt x="85" y="1010"/>
                  </a:cubicBezTo>
                  <a:cubicBezTo>
                    <a:pt x="69" y="994"/>
                    <a:pt x="69" y="974"/>
                    <a:pt x="69" y="957"/>
                  </a:cubicBezTo>
                  <a:cubicBezTo>
                    <a:pt x="53" y="909"/>
                    <a:pt x="32" y="873"/>
                    <a:pt x="53" y="840"/>
                  </a:cubicBezTo>
                  <a:cubicBezTo>
                    <a:pt x="69" y="691"/>
                    <a:pt x="69" y="553"/>
                    <a:pt x="69" y="420"/>
                  </a:cubicBezTo>
                  <a:lnTo>
                    <a:pt x="69" y="150"/>
                  </a:lnTo>
                  <a:lnTo>
                    <a:pt x="69" y="101"/>
                  </a:lnTo>
                  <a:cubicBezTo>
                    <a:pt x="53" y="65"/>
                    <a:pt x="53" y="49"/>
                    <a:pt x="69" y="32"/>
                  </a:cubicBezTo>
                  <a:lnTo>
                    <a:pt x="85" y="16"/>
                  </a:ln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0"/>
            <p:cNvSpPr/>
            <p:nvPr/>
          </p:nvSpPr>
          <p:spPr>
            <a:xfrm>
              <a:off x="1734143" y="3369994"/>
              <a:ext cx="174216" cy="276124"/>
            </a:xfrm>
            <a:custGeom>
              <a:rect b="b" l="l" r="r" t="t"/>
              <a:pathLst>
                <a:path extrusionOk="0" h="2780" w="1754">
                  <a:moveTo>
                    <a:pt x="16" y="1"/>
                  </a:moveTo>
                  <a:cubicBezTo>
                    <a:pt x="0" y="1"/>
                    <a:pt x="0" y="1"/>
                    <a:pt x="0" y="17"/>
                  </a:cubicBezTo>
                  <a:cubicBezTo>
                    <a:pt x="36" y="118"/>
                    <a:pt x="101" y="186"/>
                    <a:pt x="186" y="255"/>
                  </a:cubicBezTo>
                  <a:cubicBezTo>
                    <a:pt x="218" y="271"/>
                    <a:pt x="238" y="304"/>
                    <a:pt x="271" y="320"/>
                  </a:cubicBezTo>
                  <a:cubicBezTo>
                    <a:pt x="622" y="691"/>
                    <a:pt x="978" y="1043"/>
                    <a:pt x="1329" y="1398"/>
                  </a:cubicBezTo>
                  <a:lnTo>
                    <a:pt x="1632" y="1701"/>
                  </a:lnTo>
                  <a:cubicBezTo>
                    <a:pt x="1632" y="1717"/>
                    <a:pt x="1652" y="1717"/>
                    <a:pt x="1652" y="1717"/>
                  </a:cubicBezTo>
                  <a:cubicBezTo>
                    <a:pt x="1685" y="1770"/>
                    <a:pt x="1733" y="1802"/>
                    <a:pt x="1717" y="1851"/>
                  </a:cubicBezTo>
                  <a:cubicBezTo>
                    <a:pt x="1701" y="2020"/>
                    <a:pt x="1701" y="2174"/>
                    <a:pt x="1701" y="2340"/>
                  </a:cubicBezTo>
                  <a:cubicBezTo>
                    <a:pt x="1701" y="2424"/>
                    <a:pt x="1717" y="2525"/>
                    <a:pt x="1701" y="2610"/>
                  </a:cubicBezTo>
                  <a:lnTo>
                    <a:pt x="1701" y="2643"/>
                  </a:lnTo>
                  <a:cubicBezTo>
                    <a:pt x="1701" y="2679"/>
                    <a:pt x="1701" y="2727"/>
                    <a:pt x="1685" y="2760"/>
                  </a:cubicBezTo>
                  <a:lnTo>
                    <a:pt x="1685" y="2780"/>
                  </a:lnTo>
                  <a:lnTo>
                    <a:pt x="1701" y="2780"/>
                  </a:lnTo>
                  <a:cubicBezTo>
                    <a:pt x="1733" y="2727"/>
                    <a:pt x="1733" y="2679"/>
                    <a:pt x="1733" y="2643"/>
                  </a:cubicBezTo>
                  <a:lnTo>
                    <a:pt x="1733" y="2610"/>
                  </a:lnTo>
                  <a:lnTo>
                    <a:pt x="1733" y="2340"/>
                  </a:lnTo>
                  <a:cubicBezTo>
                    <a:pt x="1733" y="2174"/>
                    <a:pt x="1733" y="2020"/>
                    <a:pt x="1753" y="1871"/>
                  </a:cubicBezTo>
                  <a:cubicBezTo>
                    <a:pt x="1753" y="1786"/>
                    <a:pt x="1717" y="1750"/>
                    <a:pt x="1668" y="1701"/>
                  </a:cubicBezTo>
                  <a:cubicBezTo>
                    <a:pt x="1668" y="1701"/>
                    <a:pt x="1652" y="1701"/>
                    <a:pt x="1652" y="1685"/>
                  </a:cubicBezTo>
                  <a:lnTo>
                    <a:pt x="1349" y="1382"/>
                  </a:lnTo>
                  <a:cubicBezTo>
                    <a:pt x="994" y="1027"/>
                    <a:pt x="642" y="675"/>
                    <a:pt x="287" y="304"/>
                  </a:cubicBezTo>
                  <a:cubicBezTo>
                    <a:pt x="255" y="287"/>
                    <a:pt x="238" y="255"/>
                    <a:pt x="202" y="235"/>
                  </a:cubicBezTo>
                  <a:cubicBezTo>
                    <a:pt x="117" y="170"/>
                    <a:pt x="53" y="102"/>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0"/>
            <p:cNvSpPr/>
            <p:nvPr/>
          </p:nvSpPr>
          <p:spPr>
            <a:xfrm>
              <a:off x="2153791" y="3463459"/>
              <a:ext cx="6953" cy="43902"/>
            </a:xfrm>
            <a:custGeom>
              <a:rect b="b" l="l" r="r" t="t"/>
              <a:pathLst>
                <a:path extrusionOk="0" h="442" w="70">
                  <a:moveTo>
                    <a:pt x="33" y="1"/>
                  </a:moveTo>
                  <a:cubicBezTo>
                    <a:pt x="17" y="86"/>
                    <a:pt x="17" y="154"/>
                    <a:pt x="17" y="223"/>
                  </a:cubicBezTo>
                  <a:cubicBezTo>
                    <a:pt x="17" y="288"/>
                    <a:pt x="33" y="356"/>
                    <a:pt x="17" y="425"/>
                  </a:cubicBezTo>
                  <a:cubicBezTo>
                    <a:pt x="1" y="425"/>
                    <a:pt x="17" y="425"/>
                    <a:pt x="17" y="441"/>
                  </a:cubicBezTo>
                  <a:lnTo>
                    <a:pt x="33" y="425"/>
                  </a:lnTo>
                  <a:cubicBezTo>
                    <a:pt x="53" y="356"/>
                    <a:pt x="53" y="288"/>
                    <a:pt x="53" y="223"/>
                  </a:cubicBezTo>
                  <a:cubicBezTo>
                    <a:pt x="53" y="154"/>
                    <a:pt x="3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0"/>
            <p:cNvSpPr/>
            <p:nvPr/>
          </p:nvSpPr>
          <p:spPr>
            <a:xfrm>
              <a:off x="1249437" y="2701835"/>
              <a:ext cx="250796" cy="206795"/>
            </a:xfrm>
            <a:custGeom>
              <a:rect b="b" l="l" r="r" t="t"/>
              <a:pathLst>
                <a:path extrusionOk="0" h="2082" w="2525">
                  <a:moveTo>
                    <a:pt x="1632" y="1"/>
                  </a:moveTo>
                  <a:cubicBezTo>
                    <a:pt x="1597" y="1"/>
                    <a:pt x="1558" y="11"/>
                    <a:pt x="1515" y="30"/>
                  </a:cubicBezTo>
                  <a:lnTo>
                    <a:pt x="1244" y="131"/>
                  </a:lnTo>
                  <a:cubicBezTo>
                    <a:pt x="877" y="280"/>
                    <a:pt x="489" y="434"/>
                    <a:pt x="101" y="583"/>
                  </a:cubicBezTo>
                  <a:lnTo>
                    <a:pt x="85" y="583"/>
                  </a:lnTo>
                  <a:cubicBezTo>
                    <a:pt x="49" y="599"/>
                    <a:pt x="16" y="620"/>
                    <a:pt x="16" y="668"/>
                  </a:cubicBezTo>
                  <a:cubicBezTo>
                    <a:pt x="0" y="1056"/>
                    <a:pt x="0" y="1428"/>
                    <a:pt x="16" y="1795"/>
                  </a:cubicBezTo>
                  <a:lnTo>
                    <a:pt x="33" y="1811"/>
                  </a:lnTo>
                  <a:lnTo>
                    <a:pt x="49" y="1795"/>
                  </a:lnTo>
                  <a:cubicBezTo>
                    <a:pt x="16" y="1428"/>
                    <a:pt x="33" y="1056"/>
                    <a:pt x="49" y="668"/>
                  </a:cubicBezTo>
                  <a:cubicBezTo>
                    <a:pt x="49" y="636"/>
                    <a:pt x="69" y="636"/>
                    <a:pt x="101" y="620"/>
                  </a:cubicBezTo>
                  <a:cubicBezTo>
                    <a:pt x="489" y="466"/>
                    <a:pt x="877" y="317"/>
                    <a:pt x="1244" y="163"/>
                  </a:cubicBezTo>
                  <a:lnTo>
                    <a:pt x="1531" y="46"/>
                  </a:lnTo>
                  <a:cubicBezTo>
                    <a:pt x="1563" y="36"/>
                    <a:pt x="1593" y="31"/>
                    <a:pt x="1621" y="31"/>
                  </a:cubicBezTo>
                  <a:cubicBezTo>
                    <a:pt x="1684" y="31"/>
                    <a:pt x="1739" y="56"/>
                    <a:pt x="1786" y="115"/>
                  </a:cubicBezTo>
                  <a:cubicBezTo>
                    <a:pt x="2036" y="397"/>
                    <a:pt x="2238" y="636"/>
                    <a:pt x="2424" y="854"/>
                  </a:cubicBezTo>
                  <a:cubicBezTo>
                    <a:pt x="2472" y="902"/>
                    <a:pt x="2493" y="955"/>
                    <a:pt x="2493" y="1040"/>
                  </a:cubicBezTo>
                  <a:lnTo>
                    <a:pt x="2493" y="1630"/>
                  </a:lnTo>
                  <a:lnTo>
                    <a:pt x="2493" y="1933"/>
                  </a:lnTo>
                  <a:lnTo>
                    <a:pt x="2493" y="1949"/>
                  </a:lnTo>
                  <a:cubicBezTo>
                    <a:pt x="2493" y="1997"/>
                    <a:pt x="2493" y="2034"/>
                    <a:pt x="2472" y="2050"/>
                  </a:cubicBezTo>
                  <a:lnTo>
                    <a:pt x="2472" y="2066"/>
                  </a:lnTo>
                  <a:lnTo>
                    <a:pt x="2472" y="2082"/>
                  </a:lnTo>
                  <a:lnTo>
                    <a:pt x="2493" y="2066"/>
                  </a:lnTo>
                  <a:cubicBezTo>
                    <a:pt x="2525" y="2034"/>
                    <a:pt x="2525" y="1997"/>
                    <a:pt x="2525" y="1949"/>
                  </a:cubicBezTo>
                  <a:lnTo>
                    <a:pt x="2525" y="1933"/>
                  </a:lnTo>
                  <a:lnTo>
                    <a:pt x="2525" y="1630"/>
                  </a:lnTo>
                  <a:lnTo>
                    <a:pt x="2525" y="1040"/>
                  </a:lnTo>
                  <a:cubicBezTo>
                    <a:pt x="2525" y="955"/>
                    <a:pt x="2509" y="886"/>
                    <a:pt x="2456" y="838"/>
                  </a:cubicBezTo>
                  <a:cubicBezTo>
                    <a:pt x="2254" y="620"/>
                    <a:pt x="2052" y="381"/>
                    <a:pt x="1802" y="94"/>
                  </a:cubicBezTo>
                  <a:cubicBezTo>
                    <a:pt x="1748" y="31"/>
                    <a:pt x="1694" y="1"/>
                    <a:pt x="1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0"/>
            <p:cNvSpPr/>
            <p:nvPr/>
          </p:nvSpPr>
          <p:spPr>
            <a:xfrm>
              <a:off x="2081979" y="2792518"/>
              <a:ext cx="100418" cy="244935"/>
            </a:xfrm>
            <a:custGeom>
              <a:rect b="b" l="l" r="r" t="t"/>
              <a:pathLst>
                <a:path extrusionOk="0" h="2466" w="1011">
                  <a:moveTo>
                    <a:pt x="21" y="1"/>
                  </a:moveTo>
                  <a:cubicBezTo>
                    <a:pt x="18" y="1"/>
                    <a:pt x="17" y="3"/>
                    <a:pt x="17" y="10"/>
                  </a:cubicBezTo>
                  <a:cubicBezTo>
                    <a:pt x="1" y="10"/>
                    <a:pt x="1" y="10"/>
                    <a:pt x="1" y="26"/>
                  </a:cubicBezTo>
                  <a:cubicBezTo>
                    <a:pt x="49" y="228"/>
                    <a:pt x="33" y="430"/>
                    <a:pt x="17" y="648"/>
                  </a:cubicBezTo>
                  <a:lnTo>
                    <a:pt x="17" y="834"/>
                  </a:lnTo>
                  <a:cubicBezTo>
                    <a:pt x="1" y="1020"/>
                    <a:pt x="49" y="1185"/>
                    <a:pt x="186" y="1355"/>
                  </a:cubicBezTo>
                  <a:cubicBezTo>
                    <a:pt x="336" y="1557"/>
                    <a:pt x="489" y="1775"/>
                    <a:pt x="639" y="1993"/>
                  </a:cubicBezTo>
                  <a:cubicBezTo>
                    <a:pt x="707" y="2110"/>
                    <a:pt x="792" y="2231"/>
                    <a:pt x="877" y="2349"/>
                  </a:cubicBezTo>
                  <a:cubicBezTo>
                    <a:pt x="877" y="2349"/>
                    <a:pt x="877" y="2365"/>
                    <a:pt x="893" y="2381"/>
                  </a:cubicBezTo>
                  <a:cubicBezTo>
                    <a:pt x="909" y="2413"/>
                    <a:pt x="926" y="2450"/>
                    <a:pt x="994" y="2466"/>
                  </a:cubicBezTo>
                  <a:cubicBezTo>
                    <a:pt x="994" y="2466"/>
                    <a:pt x="994" y="2450"/>
                    <a:pt x="1010" y="2450"/>
                  </a:cubicBezTo>
                  <a:cubicBezTo>
                    <a:pt x="1010" y="2433"/>
                    <a:pt x="994" y="2433"/>
                    <a:pt x="994" y="2433"/>
                  </a:cubicBezTo>
                  <a:cubicBezTo>
                    <a:pt x="942" y="2433"/>
                    <a:pt x="926" y="2397"/>
                    <a:pt x="909" y="2365"/>
                  </a:cubicBezTo>
                  <a:cubicBezTo>
                    <a:pt x="909" y="2349"/>
                    <a:pt x="893" y="2349"/>
                    <a:pt x="893" y="2332"/>
                  </a:cubicBezTo>
                  <a:cubicBezTo>
                    <a:pt x="808" y="2211"/>
                    <a:pt x="740" y="2094"/>
                    <a:pt x="655" y="1977"/>
                  </a:cubicBezTo>
                  <a:cubicBezTo>
                    <a:pt x="505" y="1775"/>
                    <a:pt x="352" y="1541"/>
                    <a:pt x="202" y="1339"/>
                  </a:cubicBezTo>
                  <a:cubicBezTo>
                    <a:pt x="85" y="1169"/>
                    <a:pt x="33" y="1020"/>
                    <a:pt x="33" y="834"/>
                  </a:cubicBezTo>
                  <a:cubicBezTo>
                    <a:pt x="33" y="765"/>
                    <a:pt x="49" y="717"/>
                    <a:pt x="49" y="648"/>
                  </a:cubicBezTo>
                  <a:cubicBezTo>
                    <a:pt x="69" y="430"/>
                    <a:pt x="69" y="228"/>
                    <a:pt x="33" y="10"/>
                  </a:cubicBezTo>
                  <a:cubicBezTo>
                    <a:pt x="33" y="10"/>
                    <a:pt x="26"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0"/>
            <p:cNvSpPr/>
            <p:nvPr/>
          </p:nvSpPr>
          <p:spPr>
            <a:xfrm>
              <a:off x="1520197" y="2816654"/>
              <a:ext cx="199147" cy="346048"/>
            </a:xfrm>
            <a:custGeom>
              <a:rect b="b" l="l" r="r" t="t"/>
              <a:pathLst>
                <a:path extrusionOk="0" h="3484" w="2005">
                  <a:moveTo>
                    <a:pt x="17" y="1"/>
                  </a:moveTo>
                  <a:lnTo>
                    <a:pt x="17" y="17"/>
                  </a:lnTo>
                  <a:cubicBezTo>
                    <a:pt x="1" y="102"/>
                    <a:pt x="49" y="150"/>
                    <a:pt x="118" y="187"/>
                  </a:cubicBezTo>
                  <a:cubicBezTo>
                    <a:pt x="134" y="203"/>
                    <a:pt x="150" y="219"/>
                    <a:pt x="171" y="235"/>
                  </a:cubicBezTo>
                  <a:cubicBezTo>
                    <a:pt x="272" y="373"/>
                    <a:pt x="389" y="490"/>
                    <a:pt x="490" y="607"/>
                  </a:cubicBezTo>
                  <a:cubicBezTo>
                    <a:pt x="538" y="655"/>
                    <a:pt x="575" y="708"/>
                    <a:pt x="623" y="756"/>
                  </a:cubicBezTo>
                  <a:cubicBezTo>
                    <a:pt x="724" y="878"/>
                    <a:pt x="825" y="995"/>
                    <a:pt x="910" y="1096"/>
                  </a:cubicBezTo>
                  <a:cubicBezTo>
                    <a:pt x="1213" y="1431"/>
                    <a:pt x="1516" y="1786"/>
                    <a:pt x="1803" y="2138"/>
                  </a:cubicBezTo>
                  <a:cubicBezTo>
                    <a:pt x="1819" y="2154"/>
                    <a:pt x="1835" y="2170"/>
                    <a:pt x="1867" y="2190"/>
                  </a:cubicBezTo>
                  <a:cubicBezTo>
                    <a:pt x="1920" y="2239"/>
                    <a:pt x="1968" y="2308"/>
                    <a:pt x="1968" y="2392"/>
                  </a:cubicBezTo>
                  <a:lnTo>
                    <a:pt x="1968" y="2760"/>
                  </a:lnTo>
                  <a:cubicBezTo>
                    <a:pt x="1968" y="2962"/>
                    <a:pt x="1988" y="3180"/>
                    <a:pt x="1936" y="3382"/>
                  </a:cubicBezTo>
                  <a:cubicBezTo>
                    <a:pt x="1936" y="3418"/>
                    <a:pt x="1936" y="3451"/>
                    <a:pt x="1968" y="3483"/>
                  </a:cubicBezTo>
                  <a:lnTo>
                    <a:pt x="1988" y="3483"/>
                  </a:lnTo>
                  <a:cubicBezTo>
                    <a:pt x="2005" y="3467"/>
                    <a:pt x="2005" y="3467"/>
                    <a:pt x="1988" y="3467"/>
                  </a:cubicBezTo>
                  <a:cubicBezTo>
                    <a:pt x="1968" y="3451"/>
                    <a:pt x="1968" y="3418"/>
                    <a:pt x="1968" y="3382"/>
                  </a:cubicBezTo>
                  <a:cubicBezTo>
                    <a:pt x="2005" y="3180"/>
                    <a:pt x="2005" y="2962"/>
                    <a:pt x="2005" y="2760"/>
                  </a:cubicBezTo>
                  <a:cubicBezTo>
                    <a:pt x="1988" y="2643"/>
                    <a:pt x="1988" y="2526"/>
                    <a:pt x="2005" y="2392"/>
                  </a:cubicBezTo>
                  <a:cubicBezTo>
                    <a:pt x="2005" y="2291"/>
                    <a:pt x="1936" y="2223"/>
                    <a:pt x="1887" y="2170"/>
                  </a:cubicBezTo>
                  <a:cubicBezTo>
                    <a:pt x="1867" y="2154"/>
                    <a:pt x="1835" y="2138"/>
                    <a:pt x="1835" y="2122"/>
                  </a:cubicBezTo>
                  <a:cubicBezTo>
                    <a:pt x="1532" y="1766"/>
                    <a:pt x="1229" y="1415"/>
                    <a:pt x="942" y="1080"/>
                  </a:cubicBezTo>
                  <a:cubicBezTo>
                    <a:pt x="841" y="979"/>
                    <a:pt x="740" y="857"/>
                    <a:pt x="639" y="740"/>
                  </a:cubicBezTo>
                  <a:cubicBezTo>
                    <a:pt x="591" y="692"/>
                    <a:pt x="554" y="639"/>
                    <a:pt x="506" y="591"/>
                  </a:cubicBezTo>
                  <a:cubicBezTo>
                    <a:pt x="405" y="474"/>
                    <a:pt x="288" y="336"/>
                    <a:pt x="187" y="219"/>
                  </a:cubicBezTo>
                  <a:cubicBezTo>
                    <a:pt x="171" y="203"/>
                    <a:pt x="150" y="187"/>
                    <a:pt x="134" y="171"/>
                  </a:cubicBezTo>
                  <a:cubicBezTo>
                    <a:pt x="86" y="118"/>
                    <a:pt x="33" y="86"/>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0"/>
            <p:cNvSpPr/>
            <p:nvPr/>
          </p:nvSpPr>
          <p:spPr>
            <a:xfrm>
              <a:off x="1384619" y="1708088"/>
              <a:ext cx="5364" cy="46981"/>
            </a:xfrm>
            <a:custGeom>
              <a:rect b="b" l="l" r="r" t="t"/>
              <a:pathLst>
                <a:path extrusionOk="0" h="473" w="54">
                  <a:moveTo>
                    <a:pt x="21" y="0"/>
                  </a:moveTo>
                  <a:lnTo>
                    <a:pt x="21" y="20"/>
                  </a:lnTo>
                  <a:lnTo>
                    <a:pt x="21" y="186"/>
                  </a:lnTo>
                  <a:cubicBezTo>
                    <a:pt x="1" y="271"/>
                    <a:pt x="1" y="372"/>
                    <a:pt x="21" y="457"/>
                  </a:cubicBezTo>
                  <a:cubicBezTo>
                    <a:pt x="21" y="473"/>
                    <a:pt x="37" y="473"/>
                    <a:pt x="37" y="473"/>
                  </a:cubicBezTo>
                  <a:cubicBezTo>
                    <a:pt x="53" y="473"/>
                    <a:pt x="53" y="473"/>
                    <a:pt x="53" y="457"/>
                  </a:cubicBezTo>
                  <a:cubicBezTo>
                    <a:pt x="37" y="372"/>
                    <a:pt x="37" y="271"/>
                    <a:pt x="37" y="186"/>
                  </a:cubicBezTo>
                  <a:lnTo>
                    <a:pt x="37" y="20"/>
                  </a:lnTo>
                  <a:cubicBezTo>
                    <a:pt x="37" y="0"/>
                    <a:pt x="37"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0"/>
            <p:cNvSpPr/>
            <p:nvPr/>
          </p:nvSpPr>
          <p:spPr>
            <a:xfrm>
              <a:off x="2095190" y="3649296"/>
              <a:ext cx="5364" cy="48669"/>
            </a:xfrm>
            <a:custGeom>
              <a:rect b="b" l="l" r="r" t="t"/>
              <a:pathLst>
                <a:path extrusionOk="0" h="490" w="54">
                  <a:moveTo>
                    <a:pt x="37" y="0"/>
                  </a:moveTo>
                  <a:cubicBezTo>
                    <a:pt x="17" y="85"/>
                    <a:pt x="17" y="170"/>
                    <a:pt x="17" y="235"/>
                  </a:cubicBezTo>
                  <a:cubicBezTo>
                    <a:pt x="17" y="319"/>
                    <a:pt x="17" y="388"/>
                    <a:pt x="1" y="473"/>
                  </a:cubicBezTo>
                  <a:lnTo>
                    <a:pt x="17" y="489"/>
                  </a:lnTo>
                  <a:lnTo>
                    <a:pt x="37" y="473"/>
                  </a:lnTo>
                  <a:cubicBezTo>
                    <a:pt x="53" y="388"/>
                    <a:pt x="53" y="319"/>
                    <a:pt x="53" y="235"/>
                  </a:cubicBezTo>
                  <a:cubicBezTo>
                    <a:pt x="37" y="170"/>
                    <a:pt x="37" y="85"/>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0"/>
            <p:cNvSpPr/>
            <p:nvPr/>
          </p:nvSpPr>
          <p:spPr>
            <a:xfrm>
              <a:off x="852932" y="1198452"/>
              <a:ext cx="364920" cy="337606"/>
            </a:xfrm>
            <a:custGeom>
              <a:rect b="b" l="l" r="r" t="t"/>
              <a:pathLst>
                <a:path extrusionOk="0" h="3399" w="3674">
                  <a:moveTo>
                    <a:pt x="3637" y="1"/>
                  </a:moveTo>
                  <a:cubicBezTo>
                    <a:pt x="3621" y="1"/>
                    <a:pt x="3621" y="1"/>
                    <a:pt x="3621" y="17"/>
                  </a:cubicBezTo>
                  <a:lnTo>
                    <a:pt x="3621" y="251"/>
                  </a:lnTo>
                  <a:cubicBezTo>
                    <a:pt x="3621" y="421"/>
                    <a:pt x="3604" y="607"/>
                    <a:pt x="3621" y="789"/>
                  </a:cubicBezTo>
                  <a:cubicBezTo>
                    <a:pt x="3657" y="1043"/>
                    <a:pt x="3572" y="1193"/>
                    <a:pt x="3318" y="1330"/>
                  </a:cubicBezTo>
                  <a:cubicBezTo>
                    <a:pt x="2562" y="1782"/>
                    <a:pt x="1787" y="2255"/>
                    <a:pt x="1031" y="2728"/>
                  </a:cubicBezTo>
                  <a:cubicBezTo>
                    <a:pt x="760" y="2893"/>
                    <a:pt x="474" y="3063"/>
                    <a:pt x="187" y="3249"/>
                  </a:cubicBezTo>
                  <a:cubicBezTo>
                    <a:pt x="171" y="3249"/>
                    <a:pt x="138" y="3265"/>
                    <a:pt x="122" y="3265"/>
                  </a:cubicBezTo>
                  <a:cubicBezTo>
                    <a:pt x="70" y="3281"/>
                    <a:pt x="21" y="3313"/>
                    <a:pt x="1" y="3382"/>
                  </a:cubicBezTo>
                  <a:cubicBezTo>
                    <a:pt x="1" y="3398"/>
                    <a:pt x="1" y="3398"/>
                    <a:pt x="21" y="3398"/>
                  </a:cubicBezTo>
                  <a:cubicBezTo>
                    <a:pt x="37" y="3334"/>
                    <a:pt x="86" y="3313"/>
                    <a:pt x="138" y="3297"/>
                  </a:cubicBezTo>
                  <a:cubicBezTo>
                    <a:pt x="155" y="3281"/>
                    <a:pt x="171" y="3281"/>
                    <a:pt x="203" y="3265"/>
                  </a:cubicBezTo>
                  <a:cubicBezTo>
                    <a:pt x="474" y="3095"/>
                    <a:pt x="760" y="2909"/>
                    <a:pt x="1047" y="2744"/>
                  </a:cubicBezTo>
                  <a:cubicBezTo>
                    <a:pt x="1803" y="2287"/>
                    <a:pt x="2562" y="1799"/>
                    <a:pt x="3334" y="1362"/>
                  </a:cubicBezTo>
                  <a:cubicBezTo>
                    <a:pt x="3588" y="1213"/>
                    <a:pt x="3673" y="1059"/>
                    <a:pt x="3657" y="772"/>
                  </a:cubicBezTo>
                  <a:cubicBezTo>
                    <a:pt x="3637" y="607"/>
                    <a:pt x="3637" y="421"/>
                    <a:pt x="3637" y="251"/>
                  </a:cubicBezTo>
                  <a:cubicBezTo>
                    <a:pt x="3637" y="167"/>
                    <a:pt x="3657" y="82"/>
                    <a:pt x="3657" y="17"/>
                  </a:cubicBezTo>
                  <a:cubicBezTo>
                    <a:pt x="3657" y="1"/>
                    <a:pt x="3637" y="1"/>
                    <a:pt x="3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0"/>
            <p:cNvSpPr/>
            <p:nvPr/>
          </p:nvSpPr>
          <p:spPr>
            <a:xfrm>
              <a:off x="515525" y="3648104"/>
              <a:ext cx="122070" cy="86313"/>
            </a:xfrm>
            <a:custGeom>
              <a:rect b="b" l="l" r="r" t="t"/>
              <a:pathLst>
                <a:path extrusionOk="0" h="869" w="1229">
                  <a:moveTo>
                    <a:pt x="1174" y="0"/>
                  </a:moveTo>
                  <a:cubicBezTo>
                    <a:pt x="1157" y="0"/>
                    <a:pt x="1136" y="4"/>
                    <a:pt x="1112" y="12"/>
                  </a:cubicBezTo>
                  <a:cubicBezTo>
                    <a:pt x="893" y="81"/>
                    <a:pt x="671" y="146"/>
                    <a:pt x="453" y="214"/>
                  </a:cubicBezTo>
                  <a:cubicBezTo>
                    <a:pt x="336" y="247"/>
                    <a:pt x="219" y="283"/>
                    <a:pt x="85" y="315"/>
                  </a:cubicBezTo>
                  <a:cubicBezTo>
                    <a:pt x="65" y="331"/>
                    <a:pt x="65" y="331"/>
                    <a:pt x="49" y="331"/>
                  </a:cubicBezTo>
                  <a:lnTo>
                    <a:pt x="17" y="331"/>
                  </a:lnTo>
                  <a:cubicBezTo>
                    <a:pt x="17" y="331"/>
                    <a:pt x="1" y="331"/>
                    <a:pt x="1" y="348"/>
                  </a:cubicBezTo>
                  <a:cubicBezTo>
                    <a:pt x="11" y="348"/>
                    <a:pt x="15" y="355"/>
                    <a:pt x="16" y="355"/>
                  </a:cubicBezTo>
                  <a:cubicBezTo>
                    <a:pt x="17" y="355"/>
                    <a:pt x="17" y="353"/>
                    <a:pt x="17" y="348"/>
                  </a:cubicBezTo>
                  <a:lnTo>
                    <a:pt x="85" y="348"/>
                  </a:lnTo>
                  <a:cubicBezTo>
                    <a:pt x="219" y="315"/>
                    <a:pt x="352" y="263"/>
                    <a:pt x="469" y="230"/>
                  </a:cubicBezTo>
                  <a:cubicBezTo>
                    <a:pt x="691" y="182"/>
                    <a:pt x="910" y="113"/>
                    <a:pt x="1112" y="45"/>
                  </a:cubicBezTo>
                  <a:cubicBezTo>
                    <a:pt x="1160" y="28"/>
                    <a:pt x="1176" y="28"/>
                    <a:pt x="1196" y="28"/>
                  </a:cubicBezTo>
                  <a:cubicBezTo>
                    <a:pt x="1213" y="45"/>
                    <a:pt x="1213" y="61"/>
                    <a:pt x="1213" y="97"/>
                  </a:cubicBezTo>
                  <a:lnTo>
                    <a:pt x="1213" y="634"/>
                  </a:lnTo>
                  <a:lnTo>
                    <a:pt x="1213" y="852"/>
                  </a:lnTo>
                  <a:cubicBezTo>
                    <a:pt x="1213" y="869"/>
                    <a:pt x="1213" y="869"/>
                    <a:pt x="1229" y="869"/>
                  </a:cubicBezTo>
                  <a:lnTo>
                    <a:pt x="1229" y="852"/>
                  </a:lnTo>
                  <a:lnTo>
                    <a:pt x="1229" y="634"/>
                  </a:lnTo>
                  <a:lnTo>
                    <a:pt x="1229" y="97"/>
                  </a:lnTo>
                  <a:cubicBezTo>
                    <a:pt x="1229" y="45"/>
                    <a:pt x="1229" y="28"/>
                    <a:pt x="1213" y="12"/>
                  </a:cubicBezTo>
                  <a:cubicBezTo>
                    <a:pt x="1204" y="4"/>
                    <a:pt x="1191"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0"/>
            <p:cNvSpPr/>
            <p:nvPr/>
          </p:nvSpPr>
          <p:spPr>
            <a:xfrm>
              <a:off x="789563" y="3296593"/>
              <a:ext cx="5364" cy="81943"/>
            </a:xfrm>
            <a:custGeom>
              <a:rect b="b" l="l" r="r" t="t"/>
              <a:pathLst>
                <a:path extrusionOk="0" h="825" w="54">
                  <a:moveTo>
                    <a:pt x="1" y="0"/>
                  </a:moveTo>
                  <a:lnTo>
                    <a:pt x="1" y="186"/>
                  </a:lnTo>
                  <a:lnTo>
                    <a:pt x="1" y="671"/>
                  </a:lnTo>
                  <a:lnTo>
                    <a:pt x="1" y="707"/>
                  </a:lnTo>
                  <a:cubicBezTo>
                    <a:pt x="1" y="740"/>
                    <a:pt x="1" y="792"/>
                    <a:pt x="17" y="824"/>
                  </a:cubicBezTo>
                  <a:lnTo>
                    <a:pt x="33" y="824"/>
                  </a:lnTo>
                  <a:cubicBezTo>
                    <a:pt x="53" y="824"/>
                    <a:pt x="53" y="824"/>
                    <a:pt x="33" y="808"/>
                  </a:cubicBezTo>
                  <a:lnTo>
                    <a:pt x="33" y="707"/>
                  </a:lnTo>
                  <a:lnTo>
                    <a:pt x="33" y="671"/>
                  </a:lnTo>
                  <a:lnTo>
                    <a:pt x="33" y="186"/>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0"/>
            <p:cNvSpPr/>
            <p:nvPr/>
          </p:nvSpPr>
          <p:spPr>
            <a:xfrm>
              <a:off x="697687" y="3647707"/>
              <a:ext cx="3278" cy="41816"/>
            </a:xfrm>
            <a:custGeom>
              <a:rect b="b" l="l" r="r" t="t"/>
              <a:pathLst>
                <a:path extrusionOk="0" h="421" w="33">
                  <a:moveTo>
                    <a:pt x="1" y="0"/>
                  </a:moveTo>
                  <a:lnTo>
                    <a:pt x="1" y="16"/>
                  </a:lnTo>
                  <a:cubicBezTo>
                    <a:pt x="17" y="101"/>
                    <a:pt x="17" y="186"/>
                    <a:pt x="17" y="251"/>
                  </a:cubicBezTo>
                  <a:cubicBezTo>
                    <a:pt x="17" y="303"/>
                    <a:pt x="1" y="352"/>
                    <a:pt x="17" y="404"/>
                  </a:cubicBezTo>
                  <a:lnTo>
                    <a:pt x="17" y="420"/>
                  </a:lnTo>
                  <a:cubicBezTo>
                    <a:pt x="33" y="420"/>
                    <a:pt x="33" y="404"/>
                    <a:pt x="33" y="404"/>
                  </a:cubicBezTo>
                  <a:lnTo>
                    <a:pt x="33" y="251"/>
                  </a:lnTo>
                  <a:cubicBezTo>
                    <a:pt x="33" y="166"/>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0"/>
            <p:cNvSpPr/>
            <p:nvPr/>
          </p:nvSpPr>
          <p:spPr>
            <a:xfrm>
              <a:off x="1409946" y="1288738"/>
              <a:ext cx="83532" cy="192293"/>
            </a:xfrm>
            <a:custGeom>
              <a:rect b="b" l="l" r="r" t="t"/>
              <a:pathLst>
                <a:path extrusionOk="0" h="1936" w="841">
                  <a:moveTo>
                    <a:pt x="32" y="1"/>
                  </a:moveTo>
                  <a:cubicBezTo>
                    <a:pt x="0" y="235"/>
                    <a:pt x="16" y="453"/>
                    <a:pt x="16" y="671"/>
                  </a:cubicBezTo>
                  <a:lnTo>
                    <a:pt x="16" y="708"/>
                  </a:lnTo>
                  <a:cubicBezTo>
                    <a:pt x="16" y="756"/>
                    <a:pt x="49" y="772"/>
                    <a:pt x="69" y="789"/>
                  </a:cubicBezTo>
                  <a:cubicBezTo>
                    <a:pt x="186" y="890"/>
                    <a:pt x="271" y="1043"/>
                    <a:pt x="335" y="1176"/>
                  </a:cubicBezTo>
                  <a:cubicBezTo>
                    <a:pt x="388" y="1277"/>
                    <a:pt x="452" y="1378"/>
                    <a:pt x="521" y="1463"/>
                  </a:cubicBezTo>
                  <a:cubicBezTo>
                    <a:pt x="574" y="1516"/>
                    <a:pt x="606" y="1597"/>
                    <a:pt x="638" y="1665"/>
                  </a:cubicBezTo>
                  <a:cubicBezTo>
                    <a:pt x="691" y="1766"/>
                    <a:pt x="739" y="1867"/>
                    <a:pt x="824" y="1936"/>
                  </a:cubicBezTo>
                  <a:lnTo>
                    <a:pt x="840" y="1936"/>
                  </a:lnTo>
                  <a:lnTo>
                    <a:pt x="840" y="1920"/>
                  </a:lnTo>
                  <a:cubicBezTo>
                    <a:pt x="755" y="1851"/>
                    <a:pt x="707" y="1750"/>
                    <a:pt x="654" y="1649"/>
                  </a:cubicBezTo>
                  <a:cubicBezTo>
                    <a:pt x="622" y="1580"/>
                    <a:pt x="590" y="1516"/>
                    <a:pt x="537" y="1447"/>
                  </a:cubicBezTo>
                  <a:cubicBezTo>
                    <a:pt x="473" y="1362"/>
                    <a:pt x="420" y="1261"/>
                    <a:pt x="372" y="1160"/>
                  </a:cubicBezTo>
                  <a:cubicBezTo>
                    <a:pt x="287" y="1027"/>
                    <a:pt x="202" y="873"/>
                    <a:pt x="85" y="772"/>
                  </a:cubicBezTo>
                  <a:cubicBezTo>
                    <a:pt x="69" y="756"/>
                    <a:pt x="49" y="740"/>
                    <a:pt x="49" y="708"/>
                  </a:cubicBezTo>
                  <a:lnTo>
                    <a:pt x="49" y="671"/>
                  </a:lnTo>
                  <a:cubicBezTo>
                    <a:pt x="32" y="453"/>
                    <a:pt x="32" y="235"/>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0"/>
            <p:cNvSpPr/>
            <p:nvPr/>
          </p:nvSpPr>
          <p:spPr>
            <a:xfrm>
              <a:off x="1520197" y="3167073"/>
              <a:ext cx="180672" cy="281686"/>
            </a:xfrm>
            <a:custGeom>
              <a:rect b="b" l="l" r="r" t="t"/>
              <a:pathLst>
                <a:path extrusionOk="0" h="2836" w="1819">
                  <a:moveTo>
                    <a:pt x="64" y="0"/>
                  </a:moveTo>
                  <a:cubicBezTo>
                    <a:pt x="58" y="0"/>
                    <a:pt x="49" y="8"/>
                    <a:pt x="49" y="8"/>
                  </a:cubicBezTo>
                  <a:cubicBezTo>
                    <a:pt x="1" y="157"/>
                    <a:pt x="1" y="258"/>
                    <a:pt x="150" y="379"/>
                  </a:cubicBezTo>
                  <a:cubicBezTo>
                    <a:pt x="352" y="561"/>
                    <a:pt x="538" y="747"/>
                    <a:pt x="724" y="949"/>
                  </a:cubicBezTo>
                  <a:cubicBezTo>
                    <a:pt x="793" y="1018"/>
                    <a:pt x="857" y="1086"/>
                    <a:pt x="926" y="1151"/>
                  </a:cubicBezTo>
                  <a:cubicBezTo>
                    <a:pt x="1027" y="1252"/>
                    <a:pt x="1128" y="1353"/>
                    <a:pt x="1213" y="1454"/>
                  </a:cubicBezTo>
                  <a:cubicBezTo>
                    <a:pt x="1399" y="1623"/>
                    <a:pt x="1564" y="1809"/>
                    <a:pt x="1750" y="1975"/>
                  </a:cubicBezTo>
                  <a:cubicBezTo>
                    <a:pt x="1786" y="2011"/>
                    <a:pt x="1803" y="2027"/>
                    <a:pt x="1803" y="2060"/>
                  </a:cubicBezTo>
                  <a:lnTo>
                    <a:pt x="1803" y="2751"/>
                  </a:lnTo>
                  <a:cubicBezTo>
                    <a:pt x="1803" y="2767"/>
                    <a:pt x="1786" y="2783"/>
                    <a:pt x="1786" y="2803"/>
                  </a:cubicBezTo>
                  <a:cubicBezTo>
                    <a:pt x="1766" y="2803"/>
                    <a:pt x="1766" y="2819"/>
                    <a:pt x="1766" y="2819"/>
                  </a:cubicBezTo>
                  <a:lnTo>
                    <a:pt x="1766" y="2835"/>
                  </a:lnTo>
                  <a:lnTo>
                    <a:pt x="1803" y="2835"/>
                  </a:lnTo>
                  <a:lnTo>
                    <a:pt x="1803" y="2819"/>
                  </a:lnTo>
                  <a:cubicBezTo>
                    <a:pt x="1819" y="2803"/>
                    <a:pt x="1819" y="2767"/>
                    <a:pt x="1819" y="2751"/>
                  </a:cubicBezTo>
                  <a:lnTo>
                    <a:pt x="1819" y="2060"/>
                  </a:lnTo>
                  <a:cubicBezTo>
                    <a:pt x="1819" y="2027"/>
                    <a:pt x="1803" y="1995"/>
                    <a:pt x="1766" y="1959"/>
                  </a:cubicBezTo>
                  <a:cubicBezTo>
                    <a:pt x="1585" y="1793"/>
                    <a:pt x="1415" y="1607"/>
                    <a:pt x="1245" y="1422"/>
                  </a:cubicBezTo>
                  <a:cubicBezTo>
                    <a:pt x="1144" y="1337"/>
                    <a:pt x="1043" y="1236"/>
                    <a:pt x="958" y="1135"/>
                  </a:cubicBezTo>
                  <a:cubicBezTo>
                    <a:pt x="878" y="1066"/>
                    <a:pt x="809" y="1001"/>
                    <a:pt x="740" y="933"/>
                  </a:cubicBezTo>
                  <a:cubicBezTo>
                    <a:pt x="554" y="731"/>
                    <a:pt x="373" y="529"/>
                    <a:pt x="171" y="359"/>
                  </a:cubicBezTo>
                  <a:cubicBezTo>
                    <a:pt x="33" y="242"/>
                    <a:pt x="33" y="157"/>
                    <a:pt x="86" y="24"/>
                  </a:cubicBezTo>
                  <a:cubicBezTo>
                    <a:pt x="86" y="8"/>
                    <a:pt x="70" y="8"/>
                    <a:pt x="70" y="8"/>
                  </a:cubicBezTo>
                  <a:cubicBezTo>
                    <a:pt x="70" y="2"/>
                    <a:pt x="67"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0"/>
            <p:cNvSpPr/>
            <p:nvPr/>
          </p:nvSpPr>
          <p:spPr>
            <a:xfrm>
              <a:off x="1133823" y="3004081"/>
              <a:ext cx="6953" cy="96743"/>
            </a:xfrm>
            <a:custGeom>
              <a:rect b="b" l="l" r="r" t="t"/>
              <a:pathLst>
                <a:path extrusionOk="0" h="974" w="70">
                  <a:moveTo>
                    <a:pt x="1" y="0"/>
                  </a:moveTo>
                  <a:lnTo>
                    <a:pt x="1" y="17"/>
                  </a:lnTo>
                  <a:cubicBezTo>
                    <a:pt x="21" y="81"/>
                    <a:pt x="21" y="150"/>
                    <a:pt x="21" y="202"/>
                  </a:cubicBezTo>
                  <a:lnTo>
                    <a:pt x="21" y="788"/>
                  </a:lnTo>
                  <a:lnTo>
                    <a:pt x="21" y="825"/>
                  </a:lnTo>
                  <a:lnTo>
                    <a:pt x="21" y="857"/>
                  </a:lnTo>
                  <a:cubicBezTo>
                    <a:pt x="21" y="889"/>
                    <a:pt x="21" y="942"/>
                    <a:pt x="53" y="974"/>
                  </a:cubicBezTo>
                  <a:lnTo>
                    <a:pt x="69" y="974"/>
                  </a:lnTo>
                  <a:lnTo>
                    <a:pt x="69" y="958"/>
                  </a:lnTo>
                  <a:cubicBezTo>
                    <a:pt x="53" y="926"/>
                    <a:pt x="53" y="889"/>
                    <a:pt x="53" y="857"/>
                  </a:cubicBezTo>
                  <a:lnTo>
                    <a:pt x="53" y="825"/>
                  </a:lnTo>
                  <a:lnTo>
                    <a:pt x="53" y="788"/>
                  </a:lnTo>
                  <a:lnTo>
                    <a:pt x="53" y="202"/>
                  </a:lnTo>
                  <a:cubicBezTo>
                    <a:pt x="53" y="150"/>
                    <a:pt x="53" y="81"/>
                    <a:pt x="21" y="17"/>
                  </a:cubicBezTo>
                  <a:cubicBezTo>
                    <a:pt x="21" y="0"/>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0"/>
            <p:cNvSpPr/>
            <p:nvPr/>
          </p:nvSpPr>
          <p:spPr>
            <a:xfrm>
              <a:off x="2028642" y="2900187"/>
              <a:ext cx="4867" cy="48570"/>
            </a:xfrm>
            <a:custGeom>
              <a:rect b="b" l="l" r="r" t="t"/>
              <a:pathLst>
                <a:path extrusionOk="0" h="489" w="49">
                  <a:moveTo>
                    <a:pt x="33" y="0"/>
                  </a:moveTo>
                  <a:cubicBezTo>
                    <a:pt x="0" y="85"/>
                    <a:pt x="16" y="170"/>
                    <a:pt x="16" y="239"/>
                  </a:cubicBezTo>
                  <a:cubicBezTo>
                    <a:pt x="16" y="319"/>
                    <a:pt x="16" y="388"/>
                    <a:pt x="0" y="473"/>
                  </a:cubicBezTo>
                  <a:cubicBezTo>
                    <a:pt x="0" y="473"/>
                    <a:pt x="0" y="489"/>
                    <a:pt x="16" y="489"/>
                  </a:cubicBezTo>
                  <a:lnTo>
                    <a:pt x="33" y="473"/>
                  </a:lnTo>
                  <a:cubicBezTo>
                    <a:pt x="49" y="388"/>
                    <a:pt x="49" y="319"/>
                    <a:pt x="33" y="239"/>
                  </a:cubicBezTo>
                  <a:cubicBezTo>
                    <a:pt x="33" y="170"/>
                    <a:pt x="33" y="85"/>
                    <a:pt x="49"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0"/>
            <p:cNvSpPr/>
            <p:nvPr/>
          </p:nvSpPr>
          <p:spPr>
            <a:xfrm>
              <a:off x="1525064" y="1604591"/>
              <a:ext cx="200736" cy="444678"/>
            </a:xfrm>
            <a:custGeom>
              <a:rect b="b" l="l" r="r" t="t"/>
              <a:pathLst>
                <a:path extrusionOk="0" h="4477" w="2021">
                  <a:moveTo>
                    <a:pt x="37" y="0"/>
                  </a:moveTo>
                  <a:cubicBezTo>
                    <a:pt x="0" y="53"/>
                    <a:pt x="0" y="85"/>
                    <a:pt x="0" y="133"/>
                  </a:cubicBezTo>
                  <a:lnTo>
                    <a:pt x="0" y="170"/>
                  </a:lnTo>
                  <a:lnTo>
                    <a:pt x="0" y="707"/>
                  </a:lnTo>
                  <a:lnTo>
                    <a:pt x="0" y="1127"/>
                  </a:lnTo>
                  <a:cubicBezTo>
                    <a:pt x="0" y="1196"/>
                    <a:pt x="21" y="1244"/>
                    <a:pt x="53" y="1313"/>
                  </a:cubicBezTo>
                  <a:cubicBezTo>
                    <a:pt x="154" y="1466"/>
                    <a:pt x="255" y="1616"/>
                    <a:pt x="340" y="1769"/>
                  </a:cubicBezTo>
                  <a:cubicBezTo>
                    <a:pt x="526" y="2052"/>
                    <a:pt x="691" y="2339"/>
                    <a:pt x="877" y="2626"/>
                  </a:cubicBezTo>
                  <a:cubicBezTo>
                    <a:pt x="994" y="2796"/>
                    <a:pt x="1111" y="2981"/>
                    <a:pt x="1212" y="3163"/>
                  </a:cubicBezTo>
                  <a:cubicBezTo>
                    <a:pt x="1350" y="3365"/>
                    <a:pt x="1467" y="3587"/>
                    <a:pt x="1600" y="3769"/>
                  </a:cubicBezTo>
                  <a:cubicBezTo>
                    <a:pt x="1637" y="3822"/>
                    <a:pt x="1669" y="3870"/>
                    <a:pt x="1685" y="3923"/>
                  </a:cubicBezTo>
                  <a:cubicBezTo>
                    <a:pt x="1754" y="4040"/>
                    <a:pt x="1818" y="4157"/>
                    <a:pt x="1919" y="4242"/>
                  </a:cubicBezTo>
                  <a:cubicBezTo>
                    <a:pt x="1972" y="4294"/>
                    <a:pt x="1988" y="4395"/>
                    <a:pt x="1972" y="4460"/>
                  </a:cubicBezTo>
                  <a:cubicBezTo>
                    <a:pt x="1972" y="4460"/>
                    <a:pt x="1972" y="4476"/>
                    <a:pt x="1988" y="4476"/>
                  </a:cubicBezTo>
                  <a:cubicBezTo>
                    <a:pt x="1988" y="4476"/>
                    <a:pt x="2004" y="4476"/>
                    <a:pt x="2004" y="4460"/>
                  </a:cubicBezTo>
                  <a:cubicBezTo>
                    <a:pt x="2020" y="4359"/>
                    <a:pt x="1988" y="4274"/>
                    <a:pt x="1939" y="4226"/>
                  </a:cubicBezTo>
                  <a:cubicBezTo>
                    <a:pt x="1838" y="4141"/>
                    <a:pt x="1770" y="4024"/>
                    <a:pt x="1717" y="3923"/>
                  </a:cubicBezTo>
                  <a:cubicBezTo>
                    <a:pt x="1685" y="3870"/>
                    <a:pt x="1653" y="3805"/>
                    <a:pt x="1616" y="3769"/>
                  </a:cubicBezTo>
                  <a:cubicBezTo>
                    <a:pt x="1499" y="3567"/>
                    <a:pt x="1366" y="3349"/>
                    <a:pt x="1249" y="3147"/>
                  </a:cubicBezTo>
                  <a:cubicBezTo>
                    <a:pt x="1132" y="2981"/>
                    <a:pt x="1031" y="2779"/>
                    <a:pt x="909" y="2610"/>
                  </a:cubicBezTo>
                  <a:cubicBezTo>
                    <a:pt x="728" y="2323"/>
                    <a:pt x="542" y="2036"/>
                    <a:pt x="372" y="1749"/>
                  </a:cubicBezTo>
                  <a:cubicBezTo>
                    <a:pt x="271" y="1600"/>
                    <a:pt x="170" y="1446"/>
                    <a:pt x="85" y="1297"/>
                  </a:cubicBezTo>
                  <a:cubicBezTo>
                    <a:pt x="37" y="1244"/>
                    <a:pt x="37" y="1196"/>
                    <a:pt x="37" y="1127"/>
                  </a:cubicBezTo>
                  <a:lnTo>
                    <a:pt x="37" y="707"/>
                  </a:lnTo>
                  <a:lnTo>
                    <a:pt x="37" y="170"/>
                  </a:lnTo>
                  <a:lnTo>
                    <a:pt x="37" y="133"/>
                  </a:lnTo>
                  <a:cubicBezTo>
                    <a:pt x="21" y="101"/>
                    <a:pt x="21" y="53"/>
                    <a:pt x="53" y="32"/>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0"/>
            <p:cNvSpPr/>
            <p:nvPr/>
          </p:nvSpPr>
          <p:spPr>
            <a:xfrm>
              <a:off x="849753" y="2262918"/>
              <a:ext cx="364423" cy="279799"/>
            </a:xfrm>
            <a:custGeom>
              <a:rect b="b" l="l" r="r" t="t"/>
              <a:pathLst>
                <a:path extrusionOk="0" h="2817" w="3669">
                  <a:moveTo>
                    <a:pt x="3583" y="1"/>
                  </a:moveTo>
                  <a:cubicBezTo>
                    <a:pt x="3529" y="1"/>
                    <a:pt x="3480" y="27"/>
                    <a:pt x="3451" y="54"/>
                  </a:cubicBezTo>
                  <a:cubicBezTo>
                    <a:pt x="3434" y="54"/>
                    <a:pt x="3418" y="70"/>
                    <a:pt x="3386" y="90"/>
                  </a:cubicBezTo>
                  <a:cubicBezTo>
                    <a:pt x="2493" y="510"/>
                    <a:pt x="1568" y="946"/>
                    <a:pt x="675" y="1367"/>
                  </a:cubicBezTo>
                  <a:lnTo>
                    <a:pt x="372" y="1520"/>
                  </a:lnTo>
                  <a:cubicBezTo>
                    <a:pt x="356" y="1520"/>
                    <a:pt x="356" y="1520"/>
                    <a:pt x="356" y="1536"/>
                  </a:cubicBezTo>
                  <a:lnTo>
                    <a:pt x="336" y="1536"/>
                  </a:lnTo>
                  <a:cubicBezTo>
                    <a:pt x="102" y="1585"/>
                    <a:pt x="1" y="1722"/>
                    <a:pt x="33" y="1989"/>
                  </a:cubicBezTo>
                  <a:lnTo>
                    <a:pt x="33" y="2461"/>
                  </a:lnTo>
                  <a:cubicBezTo>
                    <a:pt x="17" y="2530"/>
                    <a:pt x="17" y="2595"/>
                    <a:pt x="17" y="2663"/>
                  </a:cubicBezTo>
                  <a:lnTo>
                    <a:pt x="17" y="2696"/>
                  </a:lnTo>
                  <a:cubicBezTo>
                    <a:pt x="17" y="2732"/>
                    <a:pt x="17" y="2780"/>
                    <a:pt x="33" y="2817"/>
                  </a:cubicBezTo>
                  <a:lnTo>
                    <a:pt x="53" y="2817"/>
                  </a:lnTo>
                  <a:cubicBezTo>
                    <a:pt x="53" y="2817"/>
                    <a:pt x="69" y="2797"/>
                    <a:pt x="53" y="2797"/>
                  </a:cubicBezTo>
                  <a:cubicBezTo>
                    <a:pt x="33" y="2764"/>
                    <a:pt x="53" y="2732"/>
                    <a:pt x="53" y="2696"/>
                  </a:cubicBezTo>
                  <a:lnTo>
                    <a:pt x="53" y="2663"/>
                  </a:lnTo>
                  <a:lnTo>
                    <a:pt x="53" y="2461"/>
                  </a:lnTo>
                  <a:cubicBezTo>
                    <a:pt x="69" y="2312"/>
                    <a:pt x="69" y="2142"/>
                    <a:pt x="53" y="1989"/>
                  </a:cubicBezTo>
                  <a:cubicBezTo>
                    <a:pt x="33" y="1738"/>
                    <a:pt x="118" y="1605"/>
                    <a:pt x="336" y="1569"/>
                  </a:cubicBezTo>
                  <a:lnTo>
                    <a:pt x="372" y="1536"/>
                  </a:lnTo>
                  <a:lnTo>
                    <a:pt x="691" y="1383"/>
                  </a:lnTo>
                  <a:cubicBezTo>
                    <a:pt x="1584" y="963"/>
                    <a:pt x="2493" y="526"/>
                    <a:pt x="3402" y="106"/>
                  </a:cubicBezTo>
                  <a:cubicBezTo>
                    <a:pt x="3418" y="90"/>
                    <a:pt x="3434" y="90"/>
                    <a:pt x="3451" y="70"/>
                  </a:cubicBezTo>
                  <a:cubicBezTo>
                    <a:pt x="3503" y="38"/>
                    <a:pt x="3552" y="21"/>
                    <a:pt x="3604" y="21"/>
                  </a:cubicBezTo>
                  <a:cubicBezTo>
                    <a:pt x="3636" y="207"/>
                    <a:pt x="3636" y="223"/>
                    <a:pt x="3467" y="292"/>
                  </a:cubicBezTo>
                  <a:cubicBezTo>
                    <a:pt x="3350" y="357"/>
                    <a:pt x="3216" y="409"/>
                    <a:pt x="3083" y="474"/>
                  </a:cubicBezTo>
                  <a:cubicBezTo>
                    <a:pt x="2946" y="542"/>
                    <a:pt x="2796" y="611"/>
                    <a:pt x="2659" y="676"/>
                  </a:cubicBezTo>
                  <a:cubicBezTo>
                    <a:pt x="2542" y="728"/>
                    <a:pt x="2408" y="797"/>
                    <a:pt x="2291" y="862"/>
                  </a:cubicBezTo>
                  <a:cubicBezTo>
                    <a:pt x="2138" y="930"/>
                    <a:pt x="1988" y="1015"/>
                    <a:pt x="1835" y="1080"/>
                  </a:cubicBezTo>
                  <a:cubicBezTo>
                    <a:pt x="1516" y="1233"/>
                    <a:pt x="1196" y="1383"/>
                    <a:pt x="877" y="1520"/>
                  </a:cubicBezTo>
                  <a:cubicBezTo>
                    <a:pt x="691" y="1621"/>
                    <a:pt x="489" y="1706"/>
                    <a:pt x="304" y="1787"/>
                  </a:cubicBezTo>
                  <a:cubicBezTo>
                    <a:pt x="235" y="1823"/>
                    <a:pt x="203" y="1872"/>
                    <a:pt x="203" y="1956"/>
                  </a:cubicBezTo>
                  <a:lnTo>
                    <a:pt x="203" y="2259"/>
                  </a:lnTo>
                  <a:lnTo>
                    <a:pt x="203" y="2514"/>
                  </a:lnTo>
                  <a:lnTo>
                    <a:pt x="203" y="2562"/>
                  </a:lnTo>
                  <a:cubicBezTo>
                    <a:pt x="203" y="2615"/>
                    <a:pt x="203" y="2663"/>
                    <a:pt x="235" y="2716"/>
                  </a:cubicBezTo>
                  <a:lnTo>
                    <a:pt x="255" y="2716"/>
                  </a:lnTo>
                  <a:lnTo>
                    <a:pt x="255" y="2696"/>
                  </a:lnTo>
                  <a:cubicBezTo>
                    <a:pt x="219" y="2663"/>
                    <a:pt x="235" y="2615"/>
                    <a:pt x="235" y="2562"/>
                  </a:cubicBezTo>
                  <a:lnTo>
                    <a:pt x="235" y="2514"/>
                  </a:lnTo>
                  <a:lnTo>
                    <a:pt x="235" y="2259"/>
                  </a:lnTo>
                  <a:lnTo>
                    <a:pt x="235" y="1956"/>
                  </a:lnTo>
                  <a:cubicBezTo>
                    <a:pt x="235" y="1888"/>
                    <a:pt x="255" y="1839"/>
                    <a:pt x="304" y="1823"/>
                  </a:cubicBezTo>
                  <a:cubicBezTo>
                    <a:pt x="506" y="1722"/>
                    <a:pt x="691" y="1637"/>
                    <a:pt x="893" y="1552"/>
                  </a:cubicBezTo>
                  <a:cubicBezTo>
                    <a:pt x="1213" y="1403"/>
                    <a:pt x="1532" y="1249"/>
                    <a:pt x="1851" y="1100"/>
                  </a:cubicBezTo>
                  <a:cubicBezTo>
                    <a:pt x="2004" y="1031"/>
                    <a:pt x="2154" y="946"/>
                    <a:pt x="2307" y="878"/>
                  </a:cubicBezTo>
                  <a:cubicBezTo>
                    <a:pt x="2424" y="813"/>
                    <a:pt x="2542" y="761"/>
                    <a:pt x="2679" y="696"/>
                  </a:cubicBezTo>
                  <a:cubicBezTo>
                    <a:pt x="2812" y="627"/>
                    <a:pt x="2962" y="559"/>
                    <a:pt x="3099" y="494"/>
                  </a:cubicBezTo>
                  <a:cubicBezTo>
                    <a:pt x="3216" y="441"/>
                    <a:pt x="3350" y="373"/>
                    <a:pt x="3487" y="324"/>
                  </a:cubicBezTo>
                  <a:cubicBezTo>
                    <a:pt x="3653" y="240"/>
                    <a:pt x="3669" y="223"/>
                    <a:pt x="3620" y="21"/>
                  </a:cubicBezTo>
                  <a:lnTo>
                    <a:pt x="3620" y="5"/>
                  </a:lnTo>
                  <a:cubicBezTo>
                    <a:pt x="3608" y="2"/>
                    <a:pt x="3595" y="1"/>
                    <a:pt x="3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0"/>
            <p:cNvSpPr/>
            <p:nvPr/>
          </p:nvSpPr>
          <p:spPr>
            <a:xfrm>
              <a:off x="751024" y="2042714"/>
              <a:ext cx="5364" cy="46583"/>
            </a:xfrm>
            <a:custGeom>
              <a:rect b="b" l="l" r="r" t="t"/>
              <a:pathLst>
                <a:path extrusionOk="0" h="469" w="54">
                  <a:moveTo>
                    <a:pt x="37" y="0"/>
                  </a:moveTo>
                  <a:lnTo>
                    <a:pt x="37" y="17"/>
                  </a:lnTo>
                  <a:cubicBezTo>
                    <a:pt x="1" y="166"/>
                    <a:pt x="1" y="320"/>
                    <a:pt x="37" y="453"/>
                  </a:cubicBezTo>
                  <a:lnTo>
                    <a:pt x="37" y="469"/>
                  </a:lnTo>
                  <a:cubicBezTo>
                    <a:pt x="53" y="469"/>
                    <a:pt x="53" y="453"/>
                    <a:pt x="53" y="453"/>
                  </a:cubicBezTo>
                  <a:cubicBezTo>
                    <a:pt x="37" y="320"/>
                    <a:pt x="37" y="166"/>
                    <a:pt x="53" y="17"/>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0"/>
            <p:cNvSpPr/>
            <p:nvPr/>
          </p:nvSpPr>
          <p:spPr>
            <a:xfrm>
              <a:off x="2006592" y="2873667"/>
              <a:ext cx="5264" cy="48272"/>
            </a:xfrm>
            <a:custGeom>
              <a:rect b="b" l="l" r="r" t="t"/>
              <a:pathLst>
                <a:path extrusionOk="0" h="486" w="53">
                  <a:moveTo>
                    <a:pt x="36" y="1"/>
                  </a:moveTo>
                  <a:cubicBezTo>
                    <a:pt x="20" y="81"/>
                    <a:pt x="20" y="166"/>
                    <a:pt x="20" y="235"/>
                  </a:cubicBezTo>
                  <a:cubicBezTo>
                    <a:pt x="20" y="320"/>
                    <a:pt x="20" y="384"/>
                    <a:pt x="0" y="469"/>
                  </a:cubicBezTo>
                  <a:lnTo>
                    <a:pt x="20" y="485"/>
                  </a:lnTo>
                  <a:lnTo>
                    <a:pt x="36" y="469"/>
                  </a:lnTo>
                  <a:cubicBezTo>
                    <a:pt x="53" y="384"/>
                    <a:pt x="53" y="320"/>
                    <a:pt x="53" y="235"/>
                  </a:cubicBezTo>
                  <a:cubicBezTo>
                    <a:pt x="36" y="166"/>
                    <a:pt x="36" y="81"/>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0"/>
            <p:cNvSpPr/>
            <p:nvPr/>
          </p:nvSpPr>
          <p:spPr>
            <a:xfrm>
              <a:off x="672458" y="1751791"/>
              <a:ext cx="144121" cy="207192"/>
            </a:xfrm>
            <a:custGeom>
              <a:rect b="b" l="l" r="r" t="t"/>
              <a:pathLst>
                <a:path extrusionOk="0" h="2086" w="1451">
                  <a:moveTo>
                    <a:pt x="1434" y="1"/>
                  </a:moveTo>
                  <a:cubicBezTo>
                    <a:pt x="1414" y="33"/>
                    <a:pt x="1398" y="33"/>
                    <a:pt x="1366" y="49"/>
                  </a:cubicBezTo>
                  <a:cubicBezTo>
                    <a:pt x="1349" y="49"/>
                    <a:pt x="1333" y="65"/>
                    <a:pt x="1333" y="65"/>
                  </a:cubicBezTo>
                  <a:cubicBezTo>
                    <a:pt x="1131" y="186"/>
                    <a:pt x="909" y="304"/>
                    <a:pt x="707" y="421"/>
                  </a:cubicBezTo>
                  <a:cubicBezTo>
                    <a:pt x="505" y="538"/>
                    <a:pt x="287" y="671"/>
                    <a:pt x="69" y="792"/>
                  </a:cubicBezTo>
                  <a:cubicBezTo>
                    <a:pt x="20" y="809"/>
                    <a:pt x="0" y="825"/>
                    <a:pt x="0" y="893"/>
                  </a:cubicBezTo>
                  <a:lnTo>
                    <a:pt x="0" y="1362"/>
                  </a:lnTo>
                  <a:lnTo>
                    <a:pt x="0" y="2037"/>
                  </a:lnTo>
                  <a:cubicBezTo>
                    <a:pt x="0" y="2053"/>
                    <a:pt x="0" y="2053"/>
                    <a:pt x="20" y="2069"/>
                  </a:cubicBezTo>
                  <a:lnTo>
                    <a:pt x="20" y="2085"/>
                  </a:lnTo>
                  <a:lnTo>
                    <a:pt x="37" y="2085"/>
                  </a:lnTo>
                  <a:cubicBezTo>
                    <a:pt x="53" y="2085"/>
                    <a:pt x="53" y="2069"/>
                    <a:pt x="53" y="2069"/>
                  </a:cubicBezTo>
                  <a:lnTo>
                    <a:pt x="37" y="2053"/>
                  </a:lnTo>
                  <a:lnTo>
                    <a:pt x="20" y="2037"/>
                  </a:lnTo>
                  <a:lnTo>
                    <a:pt x="20" y="1362"/>
                  </a:lnTo>
                  <a:lnTo>
                    <a:pt x="20" y="893"/>
                  </a:lnTo>
                  <a:cubicBezTo>
                    <a:pt x="20" y="841"/>
                    <a:pt x="37" y="841"/>
                    <a:pt x="69" y="825"/>
                  </a:cubicBezTo>
                  <a:lnTo>
                    <a:pt x="85" y="809"/>
                  </a:lnTo>
                  <a:cubicBezTo>
                    <a:pt x="287" y="691"/>
                    <a:pt x="505" y="570"/>
                    <a:pt x="727" y="437"/>
                  </a:cubicBezTo>
                  <a:cubicBezTo>
                    <a:pt x="929" y="320"/>
                    <a:pt x="1131" y="203"/>
                    <a:pt x="1333" y="85"/>
                  </a:cubicBezTo>
                  <a:lnTo>
                    <a:pt x="1382" y="85"/>
                  </a:lnTo>
                  <a:cubicBezTo>
                    <a:pt x="1398" y="65"/>
                    <a:pt x="1434" y="49"/>
                    <a:pt x="1450" y="17"/>
                  </a:cubicBezTo>
                  <a:lnTo>
                    <a:pt x="1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0"/>
            <p:cNvSpPr/>
            <p:nvPr/>
          </p:nvSpPr>
          <p:spPr>
            <a:xfrm>
              <a:off x="1521886" y="1766690"/>
              <a:ext cx="202325" cy="429779"/>
            </a:xfrm>
            <a:custGeom>
              <a:rect b="b" l="l" r="r" t="t"/>
              <a:pathLst>
                <a:path extrusionOk="0" h="4327" w="2037">
                  <a:moveTo>
                    <a:pt x="16" y="0"/>
                  </a:moveTo>
                  <a:lnTo>
                    <a:pt x="0" y="16"/>
                  </a:lnTo>
                  <a:cubicBezTo>
                    <a:pt x="16" y="117"/>
                    <a:pt x="69" y="186"/>
                    <a:pt x="117" y="271"/>
                  </a:cubicBezTo>
                  <a:cubicBezTo>
                    <a:pt x="133" y="287"/>
                    <a:pt x="154" y="303"/>
                    <a:pt x="170" y="339"/>
                  </a:cubicBezTo>
                  <a:cubicBezTo>
                    <a:pt x="319" y="574"/>
                    <a:pt x="473" y="808"/>
                    <a:pt x="622" y="1046"/>
                  </a:cubicBezTo>
                  <a:cubicBezTo>
                    <a:pt x="962" y="1567"/>
                    <a:pt x="1313" y="2121"/>
                    <a:pt x="1648" y="2642"/>
                  </a:cubicBezTo>
                  <a:cubicBezTo>
                    <a:pt x="1685" y="2711"/>
                    <a:pt x="1717" y="2763"/>
                    <a:pt x="1749" y="2812"/>
                  </a:cubicBezTo>
                  <a:cubicBezTo>
                    <a:pt x="1850" y="2929"/>
                    <a:pt x="1935" y="3066"/>
                    <a:pt x="1971" y="3216"/>
                  </a:cubicBezTo>
                  <a:cubicBezTo>
                    <a:pt x="2004" y="3349"/>
                    <a:pt x="1988" y="3486"/>
                    <a:pt x="1988" y="3636"/>
                  </a:cubicBezTo>
                  <a:lnTo>
                    <a:pt x="1988" y="3789"/>
                  </a:lnTo>
                  <a:cubicBezTo>
                    <a:pt x="1971" y="3838"/>
                    <a:pt x="1988" y="3906"/>
                    <a:pt x="1988" y="3955"/>
                  </a:cubicBezTo>
                  <a:cubicBezTo>
                    <a:pt x="1988" y="4076"/>
                    <a:pt x="1988" y="4193"/>
                    <a:pt x="1971" y="4310"/>
                  </a:cubicBezTo>
                  <a:lnTo>
                    <a:pt x="1971" y="4327"/>
                  </a:lnTo>
                  <a:lnTo>
                    <a:pt x="1988" y="4327"/>
                  </a:lnTo>
                  <a:lnTo>
                    <a:pt x="1988" y="4310"/>
                  </a:lnTo>
                  <a:cubicBezTo>
                    <a:pt x="2020" y="4193"/>
                    <a:pt x="2004" y="4076"/>
                    <a:pt x="2004" y="3955"/>
                  </a:cubicBezTo>
                  <a:lnTo>
                    <a:pt x="2004" y="3789"/>
                  </a:lnTo>
                  <a:cubicBezTo>
                    <a:pt x="2004" y="3737"/>
                    <a:pt x="2004" y="3688"/>
                    <a:pt x="2020" y="3636"/>
                  </a:cubicBezTo>
                  <a:cubicBezTo>
                    <a:pt x="2020" y="3486"/>
                    <a:pt x="2036" y="3349"/>
                    <a:pt x="2004" y="3200"/>
                  </a:cubicBezTo>
                  <a:cubicBezTo>
                    <a:pt x="1971" y="3046"/>
                    <a:pt x="1870" y="2929"/>
                    <a:pt x="1769" y="2796"/>
                  </a:cubicBezTo>
                  <a:cubicBezTo>
                    <a:pt x="1733" y="2743"/>
                    <a:pt x="1701" y="2695"/>
                    <a:pt x="1669" y="2642"/>
                  </a:cubicBezTo>
                  <a:cubicBezTo>
                    <a:pt x="1329" y="2105"/>
                    <a:pt x="978" y="1567"/>
                    <a:pt x="659" y="1046"/>
                  </a:cubicBezTo>
                  <a:cubicBezTo>
                    <a:pt x="505" y="792"/>
                    <a:pt x="356" y="558"/>
                    <a:pt x="202" y="319"/>
                  </a:cubicBezTo>
                  <a:cubicBezTo>
                    <a:pt x="186" y="303"/>
                    <a:pt x="154" y="271"/>
                    <a:pt x="133" y="255"/>
                  </a:cubicBezTo>
                  <a:cubicBezTo>
                    <a:pt x="85" y="170"/>
                    <a:pt x="32" y="117"/>
                    <a:pt x="32" y="16"/>
                  </a:cubicBez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0"/>
            <p:cNvSpPr/>
            <p:nvPr/>
          </p:nvSpPr>
          <p:spPr>
            <a:xfrm>
              <a:off x="1411536" y="2376943"/>
              <a:ext cx="90386" cy="195869"/>
            </a:xfrm>
            <a:custGeom>
              <a:rect b="b" l="l" r="r" t="t"/>
              <a:pathLst>
                <a:path extrusionOk="0" h="1972" w="910">
                  <a:moveTo>
                    <a:pt x="33" y="0"/>
                  </a:moveTo>
                  <a:cubicBezTo>
                    <a:pt x="0" y="33"/>
                    <a:pt x="0" y="85"/>
                    <a:pt x="0" y="118"/>
                  </a:cubicBezTo>
                  <a:lnTo>
                    <a:pt x="0" y="154"/>
                  </a:lnTo>
                  <a:lnTo>
                    <a:pt x="0" y="675"/>
                  </a:lnTo>
                  <a:cubicBezTo>
                    <a:pt x="0" y="792"/>
                    <a:pt x="0" y="893"/>
                    <a:pt x="134" y="994"/>
                  </a:cubicBezTo>
                  <a:cubicBezTo>
                    <a:pt x="218" y="1043"/>
                    <a:pt x="271" y="1127"/>
                    <a:pt x="336" y="1212"/>
                  </a:cubicBezTo>
                  <a:cubicBezTo>
                    <a:pt x="372" y="1265"/>
                    <a:pt x="404" y="1313"/>
                    <a:pt x="457" y="1346"/>
                  </a:cubicBezTo>
                  <a:cubicBezTo>
                    <a:pt x="505" y="1414"/>
                    <a:pt x="558" y="1483"/>
                    <a:pt x="590" y="1548"/>
                  </a:cubicBezTo>
                  <a:cubicBezTo>
                    <a:pt x="659" y="1632"/>
                    <a:pt x="739" y="1733"/>
                    <a:pt x="824" y="1818"/>
                  </a:cubicBezTo>
                  <a:cubicBezTo>
                    <a:pt x="840" y="1834"/>
                    <a:pt x="861" y="1871"/>
                    <a:pt x="861" y="1903"/>
                  </a:cubicBezTo>
                  <a:cubicBezTo>
                    <a:pt x="861" y="1919"/>
                    <a:pt x="877" y="1935"/>
                    <a:pt x="877" y="1952"/>
                  </a:cubicBezTo>
                  <a:lnTo>
                    <a:pt x="893" y="1972"/>
                  </a:lnTo>
                  <a:lnTo>
                    <a:pt x="909" y="1952"/>
                  </a:lnTo>
                  <a:cubicBezTo>
                    <a:pt x="893" y="1935"/>
                    <a:pt x="893" y="1919"/>
                    <a:pt x="893" y="1903"/>
                  </a:cubicBezTo>
                  <a:cubicBezTo>
                    <a:pt x="877" y="1871"/>
                    <a:pt x="877" y="1818"/>
                    <a:pt x="840" y="1802"/>
                  </a:cubicBezTo>
                  <a:cubicBezTo>
                    <a:pt x="760" y="1717"/>
                    <a:pt x="691" y="1616"/>
                    <a:pt x="622" y="1531"/>
                  </a:cubicBezTo>
                  <a:cubicBezTo>
                    <a:pt x="574" y="1467"/>
                    <a:pt x="521" y="1398"/>
                    <a:pt x="473" y="1329"/>
                  </a:cubicBezTo>
                  <a:cubicBezTo>
                    <a:pt x="420" y="1297"/>
                    <a:pt x="388" y="1245"/>
                    <a:pt x="356" y="1196"/>
                  </a:cubicBezTo>
                  <a:cubicBezTo>
                    <a:pt x="287" y="1111"/>
                    <a:pt x="235" y="1027"/>
                    <a:pt x="154" y="962"/>
                  </a:cubicBezTo>
                  <a:cubicBezTo>
                    <a:pt x="16" y="893"/>
                    <a:pt x="16" y="792"/>
                    <a:pt x="16" y="675"/>
                  </a:cubicBezTo>
                  <a:lnTo>
                    <a:pt x="16" y="154"/>
                  </a:lnTo>
                  <a:lnTo>
                    <a:pt x="16" y="118"/>
                  </a:lnTo>
                  <a:cubicBezTo>
                    <a:pt x="16" y="85"/>
                    <a:pt x="16" y="53"/>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0"/>
            <p:cNvSpPr/>
            <p:nvPr/>
          </p:nvSpPr>
          <p:spPr>
            <a:xfrm>
              <a:off x="1334459" y="3102412"/>
              <a:ext cx="5364" cy="97140"/>
            </a:xfrm>
            <a:custGeom>
              <a:rect b="b" l="l" r="r" t="t"/>
              <a:pathLst>
                <a:path extrusionOk="0" h="978" w="54">
                  <a:moveTo>
                    <a:pt x="37" y="0"/>
                  </a:moveTo>
                  <a:cubicBezTo>
                    <a:pt x="21" y="0"/>
                    <a:pt x="21" y="0"/>
                    <a:pt x="21" y="20"/>
                  </a:cubicBezTo>
                  <a:lnTo>
                    <a:pt x="21" y="222"/>
                  </a:lnTo>
                  <a:cubicBezTo>
                    <a:pt x="1" y="424"/>
                    <a:pt x="1" y="626"/>
                    <a:pt x="1" y="828"/>
                  </a:cubicBezTo>
                  <a:lnTo>
                    <a:pt x="1" y="844"/>
                  </a:lnTo>
                  <a:cubicBezTo>
                    <a:pt x="1" y="893"/>
                    <a:pt x="1" y="929"/>
                    <a:pt x="21" y="962"/>
                  </a:cubicBezTo>
                  <a:lnTo>
                    <a:pt x="37" y="978"/>
                  </a:lnTo>
                  <a:cubicBezTo>
                    <a:pt x="37" y="962"/>
                    <a:pt x="53" y="962"/>
                    <a:pt x="37" y="962"/>
                  </a:cubicBezTo>
                  <a:cubicBezTo>
                    <a:pt x="21" y="929"/>
                    <a:pt x="37" y="893"/>
                    <a:pt x="37" y="861"/>
                  </a:cubicBezTo>
                  <a:lnTo>
                    <a:pt x="37" y="828"/>
                  </a:lnTo>
                  <a:lnTo>
                    <a:pt x="37" y="222"/>
                  </a:lnTo>
                  <a:lnTo>
                    <a:pt x="37" y="20"/>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0"/>
            <p:cNvSpPr/>
            <p:nvPr/>
          </p:nvSpPr>
          <p:spPr>
            <a:xfrm>
              <a:off x="2083569" y="3192699"/>
              <a:ext cx="103596" cy="158920"/>
            </a:xfrm>
            <a:custGeom>
              <a:rect b="b" l="l" r="r" t="t"/>
              <a:pathLst>
                <a:path extrusionOk="0" h="1600" w="1043">
                  <a:moveTo>
                    <a:pt x="17" y="0"/>
                  </a:moveTo>
                  <a:cubicBezTo>
                    <a:pt x="1" y="0"/>
                    <a:pt x="1" y="0"/>
                    <a:pt x="1" y="20"/>
                  </a:cubicBezTo>
                  <a:cubicBezTo>
                    <a:pt x="1" y="101"/>
                    <a:pt x="17" y="154"/>
                    <a:pt x="69" y="202"/>
                  </a:cubicBezTo>
                  <a:cubicBezTo>
                    <a:pt x="118" y="255"/>
                    <a:pt x="170" y="303"/>
                    <a:pt x="203" y="356"/>
                  </a:cubicBezTo>
                  <a:cubicBezTo>
                    <a:pt x="287" y="457"/>
                    <a:pt x="356" y="541"/>
                    <a:pt x="421" y="642"/>
                  </a:cubicBezTo>
                  <a:cubicBezTo>
                    <a:pt x="574" y="844"/>
                    <a:pt x="740" y="1046"/>
                    <a:pt x="893" y="1232"/>
                  </a:cubicBezTo>
                  <a:cubicBezTo>
                    <a:pt x="994" y="1349"/>
                    <a:pt x="1027" y="1450"/>
                    <a:pt x="978" y="1584"/>
                  </a:cubicBezTo>
                  <a:lnTo>
                    <a:pt x="978" y="1600"/>
                  </a:lnTo>
                  <a:lnTo>
                    <a:pt x="994" y="1600"/>
                  </a:lnTo>
                  <a:cubicBezTo>
                    <a:pt x="1043" y="1450"/>
                    <a:pt x="1027" y="1349"/>
                    <a:pt x="926" y="1212"/>
                  </a:cubicBezTo>
                  <a:cubicBezTo>
                    <a:pt x="760" y="1030"/>
                    <a:pt x="590" y="828"/>
                    <a:pt x="437" y="626"/>
                  </a:cubicBezTo>
                  <a:cubicBezTo>
                    <a:pt x="372" y="525"/>
                    <a:pt x="304" y="440"/>
                    <a:pt x="219" y="339"/>
                  </a:cubicBezTo>
                  <a:cubicBezTo>
                    <a:pt x="186" y="287"/>
                    <a:pt x="134" y="238"/>
                    <a:pt x="85" y="186"/>
                  </a:cubicBezTo>
                  <a:cubicBezTo>
                    <a:pt x="33" y="154"/>
                    <a:pt x="17" y="85"/>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0"/>
            <p:cNvSpPr/>
            <p:nvPr/>
          </p:nvSpPr>
          <p:spPr>
            <a:xfrm>
              <a:off x="1923059" y="3323013"/>
              <a:ext cx="147398" cy="229242"/>
            </a:xfrm>
            <a:custGeom>
              <a:rect b="b" l="l" r="r" t="t"/>
              <a:pathLst>
                <a:path extrusionOk="0" h="2308" w="1484">
                  <a:moveTo>
                    <a:pt x="53" y="1"/>
                  </a:moveTo>
                  <a:lnTo>
                    <a:pt x="33" y="21"/>
                  </a:lnTo>
                  <a:cubicBezTo>
                    <a:pt x="17" y="102"/>
                    <a:pt x="17" y="187"/>
                    <a:pt x="17" y="272"/>
                  </a:cubicBezTo>
                  <a:cubicBezTo>
                    <a:pt x="17" y="340"/>
                    <a:pt x="33" y="405"/>
                    <a:pt x="17" y="474"/>
                  </a:cubicBezTo>
                  <a:cubicBezTo>
                    <a:pt x="1" y="607"/>
                    <a:pt x="53" y="708"/>
                    <a:pt x="154" y="829"/>
                  </a:cubicBezTo>
                  <a:cubicBezTo>
                    <a:pt x="457" y="1148"/>
                    <a:pt x="740" y="1467"/>
                    <a:pt x="1063" y="1819"/>
                  </a:cubicBezTo>
                  <a:cubicBezTo>
                    <a:pt x="1096" y="1855"/>
                    <a:pt x="1144" y="1888"/>
                    <a:pt x="1180" y="1940"/>
                  </a:cubicBezTo>
                  <a:cubicBezTo>
                    <a:pt x="1245" y="2005"/>
                    <a:pt x="1314" y="2073"/>
                    <a:pt x="1366" y="2158"/>
                  </a:cubicBezTo>
                  <a:cubicBezTo>
                    <a:pt x="1415" y="2207"/>
                    <a:pt x="1431" y="2259"/>
                    <a:pt x="1447" y="2291"/>
                  </a:cubicBezTo>
                  <a:lnTo>
                    <a:pt x="1467" y="2308"/>
                  </a:lnTo>
                  <a:cubicBezTo>
                    <a:pt x="1483" y="2308"/>
                    <a:pt x="1483" y="2291"/>
                    <a:pt x="1483" y="2291"/>
                  </a:cubicBezTo>
                  <a:cubicBezTo>
                    <a:pt x="1467" y="2243"/>
                    <a:pt x="1431" y="2190"/>
                    <a:pt x="1382" y="2142"/>
                  </a:cubicBezTo>
                  <a:cubicBezTo>
                    <a:pt x="1330" y="2057"/>
                    <a:pt x="1265" y="1989"/>
                    <a:pt x="1197" y="1920"/>
                  </a:cubicBezTo>
                  <a:cubicBezTo>
                    <a:pt x="1164" y="1871"/>
                    <a:pt x="1112" y="1839"/>
                    <a:pt x="1079" y="1803"/>
                  </a:cubicBezTo>
                  <a:cubicBezTo>
                    <a:pt x="776" y="1451"/>
                    <a:pt x="473" y="1132"/>
                    <a:pt x="187" y="809"/>
                  </a:cubicBezTo>
                  <a:cubicBezTo>
                    <a:pt x="69" y="692"/>
                    <a:pt x="33" y="591"/>
                    <a:pt x="53" y="474"/>
                  </a:cubicBezTo>
                  <a:lnTo>
                    <a:pt x="53" y="272"/>
                  </a:lnTo>
                  <a:cubicBezTo>
                    <a:pt x="53" y="187"/>
                    <a:pt x="53" y="102"/>
                    <a:pt x="69" y="21"/>
                  </a:cubicBezTo>
                  <a:cubicBezTo>
                    <a:pt x="69" y="21"/>
                    <a:pt x="53" y="2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0"/>
            <p:cNvSpPr/>
            <p:nvPr/>
          </p:nvSpPr>
          <p:spPr>
            <a:xfrm>
              <a:off x="1132234" y="3172635"/>
              <a:ext cx="6953" cy="95551"/>
            </a:xfrm>
            <a:custGeom>
              <a:rect b="b" l="l" r="r" t="t"/>
              <a:pathLst>
                <a:path extrusionOk="0" h="962" w="70">
                  <a:moveTo>
                    <a:pt x="17" y="0"/>
                  </a:moveTo>
                  <a:cubicBezTo>
                    <a:pt x="1" y="36"/>
                    <a:pt x="17" y="53"/>
                    <a:pt x="17" y="69"/>
                  </a:cubicBezTo>
                  <a:cubicBezTo>
                    <a:pt x="37" y="69"/>
                    <a:pt x="37" y="85"/>
                    <a:pt x="37" y="101"/>
                  </a:cubicBezTo>
                  <a:lnTo>
                    <a:pt x="37" y="271"/>
                  </a:lnTo>
                  <a:cubicBezTo>
                    <a:pt x="17" y="489"/>
                    <a:pt x="17" y="727"/>
                    <a:pt x="37" y="945"/>
                  </a:cubicBezTo>
                  <a:lnTo>
                    <a:pt x="53" y="962"/>
                  </a:lnTo>
                  <a:cubicBezTo>
                    <a:pt x="69" y="962"/>
                    <a:pt x="69" y="945"/>
                    <a:pt x="69" y="945"/>
                  </a:cubicBezTo>
                  <a:cubicBezTo>
                    <a:pt x="53" y="707"/>
                    <a:pt x="53" y="489"/>
                    <a:pt x="53" y="271"/>
                  </a:cubicBezTo>
                  <a:lnTo>
                    <a:pt x="53" y="101"/>
                  </a:lnTo>
                  <a:lnTo>
                    <a:pt x="53" y="53"/>
                  </a:lnTo>
                  <a:cubicBezTo>
                    <a:pt x="37" y="36"/>
                    <a:pt x="37" y="20"/>
                    <a:pt x="37" y="20"/>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0"/>
            <p:cNvSpPr/>
            <p:nvPr/>
          </p:nvSpPr>
          <p:spPr>
            <a:xfrm>
              <a:off x="1734143" y="3706209"/>
              <a:ext cx="21752" cy="28208"/>
            </a:xfrm>
            <a:custGeom>
              <a:rect b="b" l="l" r="r" t="t"/>
              <a:pathLst>
                <a:path extrusionOk="0" h="284" w="219">
                  <a:moveTo>
                    <a:pt x="53" y="1"/>
                  </a:moveTo>
                  <a:lnTo>
                    <a:pt x="36" y="17"/>
                  </a:lnTo>
                  <a:cubicBezTo>
                    <a:pt x="0" y="102"/>
                    <a:pt x="16" y="183"/>
                    <a:pt x="53" y="267"/>
                  </a:cubicBezTo>
                  <a:lnTo>
                    <a:pt x="69" y="284"/>
                  </a:lnTo>
                  <a:lnTo>
                    <a:pt x="202" y="284"/>
                  </a:lnTo>
                  <a:cubicBezTo>
                    <a:pt x="218" y="284"/>
                    <a:pt x="218" y="284"/>
                    <a:pt x="218" y="267"/>
                  </a:cubicBezTo>
                  <a:cubicBezTo>
                    <a:pt x="218" y="267"/>
                    <a:pt x="218" y="251"/>
                    <a:pt x="202" y="251"/>
                  </a:cubicBezTo>
                  <a:lnTo>
                    <a:pt x="69" y="251"/>
                  </a:lnTo>
                  <a:cubicBezTo>
                    <a:pt x="53" y="183"/>
                    <a:pt x="36" y="102"/>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0"/>
            <p:cNvSpPr/>
            <p:nvPr/>
          </p:nvSpPr>
          <p:spPr>
            <a:xfrm>
              <a:off x="1520197" y="3343077"/>
              <a:ext cx="182261" cy="266191"/>
            </a:xfrm>
            <a:custGeom>
              <a:rect b="b" l="l" r="r" t="t"/>
              <a:pathLst>
                <a:path extrusionOk="0" h="2680" w="1835">
                  <a:moveTo>
                    <a:pt x="33" y="1"/>
                  </a:moveTo>
                  <a:cubicBezTo>
                    <a:pt x="17" y="122"/>
                    <a:pt x="1" y="223"/>
                    <a:pt x="134" y="288"/>
                  </a:cubicBezTo>
                  <a:cubicBezTo>
                    <a:pt x="203" y="340"/>
                    <a:pt x="272" y="405"/>
                    <a:pt x="320" y="457"/>
                  </a:cubicBezTo>
                  <a:cubicBezTo>
                    <a:pt x="352" y="490"/>
                    <a:pt x="389" y="526"/>
                    <a:pt x="405" y="542"/>
                  </a:cubicBezTo>
                  <a:lnTo>
                    <a:pt x="692" y="829"/>
                  </a:lnTo>
                  <a:cubicBezTo>
                    <a:pt x="1027" y="1148"/>
                    <a:pt x="1383" y="1484"/>
                    <a:pt x="1734" y="1819"/>
                  </a:cubicBezTo>
                  <a:cubicBezTo>
                    <a:pt x="1766" y="1839"/>
                    <a:pt x="1803" y="1871"/>
                    <a:pt x="1786" y="1904"/>
                  </a:cubicBezTo>
                  <a:cubicBezTo>
                    <a:pt x="1786" y="1988"/>
                    <a:pt x="1786" y="2073"/>
                    <a:pt x="1803" y="2174"/>
                  </a:cubicBezTo>
                  <a:cubicBezTo>
                    <a:pt x="1803" y="2324"/>
                    <a:pt x="1803" y="2510"/>
                    <a:pt x="1786" y="2663"/>
                  </a:cubicBezTo>
                  <a:lnTo>
                    <a:pt x="1786" y="2679"/>
                  </a:lnTo>
                  <a:lnTo>
                    <a:pt x="1803" y="2679"/>
                  </a:lnTo>
                  <a:cubicBezTo>
                    <a:pt x="1835" y="2510"/>
                    <a:pt x="1819" y="2324"/>
                    <a:pt x="1819" y="2174"/>
                  </a:cubicBezTo>
                  <a:lnTo>
                    <a:pt x="1819" y="1904"/>
                  </a:lnTo>
                  <a:cubicBezTo>
                    <a:pt x="1819" y="1855"/>
                    <a:pt x="1786" y="1839"/>
                    <a:pt x="1750" y="1803"/>
                  </a:cubicBezTo>
                  <a:lnTo>
                    <a:pt x="1750" y="1787"/>
                  </a:lnTo>
                  <a:cubicBezTo>
                    <a:pt x="1399" y="1467"/>
                    <a:pt x="1059" y="1132"/>
                    <a:pt x="708" y="809"/>
                  </a:cubicBezTo>
                  <a:lnTo>
                    <a:pt x="421" y="526"/>
                  </a:lnTo>
                  <a:cubicBezTo>
                    <a:pt x="405" y="506"/>
                    <a:pt x="373" y="474"/>
                    <a:pt x="352" y="441"/>
                  </a:cubicBezTo>
                  <a:cubicBezTo>
                    <a:pt x="288" y="389"/>
                    <a:pt x="219" y="324"/>
                    <a:pt x="150" y="272"/>
                  </a:cubicBezTo>
                  <a:cubicBezTo>
                    <a:pt x="33" y="203"/>
                    <a:pt x="33" y="122"/>
                    <a:pt x="70" y="21"/>
                  </a:cubicBezTo>
                  <a:cubicBezTo>
                    <a:pt x="70" y="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0"/>
            <p:cNvSpPr/>
            <p:nvPr/>
          </p:nvSpPr>
          <p:spPr>
            <a:xfrm>
              <a:off x="1413125" y="3610758"/>
              <a:ext cx="60290" cy="123660"/>
            </a:xfrm>
            <a:custGeom>
              <a:rect b="b" l="l" r="r" t="t"/>
              <a:pathLst>
                <a:path extrusionOk="0" h="1245" w="607">
                  <a:moveTo>
                    <a:pt x="17" y="0"/>
                  </a:moveTo>
                  <a:cubicBezTo>
                    <a:pt x="0" y="0"/>
                    <a:pt x="0" y="0"/>
                    <a:pt x="0" y="17"/>
                  </a:cubicBezTo>
                  <a:lnTo>
                    <a:pt x="0" y="33"/>
                  </a:lnTo>
                  <a:cubicBezTo>
                    <a:pt x="101" y="69"/>
                    <a:pt x="186" y="134"/>
                    <a:pt x="271" y="202"/>
                  </a:cubicBezTo>
                  <a:cubicBezTo>
                    <a:pt x="320" y="255"/>
                    <a:pt x="372" y="303"/>
                    <a:pt x="441" y="336"/>
                  </a:cubicBezTo>
                  <a:cubicBezTo>
                    <a:pt x="542" y="404"/>
                    <a:pt x="590" y="505"/>
                    <a:pt x="574" y="659"/>
                  </a:cubicBezTo>
                  <a:lnTo>
                    <a:pt x="574" y="909"/>
                  </a:lnTo>
                  <a:cubicBezTo>
                    <a:pt x="574" y="1010"/>
                    <a:pt x="574" y="1127"/>
                    <a:pt x="558" y="1228"/>
                  </a:cubicBezTo>
                  <a:cubicBezTo>
                    <a:pt x="558" y="1245"/>
                    <a:pt x="574" y="1245"/>
                    <a:pt x="574" y="1245"/>
                  </a:cubicBezTo>
                  <a:cubicBezTo>
                    <a:pt x="574" y="1245"/>
                    <a:pt x="590" y="1245"/>
                    <a:pt x="590" y="1228"/>
                  </a:cubicBezTo>
                  <a:cubicBezTo>
                    <a:pt x="606" y="1127"/>
                    <a:pt x="606" y="1010"/>
                    <a:pt x="606" y="909"/>
                  </a:cubicBezTo>
                  <a:cubicBezTo>
                    <a:pt x="606" y="825"/>
                    <a:pt x="590" y="740"/>
                    <a:pt x="606" y="675"/>
                  </a:cubicBezTo>
                  <a:cubicBezTo>
                    <a:pt x="606" y="505"/>
                    <a:pt x="574" y="388"/>
                    <a:pt x="441" y="320"/>
                  </a:cubicBezTo>
                  <a:cubicBezTo>
                    <a:pt x="388" y="287"/>
                    <a:pt x="340" y="235"/>
                    <a:pt x="287" y="186"/>
                  </a:cubicBezTo>
                  <a:cubicBezTo>
                    <a:pt x="202"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0"/>
            <p:cNvSpPr/>
            <p:nvPr/>
          </p:nvSpPr>
          <p:spPr>
            <a:xfrm>
              <a:off x="706130" y="2031093"/>
              <a:ext cx="4867" cy="81943"/>
            </a:xfrm>
            <a:custGeom>
              <a:rect b="b" l="l" r="r" t="t"/>
              <a:pathLst>
                <a:path extrusionOk="0" h="825" w="49">
                  <a:moveTo>
                    <a:pt x="0" y="0"/>
                  </a:moveTo>
                  <a:cubicBezTo>
                    <a:pt x="17" y="101"/>
                    <a:pt x="0" y="218"/>
                    <a:pt x="0" y="303"/>
                  </a:cubicBezTo>
                  <a:cubicBezTo>
                    <a:pt x="0" y="469"/>
                    <a:pt x="0" y="655"/>
                    <a:pt x="17" y="824"/>
                  </a:cubicBezTo>
                  <a:lnTo>
                    <a:pt x="49" y="824"/>
                  </a:lnTo>
                  <a:cubicBezTo>
                    <a:pt x="33" y="655"/>
                    <a:pt x="33" y="469"/>
                    <a:pt x="33" y="319"/>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0"/>
            <p:cNvSpPr/>
            <p:nvPr/>
          </p:nvSpPr>
          <p:spPr>
            <a:xfrm>
              <a:off x="1923059" y="3281297"/>
              <a:ext cx="147398" cy="259338"/>
            </a:xfrm>
            <a:custGeom>
              <a:rect b="b" l="l" r="r" t="t"/>
              <a:pathLst>
                <a:path extrusionOk="0" h="2611" w="1484">
                  <a:moveTo>
                    <a:pt x="17" y="1"/>
                  </a:moveTo>
                  <a:cubicBezTo>
                    <a:pt x="17" y="1"/>
                    <a:pt x="1" y="1"/>
                    <a:pt x="1" y="17"/>
                  </a:cubicBezTo>
                  <a:cubicBezTo>
                    <a:pt x="17" y="138"/>
                    <a:pt x="86" y="203"/>
                    <a:pt x="170" y="272"/>
                  </a:cubicBezTo>
                  <a:cubicBezTo>
                    <a:pt x="203" y="288"/>
                    <a:pt x="235" y="320"/>
                    <a:pt x="255" y="356"/>
                  </a:cubicBezTo>
                  <a:lnTo>
                    <a:pt x="304" y="421"/>
                  </a:lnTo>
                  <a:cubicBezTo>
                    <a:pt x="607" y="776"/>
                    <a:pt x="910" y="1164"/>
                    <a:pt x="1245" y="1500"/>
                  </a:cubicBezTo>
                  <a:cubicBezTo>
                    <a:pt x="1399" y="1653"/>
                    <a:pt x="1467" y="1819"/>
                    <a:pt x="1447" y="2057"/>
                  </a:cubicBezTo>
                  <a:cubicBezTo>
                    <a:pt x="1431" y="2122"/>
                    <a:pt x="1431" y="2190"/>
                    <a:pt x="1447" y="2259"/>
                  </a:cubicBezTo>
                  <a:cubicBezTo>
                    <a:pt x="1447" y="2376"/>
                    <a:pt x="1447" y="2477"/>
                    <a:pt x="1415" y="2594"/>
                  </a:cubicBezTo>
                  <a:lnTo>
                    <a:pt x="1415" y="2610"/>
                  </a:lnTo>
                  <a:lnTo>
                    <a:pt x="1431" y="2610"/>
                  </a:lnTo>
                  <a:lnTo>
                    <a:pt x="1431" y="2594"/>
                  </a:lnTo>
                  <a:cubicBezTo>
                    <a:pt x="1483" y="2493"/>
                    <a:pt x="1467" y="2376"/>
                    <a:pt x="1467" y="2259"/>
                  </a:cubicBezTo>
                  <a:lnTo>
                    <a:pt x="1467" y="2073"/>
                  </a:lnTo>
                  <a:cubicBezTo>
                    <a:pt x="1483" y="1819"/>
                    <a:pt x="1431" y="1653"/>
                    <a:pt x="1265" y="1483"/>
                  </a:cubicBezTo>
                  <a:cubicBezTo>
                    <a:pt x="942" y="1148"/>
                    <a:pt x="623" y="760"/>
                    <a:pt x="336" y="405"/>
                  </a:cubicBezTo>
                  <a:lnTo>
                    <a:pt x="271" y="340"/>
                  </a:lnTo>
                  <a:cubicBezTo>
                    <a:pt x="255" y="304"/>
                    <a:pt x="219" y="272"/>
                    <a:pt x="187" y="255"/>
                  </a:cubicBezTo>
                  <a:cubicBezTo>
                    <a:pt x="118" y="187"/>
                    <a:pt x="33" y="11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0"/>
            <p:cNvSpPr/>
            <p:nvPr/>
          </p:nvSpPr>
          <p:spPr>
            <a:xfrm>
              <a:off x="575716" y="2096052"/>
              <a:ext cx="6555" cy="88797"/>
            </a:xfrm>
            <a:custGeom>
              <a:rect b="b" l="l" r="r" t="t"/>
              <a:pathLst>
                <a:path extrusionOk="0" h="894" w="66">
                  <a:moveTo>
                    <a:pt x="17" y="1"/>
                  </a:moveTo>
                  <a:cubicBezTo>
                    <a:pt x="17" y="1"/>
                    <a:pt x="1" y="1"/>
                    <a:pt x="17" y="17"/>
                  </a:cubicBezTo>
                  <a:cubicBezTo>
                    <a:pt x="33" y="170"/>
                    <a:pt x="33" y="304"/>
                    <a:pt x="17" y="457"/>
                  </a:cubicBezTo>
                  <a:lnTo>
                    <a:pt x="17" y="724"/>
                  </a:lnTo>
                  <a:lnTo>
                    <a:pt x="17" y="776"/>
                  </a:lnTo>
                  <a:cubicBezTo>
                    <a:pt x="17" y="809"/>
                    <a:pt x="17" y="841"/>
                    <a:pt x="33" y="877"/>
                  </a:cubicBezTo>
                  <a:lnTo>
                    <a:pt x="49" y="893"/>
                  </a:lnTo>
                  <a:cubicBezTo>
                    <a:pt x="65" y="893"/>
                    <a:pt x="65" y="877"/>
                    <a:pt x="65" y="877"/>
                  </a:cubicBezTo>
                  <a:cubicBezTo>
                    <a:pt x="49" y="841"/>
                    <a:pt x="49" y="809"/>
                    <a:pt x="49" y="776"/>
                  </a:cubicBezTo>
                  <a:lnTo>
                    <a:pt x="49" y="724"/>
                  </a:lnTo>
                  <a:lnTo>
                    <a:pt x="49" y="457"/>
                  </a:lnTo>
                  <a:cubicBezTo>
                    <a:pt x="49" y="304"/>
                    <a:pt x="49" y="154"/>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0"/>
            <p:cNvSpPr/>
            <p:nvPr/>
          </p:nvSpPr>
          <p:spPr>
            <a:xfrm>
              <a:off x="2080390" y="3346752"/>
              <a:ext cx="106774" cy="193882"/>
            </a:xfrm>
            <a:custGeom>
              <a:rect b="b" l="l" r="r" t="t"/>
              <a:pathLst>
                <a:path extrusionOk="0" h="1952" w="1075">
                  <a:moveTo>
                    <a:pt x="85" y="0"/>
                  </a:moveTo>
                  <a:cubicBezTo>
                    <a:pt x="65" y="0"/>
                    <a:pt x="65" y="0"/>
                    <a:pt x="65" y="16"/>
                  </a:cubicBezTo>
                  <a:cubicBezTo>
                    <a:pt x="49" y="16"/>
                    <a:pt x="49" y="16"/>
                    <a:pt x="49" y="33"/>
                  </a:cubicBezTo>
                  <a:cubicBezTo>
                    <a:pt x="49" y="49"/>
                    <a:pt x="33" y="65"/>
                    <a:pt x="33" y="85"/>
                  </a:cubicBezTo>
                  <a:cubicBezTo>
                    <a:pt x="0" y="186"/>
                    <a:pt x="65" y="251"/>
                    <a:pt x="134" y="319"/>
                  </a:cubicBezTo>
                  <a:cubicBezTo>
                    <a:pt x="150" y="336"/>
                    <a:pt x="166" y="336"/>
                    <a:pt x="166" y="352"/>
                  </a:cubicBezTo>
                  <a:cubicBezTo>
                    <a:pt x="287" y="489"/>
                    <a:pt x="388" y="622"/>
                    <a:pt x="489" y="756"/>
                  </a:cubicBezTo>
                  <a:cubicBezTo>
                    <a:pt x="655" y="942"/>
                    <a:pt x="808" y="1160"/>
                    <a:pt x="994" y="1329"/>
                  </a:cubicBezTo>
                  <a:cubicBezTo>
                    <a:pt x="1010" y="1362"/>
                    <a:pt x="1026" y="1378"/>
                    <a:pt x="1026" y="1398"/>
                  </a:cubicBezTo>
                  <a:lnTo>
                    <a:pt x="1026" y="1580"/>
                  </a:lnTo>
                  <a:cubicBezTo>
                    <a:pt x="1043" y="1701"/>
                    <a:pt x="1043" y="1834"/>
                    <a:pt x="1010" y="1935"/>
                  </a:cubicBezTo>
                  <a:lnTo>
                    <a:pt x="1010" y="1951"/>
                  </a:lnTo>
                  <a:lnTo>
                    <a:pt x="1026" y="1951"/>
                  </a:lnTo>
                  <a:cubicBezTo>
                    <a:pt x="1075" y="1834"/>
                    <a:pt x="1059" y="1701"/>
                    <a:pt x="1059" y="1580"/>
                  </a:cubicBezTo>
                  <a:lnTo>
                    <a:pt x="1059" y="1398"/>
                  </a:lnTo>
                  <a:cubicBezTo>
                    <a:pt x="1059" y="1362"/>
                    <a:pt x="1026" y="1329"/>
                    <a:pt x="1010" y="1313"/>
                  </a:cubicBezTo>
                  <a:cubicBezTo>
                    <a:pt x="824" y="1144"/>
                    <a:pt x="671" y="925"/>
                    <a:pt x="521" y="740"/>
                  </a:cubicBezTo>
                  <a:cubicBezTo>
                    <a:pt x="404" y="606"/>
                    <a:pt x="303" y="469"/>
                    <a:pt x="186" y="336"/>
                  </a:cubicBezTo>
                  <a:cubicBezTo>
                    <a:pt x="186" y="319"/>
                    <a:pt x="166" y="303"/>
                    <a:pt x="150" y="303"/>
                  </a:cubicBezTo>
                  <a:cubicBezTo>
                    <a:pt x="85" y="235"/>
                    <a:pt x="33" y="186"/>
                    <a:pt x="65" y="85"/>
                  </a:cubicBezTo>
                  <a:cubicBezTo>
                    <a:pt x="65" y="65"/>
                    <a:pt x="65" y="49"/>
                    <a:pt x="85" y="33"/>
                  </a:cubicBezTo>
                  <a:lnTo>
                    <a:pt x="85" y="16"/>
                  </a:ln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0"/>
            <p:cNvSpPr/>
            <p:nvPr/>
          </p:nvSpPr>
          <p:spPr>
            <a:xfrm>
              <a:off x="1284300" y="3470312"/>
              <a:ext cx="6953" cy="97239"/>
            </a:xfrm>
            <a:custGeom>
              <a:rect b="b" l="l" r="r" t="t"/>
              <a:pathLst>
                <a:path extrusionOk="0" h="979" w="70">
                  <a:moveTo>
                    <a:pt x="21" y="1"/>
                  </a:moveTo>
                  <a:cubicBezTo>
                    <a:pt x="21" y="1"/>
                    <a:pt x="1" y="1"/>
                    <a:pt x="1" y="17"/>
                  </a:cubicBezTo>
                  <a:cubicBezTo>
                    <a:pt x="21" y="154"/>
                    <a:pt x="21" y="304"/>
                    <a:pt x="21" y="457"/>
                  </a:cubicBezTo>
                  <a:lnTo>
                    <a:pt x="21" y="724"/>
                  </a:lnTo>
                  <a:lnTo>
                    <a:pt x="21" y="792"/>
                  </a:lnTo>
                  <a:cubicBezTo>
                    <a:pt x="21" y="861"/>
                    <a:pt x="21" y="909"/>
                    <a:pt x="37" y="962"/>
                  </a:cubicBezTo>
                  <a:lnTo>
                    <a:pt x="53" y="978"/>
                  </a:lnTo>
                  <a:cubicBezTo>
                    <a:pt x="53" y="962"/>
                    <a:pt x="69" y="962"/>
                    <a:pt x="53" y="962"/>
                  </a:cubicBezTo>
                  <a:cubicBezTo>
                    <a:pt x="37" y="909"/>
                    <a:pt x="53" y="861"/>
                    <a:pt x="53" y="808"/>
                  </a:cubicBezTo>
                  <a:lnTo>
                    <a:pt x="53" y="724"/>
                  </a:lnTo>
                  <a:lnTo>
                    <a:pt x="53" y="457"/>
                  </a:lnTo>
                  <a:cubicBezTo>
                    <a:pt x="53" y="304"/>
                    <a:pt x="53" y="154"/>
                    <a:pt x="37" y="17"/>
                  </a:cubicBez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0"/>
            <p:cNvSpPr/>
            <p:nvPr/>
          </p:nvSpPr>
          <p:spPr>
            <a:xfrm>
              <a:off x="1993282" y="3543713"/>
              <a:ext cx="5364" cy="45491"/>
            </a:xfrm>
            <a:custGeom>
              <a:rect b="b" l="l" r="r" t="t"/>
              <a:pathLst>
                <a:path extrusionOk="0" h="458" w="54">
                  <a:moveTo>
                    <a:pt x="33" y="1"/>
                  </a:moveTo>
                  <a:cubicBezTo>
                    <a:pt x="17" y="1"/>
                    <a:pt x="17" y="1"/>
                    <a:pt x="17" y="21"/>
                  </a:cubicBezTo>
                  <a:lnTo>
                    <a:pt x="17" y="187"/>
                  </a:lnTo>
                  <a:cubicBezTo>
                    <a:pt x="17" y="271"/>
                    <a:pt x="17" y="356"/>
                    <a:pt x="1" y="441"/>
                  </a:cubicBezTo>
                  <a:cubicBezTo>
                    <a:pt x="1" y="457"/>
                    <a:pt x="1" y="457"/>
                    <a:pt x="17" y="457"/>
                  </a:cubicBezTo>
                  <a:lnTo>
                    <a:pt x="33" y="457"/>
                  </a:lnTo>
                  <a:cubicBezTo>
                    <a:pt x="53" y="356"/>
                    <a:pt x="53" y="271"/>
                    <a:pt x="53" y="170"/>
                  </a:cubicBezTo>
                  <a:cubicBezTo>
                    <a:pt x="33" y="122"/>
                    <a:pt x="33" y="69"/>
                    <a:pt x="53" y="21"/>
                  </a:cubicBezTo>
                  <a:cubicBezTo>
                    <a:pt x="53"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0"/>
            <p:cNvSpPr/>
            <p:nvPr/>
          </p:nvSpPr>
          <p:spPr>
            <a:xfrm>
              <a:off x="985431" y="1870584"/>
              <a:ext cx="4867" cy="95153"/>
            </a:xfrm>
            <a:custGeom>
              <a:rect b="b" l="l" r="r" t="t"/>
              <a:pathLst>
                <a:path extrusionOk="0" h="958" w="49">
                  <a:moveTo>
                    <a:pt x="16" y="0"/>
                  </a:moveTo>
                  <a:cubicBezTo>
                    <a:pt x="16" y="0"/>
                    <a:pt x="0" y="0"/>
                    <a:pt x="0" y="17"/>
                  </a:cubicBezTo>
                  <a:lnTo>
                    <a:pt x="0" y="219"/>
                  </a:lnTo>
                  <a:lnTo>
                    <a:pt x="0" y="808"/>
                  </a:lnTo>
                  <a:lnTo>
                    <a:pt x="0" y="841"/>
                  </a:lnTo>
                  <a:cubicBezTo>
                    <a:pt x="0" y="873"/>
                    <a:pt x="0" y="925"/>
                    <a:pt x="16" y="958"/>
                  </a:cubicBezTo>
                  <a:lnTo>
                    <a:pt x="32" y="958"/>
                  </a:lnTo>
                  <a:cubicBezTo>
                    <a:pt x="49" y="958"/>
                    <a:pt x="49" y="942"/>
                    <a:pt x="49" y="942"/>
                  </a:cubicBezTo>
                  <a:cubicBezTo>
                    <a:pt x="32" y="909"/>
                    <a:pt x="32" y="873"/>
                    <a:pt x="32" y="857"/>
                  </a:cubicBezTo>
                  <a:lnTo>
                    <a:pt x="32" y="808"/>
                  </a:lnTo>
                  <a:lnTo>
                    <a:pt x="32" y="219"/>
                  </a:lnTo>
                  <a:lnTo>
                    <a:pt x="32" y="17"/>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0"/>
            <p:cNvSpPr/>
            <p:nvPr/>
          </p:nvSpPr>
          <p:spPr>
            <a:xfrm>
              <a:off x="1744175" y="1813571"/>
              <a:ext cx="138856" cy="312675"/>
            </a:xfrm>
            <a:custGeom>
              <a:rect b="b" l="l" r="r" t="t"/>
              <a:pathLst>
                <a:path extrusionOk="0" h="3148" w="1398">
                  <a:moveTo>
                    <a:pt x="16" y="1"/>
                  </a:moveTo>
                  <a:lnTo>
                    <a:pt x="16" y="437"/>
                  </a:lnTo>
                  <a:lnTo>
                    <a:pt x="16" y="776"/>
                  </a:lnTo>
                  <a:cubicBezTo>
                    <a:pt x="0" y="893"/>
                    <a:pt x="36" y="1011"/>
                    <a:pt x="101" y="1112"/>
                  </a:cubicBezTo>
                  <a:cubicBezTo>
                    <a:pt x="303" y="1415"/>
                    <a:pt x="489" y="1750"/>
                    <a:pt x="675" y="2069"/>
                  </a:cubicBezTo>
                  <a:cubicBezTo>
                    <a:pt x="743" y="2190"/>
                    <a:pt x="808" y="2291"/>
                    <a:pt x="877" y="2408"/>
                  </a:cubicBezTo>
                  <a:cubicBezTo>
                    <a:pt x="925" y="2493"/>
                    <a:pt x="978" y="2574"/>
                    <a:pt x="1026" y="2659"/>
                  </a:cubicBezTo>
                  <a:cubicBezTo>
                    <a:pt x="1111" y="2776"/>
                    <a:pt x="1180" y="2897"/>
                    <a:pt x="1248" y="3030"/>
                  </a:cubicBezTo>
                  <a:cubicBezTo>
                    <a:pt x="1281" y="3079"/>
                    <a:pt x="1313" y="3131"/>
                    <a:pt x="1366" y="3148"/>
                  </a:cubicBezTo>
                  <a:lnTo>
                    <a:pt x="1382" y="3148"/>
                  </a:lnTo>
                  <a:cubicBezTo>
                    <a:pt x="1398" y="3148"/>
                    <a:pt x="1382" y="3131"/>
                    <a:pt x="1382" y="3131"/>
                  </a:cubicBezTo>
                  <a:cubicBezTo>
                    <a:pt x="1329" y="3115"/>
                    <a:pt x="1313" y="3063"/>
                    <a:pt x="1281" y="3014"/>
                  </a:cubicBezTo>
                  <a:cubicBezTo>
                    <a:pt x="1212" y="2897"/>
                    <a:pt x="1127" y="2760"/>
                    <a:pt x="1046" y="2643"/>
                  </a:cubicBezTo>
                  <a:cubicBezTo>
                    <a:pt x="994" y="2558"/>
                    <a:pt x="945" y="2473"/>
                    <a:pt x="909" y="2392"/>
                  </a:cubicBezTo>
                  <a:cubicBezTo>
                    <a:pt x="844" y="2271"/>
                    <a:pt x="776" y="2170"/>
                    <a:pt x="707" y="2053"/>
                  </a:cubicBezTo>
                  <a:cubicBezTo>
                    <a:pt x="521" y="1734"/>
                    <a:pt x="319" y="1415"/>
                    <a:pt x="117" y="1095"/>
                  </a:cubicBezTo>
                  <a:cubicBezTo>
                    <a:pt x="53" y="994"/>
                    <a:pt x="36" y="893"/>
                    <a:pt x="36" y="776"/>
                  </a:cubicBezTo>
                  <a:cubicBezTo>
                    <a:pt x="53" y="655"/>
                    <a:pt x="53" y="538"/>
                    <a:pt x="36" y="437"/>
                  </a:cubicBezTo>
                  <a:cubicBezTo>
                    <a:pt x="36" y="288"/>
                    <a:pt x="36" y="150"/>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0"/>
            <p:cNvSpPr/>
            <p:nvPr/>
          </p:nvSpPr>
          <p:spPr>
            <a:xfrm>
              <a:off x="2095190" y="3390952"/>
              <a:ext cx="5364" cy="47775"/>
            </a:xfrm>
            <a:custGeom>
              <a:rect b="b" l="l" r="r" t="t"/>
              <a:pathLst>
                <a:path extrusionOk="0" h="481" w="54">
                  <a:moveTo>
                    <a:pt x="42" y="1"/>
                  </a:moveTo>
                  <a:cubicBezTo>
                    <a:pt x="37" y="1"/>
                    <a:pt x="37" y="8"/>
                    <a:pt x="37" y="8"/>
                  </a:cubicBezTo>
                  <a:cubicBezTo>
                    <a:pt x="17" y="93"/>
                    <a:pt x="17" y="161"/>
                    <a:pt x="17" y="246"/>
                  </a:cubicBezTo>
                  <a:cubicBezTo>
                    <a:pt x="17" y="311"/>
                    <a:pt x="17" y="396"/>
                    <a:pt x="1" y="464"/>
                  </a:cubicBezTo>
                  <a:cubicBezTo>
                    <a:pt x="1" y="480"/>
                    <a:pt x="1" y="480"/>
                    <a:pt x="17" y="480"/>
                  </a:cubicBezTo>
                  <a:lnTo>
                    <a:pt x="37" y="480"/>
                  </a:lnTo>
                  <a:cubicBezTo>
                    <a:pt x="53" y="396"/>
                    <a:pt x="53" y="327"/>
                    <a:pt x="53" y="246"/>
                  </a:cubicBezTo>
                  <a:cubicBezTo>
                    <a:pt x="37" y="177"/>
                    <a:pt x="37" y="93"/>
                    <a:pt x="53" y="24"/>
                  </a:cubicBezTo>
                  <a:lnTo>
                    <a:pt x="53" y="8"/>
                  </a:lnTo>
                  <a:cubicBezTo>
                    <a:pt x="48" y="2"/>
                    <a:pt x="44"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0"/>
            <p:cNvSpPr/>
            <p:nvPr/>
          </p:nvSpPr>
          <p:spPr>
            <a:xfrm>
              <a:off x="2028642" y="3037355"/>
              <a:ext cx="4867" cy="40227"/>
            </a:xfrm>
            <a:custGeom>
              <a:rect b="b" l="l" r="r" t="t"/>
              <a:pathLst>
                <a:path extrusionOk="0" h="405" w="49">
                  <a:moveTo>
                    <a:pt x="33" y="1"/>
                  </a:moveTo>
                  <a:cubicBezTo>
                    <a:pt x="0" y="69"/>
                    <a:pt x="16" y="134"/>
                    <a:pt x="16" y="203"/>
                  </a:cubicBezTo>
                  <a:cubicBezTo>
                    <a:pt x="16" y="271"/>
                    <a:pt x="16" y="336"/>
                    <a:pt x="0" y="389"/>
                  </a:cubicBezTo>
                  <a:cubicBezTo>
                    <a:pt x="0" y="405"/>
                    <a:pt x="0" y="405"/>
                    <a:pt x="16" y="405"/>
                  </a:cubicBezTo>
                  <a:lnTo>
                    <a:pt x="33" y="405"/>
                  </a:lnTo>
                  <a:cubicBezTo>
                    <a:pt x="49" y="336"/>
                    <a:pt x="49" y="271"/>
                    <a:pt x="33" y="203"/>
                  </a:cubicBezTo>
                  <a:cubicBezTo>
                    <a:pt x="33" y="134"/>
                    <a:pt x="33" y="69"/>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0"/>
            <p:cNvSpPr/>
            <p:nvPr/>
          </p:nvSpPr>
          <p:spPr>
            <a:xfrm>
              <a:off x="983346" y="2729646"/>
              <a:ext cx="3774" cy="83930"/>
            </a:xfrm>
            <a:custGeom>
              <a:rect b="b" l="l" r="r" t="t"/>
              <a:pathLst>
                <a:path extrusionOk="0" h="845" w="38">
                  <a:moveTo>
                    <a:pt x="21" y="0"/>
                  </a:moveTo>
                  <a:cubicBezTo>
                    <a:pt x="1" y="0"/>
                    <a:pt x="1" y="0"/>
                    <a:pt x="1" y="16"/>
                  </a:cubicBezTo>
                  <a:lnTo>
                    <a:pt x="1" y="186"/>
                  </a:lnTo>
                  <a:lnTo>
                    <a:pt x="1" y="691"/>
                  </a:lnTo>
                  <a:lnTo>
                    <a:pt x="1" y="723"/>
                  </a:lnTo>
                  <a:cubicBezTo>
                    <a:pt x="1" y="760"/>
                    <a:pt x="1" y="792"/>
                    <a:pt x="21" y="824"/>
                  </a:cubicBezTo>
                  <a:lnTo>
                    <a:pt x="21" y="845"/>
                  </a:lnTo>
                  <a:lnTo>
                    <a:pt x="37" y="824"/>
                  </a:lnTo>
                  <a:lnTo>
                    <a:pt x="37" y="808"/>
                  </a:lnTo>
                  <a:cubicBezTo>
                    <a:pt x="21" y="792"/>
                    <a:pt x="21" y="760"/>
                    <a:pt x="21" y="723"/>
                  </a:cubicBezTo>
                  <a:lnTo>
                    <a:pt x="21" y="691"/>
                  </a:lnTo>
                  <a:lnTo>
                    <a:pt x="21" y="186"/>
                  </a:lnTo>
                  <a:lnTo>
                    <a:pt x="21"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0"/>
            <p:cNvSpPr/>
            <p:nvPr/>
          </p:nvSpPr>
          <p:spPr>
            <a:xfrm>
              <a:off x="1520197" y="2861649"/>
              <a:ext cx="193982" cy="291022"/>
            </a:xfrm>
            <a:custGeom>
              <a:rect b="b" l="l" r="r" t="t"/>
              <a:pathLst>
                <a:path extrusionOk="0" h="2930" w="1953">
                  <a:moveTo>
                    <a:pt x="49" y="0"/>
                  </a:moveTo>
                  <a:cubicBezTo>
                    <a:pt x="17" y="37"/>
                    <a:pt x="17" y="69"/>
                    <a:pt x="17" y="122"/>
                  </a:cubicBezTo>
                  <a:lnTo>
                    <a:pt x="17" y="138"/>
                  </a:lnTo>
                  <a:cubicBezTo>
                    <a:pt x="17" y="186"/>
                    <a:pt x="17" y="223"/>
                    <a:pt x="33" y="271"/>
                  </a:cubicBezTo>
                  <a:cubicBezTo>
                    <a:pt x="33" y="356"/>
                    <a:pt x="33" y="441"/>
                    <a:pt x="17" y="526"/>
                  </a:cubicBezTo>
                  <a:cubicBezTo>
                    <a:pt x="1" y="744"/>
                    <a:pt x="70" y="929"/>
                    <a:pt x="251" y="1095"/>
                  </a:cubicBezTo>
                  <a:cubicBezTo>
                    <a:pt x="421" y="1265"/>
                    <a:pt x="591" y="1451"/>
                    <a:pt x="740" y="1636"/>
                  </a:cubicBezTo>
                  <a:cubicBezTo>
                    <a:pt x="878" y="1786"/>
                    <a:pt x="995" y="1939"/>
                    <a:pt x="1144" y="2073"/>
                  </a:cubicBezTo>
                  <a:cubicBezTo>
                    <a:pt x="1245" y="2190"/>
                    <a:pt x="1330" y="2291"/>
                    <a:pt x="1431" y="2392"/>
                  </a:cubicBezTo>
                  <a:cubicBezTo>
                    <a:pt x="1585" y="2578"/>
                    <a:pt x="1750" y="2763"/>
                    <a:pt x="1936" y="2913"/>
                  </a:cubicBezTo>
                  <a:lnTo>
                    <a:pt x="1936" y="2929"/>
                  </a:lnTo>
                  <a:lnTo>
                    <a:pt x="1952" y="2913"/>
                  </a:lnTo>
                  <a:lnTo>
                    <a:pt x="1952" y="2897"/>
                  </a:lnTo>
                  <a:cubicBezTo>
                    <a:pt x="1766" y="2747"/>
                    <a:pt x="1601" y="2562"/>
                    <a:pt x="1447" y="2376"/>
                  </a:cubicBezTo>
                  <a:cubicBezTo>
                    <a:pt x="1346" y="2275"/>
                    <a:pt x="1261" y="2158"/>
                    <a:pt x="1160" y="2057"/>
                  </a:cubicBezTo>
                  <a:cubicBezTo>
                    <a:pt x="1027" y="1919"/>
                    <a:pt x="894" y="1770"/>
                    <a:pt x="756" y="1616"/>
                  </a:cubicBezTo>
                  <a:cubicBezTo>
                    <a:pt x="607" y="1434"/>
                    <a:pt x="437" y="1249"/>
                    <a:pt x="272" y="1079"/>
                  </a:cubicBezTo>
                  <a:cubicBezTo>
                    <a:pt x="86" y="909"/>
                    <a:pt x="33" y="744"/>
                    <a:pt x="49" y="526"/>
                  </a:cubicBezTo>
                  <a:lnTo>
                    <a:pt x="49" y="271"/>
                  </a:lnTo>
                  <a:lnTo>
                    <a:pt x="49" y="138"/>
                  </a:lnTo>
                  <a:lnTo>
                    <a:pt x="49" y="122"/>
                  </a:lnTo>
                  <a:cubicBezTo>
                    <a:pt x="49" y="69"/>
                    <a:pt x="49" y="37"/>
                    <a:pt x="70" y="21"/>
                  </a:cubicBezTo>
                  <a:lnTo>
                    <a:pt x="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0"/>
            <p:cNvSpPr/>
            <p:nvPr/>
          </p:nvSpPr>
          <p:spPr>
            <a:xfrm>
              <a:off x="674445" y="1964049"/>
              <a:ext cx="143723" cy="172230"/>
            </a:xfrm>
            <a:custGeom>
              <a:rect b="b" l="l" r="r" t="t"/>
              <a:pathLst>
                <a:path extrusionOk="0" h="1734" w="1447">
                  <a:moveTo>
                    <a:pt x="1394" y="1"/>
                  </a:moveTo>
                  <a:cubicBezTo>
                    <a:pt x="1414" y="170"/>
                    <a:pt x="1414" y="336"/>
                    <a:pt x="1414" y="506"/>
                  </a:cubicBezTo>
                  <a:cubicBezTo>
                    <a:pt x="1414" y="607"/>
                    <a:pt x="1394" y="708"/>
                    <a:pt x="1414" y="809"/>
                  </a:cubicBezTo>
                  <a:lnTo>
                    <a:pt x="1414" y="841"/>
                  </a:lnTo>
                  <a:cubicBezTo>
                    <a:pt x="1414" y="877"/>
                    <a:pt x="1414" y="926"/>
                    <a:pt x="1430" y="978"/>
                  </a:cubicBezTo>
                  <a:lnTo>
                    <a:pt x="17" y="1717"/>
                  </a:lnTo>
                  <a:cubicBezTo>
                    <a:pt x="0" y="1717"/>
                    <a:pt x="0" y="1717"/>
                    <a:pt x="0" y="1734"/>
                  </a:cubicBezTo>
                  <a:lnTo>
                    <a:pt x="17" y="1734"/>
                  </a:lnTo>
                  <a:lnTo>
                    <a:pt x="1447" y="994"/>
                  </a:lnTo>
                  <a:lnTo>
                    <a:pt x="1447" y="978"/>
                  </a:lnTo>
                  <a:cubicBezTo>
                    <a:pt x="1430" y="926"/>
                    <a:pt x="1430" y="877"/>
                    <a:pt x="1430" y="841"/>
                  </a:cubicBezTo>
                  <a:lnTo>
                    <a:pt x="1430" y="809"/>
                  </a:lnTo>
                  <a:lnTo>
                    <a:pt x="1430" y="506"/>
                  </a:lnTo>
                  <a:cubicBezTo>
                    <a:pt x="1430" y="336"/>
                    <a:pt x="1447" y="170"/>
                    <a:pt x="1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0"/>
            <p:cNvSpPr/>
            <p:nvPr/>
          </p:nvSpPr>
          <p:spPr>
            <a:xfrm>
              <a:off x="1087339" y="2343669"/>
              <a:ext cx="6456" cy="88697"/>
            </a:xfrm>
            <a:custGeom>
              <a:rect b="b" l="l" r="r" t="t"/>
              <a:pathLst>
                <a:path extrusionOk="0" h="893" w="65">
                  <a:moveTo>
                    <a:pt x="16" y="0"/>
                  </a:moveTo>
                  <a:lnTo>
                    <a:pt x="0" y="16"/>
                  </a:lnTo>
                  <a:lnTo>
                    <a:pt x="0" y="202"/>
                  </a:lnTo>
                  <a:lnTo>
                    <a:pt x="0" y="707"/>
                  </a:lnTo>
                  <a:cubicBezTo>
                    <a:pt x="0" y="772"/>
                    <a:pt x="16" y="840"/>
                    <a:pt x="32" y="893"/>
                  </a:cubicBezTo>
                  <a:lnTo>
                    <a:pt x="49" y="893"/>
                  </a:lnTo>
                  <a:cubicBezTo>
                    <a:pt x="49" y="893"/>
                    <a:pt x="65" y="893"/>
                    <a:pt x="49" y="873"/>
                  </a:cubicBezTo>
                  <a:cubicBezTo>
                    <a:pt x="32" y="824"/>
                    <a:pt x="32" y="772"/>
                    <a:pt x="32" y="707"/>
                  </a:cubicBezTo>
                  <a:lnTo>
                    <a:pt x="32" y="202"/>
                  </a:lnTo>
                  <a:lnTo>
                    <a:pt x="32" y="16"/>
                  </a:ln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0"/>
            <p:cNvSpPr/>
            <p:nvPr/>
          </p:nvSpPr>
          <p:spPr>
            <a:xfrm>
              <a:off x="686066" y="3261630"/>
              <a:ext cx="138956" cy="151769"/>
            </a:xfrm>
            <a:custGeom>
              <a:rect b="b" l="l" r="r" t="t"/>
              <a:pathLst>
                <a:path extrusionOk="0" h="1528" w="1399">
                  <a:moveTo>
                    <a:pt x="1354" y="1"/>
                  </a:moveTo>
                  <a:cubicBezTo>
                    <a:pt x="1350" y="1"/>
                    <a:pt x="1346" y="5"/>
                    <a:pt x="1346" y="13"/>
                  </a:cubicBezTo>
                  <a:cubicBezTo>
                    <a:pt x="1330" y="49"/>
                    <a:pt x="1330" y="98"/>
                    <a:pt x="1346" y="134"/>
                  </a:cubicBezTo>
                  <a:cubicBezTo>
                    <a:pt x="1346" y="183"/>
                    <a:pt x="1362" y="215"/>
                    <a:pt x="1313" y="235"/>
                  </a:cubicBezTo>
                  <a:cubicBezTo>
                    <a:pt x="1277" y="268"/>
                    <a:pt x="1229" y="268"/>
                    <a:pt x="1176" y="284"/>
                  </a:cubicBezTo>
                  <a:cubicBezTo>
                    <a:pt x="1160" y="284"/>
                    <a:pt x="1128" y="300"/>
                    <a:pt x="1095" y="300"/>
                  </a:cubicBezTo>
                  <a:cubicBezTo>
                    <a:pt x="974" y="352"/>
                    <a:pt x="857" y="385"/>
                    <a:pt x="740" y="437"/>
                  </a:cubicBezTo>
                  <a:cubicBezTo>
                    <a:pt x="554" y="486"/>
                    <a:pt x="368" y="571"/>
                    <a:pt x="186" y="619"/>
                  </a:cubicBezTo>
                  <a:cubicBezTo>
                    <a:pt x="49" y="671"/>
                    <a:pt x="0" y="740"/>
                    <a:pt x="17" y="857"/>
                  </a:cubicBezTo>
                  <a:lnTo>
                    <a:pt x="17" y="1209"/>
                  </a:lnTo>
                  <a:lnTo>
                    <a:pt x="17" y="1378"/>
                  </a:lnTo>
                  <a:lnTo>
                    <a:pt x="17" y="1411"/>
                  </a:lnTo>
                  <a:cubicBezTo>
                    <a:pt x="17" y="1447"/>
                    <a:pt x="17" y="1496"/>
                    <a:pt x="49" y="1528"/>
                  </a:cubicBezTo>
                  <a:lnTo>
                    <a:pt x="65" y="1528"/>
                  </a:lnTo>
                  <a:lnTo>
                    <a:pt x="65" y="1512"/>
                  </a:lnTo>
                  <a:cubicBezTo>
                    <a:pt x="33" y="1479"/>
                    <a:pt x="49" y="1447"/>
                    <a:pt x="49" y="1411"/>
                  </a:cubicBezTo>
                  <a:lnTo>
                    <a:pt x="49" y="1378"/>
                  </a:lnTo>
                  <a:lnTo>
                    <a:pt x="49" y="1209"/>
                  </a:lnTo>
                  <a:lnTo>
                    <a:pt x="49" y="857"/>
                  </a:lnTo>
                  <a:cubicBezTo>
                    <a:pt x="33" y="740"/>
                    <a:pt x="65" y="688"/>
                    <a:pt x="186" y="655"/>
                  </a:cubicBezTo>
                  <a:cubicBezTo>
                    <a:pt x="368" y="587"/>
                    <a:pt x="570" y="518"/>
                    <a:pt x="756" y="453"/>
                  </a:cubicBezTo>
                  <a:cubicBezTo>
                    <a:pt x="873" y="417"/>
                    <a:pt x="994" y="369"/>
                    <a:pt x="1111" y="336"/>
                  </a:cubicBezTo>
                  <a:cubicBezTo>
                    <a:pt x="1128" y="316"/>
                    <a:pt x="1160" y="316"/>
                    <a:pt x="1196" y="300"/>
                  </a:cubicBezTo>
                  <a:cubicBezTo>
                    <a:pt x="1245" y="300"/>
                    <a:pt x="1297" y="284"/>
                    <a:pt x="1330" y="251"/>
                  </a:cubicBezTo>
                  <a:cubicBezTo>
                    <a:pt x="1398" y="215"/>
                    <a:pt x="1378" y="167"/>
                    <a:pt x="1362" y="114"/>
                  </a:cubicBezTo>
                  <a:cubicBezTo>
                    <a:pt x="1362" y="82"/>
                    <a:pt x="1346" y="49"/>
                    <a:pt x="1362" y="33"/>
                  </a:cubicBezTo>
                  <a:cubicBezTo>
                    <a:pt x="1378" y="13"/>
                    <a:pt x="1362" y="13"/>
                    <a:pt x="1362" y="13"/>
                  </a:cubicBezTo>
                  <a:cubicBezTo>
                    <a:pt x="1362" y="5"/>
                    <a:pt x="1358" y="1"/>
                    <a:pt x="1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0"/>
            <p:cNvSpPr/>
            <p:nvPr/>
          </p:nvSpPr>
          <p:spPr>
            <a:xfrm>
              <a:off x="1792646" y="3020569"/>
              <a:ext cx="5364" cy="48570"/>
            </a:xfrm>
            <a:custGeom>
              <a:rect b="b" l="l" r="r" t="t"/>
              <a:pathLst>
                <a:path extrusionOk="0" h="489" w="54">
                  <a:moveTo>
                    <a:pt x="33" y="0"/>
                  </a:moveTo>
                  <a:cubicBezTo>
                    <a:pt x="33" y="0"/>
                    <a:pt x="17" y="0"/>
                    <a:pt x="17" y="16"/>
                  </a:cubicBezTo>
                  <a:cubicBezTo>
                    <a:pt x="1" y="101"/>
                    <a:pt x="1" y="202"/>
                    <a:pt x="17" y="303"/>
                  </a:cubicBezTo>
                  <a:lnTo>
                    <a:pt x="17" y="473"/>
                  </a:lnTo>
                  <a:lnTo>
                    <a:pt x="17" y="489"/>
                  </a:lnTo>
                  <a:cubicBezTo>
                    <a:pt x="33" y="489"/>
                    <a:pt x="33" y="489"/>
                    <a:pt x="33" y="473"/>
                  </a:cubicBezTo>
                  <a:lnTo>
                    <a:pt x="33" y="303"/>
                  </a:lnTo>
                  <a:cubicBezTo>
                    <a:pt x="33" y="202"/>
                    <a:pt x="33" y="117"/>
                    <a:pt x="53" y="16"/>
                  </a:cubicBezTo>
                  <a:cubicBezTo>
                    <a:pt x="53" y="16"/>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0"/>
            <p:cNvSpPr/>
            <p:nvPr/>
          </p:nvSpPr>
          <p:spPr>
            <a:xfrm>
              <a:off x="1416701" y="3234813"/>
              <a:ext cx="85221" cy="195472"/>
            </a:xfrm>
            <a:custGeom>
              <a:rect b="b" l="l" r="r" t="t"/>
              <a:pathLst>
                <a:path extrusionOk="0" h="1968" w="858">
                  <a:moveTo>
                    <a:pt x="1" y="0"/>
                  </a:moveTo>
                  <a:lnTo>
                    <a:pt x="1" y="16"/>
                  </a:lnTo>
                  <a:cubicBezTo>
                    <a:pt x="65" y="81"/>
                    <a:pt x="134" y="134"/>
                    <a:pt x="203" y="202"/>
                  </a:cubicBezTo>
                  <a:cubicBezTo>
                    <a:pt x="368" y="352"/>
                    <a:pt x="538" y="521"/>
                    <a:pt x="708" y="671"/>
                  </a:cubicBezTo>
                  <a:cubicBezTo>
                    <a:pt x="788" y="756"/>
                    <a:pt x="825" y="841"/>
                    <a:pt x="825" y="958"/>
                  </a:cubicBezTo>
                  <a:lnTo>
                    <a:pt x="825" y="1547"/>
                  </a:lnTo>
                  <a:lnTo>
                    <a:pt x="825" y="1818"/>
                  </a:lnTo>
                  <a:lnTo>
                    <a:pt x="825" y="1850"/>
                  </a:lnTo>
                  <a:cubicBezTo>
                    <a:pt x="825" y="1883"/>
                    <a:pt x="825" y="1919"/>
                    <a:pt x="809" y="1935"/>
                  </a:cubicBezTo>
                  <a:lnTo>
                    <a:pt x="809" y="1968"/>
                  </a:lnTo>
                  <a:lnTo>
                    <a:pt x="825" y="1968"/>
                  </a:lnTo>
                  <a:cubicBezTo>
                    <a:pt x="857" y="1919"/>
                    <a:pt x="857" y="1883"/>
                    <a:pt x="857" y="1850"/>
                  </a:cubicBezTo>
                  <a:lnTo>
                    <a:pt x="857" y="1818"/>
                  </a:lnTo>
                  <a:cubicBezTo>
                    <a:pt x="857" y="1733"/>
                    <a:pt x="857" y="1632"/>
                    <a:pt x="841" y="1547"/>
                  </a:cubicBezTo>
                  <a:cubicBezTo>
                    <a:pt x="841" y="1345"/>
                    <a:pt x="841" y="1143"/>
                    <a:pt x="857" y="958"/>
                  </a:cubicBezTo>
                  <a:cubicBezTo>
                    <a:pt x="857" y="824"/>
                    <a:pt x="825" y="740"/>
                    <a:pt x="724" y="655"/>
                  </a:cubicBezTo>
                  <a:cubicBezTo>
                    <a:pt x="554" y="505"/>
                    <a:pt x="384" y="336"/>
                    <a:pt x="219" y="182"/>
                  </a:cubicBezTo>
                  <a:cubicBezTo>
                    <a:pt x="150" y="117"/>
                    <a:pt x="82" y="6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0"/>
            <p:cNvSpPr/>
            <p:nvPr/>
          </p:nvSpPr>
          <p:spPr>
            <a:xfrm>
              <a:off x="871406" y="1559597"/>
              <a:ext cx="338003" cy="289036"/>
            </a:xfrm>
            <a:custGeom>
              <a:rect b="b" l="l" r="r" t="t"/>
              <a:pathLst>
                <a:path extrusionOk="0" h="2910" w="3403">
                  <a:moveTo>
                    <a:pt x="3386" y="1"/>
                  </a:moveTo>
                  <a:cubicBezTo>
                    <a:pt x="3184" y="118"/>
                    <a:pt x="2966" y="235"/>
                    <a:pt x="2764" y="352"/>
                  </a:cubicBezTo>
                  <a:cubicBezTo>
                    <a:pt x="2461" y="522"/>
                    <a:pt x="2138" y="687"/>
                    <a:pt x="1855" y="873"/>
                  </a:cubicBezTo>
                  <a:cubicBezTo>
                    <a:pt x="1399" y="1144"/>
                    <a:pt x="946" y="1394"/>
                    <a:pt x="490" y="1633"/>
                  </a:cubicBezTo>
                  <a:cubicBezTo>
                    <a:pt x="372" y="1697"/>
                    <a:pt x="239" y="1782"/>
                    <a:pt x="102" y="1851"/>
                  </a:cubicBezTo>
                  <a:cubicBezTo>
                    <a:pt x="37" y="1883"/>
                    <a:pt x="1" y="1919"/>
                    <a:pt x="1" y="2020"/>
                  </a:cubicBezTo>
                  <a:lnTo>
                    <a:pt x="1" y="2643"/>
                  </a:lnTo>
                  <a:lnTo>
                    <a:pt x="1" y="2760"/>
                  </a:lnTo>
                  <a:cubicBezTo>
                    <a:pt x="1" y="2808"/>
                    <a:pt x="1" y="2861"/>
                    <a:pt x="37" y="2909"/>
                  </a:cubicBezTo>
                  <a:lnTo>
                    <a:pt x="53" y="2909"/>
                  </a:lnTo>
                  <a:lnTo>
                    <a:pt x="53" y="2893"/>
                  </a:lnTo>
                  <a:cubicBezTo>
                    <a:pt x="37" y="2861"/>
                    <a:pt x="37" y="2808"/>
                    <a:pt x="37" y="2760"/>
                  </a:cubicBezTo>
                  <a:lnTo>
                    <a:pt x="37" y="2643"/>
                  </a:lnTo>
                  <a:lnTo>
                    <a:pt x="37" y="2000"/>
                  </a:lnTo>
                  <a:cubicBezTo>
                    <a:pt x="17" y="1936"/>
                    <a:pt x="53" y="1899"/>
                    <a:pt x="118" y="1867"/>
                  </a:cubicBezTo>
                  <a:cubicBezTo>
                    <a:pt x="255" y="1798"/>
                    <a:pt x="372" y="1734"/>
                    <a:pt x="506" y="1649"/>
                  </a:cubicBezTo>
                  <a:cubicBezTo>
                    <a:pt x="962" y="1415"/>
                    <a:pt x="1415" y="1160"/>
                    <a:pt x="1855" y="889"/>
                  </a:cubicBezTo>
                  <a:cubicBezTo>
                    <a:pt x="2158" y="724"/>
                    <a:pt x="2477" y="538"/>
                    <a:pt x="2780" y="384"/>
                  </a:cubicBezTo>
                  <a:cubicBezTo>
                    <a:pt x="2982" y="267"/>
                    <a:pt x="3200" y="150"/>
                    <a:pt x="3402"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0"/>
            <p:cNvSpPr/>
            <p:nvPr/>
          </p:nvSpPr>
          <p:spPr>
            <a:xfrm>
              <a:off x="2165412" y="2963953"/>
              <a:ext cx="5364" cy="40227"/>
            </a:xfrm>
            <a:custGeom>
              <a:rect b="b" l="l" r="r" t="t"/>
              <a:pathLst>
                <a:path extrusionOk="0" h="405" w="54">
                  <a:moveTo>
                    <a:pt x="37" y="0"/>
                  </a:moveTo>
                  <a:lnTo>
                    <a:pt x="37" y="17"/>
                  </a:lnTo>
                  <a:cubicBezTo>
                    <a:pt x="1" y="101"/>
                    <a:pt x="17" y="182"/>
                    <a:pt x="17" y="251"/>
                  </a:cubicBezTo>
                  <a:lnTo>
                    <a:pt x="17" y="404"/>
                  </a:lnTo>
                  <a:lnTo>
                    <a:pt x="37" y="404"/>
                  </a:lnTo>
                  <a:lnTo>
                    <a:pt x="37" y="251"/>
                  </a:lnTo>
                  <a:cubicBezTo>
                    <a:pt x="37" y="182"/>
                    <a:pt x="37" y="101"/>
                    <a:pt x="53" y="17"/>
                  </a:cubicBezTo>
                  <a:cubicBezTo>
                    <a:pt x="53" y="17"/>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0"/>
            <p:cNvSpPr/>
            <p:nvPr/>
          </p:nvSpPr>
          <p:spPr>
            <a:xfrm>
              <a:off x="1287876" y="2772455"/>
              <a:ext cx="4966" cy="94458"/>
            </a:xfrm>
            <a:custGeom>
              <a:rect b="b" l="l" r="r" t="t"/>
              <a:pathLst>
                <a:path extrusionOk="0" h="951" w="50">
                  <a:moveTo>
                    <a:pt x="18" y="1"/>
                  </a:moveTo>
                  <a:cubicBezTo>
                    <a:pt x="17" y="1"/>
                    <a:pt x="17" y="3"/>
                    <a:pt x="17" y="10"/>
                  </a:cubicBezTo>
                  <a:lnTo>
                    <a:pt x="1" y="10"/>
                  </a:lnTo>
                  <a:cubicBezTo>
                    <a:pt x="17" y="143"/>
                    <a:pt x="17" y="260"/>
                    <a:pt x="17" y="377"/>
                  </a:cubicBezTo>
                  <a:lnTo>
                    <a:pt x="17" y="579"/>
                  </a:lnTo>
                  <a:lnTo>
                    <a:pt x="17" y="834"/>
                  </a:lnTo>
                  <a:lnTo>
                    <a:pt x="17" y="951"/>
                  </a:lnTo>
                  <a:lnTo>
                    <a:pt x="33" y="951"/>
                  </a:lnTo>
                  <a:lnTo>
                    <a:pt x="33" y="834"/>
                  </a:lnTo>
                  <a:lnTo>
                    <a:pt x="33" y="579"/>
                  </a:lnTo>
                  <a:lnTo>
                    <a:pt x="33" y="377"/>
                  </a:lnTo>
                  <a:cubicBezTo>
                    <a:pt x="49" y="260"/>
                    <a:pt x="49" y="143"/>
                    <a:pt x="33" y="10"/>
                  </a:cubicBezTo>
                  <a:cubicBezTo>
                    <a:pt x="23" y="10"/>
                    <a:pt x="19"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0"/>
            <p:cNvSpPr/>
            <p:nvPr/>
          </p:nvSpPr>
          <p:spPr>
            <a:xfrm>
              <a:off x="791152" y="2485704"/>
              <a:ext cx="5364" cy="81943"/>
            </a:xfrm>
            <a:custGeom>
              <a:rect b="b" l="l" r="r" t="t"/>
              <a:pathLst>
                <a:path extrusionOk="0" h="825" w="54">
                  <a:moveTo>
                    <a:pt x="17" y="0"/>
                  </a:moveTo>
                  <a:cubicBezTo>
                    <a:pt x="1" y="0"/>
                    <a:pt x="1" y="0"/>
                    <a:pt x="1" y="16"/>
                  </a:cubicBezTo>
                  <a:cubicBezTo>
                    <a:pt x="17" y="133"/>
                    <a:pt x="17" y="251"/>
                    <a:pt x="17" y="372"/>
                  </a:cubicBezTo>
                  <a:lnTo>
                    <a:pt x="17" y="606"/>
                  </a:lnTo>
                  <a:lnTo>
                    <a:pt x="17" y="675"/>
                  </a:lnTo>
                  <a:cubicBezTo>
                    <a:pt x="17" y="707"/>
                    <a:pt x="1" y="756"/>
                    <a:pt x="37" y="808"/>
                  </a:cubicBezTo>
                  <a:lnTo>
                    <a:pt x="37" y="824"/>
                  </a:lnTo>
                  <a:lnTo>
                    <a:pt x="53" y="824"/>
                  </a:lnTo>
                  <a:lnTo>
                    <a:pt x="53" y="808"/>
                  </a:lnTo>
                  <a:cubicBezTo>
                    <a:pt x="37" y="756"/>
                    <a:pt x="37" y="707"/>
                    <a:pt x="37" y="675"/>
                  </a:cubicBezTo>
                  <a:lnTo>
                    <a:pt x="37" y="606"/>
                  </a:lnTo>
                  <a:lnTo>
                    <a:pt x="37" y="372"/>
                  </a:lnTo>
                  <a:cubicBezTo>
                    <a:pt x="37" y="251"/>
                    <a:pt x="53" y="1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0"/>
            <p:cNvSpPr/>
            <p:nvPr/>
          </p:nvSpPr>
          <p:spPr>
            <a:xfrm>
              <a:off x="2120518" y="3672538"/>
              <a:ext cx="4867" cy="48669"/>
            </a:xfrm>
            <a:custGeom>
              <a:rect b="b" l="l" r="r" t="t"/>
              <a:pathLst>
                <a:path extrusionOk="0" h="490" w="49">
                  <a:moveTo>
                    <a:pt x="33" y="1"/>
                  </a:moveTo>
                  <a:cubicBezTo>
                    <a:pt x="33" y="1"/>
                    <a:pt x="16" y="1"/>
                    <a:pt x="16" y="17"/>
                  </a:cubicBezTo>
                  <a:cubicBezTo>
                    <a:pt x="0" y="85"/>
                    <a:pt x="0" y="170"/>
                    <a:pt x="0" y="255"/>
                  </a:cubicBezTo>
                  <a:cubicBezTo>
                    <a:pt x="16" y="320"/>
                    <a:pt x="16" y="405"/>
                    <a:pt x="0" y="473"/>
                  </a:cubicBezTo>
                  <a:lnTo>
                    <a:pt x="0" y="489"/>
                  </a:lnTo>
                  <a:lnTo>
                    <a:pt x="16" y="473"/>
                  </a:lnTo>
                  <a:cubicBezTo>
                    <a:pt x="33" y="405"/>
                    <a:pt x="33" y="320"/>
                    <a:pt x="33" y="255"/>
                  </a:cubicBezTo>
                  <a:cubicBezTo>
                    <a:pt x="33" y="170"/>
                    <a:pt x="33" y="8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0"/>
            <p:cNvSpPr/>
            <p:nvPr/>
          </p:nvSpPr>
          <p:spPr>
            <a:xfrm>
              <a:off x="1734143" y="3547786"/>
              <a:ext cx="157331" cy="186632"/>
            </a:xfrm>
            <a:custGeom>
              <a:rect b="b" l="l" r="r" t="t"/>
              <a:pathLst>
                <a:path extrusionOk="0" h="1879" w="1584">
                  <a:moveTo>
                    <a:pt x="71" y="0"/>
                  </a:moveTo>
                  <a:cubicBezTo>
                    <a:pt x="69" y="0"/>
                    <a:pt x="69" y="4"/>
                    <a:pt x="69" y="12"/>
                  </a:cubicBezTo>
                  <a:cubicBezTo>
                    <a:pt x="0" y="113"/>
                    <a:pt x="16" y="198"/>
                    <a:pt x="137" y="283"/>
                  </a:cubicBezTo>
                  <a:cubicBezTo>
                    <a:pt x="303" y="432"/>
                    <a:pt x="473" y="602"/>
                    <a:pt x="642" y="768"/>
                  </a:cubicBezTo>
                  <a:cubicBezTo>
                    <a:pt x="675" y="804"/>
                    <a:pt x="707" y="836"/>
                    <a:pt x="760" y="869"/>
                  </a:cubicBezTo>
                  <a:cubicBezTo>
                    <a:pt x="792" y="921"/>
                    <a:pt x="824" y="954"/>
                    <a:pt x="877" y="990"/>
                  </a:cubicBezTo>
                  <a:cubicBezTo>
                    <a:pt x="1079" y="1192"/>
                    <a:pt x="1281" y="1394"/>
                    <a:pt x="1499" y="1576"/>
                  </a:cubicBezTo>
                  <a:cubicBezTo>
                    <a:pt x="1551" y="1628"/>
                    <a:pt x="1551" y="1697"/>
                    <a:pt x="1551" y="1761"/>
                  </a:cubicBezTo>
                  <a:cubicBezTo>
                    <a:pt x="1551" y="1798"/>
                    <a:pt x="1531" y="1830"/>
                    <a:pt x="1551" y="1862"/>
                  </a:cubicBezTo>
                  <a:cubicBezTo>
                    <a:pt x="1551" y="1879"/>
                    <a:pt x="1551" y="1879"/>
                    <a:pt x="1568" y="1879"/>
                  </a:cubicBezTo>
                  <a:lnTo>
                    <a:pt x="1568" y="1862"/>
                  </a:lnTo>
                  <a:lnTo>
                    <a:pt x="1568" y="1761"/>
                  </a:lnTo>
                  <a:cubicBezTo>
                    <a:pt x="1584" y="1697"/>
                    <a:pt x="1584" y="1628"/>
                    <a:pt x="1515" y="1560"/>
                  </a:cubicBezTo>
                  <a:cubicBezTo>
                    <a:pt x="1297" y="1374"/>
                    <a:pt x="1095" y="1172"/>
                    <a:pt x="893" y="970"/>
                  </a:cubicBezTo>
                  <a:cubicBezTo>
                    <a:pt x="844" y="937"/>
                    <a:pt x="808" y="905"/>
                    <a:pt x="776" y="853"/>
                  </a:cubicBezTo>
                  <a:cubicBezTo>
                    <a:pt x="743" y="820"/>
                    <a:pt x="691" y="788"/>
                    <a:pt x="659" y="752"/>
                  </a:cubicBezTo>
                  <a:cubicBezTo>
                    <a:pt x="489" y="586"/>
                    <a:pt x="319" y="416"/>
                    <a:pt x="154" y="263"/>
                  </a:cubicBezTo>
                  <a:cubicBezTo>
                    <a:pt x="53" y="182"/>
                    <a:pt x="36" y="113"/>
                    <a:pt x="85" y="28"/>
                  </a:cubicBezTo>
                  <a:lnTo>
                    <a:pt x="85" y="12"/>
                  </a:lnTo>
                  <a:cubicBezTo>
                    <a:pt x="77" y="4"/>
                    <a:pt x="73"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0"/>
            <p:cNvSpPr/>
            <p:nvPr/>
          </p:nvSpPr>
          <p:spPr>
            <a:xfrm>
              <a:off x="754699" y="1826881"/>
              <a:ext cx="3278" cy="88697"/>
            </a:xfrm>
            <a:custGeom>
              <a:rect b="b" l="l" r="r" t="t"/>
              <a:pathLst>
                <a:path extrusionOk="0" h="893" w="33">
                  <a:moveTo>
                    <a:pt x="0" y="0"/>
                  </a:moveTo>
                  <a:lnTo>
                    <a:pt x="0" y="877"/>
                  </a:lnTo>
                  <a:lnTo>
                    <a:pt x="16" y="893"/>
                  </a:lnTo>
                  <a:cubicBezTo>
                    <a:pt x="33" y="893"/>
                    <a:pt x="33" y="877"/>
                    <a:pt x="33" y="877"/>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0"/>
            <p:cNvSpPr/>
            <p:nvPr/>
          </p:nvSpPr>
          <p:spPr>
            <a:xfrm>
              <a:off x="2096779" y="2860059"/>
              <a:ext cx="3774" cy="45392"/>
            </a:xfrm>
            <a:custGeom>
              <a:rect b="b" l="l" r="r" t="t"/>
              <a:pathLst>
                <a:path extrusionOk="0" h="457" w="38">
                  <a:moveTo>
                    <a:pt x="21" y="0"/>
                  </a:moveTo>
                  <a:cubicBezTo>
                    <a:pt x="1" y="101"/>
                    <a:pt x="1" y="186"/>
                    <a:pt x="1" y="287"/>
                  </a:cubicBezTo>
                  <a:lnTo>
                    <a:pt x="1" y="441"/>
                  </a:lnTo>
                  <a:cubicBezTo>
                    <a:pt x="1" y="457"/>
                    <a:pt x="1" y="457"/>
                    <a:pt x="21" y="457"/>
                  </a:cubicBezTo>
                  <a:cubicBezTo>
                    <a:pt x="21" y="457"/>
                    <a:pt x="37" y="457"/>
                    <a:pt x="37" y="441"/>
                  </a:cubicBezTo>
                  <a:lnTo>
                    <a:pt x="37" y="287"/>
                  </a:lnTo>
                  <a:cubicBezTo>
                    <a:pt x="21" y="186"/>
                    <a:pt x="21" y="101"/>
                    <a:pt x="37"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0"/>
            <p:cNvSpPr/>
            <p:nvPr/>
          </p:nvSpPr>
          <p:spPr>
            <a:xfrm>
              <a:off x="1246160" y="3533682"/>
              <a:ext cx="172230" cy="200736"/>
            </a:xfrm>
            <a:custGeom>
              <a:rect b="b" l="l" r="r" t="t"/>
              <a:pathLst>
                <a:path extrusionOk="0" h="2021" w="1734">
                  <a:moveTo>
                    <a:pt x="1649" y="1"/>
                  </a:moveTo>
                  <a:lnTo>
                    <a:pt x="1649" y="21"/>
                  </a:lnTo>
                  <a:cubicBezTo>
                    <a:pt x="1665" y="21"/>
                    <a:pt x="1665" y="37"/>
                    <a:pt x="1681" y="37"/>
                  </a:cubicBezTo>
                  <a:cubicBezTo>
                    <a:pt x="1698" y="53"/>
                    <a:pt x="1698" y="69"/>
                    <a:pt x="1698" y="86"/>
                  </a:cubicBezTo>
                  <a:cubicBezTo>
                    <a:pt x="1681" y="187"/>
                    <a:pt x="1681" y="271"/>
                    <a:pt x="1681" y="372"/>
                  </a:cubicBezTo>
                  <a:cubicBezTo>
                    <a:pt x="1681" y="389"/>
                    <a:pt x="1698" y="425"/>
                    <a:pt x="1698" y="457"/>
                  </a:cubicBezTo>
                  <a:cubicBezTo>
                    <a:pt x="1698" y="542"/>
                    <a:pt x="1665" y="574"/>
                    <a:pt x="1597" y="591"/>
                  </a:cubicBezTo>
                  <a:cubicBezTo>
                    <a:pt x="1447" y="627"/>
                    <a:pt x="1314" y="675"/>
                    <a:pt x="1160" y="708"/>
                  </a:cubicBezTo>
                  <a:cubicBezTo>
                    <a:pt x="825" y="793"/>
                    <a:pt x="486" y="894"/>
                    <a:pt x="150" y="978"/>
                  </a:cubicBezTo>
                  <a:cubicBezTo>
                    <a:pt x="33" y="1011"/>
                    <a:pt x="1" y="1047"/>
                    <a:pt x="1" y="1164"/>
                  </a:cubicBezTo>
                  <a:lnTo>
                    <a:pt x="1" y="1770"/>
                  </a:lnTo>
                  <a:lnTo>
                    <a:pt x="1" y="2004"/>
                  </a:lnTo>
                  <a:cubicBezTo>
                    <a:pt x="1" y="2021"/>
                    <a:pt x="1" y="2021"/>
                    <a:pt x="17" y="2021"/>
                  </a:cubicBezTo>
                  <a:cubicBezTo>
                    <a:pt x="17" y="2021"/>
                    <a:pt x="33" y="2021"/>
                    <a:pt x="33" y="2004"/>
                  </a:cubicBezTo>
                  <a:lnTo>
                    <a:pt x="33" y="1770"/>
                  </a:lnTo>
                  <a:lnTo>
                    <a:pt x="33" y="1164"/>
                  </a:lnTo>
                  <a:cubicBezTo>
                    <a:pt x="17" y="1063"/>
                    <a:pt x="49" y="1031"/>
                    <a:pt x="150" y="1011"/>
                  </a:cubicBezTo>
                  <a:cubicBezTo>
                    <a:pt x="486" y="910"/>
                    <a:pt x="841" y="829"/>
                    <a:pt x="1176" y="728"/>
                  </a:cubicBezTo>
                  <a:cubicBezTo>
                    <a:pt x="1314" y="692"/>
                    <a:pt x="1463" y="659"/>
                    <a:pt x="1597" y="627"/>
                  </a:cubicBezTo>
                  <a:cubicBezTo>
                    <a:pt x="1681" y="591"/>
                    <a:pt x="1718" y="542"/>
                    <a:pt x="1718" y="457"/>
                  </a:cubicBezTo>
                  <a:lnTo>
                    <a:pt x="1718" y="372"/>
                  </a:lnTo>
                  <a:cubicBezTo>
                    <a:pt x="1718" y="271"/>
                    <a:pt x="1718" y="187"/>
                    <a:pt x="1734" y="86"/>
                  </a:cubicBezTo>
                  <a:cubicBezTo>
                    <a:pt x="1734" y="53"/>
                    <a:pt x="1718" y="37"/>
                    <a:pt x="1698" y="21"/>
                  </a:cubicBezTo>
                  <a:cubicBezTo>
                    <a:pt x="1681" y="21"/>
                    <a:pt x="1681" y="1"/>
                    <a:pt x="16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0"/>
            <p:cNvSpPr/>
            <p:nvPr/>
          </p:nvSpPr>
          <p:spPr>
            <a:xfrm>
              <a:off x="1923059" y="2704715"/>
              <a:ext cx="145809" cy="294201"/>
            </a:xfrm>
            <a:custGeom>
              <a:rect b="b" l="l" r="r" t="t"/>
              <a:pathLst>
                <a:path extrusionOk="0" h="2962" w="1468">
                  <a:moveTo>
                    <a:pt x="1" y="1"/>
                  </a:moveTo>
                  <a:lnTo>
                    <a:pt x="1" y="17"/>
                  </a:lnTo>
                  <a:cubicBezTo>
                    <a:pt x="33" y="166"/>
                    <a:pt x="134" y="304"/>
                    <a:pt x="235" y="437"/>
                  </a:cubicBezTo>
                  <a:cubicBezTo>
                    <a:pt x="288" y="490"/>
                    <a:pt x="336" y="538"/>
                    <a:pt x="372" y="607"/>
                  </a:cubicBezTo>
                  <a:cubicBezTo>
                    <a:pt x="607" y="942"/>
                    <a:pt x="841" y="1277"/>
                    <a:pt x="1079" y="1617"/>
                  </a:cubicBezTo>
                  <a:cubicBezTo>
                    <a:pt x="1180" y="1766"/>
                    <a:pt x="1281" y="1904"/>
                    <a:pt x="1382" y="2053"/>
                  </a:cubicBezTo>
                  <a:cubicBezTo>
                    <a:pt x="1415" y="2106"/>
                    <a:pt x="1431" y="2154"/>
                    <a:pt x="1431" y="2207"/>
                  </a:cubicBezTo>
                  <a:cubicBezTo>
                    <a:pt x="1447" y="2457"/>
                    <a:pt x="1447" y="2691"/>
                    <a:pt x="1431" y="2893"/>
                  </a:cubicBezTo>
                  <a:lnTo>
                    <a:pt x="1431" y="2930"/>
                  </a:lnTo>
                  <a:cubicBezTo>
                    <a:pt x="1415" y="2930"/>
                    <a:pt x="1415" y="2946"/>
                    <a:pt x="1415" y="2946"/>
                  </a:cubicBezTo>
                  <a:lnTo>
                    <a:pt x="1415" y="2962"/>
                  </a:lnTo>
                  <a:lnTo>
                    <a:pt x="1431" y="2962"/>
                  </a:lnTo>
                  <a:lnTo>
                    <a:pt x="1447" y="2946"/>
                  </a:lnTo>
                  <a:cubicBezTo>
                    <a:pt x="1447" y="2930"/>
                    <a:pt x="1467" y="2913"/>
                    <a:pt x="1467" y="2893"/>
                  </a:cubicBezTo>
                  <a:lnTo>
                    <a:pt x="1467" y="2207"/>
                  </a:lnTo>
                  <a:cubicBezTo>
                    <a:pt x="1467" y="2154"/>
                    <a:pt x="1447" y="2085"/>
                    <a:pt x="1415" y="2037"/>
                  </a:cubicBezTo>
                  <a:cubicBezTo>
                    <a:pt x="1314" y="1883"/>
                    <a:pt x="1197" y="1750"/>
                    <a:pt x="1096" y="1601"/>
                  </a:cubicBezTo>
                  <a:cubicBezTo>
                    <a:pt x="861" y="1261"/>
                    <a:pt x="623" y="926"/>
                    <a:pt x="405" y="591"/>
                  </a:cubicBezTo>
                  <a:cubicBezTo>
                    <a:pt x="356" y="522"/>
                    <a:pt x="304" y="469"/>
                    <a:pt x="271" y="421"/>
                  </a:cubicBezTo>
                  <a:cubicBezTo>
                    <a:pt x="170" y="288"/>
                    <a:pt x="69" y="166"/>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0"/>
            <p:cNvSpPr/>
            <p:nvPr/>
          </p:nvSpPr>
          <p:spPr>
            <a:xfrm>
              <a:off x="1264237" y="3075098"/>
              <a:ext cx="150577" cy="149782"/>
            </a:xfrm>
            <a:custGeom>
              <a:rect b="b" l="l" r="r" t="t"/>
              <a:pathLst>
                <a:path extrusionOk="0" h="1508" w="1516">
                  <a:moveTo>
                    <a:pt x="1429" y="0"/>
                  </a:moveTo>
                  <a:cubicBezTo>
                    <a:pt x="1403" y="0"/>
                    <a:pt x="1374" y="9"/>
                    <a:pt x="1350" y="25"/>
                  </a:cubicBezTo>
                  <a:lnTo>
                    <a:pt x="893" y="174"/>
                  </a:lnTo>
                  <a:lnTo>
                    <a:pt x="659" y="259"/>
                  </a:lnTo>
                  <a:cubicBezTo>
                    <a:pt x="607" y="275"/>
                    <a:pt x="558" y="295"/>
                    <a:pt x="506" y="328"/>
                  </a:cubicBezTo>
                  <a:cubicBezTo>
                    <a:pt x="388" y="360"/>
                    <a:pt x="271" y="413"/>
                    <a:pt x="138" y="445"/>
                  </a:cubicBezTo>
                  <a:cubicBezTo>
                    <a:pt x="21" y="477"/>
                    <a:pt x="1" y="546"/>
                    <a:pt x="1" y="647"/>
                  </a:cubicBezTo>
                  <a:lnTo>
                    <a:pt x="1" y="1119"/>
                  </a:lnTo>
                  <a:lnTo>
                    <a:pt x="1" y="1370"/>
                  </a:lnTo>
                  <a:cubicBezTo>
                    <a:pt x="1" y="1406"/>
                    <a:pt x="21" y="1422"/>
                    <a:pt x="21" y="1455"/>
                  </a:cubicBezTo>
                  <a:lnTo>
                    <a:pt x="21" y="1487"/>
                  </a:lnTo>
                  <a:cubicBezTo>
                    <a:pt x="21" y="1507"/>
                    <a:pt x="37" y="1507"/>
                    <a:pt x="37" y="1507"/>
                  </a:cubicBezTo>
                  <a:cubicBezTo>
                    <a:pt x="37" y="1507"/>
                    <a:pt x="53" y="1507"/>
                    <a:pt x="53" y="1487"/>
                  </a:cubicBezTo>
                  <a:cubicBezTo>
                    <a:pt x="53" y="1471"/>
                    <a:pt x="37" y="1471"/>
                    <a:pt x="37" y="1455"/>
                  </a:cubicBezTo>
                  <a:lnTo>
                    <a:pt x="37" y="1370"/>
                  </a:lnTo>
                  <a:lnTo>
                    <a:pt x="37" y="1119"/>
                  </a:lnTo>
                  <a:lnTo>
                    <a:pt x="37" y="647"/>
                  </a:lnTo>
                  <a:cubicBezTo>
                    <a:pt x="37" y="546"/>
                    <a:pt x="53" y="497"/>
                    <a:pt x="138" y="477"/>
                  </a:cubicBezTo>
                  <a:cubicBezTo>
                    <a:pt x="271" y="445"/>
                    <a:pt x="405" y="396"/>
                    <a:pt x="526" y="344"/>
                  </a:cubicBezTo>
                  <a:cubicBezTo>
                    <a:pt x="574" y="328"/>
                    <a:pt x="627" y="312"/>
                    <a:pt x="675" y="295"/>
                  </a:cubicBezTo>
                  <a:lnTo>
                    <a:pt x="910" y="211"/>
                  </a:lnTo>
                  <a:cubicBezTo>
                    <a:pt x="1047" y="158"/>
                    <a:pt x="1196" y="93"/>
                    <a:pt x="1350" y="41"/>
                  </a:cubicBezTo>
                  <a:cubicBezTo>
                    <a:pt x="1374" y="33"/>
                    <a:pt x="1399" y="29"/>
                    <a:pt x="1421" y="29"/>
                  </a:cubicBezTo>
                  <a:cubicBezTo>
                    <a:pt x="1442" y="29"/>
                    <a:pt x="1459" y="33"/>
                    <a:pt x="1467" y="41"/>
                  </a:cubicBezTo>
                  <a:cubicBezTo>
                    <a:pt x="1483" y="57"/>
                    <a:pt x="1499" y="73"/>
                    <a:pt x="1499" y="93"/>
                  </a:cubicBezTo>
                  <a:cubicBezTo>
                    <a:pt x="1467" y="275"/>
                    <a:pt x="1483" y="445"/>
                    <a:pt x="1483" y="631"/>
                  </a:cubicBezTo>
                  <a:lnTo>
                    <a:pt x="1483" y="917"/>
                  </a:lnTo>
                  <a:cubicBezTo>
                    <a:pt x="1483" y="966"/>
                    <a:pt x="1467" y="1018"/>
                    <a:pt x="1451" y="1051"/>
                  </a:cubicBezTo>
                  <a:cubicBezTo>
                    <a:pt x="1451" y="1067"/>
                    <a:pt x="1451" y="1067"/>
                    <a:pt x="1467" y="1067"/>
                  </a:cubicBezTo>
                  <a:lnTo>
                    <a:pt x="1483" y="1067"/>
                  </a:lnTo>
                  <a:cubicBezTo>
                    <a:pt x="1499" y="1018"/>
                    <a:pt x="1499" y="966"/>
                    <a:pt x="1499" y="934"/>
                  </a:cubicBezTo>
                  <a:cubicBezTo>
                    <a:pt x="1516" y="833"/>
                    <a:pt x="1499" y="715"/>
                    <a:pt x="1499" y="631"/>
                  </a:cubicBezTo>
                  <a:cubicBezTo>
                    <a:pt x="1499" y="445"/>
                    <a:pt x="1499" y="275"/>
                    <a:pt x="1516" y="110"/>
                  </a:cubicBezTo>
                  <a:cubicBezTo>
                    <a:pt x="1516" y="57"/>
                    <a:pt x="1499" y="41"/>
                    <a:pt x="1483" y="25"/>
                  </a:cubicBezTo>
                  <a:cubicBezTo>
                    <a:pt x="1475" y="9"/>
                    <a:pt x="1454"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0"/>
            <p:cNvSpPr/>
            <p:nvPr/>
          </p:nvSpPr>
          <p:spPr>
            <a:xfrm>
              <a:off x="1266223" y="2368699"/>
              <a:ext cx="212357" cy="158821"/>
            </a:xfrm>
            <a:custGeom>
              <a:rect b="b" l="l" r="r" t="t"/>
              <a:pathLst>
                <a:path extrusionOk="0" h="1599" w="2138">
                  <a:moveTo>
                    <a:pt x="1439" y="1"/>
                  </a:moveTo>
                  <a:cubicBezTo>
                    <a:pt x="1420" y="1"/>
                    <a:pt x="1401" y="8"/>
                    <a:pt x="1378" y="15"/>
                  </a:cubicBezTo>
                  <a:cubicBezTo>
                    <a:pt x="942" y="237"/>
                    <a:pt x="570" y="403"/>
                    <a:pt x="219" y="540"/>
                  </a:cubicBezTo>
                  <a:cubicBezTo>
                    <a:pt x="33" y="621"/>
                    <a:pt x="1" y="722"/>
                    <a:pt x="17" y="891"/>
                  </a:cubicBezTo>
                  <a:lnTo>
                    <a:pt x="17" y="1178"/>
                  </a:lnTo>
                  <a:cubicBezTo>
                    <a:pt x="17" y="1295"/>
                    <a:pt x="17" y="1429"/>
                    <a:pt x="33" y="1550"/>
                  </a:cubicBezTo>
                  <a:cubicBezTo>
                    <a:pt x="33" y="1566"/>
                    <a:pt x="33" y="1566"/>
                    <a:pt x="49" y="1566"/>
                  </a:cubicBezTo>
                  <a:lnTo>
                    <a:pt x="49" y="1550"/>
                  </a:lnTo>
                  <a:cubicBezTo>
                    <a:pt x="33" y="1429"/>
                    <a:pt x="33" y="1295"/>
                    <a:pt x="49" y="1178"/>
                  </a:cubicBezTo>
                  <a:cubicBezTo>
                    <a:pt x="49" y="1077"/>
                    <a:pt x="49" y="976"/>
                    <a:pt x="33" y="891"/>
                  </a:cubicBezTo>
                  <a:cubicBezTo>
                    <a:pt x="33" y="722"/>
                    <a:pt x="49" y="641"/>
                    <a:pt x="235" y="572"/>
                  </a:cubicBezTo>
                  <a:cubicBezTo>
                    <a:pt x="570" y="419"/>
                    <a:pt x="958" y="253"/>
                    <a:pt x="1378" y="51"/>
                  </a:cubicBezTo>
                  <a:cubicBezTo>
                    <a:pt x="1402" y="35"/>
                    <a:pt x="1422" y="26"/>
                    <a:pt x="1439" y="26"/>
                  </a:cubicBezTo>
                  <a:cubicBezTo>
                    <a:pt x="1460" y="26"/>
                    <a:pt x="1478" y="39"/>
                    <a:pt x="1496" y="67"/>
                  </a:cubicBezTo>
                  <a:cubicBezTo>
                    <a:pt x="1597" y="184"/>
                    <a:pt x="1698" y="318"/>
                    <a:pt x="1799" y="439"/>
                  </a:cubicBezTo>
                  <a:cubicBezTo>
                    <a:pt x="2101" y="807"/>
                    <a:pt x="2101" y="807"/>
                    <a:pt x="2085" y="1279"/>
                  </a:cubicBezTo>
                  <a:cubicBezTo>
                    <a:pt x="2085" y="1311"/>
                    <a:pt x="2101" y="1348"/>
                    <a:pt x="2101" y="1364"/>
                  </a:cubicBezTo>
                  <a:cubicBezTo>
                    <a:pt x="2101" y="1449"/>
                    <a:pt x="2101" y="1513"/>
                    <a:pt x="2069" y="1582"/>
                  </a:cubicBezTo>
                  <a:lnTo>
                    <a:pt x="2069" y="1598"/>
                  </a:lnTo>
                  <a:lnTo>
                    <a:pt x="2085" y="1598"/>
                  </a:lnTo>
                  <a:cubicBezTo>
                    <a:pt x="2138" y="1513"/>
                    <a:pt x="2138" y="1449"/>
                    <a:pt x="2122" y="1364"/>
                  </a:cubicBezTo>
                  <a:lnTo>
                    <a:pt x="2122" y="1279"/>
                  </a:lnTo>
                  <a:cubicBezTo>
                    <a:pt x="2122" y="790"/>
                    <a:pt x="2122" y="790"/>
                    <a:pt x="1835" y="419"/>
                  </a:cubicBezTo>
                  <a:lnTo>
                    <a:pt x="1819" y="419"/>
                  </a:lnTo>
                  <a:cubicBezTo>
                    <a:pt x="1718" y="302"/>
                    <a:pt x="1617" y="168"/>
                    <a:pt x="1516" y="51"/>
                  </a:cubicBezTo>
                  <a:cubicBezTo>
                    <a:pt x="1486" y="12"/>
                    <a:pt x="1463" y="1"/>
                    <a:pt x="1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0"/>
            <p:cNvSpPr/>
            <p:nvPr/>
          </p:nvSpPr>
          <p:spPr>
            <a:xfrm>
              <a:off x="2167002" y="3477166"/>
              <a:ext cx="6953" cy="44994"/>
            </a:xfrm>
            <a:custGeom>
              <a:rect b="b" l="l" r="r" t="t"/>
              <a:pathLst>
                <a:path extrusionOk="0" h="453" w="70">
                  <a:moveTo>
                    <a:pt x="53" y="0"/>
                  </a:moveTo>
                  <a:cubicBezTo>
                    <a:pt x="53" y="0"/>
                    <a:pt x="37" y="0"/>
                    <a:pt x="37" y="16"/>
                  </a:cubicBezTo>
                  <a:cubicBezTo>
                    <a:pt x="21" y="85"/>
                    <a:pt x="21" y="150"/>
                    <a:pt x="21" y="235"/>
                  </a:cubicBezTo>
                  <a:cubicBezTo>
                    <a:pt x="21" y="303"/>
                    <a:pt x="37" y="368"/>
                    <a:pt x="21" y="437"/>
                  </a:cubicBezTo>
                  <a:cubicBezTo>
                    <a:pt x="1" y="453"/>
                    <a:pt x="21" y="453"/>
                    <a:pt x="21" y="453"/>
                  </a:cubicBezTo>
                  <a:lnTo>
                    <a:pt x="37" y="453"/>
                  </a:lnTo>
                  <a:cubicBezTo>
                    <a:pt x="53" y="368"/>
                    <a:pt x="53" y="303"/>
                    <a:pt x="53" y="235"/>
                  </a:cubicBezTo>
                  <a:cubicBezTo>
                    <a:pt x="53" y="150"/>
                    <a:pt x="53" y="85"/>
                    <a:pt x="70" y="16"/>
                  </a:cubicBezTo>
                  <a:cubicBezTo>
                    <a:pt x="70" y="0"/>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0"/>
            <p:cNvSpPr/>
            <p:nvPr/>
          </p:nvSpPr>
          <p:spPr>
            <a:xfrm>
              <a:off x="574127" y="3528914"/>
              <a:ext cx="4867" cy="81943"/>
            </a:xfrm>
            <a:custGeom>
              <a:rect b="b" l="l" r="r" t="t"/>
              <a:pathLst>
                <a:path extrusionOk="0" h="825" w="49">
                  <a:moveTo>
                    <a:pt x="17" y="0"/>
                  </a:moveTo>
                  <a:cubicBezTo>
                    <a:pt x="0" y="0"/>
                    <a:pt x="0" y="16"/>
                    <a:pt x="0" y="16"/>
                  </a:cubicBezTo>
                  <a:cubicBezTo>
                    <a:pt x="17" y="186"/>
                    <a:pt x="17" y="352"/>
                    <a:pt x="17" y="521"/>
                  </a:cubicBezTo>
                  <a:lnTo>
                    <a:pt x="17" y="808"/>
                  </a:lnTo>
                  <a:cubicBezTo>
                    <a:pt x="17" y="824"/>
                    <a:pt x="17" y="824"/>
                    <a:pt x="33" y="824"/>
                  </a:cubicBezTo>
                  <a:lnTo>
                    <a:pt x="33" y="808"/>
                  </a:lnTo>
                  <a:lnTo>
                    <a:pt x="33" y="521"/>
                  </a:lnTo>
                  <a:cubicBezTo>
                    <a:pt x="33" y="352"/>
                    <a:pt x="49" y="186"/>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0"/>
            <p:cNvSpPr/>
            <p:nvPr/>
          </p:nvSpPr>
          <p:spPr>
            <a:xfrm>
              <a:off x="985431" y="2051157"/>
              <a:ext cx="4867" cy="95153"/>
            </a:xfrm>
            <a:custGeom>
              <a:rect b="b" l="l" r="r" t="t"/>
              <a:pathLst>
                <a:path extrusionOk="0" h="958" w="49">
                  <a:moveTo>
                    <a:pt x="0" y="0"/>
                  </a:moveTo>
                  <a:lnTo>
                    <a:pt x="0" y="16"/>
                  </a:lnTo>
                  <a:cubicBezTo>
                    <a:pt x="16" y="117"/>
                    <a:pt x="0" y="235"/>
                    <a:pt x="0" y="352"/>
                  </a:cubicBezTo>
                  <a:lnTo>
                    <a:pt x="0" y="570"/>
                  </a:lnTo>
                  <a:cubicBezTo>
                    <a:pt x="16" y="622"/>
                    <a:pt x="0" y="655"/>
                    <a:pt x="0" y="707"/>
                  </a:cubicBezTo>
                  <a:cubicBezTo>
                    <a:pt x="0" y="788"/>
                    <a:pt x="0" y="857"/>
                    <a:pt x="16" y="941"/>
                  </a:cubicBezTo>
                  <a:lnTo>
                    <a:pt x="32" y="958"/>
                  </a:lnTo>
                  <a:cubicBezTo>
                    <a:pt x="49" y="958"/>
                    <a:pt x="49" y="941"/>
                    <a:pt x="49" y="941"/>
                  </a:cubicBezTo>
                  <a:cubicBezTo>
                    <a:pt x="32" y="857"/>
                    <a:pt x="32" y="772"/>
                    <a:pt x="32" y="707"/>
                  </a:cubicBezTo>
                  <a:lnTo>
                    <a:pt x="32" y="570"/>
                  </a:lnTo>
                  <a:lnTo>
                    <a:pt x="32" y="352"/>
                  </a:lnTo>
                  <a:cubicBezTo>
                    <a:pt x="32" y="235"/>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0"/>
            <p:cNvSpPr/>
            <p:nvPr/>
          </p:nvSpPr>
          <p:spPr>
            <a:xfrm>
              <a:off x="1520197" y="3152572"/>
              <a:ext cx="197557" cy="310987"/>
            </a:xfrm>
            <a:custGeom>
              <a:rect b="b" l="l" r="r" t="t"/>
              <a:pathLst>
                <a:path extrusionOk="0" h="3131" w="1989">
                  <a:moveTo>
                    <a:pt x="17" y="0"/>
                  </a:moveTo>
                  <a:cubicBezTo>
                    <a:pt x="1" y="0"/>
                    <a:pt x="1" y="0"/>
                    <a:pt x="1" y="20"/>
                  </a:cubicBezTo>
                  <a:cubicBezTo>
                    <a:pt x="1" y="101"/>
                    <a:pt x="70" y="137"/>
                    <a:pt x="118" y="186"/>
                  </a:cubicBezTo>
                  <a:cubicBezTo>
                    <a:pt x="134" y="202"/>
                    <a:pt x="150" y="222"/>
                    <a:pt x="171" y="238"/>
                  </a:cubicBezTo>
                  <a:cubicBezTo>
                    <a:pt x="272" y="323"/>
                    <a:pt x="352" y="424"/>
                    <a:pt x="453" y="525"/>
                  </a:cubicBezTo>
                  <a:cubicBezTo>
                    <a:pt x="554" y="642"/>
                    <a:pt x="676" y="760"/>
                    <a:pt x="793" y="877"/>
                  </a:cubicBezTo>
                  <a:cubicBezTo>
                    <a:pt x="1160" y="1248"/>
                    <a:pt x="1516" y="1600"/>
                    <a:pt x="1867" y="1955"/>
                  </a:cubicBezTo>
                  <a:cubicBezTo>
                    <a:pt x="1936" y="2020"/>
                    <a:pt x="1952" y="2072"/>
                    <a:pt x="1952" y="2173"/>
                  </a:cubicBezTo>
                  <a:cubicBezTo>
                    <a:pt x="1952" y="2424"/>
                    <a:pt x="1952" y="2695"/>
                    <a:pt x="1936" y="3014"/>
                  </a:cubicBezTo>
                  <a:cubicBezTo>
                    <a:pt x="1936" y="3050"/>
                    <a:pt x="1936" y="3066"/>
                    <a:pt x="1920" y="3099"/>
                  </a:cubicBezTo>
                  <a:lnTo>
                    <a:pt x="1920" y="3115"/>
                  </a:lnTo>
                  <a:lnTo>
                    <a:pt x="1920" y="3131"/>
                  </a:lnTo>
                  <a:lnTo>
                    <a:pt x="1936" y="3131"/>
                  </a:lnTo>
                  <a:lnTo>
                    <a:pt x="1936" y="3115"/>
                  </a:lnTo>
                  <a:lnTo>
                    <a:pt x="1952" y="3115"/>
                  </a:lnTo>
                  <a:cubicBezTo>
                    <a:pt x="1952" y="3082"/>
                    <a:pt x="1968" y="3050"/>
                    <a:pt x="1968" y="3014"/>
                  </a:cubicBezTo>
                  <a:cubicBezTo>
                    <a:pt x="1968" y="2695"/>
                    <a:pt x="1968" y="2424"/>
                    <a:pt x="1988" y="2173"/>
                  </a:cubicBezTo>
                  <a:cubicBezTo>
                    <a:pt x="1988" y="2072"/>
                    <a:pt x="1952" y="2004"/>
                    <a:pt x="1887" y="1939"/>
                  </a:cubicBezTo>
                  <a:cubicBezTo>
                    <a:pt x="1532" y="1584"/>
                    <a:pt x="1181" y="1232"/>
                    <a:pt x="809" y="844"/>
                  </a:cubicBezTo>
                  <a:cubicBezTo>
                    <a:pt x="692" y="743"/>
                    <a:pt x="575" y="606"/>
                    <a:pt x="474" y="505"/>
                  </a:cubicBezTo>
                  <a:cubicBezTo>
                    <a:pt x="373" y="404"/>
                    <a:pt x="288" y="303"/>
                    <a:pt x="203" y="222"/>
                  </a:cubicBezTo>
                  <a:cubicBezTo>
                    <a:pt x="171" y="202"/>
                    <a:pt x="150" y="186"/>
                    <a:pt x="134" y="170"/>
                  </a:cubicBezTo>
                  <a:cubicBezTo>
                    <a:pt x="86" y="121"/>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0"/>
            <p:cNvSpPr/>
            <p:nvPr/>
          </p:nvSpPr>
          <p:spPr>
            <a:xfrm>
              <a:off x="2095190" y="3127641"/>
              <a:ext cx="5364" cy="40227"/>
            </a:xfrm>
            <a:custGeom>
              <a:rect b="b" l="l" r="r" t="t"/>
              <a:pathLst>
                <a:path extrusionOk="0" h="405" w="54">
                  <a:moveTo>
                    <a:pt x="53" y="1"/>
                  </a:moveTo>
                  <a:cubicBezTo>
                    <a:pt x="37" y="1"/>
                    <a:pt x="37" y="1"/>
                    <a:pt x="37" y="17"/>
                  </a:cubicBezTo>
                  <a:cubicBezTo>
                    <a:pt x="17" y="85"/>
                    <a:pt x="17" y="150"/>
                    <a:pt x="17" y="203"/>
                  </a:cubicBezTo>
                  <a:cubicBezTo>
                    <a:pt x="17" y="271"/>
                    <a:pt x="17" y="336"/>
                    <a:pt x="1" y="388"/>
                  </a:cubicBezTo>
                  <a:cubicBezTo>
                    <a:pt x="1" y="405"/>
                    <a:pt x="1" y="405"/>
                    <a:pt x="17" y="405"/>
                  </a:cubicBezTo>
                  <a:lnTo>
                    <a:pt x="37" y="405"/>
                  </a:lnTo>
                  <a:cubicBezTo>
                    <a:pt x="53" y="336"/>
                    <a:pt x="53" y="271"/>
                    <a:pt x="53" y="203"/>
                  </a:cubicBezTo>
                  <a:cubicBezTo>
                    <a:pt x="37" y="134"/>
                    <a:pt x="37" y="85"/>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0"/>
            <p:cNvSpPr/>
            <p:nvPr/>
          </p:nvSpPr>
          <p:spPr>
            <a:xfrm>
              <a:off x="2080390" y="3607579"/>
              <a:ext cx="98828" cy="126838"/>
            </a:xfrm>
            <a:custGeom>
              <a:rect b="b" l="l" r="r" t="t"/>
              <a:pathLst>
                <a:path extrusionOk="0" h="1277" w="995">
                  <a:moveTo>
                    <a:pt x="65" y="0"/>
                  </a:moveTo>
                  <a:cubicBezTo>
                    <a:pt x="0" y="101"/>
                    <a:pt x="17" y="186"/>
                    <a:pt x="85" y="251"/>
                  </a:cubicBezTo>
                  <a:cubicBezTo>
                    <a:pt x="186" y="335"/>
                    <a:pt x="287" y="453"/>
                    <a:pt x="368" y="554"/>
                  </a:cubicBezTo>
                  <a:lnTo>
                    <a:pt x="521" y="707"/>
                  </a:lnTo>
                  <a:lnTo>
                    <a:pt x="554" y="739"/>
                  </a:lnTo>
                  <a:cubicBezTo>
                    <a:pt x="707" y="893"/>
                    <a:pt x="857" y="1042"/>
                    <a:pt x="925" y="1260"/>
                  </a:cubicBezTo>
                  <a:lnTo>
                    <a:pt x="942" y="1277"/>
                  </a:lnTo>
                  <a:lnTo>
                    <a:pt x="974" y="1277"/>
                  </a:lnTo>
                  <a:cubicBezTo>
                    <a:pt x="994" y="1277"/>
                    <a:pt x="994" y="1260"/>
                    <a:pt x="994" y="1260"/>
                  </a:cubicBezTo>
                  <a:cubicBezTo>
                    <a:pt x="994" y="1244"/>
                    <a:pt x="974" y="1244"/>
                    <a:pt x="974" y="1244"/>
                  </a:cubicBezTo>
                  <a:lnTo>
                    <a:pt x="958" y="1244"/>
                  </a:lnTo>
                  <a:lnTo>
                    <a:pt x="958" y="1260"/>
                  </a:lnTo>
                  <a:lnTo>
                    <a:pt x="942" y="1244"/>
                  </a:lnTo>
                  <a:cubicBezTo>
                    <a:pt x="873" y="1026"/>
                    <a:pt x="723" y="873"/>
                    <a:pt x="570" y="723"/>
                  </a:cubicBezTo>
                  <a:lnTo>
                    <a:pt x="538" y="691"/>
                  </a:lnTo>
                  <a:cubicBezTo>
                    <a:pt x="489" y="638"/>
                    <a:pt x="437" y="590"/>
                    <a:pt x="404" y="537"/>
                  </a:cubicBezTo>
                  <a:cubicBezTo>
                    <a:pt x="303" y="420"/>
                    <a:pt x="202" y="319"/>
                    <a:pt x="101" y="218"/>
                  </a:cubicBezTo>
                  <a:cubicBezTo>
                    <a:pt x="33" y="166"/>
                    <a:pt x="49" y="85"/>
                    <a:pt x="85" y="16"/>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0"/>
            <p:cNvSpPr/>
            <p:nvPr/>
          </p:nvSpPr>
          <p:spPr>
            <a:xfrm>
              <a:off x="1411536" y="1420741"/>
              <a:ext cx="63469" cy="217224"/>
            </a:xfrm>
            <a:custGeom>
              <a:rect b="b" l="l" r="r" t="t"/>
              <a:pathLst>
                <a:path extrusionOk="0" h="2187" w="639">
                  <a:moveTo>
                    <a:pt x="53" y="1"/>
                  </a:moveTo>
                  <a:cubicBezTo>
                    <a:pt x="53" y="1"/>
                    <a:pt x="33" y="1"/>
                    <a:pt x="33" y="17"/>
                  </a:cubicBezTo>
                  <a:cubicBezTo>
                    <a:pt x="16" y="187"/>
                    <a:pt x="0" y="320"/>
                    <a:pt x="0" y="469"/>
                  </a:cubicBezTo>
                  <a:lnTo>
                    <a:pt x="0" y="1197"/>
                  </a:lnTo>
                  <a:cubicBezTo>
                    <a:pt x="0" y="1298"/>
                    <a:pt x="33" y="1378"/>
                    <a:pt x="117" y="1463"/>
                  </a:cubicBezTo>
                  <a:cubicBezTo>
                    <a:pt x="202" y="1548"/>
                    <a:pt x="271" y="1665"/>
                    <a:pt x="319" y="1766"/>
                  </a:cubicBezTo>
                  <a:cubicBezTo>
                    <a:pt x="356" y="1819"/>
                    <a:pt x="388" y="1867"/>
                    <a:pt x="420" y="1920"/>
                  </a:cubicBezTo>
                  <a:cubicBezTo>
                    <a:pt x="436" y="1936"/>
                    <a:pt x="457" y="1968"/>
                    <a:pt x="473" y="1984"/>
                  </a:cubicBezTo>
                  <a:cubicBezTo>
                    <a:pt x="505" y="2069"/>
                    <a:pt x="558" y="2138"/>
                    <a:pt x="622" y="2186"/>
                  </a:cubicBezTo>
                  <a:lnTo>
                    <a:pt x="638" y="2186"/>
                  </a:lnTo>
                  <a:lnTo>
                    <a:pt x="638" y="2170"/>
                  </a:lnTo>
                  <a:cubicBezTo>
                    <a:pt x="574" y="2122"/>
                    <a:pt x="521" y="2053"/>
                    <a:pt x="489" y="1984"/>
                  </a:cubicBezTo>
                  <a:cubicBezTo>
                    <a:pt x="473" y="1952"/>
                    <a:pt x="457" y="1920"/>
                    <a:pt x="436" y="1904"/>
                  </a:cubicBezTo>
                  <a:cubicBezTo>
                    <a:pt x="404" y="1851"/>
                    <a:pt x="388" y="1803"/>
                    <a:pt x="356" y="1750"/>
                  </a:cubicBezTo>
                  <a:cubicBezTo>
                    <a:pt x="287" y="1649"/>
                    <a:pt x="218" y="1532"/>
                    <a:pt x="134" y="1447"/>
                  </a:cubicBezTo>
                  <a:cubicBezTo>
                    <a:pt x="53" y="1362"/>
                    <a:pt x="16" y="1298"/>
                    <a:pt x="16" y="1197"/>
                  </a:cubicBezTo>
                  <a:lnTo>
                    <a:pt x="16" y="469"/>
                  </a:lnTo>
                  <a:cubicBezTo>
                    <a:pt x="16" y="320"/>
                    <a:pt x="33" y="187"/>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0"/>
            <p:cNvSpPr/>
            <p:nvPr/>
          </p:nvSpPr>
          <p:spPr>
            <a:xfrm>
              <a:off x="480264" y="2855193"/>
              <a:ext cx="160609" cy="163787"/>
            </a:xfrm>
            <a:custGeom>
              <a:rect b="b" l="l" r="r" t="t"/>
              <a:pathLst>
                <a:path extrusionOk="0" h="1649" w="1617">
                  <a:moveTo>
                    <a:pt x="1551" y="1"/>
                  </a:moveTo>
                  <a:lnTo>
                    <a:pt x="1551" y="33"/>
                  </a:lnTo>
                  <a:cubicBezTo>
                    <a:pt x="1600" y="86"/>
                    <a:pt x="1584" y="150"/>
                    <a:pt x="1584" y="219"/>
                  </a:cubicBezTo>
                  <a:cubicBezTo>
                    <a:pt x="1568" y="267"/>
                    <a:pt x="1568" y="304"/>
                    <a:pt x="1568" y="336"/>
                  </a:cubicBezTo>
                  <a:cubicBezTo>
                    <a:pt x="1584" y="453"/>
                    <a:pt x="1584" y="591"/>
                    <a:pt x="1584" y="708"/>
                  </a:cubicBezTo>
                  <a:lnTo>
                    <a:pt x="1584" y="893"/>
                  </a:lnTo>
                  <a:cubicBezTo>
                    <a:pt x="1584" y="958"/>
                    <a:pt x="1551" y="1011"/>
                    <a:pt x="1499" y="1027"/>
                  </a:cubicBezTo>
                  <a:cubicBezTo>
                    <a:pt x="1095" y="1196"/>
                    <a:pt x="707" y="1346"/>
                    <a:pt x="303" y="1499"/>
                  </a:cubicBezTo>
                  <a:lnTo>
                    <a:pt x="0" y="1633"/>
                  </a:lnTo>
                  <a:lnTo>
                    <a:pt x="0" y="1649"/>
                  </a:lnTo>
                  <a:lnTo>
                    <a:pt x="16" y="1649"/>
                  </a:lnTo>
                  <a:lnTo>
                    <a:pt x="319" y="1532"/>
                  </a:lnTo>
                  <a:cubicBezTo>
                    <a:pt x="707" y="1378"/>
                    <a:pt x="1111" y="1213"/>
                    <a:pt x="1499" y="1059"/>
                  </a:cubicBezTo>
                  <a:cubicBezTo>
                    <a:pt x="1568" y="1027"/>
                    <a:pt x="1600" y="974"/>
                    <a:pt x="1600" y="893"/>
                  </a:cubicBezTo>
                  <a:lnTo>
                    <a:pt x="1600" y="708"/>
                  </a:lnTo>
                  <a:cubicBezTo>
                    <a:pt x="1616" y="591"/>
                    <a:pt x="1616" y="453"/>
                    <a:pt x="1600" y="336"/>
                  </a:cubicBezTo>
                  <a:lnTo>
                    <a:pt x="1600" y="219"/>
                  </a:lnTo>
                  <a:cubicBezTo>
                    <a:pt x="1616" y="150"/>
                    <a:pt x="1616" y="86"/>
                    <a:pt x="1584" y="17"/>
                  </a:cubicBezTo>
                  <a:cubicBezTo>
                    <a:pt x="1568" y="1"/>
                    <a:pt x="1568" y="1"/>
                    <a:pt x="1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0"/>
            <p:cNvSpPr/>
            <p:nvPr/>
          </p:nvSpPr>
          <p:spPr>
            <a:xfrm>
              <a:off x="2088833" y="2560694"/>
              <a:ext cx="98332" cy="207589"/>
            </a:xfrm>
            <a:custGeom>
              <a:rect b="b" l="l" r="r" t="t"/>
              <a:pathLst>
                <a:path extrusionOk="0" h="2090" w="990">
                  <a:moveTo>
                    <a:pt x="0" y="1"/>
                  </a:moveTo>
                  <a:lnTo>
                    <a:pt x="0" y="21"/>
                  </a:lnTo>
                  <a:cubicBezTo>
                    <a:pt x="101" y="138"/>
                    <a:pt x="166" y="271"/>
                    <a:pt x="251" y="388"/>
                  </a:cubicBezTo>
                  <a:cubicBezTo>
                    <a:pt x="283" y="473"/>
                    <a:pt x="335" y="558"/>
                    <a:pt x="384" y="627"/>
                  </a:cubicBezTo>
                  <a:cubicBezTo>
                    <a:pt x="453" y="728"/>
                    <a:pt x="521" y="829"/>
                    <a:pt x="570" y="946"/>
                  </a:cubicBezTo>
                  <a:cubicBezTo>
                    <a:pt x="671" y="1112"/>
                    <a:pt x="772" y="1281"/>
                    <a:pt x="909" y="1435"/>
                  </a:cubicBezTo>
                  <a:cubicBezTo>
                    <a:pt x="925" y="1467"/>
                    <a:pt x="941" y="1483"/>
                    <a:pt x="941" y="1515"/>
                  </a:cubicBezTo>
                  <a:lnTo>
                    <a:pt x="941" y="1701"/>
                  </a:lnTo>
                  <a:cubicBezTo>
                    <a:pt x="958" y="1839"/>
                    <a:pt x="958" y="1956"/>
                    <a:pt x="925" y="2073"/>
                  </a:cubicBezTo>
                  <a:lnTo>
                    <a:pt x="925" y="2089"/>
                  </a:lnTo>
                  <a:lnTo>
                    <a:pt x="941" y="2089"/>
                  </a:lnTo>
                  <a:cubicBezTo>
                    <a:pt x="990" y="1956"/>
                    <a:pt x="974" y="1839"/>
                    <a:pt x="974" y="1701"/>
                  </a:cubicBezTo>
                  <a:lnTo>
                    <a:pt x="974" y="1515"/>
                  </a:lnTo>
                  <a:cubicBezTo>
                    <a:pt x="974" y="1467"/>
                    <a:pt x="941" y="1435"/>
                    <a:pt x="925" y="1414"/>
                  </a:cubicBezTo>
                  <a:cubicBezTo>
                    <a:pt x="788" y="1265"/>
                    <a:pt x="687" y="1095"/>
                    <a:pt x="606" y="930"/>
                  </a:cubicBezTo>
                  <a:cubicBezTo>
                    <a:pt x="537" y="829"/>
                    <a:pt x="469" y="708"/>
                    <a:pt x="404" y="607"/>
                  </a:cubicBezTo>
                  <a:cubicBezTo>
                    <a:pt x="352" y="542"/>
                    <a:pt x="303" y="457"/>
                    <a:pt x="267" y="372"/>
                  </a:cubicBezTo>
                  <a:cubicBezTo>
                    <a:pt x="182" y="255"/>
                    <a:pt x="117" y="12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0"/>
            <p:cNvSpPr/>
            <p:nvPr/>
          </p:nvSpPr>
          <p:spPr>
            <a:xfrm>
              <a:off x="2167002" y="3602315"/>
              <a:ext cx="6953" cy="48669"/>
            </a:xfrm>
            <a:custGeom>
              <a:rect b="b" l="l" r="r" t="t"/>
              <a:pathLst>
                <a:path extrusionOk="0" h="490" w="70">
                  <a:moveTo>
                    <a:pt x="53" y="1"/>
                  </a:moveTo>
                  <a:lnTo>
                    <a:pt x="37" y="17"/>
                  </a:lnTo>
                  <a:cubicBezTo>
                    <a:pt x="21" y="102"/>
                    <a:pt x="21" y="170"/>
                    <a:pt x="21" y="255"/>
                  </a:cubicBezTo>
                  <a:cubicBezTo>
                    <a:pt x="21" y="320"/>
                    <a:pt x="37" y="405"/>
                    <a:pt x="21" y="473"/>
                  </a:cubicBezTo>
                  <a:cubicBezTo>
                    <a:pt x="1" y="489"/>
                    <a:pt x="21" y="489"/>
                    <a:pt x="21" y="489"/>
                  </a:cubicBezTo>
                  <a:lnTo>
                    <a:pt x="37" y="489"/>
                  </a:lnTo>
                  <a:cubicBezTo>
                    <a:pt x="53" y="405"/>
                    <a:pt x="53" y="320"/>
                    <a:pt x="53" y="255"/>
                  </a:cubicBezTo>
                  <a:cubicBezTo>
                    <a:pt x="53" y="170"/>
                    <a:pt x="53" y="102"/>
                    <a:pt x="70"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0"/>
            <p:cNvSpPr/>
            <p:nvPr/>
          </p:nvSpPr>
          <p:spPr>
            <a:xfrm>
              <a:off x="1338035" y="2052746"/>
              <a:ext cx="6555" cy="88797"/>
            </a:xfrm>
            <a:custGeom>
              <a:rect b="b" l="l" r="r" t="t"/>
              <a:pathLst>
                <a:path extrusionOk="0" h="894" w="66">
                  <a:moveTo>
                    <a:pt x="17" y="0"/>
                  </a:moveTo>
                  <a:lnTo>
                    <a:pt x="1" y="17"/>
                  </a:lnTo>
                  <a:cubicBezTo>
                    <a:pt x="33" y="166"/>
                    <a:pt x="17" y="303"/>
                    <a:pt x="17" y="453"/>
                  </a:cubicBezTo>
                  <a:lnTo>
                    <a:pt x="17" y="723"/>
                  </a:lnTo>
                  <a:lnTo>
                    <a:pt x="17" y="772"/>
                  </a:lnTo>
                  <a:cubicBezTo>
                    <a:pt x="17" y="808"/>
                    <a:pt x="17" y="841"/>
                    <a:pt x="33" y="893"/>
                  </a:cubicBezTo>
                  <a:lnTo>
                    <a:pt x="49" y="893"/>
                  </a:lnTo>
                  <a:cubicBezTo>
                    <a:pt x="66" y="893"/>
                    <a:pt x="66" y="893"/>
                    <a:pt x="66" y="873"/>
                  </a:cubicBezTo>
                  <a:cubicBezTo>
                    <a:pt x="49" y="841"/>
                    <a:pt x="49" y="808"/>
                    <a:pt x="49" y="772"/>
                  </a:cubicBezTo>
                  <a:lnTo>
                    <a:pt x="49" y="723"/>
                  </a:lnTo>
                  <a:lnTo>
                    <a:pt x="49" y="453"/>
                  </a:lnTo>
                  <a:cubicBezTo>
                    <a:pt x="49" y="303"/>
                    <a:pt x="49" y="166"/>
                    <a:pt x="33" y="17"/>
                  </a:cubicBezTo>
                  <a:cubicBezTo>
                    <a:pt x="33" y="17"/>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0"/>
            <p:cNvSpPr/>
            <p:nvPr/>
          </p:nvSpPr>
          <p:spPr>
            <a:xfrm>
              <a:off x="513936" y="2719614"/>
              <a:ext cx="126937" cy="132102"/>
            </a:xfrm>
            <a:custGeom>
              <a:rect b="b" l="l" r="r" t="t"/>
              <a:pathLst>
                <a:path extrusionOk="0" h="1330" w="1278">
                  <a:moveTo>
                    <a:pt x="1245" y="0"/>
                  </a:moveTo>
                  <a:cubicBezTo>
                    <a:pt x="1229" y="0"/>
                    <a:pt x="1229" y="16"/>
                    <a:pt x="1229" y="16"/>
                  </a:cubicBezTo>
                  <a:cubicBezTo>
                    <a:pt x="1245" y="170"/>
                    <a:pt x="1245" y="319"/>
                    <a:pt x="1245" y="473"/>
                  </a:cubicBezTo>
                  <a:cubicBezTo>
                    <a:pt x="1245" y="558"/>
                    <a:pt x="1229" y="643"/>
                    <a:pt x="1245" y="723"/>
                  </a:cubicBezTo>
                  <a:cubicBezTo>
                    <a:pt x="1245" y="776"/>
                    <a:pt x="1212" y="792"/>
                    <a:pt x="1144" y="808"/>
                  </a:cubicBezTo>
                  <a:lnTo>
                    <a:pt x="1144" y="824"/>
                  </a:lnTo>
                  <a:cubicBezTo>
                    <a:pt x="857" y="946"/>
                    <a:pt x="554" y="1063"/>
                    <a:pt x="283" y="1180"/>
                  </a:cubicBezTo>
                  <a:lnTo>
                    <a:pt x="0" y="1297"/>
                  </a:lnTo>
                  <a:lnTo>
                    <a:pt x="0" y="1313"/>
                  </a:lnTo>
                  <a:lnTo>
                    <a:pt x="17" y="1329"/>
                  </a:lnTo>
                  <a:lnTo>
                    <a:pt x="283" y="1212"/>
                  </a:lnTo>
                  <a:cubicBezTo>
                    <a:pt x="570" y="1095"/>
                    <a:pt x="857" y="962"/>
                    <a:pt x="1144" y="845"/>
                  </a:cubicBezTo>
                  <a:lnTo>
                    <a:pt x="1160" y="845"/>
                  </a:lnTo>
                  <a:cubicBezTo>
                    <a:pt x="1212" y="808"/>
                    <a:pt x="1261" y="792"/>
                    <a:pt x="1261" y="723"/>
                  </a:cubicBezTo>
                  <a:lnTo>
                    <a:pt x="1261" y="473"/>
                  </a:lnTo>
                  <a:cubicBezTo>
                    <a:pt x="1261" y="319"/>
                    <a:pt x="1277" y="170"/>
                    <a:pt x="1245" y="16"/>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0"/>
            <p:cNvSpPr/>
            <p:nvPr/>
          </p:nvSpPr>
          <p:spPr>
            <a:xfrm>
              <a:off x="1861279" y="2816654"/>
              <a:ext cx="4966" cy="45094"/>
            </a:xfrm>
            <a:custGeom>
              <a:rect b="b" l="l" r="r" t="t"/>
              <a:pathLst>
                <a:path extrusionOk="0" h="454" w="50">
                  <a:moveTo>
                    <a:pt x="33" y="1"/>
                  </a:moveTo>
                  <a:cubicBezTo>
                    <a:pt x="33" y="1"/>
                    <a:pt x="17" y="1"/>
                    <a:pt x="17" y="17"/>
                  </a:cubicBezTo>
                  <a:lnTo>
                    <a:pt x="17" y="171"/>
                  </a:lnTo>
                  <a:cubicBezTo>
                    <a:pt x="17" y="272"/>
                    <a:pt x="33" y="352"/>
                    <a:pt x="17" y="437"/>
                  </a:cubicBezTo>
                  <a:cubicBezTo>
                    <a:pt x="1" y="453"/>
                    <a:pt x="17" y="453"/>
                    <a:pt x="17" y="453"/>
                  </a:cubicBezTo>
                  <a:lnTo>
                    <a:pt x="33" y="453"/>
                  </a:lnTo>
                  <a:cubicBezTo>
                    <a:pt x="49" y="352"/>
                    <a:pt x="49" y="272"/>
                    <a:pt x="49" y="171"/>
                  </a:cubicBezTo>
                  <a:lnTo>
                    <a:pt x="49" y="17"/>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0"/>
            <p:cNvSpPr/>
            <p:nvPr/>
          </p:nvSpPr>
          <p:spPr>
            <a:xfrm>
              <a:off x="491885" y="2392139"/>
              <a:ext cx="144121" cy="70322"/>
            </a:xfrm>
            <a:custGeom>
              <a:rect b="b" l="l" r="r" t="t"/>
              <a:pathLst>
                <a:path extrusionOk="0" h="708" w="1451">
                  <a:moveTo>
                    <a:pt x="1434" y="1"/>
                  </a:moveTo>
                  <a:cubicBezTo>
                    <a:pt x="1232" y="82"/>
                    <a:pt x="1047" y="167"/>
                    <a:pt x="877" y="268"/>
                  </a:cubicBezTo>
                  <a:cubicBezTo>
                    <a:pt x="808" y="304"/>
                    <a:pt x="760" y="320"/>
                    <a:pt x="691" y="352"/>
                  </a:cubicBezTo>
                  <a:cubicBezTo>
                    <a:pt x="542" y="437"/>
                    <a:pt x="372" y="506"/>
                    <a:pt x="222" y="587"/>
                  </a:cubicBezTo>
                  <a:cubicBezTo>
                    <a:pt x="154" y="623"/>
                    <a:pt x="85" y="655"/>
                    <a:pt x="0" y="688"/>
                  </a:cubicBezTo>
                  <a:lnTo>
                    <a:pt x="0" y="708"/>
                  </a:lnTo>
                  <a:lnTo>
                    <a:pt x="20" y="708"/>
                  </a:lnTo>
                  <a:cubicBezTo>
                    <a:pt x="85" y="672"/>
                    <a:pt x="154" y="639"/>
                    <a:pt x="239" y="607"/>
                  </a:cubicBezTo>
                  <a:cubicBezTo>
                    <a:pt x="388" y="538"/>
                    <a:pt x="558" y="453"/>
                    <a:pt x="707" y="385"/>
                  </a:cubicBezTo>
                  <a:cubicBezTo>
                    <a:pt x="776" y="352"/>
                    <a:pt x="828" y="320"/>
                    <a:pt x="877" y="284"/>
                  </a:cubicBezTo>
                  <a:cubicBezTo>
                    <a:pt x="1063" y="203"/>
                    <a:pt x="1249" y="102"/>
                    <a:pt x="1434" y="33"/>
                  </a:cubicBezTo>
                  <a:cubicBezTo>
                    <a:pt x="1451" y="33"/>
                    <a:pt x="1451" y="17"/>
                    <a:pt x="1451" y="17"/>
                  </a:cubicBez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0"/>
            <p:cNvSpPr/>
            <p:nvPr/>
          </p:nvSpPr>
          <p:spPr>
            <a:xfrm>
              <a:off x="686066" y="1700043"/>
              <a:ext cx="6555" cy="81943"/>
            </a:xfrm>
            <a:custGeom>
              <a:rect b="b" l="l" r="r" t="t"/>
              <a:pathLst>
                <a:path extrusionOk="0" h="825" w="66">
                  <a:moveTo>
                    <a:pt x="49" y="1"/>
                  </a:moveTo>
                  <a:cubicBezTo>
                    <a:pt x="33" y="1"/>
                    <a:pt x="33" y="1"/>
                    <a:pt x="33" y="17"/>
                  </a:cubicBezTo>
                  <a:lnTo>
                    <a:pt x="33" y="118"/>
                  </a:lnTo>
                  <a:cubicBezTo>
                    <a:pt x="17" y="336"/>
                    <a:pt x="0" y="586"/>
                    <a:pt x="49" y="808"/>
                  </a:cubicBezTo>
                  <a:cubicBezTo>
                    <a:pt x="49" y="825"/>
                    <a:pt x="49" y="825"/>
                    <a:pt x="65" y="825"/>
                  </a:cubicBezTo>
                  <a:lnTo>
                    <a:pt x="65" y="808"/>
                  </a:lnTo>
                  <a:cubicBezTo>
                    <a:pt x="33" y="586"/>
                    <a:pt x="33" y="336"/>
                    <a:pt x="49" y="118"/>
                  </a:cubicBezTo>
                  <a:cubicBezTo>
                    <a:pt x="49" y="81"/>
                    <a:pt x="49" y="49"/>
                    <a:pt x="65"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0"/>
            <p:cNvSpPr/>
            <p:nvPr/>
          </p:nvSpPr>
          <p:spPr>
            <a:xfrm>
              <a:off x="2118928" y="3028912"/>
              <a:ext cx="3278" cy="40227"/>
            </a:xfrm>
            <a:custGeom>
              <a:rect b="b" l="l" r="r" t="t"/>
              <a:pathLst>
                <a:path extrusionOk="0" h="405" w="33">
                  <a:moveTo>
                    <a:pt x="16" y="1"/>
                  </a:moveTo>
                  <a:cubicBezTo>
                    <a:pt x="0" y="86"/>
                    <a:pt x="0" y="171"/>
                    <a:pt x="0" y="255"/>
                  </a:cubicBezTo>
                  <a:lnTo>
                    <a:pt x="0" y="389"/>
                  </a:lnTo>
                  <a:cubicBezTo>
                    <a:pt x="0" y="389"/>
                    <a:pt x="0" y="405"/>
                    <a:pt x="16" y="405"/>
                  </a:cubicBezTo>
                  <a:lnTo>
                    <a:pt x="16" y="389"/>
                  </a:lnTo>
                  <a:cubicBezTo>
                    <a:pt x="32" y="336"/>
                    <a:pt x="16" y="304"/>
                    <a:pt x="16" y="255"/>
                  </a:cubicBezTo>
                  <a:cubicBezTo>
                    <a:pt x="16" y="171"/>
                    <a:pt x="16" y="86"/>
                    <a:pt x="32"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0"/>
            <p:cNvSpPr/>
            <p:nvPr/>
          </p:nvSpPr>
          <p:spPr>
            <a:xfrm>
              <a:off x="1923059" y="2846750"/>
              <a:ext cx="145809" cy="280990"/>
            </a:xfrm>
            <a:custGeom>
              <a:rect b="b" l="l" r="r" t="t"/>
              <a:pathLst>
                <a:path extrusionOk="0" h="2829" w="1468">
                  <a:moveTo>
                    <a:pt x="1" y="1"/>
                  </a:moveTo>
                  <a:cubicBezTo>
                    <a:pt x="1" y="150"/>
                    <a:pt x="86" y="251"/>
                    <a:pt x="170" y="352"/>
                  </a:cubicBezTo>
                  <a:cubicBezTo>
                    <a:pt x="203" y="389"/>
                    <a:pt x="235" y="437"/>
                    <a:pt x="271" y="474"/>
                  </a:cubicBezTo>
                  <a:cubicBezTo>
                    <a:pt x="591" y="926"/>
                    <a:pt x="926" y="1382"/>
                    <a:pt x="1245" y="1819"/>
                  </a:cubicBezTo>
                  <a:lnTo>
                    <a:pt x="1382" y="1988"/>
                  </a:lnTo>
                  <a:cubicBezTo>
                    <a:pt x="1415" y="2053"/>
                    <a:pt x="1447" y="2106"/>
                    <a:pt x="1447" y="2190"/>
                  </a:cubicBezTo>
                  <a:cubicBezTo>
                    <a:pt x="1431" y="2291"/>
                    <a:pt x="1431" y="2409"/>
                    <a:pt x="1431" y="2526"/>
                  </a:cubicBezTo>
                  <a:cubicBezTo>
                    <a:pt x="1447" y="2574"/>
                    <a:pt x="1447" y="2643"/>
                    <a:pt x="1447" y="2695"/>
                  </a:cubicBezTo>
                  <a:lnTo>
                    <a:pt x="1447" y="2712"/>
                  </a:lnTo>
                  <a:cubicBezTo>
                    <a:pt x="1447" y="2760"/>
                    <a:pt x="1447" y="2776"/>
                    <a:pt x="1415" y="2813"/>
                  </a:cubicBezTo>
                  <a:lnTo>
                    <a:pt x="1415" y="2829"/>
                  </a:lnTo>
                  <a:lnTo>
                    <a:pt x="1431" y="2829"/>
                  </a:lnTo>
                  <a:cubicBezTo>
                    <a:pt x="1467" y="2796"/>
                    <a:pt x="1467" y="2760"/>
                    <a:pt x="1467" y="2712"/>
                  </a:cubicBezTo>
                  <a:lnTo>
                    <a:pt x="1467" y="2695"/>
                  </a:lnTo>
                  <a:lnTo>
                    <a:pt x="1467" y="2510"/>
                  </a:lnTo>
                  <a:lnTo>
                    <a:pt x="1467" y="2190"/>
                  </a:lnTo>
                  <a:cubicBezTo>
                    <a:pt x="1467" y="2106"/>
                    <a:pt x="1447" y="2037"/>
                    <a:pt x="1399" y="1968"/>
                  </a:cubicBezTo>
                  <a:lnTo>
                    <a:pt x="1265" y="1803"/>
                  </a:lnTo>
                  <a:cubicBezTo>
                    <a:pt x="942" y="1362"/>
                    <a:pt x="607" y="910"/>
                    <a:pt x="288" y="453"/>
                  </a:cubicBezTo>
                  <a:cubicBezTo>
                    <a:pt x="271" y="421"/>
                    <a:pt x="235" y="373"/>
                    <a:pt x="203" y="336"/>
                  </a:cubicBezTo>
                  <a:cubicBezTo>
                    <a:pt x="118" y="251"/>
                    <a:pt x="33" y="15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0"/>
            <p:cNvSpPr/>
            <p:nvPr/>
          </p:nvSpPr>
          <p:spPr>
            <a:xfrm>
              <a:off x="751024" y="2171539"/>
              <a:ext cx="6953" cy="95153"/>
            </a:xfrm>
            <a:custGeom>
              <a:rect b="b" l="l" r="r" t="t"/>
              <a:pathLst>
                <a:path extrusionOk="0" h="958" w="70">
                  <a:moveTo>
                    <a:pt x="17" y="0"/>
                  </a:moveTo>
                  <a:cubicBezTo>
                    <a:pt x="1" y="0"/>
                    <a:pt x="1" y="0"/>
                    <a:pt x="1" y="16"/>
                  </a:cubicBezTo>
                  <a:cubicBezTo>
                    <a:pt x="17" y="166"/>
                    <a:pt x="17" y="335"/>
                    <a:pt x="17" y="505"/>
                  </a:cubicBezTo>
                  <a:lnTo>
                    <a:pt x="17" y="788"/>
                  </a:lnTo>
                  <a:lnTo>
                    <a:pt x="17" y="824"/>
                  </a:lnTo>
                  <a:cubicBezTo>
                    <a:pt x="17" y="873"/>
                    <a:pt x="1" y="909"/>
                    <a:pt x="53" y="958"/>
                  </a:cubicBezTo>
                  <a:lnTo>
                    <a:pt x="70" y="958"/>
                  </a:lnTo>
                  <a:lnTo>
                    <a:pt x="70" y="941"/>
                  </a:lnTo>
                  <a:cubicBezTo>
                    <a:pt x="37" y="909"/>
                    <a:pt x="37" y="873"/>
                    <a:pt x="37" y="824"/>
                  </a:cubicBezTo>
                  <a:lnTo>
                    <a:pt x="37" y="788"/>
                  </a:lnTo>
                  <a:lnTo>
                    <a:pt x="37" y="505"/>
                  </a:lnTo>
                  <a:cubicBezTo>
                    <a:pt x="37" y="335"/>
                    <a:pt x="53" y="166"/>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0"/>
            <p:cNvSpPr/>
            <p:nvPr/>
          </p:nvSpPr>
          <p:spPr>
            <a:xfrm>
              <a:off x="2088833" y="3501997"/>
              <a:ext cx="95153" cy="103993"/>
            </a:xfrm>
            <a:custGeom>
              <a:rect b="b" l="l" r="r" t="t"/>
              <a:pathLst>
                <a:path extrusionOk="0" h="1047" w="958">
                  <a:moveTo>
                    <a:pt x="0" y="1"/>
                  </a:moveTo>
                  <a:lnTo>
                    <a:pt x="0" y="37"/>
                  </a:lnTo>
                  <a:cubicBezTo>
                    <a:pt x="117" y="138"/>
                    <a:pt x="218" y="271"/>
                    <a:pt x="319" y="388"/>
                  </a:cubicBezTo>
                  <a:cubicBezTo>
                    <a:pt x="404" y="473"/>
                    <a:pt x="469" y="558"/>
                    <a:pt x="537" y="643"/>
                  </a:cubicBezTo>
                  <a:cubicBezTo>
                    <a:pt x="586" y="675"/>
                    <a:pt x="622" y="724"/>
                    <a:pt x="671" y="776"/>
                  </a:cubicBezTo>
                  <a:cubicBezTo>
                    <a:pt x="739" y="877"/>
                    <a:pt x="824" y="978"/>
                    <a:pt x="941" y="1047"/>
                  </a:cubicBezTo>
                  <a:lnTo>
                    <a:pt x="958" y="1047"/>
                  </a:lnTo>
                  <a:lnTo>
                    <a:pt x="958" y="1011"/>
                  </a:lnTo>
                  <a:cubicBezTo>
                    <a:pt x="840" y="962"/>
                    <a:pt x="756" y="861"/>
                    <a:pt x="687" y="760"/>
                  </a:cubicBezTo>
                  <a:cubicBezTo>
                    <a:pt x="638" y="708"/>
                    <a:pt x="606" y="659"/>
                    <a:pt x="570" y="623"/>
                  </a:cubicBezTo>
                  <a:cubicBezTo>
                    <a:pt x="485" y="542"/>
                    <a:pt x="420" y="457"/>
                    <a:pt x="352" y="372"/>
                  </a:cubicBezTo>
                  <a:cubicBezTo>
                    <a:pt x="234" y="255"/>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0"/>
            <p:cNvSpPr/>
            <p:nvPr/>
          </p:nvSpPr>
          <p:spPr>
            <a:xfrm>
              <a:off x="1815987" y="2903762"/>
              <a:ext cx="6853" cy="46683"/>
            </a:xfrm>
            <a:custGeom>
              <a:rect b="b" l="l" r="r" t="t"/>
              <a:pathLst>
                <a:path extrusionOk="0" h="470" w="69">
                  <a:moveTo>
                    <a:pt x="69" y="1"/>
                  </a:moveTo>
                  <a:cubicBezTo>
                    <a:pt x="53" y="1"/>
                    <a:pt x="53" y="1"/>
                    <a:pt x="53" y="17"/>
                  </a:cubicBezTo>
                  <a:cubicBezTo>
                    <a:pt x="0" y="102"/>
                    <a:pt x="20" y="203"/>
                    <a:pt x="20" y="303"/>
                  </a:cubicBezTo>
                  <a:lnTo>
                    <a:pt x="20" y="453"/>
                  </a:lnTo>
                  <a:cubicBezTo>
                    <a:pt x="20" y="469"/>
                    <a:pt x="20" y="469"/>
                    <a:pt x="37" y="469"/>
                  </a:cubicBezTo>
                  <a:lnTo>
                    <a:pt x="53" y="469"/>
                  </a:lnTo>
                  <a:lnTo>
                    <a:pt x="53" y="303"/>
                  </a:lnTo>
                  <a:cubicBezTo>
                    <a:pt x="37" y="203"/>
                    <a:pt x="37" y="118"/>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0"/>
            <p:cNvSpPr/>
            <p:nvPr/>
          </p:nvSpPr>
          <p:spPr>
            <a:xfrm>
              <a:off x="2153791" y="3079071"/>
              <a:ext cx="6953" cy="47080"/>
            </a:xfrm>
            <a:custGeom>
              <a:rect b="b" l="l" r="r" t="t"/>
              <a:pathLst>
                <a:path extrusionOk="0" h="474" w="70">
                  <a:moveTo>
                    <a:pt x="53" y="1"/>
                  </a:moveTo>
                  <a:cubicBezTo>
                    <a:pt x="53" y="1"/>
                    <a:pt x="33" y="1"/>
                    <a:pt x="33" y="17"/>
                  </a:cubicBezTo>
                  <a:cubicBezTo>
                    <a:pt x="17" y="86"/>
                    <a:pt x="17" y="171"/>
                    <a:pt x="17" y="235"/>
                  </a:cubicBezTo>
                  <a:cubicBezTo>
                    <a:pt x="17" y="304"/>
                    <a:pt x="33" y="373"/>
                    <a:pt x="17" y="457"/>
                  </a:cubicBezTo>
                  <a:cubicBezTo>
                    <a:pt x="1" y="457"/>
                    <a:pt x="17" y="457"/>
                    <a:pt x="17" y="474"/>
                  </a:cubicBezTo>
                  <a:lnTo>
                    <a:pt x="33" y="457"/>
                  </a:lnTo>
                  <a:cubicBezTo>
                    <a:pt x="53" y="389"/>
                    <a:pt x="53" y="304"/>
                    <a:pt x="53" y="235"/>
                  </a:cubicBezTo>
                  <a:cubicBezTo>
                    <a:pt x="53" y="171"/>
                    <a:pt x="53" y="86"/>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0"/>
            <p:cNvSpPr/>
            <p:nvPr/>
          </p:nvSpPr>
          <p:spPr>
            <a:xfrm>
              <a:off x="1521886" y="2316752"/>
              <a:ext cx="178984" cy="327872"/>
            </a:xfrm>
            <a:custGeom>
              <a:rect b="b" l="l" r="r" t="t"/>
              <a:pathLst>
                <a:path extrusionOk="0" h="3301" w="1802">
                  <a:moveTo>
                    <a:pt x="69" y="0"/>
                  </a:moveTo>
                  <a:cubicBezTo>
                    <a:pt x="53" y="0"/>
                    <a:pt x="53" y="17"/>
                    <a:pt x="53" y="17"/>
                  </a:cubicBezTo>
                  <a:cubicBezTo>
                    <a:pt x="0" y="170"/>
                    <a:pt x="0" y="271"/>
                    <a:pt x="133" y="404"/>
                  </a:cubicBezTo>
                  <a:cubicBezTo>
                    <a:pt x="271" y="538"/>
                    <a:pt x="372" y="707"/>
                    <a:pt x="489" y="861"/>
                  </a:cubicBezTo>
                  <a:cubicBezTo>
                    <a:pt x="537" y="926"/>
                    <a:pt x="574" y="978"/>
                    <a:pt x="622" y="1043"/>
                  </a:cubicBezTo>
                  <a:lnTo>
                    <a:pt x="1079" y="1649"/>
                  </a:lnTo>
                  <a:cubicBezTo>
                    <a:pt x="1281" y="1935"/>
                    <a:pt x="1483" y="2222"/>
                    <a:pt x="1701" y="2509"/>
                  </a:cubicBezTo>
                  <a:cubicBezTo>
                    <a:pt x="1749" y="2594"/>
                    <a:pt x="1786" y="2679"/>
                    <a:pt x="1786" y="2760"/>
                  </a:cubicBezTo>
                  <a:cubicBezTo>
                    <a:pt x="1769" y="2844"/>
                    <a:pt x="1786" y="2929"/>
                    <a:pt x="1786" y="3014"/>
                  </a:cubicBezTo>
                  <a:lnTo>
                    <a:pt x="1786" y="3147"/>
                  </a:lnTo>
                  <a:lnTo>
                    <a:pt x="1786" y="3184"/>
                  </a:lnTo>
                  <a:cubicBezTo>
                    <a:pt x="1786" y="3216"/>
                    <a:pt x="1786" y="3248"/>
                    <a:pt x="1749" y="3285"/>
                  </a:cubicBezTo>
                  <a:lnTo>
                    <a:pt x="1749" y="3301"/>
                  </a:lnTo>
                  <a:lnTo>
                    <a:pt x="1769" y="3301"/>
                  </a:lnTo>
                  <a:cubicBezTo>
                    <a:pt x="1802" y="3265"/>
                    <a:pt x="1802" y="3216"/>
                    <a:pt x="1802" y="3184"/>
                  </a:cubicBezTo>
                  <a:lnTo>
                    <a:pt x="1802" y="3147"/>
                  </a:lnTo>
                  <a:lnTo>
                    <a:pt x="1802" y="3014"/>
                  </a:lnTo>
                  <a:lnTo>
                    <a:pt x="1802" y="2760"/>
                  </a:lnTo>
                  <a:cubicBezTo>
                    <a:pt x="1802" y="2659"/>
                    <a:pt x="1786" y="2578"/>
                    <a:pt x="1717" y="2493"/>
                  </a:cubicBezTo>
                  <a:cubicBezTo>
                    <a:pt x="1515" y="2206"/>
                    <a:pt x="1297" y="1919"/>
                    <a:pt x="1095" y="1633"/>
                  </a:cubicBezTo>
                  <a:lnTo>
                    <a:pt x="638" y="1027"/>
                  </a:lnTo>
                  <a:cubicBezTo>
                    <a:pt x="590" y="978"/>
                    <a:pt x="558" y="909"/>
                    <a:pt x="505" y="861"/>
                  </a:cubicBezTo>
                  <a:cubicBezTo>
                    <a:pt x="404" y="691"/>
                    <a:pt x="287" y="522"/>
                    <a:pt x="154" y="388"/>
                  </a:cubicBezTo>
                  <a:cubicBezTo>
                    <a:pt x="32" y="271"/>
                    <a:pt x="32" y="170"/>
                    <a:pt x="69" y="17"/>
                  </a:cubicBezTo>
                  <a:cubicBezTo>
                    <a:pt x="85" y="17"/>
                    <a:pt x="69" y="17"/>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0"/>
            <p:cNvSpPr/>
            <p:nvPr/>
          </p:nvSpPr>
          <p:spPr>
            <a:xfrm>
              <a:off x="1737719" y="2331948"/>
              <a:ext cx="145312" cy="270959"/>
            </a:xfrm>
            <a:custGeom>
              <a:rect b="b" l="l" r="r" t="t"/>
              <a:pathLst>
                <a:path extrusionOk="0" h="2728" w="1463">
                  <a:moveTo>
                    <a:pt x="101" y="1"/>
                  </a:moveTo>
                  <a:lnTo>
                    <a:pt x="81" y="17"/>
                  </a:lnTo>
                  <a:cubicBezTo>
                    <a:pt x="49" y="66"/>
                    <a:pt x="49" y="118"/>
                    <a:pt x="49" y="167"/>
                  </a:cubicBezTo>
                  <a:lnTo>
                    <a:pt x="49" y="251"/>
                  </a:lnTo>
                  <a:cubicBezTo>
                    <a:pt x="0" y="607"/>
                    <a:pt x="101" y="890"/>
                    <a:pt x="336" y="1213"/>
                  </a:cubicBezTo>
                  <a:cubicBezTo>
                    <a:pt x="586" y="1516"/>
                    <a:pt x="808" y="1851"/>
                    <a:pt x="1027" y="2186"/>
                  </a:cubicBezTo>
                  <a:cubicBezTo>
                    <a:pt x="1128" y="2324"/>
                    <a:pt x="1229" y="2473"/>
                    <a:pt x="1330" y="2627"/>
                  </a:cubicBezTo>
                  <a:cubicBezTo>
                    <a:pt x="1330" y="2627"/>
                    <a:pt x="1330" y="2643"/>
                    <a:pt x="1346" y="2643"/>
                  </a:cubicBezTo>
                  <a:cubicBezTo>
                    <a:pt x="1362" y="2675"/>
                    <a:pt x="1378" y="2728"/>
                    <a:pt x="1447" y="2728"/>
                  </a:cubicBezTo>
                  <a:cubicBezTo>
                    <a:pt x="1463" y="2708"/>
                    <a:pt x="1447" y="2708"/>
                    <a:pt x="1447" y="2708"/>
                  </a:cubicBezTo>
                  <a:cubicBezTo>
                    <a:pt x="1394" y="2691"/>
                    <a:pt x="1378" y="2659"/>
                    <a:pt x="1362" y="2627"/>
                  </a:cubicBezTo>
                  <a:lnTo>
                    <a:pt x="1346" y="2607"/>
                  </a:lnTo>
                  <a:cubicBezTo>
                    <a:pt x="1245" y="2457"/>
                    <a:pt x="1144" y="2304"/>
                    <a:pt x="1059" y="2170"/>
                  </a:cubicBezTo>
                  <a:cubicBezTo>
                    <a:pt x="841" y="1851"/>
                    <a:pt x="606" y="1496"/>
                    <a:pt x="368" y="1193"/>
                  </a:cubicBezTo>
                  <a:cubicBezTo>
                    <a:pt x="118" y="874"/>
                    <a:pt x="33" y="587"/>
                    <a:pt x="81" y="268"/>
                  </a:cubicBezTo>
                  <a:lnTo>
                    <a:pt x="81" y="167"/>
                  </a:lnTo>
                  <a:cubicBezTo>
                    <a:pt x="65" y="118"/>
                    <a:pt x="65" y="66"/>
                    <a:pt x="101" y="17"/>
                  </a:cubicBezTo>
                  <a:lnTo>
                    <a:pt x="1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0"/>
            <p:cNvSpPr/>
            <p:nvPr/>
          </p:nvSpPr>
          <p:spPr>
            <a:xfrm>
              <a:off x="1088928" y="3191010"/>
              <a:ext cx="4867" cy="88797"/>
            </a:xfrm>
            <a:custGeom>
              <a:rect b="b" l="l" r="r" t="t"/>
              <a:pathLst>
                <a:path extrusionOk="0" h="894" w="49">
                  <a:moveTo>
                    <a:pt x="16" y="1"/>
                  </a:moveTo>
                  <a:cubicBezTo>
                    <a:pt x="0" y="1"/>
                    <a:pt x="0" y="1"/>
                    <a:pt x="0" y="17"/>
                  </a:cubicBezTo>
                  <a:cubicBezTo>
                    <a:pt x="16" y="154"/>
                    <a:pt x="16" y="304"/>
                    <a:pt x="16" y="441"/>
                  </a:cubicBezTo>
                  <a:lnTo>
                    <a:pt x="16" y="724"/>
                  </a:lnTo>
                  <a:lnTo>
                    <a:pt x="16" y="760"/>
                  </a:lnTo>
                  <a:cubicBezTo>
                    <a:pt x="16" y="809"/>
                    <a:pt x="16" y="845"/>
                    <a:pt x="33" y="878"/>
                  </a:cubicBezTo>
                  <a:lnTo>
                    <a:pt x="49" y="894"/>
                  </a:lnTo>
                  <a:lnTo>
                    <a:pt x="49" y="878"/>
                  </a:lnTo>
                  <a:cubicBezTo>
                    <a:pt x="33" y="845"/>
                    <a:pt x="33" y="809"/>
                    <a:pt x="49" y="760"/>
                  </a:cubicBezTo>
                  <a:lnTo>
                    <a:pt x="49" y="708"/>
                  </a:lnTo>
                  <a:cubicBezTo>
                    <a:pt x="33" y="623"/>
                    <a:pt x="33" y="542"/>
                    <a:pt x="49" y="441"/>
                  </a:cubicBezTo>
                  <a:cubicBezTo>
                    <a:pt x="49" y="304"/>
                    <a:pt x="49" y="15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0"/>
            <p:cNvSpPr/>
            <p:nvPr/>
          </p:nvSpPr>
          <p:spPr>
            <a:xfrm>
              <a:off x="2080390" y="2951935"/>
              <a:ext cx="102007" cy="147299"/>
            </a:xfrm>
            <a:custGeom>
              <a:rect b="b" l="l" r="r" t="t"/>
              <a:pathLst>
                <a:path extrusionOk="0" h="1483" w="1027">
                  <a:moveTo>
                    <a:pt x="85" y="0"/>
                  </a:moveTo>
                  <a:cubicBezTo>
                    <a:pt x="65" y="0"/>
                    <a:pt x="65" y="0"/>
                    <a:pt x="65" y="20"/>
                  </a:cubicBezTo>
                  <a:cubicBezTo>
                    <a:pt x="0" y="138"/>
                    <a:pt x="49" y="222"/>
                    <a:pt x="117" y="303"/>
                  </a:cubicBezTo>
                  <a:cubicBezTo>
                    <a:pt x="235" y="473"/>
                    <a:pt x="352" y="643"/>
                    <a:pt x="469" y="808"/>
                  </a:cubicBezTo>
                  <a:cubicBezTo>
                    <a:pt x="521" y="861"/>
                    <a:pt x="554" y="929"/>
                    <a:pt x="606" y="978"/>
                  </a:cubicBezTo>
                  <a:cubicBezTo>
                    <a:pt x="691" y="1111"/>
                    <a:pt x="792" y="1249"/>
                    <a:pt x="893" y="1398"/>
                  </a:cubicBezTo>
                  <a:lnTo>
                    <a:pt x="909" y="1414"/>
                  </a:lnTo>
                  <a:cubicBezTo>
                    <a:pt x="925" y="1451"/>
                    <a:pt x="958" y="1483"/>
                    <a:pt x="1010" y="1483"/>
                  </a:cubicBezTo>
                  <a:lnTo>
                    <a:pt x="1026" y="1483"/>
                  </a:lnTo>
                  <a:lnTo>
                    <a:pt x="1026" y="1467"/>
                  </a:lnTo>
                  <a:lnTo>
                    <a:pt x="1010" y="1467"/>
                  </a:lnTo>
                  <a:cubicBezTo>
                    <a:pt x="974" y="1467"/>
                    <a:pt x="958" y="1434"/>
                    <a:pt x="925" y="1398"/>
                  </a:cubicBezTo>
                  <a:lnTo>
                    <a:pt x="925" y="1382"/>
                  </a:lnTo>
                  <a:cubicBezTo>
                    <a:pt x="808" y="1232"/>
                    <a:pt x="707" y="1095"/>
                    <a:pt x="622" y="962"/>
                  </a:cubicBezTo>
                  <a:cubicBezTo>
                    <a:pt x="590" y="909"/>
                    <a:pt x="538" y="845"/>
                    <a:pt x="505" y="792"/>
                  </a:cubicBezTo>
                  <a:cubicBezTo>
                    <a:pt x="388" y="626"/>
                    <a:pt x="251" y="457"/>
                    <a:pt x="134" y="287"/>
                  </a:cubicBezTo>
                  <a:cubicBezTo>
                    <a:pt x="65" y="202"/>
                    <a:pt x="33" y="138"/>
                    <a:pt x="85" y="20"/>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0"/>
            <p:cNvSpPr/>
            <p:nvPr/>
          </p:nvSpPr>
          <p:spPr>
            <a:xfrm>
              <a:off x="517114" y="2846750"/>
              <a:ext cx="123759" cy="57112"/>
            </a:xfrm>
            <a:custGeom>
              <a:rect b="b" l="l" r="r" t="t"/>
              <a:pathLst>
                <a:path extrusionOk="0" h="575" w="1246">
                  <a:moveTo>
                    <a:pt x="1213" y="1"/>
                  </a:moveTo>
                  <a:cubicBezTo>
                    <a:pt x="1213" y="70"/>
                    <a:pt x="1160" y="86"/>
                    <a:pt x="1112" y="86"/>
                  </a:cubicBezTo>
                  <a:cubicBezTo>
                    <a:pt x="1096" y="86"/>
                    <a:pt x="1079" y="102"/>
                    <a:pt x="1043" y="102"/>
                  </a:cubicBezTo>
                  <a:cubicBezTo>
                    <a:pt x="793" y="219"/>
                    <a:pt x="538" y="320"/>
                    <a:pt x="288" y="437"/>
                  </a:cubicBezTo>
                  <a:lnTo>
                    <a:pt x="17" y="554"/>
                  </a:lnTo>
                  <a:cubicBezTo>
                    <a:pt x="1" y="554"/>
                    <a:pt x="1" y="554"/>
                    <a:pt x="1" y="575"/>
                  </a:cubicBezTo>
                  <a:lnTo>
                    <a:pt x="17" y="575"/>
                  </a:lnTo>
                  <a:lnTo>
                    <a:pt x="304" y="453"/>
                  </a:lnTo>
                  <a:cubicBezTo>
                    <a:pt x="554" y="352"/>
                    <a:pt x="809" y="235"/>
                    <a:pt x="1059" y="134"/>
                  </a:cubicBezTo>
                  <a:cubicBezTo>
                    <a:pt x="1079" y="118"/>
                    <a:pt x="1096" y="118"/>
                    <a:pt x="1128" y="118"/>
                  </a:cubicBezTo>
                  <a:cubicBezTo>
                    <a:pt x="1180" y="102"/>
                    <a:pt x="1229" y="102"/>
                    <a:pt x="1245" y="17"/>
                  </a:cubicBezTo>
                  <a:cubicBezTo>
                    <a:pt x="1245" y="1"/>
                    <a:pt x="1245" y="1"/>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0"/>
            <p:cNvSpPr/>
            <p:nvPr/>
          </p:nvSpPr>
          <p:spPr>
            <a:xfrm>
              <a:off x="1861279" y="2054335"/>
              <a:ext cx="6953" cy="40227"/>
            </a:xfrm>
            <a:custGeom>
              <a:rect b="b" l="l" r="r" t="t"/>
              <a:pathLst>
                <a:path extrusionOk="0" h="405" w="70">
                  <a:moveTo>
                    <a:pt x="49" y="1"/>
                  </a:moveTo>
                  <a:cubicBezTo>
                    <a:pt x="49" y="1"/>
                    <a:pt x="33" y="1"/>
                    <a:pt x="33" y="17"/>
                  </a:cubicBezTo>
                  <a:cubicBezTo>
                    <a:pt x="17" y="69"/>
                    <a:pt x="17" y="134"/>
                    <a:pt x="17" y="203"/>
                  </a:cubicBezTo>
                  <a:cubicBezTo>
                    <a:pt x="17" y="271"/>
                    <a:pt x="33" y="336"/>
                    <a:pt x="17" y="388"/>
                  </a:cubicBezTo>
                  <a:cubicBezTo>
                    <a:pt x="1" y="404"/>
                    <a:pt x="17" y="404"/>
                    <a:pt x="17" y="404"/>
                  </a:cubicBezTo>
                  <a:lnTo>
                    <a:pt x="33" y="404"/>
                  </a:lnTo>
                  <a:cubicBezTo>
                    <a:pt x="49" y="336"/>
                    <a:pt x="49" y="271"/>
                    <a:pt x="49" y="203"/>
                  </a:cubicBezTo>
                  <a:cubicBezTo>
                    <a:pt x="49" y="134"/>
                    <a:pt x="49" y="85"/>
                    <a:pt x="69" y="17"/>
                  </a:cubicBezTo>
                  <a:cubicBezTo>
                    <a:pt x="69" y="17"/>
                    <a:pt x="69"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0"/>
            <p:cNvSpPr/>
            <p:nvPr/>
          </p:nvSpPr>
          <p:spPr>
            <a:xfrm>
              <a:off x="980167" y="2893731"/>
              <a:ext cx="5364" cy="95153"/>
            </a:xfrm>
            <a:custGeom>
              <a:rect b="b" l="l" r="r" t="t"/>
              <a:pathLst>
                <a:path extrusionOk="0" h="958" w="54">
                  <a:moveTo>
                    <a:pt x="17" y="1"/>
                  </a:moveTo>
                  <a:cubicBezTo>
                    <a:pt x="1" y="1"/>
                    <a:pt x="1" y="17"/>
                    <a:pt x="1" y="17"/>
                  </a:cubicBezTo>
                  <a:cubicBezTo>
                    <a:pt x="33" y="49"/>
                    <a:pt x="33" y="102"/>
                    <a:pt x="33" y="150"/>
                  </a:cubicBezTo>
                  <a:lnTo>
                    <a:pt x="33" y="740"/>
                  </a:lnTo>
                  <a:lnTo>
                    <a:pt x="33" y="942"/>
                  </a:lnTo>
                  <a:cubicBezTo>
                    <a:pt x="33" y="942"/>
                    <a:pt x="33" y="958"/>
                    <a:pt x="53" y="958"/>
                  </a:cubicBezTo>
                  <a:lnTo>
                    <a:pt x="53" y="942"/>
                  </a:lnTo>
                  <a:lnTo>
                    <a:pt x="53" y="740"/>
                  </a:lnTo>
                  <a:lnTo>
                    <a:pt x="53" y="150"/>
                  </a:lnTo>
                  <a:cubicBezTo>
                    <a:pt x="53" y="102"/>
                    <a:pt x="53" y="4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0"/>
            <p:cNvSpPr/>
            <p:nvPr/>
          </p:nvSpPr>
          <p:spPr>
            <a:xfrm>
              <a:off x="749435" y="2507356"/>
              <a:ext cx="6953" cy="81943"/>
            </a:xfrm>
            <a:custGeom>
              <a:rect b="b" l="l" r="r" t="t"/>
              <a:pathLst>
                <a:path extrusionOk="0" h="825" w="70">
                  <a:moveTo>
                    <a:pt x="33" y="0"/>
                  </a:moveTo>
                  <a:cubicBezTo>
                    <a:pt x="17" y="0"/>
                    <a:pt x="17" y="16"/>
                    <a:pt x="17" y="16"/>
                  </a:cubicBezTo>
                  <a:cubicBezTo>
                    <a:pt x="33" y="134"/>
                    <a:pt x="33" y="255"/>
                    <a:pt x="17" y="372"/>
                  </a:cubicBezTo>
                  <a:cubicBezTo>
                    <a:pt x="17" y="473"/>
                    <a:pt x="1" y="574"/>
                    <a:pt x="17" y="675"/>
                  </a:cubicBezTo>
                  <a:lnTo>
                    <a:pt x="17" y="776"/>
                  </a:lnTo>
                  <a:lnTo>
                    <a:pt x="33" y="824"/>
                  </a:lnTo>
                  <a:lnTo>
                    <a:pt x="53" y="824"/>
                  </a:lnTo>
                  <a:lnTo>
                    <a:pt x="53" y="808"/>
                  </a:lnTo>
                  <a:lnTo>
                    <a:pt x="53" y="776"/>
                  </a:lnTo>
                  <a:cubicBezTo>
                    <a:pt x="53" y="740"/>
                    <a:pt x="53" y="707"/>
                    <a:pt x="33" y="675"/>
                  </a:cubicBezTo>
                  <a:cubicBezTo>
                    <a:pt x="33" y="574"/>
                    <a:pt x="33" y="473"/>
                    <a:pt x="53" y="372"/>
                  </a:cubicBezTo>
                  <a:cubicBezTo>
                    <a:pt x="53" y="255"/>
                    <a:pt x="69" y="134"/>
                    <a:pt x="33" y="16"/>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0"/>
            <p:cNvSpPr/>
            <p:nvPr/>
          </p:nvSpPr>
          <p:spPr>
            <a:xfrm>
              <a:off x="2081979" y="2382108"/>
              <a:ext cx="100418" cy="193982"/>
            </a:xfrm>
            <a:custGeom>
              <a:rect b="b" l="l" r="r" t="t"/>
              <a:pathLst>
                <a:path extrusionOk="0" h="1953" w="1011">
                  <a:moveTo>
                    <a:pt x="33" y="1"/>
                  </a:moveTo>
                  <a:cubicBezTo>
                    <a:pt x="17" y="1"/>
                    <a:pt x="17" y="1"/>
                    <a:pt x="17" y="17"/>
                  </a:cubicBezTo>
                  <a:cubicBezTo>
                    <a:pt x="33" y="82"/>
                    <a:pt x="33" y="167"/>
                    <a:pt x="17" y="235"/>
                  </a:cubicBezTo>
                  <a:cubicBezTo>
                    <a:pt x="1" y="369"/>
                    <a:pt x="33" y="470"/>
                    <a:pt x="101" y="571"/>
                  </a:cubicBezTo>
                  <a:cubicBezTo>
                    <a:pt x="219" y="708"/>
                    <a:pt x="303" y="874"/>
                    <a:pt x="404" y="1043"/>
                  </a:cubicBezTo>
                  <a:cubicBezTo>
                    <a:pt x="437" y="1128"/>
                    <a:pt x="489" y="1213"/>
                    <a:pt x="538" y="1294"/>
                  </a:cubicBezTo>
                  <a:cubicBezTo>
                    <a:pt x="574" y="1346"/>
                    <a:pt x="606" y="1395"/>
                    <a:pt x="639" y="1447"/>
                  </a:cubicBezTo>
                  <a:cubicBezTo>
                    <a:pt x="724" y="1580"/>
                    <a:pt x="808" y="1734"/>
                    <a:pt x="877" y="1883"/>
                  </a:cubicBezTo>
                  <a:cubicBezTo>
                    <a:pt x="893" y="1920"/>
                    <a:pt x="926" y="1952"/>
                    <a:pt x="978" y="1952"/>
                  </a:cubicBezTo>
                  <a:cubicBezTo>
                    <a:pt x="994" y="1952"/>
                    <a:pt x="994" y="1952"/>
                    <a:pt x="1010" y="1936"/>
                  </a:cubicBezTo>
                  <a:cubicBezTo>
                    <a:pt x="1010" y="1920"/>
                    <a:pt x="1010" y="1920"/>
                    <a:pt x="994" y="1920"/>
                  </a:cubicBezTo>
                  <a:cubicBezTo>
                    <a:pt x="987" y="1922"/>
                    <a:pt x="981" y="1923"/>
                    <a:pt x="975" y="1923"/>
                  </a:cubicBezTo>
                  <a:cubicBezTo>
                    <a:pt x="934" y="1923"/>
                    <a:pt x="909" y="1881"/>
                    <a:pt x="909" y="1867"/>
                  </a:cubicBezTo>
                  <a:cubicBezTo>
                    <a:pt x="825" y="1718"/>
                    <a:pt x="740" y="1564"/>
                    <a:pt x="655" y="1431"/>
                  </a:cubicBezTo>
                  <a:cubicBezTo>
                    <a:pt x="623" y="1378"/>
                    <a:pt x="590" y="1330"/>
                    <a:pt x="574" y="1294"/>
                  </a:cubicBezTo>
                  <a:cubicBezTo>
                    <a:pt x="522" y="1193"/>
                    <a:pt x="473" y="1112"/>
                    <a:pt x="421" y="1027"/>
                  </a:cubicBezTo>
                  <a:cubicBezTo>
                    <a:pt x="336" y="874"/>
                    <a:pt x="235" y="708"/>
                    <a:pt x="134" y="554"/>
                  </a:cubicBezTo>
                  <a:cubicBezTo>
                    <a:pt x="49" y="453"/>
                    <a:pt x="33" y="369"/>
                    <a:pt x="49" y="235"/>
                  </a:cubicBezTo>
                  <a:lnTo>
                    <a:pt x="49" y="1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0"/>
            <p:cNvSpPr/>
            <p:nvPr/>
          </p:nvSpPr>
          <p:spPr>
            <a:xfrm>
              <a:off x="1132234" y="3690317"/>
              <a:ext cx="5364" cy="44100"/>
            </a:xfrm>
            <a:custGeom>
              <a:rect b="b" l="l" r="r" t="t"/>
              <a:pathLst>
                <a:path extrusionOk="0" h="444" w="54">
                  <a:moveTo>
                    <a:pt x="12" y="0"/>
                  </a:moveTo>
                  <a:cubicBezTo>
                    <a:pt x="10" y="0"/>
                    <a:pt x="6" y="2"/>
                    <a:pt x="1" y="7"/>
                  </a:cubicBezTo>
                  <a:cubicBezTo>
                    <a:pt x="17" y="108"/>
                    <a:pt x="17" y="193"/>
                    <a:pt x="17" y="278"/>
                  </a:cubicBezTo>
                  <a:lnTo>
                    <a:pt x="17" y="427"/>
                  </a:lnTo>
                  <a:lnTo>
                    <a:pt x="17" y="444"/>
                  </a:lnTo>
                  <a:cubicBezTo>
                    <a:pt x="37" y="444"/>
                    <a:pt x="37" y="444"/>
                    <a:pt x="37" y="427"/>
                  </a:cubicBezTo>
                  <a:lnTo>
                    <a:pt x="37" y="278"/>
                  </a:lnTo>
                  <a:cubicBezTo>
                    <a:pt x="37" y="193"/>
                    <a:pt x="53" y="108"/>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0"/>
            <p:cNvSpPr/>
            <p:nvPr/>
          </p:nvSpPr>
          <p:spPr>
            <a:xfrm>
              <a:off x="852932" y="2094462"/>
              <a:ext cx="361245" cy="284169"/>
            </a:xfrm>
            <a:custGeom>
              <a:rect b="b" l="l" r="r" t="t"/>
              <a:pathLst>
                <a:path extrusionOk="0" h="2861" w="3637">
                  <a:moveTo>
                    <a:pt x="3572" y="0"/>
                  </a:moveTo>
                  <a:lnTo>
                    <a:pt x="3572" y="17"/>
                  </a:lnTo>
                  <a:cubicBezTo>
                    <a:pt x="3604" y="85"/>
                    <a:pt x="3604" y="150"/>
                    <a:pt x="3588" y="235"/>
                  </a:cubicBezTo>
                  <a:lnTo>
                    <a:pt x="3588" y="352"/>
                  </a:lnTo>
                  <a:cubicBezTo>
                    <a:pt x="3604" y="538"/>
                    <a:pt x="3604" y="724"/>
                    <a:pt x="3604" y="893"/>
                  </a:cubicBezTo>
                  <a:cubicBezTo>
                    <a:pt x="3588" y="942"/>
                    <a:pt x="3588" y="994"/>
                    <a:pt x="3588" y="1043"/>
                  </a:cubicBezTo>
                  <a:cubicBezTo>
                    <a:pt x="3588" y="1111"/>
                    <a:pt x="3556" y="1144"/>
                    <a:pt x="3487" y="1160"/>
                  </a:cubicBezTo>
                  <a:cubicBezTo>
                    <a:pt x="3233" y="1281"/>
                    <a:pt x="2998" y="1398"/>
                    <a:pt x="2764" y="1515"/>
                  </a:cubicBezTo>
                  <a:cubicBezTo>
                    <a:pt x="2679" y="1548"/>
                    <a:pt x="2578" y="1600"/>
                    <a:pt x="2493" y="1633"/>
                  </a:cubicBezTo>
                  <a:cubicBezTo>
                    <a:pt x="2376" y="1701"/>
                    <a:pt x="2259" y="1750"/>
                    <a:pt x="2158" y="1802"/>
                  </a:cubicBezTo>
                  <a:cubicBezTo>
                    <a:pt x="1855" y="1952"/>
                    <a:pt x="1552" y="2089"/>
                    <a:pt x="1249" y="2238"/>
                  </a:cubicBezTo>
                  <a:cubicBezTo>
                    <a:pt x="1063" y="2323"/>
                    <a:pt x="878" y="2408"/>
                    <a:pt x="692" y="2493"/>
                  </a:cubicBezTo>
                  <a:cubicBezTo>
                    <a:pt x="542" y="2558"/>
                    <a:pt x="373" y="2642"/>
                    <a:pt x="223" y="2711"/>
                  </a:cubicBezTo>
                  <a:cubicBezTo>
                    <a:pt x="171" y="2727"/>
                    <a:pt x="122" y="2760"/>
                    <a:pt x="70" y="2796"/>
                  </a:cubicBezTo>
                  <a:cubicBezTo>
                    <a:pt x="54" y="2796"/>
                    <a:pt x="37" y="2812"/>
                    <a:pt x="1" y="2828"/>
                  </a:cubicBezTo>
                  <a:lnTo>
                    <a:pt x="1" y="2844"/>
                  </a:lnTo>
                  <a:lnTo>
                    <a:pt x="21" y="2861"/>
                  </a:lnTo>
                  <a:lnTo>
                    <a:pt x="21" y="2844"/>
                  </a:lnTo>
                  <a:cubicBezTo>
                    <a:pt x="37" y="2844"/>
                    <a:pt x="70" y="2828"/>
                    <a:pt x="86" y="2812"/>
                  </a:cubicBezTo>
                  <a:cubicBezTo>
                    <a:pt x="138" y="2776"/>
                    <a:pt x="187" y="2760"/>
                    <a:pt x="239" y="2727"/>
                  </a:cubicBezTo>
                  <a:cubicBezTo>
                    <a:pt x="389" y="2659"/>
                    <a:pt x="542" y="2594"/>
                    <a:pt x="708" y="2509"/>
                  </a:cubicBezTo>
                  <a:cubicBezTo>
                    <a:pt x="894" y="2424"/>
                    <a:pt x="1080" y="2339"/>
                    <a:pt x="1265" y="2255"/>
                  </a:cubicBezTo>
                  <a:cubicBezTo>
                    <a:pt x="1568" y="2121"/>
                    <a:pt x="1871" y="1968"/>
                    <a:pt x="2158" y="1835"/>
                  </a:cubicBezTo>
                  <a:cubicBezTo>
                    <a:pt x="2275" y="1766"/>
                    <a:pt x="2392" y="1717"/>
                    <a:pt x="2510" y="1665"/>
                  </a:cubicBezTo>
                  <a:cubicBezTo>
                    <a:pt x="2594" y="1616"/>
                    <a:pt x="2695" y="1584"/>
                    <a:pt x="2780" y="1532"/>
                  </a:cubicBezTo>
                  <a:cubicBezTo>
                    <a:pt x="3015" y="1414"/>
                    <a:pt x="3253" y="1297"/>
                    <a:pt x="3487" y="1196"/>
                  </a:cubicBezTo>
                  <a:cubicBezTo>
                    <a:pt x="3556" y="1160"/>
                    <a:pt x="3621" y="1128"/>
                    <a:pt x="3621" y="1043"/>
                  </a:cubicBezTo>
                  <a:lnTo>
                    <a:pt x="3621" y="893"/>
                  </a:lnTo>
                  <a:cubicBezTo>
                    <a:pt x="3621" y="724"/>
                    <a:pt x="3637" y="538"/>
                    <a:pt x="3621" y="352"/>
                  </a:cubicBezTo>
                  <a:cubicBezTo>
                    <a:pt x="3604" y="320"/>
                    <a:pt x="3621" y="271"/>
                    <a:pt x="3621" y="235"/>
                  </a:cubicBezTo>
                  <a:cubicBezTo>
                    <a:pt x="3621" y="170"/>
                    <a:pt x="3637" y="85"/>
                    <a:pt x="3588" y="17"/>
                  </a:cubicBezTo>
                  <a:cubicBezTo>
                    <a:pt x="3588" y="0"/>
                    <a:pt x="3588" y="0"/>
                    <a:pt x="3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0"/>
            <p:cNvSpPr/>
            <p:nvPr/>
          </p:nvSpPr>
          <p:spPr>
            <a:xfrm>
              <a:off x="2096779" y="2998816"/>
              <a:ext cx="3774" cy="40227"/>
            </a:xfrm>
            <a:custGeom>
              <a:rect b="b" l="l" r="r" t="t"/>
              <a:pathLst>
                <a:path extrusionOk="0" h="405" w="38">
                  <a:moveTo>
                    <a:pt x="37" y="1"/>
                  </a:moveTo>
                  <a:cubicBezTo>
                    <a:pt x="21" y="1"/>
                    <a:pt x="21" y="1"/>
                    <a:pt x="21" y="17"/>
                  </a:cubicBezTo>
                  <a:cubicBezTo>
                    <a:pt x="1" y="102"/>
                    <a:pt x="1" y="171"/>
                    <a:pt x="1" y="255"/>
                  </a:cubicBezTo>
                  <a:lnTo>
                    <a:pt x="1" y="389"/>
                  </a:lnTo>
                  <a:cubicBezTo>
                    <a:pt x="1" y="405"/>
                    <a:pt x="1" y="405"/>
                    <a:pt x="21" y="405"/>
                  </a:cubicBezTo>
                  <a:cubicBezTo>
                    <a:pt x="21" y="405"/>
                    <a:pt x="37" y="405"/>
                    <a:pt x="37" y="389"/>
                  </a:cubicBezTo>
                  <a:lnTo>
                    <a:pt x="37" y="255"/>
                  </a:lnTo>
                  <a:cubicBezTo>
                    <a:pt x="21" y="187"/>
                    <a:pt x="21" y="102"/>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0"/>
            <p:cNvSpPr/>
            <p:nvPr/>
          </p:nvSpPr>
          <p:spPr>
            <a:xfrm>
              <a:off x="978578" y="3227959"/>
              <a:ext cx="6953" cy="88797"/>
            </a:xfrm>
            <a:custGeom>
              <a:rect b="b" l="l" r="r" t="t"/>
              <a:pathLst>
                <a:path extrusionOk="0" h="894" w="70">
                  <a:moveTo>
                    <a:pt x="17" y="1"/>
                  </a:moveTo>
                  <a:lnTo>
                    <a:pt x="0" y="17"/>
                  </a:lnTo>
                  <a:cubicBezTo>
                    <a:pt x="17" y="170"/>
                    <a:pt x="17" y="320"/>
                    <a:pt x="17" y="473"/>
                  </a:cubicBezTo>
                  <a:lnTo>
                    <a:pt x="17" y="740"/>
                  </a:lnTo>
                  <a:lnTo>
                    <a:pt x="17" y="776"/>
                  </a:lnTo>
                  <a:cubicBezTo>
                    <a:pt x="17" y="809"/>
                    <a:pt x="17" y="857"/>
                    <a:pt x="33" y="893"/>
                  </a:cubicBezTo>
                  <a:lnTo>
                    <a:pt x="49" y="893"/>
                  </a:lnTo>
                  <a:cubicBezTo>
                    <a:pt x="49" y="893"/>
                    <a:pt x="69" y="893"/>
                    <a:pt x="49" y="877"/>
                  </a:cubicBezTo>
                  <a:lnTo>
                    <a:pt x="49" y="776"/>
                  </a:lnTo>
                  <a:lnTo>
                    <a:pt x="49" y="740"/>
                  </a:lnTo>
                  <a:lnTo>
                    <a:pt x="49" y="473"/>
                  </a:lnTo>
                  <a:cubicBezTo>
                    <a:pt x="49" y="320"/>
                    <a:pt x="49" y="170"/>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0"/>
            <p:cNvSpPr/>
            <p:nvPr/>
          </p:nvSpPr>
          <p:spPr>
            <a:xfrm>
              <a:off x="2080390" y="3211074"/>
              <a:ext cx="105185" cy="244538"/>
            </a:xfrm>
            <a:custGeom>
              <a:rect b="b" l="l" r="r" t="t"/>
              <a:pathLst>
                <a:path extrusionOk="0" h="2462" w="1059">
                  <a:moveTo>
                    <a:pt x="65" y="1"/>
                  </a:moveTo>
                  <a:cubicBezTo>
                    <a:pt x="0" y="171"/>
                    <a:pt x="33" y="272"/>
                    <a:pt x="134" y="373"/>
                  </a:cubicBezTo>
                  <a:cubicBezTo>
                    <a:pt x="251" y="542"/>
                    <a:pt x="388" y="692"/>
                    <a:pt x="505" y="845"/>
                  </a:cubicBezTo>
                  <a:cubicBezTo>
                    <a:pt x="606" y="979"/>
                    <a:pt x="707" y="1112"/>
                    <a:pt x="808" y="1249"/>
                  </a:cubicBezTo>
                  <a:cubicBezTo>
                    <a:pt x="824" y="1265"/>
                    <a:pt x="824" y="1265"/>
                    <a:pt x="841" y="1281"/>
                  </a:cubicBezTo>
                  <a:cubicBezTo>
                    <a:pt x="873" y="1330"/>
                    <a:pt x="925" y="1399"/>
                    <a:pt x="974" y="1431"/>
                  </a:cubicBezTo>
                  <a:cubicBezTo>
                    <a:pt x="1026" y="1467"/>
                    <a:pt x="1043" y="1516"/>
                    <a:pt x="1026" y="1601"/>
                  </a:cubicBezTo>
                  <a:lnTo>
                    <a:pt x="1026" y="1770"/>
                  </a:lnTo>
                  <a:cubicBezTo>
                    <a:pt x="1026" y="1855"/>
                    <a:pt x="1026" y="1936"/>
                    <a:pt x="1010" y="2021"/>
                  </a:cubicBezTo>
                  <a:cubicBezTo>
                    <a:pt x="1010" y="2073"/>
                    <a:pt x="1010" y="2122"/>
                    <a:pt x="1026" y="2190"/>
                  </a:cubicBezTo>
                  <a:lnTo>
                    <a:pt x="1026" y="2291"/>
                  </a:lnTo>
                  <a:cubicBezTo>
                    <a:pt x="1026" y="2340"/>
                    <a:pt x="1026" y="2392"/>
                    <a:pt x="1010" y="2441"/>
                  </a:cubicBezTo>
                  <a:lnTo>
                    <a:pt x="1010" y="2461"/>
                  </a:lnTo>
                  <a:lnTo>
                    <a:pt x="1026" y="2461"/>
                  </a:lnTo>
                  <a:cubicBezTo>
                    <a:pt x="1059" y="2409"/>
                    <a:pt x="1059" y="2360"/>
                    <a:pt x="1059" y="2291"/>
                  </a:cubicBezTo>
                  <a:cubicBezTo>
                    <a:pt x="1059" y="2259"/>
                    <a:pt x="1059" y="2223"/>
                    <a:pt x="1043" y="2190"/>
                  </a:cubicBezTo>
                  <a:cubicBezTo>
                    <a:pt x="1043" y="2122"/>
                    <a:pt x="1026" y="2073"/>
                    <a:pt x="1043" y="2021"/>
                  </a:cubicBezTo>
                  <a:cubicBezTo>
                    <a:pt x="1059" y="1936"/>
                    <a:pt x="1059" y="1855"/>
                    <a:pt x="1059" y="1770"/>
                  </a:cubicBezTo>
                  <a:lnTo>
                    <a:pt x="1059" y="1601"/>
                  </a:lnTo>
                  <a:cubicBezTo>
                    <a:pt x="1059" y="1500"/>
                    <a:pt x="1043" y="1451"/>
                    <a:pt x="994" y="1415"/>
                  </a:cubicBezTo>
                  <a:cubicBezTo>
                    <a:pt x="942" y="1366"/>
                    <a:pt x="893" y="1314"/>
                    <a:pt x="857" y="1265"/>
                  </a:cubicBezTo>
                  <a:lnTo>
                    <a:pt x="824" y="1229"/>
                  </a:lnTo>
                  <a:cubicBezTo>
                    <a:pt x="723" y="1096"/>
                    <a:pt x="622" y="962"/>
                    <a:pt x="521" y="845"/>
                  </a:cubicBezTo>
                  <a:cubicBezTo>
                    <a:pt x="404" y="676"/>
                    <a:pt x="267" y="522"/>
                    <a:pt x="150" y="356"/>
                  </a:cubicBezTo>
                  <a:cubicBezTo>
                    <a:pt x="49" y="239"/>
                    <a:pt x="33" y="154"/>
                    <a:pt x="101" y="17"/>
                  </a:cubicBezTo>
                  <a:cubicBezTo>
                    <a:pt x="101" y="17"/>
                    <a:pt x="101" y="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0"/>
            <p:cNvSpPr/>
            <p:nvPr/>
          </p:nvSpPr>
          <p:spPr>
            <a:xfrm>
              <a:off x="1734143" y="3697071"/>
              <a:ext cx="48570" cy="37346"/>
            </a:xfrm>
            <a:custGeom>
              <a:rect b="b" l="l" r="r" t="t"/>
              <a:pathLst>
                <a:path extrusionOk="0" h="376" w="489">
                  <a:moveTo>
                    <a:pt x="22" y="1"/>
                  </a:moveTo>
                  <a:cubicBezTo>
                    <a:pt x="19" y="1"/>
                    <a:pt x="16" y="3"/>
                    <a:pt x="16" y="8"/>
                  </a:cubicBezTo>
                  <a:cubicBezTo>
                    <a:pt x="0" y="8"/>
                    <a:pt x="0" y="8"/>
                    <a:pt x="0" y="24"/>
                  </a:cubicBezTo>
                  <a:cubicBezTo>
                    <a:pt x="53" y="93"/>
                    <a:pt x="117" y="141"/>
                    <a:pt x="186" y="194"/>
                  </a:cubicBezTo>
                  <a:cubicBezTo>
                    <a:pt x="218" y="226"/>
                    <a:pt x="255" y="242"/>
                    <a:pt x="287" y="275"/>
                  </a:cubicBezTo>
                  <a:cubicBezTo>
                    <a:pt x="303" y="295"/>
                    <a:pt x="303" y="295"/>
                    <a:pt x="319" y="311"/>
                  </a:cubicBezTo>
                  <a:cubicBezTo>
                    <a:pt x="356" y="343"/>
                    <a:pt x="388" y="376"/>
                    <a:pt x="440" y="376"/>
                  </a:cubicBezTo>
                  <a:lnTo>
                    <a:pt x="489" y="376"/>
                  </a:lnTo>
                  <a:lnTo>
                    <a:pt x="489" y="359"/>
                  </a:lnTo>
                  <a:cubicBezTo>
                    <a:pt x="489" y="359"/>
                    <a:pt x="489" y="343"/>
                    <a:pt x="473" y="343"/>
                  </a:cubicBezTo>
                  <a:cubicBezTo>
                    <a:pt x="457" y="351"/>
                    <a:pt x="443" y="354"/>
                    <a:pt x="430" y="354"/>
                  </a:cubicBezTo>
                  <a:cubicBezTo>
                    <a:pt x="389" y="354"/>
                    <a:pt x="364" y="320"/>
                    <a:pt x="339" y="295"/>
                  </a:cubicBezTo>
                  <a:cubicBezTo>
                    <a:pt x="339" y="275"/>
                    <a:pt x="319" y="275"/>
                    <a:pt x="303" y="258"/>
                  </a:cubicBezTo>
                  <a:cubicBezTo>
                    <a:pt x="271" y="226"/>
                    <a:pt x="238" y="194"/>
                    <a:pt x="202" y="174"/>
                  </a:cubicBezTo>
                  <a:cubicBezTo>
                    <a:pt x="137" y="125"/>
                    <a:pt x="69" y="73"/>
                    <a:pt x="36" y="8"/>
                  </a:cubicBezTo>
                  <a:cubicBezTo>
                    <a:pt x="36" y="8"/>
                    <a:pt x="27"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0"/>
            <p:cNvSpPr/>
            <p:nvPr/>
          </p:nvSpPr>
          <p:spPr>
            <a:xfrm>
              <a:off x="478576" y="2559105"/>
              <a:ext cx="157430" cy="75487"/>
            </a:xfrm>
            <a:custGeom>
              <a:rect b="b" l="l" r="r" t="t"/>
              <a:pathLst>
                <a:path extrusionOk="0" h="760" w="1585">
                  <a:moveTo>
                    <a:pt x="1568" y="0"/>
                  </a:moveTo>
                  <a:cubicBezTo>
                    <a:pt x="1500" y="17"/>
                    <a:pt x="1431" y="53"/>
                    <a:pt x="1366" y="85"/>
                  </a:cubicBezTo>
                  <a:cubicBezTo>
                    <a:pt x="1346" y="85"/>
                    <a:pt x="1330" y="101"/>
                    <a:pt x="1298" y="101"/>
                  </a:cubicBezTo>
                  <a:cubicBezTo>
                    <a:pt x="1144" y="186"/>
                    <a:pt x="979" y="271"/>
                    <a:pt x="809" y="340"/>
                  </a:cubicBezTo>
                  <a:cubicBezTo>
                    <a:pt x="538" y="457"/>
                    <a:pt x="272" y="590"/>
                    <a:pt x="1" y="724"/>
                  </a:cubicBezTo>
                  <a:lnTo>
                    <a:pt x="1" y="744"/>
                  </a:lnTo>
                  <a:lnTo>
                    <a:pt x="17" y="760"/>
                  </a:lnTo>
                  <a:cubicBezTo>
                    <a:pt x="288" y="606"/>
                    <a:pt x="558" y="489"/>
                    <a:pt x="825" y="372"/>
                  </a:cubicBezTo>
                  <a:cubicBezTo>
                    <a:pt x="979" y="287"/>
                    <a:pt x="1144" y="219"/>
                    <a:pt x="1314" y="138"/>
                  </a:cubicBezTo>
                  <a:cubicBezTo>
                    <a:pt x="1330" y="118"/>
                    <a:pt x="1366" y="118"/>
                    <a:pt x="1383" y="101"/>
                  </a:cubicBezTo>
                  <a:cubicBezTo>
                    <a:pt x="1447" y="69"/>
                    <a:pt x="1500" y="37"/>
                    <a:pt x="1568" y="17"/>
                  </a:cubicBezTo>
                  <a:lnTo>
                    <a:pt x="1585" y="17"/>
                  </a:lnTo>
                  <a:cubicBezTo>
                    <a:pt x="1585" y="0"/>
                    <a:pt x="1568" y="0"/>
                    <a:pt x="1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0"/>
            <p:cNvSpPr/>
            <p:nvPr/>
          </p:nvSpPr>
          <p:spPr>
            <a:xfrm>
              <a:off x="851343" y="2288245"/>
              <a:ext cx="361245" cy="257748"/>
            </a:xfrm>
            <a:custGeom>
              <a:rect b="b" l="l" r="r" t="t"/>
              <a:pathLst>
                <a:path extrusionOk="0" h="2595" w="3637">
                  <a:moveTo>
                    <a:pt x="3604" y="1"/>
                  </a:moveTo>
                  <a:cubicBezTo>
                    <a:pt x="3588" y="1"/>
                    <a:pt x="3588" y="1"/>
                    <a:pt x="3588" y="17"/>
                  </a:cubicBezTo>
                  <a:cubicBezTo>
                    <a:pt x="3604" y="186"/>
                    <a:pt x="3604" y="356"/>
                    <a:pt x="3604" y="522"/>
                  </a:cubicBezTo>
                  <a:cubicBezTo>
                    <a:pt x="3604" y="623"/>
                    <a:pt x="3588" y="724"/>
                    <a:pt x="3604" y="845"/>
                  </a:cubicBezTo>
                  <a:cubicBezTo>
                    <a:pt x="3604" y="893"/>
                    <a:pt x="3552" y="910"/>
                    <a:pt x="3519" y="926"/>
                  </a:cubicBezTo>
                  <a:lnTo>
                    <a:pt x="3503" y="946"/>
                  </a:lnTo>
                  <a:lnTo>
                    <a:pt x="3386" y="994"/>
                  </a:lnTo>
                  <a:cubicBezTo>
                    <a:pt x="3200" y="1079"/>
                    <a:pt x="3014" y="1180"/>
                    <a:pt x="2812" y="1265"/>
                  </a:cubicBezTo>
                  <a:cubicBezTo>
                    <a:pt x="2679" y="1330"/>
                    <a:pt x="2542" y="1398"/>
                    <a:pt x="2408" y="1451"/>
                  </a:cubicBezTo>
                  <a:cubicBezTo>
                    <a:pt x="2275" y="1516"/>
                    <a:pt x="2158" y="1568"/>
                    <a:pt x="2037" y="1617"/>
                  </a:cubicBezTo>
                  <a:cubicBezTo>
                    <a:pt x="1584" y="1835"/>
                    <a:pt x="1112" y="2037"/>
                    <a:pt x="659" y="2259"/>
                  </a:cubicBezTo>
                  <a:cubicBezTo>
                    <a:pt x="522" y="2323"/>
                    <a:pt x="389" y="2376"/>
                    <a:pt x="255" y="2441"/>
                  </a:cubicBezTo>
                  <a:cubicBezTo>
                    <a:pt x="203" y="2477"/>
                    <a:pt x="138" y="2493"/>
                    <a:pt x="86" y="2525"/>
                  </a:cubicBezTo>
                  <a:cubicBezTo>
                    <a:pt x="70" y="2542"/>
                    <a:pt x="37" y="2562"/>
                    <a:pt x="17" y="2562"/>
                  </a:cubicBezTo>
                  <a:lnTo>
                    <a:pt x="1" y="2578"/>
                  </a:lnTo>
                  <a:lnTo>
                    <a:pt x="17" y="2594"/>
                  </a:lnTo>
                  <a:cubicBezTo>
                    <a:pt x="53" y="2578"/>
                    <a:pt x="70" y="2562"/>
                    <a:pt x="102" y="2542"/>
                  </a:cubicBezTo>
                  <a:cubicBezTo>
                    <a:pt x="154" y="2525"/>
                    <a:pt x="203" y="2493"/>
                    <a:pt x="271" y="2477"/>
                  </a:cubicBezTo>
                  <a:cubicBezTo>
                    <a:pt x="405" y="2408"/>
                    <a:pt x="542" y="2340"/>
                    <a:pt x="675" y="2275"/>
                  </a:cubicBezTo>
                  <a:cubicBezTo>
                    <a:pt x="1128" y="2073"/>
                    <a:pt x="1584" y="1855"/>
                    <a:pt x="2057" y="1653"/>
                  </a:cubicBezTo>
                  <a:cubicBezTo>
                    <a:pt x="2174" y="1584"/>
                    <a:pt x="2291" y="1532"/>
                    <a:pt x="2408" y="1483"/>
                  </a:cubicBezTo>
                  <a:cubicBezTo>
                    <a:pt x="2542" y="1415"/>
                    <a:pt x="2695" y="1350"/>
                    <a:pt x="2829" y="1281"/>
                  </a:cubicBezTo>
                  <a:cubicBezTo>
                    <a:pt x="3014" y="1196"/>
                    <a:pt x="3216" y="1112"/>
                    <a:pt x="3402" y="1011"/>
                  </a:cubicBezTo>
                  <a:lnTo>
                    <a:pt x="3519" y="962"/>
                  </a:lnTo>
                  <a:cubicBezTo>
                    <a:pt x="3572" y="946"/>
                    <a:pt x="3620" y="910"/>
                    <a:pt x="3620" y="825"/>
                  </a:cubicBezTo>
                  <a:lnTo>
                    <a:pt x="3620" y="522"/>
                  </a:lnTo>
                  <a:cubicBezTo>
                    <a:pt x="3620" y="356"/>
                    <a:pt x="3637" y="186"/>
                    <a:pt x="3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0"/>
            <p:cNvSpPr/>
            <p:nvPr/>
          </p:nvSpPr>
          <p:spPr>
            <a:xfrm>
              <a:off x="1033505" y="2871680"/>
              <a:ext cx="6953" cy="95551"/>
            </a:xfrm>
            <a:custGeom>
              <a:rect b="b" l="l" r="r" t="t"/>
              <a:pathLst>
                <a:path extrusionOk="0" h="962" w="70">
                  <a:moveTo>
                    <a:pt x="21" y="0"/>
                  </a:moveTo>
                  <a:cubicBezTo>
                    <a:pt x="1" y="0"/>
                    <a:pt x="1" y="21"/>
                    <a:pt x="1" y="21"/>
                  </a:cubicBezTo>
                  <a:cubicBezTo>
                    <a:pt x="37" y="101"/>
                    <a:pt x="37" y="186"/>
                    <a:pt x="37" y="271"/>
                  </a:cubicBezTo>
                  <a:lnTo>
                    <a:pt x="37" y="340"/>
                  </a:lnTo>
                  <a:lnTo>
                    <a:pt x="37" y="760"/>
                  </a:lnTo>
                  <a:lnTo>
                    <a:pt x="37" y="946"/>
                  </a:lnTo>
                  <a:cubicBezTo>
                    <a:pt x="37" y="962"/>
                    <a:pt x="37" y="962"/>
                    <a:pt x="53" y="962"/>
                  </a:cubicBezTo>
                  <a:lnTo>
                    <a:pt x="53" y="946"/>
                  </a:lnTo>
                  <a:lnTo>
                    <a:pt x="53" y="760"/>
                  </a:lnTo>
                  <a:lnTo>
                    <a:pt x="53" y="340"/>
                  </a:lnTo>
                  <a:lnTo>
                    <a:pt x="53" y="271"/>
                  </a:lnTo>
                  <a:cubicBezTo>
                    <a:pt x="70" y="186"/>
                    <a:pt x="70" y="85"/>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0"/>
            <p:cNvSpPr/>
            <p:nvPr/>
          </p:nvSpPr>
          <p:spPr>
            <a:xfrm>
              <a:off x="746257" y="3159326"/>
              <a:ext cx="6555" cy="81943"/>
            </a:xfrm>
            <a:custGeom>
              <a:rect b="b" l="l" r="r" t="t"/>
              <a:pathLst>
                <a:path extrusionOk="0" h="825" w="66">
                  <a:moveTo>
                    <a:pt x="49" y="1"/>
                  </a:moveTo>
                  <a:cubicBezTo>
                    <a:pt x="33" y="1"/>
                    <a:pt x="33" y="17"/>
                    <a:pt x="33" y="17"/>
                  </a:cubicBezTo>
                  <a:cubicBezTo>
                    <a:pt x="33" y="69"/>
                    <a:pt x="33" y="118"/>
                    <a:pt x="17" y="170"/>
                  </a:cubicBezTo>
                  <a:cubicBezTo>
                    <a:pt x="17" y="389"/>
                    <a:pt x="0" y="607"/>
                    <a:pt x="17" y="825"/>
                  </a:cubicBezTo>
                  <a:lnTo>
                    <a:pt x="49" y="825"/>
                  </a:lnTo>
                  <a:cubicBezTo>
                    <a:pt x="17" y="607"/>
                    <a:pt x="33" y="389"/>
                    <a:pt x="49" y="170"/>
                  </a:cubicBezTo>
                  <a:cubicBezTo>
                    <a:pt x="49" y="118"/>
                    <a:pt x="49" y="69"/>
                    <a:pt x="65" y="17"/>
                  </a:cubicBezTo>
                  <a:cubicBezTo>
                    <a:pt x="65" y="17"/>
                    <a:pt x="49" y="17"/>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0"/>
            <p:cNvSpPr/>
            <p:nvPr/>
          </p:nvSpPr>
          <p:spPr>
            <a:xfrm>
              <a:off x="2120518" y="3547388"/>
              <a:ext cx="4867" cy="41816"/>
            </a:xfrm>
            <a:custGeom>
              <a:rect b="b" l="l" r="r" t="t"/>
              <a:pathLst>
                <a:path extrusionOk="0" h="421" w="49">
                  <a:moveTo>
                    <a:pt x="16" y="0"/>
                  </a:moveTo>
                  <a:cubicBezTo>
                    <a:pt x="0" y="85"/>
                    <a:pt x="0" y="186"/>
                    <a:pt x="0" y="267"/>
                  </a:cubicBezTo>
                  <a:cubicBezTo>
                    <a:pt x="16" y="303"/>
                    <a:pt x="16" y="368"/>
                    <a:pt x="0" y="404"/>
                  </a:cubicBezTo>
                  <a:cubicBezTo>
                    <a:pt x="0" y="420"/>
                    <a:pt x="16" y="420"/>
                    <a:pt x="16" y="420"/>
                  </a:cubicBezTo>
                  <a:lnTo>
                    <a:pt x="33" y="420"/>
                  </a:lnTo>
                  <a:lnTo>
                    <a:pt x="33" y="251"/>
                  </a:lnTo>
                  <a:cubicBezTo>
                    <a:pt x="33" y="186"/>
                    <a:pt x="33" y="101"/>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0"/>
            <p:cNvSpPr/>
            <p:nvPr/>
          </p:nvSpPr>
          <p:spPr>
            <a:xfrm>
              <a:off x="2153791" y="3206306"/>
              <a:ext cx="6953" cy="40227"/>
            </a:xfrm>
            <a:custGeom>
              <a:rect b="b" l="l" r="r" t="t"/>
              <a:pathLst>
                <a:path extrusionOk="0" h="405" w="70">
                  <a:moveTo>
                    <a:pt x="33" y="0"/>
                  </a:moveTo>
                  <a:cubicBezTo>
                    <a:pt x="17" y="65"/>
                    <a:pt x="17" y="134"/>
                    <a:pt x="17" y="202"/>
                  </a:cubicBezTo>
                  <a:cubicBezTo>
                    <a:pt x="17" y="267"/>
                    <a:pt x="33" y="320"/>
                    <a:pt x="17" y="388"/>
                  </a:cubicBezTo>
                  <a:cubicBezTo>
                    <a:pt x="1" y="388"/>
                    <a:pt x="17" y="404"/>
                    <a:pt x="17" y="404"/>
                  </a:cubicBezTo>
                  <a:lnTo>
                    <a:pt x="33" y="388"/>
                  </a:lnTo>
                  <a:cubicBezTo>
                    <a:pt x="53" y="320"/>
                    <a:pt x="53" y="267"/>
                    <a:pt x="53" y="202"/>
                  </a:cubicBezTo>
                  <a:cubicBezTo>
                    <a:pt x="53" y="134"/>
                    <a:pt x="53" y="65"/>
                    <a:pt x="69" y="17"/>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0"/>
            <p:cNvSpPr/>
            <p:nvPr/>
          </p:nvSpPr>
          <p:spPr>
            <a:xfrm>
              <a:off x="1135809" y="2664588"/>
              <a:ext cx="6555" cy="86810"/>
            </a:xfrm>
            <a:custGeom>
              <a:rect b="b" l="l" r="r" t="t"/>
              <a:pathLst>
                <a:path extrusionOk="0" h="874" w="66">
                  <a:moveTo>
                    <a:pt x="1" y="1"/>
                  </a:moveTo>
                  <a:lnTo>
                    <a:pt x="1" y="187"/>
                  </a:lnTo>
                  <a:lnTo>
                    <a:pt x="1" y="692"/>
                  </a:lnTo>
                  <a:cubicBezTo>
                    <a:pt x="1" y="756"/>
                    <a:pt x="17" y="825"/>
                    <a:pt x="33" y="873"/>
                  </a:cubicBezTo>
                  <a:lnTo>
                    <a:pt x="49" y="873"/>
                  </a:lnTo>
                  <a:cubicBezTo>
                    <a:pt x="49" y="873"/>
                    <a:pt x="66" y="873"/>
                    <a:pt x="49" y="857"/>
                  </a:cubicBezTo>
                  <a:cubicBezTo>
                    <a:pt x="33" y="809"/>
                    <a:pt x="33" y="756"/>
                    <a:pt x="33" y="692"/>
                  </a:cubicBezTo>
                  <a:lnTo>
                    <a:pt x="33" y="18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0"/>
            <p:cNvSpPr/>
            <p:nvPr/>
          </p:nvSpPr>
          <p:spPr>
            <a:xfrm>
              <a:off x="856607" y="1720106"/>
              <a:ext cx="355981" cy="319131"/>
            </a:xfrm>
            <a:custGeom>
              <a:rect b="b" l="l" r="r" t="t"/>
              <a:pathLst>
                <a:path extrusionOk="0" h="3213" w="3584">
                  <a:moveTo>
                    <a:pt x="3535" y="0"/>
                  </a:moveTo>
                  <a:lnTo>
                    <a:pt x="3535" y="17"/>
                  </a:lnTo>
                  <a:cubicBezTo>
                    <a:pt x="3567" y="33"/>
                    <a:pt x="3551" y="65"/>
                    <a:pt x="3551" y="101"/>
                  </a:cubicBezTo>
                  <a:lnTo>
                    <a:pt x="3551" y="118"/>
                  </a:lnTo>
                  <a:lnTo>
                    <a:pt x="3551" y="437"/>
                  </a:lnTo>
                  <a:cubicBezTo>
                    <a:pt x="3551" y="687"/>
                    <a:pt x="3551" y="958"/>
                    <a:pt x="3567" y="1212"/>
                  </a:cubicBezTo>
                  <a:cubicBezTo>
                    <a:pt x="3567" y="1293"/>
                    <a:pt x="3535" y="1330"/>
                    <a:pt x="3466" y="1362"/>
                  </a:cubicBezTo>
                  <a:cubicBezTo>
                    <a:pt x="2913" y="1665"/>
                    <a:pt x="2339" y="1968"/>
                    <a:pt x="1851" y="2222"/>
                  </a:cubicBezTo>
                  <a:cubicBezTo>
                    <a:pt x="1531" y="2388"/>
                    <a:pt x="1228" y="2558"/>
                    <a:pt x="909" y="2707"/>
                  </a:cubicBezTo>
                  <a:lnTo>
                    <a:pt x="352" y="3010"/>
                  </a:lnTo>
                  <a:cubicBezTo>
                    <a:pt x="267" y="3063"/>
                    <a:pt x="202" y="3095"/>
                    <a:pt x="118" y="3131"/>
                  </a:cubicBezTo>
                  <a:lnTo>
                    <a:pt x="17" y="3196"/>
                  </a:lnTo>
                  <a:cubicBezTo>
                    <a:pt x="0" y="3196"/>
                    <a:pt x="0" y="3196"/>
                    <a:pt x="0" y="3212"/>
                  </a:cubicBezTo>
                  <a:lnTo>
                    <a:pt x="17" y="3212"/>
                  </a:lnTo>
                  <a:lnTo>
                    <a:pt x="134" y="3164"/>
                  </a:lnTo>
                  <a:cubicBezTo>
                    <a:pt x="202" y="3111"/>
                    <a:pt x="287" y="3079"/>
                    <a:pt x="368" y="3046"/>
                  </a:cubicBezTo>
                  <a:lnTo>
                    <a:pt x="925" y="2743"/>
                  </a:lnTo>
                  <a:cubicBezTo>
                    <a:pt x="1245" y="2574"/>
                    <a:pt x="1548" y="2404"/>
                    <a:pt x="1867" y="2238"/>
                  </a:cubicBezTo>
                  <a:cubicBezTo>
                    <a:pt x="2339" y="1984"/>
                    <a:pt x="2913" y="1681"/>
                    <a:pt x="3483" y="1394"/>
                  </a:cubicBezTo>
                  <a:cubicBezTo>
                    <a:pt x="3551" y="1362"/>
                    <a:pt x="3584" y="1313"/>
                    <a:pt x="3584" y="1212"/>
                  </a:cubicBezTo>
                  <a:lnTo>
                    <a:pt x="3584" y="437"/>
                  </a:lnTo>
                  <a:lnTo>
                    <a:pt x="3584" y="118"/>
                  </a:lnTo>
                  <a:lnTo>
                    <a:pt x="3584" y="101"/>
                  </a:lnTo>
                  <a:cubicBezTo>
                    <a:pt x="3584" y="65"/>
                    <a:pt x="3584" y="33"/>
                    <a:pt x="3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0"/>
            <p:cNvSpPr/>
            <p:nvPr/>
          </p:nvSpPr>
          <p:spPr>
            <a:xfrm>
              <a:off x="1582077" y="3425417"/>
              <a:ext cx="6853" cy="81943"/>
            </a:xfrm>
            <a:custGeom>
              <a:rect b="b" l="l" r="r" t="t"/>
              <a:pathLst>
                <a:path extrusionOk="0" h="825" w="69">
                  <a:moveTo>
                    <a:pt x="53" y="0"/>
                  </a:moveTo>
                  <a:lnTo>
                    <a:pt x="32" y="16"/>
                  </a:lnTo>
                  <a:cubicBezTo>
                    <a:pt x="16" y="150"/>
                    <a:pt x="16" y="283"/>
                    <a:pt x="16" y="404"/>
                  </a:cubicBezTo>
                  <a:cubicBezTo>
                    <a:pt x="16" y="485"/>
                    <a:pt x="32" y="570"/>
                    <a:pt x="16" y="655"/>
                  </a:cubicBezTo>
                  <a:lnTo>
                    <a:pt x="16" y="707"/>
                  </a:lnTo>
                  <a:cubicBezTo>
                    <a:pt x="32" y="739"/>
                    <a:pt x="32" y="772"/>
                    <a:pt x="16" y="788"/>
                  </a:cubicBezTo>
                  <a:cubicBezTo>
                    <a:pt x="0" y="808"/>
                    <a:pt x="16" y="808"/>
                    <a:pt x="16" y="808"/>
                  </a:cubicBezTo>
                  <a:lnTo>
                    <a:pt x="16" y="824"/>
                  </a:lnTo>
                  <a:lnTo>
                    <a:pt x="32" y="808"/>
                  </a:lnTo>
                  <a:cubicBezTo>
                    <a:pt x="53" y="772"/>
                    <a:pt x="53" y="739"/>
                    <a:pt x="53" y="707"/>
                  </a:cubicBezTo>
                  <a:lnTo>
                    <a:pt x="53" y="655"/>
                  </a:lnTo>
                  <a:lnTo>
                    <a:pt x="53" y="404"/>
                  </a:lnTo>
                  <a:cubicBezTo>
                    <a:pt x="53" y="283"/>
                    <a:pt x="53" y="150"/>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0"/>
            <p:cNvSpPr/>
            <p:nvPr/>
          </p:nvSpPr>
          <p:spPr>
            <a:xfrm>
              <a:off x="672458" y="2958689"/>
              <a:ext cx="147299" cy="152166"/>
            </a:xfrm>
            <a:custGeom>
              <a:rect b="b" l="l" r="r" t="t"/>
              <a:pathLst>
                <a:path extrusionOk="0" h="1532" w="1483">
                  <a:moveTo>
                    <a:pt x="1450" y="1"/>
                  </a:moveTo>
                  <a:lnTo>
                    <a:pt x="1434" y="17"/>
                  </a:lnTo>
                  <a:cubicBezTo>
                    <a:pt x="1467" y="203"/>
                    <a:pt x="1450" y="389"/>
                    <a:pt x="1450" y="575"/>
                  </a:cubicBezTo>
                  <a:lnTo>
                    <a:pt x="1450" y="910"/>
                  </a:lnTo>
                  <a:cubicBezTo>
                    <a:pt x="1450" y="962"/>
                    <a:pt x="1414" y="979"/>
                    <a:pt x="1366" y="995"/>
                  </a:cubicBezTo>
                  <a:lnTo>
                    <a:pt x="1349" y="995"/>
                  </a:lnTo>
                  <a:cubicBezTo>
                    <a:pt x="978" y="1144"/>
                    <a:pt x="606" y="1282"/>
                    <a:pt x="271" y="1431"/>
                  </a:cubicBezTo>
                  <a:cubicBezTo>
                    <a:pt x="255" y="1431"/>
                    <a:pt x="238" y="1447"/>
                    <a:pt x="222" y="1447"/>
                  </a:cubicBezTo>
                  <a:cubicBezTo>
                    <a:pt x="166" y="1477"/>
                    <a:pt x="110" y="1504"/>
                    <a:pt x="56" y="1504"/>
                  </a:cubicBezTo>
                  <a:cubicBezTo>
                    <a:pt x="44" y="1504"/>
                    <a:pt x="32" y="1503"/>
                    <a:pt x="20" y="1500"/>
                  </a:cubicBezTo>
                  <a:cubicBezTo>
                    <a:pt x="20" y="1500"/>
                    <a:pt x="0" y="1500"/>
                    <a:pt x="0" y="1516"/>
                  </a:cubicBezTo>
                  <a:lnTo>
                    <a:pt x="20" y="1532"/>
                  </a:lnTo>
                  <a:lnTo>
                    <a:pt x="37" y="1532"/>
                  </a:lnTo>
                  <a:cubicBezTo>
                    <a:pt x="121" y="1532"/>
                    <a:pt x="170" y="1500"/>
                    <a:pt x="238" y="1467"/>
                  </a:cubicBezTo>
                  <a:cubicBezTo>
                    <a:pt x="255" y="1467"/>
                    <a:pt x="271" y="1467"/>
                    <a:pt x="287" y="1447"/>
                  </a:cubicBezTo>
                  <a:cubicBezTo>
                    <a:pt x="626" y="1314"/>
                    <a:pt x="994" y="1164"/>
                    <a:pt x="1366" y="1027"/>
                  </a:cubicBezTo>
                  <a:lnTo>
                    <a:pt x="1382" y="1011"/>
                  </a:lnTo>
                  <a:cubicBezTo>
                    <a:pt x="1414" y="1011"/>
                    <a:pt x="1483" y="979"/>
                    <a:pt x="1483" y="910"/>
                  </a:cubicBezTo>
                  <a:lnTo>
                    <a:pt x="1483" y="575"/>
                  </a:lnTo>
                  <a:cubicBezTo>
                    <a:pt x="1483" y="389"/>
                    <a:pt x="1483" y="203"/>
                    <a:pt x="1467" y="17"/>
                  </a:cubicBezTo>
                  <a:cubicBezTo>
                    <a:pt x="1467" y="1"/>
                    <a:pt x="1467" y="1"/>
                    <a:pt x="1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0"/>
            <p:cNvSpPr/>
            <p:nvPr/>
          </p:nvSpPr>
          <p:spPr>
            <a:xfrm>
              <a:off x="1740897" y="2305131"/>
              <a:ext cx="169051" cy="347935"/>
            </a:xfrm>
            <a:custGeom>
              <a:rect b="b" l="l" r="r" t="t"/>
              <a:pathLst>
                <a:path extrusionOk="0" h="3503" w="1702">
                  <a:moveTo>
                    <a:pt x="69" y="0"/>
                  </a:moveTo>
                  <a:cubicBezTo>
                    <a:pt x="49" y="0"/>
                    <a:pt x="49" y="0"/>
                    <a:pt x="49" y="16"/>
                  </a:cubicBezTo>
                  <a:cubicBezTo>
                    <a:pt x="1" y="117"/>
                    <a:pt x="17" y="218"/>
                    <a:pt x="102" y="303"/>
                  </a:cubicBezTo>
                  <a:cubicBezTo>
                    <a:pt x="187" y="404"/>
                    <a:pt x="251" y="505"/>
                    <a:pt x="320" y="622"/>
                  </a:cubicBezTo>
                  <a:cubicBezTo>
                    <a:pt x="352" y="675"/>
                    <a:pt x="389" y="723"/>
                    <a:pt x="421" y="776"/>
                  </a:cubicBezTo>
                  <a:cubicBezTo>
                    <a:pt x="639" y="1079"/>
                    <a:pt x="857" y="1398"/>
                    <a:pt x="1059" y="1717"/>
                  </a:cubicBezTo>
                  <a:cubicBezTo>
                    <a:pt x="1180" y="1887"/>
                    <a:pt x="1281" y="2052"/>
                    <a:pt x="1399" y="2222"/>
                  </a:cubicBezTo>
                  <a:cubicBezTo>
                    <a:pt x="1415" y="2254"/>
                    <a:pt x="1431" y="2291"/>
                    <a:pt x="1431" y="2307"/>
                  </a:cubicBezTo>
                  <a:lnTo>
                    <a:pt x="1431" y="2541"/>
                  </a:lnTo>
                  <a:cubicBezTo>
                    <a:pt x="1447" y="2675"/>
                    <a:pt x="1447" y="2828"/>
                    <a:pt x="1415" y="2961"/>
                  </a:cubicBezTo>
                  <a:cubicBezTo>
                    <a:pt x="1399" y="3062"/>
                    <a:pt x="1463" y="3147"/>
                    <a:pt x="1516" y="3216"/>
                  </a:cubicBezTo>
                  <a:cubicBezTo>
                    <a:pt x="1600" y="3301"/>
                    <a:pt x="1633" y="3402"/>
                    <a:pt x="1665" y="3483"/>
                  </a:cubicBezTo>
                  <a:lnTo>
                    <a:pt x="1685" y="3503"/>
                  </a:lnTo>
                  <a:lnTo>
                    <a:pt x="1701" y="3483"/>
                  </a:lnTo>
                  <a:cubicBezTo>
                    <a:pt x="1665" y="3382"/>
                    <a:pt x="1633" y="3281"/>
                    <a:pt x="1548" y="3200"/>
                  </a:cubicBezTo>
                  <a:cubicBezTo>
                    <a:pt x="1483" y="3131"/>
                    <a:pt x="1431" y="3062"/>
                    <a:pt x="1447" y="2961"/>
                  </a:cubicBezTo>
                  <a:cubicBezTo>
                    <a:pt x="1463" y="2828"/>
                    <a:pt x="1463" y="2675"/>
                    <a:pt x="1463" y="2541"/>
                  </a:cubicBezTo>
                  <a:lnTo>
                    <a:pt x="1463" y="2307"/>
                  </a:lnTo>
                  <a:cubicBezTo>
                    <a:pt x="1463" y="2271"/>
                    <a:pt x="1447" y="2238"/>
                    <a:pt x="1415" y="2206"/>
                  </a:cubicBezTo>
                  <a:cubicBezTo>
                    <a:pt x="1314" y="2036"/>
                    <a:pt x="1197" y="1867"/>
                    <a:pt x="1079" y="1701"/>
                  </a:cubicBezTo>
                  <a:cubicBezTo>
                    <a:pt x="877" y="1398"/>
                    <a:pt x="655" y="1059"/>
                    <a:pt x="437" y="756"/>
                  </a:cubicBezTo>
                  <a:cubicBezTo>
                    <a:pt x="405" y="707"/>
                    <a:pt x="372" y="655"/>
                    <a:pt x="352" y="606"/>
                  </a:cubicBezTo>
                  <a:cubicBezTo>
                    <a:pt x="288" y="489"/>
                    <a:pt x="219" y="388"/>
                    <a:pt x="118" y="287"/>
                  </a:cubicBezTo>
                  <a:cubicBezTo>
                    <a:pt x="33" y="202"/>
                    <a:pt x="17" y="117"/>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0"/>
            <p:cNvSpPr/>
            <p:nvPr/>
          </p:nvSpPr>
          <p:spPr>
            <a:xfrm>
              <a:off x="1087339" y="1999011"/>
              <a:ext cx="4867" cy="95551"/>
            </a:xfrm>
            <a:custGeom>
              <a:rect b="b" l="l" r="r" t="t"/>
              <a:pathLst>
                <a:path extrusionOk="0" h="962" w="49">
                  <a:moveTo>
                    <a:pt x="0" y="0"/>
                  </a:moveTo>
                  <a:lnTo>
                    <a:pt x="0" y="20"/>
                  </a:lnTo>
                  <a:cubicBezTo>
                    <a:pt x="16" y="137"/>
                    <a:pt x="16" y="255"/>
                    <a:pt x="0" y="372"/>
                  </a:cubicBezTo>
                  <a:lnTo>
                    <a:pt x="0" y="590"/>
                  </a:lnTo>
                  <a:cubicBezTo>
                    <a:pt x="16" y="626"/>
                    <a:pt x="0" y="675"/>
                    <a:pt x="0" y="707"/>
                  </a:cubicBezTo>
                  <a:cubicBezTo>
                    <a:pt x="0" y="792"/>
                    <a:pt x="0" y="877"/>
                    <a:pt x="16" y="961"/>
                  </a:cubicBezTo>
                  <a:lnTo>
                    <a:pt x="32" y="961"/>
                  </a:lnTo>
                  <a:cubicBezTo>
                    <a:pt x="49" y="961"/>
                    <a:pt x="49" y="961"/>
                    <a:pt x="49" y="945"/>
                  </a:cubicBezTo>
                  <a:cubicBezTo>
                    <a:pt x="32" y="877"/>
                    <a:pt x="32" y="792"/>
                    <a:pt x="32" y="707"/>
                  </a:cubicBezTo>
                  <a:lnTo>
                    <a:pt x="32" y="590"/>
                  </a:lnTo>
                  <a:lnTo>
                    <a:pt x="32" y="372"/>
                  </a:lnTo>
                  <a:cubicBezTo>
                    <a:pt x="32" y="255"/>
                    <a:pt x="32" y="137"/>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0"/>
            <p:cNvSpPr/>
            <p:nvPr/>
          </p:nvSpPr>
          <p:spPr>
            <a:xfrm>
              <a:off x="669181" y="3099135"/>
              <a:ext cx="153854" cy="175905"/>
            </a:xfrm>
            <a:custGeom>
              <a:rect b="b" l="l" r="r" t="t"/>
              <a:pathLst>
                <a:path extrusionOk="0" h="1771" w="1549">
                  <a:moveTo>
                    <a:pt x="1483" y="33"/>
                  </a:moveTo>
                  <a:cubicBezTo>
                    <a:pt x="1500" y="102"/>
                    <a:pt x="1500" y="187"/>
                    <a:pt x="1500" y="272"/>
                  </a:cubicBezTo>
                  <a:lnTo>
                    <a:pt x="1500" y="405"/>
                  </a:lnTo>
                  <a:lnTo>
                    <a:pt x="1500" y="675"/>
                  </a:lnTo>
                  <a:cubicBezTo>
                    <a:pt x="1500" y="793"/>
                    <a:pt x="1500" y="926"/>
                    <a:pt x="1516" y="1043"/>
                  </a:cubicBezTo>
                  <a:cubicBezTo>
                    <a:pt x="1532" y="1164"/>
                    <a:pt x="1500" y="1213"/>
                    <a:pt x="1382" y="1245"/>
                  </a:cubicBezTo>
                  <a:cubicBezTo>
                    <a:pt x="1265" y="1281"/>
                    <a:pt x="1144" y="1330"/>
                    <a:pt x="1027" y="1366"/>
                  </a:cubicBezTo>
                  <a:cubicBezTo>
                    <a:pt x="926" y="1415"/>
                    <a:pt x="825" y="1447"/>
                    <a:pt x="724" y="1483"/>
                  </a:cubicBezTo>
                  <a:cubicBezTo>
                    <a:pt x="639" y="1500"/>
                    <a:pt x="558" y="1532"/>
                    <a:pt x="490" y="1568"/>
                  </a:cubicBezTo>
                  <a:cubicBezTo>
                    <a:pt x="336" y="1617"/>
                    <a:pt x="203" y="1685"/>
                    <a:pt x="53" y="1718"/>
                  </a:cubicBezTo>
                  <a:cubicBezTo>
                    <a:pt x="53" y="1685"/>
                    <a:pt x="33" y="1669"/>
                    <a:pt x="33" y="1633"/>
                  </a:cubicBezTo>
                  <a:cubicBezTo>
                    <a:pt x="33" y="1617"/>
                    <a:pt x="17" y="1601"/>
                    <a:pt x="17" y="1568"/>
                  </a:cubicBezTo>
                  <a:cubicBezTo>
                    <a:pt x="33" y="1245"/>
                    <a:pt x="33" y="978"/>
                    <a:pt x="17" y="708"/>
                  </a:cubicBezTo>
                  <a:cubicBezTo>
                    <a:pt x="17" y="607"/>
                    <a:pt x="53" y="558"/>
                    <a:pt x="154" y="522"/>
                  </a:cubicBezTo>
                  <a:cubicBezTo>
                    <a:pt x="490" y="405"/>
                    <a:pt x="825" y="272"/>
                    <a:pt x="1164" y="154"/>
                  </a:cubicBezTo>
                  <a:lnTo>
                    <a:pt x="1483" y="33"/>
                  </a:lnTo>
                  <a:close/>
                  <a:moveTo>
                    <a:pt x="1483" y="1"/>
                  </a:moveTo>
                  <a:lnTo>
                    <a:pt x="1144" y="118"/>
                  </a:lnTo>
                  <a:cubicBezTo>
                    <a:pt x="809" y="255"/>
                    <a:pt x="473" y="372"/>
                    <a:pt x="134" y="490"/>
                  </a:cubicBezTo>
                  <a:cubicBezTo>
                    <a:pt x="33" y="538"/>
                    <a:pt x="1" y="591"/>
                    <a:pt x="1" y="708"/>
                  </a:cubicBezTo>
                  <a:lnTo>
                    <a:pt x="1" y="1568"/>
                  </a:lnTo>
                  <a:lnTo>
                    <a:pt x="1" y="1649"/>
                  </a:lnTo>
                  <a:cubicBezTo>
                    <a:pt x="17" y="1685"/>
                    <a:pt x="33" y="1718"/>
                    <a:pt x="1" y="1750"/>
                  </a:cubicBezTo>
                  <a:lnTo>
                    <a:pt x="1" y="1770"/>
                  </a:lnTo>
                  <a:lnTo>
                    <a:pt x="17" y="1770"/>
                  </a:lnTo>
                  <a:cubicBezTo>
                    <a:pt x="33" y="1750"/>
                    <a:pt x="33" y="1734"/>
                    <a:pt x="33" y="1734"/>
                  </a:cubicBezTo>
                  <a:lnTo>
                    <a:pt x="53" y="1734"/>
                  </a:lnTo>
                  <a:cubicBezTo>
                    <a:pt x="203" y="1702"/>
                    <a:pt x="356" y="1649"/>
                    <a:pt x="490" y="1601"/>
                  </a:cubicBezTo>
                  <a:cubicBezTo>
                    <a:pt x="574" y="1568"/>
                    <a:pt x="659" y="1532"/>
                    <a:pt x="724" y="1500"/>
                  </a:cubicBezTo>
                  <a:cubicBezTo>
                    <a:pt x="825" y="1467"/>
                    <a:pt x="926" y="1431"/>
                    <a:pt x="1027" y="1399"/>
                  </a:cubicBezTo>
                  <a:cubicBezTo>
                    <a:pt x="1144" y="1346"/>
                    <a:pt x="1281" y="1298"/>
                    <a:pt x="1399" y="1265"/>
                  </a:cubicBezTo>
                  <a:cubicBezTo>
                    <a:pt x="1516" y="1229"/>
                    <a:pt x="1548" y="1164"/>
                    <a:pt x="1532" y="1043"/>
                  </a:cubicBezTo>
                  <a:cubicBezTo>
                    <a:pt x="1516" y="926"/>
                    <a:pt x="1516" y="793"/>
                    <a:pt x="1532" y="675"/>
                  </a:cubicBezTo>
                  <a:lnTo>
                    <a:pt x="1532" y="405"/>
                  </a:lnTo>
                  <a:cubicBezTo>
                    <a:pt x="1516" y="356"/>
                    <a:pt x="1516" y="320"/>
                    <a:pt x="1532" y="272"/>
                  </a:cubicBezTo>
                  <a:cubicBezTo>
                    <a:pt x="1532" y="187"/>
                    <a:pt x="1532" y="102"/>
                    <a:pt x="1500" y="17"/>
                  </a:cubicBezTo>
                  <a:lnTo>
                    <a:pt x="15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0"/>
            <p:cNvSpPr/>
            <p:nvPr/>
          </p:nvSpPr>
          <p:spPr>
            <a:xfrm>
              <a:off x="2165412" y="2696372"/>
              <a:ext cx="5364" cy="40127"/>
            </a:xfrm>
            <a:custGeom>
              <a:rect b="b" l="l" r="r" t="t"/>
              <a:pathLst>
                <a:path extrusionOk="0" h="404" w="54">
                  <a:moveTo>
                    <a:pt x="37" y="0"/>
                  </a:moveTo>
                  <a:cubicBezTo>
                    <a:pt x="1" y="85"/>
                    <a:pt x="17" y="170"/>
                    <a:pt x="17" y="250"/>
                  </a:cubicBezTo>
                  <a:lnTo>
                    <a:pt x="17" y="388"/>
                  </a:lnTo>
                  <a:lnTo>
                    <a:pt x="17" y="404"/>
                  </a:lnTo>
                  <a:cubicBezTo>
                    <a:pt x="37" y="404"/>
                    <a:pt x="37" y="388"/>
                    <a:pt x="37" y="388"/>
                  </a:cubicBezTo>
                  <a:lnTo>
                    <a:pt x="37" y="250"/>
                  </a:lnTo>
                  <a:cubicBezTo>
                    <a:pt x="37" y="170"/>
                    <a:pt x="37" y="85"/>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0"/>
            <p:cNvSpPr/>
            <p:nvPr/>
          </p:nvSpPr>
          <p:spPr>
            <a:xfrm>
              <a:off x="1970040" y="2958689"/>
              <a:ext cx="4867" cy="43504"/>
            </a:xfrm>
            <a:custGeom>
              <a:rect b="b" l="l" r="r" t="t"/>
              <a:pathLst>
                <a:path extrusionOk="0" h="438" w="49">
                  <a:moveTo>
                    <a:pt x="33" y="1"/>
                  </a:moveTo>
                  <a:cubicBezTo>
                    <a:pt x="33" y="1"/>
                    <a:pt x="17" y="1"/>
                    <a:pt x="17" y="17"/>
                  </a:cubicBezTo>
                  <a:cubicBezTo>
                    <a:pt x="0" y="86"/>
                    <a:pt x="0" y="154"/>
                    <a:pt x="17" y="219"/>
                  </a:cubicBezTo>
                  <a:cubicBezTo>
                    <a:pt x="17" y="288"/>
                    <a:pt x="17" y="356"/>
                    <a:pt x="0" y="421"/>
                  </a:cubicBezTo>
                  <a:lnTo>
                    <a:pt x="0" y="437"/>
                  </a:lnTo>
                  <a:lnTo>
                    <a:pt x="17" y="437"/>
                  </a:lnTo>
                  <a:lnTo>
                    <a:pt x="17" y="421"/>
                  </a:lnTo>
                  <a:cubicBezTo>
                    <a:pt x="33" y="356"/>
                    <a:pt x="33" y="288"/>
                    <a:pt x="33" y="219"/>
                  </a:cubicBezTo>
                  <a:cubicBezTo>
                    <a:pt x="33" y="154"/>
                    <a:pt x="33" y="86"/>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0"/>
            <p:cNvSpPr/>
            <p:nvPr/>
          </p:nvSpPr>
          <p:spPr>
            <a:xfrm>
              <a:off x="501917" y="3193791"/>
              <a:ext cx="132500" cy="51152"/>
            </a:xfrm>
            <a:custGeom>
              <a:rect b="b" l="l" r="r" t="t"/>
              <a:pathLst>
                <a:path extrusionOk="0" h="515" w="1334">
                  <a:moveTo>
                    <a:pt x="1318" y="0"/>
                  </a:moveTo>
                  <a:cubicBezTo>
                    <a:pt x="1315" y="0"/>
                    <a:pt x="1313" y="3"/>
                    <a:pt x="1313" y="9"/>
                  </a:cubicBezTo>
                  <a:cubicBezTo>
                    <a:pt x="861" y="159"/>
                    <a:pt x="424" y="312"/>
                    <a:pt x="20" y="494"/>
                  </a:cubicBezTo>
                  <a:cubicBezTo>
                    <a:pt x="0" y="494"/>
                    <a:pt x="0" y="494"/>
                    <a:pt x="0" y="514"/>
                  </a:cubicBezTo>
                  <a:lnTo>
                    <a:pt x="20" y="514"/>
                  </a:lnTo>
                  <a:cubicBezTo>
                    <a:pt x="441" y="345"/>
                    <a:pt x="877" y="175"/>
                    <a:pt x="1333" y="25"/>
                  </a:cubicBezTo>
                  <a:lnTo>
                    <a:pt x="1333" y="9"/>
                  </a:lnTo>
                  <a:cubicBezTo>
                    <a:pt x="1333" y="9"/>
                    <a:pt x="1324" y="0"/>
                    <a:pt x="1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0"/>
            <p:cNvSpPr/>
            <p:nvPr/>
          </p:nvSpPr>
          <p:spPr>
            <a:xfrm>
              <a:off x="1246160" y="3232826"/>
              <a:ext cx="167065" cy="172627"/>
            </a:xfrm>
            <a:custGeom>
              <a:rect b="b" l="l" r="r" t="t"/>
              <a:pathLst>
                <a:path extrusionOk="0" h="1738" w="1682">
                  <a:moveTo>
                    <a:pt x="1649" y="0"/>
                  </a:moveTo>
                  <a:cubicBezTo>
                    <a:pt x="1532" y="36"/>
                    <a:pt x="1395" y="85"/>
                    <a:pt x="1277" y="121"/>
                  </a:cubicBezTo>
                  <a:cubicBezTo>
                    <a:pt x="910" y="238"/>
                    <a:pt x="506" y="372"/>
                    <a:pt x="118" y="489"/>
                  </a:cubicBezTo>
                  <a:cubicBezTo>
                    <a:pt x="49" y="525"/>
                    <a:pt x="33" y="541"/>
                    <a:pt x="33" y="606"/>
                  </a:cubicBezTo>
                  <a:cubicBezTo>
                    <a:pt x="17" y="808"/>
                    <a:pt x="17" y="1010"/>
                    <a:pt x="17" y="1212"/>
                  </a:cubicBezTo>
                  <a:cubicBezTo>
                    <a:pt x="17" y="1349"/>
                    <a:pt x="1" y="1483"/>
                    <a:pt x="1" y="1616"/>
                  </a:cubicBezTo>
                  <a:lnTo>
                    <a:pt x="1" y="1685"/>
                  </a:lnTo>
                  <a:cubicBezTo>
                    <a:pt x="1" y="1701"/>
                    <a:pt x="17" y="1717"/>
                    <a:pt x="17" y="1717"/>
                  </a:cubicBezTo>
                  <a:lnTo>
                    <a:pt x="17" y="1737"/>
                  </a:lnTo>
                  <a:lnTo>
                    <a:pt x="66" y="1737"/>
                  </a:lnTo>
                  <a:cubicBezTo>
                    <a:pt x="118" y="1737"/>
                    <a:pt x="166" y="1717"/>
                    <a:pt x="219" y="1701"/>
                  </a:cubicBezTo>
                  <a:cubicBezTo>
                    <a:pt x="235" y="1701"/>
                    <a:pt x="251" y="1685"/>
                    <a:pt x="267" y="1685"/>
                  </a:cubicBezTo>
                  <a:cubicBezTo>
                    <a:pt x="437" y="1636"/>
                    <a:pt x="607" y="1584"/>
                    <a:pt x="756" y="1535"/>
                  </a:cubicBezTo>
                  <a:cubicBezTo>
                    <a:pt x="1011" y="1466"/>
                    <a:pt x="1277" y="1382"/>
                    <a:pt x="1532" y="1297"/>
                  </a:cubicBezTo>
                  <a:cubicBezTo>
                    <a:pt x="1564" y="1281"/>
                    <a:pt x="1580" y="1281"/>
                    <a:pt x="1617" y="1281"/>
                  </a:cubicBezTo>
                  <a:lnTo>
                    <a:pt x="1665" y="1281"/>
                  </a:lnTo>
                  <a:cubicBezTo>
                    <a:pt x="1665" y="1281"/>
                    <a:pt x="1681" y="1281"/>
                    <a:pt x="1681" y="1264"/>
                  </a:cubicBezTo>
                  <a:lnTo>
                    <a:pt x="1665" y="1248"/>
                  </a:lnTo>
                  <a:cubicBezTo>
                    <a:pt x="1649" y="1264"/>
                    <a:pt x="1633" y="1264"/>
                    <a:pt x="1617" y="1264"/>
                  </a:cubicBezTo>
                  <a:lnTo>
                    <a:pt x="1532" y="1264"/>
                  </a:lnTo>
                  <a:cubicBezTo>
                    <a:pt x="1261" y="1365"/>
                    <a:pt x="1011" y="1434"/>
                    <a:pt x="740" y="1515"/>
                  </a:cubicBezTo>
                  <a:cubicBezTo>
                    <a:pt x="587" y="1567"/>
                    <a:pt x="421" y="1600"/>
                    <a:pt x="267" y="1652"/>
                  </a:cubicBezTo>
                  <a:cubicBezTo>
                    <a:pt x="251" y="1668"/>
                    <a:pt x="235" y="1668"/>
                    <a:pt x="203" y="1685"/>
                  </a:cubicBezTo>
                  <a:cubicBezTo>
                    <a:pt x="150" y="1701"/>
                    <a:pt x="102" y="1717"/>
                    <a:pt x="33" y="1717"/>
                  </a:cubicBezTo>
                  <a:lnTo>
                    <a:pt x="33" y="1685"/>
                  </a:lnTo>
                  <a:lnTo>
                    <a:pt x="33" y="1616"/>
                  </a:lnTo>
                  <a:lnTo>
                    <a:pt x="33" y="1212"/>
                  </a:lnTo>
                  <a:cubicBezTo>
                    <a:pt x="49" y="1010"/>
                    <a:pt x="49" y="808"/>
                    <a:pt x="49" y="606"/>
                  </a:cubicBezTo>
                  <a:cubicBezTo>
                    <a:pt x="49" y="558"/>
                    <a:pt x="66" y="541"/>
                    <a:pt x="118" y="525"/>
                  </a:cubicBezTo>
                  <a:cubicBezTo>
                    <a:pt x="522" y="404"/>
                    <a:pt x="910" y="271"/>
                    <a:pt x="1294" y="137"/>
                  </a:cubicBezTo>
                  <a:cubicBezTo>
                    <a:pt x="1415" y="101"/>
                    <a:pt x="1532" y="69"/>
                    <a:pt x="1649" y="20"/>
                  </a:cubicBezTo>
                  <a:cubicBezTo>
                    <a:pt x="1665" y="20"/>
                    <a:pt x="1665" y="20"/>
                    <a:pt x="1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0"/>
            <p:cNvSpPr/>
            <p:nvPr/>
          </p:nvSpPr>
          <p:spPr>
            <a:xfrm>
              <a:off x="1287876" y="2600821"/>
              <a:ext cx="4966" cy="88797"/>
            </a:xfrm>
            <a:custGeom>
              <a:rect b="b" l="l" r="r" t="t"/>
              <a:pathLst>
                <a:path extrusionOk="0" h="894" w="50">
                  <a:moveTo>
                    <a:pt x="17" y="1"/>
                  </a:moveTo>
                  <a:cubicBezTo>
                    <a:pt x="1" y="1"/>
                    <a:pt x="1" y="1"/>
                    <a:pt x="1" y="21"/>
                  </a:cubicBezTo>
                  <a:cubicBezTo>
                    <a:pt x="17" y="154"/>
                    <a:pt x="17" y="304"/>
                    <a:pt x="17" y="457"/>
                  </a:cubicBezTo>
                  <a:lnTo>
                    <a:pt x="17" y="728"/>
                  </a:lnTo>
                  <a:lnTo>
                    <a:pt x="17" y="776"/>
                  </a:lnTo>
                  <a:cubicBezTo>
                    <a:pt x="17" y="809"/>
                    <a:pt x="17" y="845"/>
                    <a:pt x="33" y="877"/>
                  </a:cubicBezTo>
                  <a:lnTo>
                    <a:pt x="33" y="893"/>
                  </a:lnTo>
                  <a:lnTo>
                    <a:pt x="49" y="893"/>
                  </a:lnTo>
                  <a:lnTo>
                    <a:pt x="49" y="877"/>
                  </a:lnTo>
                  <a:cubicBezTo>
                    <a:pt x="33" y="845"/>
                    <a:pt x="33" y="809"/>
                    <a:pt x="33" y="776"/>
                  </a:cubicBezTo>
                  <a:lnTo>
                    <a:pt x="33" y="728"/>
                  </a:lnTo>
                  <a:lnTo>
                    <a:pt x="33" y="457"/>
                  </a:lnTo>
                  <a:cubicBezTo>
                    <a:pt x="33" y="304"/>
                    <a:pt x="49" y="15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0"/>
            <p:cNvSpPr/>
            <p:nvPr/>
          </p:nvSpPr>
          <p:spPr>
            <a:xfrm>
              <a:off x="2070358" y="2246529"/>
              <a:ext cx="116806" cy="302643"/>
            </a:xfrm>
            <a:custGeom>
              <a:rect b="b" l="l" r="r" t="t"/>
              <a:pathLst>
                <a:path extrusionOk="0" h="3047" w="1176">
                  <a:moveTo>
                    <a:pt x="0" y="1"/>
                  </a:moveTo>
                  <a:lnTo>
                    <a:pt x="0" y="17"/>
                  </a:lnTo>
                  <a:cubicBezTo>
                    <a:pt x="85" y="102"/>
                    <a:pt x="118" y="203"/>
                    <a:pt x="166" y="320"/>
                  </a:cubicBezTo>
                  <a:cubicBezTo>
                    <a:pt x="202" y="372"/>
                    <a:pt x="235" y="437"/>
                    <a:pt x="267" y="489"/>
                  </a:cubicBezTo>
                  <a:cubicBezTo>
                    <a:pt x="303" y="522"/>
                    <a:pt x="319" y="558"/>
                    <a:pt x="336" y="590"/>
                  </a:cubicBezTo>
                  <a:cubicBezTo>
                    <a:pt x="388" y="675"/>
                    <a:pt x="420" y="740"/>
                    <a:pt x="453" y="825"/>
                  </a:cubicBezTo>
                  <a:cubicBezTo>
                    <a:pt x="622" y="1144"/>
                    <a:pt x="808" y="1467"/>
                    <a:pt x="1010" y="1770"/>
                  </a:cubicBezTo>
                  <a:cubicBezTo>
                    <a:pt x="1160" y="1988"/>
                    <a:pt x="1144" y="2206"/>
                    <a:pt x="1127" y="2440"/>
                  </a:cubicBezTo>
                  <a:cubicBezTo>
                    <a:pt x="1127" y="2509"/>
                    <a:pt x="1111" y="2558"/>
                    <a:pt x="1111" y="2626"/>
                  </a:cubicBezTo>
                  <a:cubicBezTo>
                    <a:pt x="1111" y="2659"/>
                    <a:pt x="1111" y="2711"/>
                    <a:pt x="1127" y="2760"/>
                  </a:cubicBezTo>
                  <a:cubicBezTo>
                    <a:pt x="1144" y="2844"/>
                    <a:pt x="1144" y="2929"/>
                    <a:pt x="1111" y="3030"/>
                  </a:cubicBezTo>
                  <a:lnTo>
                    <a:pt x="1111" y="3046"/>
                  </a:lnTo>
                  <a:lnTo>
                    <a:pt x="1127" y="3046"/>
                  </a:lnTo>
                  <a:lnTo>
                    <a:pt x="1127" y="3030"/>
                  </a:lnTo>
                  <a:cubicBezTo>
                    <a:pt x="1176" y="2945"/>
                    <a:pt x="1160" y="2844"/>
                    <a:pt x="1144" y="2743"/>
                  </a:cubicBezTo>
                  <a:lnTo>
                    <a:pt x="1144" y="2626"/>
                  </a:lnTo>
                  <a:lnTo>
                    <a:pt x="1144" y="2457"/>
                  </a:lnTo>
                  <a:cubicBezTo>
                    <a:pt x="1160" y="2222"/>
                    <a:pt x="1176" y="1988"/>
                    <a:pt x="1026" y="1750"/>
                  </a:cubicBezTo>
                  <a:cubicBezTo>
                    <a:pt x="824" y="1447"/>
                    <a:pt x="655" y="1128"/>
                    <a:pt x="489" y="808"/>
                  </a:cubicBezTo>
                  <a:cubicBezTo>
                    <a:pt x="437" y="740"/>
                    <a:pt x="404" y="659"/>
                    <a:pt x="368" y="590"/>
                  </a:cubicBezTo>
                  <a:cubicBezTo>
                    <a:pt x="336" y="538"/>
                    <a:pt x="319" y="505"/>
                    <a:pt x="287" y="473"/>
                  </a:cubicBezTo>
                  <a:cubicBezTo>
                    <a:pt x="251" y="421"/>
                    <a:pt x="218" y="372"/>
                    <a:pt x="202" y="304"/>
                  </a:cubicBezTo>
                  <a:cubicBezTo>
                    <a:pt x="150" y="186"/>
                    <a:pt x="101" y="85"/>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0"/>
            <p:cNvSpPr/>
            <p:nvPr/>
          </p:nvSpPr>
          <p:spPr>
            <a:xfrm>
              <a:off x="744668" y="3630821"/>
              <a:ext cx="6456" cy="102007"/>
            </a:xfrm>
            <a:custGeom>
              <a:rect b="b" l="l" r="r" t="t"/>
              <a:pathLst>
                <a:path extrusionOk="0" h="1027" w="65">
                  <a:moveTo>
                    <a:pt x="0" y="0"/>
                  </a:moveTo>
                  <a:lnTo>
                    <a:pt x="0" y="17"/>
                  </a:lnTo>
                  <a:cubicBezTo>
                    <a:pt x="33" y="186"/>
                    <a:pt x="33" y="336"/>
                    <a:pt x="33" y="505"/>
                  </a:cubicBezTo>
                  <a:cubicBezTo>
                    <a:pt x="16" y="558"/>
                    <a:pt x="16" y="590"/>
                    <a:pt x="16" y="639"/>
                  </a:cubicBezTo>
                  <a:lnTo>
                    <a:pt x="16" y="707"/>
                  </a:lnTo>
                  <a:lnTo>
                    <a:pt x="16" y="1026"/>
                  </a:lnTo>
                  <a:lnTo>
                    <a:pt x="33" y="1026"/>
                  </a:lnTo>
                  <a:cubicBezTo>
                    <a:pt x="49" y="1026"/>
                    <a:pt x="49" y="1026"/>
                    <a:pt x="49" y="1010"/>
                  </a:cubicBezTo>
                  <a:cubicBezTo>
                    <a:pt x="33" y="909"/>
                    <a:pt x="33" y="808"/>
                    <a:pt x="49" y="707"/>
                  </a:cubicBezTo>
                  <a:lnTo>
                    <a:pt x="49" y="639"/>
                  </a:lnTo>
                  <a:lnTo>
                    <a:pt x="49" y="505"/>
                  </a:lnTo>
                  <a:cubicBezTo>
                    <a:pt x="65" y="336"/>
                    <a:pt x="65" y="17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0"/>
            <p:cNvSpPr/>
            <p:nvPr/>
          </p:nvSpPr>
          <p:spPr>
            <a:xfrm>
              <a:off x="1183982" y="2811490"/>
              <a:ext cx="5364" cy="95551"/>
            </a:xfrm>
            <a:custGeom>
              <a:rect b="b" l="l" r="r" t="t"/>
              <a:pathLst>
                <a:path extrusionOk="0" h="962" w="54">
                  <a:moveTo>
                    <a:pt x="21" y="0"/>
                  </a:moveTo>
                  <a:cubicBezTo>
                    <a:pt x="21" y="0"/>
                    <a:pt x="1" y="0"/>
                    <a:pt x="1" y="21"/>
                  </a:cubicBezTo>
                  <a:lnTo>
                    <a:pt x="1" y="223"/>
                  </a:lnTo>
                  <a:lnTo>
                    <a:pt x="1" y="792"/>
                  </a:lnTo>
                  <a:lnTo>
                    <a:pt x="1" y="808"/>
                  </a:lnTo>
                  <a:cubicBezTo>
                    <a:pt x="1" y="861"/>
                    <a:pt x="1" y="909"/>
                    <a:pt x="37" y="946"/>
                  </a:cubicBezTo>
                  <a:lnTo>
                    <a:pt x="53" y="962"/>
                  </a:lnTo>
                  <a:lnTo>
                    <a:pt x="53" y="946"/>
                  </a:lnTo>
                  <a:cubicBezTo>
                    <a:pt x="37" y="893"/>
                    <a:pt x="37" y="845"/>
                    <a:pt x="37" y="808"/>
                  </a:cubicBezTo>
                  <a:lnTo>
                    <a:pt x="37" y="792"/>
                  </a:lnTo>
                  <a:lnTo>
                    <a:pt x="37" y="223"/>
                  </a:lnTo>
                  <a:lnTo>
                    <a:pt x="37" y="21"/>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0"/>
            <p:cNvSpPr/>
            <p:nvPr/>
          </p:nvSpPr>
          <p:spPr>
            <a:xfrm>
              <a:off x="1792646" y="1935542"/>
              <a:ext cx="5364" cy="41816"/>
            </a:xfrm>
            <a:custGeom>
              <a:rect b="b" l="l" r="r" t="t"/>
              <a:pathLst>
                <a:path extrusionOk="0" h="421" w="54">
                  <a:moveTo>
                    <a:pt x="33" y="1"/>
                  </a:moveTo>
                  <a:cubicBezTo>
                    <a:pt x="33" y="1"/>
                    <a:pt x="33" y="17"/>
                    <a:pt x="17" y="17"/>
                  </a:cubicBezTo>
                  <a:cubicBezTo>
                    <a:pt x="1" y="86"/>
                    <a:pt x="1" y="154"/>
                    <a:pt x="17" y="219"/>
                  </a:cubicBezTo>
                  <a:cubicBezTo>
                    <a:pt x="17" y="271"/>
                    <a:pt x="17" y="336"/>
                    <a:pt x="1" y="389"/>
                  </a:cubicBezTo>
                  <a:lnTo>
                    <a:pt x="1" y="405"/>
                  </a:lnTo>
                  <a:lnTo>
                    <a:pt x="17" y="421"/>
                  </a:lnTo>
                  <a:lnTo>
                    <a:pt x="17" y="405"/>
                  </a:lnTo>
                  <a:cubicBezTo>
                    <a:pt x="53" y="336"/>
                    <a:pt x="33" y="271"/>
                    <a:pt x="33" y="203"/>
                  </a:cubicBezTo>
                  <a:cubicBezTo>
                    <a:pt x="33" y="154"/>
                    <a:pt x="33" y="86"/>
                    <a:pt x="5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0"/>
            <p:cNvSpPr/>
            <p:nvPr/>
          </p:nvSpPr>
          <p:spPr>
            <a:xfrm>
              <a:off x="852932" y="3477166"/>
              <a:ext cx="353200" cy="223978"/>
            </a:xfrm>
            <a:custGeom>
              <a:rect b="b" l="l" r="r" t="t"/>
              <a:pathLst>
                <a:path extrusionOk="0" h="2255" w="3556">
                  <a:moveTo>
                    <a:pt x="3536" y="0"/>
                  </a:moveTo>
                  <a:cubicBezTo>
                    <a:pt x="3536" y="0"/>
                    <a:pt x="3520" y="0"/>
                    <a:pt x="3520" y="16"/>
                  </a:cubicBezTo>
                  <a:lnTo>
                    <a:pt x="3520" y="287"/>
                  </a:lnTo>
                  <a:lnTo>
                    <a:pt x="3520" y="1095"/>
                  </a:lnTo>
                  <a:cubicBezTo>
                    <a:pt x="3520" y="1160"/>
                    <a:pt x="3520" y="1176"/>
                    <a:pt x="3435" y="1212"/>
                  </a:cubicBezTo>
                  <a:cubicBezTo>
                    <a:pt x="3152" y="1297"/>
                    <a:pt x="2849" y="1378"/>
                    <a:pt x="2562" y="1479"/>
                  </a:cubicBezTo>
                  <a:cubicBezTo>
                    <a:pt x="2376" y="1531"/>
                    <a:pt x="2190" y="1580"/>
                    <a:pt x="1989" y="1648"/>
                  </a:cubicBezTo>
                  <a:lnTo>
                    <a:pt x="1972" y="1648"/>
                  </a:lnTo>
                  <a:cubicBezTo>
                    <a:pt x="1435" y="1818"/>
                    <a:pt x="878" y="1984"/>
                    <a:pt x="324" y="2137"/>
                  </a:cubicBezTo>
                  <a:cubicBezTo>
                    <a:pt x="288" y="2153"/>
                    <a:pt x="255" y="2170"/>
                    <a:pt x="223" y="2186"/>
                  </a:cubicBezTo>
                  <a:cubicBezTo>
                    <a:pt x="167" y="2202"/>
                    <a:pt x="112" y="2226"/>
                    <a:pt x="58" y="2226"/>
                  </a:cubicBezTo>
                  <a:cubicBezTo>
                    <a:pt x="46" y="2226"/>
                    <a:pt x="33" y="2225"/>
                    <a:pt x="21" y="2222"/>
                  </a:cubicBezTo>
                  <a:cubicBezTo>
                    <a:pt x="1" y="2222"/>
                    <a:pt x="1" y="2238"/>
                    <a:pt x="1" y="2238"/>
                  </a:cubicBezTo>
                  <a:cubicBezTo>
                    <a:pt x="1" y="2254"/>
                    <a:pt x="1" y="2254"/>
                    <a:pt x="21" y="2254"/>
                  </a:cubicBezTo>
                  <a:lnTo>
                    <a:pt x="37" y="2254"/>
                  </a:lnTo>
                  <a:cubicBezTo>
                    <a:pt x="102" y="2254"/>
                    <a:pt x="171" y="2222"/>
                    <a:pt x="239" y="2206"/>
                  </a:cubicBezTo>
                  <a:cubicBezTo>
                    <a:pt x="255" y="2186"/>
                    <a:pt x="288" y="2170"/>
                    <a:pt x="324" y="2170"/>
                  </a:cubicBezTo>
                  <a:cubicBezTo>
                    <a:pt x="878" y="2020"/>
                    <a:pt x="1435" y="1850"/>
                    <a:pt x="1972" y="1681"/>
                  </a:cubicBezTo>
                  <a:lnTo>
                    <a:pt x="2005" y="1665"/>
                  </a:lnTo>
                  <a:cubicBezTo>
                    <a:pt x="2190" y="1616"/>
                    <a:pt x="2376" y="1564"/>
                    <a:pt x="2562" y="1499"/>
                  </a:cubicBezTo>
                  <a:cubicBezTo>
                    <a:pt x="2849" y="1414"/>
                    <a:pt x="3152" y="1313"/>
                    <a:pt x="3455" y="1228"/>
                  </a:cubicBezTo>
                  <a:cubicBezTo>
                    <a:pt x="3536" y="1212"/>
                    <a:pt x="3556" y="1160"/>
                    <a:pt x="3556" y="1095"/>
                  </a:cubicBezTo>
                  <a:lnTo>
                    <a:pt x="3556" y="287"/>
                  </a:lnTo>
                  <a:lnTo>
                    <a:pt x="3556" y="16"/>
                  </a:lnTo>
                  <a:cubicBezTo>
                    <a:pt x="3556" y="0"/>
                    <a:pt x="3556" y="0"/>
                    <a:pt x="3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0"/>
            <p:cNvSpPr/>
            <p:nvPr/>
          </p:nvSpPr>
          <p:spPr>
            <a:xfrm>
              <a:off x="574127" y="2589200"/>
              <a:ext cx="4867" cy="80354"/>
            </a:xfrm>
            <a:custGeom>
              <a:rect b="b" l="l" r="r" t="t"/>
              <a:pathLst>
                <a:path extrusionOk="0" h="809" w="49">
                  <a:moveTo>
                    <a:pt x="17" y="0"/>
                  </a:moveTo>
                  <a:cubicBezTo>
                    <a:pt x="0" y="0"/>
                    <a:pt x="0" y="17"/>
                    <a:pt x="0" y="17"/>
                  </a:cubicBezTo>
                  <a:cubicBezTo>
                    <a:pt x="17" y="154"/>
                    <a:pt x="17" y="287"/>
                    <a:pt x="17" y="404"/>
                  </a:cubicBezTo>
                  <a:lnTo>
                    <a:pt x="17" y="643"/>
                  </a:lnTo>
                  <a:lnTo>
                    <a:pt x="17" y="691"/>
                  </a:lnTo>
                  <a:cubicBezTo>
                    <a:pt x="17" y="724"/>
                    <a:pt x="17" y="776"/>
                    <a:pt x="33" y="808"/>
                  </a:cubicBezTo>
                  <a:lnTo>
                    <a:pt x="49" y="808"/>
                  </a:lnTo>
                  <a:lnTo>
                    <a:pt x="49" y="792"/>
                  </a:lnTo>
                  <a:cubicBezTo>
                    <a:pt x="33" y="760"/>
                    <a:pt x="33" y="724"/>
                    <a:pt x="33" y="691"/>
                  </a:cubicBezTo>
                  <a:lnTo>
                    <a:pt x="33" y="643"/>
                  </a:lnTo>
                  <a:lnTo>
                    <a:pt x="33" y="404"/>
                  </a:lnTo>
                  <a:cubicBezTo>
                    <a:pt x="33" y="287"/>
                    <a:pt x="49" y="154"/>
                    <a:pt x="33" y="17"/>
                  </a:cubicBezTo>
                  <a:cubicBezTo>
                    <a:pt x="17" y="17"/>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0"/>
            <p:cNvSpPr/>
            <p:nvPr/>
          </p:nvSpPr>
          <p:spPr>
            <a:xfrm>
              <a:off x="871406" y="1748215"/>
              <a:ext cx="338003" cy="280990"/>
            </a:xfrm>
            <a:custGeom>
              <a:rect b="b" l="l" r="r" t="t"/>
              <a:pathLst>
                <a:path extrusionOk="0" h="2829" w="3403">
                  <a:moveTo>
                    <a:pt x="3370" y="0"/>
                  </a:moveTo>
                  <a:cubicBezTo>
                    <a:pt x="3301" y="53"/>
                    <a:pt x="3216" y="85"/>
                    <a:pt x="3132" y="138"/>
                  </a:cubicBezTo>
                  <a:cubicBezTo>
                    <a:pt x="2966" y="222"/>
                    <a:pt x="2780" y="323"/>
                    <a:pt x="2610" y="404"/>
                  </a:cubicBezTo>
                  <a:cubicBezTo>
                    <a:pt x="2392" y="525"/>
                    <a:pt x="2174" y="643"/>
                    <a:pt x="1972" y="760"/>
                  </a:cubicBezTo>
                  <a:cubicBezTo>
                    <a:pt x="1835" y="828"/>
                    <a:pt x="1702" y="909"/>
                    <a:pt x="1568" y="978"/>
                  </a:cubicBezTo>
                  <a:cubicBezTo>
                    <a:pt x="1197" y="1180"/>
                    <a:pt x="825" y="1382"/>
                    <a:pt x="473" y="1568"/>
                  </a:cubicBezTo>
                  <a:lnTo>
                    <a:pt x="17" y="1818"/>
                  </a:lnTo>
                  <a:lnTo>
                    <a:pt x="1" y="1838"/>
                  </a:lnTo>
                  <a:lnTo>
                    <a:pt x="1" y="2056"/>
                  </a:lnTo>
                  <a:lnTo>
                    <a:pt x="1" y="2646"/>
                  </a:lnTo>
                  <a:lnTo>
                    <a:pt x="1" y="2662"/>
                  </a:lnTo>
                  <a:cubicBezTo>
                    <a:pt x="1" y="2711"/>
                    <a:pt x="1" y="2780"/>
                    <a:pt x="37" y="2812"/>
                  </a:cubicBezTo>
                  <a:lnTo>
                    <a:pt x="53" y="2828"/>
                  </a:lnTo>
                  <a:lnTo>
                    <a:pt x="53" y="2812"/>
                  </a:lnTo>
                  <a:cubicBezTo>
                    <a:pt x="37" y="2763"/>
                    <a:pt x="37" y="2711"/>
                    <a:pt x="37" y="2662"/>
                  </a:cubicBezTo>
                  <a:lnTo>
                    <a:pt x="37" y="2646"/>
                  </a:lnTo>
                  <a:lnTo>
                    <a:pt x="37" y="2056"/>
                  </a:lnTo>
                  <a:lnTo>
                    <a:pt x="37" y="1838"/>
                  </a:lnTo>
                  <a:lnTo>
                    <a:pt x="473" y="1600"/>
                  </a:lnTo>
                  <a:cubicBezTo>
                    <a:pt x="845" y="1398"/>
                    <a:pt x="1213" y="1196"/>
                    <a:pt x="1584" y="994"/>
                  </a:cubicBezTo>
                  <a:cubicBezTo>
                    <a:pt x="1718" y="929"/>
                    <a:pt x="1835" y="861"/>
                    <a:pt x="1972" y="776"/>
                  </a:cubicBezTo>
                  <a:cubicBezTo>
                    <a:pt x="2190" y="675"/>
                    <a:pt x="2408" y="558"/>
                    <a:pt x="2610" y="441"/>
                  </a:cubicBezTo>
                  <a:cubicBezTo>
                    <a:pt x="2796" y="340"/>
                    <a:pt x="2982" y="239"/>
                    <a:pt x="3148" y="154"/>
                  </a:cubicBezTo>
                  <a:cubicBezTo>
                    <a:pt x="3233" y="101"/>
                    <a:pt x="3301" y="69"/>
                    <a:pt x="3386" y="37"/>
                  </a:cubicBezTo>
                  <a:cubicBezTo>
                    <a:pt x="3402" y="20"/>
                    <a:pt x="3402" y="20"/>
                    <a:pt x="3386" y="20"/>
                  </a:cubicBezTo>
                  <a:cubicBezTo>
                    <a:pt x="3386" y="0"/>
                    <a:pt x="3386"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0"/>
            <p:cNvSpPr/>
            <p:nvPr/>
          </p:nvSpPr>
          <p:spPr>
            <a:xfrm>
              <a:off x="2088833" y="2811490"/>
              <a:ext cx="98332" cy="266092"/>
            </a:xfrm>
            <a:custGeom>
              <a:rect b="b" l="l" r="r" t="t"/>
              <a:pathLst>
                <a:path extrusionOk="0" h="2679" w="990">
                  <a:moveTo>
                    <a:pt x="0" y="0"/>
                  </a:moveTo>
                  <a:lnTo>
                    <a:pt x="0" y="21"/>
                  </a:lnTo>
                  <a:cubicBezTo>
                    <a:pt x="81" y="101"/>
                    <a:pt x="150" y="186"/>
                    <a:pt x="202" y="287"/>
                  </a:cubicBezTo>
                  <a:cubicBezTo>
                    <a:pt x="234" y="340"/>
                    <a:pt x="251" y="388"/>
                    <a:pt x="283" y="425"/>
                  </a:cubicBezTo>
                  <a:cubicBezTo>
                    <a:pt x="368" y="542"/>
                    <a:pt x="453" y="659"/>
                    <a:pt x="521" y="760"/>
                  </a:cubicBezTo>
                  <a:cubicBezTo>
                    <a:pt x="622" y="930"/>
                    <a:pt x="739" y="1095"/>
                    <a:pt x="857" y="1249"/>
                  </a:cubicBezTo>
                  <a:cubicBezTo>
                    <a:pt x="925" y="1333"/>
                    <a:pt x="958" y="1414"/>
                    <a:pt x="941" y="1535"/>
                  </a:cubicBezTo>
                  <a:cubicBezTo>
                    <a:pt x="925" y="1552"/>
                    <a:pt x="925" y="1584"/>
                    <a:pt x="925" y="1600"/>
                  </a:cubicBezTo>
                  <a:cubicBezTo>
                    <a:pt x="958" y="1786"/>
                    <a:pt x="941" y="1956"/>
                    <a:pt x="941" y="2121"/>
                  </a:cubicBezTo>
                  <a:lnTo>
                    <a:pt x="941" y="2562"/>
                  </a:lnTo>
                  <a:cubicBezTo>
                    <a:pt x="958" y="2578"/>
                    <a:pt x="941" y="2610"/>
                    <a:pt x="925" y="2626"/>
                  </a:cubicBezTo>
                  <a:lnTo>
                    <a:pt x="925" y="2663"/>
                  </a:lnTo>
                  <a:lnTo>
                    <a:pt x="925" y="2679"/>
                  </a:lnTo>
                  <a:lnTo>
                    <a:pt x="941" y="2679"/>
                  </a:lnTo>
                  <a:lnTo>
                    <a:pt x="941" y="2663"/>
                  </a:lnTo>
                  <a:lnTo>
                    <a:pt x="958" y="2646"/>
                  </a:lnTo>
                  <a:cubicBezTo>
                    <a:pt x="958" y="2610"/>
                    <a:pt x="974" y="2594"/>
                    <a:pt x="974" y="2545"/>
                  </a:cubicBezTo>
                  <a:cubicBezTo>
                    <a:pt x="958" y="2408"/>
                    <a:pt x="958" y="2259"/>
                    <a:pt x="974" y="2121"/>
                  </a:cubicBezTo>
                  <a:cubicBezTo>
                    <a:pt x="974" y="1956"/>
                    <a:pt x="974" y="1770"/>
                    <a:pt x="958" y="1600"/>
                  </a:cubicBezTo>
                  <a:lnTo>
                    <a:pt x="958" y="1552"/>
                  </a:lnTo>
                  <a:cubicBezTo>
                    <a:pt x="990" y="1414"/>
                    <a:pt x="958" y="1333"/>
                    <a:pt x="873" y="1232"/>
                  </a:cubicBezTo>
                  <a:cubicBezTo>
                    <a:pt x="756" y="1079"/>
                    <a:pt x="655" y="909"/>
                    <a:pt x="537" y="744"/>
                  </a:cubicBezTo>
                  <a:cubicBezTo>
                    <a:pt x="469" y="643"/>
                    <a:pt x="384" y="526"/>
                    <a:pt x="303" y="404"/>
                  </a:cubicBezTo>
                  <a:cubicBezTo>
                    <a:pt x="283" y="372"/>
                    <a:pt x="251" y="324"/>
                    <a:pt x="218" y="271"/>
                  </a:cubicBezTo>
                  <a:cubicBezTo>
                    <a:pt x="166" y="186"/>
                    <a:pt x="101"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0"/>
            <p:cNvSpPr/>
            <p:nvPr/>
          </p:nvSpPr>
          <p:spPr>
            <a:xfrm>
              <a:off x="2138992" y="3315961"/>
              <a:ext cx="4867" cy="40922"/>
            </a:xfrm>
            <a:custGeom>
              <a:rect b="b" l="l" r="r" t="t"/>
              <a:pathLst>
                <a:path extrusionOk="0" h="412" w="49">
                  <a:moveTo>
                    <a:pt x="32" y="0"/>
                  </a:moveTo>
                  <a:cubicBezTo>
                    <a:pt x="31" y="0"/>
                    <a:pt x="27" y="7"/>
                    <a:pt x="16" y="7"/>
                  </a:cubicBezTo>
                  <a:cubicBezTo>
                    <a:pt x="0" y="72"/>
                    <a:pt x="0" y="141"/>
                    <a:pt x="16" y="209"/>
                  </a:cubicBezTo>
                  <a:cubicBezTo>
                    <a:pt x="16" y="258"/>
                    <a:pt x="16" y="326"/>
                    <a:pt x="0" y="395"/>
                  </a:cubicBezTo>
                  <a:lnTo>
                    <a:pt x="0" y="411"/>
                  </a:lnTo>
                  <a:lnTo>
                    <a:pt x="16" y="411"/>
                  </a:lnTo>
                  <a:lnTo>
                    <a:pt x="16" y="395"/>
                  </a:lnTo>
                  <a:cubicBezTo>
                    <a:pt x="49" y="326"/>
                    <a:pt x="32" y="258"/>
                    <a:pt x="32" y="209"/>
                  </a:cubicBezTo>
                  <a:cubicBezTo>
                    <a:pt x="32" y="141"/>
                    <a:pt x="32" y="72"/>
                    <a:pt x="49" y="24"/>
                  </a:cubicBezTo>
                  <a:cubicBezTo>
                    <a:pt x="49" y="7"/>
                    <a:pt x="49" y="7"/>
                    <a:pt x="32" y="7"/>
                  </a:cubicBezTo>
                  <a:cubicBezTo>
                    <a:pt x="32" y="2"/>
                    <a:pt x="32"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0"/>
            <p:cNvSpPr/>
            <p:nvPr/>
          </p:nvSpPr>
          <p:spPr>
            <a:xfrm>
              <a:off x="1732455" y="3533682"/>
              <a:ext cx="175905" cy="200736"/>
            </a:xfrm>
            <a:custGeom>
              <a:rect b="b" l="l" r="r" t="t"/>
              <a:pathLst>
                <a:path extrusionOk="0" h="2021" w="1771">
                  <a:moveTo>
                    <a:pt x="1" y="1"/>
                  </a:moveTo>
                  <a:lnTo>
                    <a:pt x="1" y="21"/>
                  </a:lnTo>
                  <a:cubicBezTo>
                    <a:pt x="53" y="86"/>
                    <a:pt x="118" y="154"/>
                    <a:pt x="203" y="239"/>
                  </a:cubicBezTo>
                  <a:cubicBezTo>
                    <a:pt x="356" y="389"/>
                    <a:pt x="522" y="542"/>
                    <a:pt x="692" y="708"/>
                  </a:cubicBezTo>
                  <a:cubicBezTo>
                    <a:pt x="962" y="962"/>
                    <a:pt x="1245" y="1249"/>
                    <a:pt x="1532" y="1500"/>
                  </a:cubicBezTo>
                  <a:cubicBezTo>
                    <a:pt x="1685" y="1637"/>
                    <a:pt x="1750" y="1786"/>
                    <a:pt x="1718" y="1988"/>
                  </a:cubicBezTo>
                  <a:lnTo>
                    <a:pt x="1718" y="2004"/>
                  </a:lnTo>
                  <a:cubicBezTo>
                    <a:pt x="1718" y="2021"/>
                    <a:pt x="1734" y="2021"/>
                    <a:pt x="1734" y="2021"/>
                  </a:cubicBezTo>
                  <a:cubicBezTo>
                    <a:pt x="1750" y="2021"/>
                    <a:pt x="1750" y="2021"/>
                    <a:pt x="1750" y="2004"/>
                  </a:cubicBezTo>
                  <a:lnTo>
                    <a:pt x="1750" y="1988"/>
                  </a:lnTo>
                  <a:cubicBezTo>
                    <a:pt x="1770" y="1770"/>
                    <a:pt x="1718" y="1637"/>
                    <a:pt x="1548" y="1483"/>
                  </a:cubicBezTo>
                  <a:cubicBezTo>
                    <a:pt x="1265" y="1213"/>
                    <a:pt x="979" y="946"/>
                    <a:pt x="708" y="675"/>
                  </a:cubicBezTo>
                  <a:cubicBezTo>
                    <a:pt x="538" y="526"/>
                    <a:pt x="389" y="372"/>
                    <a:pt x="219" y="223"/>
                  </a:cubicBezTo>
                  <a:cubicBezTo>
                    <a:pt x="134" y="138"/>
                    <a:pt x="70" y="69"/>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0"/>
            <p:cNvSpPr/>
            <p:nvPr/>
          </p:nvSpPr>
          <p:spPr>
            <a:xfrm>
              <a:off x="1338035" y="2228054"/>
              <a:ext cx="4966" cy="88797"/>
            </a:xfrm>
            <a:custGeom>
              <a:rect b="b" l="l" r="r" t="t"/>
              <a:pathLst>
                <a:path extrusionOk="0" h="894" w="50">
                  <a:moveTo>
                    <a:pt x="17" y="1"/>
                  </a:moveTo>
                  <a:cubicBezTo>
                    <a:pt x="17" y="1"/>
                    <a:pt x="1" y="1"/>
                    <a:pt x="1" y="17"/>
                  </a:cubicBezTo>
                  <a:cubicBezTo>
                    <a:pt x="33" y="138"/>
                    <a:pt x="17" y="288"/>
                    <a:pt x="17" y="405"/>
                  </a:cubicBezTo>
                  <a:lnTo>
                    <a:pt x="17" y="643"/>
                  </a:lnTo>
                  <a:lnTo>
                    <a:pt x="17" y="809"/>
                  </a:lnTo>
                  <a:lnTo>
                    <a:pt x="17" y="877"/>
                  </a:lnTo>
                  <a:lnTo>
                    <a:pt x="33" y="893"/>
                  </a:lnTo>
                  <a:lnTo>
                    <a:pt x="49" y="877"/>
                  </a:lnTo>
                  <a:lnTo>
                    <a:pt x="49" y="809"/>
                  </a:lnTo>
                  <a:lnTo>
                    <a:pt x="49" y="643"/>
                  </a:lnTo>
                  <a:lnTo>
                    <a:pt x="49" y="405"/>
                  </a:lnTo>
                  <a:cubicBezTo>
                    <a:pt x="49" y="288"/>
                    <a:pt x="49"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0"/>
            <p:cNvSpPr/>
            <p:nvPr/>
          </p:nvSpPr>
          <p:spPr>
            <a:xfrm>
              <a:off x="2081979" y="3630821"/>
              <a:ext cx="50258" cy="103596"/>
            </a:xfrm>
            <a:custGeom>
              <a:rect b="b" l="l" r="r" t="t"/>
              <a:pathLst>
                <a:path extrusionOk="0" h="1043" w="506">
                  <a:moveTo>
                    <a:pt x="69" y="0"/>
                  </a:moveTo>
                  <a:cubicBezTo>
                    <a:pt x="49" y="0"/>
                    <a:pt x="49" y="0"/>
                    <a:pt x="49" y="17"/>
                  </a:cubicBezTo>
                  <a:cubicBezTo>
                    <a:pt x="1" y="134"/>
                    <a:pt x="17" y="255"/>
                    <a:pt x="17" y="388"/>
                  </a:cubicBezTo>
                  <a:lnTo>
                    <a:pt x="17" y="590"/>
                  </a:lnTo>
                  <a:lnTo>
                    <a:pt x="17" y="606"/>
                  </a:lnTo>
                  <a:cubicBezTo>
                    <a:pt x="85" y="659"/>
                    <a:pt x="134" y="724"/>
                    <a:pt x="186" y="776"/>
                  </a:cubicBezTo>
                  <a:cubicBezTo>
                    <a:pt x="271" y="877"/>
                    <a:pt x="372" y="978"/>
                    <a:pt x="489" y="1043"/>
                  </a:cubicBezTo>
                  <a:lnTo>
                    <a:pt x="505" y="1026"/>
                  </a:lnTo>
                  <a:cubicBezTo>
                    <a:pt x="505" y="1026"/>
                    <a:pt x="505" y="1010"/>
                    <a:pt x="489" y="1010"/>
                  </a:cubicBezTo>
                  <a:cubicBezTo>
                    <a:pt x="388" y="942"/>
                    <a:pt x="287" y="861"/>
                    <a:pt x="202" y="760"/>
                  </a:cubicBezTo>
                  <a:cubicBezTo>
                    <a:pt x="150" y="707"/>
                    <a:pt x="101" y="639"/>
                    <a:pt x="49" y="590"/>
                  </a:cubicBezTo>
                  <a:lnTo>
                    <a:pt x="49" y="372"/>
                  </a:lnTo>
                  <a:cubicBezTo>
                    <a:pt x="33" y="255"/>
                    <a:pt x="33" y="134"/>
                    <a:pt x="69"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0"/>
            <p:cNvSpPr/>
            <p:nvPr/>
          </p:nvSpPr>
          <p:spPr>
            <a:xfrm>
              <a:off x="787973" y="3137673"/>
              <a:ext cx="6953" cy="88797"/>
            </a:xfrm>
            <a:custGeom>
              <a:rect b="b" l="l" r="r" t="t"/>
              <a:pathLst>
                <a:path extrusionOk="0" h="894" w="70">
                  <a:moveTo>
                    <a:pt x="17" y="1"/>
                  </a:moveTo>
                  <a:cubicBezTo>
                    <a:pt x="17" y="1"/>
                    <a:pt x="1" y="1"/>
                    <a:pt x="1" y="17"/>
                  </a:cubicBezTo>
                  <a:cubicBezTo>
                    <a:pt x="17" y="170"/>
                    <a:pt x="17" y="304"/>
                    <a:pt x="17" y="453"/>
                  </a:cubicBezTo>
                  <a:lnTo>
                    <a:pt x="17" y="724"/>
                  </a:lnTo>
                  <a:lnTo>
                    <a:pt x="17" y="776"/>
                  </a:lnTo>
                  <a:cubicBezTo>
                    <a:pt x="17" y="809"/>
                    <a:pt x="17" y="841"/>
                    <a:pt x="33" y="877"/>
                  </a:cubicBezTo>
                  <a:lnTo>
                    <a:pt x="49" y="893"/>
                  </a:lnTo>
                  <a:cubicBezTo>
                    <a:pt x="49" y="893"/>
                    <a:pt x="69" y="877"/>
                    <a:pt x="49" y="877"/>
                  </a:cubicBezTo>
                  <a:lnTo>
                    <a:pt x="49" y="776"/>
                  </a:lnTo>
                  <a:lnTo>
                    <a:pt x="49" y="724"/>
                  </a:lnTo>
                  <a:lnTo>
                    <a:pt x="49" y="453"/>
                  </a:lnTo>
                  <a:cubicBezTo>
                    <a:pt x="49" y="304"/>
                    <a:pt x="49" y="15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0"/>
            <p:cNvSpPr/>
            <p:nvPr/>
          </p:nvSpPr>
          <p:spPr>
            <a:xfrm>
              <a:off x="852932" y="3295004"/>
              <a:ext cx="356477" cy="232421"/>
            </a:xfrm>
            <a:custGeom>
              <a:rect b="b" l="l" r="r" t="t"/>
              <a:pathLst>
                <a:path extrusionOk="0" h="2340" w="3589">
                  <a:moveTo>
                    <a:pt x="3536" y="0"/>
                  </a:moveTo>
                  <a:cubicBezTo>
                    <a:pt x="3503" y="65"/>
                    <a:pt x="3520" y="134"/>
                    <a:pt x="3520" y="218"/>
                  </a:cubicBezTo>
                  <a:cubicBezTo>
                    <a:pt x="3520" y="235"/>
                    <a:pt x="3536" y="267"/>
                    <a:pt x="3536" y="283"/>
                  </a:cubicBezTo>
                  <a:lnTo>
                    <a:pt x="3536" y="586"/>
                  </a:lnTo>
                  <a:cubicBezTo>
                    <a:pt x="3520" y="739"/>
                    <a:pt x="3520" y="909"/>
                    <a:pt x="3536" y="1059"/>
                  </a:cubicBezTo>
                  <a:cubicBezTo>
                    <a:pt x="3556" y="1244"/>
                    <a:pt x="3471" y="1277"/>
                    <a:pt x="3334" y="1313"/>
                  </a:cubicBezTo>
                  <a:lnTo>
                    <a:pt x="3318" y="1313"/>
                  </a:lnTo>
                  <a:cubicBezTo>
                    <a:pt x="3067" y="1394"/>
                    <a:pt x="2796" y="1479"/>
                    <a:pt x="2546" y="1547"/>
                  </a:cubicBezTo>
                  <a:cubicBezTo>
                    <a:pt x="1940" y="1733"/>
                    <a:pt x="1314" y="1935"/>
                    <a:pt x="692" y="2121"/>
                  </a:cubicBezTo>
                  <a:lnTo>
                    <a:pt x="607" y="2153"/>
                  </a:lnTo>
                  <a:cubicBezTo>
                    <a:pt x="425" y="2222"/>
                    <a:pt x="223" y="2271"/>
                    <a:pt x="21" y="2323"/>
                  </a:cubicBezTo>
                  <a:cubicBezTo>
                    <a:pt x="1" y="2323"/>
                    <a:pt x="1" y="2323"/>
                    <a:pt x="1" y="2339"/>
                  </a:cubicBezTo>
                  <a:lnTo>
                    <a:pt x="21" y="2339"/>
                  </a:lnTo>
                  <a:cubicBezTo>
                    <a:pt x="223" y="2303"/>
                    <a:pt x="425" y="2238"/>
                    <a:pt x="627" y="2170"/>
                  </a:cubicBezTo>
                  <a:lnTo>
                    <a:pt x="708" y="2153"/>
                  </a:lnTo>
                  <a:cubicBezTo>
                    <a:pt x="1314" y="1951"/>
                    <a:pt x="1940" y="1766"/>
                    <a:pt x="2546" y="1580"/>
                  </a:cubicBezTo>
                  <a:cubicBezTo>
                    <a:pt x="2813" y="1495"/>
                    <a:pt x="3067" y="1430"/>
                    <a:pt x="3334" y="1345"/>
                  </a:cubicBezTo>
                  <a:lnTo>
                    <a:pt x="3354" y="1345"/>
                  </a:lnTo>
                  <a:cubicBezTo>
                    <a:pt x="3471" y="1293"/>
                    <a:pt x="3588" y="1261"/>
                    <a:pt x="3572" y="1059"/>
                  </a:cubicBezTo>
                  <a:cubicBezTo>
                    <a:pt x="3556" y="909"/>
                    <a:pt x="3556" y="739"/>
                    <a:pt x="3556" y="586"/>
                  </a:cubicBezTo>
                  <a:lnTo>
                    <a:pt x="3556" y="283"/>
                  </a:lnTo>
                  <a:lnTo>
                    <a:pt x="3556" y="202"/>
                  </a:lnTo>
                  <a:cubicBezTo>
                    <a:pt x="3536" y="134"/>
                    <a:pt x="3536" y="81"/>
                    <a:pt x="3572" y="16"/>
                  </a:cubicBezTo>
                  <a:cubicBezTo>
                    <a:pt x="3572" y="16"/>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0"/>
            <p:cNvSpPr/>
            <p:nvPr/>
          </p:nvSpPr>
          <p:spPr>
            <a:xfrm>
              <a:off x="1189246" y="1572807"/>
              <a:ext cx="4867" cy="102007"/>
            </a:xfrm>
            <a:custGeom>
              <a:rect b="b" l="l" r="r" t="t"/>
              <a:pathLst>
                <a:path extrusionOk="0" h="1027" w="49">
                  <a:moveTo>
                    <a:pt x="0" y="1"/>
                  </a:moveTo>
                  <a:lnTo>
                    <a:pt x="0" y="17"/>
                  </a:lnTo>
                  <a:cubicBezTo>
                    <a:pt x="16" y="134"/>
                    <a:pt x="16" y="272"/>
                    <a:pt x="0" y="389"/>
                  </a:cubicBezTo>
                  <a:lnTo>
                    <a:pt x="0" y="639"/>
                  </a:lnTo>
                  <a:lnTo>
                    <a:pt x="0" y="756"/>
                  </a:lnTo>
                  <a:cubicBezTo>
                    <a:pt x="0" y="841"/>
                    <a:pt x="0" y="926"/>
                    <a:pt x="16" y="1011"/>
                  </a:cubicBezTo>
                  <a:cubicBezTo>
                    <a:pt x="16" y="1027"/>
                    <a:pt x="33" y="1027"/>
                    <a:pt x="33" y="1027"/>
                  </a:cubicBezTo>
                  <a:cubicBezTo>
                    <a:pt x="49" y="1027"/>
                    <a:pt x="49" y="1011"/>
                    <a:pt x="49" y="1011"/>
                  </a:cubicBezTo>
                  <a:cubicBezTo>
                    <a:pt x="33" y="926"/>
                    <a:pt x="33" y="841"/>
                    <a:pt x="33" y="756"/>
                  </a:cubicBezTo>
                  <a:lnTo>
                    <a:pt x="33" y="639"/>
                  </a:lnTo>
                  <a:lnTo>
                    <a:pt x="33" y="389"/>
                  </a:lnTo>
                  <a:cubicBezTo>
                    <a:pt x="33" y="272"/>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0"/>
            <p:cNvSpPr/>
            <p:nvPr/>
          </p:nvSpPr>
          <p:spPr>
            <a:xfrm>
              <a:off x="1033505" y="3376847"/>
              <a:ext cx="5364" cy="95153"/>
            </a:xfrm>
            <a:custGeom>
              <a:rect b="b" l="l" r="r" t="t"/>
              <a:pathLst>
                <a:path extrusionOk="0" h="958" w="54">
                  <a:moveTo>
                    <a:pt x="21" y="0"/>
                  </a:moveTo>
                  <a:cubicBezTo>
                    <a:pt x="1" y="0"/>
                    <a:pt x="1" y="16"/>
                    <a:pt x="1" y="16"/>
                  </a:cubicBezTo>
                  <a:cubicBezTo>
                    <a:pt x="37" y="49"/>
                    <a:pt x="37" y="101"/>
                    <a:pt x="37" y="150"/>
                  </a:cubicBezTo>
                  <a:lnTo>
                    <a:pt x="37" y="740"/>
                  </a:lnTo>
                  <a:lnTo>
                    <a:pt x="37" y="942"/>
                  </a:lnTo>
                  <a:cubicBezTo>
                    <a:pt x="37" y="942"/>
                    <a:pt x="37" y="958"/>
                    <a:pt x="53" y="958"/>
                  </a:cubicBezTo>
                  <a:lnTo>
                    <a:pt x="53" y="942"/>
                  </a:lnTo>
                  <a:lnTo>
                    <a:pt x="53" y="740"/>
                  </a:lnTo>
                  <a:lnTo>
                    <a:pt x="53" y="150"/>
                  </a:lnTo>
                  <a:cubicBezTo>
                    <a:pt x="53" y="101"/>
                    <a:pt x="53" y="4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0"/>
            <p:cNvSpPr/>
            <p:nvPr/>
          </p:nvSpPr>
          <p:spPr>
            <a:xfrm>
              <a:off x="475398" y="1555326"/>
              <a:ext cx="163787" cy="206596"/>
            </a:xfrm>
            <a:custGeom>
              <a:rect b="b" l="l" r="r" t="t"/>
              <a:pathLst>
                <a:path extrusionOk="0" h="2080" w="1649">
                  <a:moveTo>
                    <a:pt x="1645" y="0"/>
                  </a:moveTo>
                  <a:cubicBezTo>
                    <a:pt x="1640" y="0"/>
                    <a:pt x="1633" y="7"/>
                    <a:pt x="1633" y="7"/>
                  </a:cubicBezTo>
                  <a:cubicBezTo>
                    <a:pt x="1580" y="76"/>
                    <a:pt x="1600" y="161"/>
                    <a:pt x="1617" y="225"/>
                  </a:cubicBezTo>
                  <a:lnTo>
                    <a:pt x="1617" y="294"/>
                  </a:lnTo>
                  <a:cubicBezTo>
                    <a:pt x="1633" y="448"/>
                    <a:pt x="1633" y="581"/>
                    <a:pt x="1633" y="714"/>
                  </a:cubicBezTo>
                  <a:cubicBezTo>
                    <a:pt x="1633" y="815"/>
                    <a:pt x="1617" y="916"/>
                    <a:pt x="1633" y="1033"/>
                  </a:cubicBezTo>
                  <a:cubicBezTo>
                    <a:pt x="1633" y="1070"/>
                    <a:pt x="1617" y="1086"/>
                    <a:pt x="1564" y="1118"/>
                  </a:cubicBezTo>
                  <a:cubicBezTo>
                    <a:pt x="1160" y="1357"/>
                    <a:pt x="740" y="1607"/>
                    <a:pt x="352" y="1861"/>
                  </a:cubicBezTo>
                  <a:cubicBezTo>
                    <a:pt x="235" y="1926"/>
                    <a:pt x="118" y="1995"/>
                    <a:pt x="17" y="2063"/>
                  </a:cubicBezTo>
                  <a:cubicBezTo>
                    <a:pt x="1" y="2063"/>
                    <a:pt x="1" y="2063"/>
                    <a:pt x="1" y="2080"/>
                  </a:cubicBezTo>
                  <a:lnTo>
                    <a:pt x="33" y="2080"/>
                  </a:lnTo>
                  <a:cubicBezTo>
                    <a:pt x="134" y="2011"/>
                    <a:pt x="251" y="1942"/>
                    <a:pt x="352" y="1878"/>
                  </a:cubicBezTo>
                  <a:cubicBezTo>
                    <a:pt x="756" y="1623"/>
                    <a:pt x="1176" y="1373"/>
                    <a:pt x="1580" y="1134"/>
                  </a:cubicBezTo>
                  <a:cubicBezTo>
                    <a:pt x="1633" y="1102"/>
                    <a:pt x="1649" y="1086"/>
                    <a:pt x="1649" y="1017"/>
                  </a:cubicBezTo>
                  <a:lnTo>
                    <a:pt x="1649" y="714"/>
                  </a:lnTo>
                  <a:lnTo>
                    <a:pt x="1649" y="294"/>
                  </a:lnTo>
                  <a:cubicBezTo>
                    <a:pt x="1649" y="278"/>
                    <a:pt x="1633" y="246"/>
                    <a:pt x="1633" y="225"/>
                  </a:cubicBezTo>
                  <a:cubicBezTo>
                    <a:pt x="1617" y="161"/>
                    <a:pt x="1617" y="92"/>
                    <a:pt x="1649" y="23"/>
                  </a:cubicBezTo>
                  <a:lnTo>
                    <a:pt x="1649" y="7"/>
                  </a:lnTo>
                  <a:cubicBezTo>
                    <a:pt x="1649" y="2"/>
                    <a:pt x="1647" y="0"/>
                    <a:pt x="1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0"/>
            <p:cNvSpPr/>
            <p:nvPr/>
          </p:nvSpPr>
          <p:spPr>
            <a:xfrm>
              <a:off x="1518608" y="2831553"/>
              <a:ext cx="182261" cy="299366"/>
            </a:xfrm>
            <a:custGeom>
              <a:rect b="b" l="l" r="r" t="t"/>
              <a:pathLst>
                <a:path extrusionOk="0" h="3014" w="1835">
                  <a:moveTo>
                    <a:pt x="65" y="0"/>
                  </a:moveTo>
                  <a:cubicBezTo>
                    <a:pt x="1" y="170"/>
                    <a:pt x="65" y="271"/>
                    <a:pt x="187" y="388"/>
                  </a:cubicBezTo>
                  <a:cubicBezTo>
                    <a:pt x="352" y="558"/>
                    <a:pt x="506" y="744"/>
                    <a:pt x="655" y="930"/>
                  </a:cubicBezTo>
                  <a:cubicBezTo>
                    <a:pt x="724" y="1010"/>
                    <a:pt x="793" y="1095"/>
                    <a:pt x="873" y="1164"/>
                  </a:cubicBezTo>
                  <a:cubicBezTo>
                    <a:pt x="926" y="1249"/>
                    <a:pt x="995" y="1313"/>
                    <a:pt x="1059" y="1398"/>
                  </a:cubicBezTo>
                  <a:cubicBezTo>
                    <a:pt x="1261" y="1636"/>
                    <a:pt x="1479" y="1871"/>
                    <a:pt x="1702" y="2105"/>
                  </a:cubicBezTo>
                  <a:cubicBezTo>
                    <a:pt x="1782" y="2206"/>
                    <a:pt x="1819" y="2291"/>
                    <a:pt x="1819" y="2408"/>
                  </a:cubicBezTo>
                  <a:cubicBezTo>
                    <a:pt x="1802" y="2493"/>
                    <a:pt x="1802" y="2594"/>
                    <a:pt x="1819" y="2695"/>
                  </a:cubicBezTo>
                  <a:lnTo>
                    <a:pt x="1819" y="2865"/>
                  </a:lnTo>
                  <a:lnTo>
                    <a:pt x="1819" y="2897"/>
                  </a:lnTo>
                  <a:cubicBezTo>
                    <a:pt x="1819" y="2929"/>
                    <a:pt x="1819" y="2966"/>
                    <a:pt x="1782" y="2982"/>
                  </a:cubicBezTo>
                  <a:lnTo>
                    <a:pt x="1782" y="3014"/>
                  </a:lnTo>
                  <a:lnTo>
                    <a:pt x="1802" y="3014"/>
                  </a:lnTo>
                  <a:cubicBezTo>
                    <a:pt x="1835" y="2966"/>
                    <a:pt x="1835" y="2929"/>
                    <a:pt x="1835" y="2897"/>
                  </a:cubicBezTo>
                  <a:lnTo>
                    <a:pt x="1835" y="2865"/>
                  </a:lnTo>
                  <a:lnTo>
                    <a:pt x="1835" y="2695"/>
                  </a:lnTo>
                  <a:lnTo>
                    <a:pt x="1835" y="2408"/>
                  </a:lnTo>
                  <a:cubicBezTo>
                    <a:pt x="1835" y="2291"/>
                    <a:pt x="1802" y="2190"/>
                    <a:pt x="1718" y="2089"/>
                  </a:cubicBezTo>
                  <a:cubicBezTo>
                    <a:pt x="1500" y="1855"/>
                    <a:pt x="1298" y="1616"/>
                    <a:pt x="1075" y="1382"/>
                  </a:cubicBezTo>
                  <a:cubicBezTo>
                    <a:pt x="1027" y="1297"/>
                    <a:pt x="958" y="1232"/>
                    <a:pt x="894" y="1148"/>
                  </a:cubicBezTo>
                  <a:cubicBezTo>
                    <a:pt x="825" y="1079"/>
                    <a:pt x="756" y="994"/>
                    <a:pt x="692" y="909"/>
                  </a:cubicBezTo>
                  <a:cubicBezTo>
                    <a:pt x="538" y="728"/>
                    <a:pt x="368" y="542"/>
                    <a:pt x="203" y="372"/>
                  </a:cubicBezTo>
                  <a:cubicBezTo>
                    <a:pt x="102" y="271"/>
                    <a:pt x="17" y="170"/>
                    <a:pt x="102" y="21"/>
                  </a:cubicBezTo>
                  <a:cubicBezTo>
                    <a:pt x="102" y="21"/>
                    <a:pt x="102" y="0"/>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0"/>
            <p:cNvSpPr/>
            <p:nvPr/>
          </p:nvSpPr>
          <p:spPr>
            <a:xfrm>
              <a:off x="1991693" y="2985606"/>
              <a:ext cx="4966" cy="40227"/>
            </a:xfrm>
            <a:custGeom>
              <a:rect b="b" l="l" r="r" t="t"/>
              <a:pathLst>
                <a:path extrusionOk="0" h="405" w="50">
                  <a:moveTo>
                    <a:pt x="33" y="1"/>
                  </a:moveTo>
                  <a:cubicBezTo>
                    <a:pt x="33" y="1"/>
                    <a:pt x="17" y="1"/>
                    <a:pt x="17" y="17"/>
                  </a:cubicBezTo>
                  <a:cubicBezTo>
                    <a:pt x="1" y="102"/>
                    <a:pt x="1" y="166"/>
                    <a:pt x="1" y="251"/>
                  </a:cubicBezTo>
                  <a:cubicBezTo>
                    <a:pt x="1" y="304"/>
                    <a:pt x="17" y="352"/>
                    <a:pt x="1" y="388"/>
                  </a:cubicBezTo>
                  <a:cubicBezTo>
                    <a:pt x="1" y="405"/>
                    <a:pt x="17" y="405"/>
                    <a:pt x="17" y="405"/>
                  </a:cubicBezTo>
                  <a:cubicBezTo>
                    <a:pt x="33" y="405"/>
                    <a:pt x="33" y="405"/>
                    <a:pt x="33" y="388"/>
                  </a:cubicBezTo>
                  <a:lnTo>
                    <a:pt x="33" y="251"/>
                  </a:lnTo>
                  <a:cubicBezTo>
                    <a:pt x="33" y="186"/>
                    <a:pt x="33" y="102"/>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0"/>
            <p:cNvSpPr/>
            <p:nvPr/>
          </p:nvSpPr>
          <p:spPr>
            <a:xfrm>
              <a:off x="1416701" y="3590694"/>
              <a:ext cx="85221" cy="143723"/>
            </a:xfrm>
            <a:custGeom>
              <a:rect b="b" l="l" r="r" t="t"/>
              <a:pathLst>
                <a:path extrusionOk="0" h="1447" w="858">
                  <a:moveTo>
                    <a:pt x="1" y="0"/>
                  </a:moveTo>
                  <a:lnTo>
                    <a:pt x="1" y="33"/>
                  </a:lnTo>
                  <a:cubicBezTo>
                    <a:pt x="65" y="85"/>
                    <a:pt x="134" y="134"/>
                    <a:pt x="203" y="202"/>
                  </a:cubicBezTo>
                  <a:cubicBezTo>
                    <a:pt x="384" y="356"/>
                    <a:pt x="570" y="505"/>
                    <a:pt x="756" y="659"/>
                  </a:cubicBezTo>
                  <a:cubicBezTo>
                    <a:pt x="825" y="707"/>
                    <a:pt x="825" y="740"/>
                    <a:pt x="825" y="792"/>
                  </a:cubicBezTo>
                  <a:lnTo>
                    <a:pt x="825" y="1265"/>
                  </a:lnTo>
                  <a:lnTo>
                    <a:pt x="825" y="1430"/>
                  </a:lnTo>
                  <a:cubicBezTo>
                    <a:pt x="825" y="1447"/>
                    <a:pt x="825" y="1447"/>
                    <a:pt x="841" y="1447"/>
                  </a:cubicBezTo>
                  <a:cubicBezTo>
                    <a:pt x="841" y="1447"/>
                    <a:pt x="857" y="1447"/>
                    <a:pt x="857" y="1430"/>
                  </a:cubicBezTo>
                  <a:lnTo>
                    <a:pt x="857" y="1265"/>
                  </a:lnTo>
                  <a:lnTo>
                    <a:pt x="857" y="792"/>
                  </a:lnTo>
                  <a:cubicBezTo>
                    <a:pt x="857" y="740"/>
                    <a:pt x="841" y="691"/>
                    <a:pt x="772" y="639"/>
                  </a:cubicBezTo>
                  <a:cubicBezTo>
                    <a:pt x="586" y="489"/>
                    <a:pt x="405" y="336"/>
                    <a:pt x="219" y="170"/>
                  </a:cubicBezTo>
                  <a:cubicBezTo>
                    <a:pt x="150" y="118"/>
                    <a:pt x="82"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0"/>
            <p:cNvSpPr/>
            <p:nvPr/>
          </p:nvSpPr>
          <p:spPr>
            <a:xfrm>
              <a:off x="1087339" y="1629820"/>
              <a:ext cx="6456" cy="102007"/>
            </a:xfrm>
            <a:custGeom>
              <a:rect b="b" l="l" r="r" t="t"/>
              <a:pathLst>
                <a:path extrusionOk="0" h="1027" w="65">
                  <a:moveTo>
                    <a:pt x="0" y="1"/>
                  </a:moveTo>
                  <a:lnTo>
                    <a:pt x="0" y="17"/>
                  </a:lnTo>
                  <a:cubicBezTo>
                    <a:pt x="16" y="182"/>
                    <a:pt x="16" y="352"/>
                    <a:pt x="0" y="522"/>
                  </a:cubicBezTo>
                  <a:lnTo>
                    <a:pt x="0" y="825"/>
                  </a:lnTo>
                  <a:lnTo>
                    <a:pt x="0" y="857"/>
                  </a:lnTo>
                  <a:cubicBezTo>
                    <a:pt x="0" y="909"/>
                    <a:pt x="0" y="958"/>
                    <a:pt x="32" y="1010"/>
                  </a:cubicBezTo>
                  <a:lnTo>
                    <a:pt x="49" y="1027"/>
                  </a:lnTo>
                  <a:lnTo>
                    <a:pt x="49" y="1010"/>
                  </a:lnTo>
                  <a:cubicBezTo>
                    <a:pt x="65" y="1010"/>
                    <a:pt x="65" y="1010"/>
                    <a:pt x="49" y="990"/>
                  </a:cubicBezTo>
                  <a:cubicBezTo>
                    <a:pt x="32" y="958"/>
                    <a:pt x="32" y="909"/>
                    <a:pt x="32" y="857"/>
                  </a:cubicBezTo>
                  <a:lnTo>
                    <a:pt x="32" y="825"/>
                  </a:lnTo>
                  <a:lnTo>
                    <a:pt x="32" y="522"/>
                  </a:lnTo>
                  <a:cubicBezTo>
                    <a:pt x="32" y="352"/>
                    <a:pt x="32" y="18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0"/>
            <p:cNvSpPr/>
            <p:nvPr/>
          </p:nvSpPr>
          <p:spPr>
            <a:xfrm>
              <a:off x="933186" y="2751299"/>
              <a:ext cx="5364" cy="80354"/>
            </a:xfrm>
            <a:custGeom>
              <a:rect b="b" l="l" r="r" t="t"/>
              <a:pathLst>
                <a:path extrusionOk="0" h="809" w="54">
                  <a:moveTo>
                    <a:pt x="21" y="0"/>
                  </a:moveTo>
                  <a:cubicBezTo>
                    <a:pt x="1" y="0"/>
                    <a:pt x="1" y="0"/>
                    <a:pt x="1" y="21"/>
                  </a:cubicBezTo>
                  <a:cubicBezTo>
                    <a:pt x="21" y="138"/>
                    <a:pt x="21" y="271"/>
                    <a:pt x="21" y="404"/>
                  </a:cubicBezTo>
                  <a:lnTo>
                    <a:pt x="21" y="643"/>
                  </a:lnTo>
                  <a:lnTo>
                    <a:pt x="21" y="691"/>
                  </a:lnTo>
                  <a:cubicBezTo>
                    <a:pt x="21" y="728"/>
                    <a:pt x="21" y="760"/>
                    <a:pt x="37" y="792"/>
                  </a:cubicBezTo>
                  <a:lnTo>
                    <a:pt x="37" y="808"/>
                  </a:lnTo>
                  <a:lnTo>
                    <a:pt x="53" y="808"/>
                  </a:lnTo>
                  <a:lnTo>
                    <a:pt x="53" y="792"/>
                  </a:lnTo>
                  <a:cubicBezTo>
                    <a:pt x="37" y="760"/>
                    <a:pt x="37" y="728"/>
                    <a:pt x="37" y="691"/>
                  </a:cubicBezTo>
                  <a:lnTo>
                    <a:pt x="37" y="643"/>
                  </a:lnTo>
                  <a:lnTo>
                    <a:pt x="37" y="404"/>
                  </a:lnTo>
                  <a:cubicBezTo>
                    <a:pt x="53" y="271"/>
                    <a:pt x="53" y="13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0"/>
            <p:cNvSpPr/>
            <p:nvPr/>
          </p:nvSpPr>
          <p:spPr>
            <a:xfrm>
              <a:off x="1336446" y="2579168"/>
              <a:ext cx="4966" cy="88797"/>
            </a:xfrm>
            <a:custGeom>
              <a:rect b="b" l="l" r="r" t="t"/>
              <a:pathLst>
                <a:path extrusionOk="0" h="894" w="50">
                  <a:moveTo>
                    <a:pt x="17" y="0"/>
                  </a:moveTo>
                  <a:lnTo>
                    <a:pt x="17" y="17"/>
                  </a:lnTo>
                  <a:lnTo>
                    <a:pt x="17" y="202"/>
                  </a:lnTo>
                  <a:lnTo>
                    <a:pt x="17" y="744"/>
                  </a:lnTo>
                  <a:lnTo>
                    <a:pt x="17" y="776"/>
                  </a:lnTo>
                  <a:cubicBezTo>
                    <a:pt x="17" y="808"/>
                    <a:pt x="1" y="845"/>
                    <a:pt x="33" y="877"/>
                  </a:cubicBezTo>
                  <a:lnTo>
                    <a:pt x="33" y="893"/>
                  </a:lnTo>
                  <a:lnTo>
                    <a:pt x="49" y="893"/>
                  </a:lnTo>
                  <a:lnTo>
                    <a:pt x="49" y="877"/>
                  </a:lnTo>
                  <a:cubicBezTo>
                    <a:pt x="33" y="845"/>
                    <a:pt x="33" y="808"/>
                    <a:pt x="33" y="776"/>
                  </a:cubicBezTo>
                  <a:lnTo>
                    <a:pt x="33" y="744"/>
                  </a:lnTo>
                  <a:lnTo>
                    <a:pt x="33" y="202"/>
                  </a:ln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0"/>
            <p:cNvSpPr/>
            <p:nvPr/>
          </p:nvSpPr>
          <p:spPr>
            <a:xfrm>
              <a:off x="730961" y="3589105"/>
              <a:ext cx="92074" cy="147299"/>
            </a:xfrm>
            <a:custGeom>
              <a:rect b="b" l="l" r="r" t="t"/>
              <a:pathLst>
                <a:path extrusionOk="0" h="1483" w="927">
                  <a:moveTo>
                    <a:pt x="910" y="0"/>
                  </a:moveTo>
                  <a:cubicBezTo>
                    <a:pt x="894" y="0"/>
                    <a:pt x="894" y="16"/>
                    <a:pt x="894" y="16"/>
                  </a:cubicBezTo>
                  <a:lnTo>
                    <a:pt x="894" y="675"/>
                  </a:lnTo>
                  <a:lnTo>
                    <a:pt x="894" y="792"/>
                  </a:lnTo>
                  <a:lnTo>
                    <a:pt x="894" y="1095"/>
                  </a:lnTo>
                  <a:cubicBezTo>
                    <a:pt x="894" y="1196"/>
                    <a:pt x="878" y="1228"/>
                    <a:pt x="760" y="1261"/>
                  </a:cubicBezTo>
                  <a:cubicBezTo>
                    <a:pt x="724" y="1281"/>
                    <a:pt x="676" y="1297"/>
                    <a:pt x="643" y="1297"/>
                  </a:cubicBezTo>
                  <a:cubicBezTo>
                    <a:pt x="506" y="1329"/>
                    <a:pt x="373" y="1362"/>
                    <a:pt x="255" y="1430"/>
                  </a:cubicBezTo>
                  <a:cubicBezTo>
                    <a:pt x="237" y="1446"/>
                    <a:pt x="212" y="1451"/>
                    <a:pt x="185" y="1451"/>
                  </a:cubicBezTo>
                  <a:cubicBezTo>
                    <a:pt x="157" y="1451"/>
                    <a:pt x="128" y="1446"/>
                    <a:pt x="102" y="1446"/>
                  </a:cubicBezTo>
                  <a:cubicBezTo>
                    <a:pt x="70" y="1446"/>
                    <a:pt x="37" y="1430"/>
                    <a:pt x="17" y="1430"/>
                  </a:cubicBezTo>
                  <a:cubicBezTo>
                    <a:pt x="1" y="1430"/>
                    <a:pt x="1" y="1446"/>
                    <a:pt x="1" y="1446"/>
                  </a:cubicBezTo>
                  <a:cubicBezTo>
                    <a:pt x="1" y="1463"/>
                    <a:pt x="1" y="1463"/>
                    <a:pt x="17" y="1463"/>
                  </a:cubicBezTo>
                  <a:lnTo>
                    <a:pt x="102" y="1463"/>
                  </a:lnTo>
                  <a:cubicBezTo>
                    <a:pt x="118" y="1483"/>
                    <a:pt x="154" y="1483"/>
                    <a:pt x="187" y="1483"/>
                  </a:cubicBezTo>
                  <a:cubicBezTo>
                    <a:pt x="219" y="1483"/>
                    <a:pt x="239" y="1463"/>
                    <a:pt x="272" y="1463"/>
                  </a:cubicBezTo>
                  <a:cubicBezTo>
                    <a:pt x="389" y="1398"/>
                    <a:pt x="522" y="1362"/>
                    <a:pt x="643" y="1329"/>
                  </a:cubicBezTo>
                  <a:cubicBezTo>
                    <a:pt x="692" y="1313"/>
                    <a:pt x="724" y="1297"/>
                    <a:pt x="777" y="1297"/>
                  </a:cubicBezTo>
                  <a:cubicBezTo>
                    <a:pt x="894" y="1261"/>
                    <a:pt x="926" y="1196"/>
                    <a:pt x="926" y="1079"/>
                  </a:cubicBezTo>
                  <a:cubicBezTo>
                    <a:pt x="910" y="994"/>
                    <a:pt x="910" y="893"/>
                    <a:pt x="910" y="792"/>
                  </a:cubicBezTo>
                  <a:lnTo>
                    <a:pt x="910" y="675"/>
                  </a:lnTo>
                  <a:lnTo>
                    <a:pt x="910" y="16"/>
                  </a:lnTo>
                  <a:lnTo>
                    <a:pt x="9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0"/>
            <p:cNvSpPr/>
            <p:nvPr/>
          </p:nvSpPr>
          <p:spPr>
            <a:xfrm>
              <a:off x="1745764" y="2000998"/>
              <a:ext cx="157331" cy="321018"/>
            </a:xfrm>
            <a:custGeom>
              <a:rect b="b" l="l" r="r" t="t"/>
              <a:pathLst>
                <a:path extrusionOk="0" h="3232" w="1584">
                  <a:moveTo>
                    <a:pt x="20" y="0"/>
                  </a:moveTo>
                  <a:cubicBezTo>
                    <a:pt x="0" y="16"/>
                    <a:pt x="0" y="16"/>
                    <a:pt x="20" y="16"/>
                  </a:cubicBezTo>
                  <a:cubicBezTo>
                    <a:pt x="53" y="49"/>
                    <a:pt x="85" y="81"/>
                    <a:pt x="121" y="134"/>
                  </a:cubicBezTo>
                  <a:cubicBezTo>
                    <a:pt x="255" y="352"/>
                    <a:pt x="388" y="586"/>
                    <a:pt x="525" y="808"/>
                  </a:cubicBezTo>
                  <a:cubicBezTo>
                    <a:pt x="606" y="941"/>
                    <a:pt x="675" y="1075"/>
                    <a:pt x="760" y="1212"/>
                  </a:cubicBezTo>
                  <a:cubicBezTo>
                    <a:pt x="946" y="1515"/>
                    <a:pt x="1148" y="1834"/>
                    <a:pt x="1333" y="2137"/>
                  </a:cubicBezTo>
                  <a:cubicBezTo>
                    <a:pt x="1366" y="2186"/>
                    <a:pt x="1382" y="2222"/>
                    <a:pt x="1382" y="2271"/>
                  </a:cubicBezTo>
                  <a:cubicBezTo>
                    <a:pt x="1382" y="2303"/>
                    <a:pt x="1382" y="2339"/>
                    <a:pt x="1398" y="2388"/>
                  </a:cubicBezTo>
                  <a:cubicBezTo>
                    <a:pt x="1398" y="2505"/>
                    <a:pt x="1398" y="2658"/>
                    <a:pt x="1382" y="2776"/>
                  </a:cubicBezTo>
                  <a:cubicBezTo>
                    <a:pt x="1350" y="2961"/>
                    <a:pt x="1414" y="3095"/>
                    <a:pt x="1568" y="3232"/>
                  </a:cubicBezTo>
                  <a:lnTo>
                    <a:pt x="1584" y="3232"/>
                  </a:lnTo>
                  <a:lnTo>
                    <a:pt x="1584" y="3212"/>
                  </a:lnTo>
                  <a:lnTo>
                    <a:pt x="1584" y="3196"/>
                  </a:lnTo>
                  <a:cubicBezTo>
                    <a:pt x="1434" y="3078"/>
                    <a:pt x="1382" y="2961"/>
                    <a:pt x="1414" y="2776"/>
                  </a:cubicBezTo>
                  <a:cubicBezTo>
                    <a:pt x="1434" y="2658"/>
                    <a:pt x="1414" y="2505"/>
                    <a:pt x="1414" y="2388"/>
                  </a:cubicBezTo>
                  <a:lnTo>
                    <a:pt x="1414" y="2271"/>
                  </a:lnTo>
                  <a:cubicBezTo>
                    <a:pt x="1414" y="2222"/>
                    <a:pt x="1398" y="2170"/>
                    <a:pt x="1366" y="2121"/>
                  </a:cubicBezTo>
                  <a:cubicBezTo>
                    <a:pt x="1164" y="1818"/>
                    <a:pt x="978" y="1515"/>
                    <a:pt x="776" y="1192"/>
                  </a:cubicBezTo>
                  <a:cubicBezTo>
                    <a:pt x="707" y="1059"/>
                    <a:pt x="626" y="925"/>
                    <a:pt x="542" y="788"/>
                  </a:cubicBezTo>
                  <a:cubicBezTo>
                    <a:pt x="424" y="570"/>
                    <a:pt x="287" y="352"/>
                    <a:pt x="154" y="117"/>
                  </a:cubicBezTo>
                  <a:cubicBezTo>
                    <a:pt x="101" y="65"/>
                    <a:pt x="69" y="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0"/>
            <p:cNvSpPr/>
            <p:nvPr/>
          </p:nvSpPr>
          <p:spPr>
            <a:xfrm>
              <a:off x="1386605" y="1464146"/>
              <a:ext cx="4966" cy="93564"/>
            </a:xfrm>
            <a:custGeom>
              <a:rect b="b" l="l" r="r" t="t"/>
              <a:pathLst>
                <a:path extrusionOk="0" h="942" w="50">
                  <a:moveTo>
                    <a:pt x="17" y="0"/>
                  </a:moveTo>
                  <a:cubicBezTo>
                    <a:pt x="17" y="0"/>
                    <a:pt x="1" y="0"/>
                    <a:pt x="1" y="16"/>
                  </a:cubicBezTo>
                  <a:cubicBezTo>
                    <a:pt x="17" y="202"/>
                    <a:pt x="17" y="404"/>
                    <a:pt x="17" y="590"/>
                  </a:cubicBezTo>
                  <a:lnTo>
                    <a:pt x="17" y="925"/>
                  </a:lnTo>
                  <a:cubicBezTo>
                    <a:pt x="17" y="941"/>
                    <a:pt x="33" y="941"/>
                    <a:pt x="33" y="941"/>
                  </a:cubicBezTo>
                  <a:cubicBezTo>
                    <a:pt x="33" y="941"/>
                    <a:pt x="49" y="941"/>
                    <a:pt x="49" y="925"/>
                  </a:cubicBezTo>
                  <a:lnTo>
                    <a:pt x="49" y="590"/>
                  </a:ln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0"/>
            <p:cNvSpPr/>
            <p:nvPr/>
          </p:nvSpPr>
          <p:spPr>
            <a:xfrm>
              <a:off x="1414714" y="1806817"/>
              <a:ext cx="88797" cy="260827"/>
            </a:xfrm>
            <a:custGeom>
              <a:rect b="b" l="l" r="r" t="t"/>
              <a:pathLst>
                <a:path extrusionOk="0" h="2626" w="894">
                  <a:moveTo>
                    <a:pt x="21" y="0"/>
                  </a:moveTo>
                  <a:lnTo>
                    <a:pt x="1" y="16"/>
                  </a:lnTo>
                  <a:cubicBezTo>
                    <a:pt x="1" y="16"/>
                    <a:pt x="1" y="36"/>
                    <a:pt x="21" y="36"/>
                  </a:cubicBezTo>
                  <a:cubicBezTo>
                    <a:pt x="69" y="53"/>
                    <a:pt x="85" y="85"/>
                    <a:pt x="122" y="137"/>
                  </a:cubicBezTo>
                  <a:cubicBezTo>
                    <a:pt x="122" y="154"/>
                    <a:pt x="138" y="154"/>
                    <a:pt x="138" y="170"/>
                  </a:cubicBezTo>
                  <a:cubicBezTo>
                    <a:pt x="271" y="372"/>
                    <a:pt x="425" y="574"/>
                    <a:pt x="542" y="776"/>
                  </a:cubicBezTo>
                  <a:cubicBezTo>
                    <a:pt x="627" y="893"/>
                    <a:pt x="691" y="994"/>
                    <a:pt x="760" y="1111"/>
                  </a:cubicBezTo>
                  <a:cubicBezTo>
                    <a:pt x="808" y="1180"/>
                    <a:pt x="829" y="1228"/>
                    <a:pt x="829" y="1297"/>
                  </a:cubicBezTo>
                  <a:lnTo>
                    <a:pt x="829" y="1584"/>
                  </a:lnTo>
                  <a:cubicBezTo>
                    <a:pt x="829" y="1818"/>
                    <a:pt x="829" y="2036"/>
                    <a:pt x="845" y="2258"/>
                  </a:cubicBezTo>
                  <a:lnTo>
                    <a:pt x="845" y="2339"/>
                  </a:lnTo>
                  <a:cubicBezTo>
                    <a:pt x="845" y="2424"/>
                    <a:pt x="845" y="2525"/>
                    <a:pt x="877" y="2626"/>
                  </a:cubicBezTo>
                  <a:lnTo>
                    <a:pt x="893" y="2626"/>
                  </a:lnTo>
                  <a:lnTo>
                    <a:pt x="893" y="2610"/>
                  </a:lnTo>
                  <a:cubicBezTo>
                    <a:pt x="861" y="2525"/>
                    <a:pt x="861" y="2440"/>
                    <a:pt x="861" y="2339"/>
                  </a:cubicBezTo>
                  <a:lnTo>
                    <a:pt x="861" y="2258"/>
                  </a:lnTo>
                  <a:lnTo>
                    <a:pt x="861" y="1584"/>
                  </a:lnTo>
                  <a:lnTo>
                    <a:pt x="861" y="1297"/>
                  </a:lnTo>
                  <a:cubicBezTo>
                    <a:pt x="861" y="1228"/>
                    <a:pt x="829" y="1163"/>
                    <a:pt x="792" y="1095"/>
                  </a:cubicBezTo>
                  <a:cubicBezTo>
                    <a:pt x="707" y="978"/>
                    <a:pt x="643" y="877"/>
                    <a:pt x="574" y="760"/>
                  </a:cubicBezTo>
                  <a:cubicBezTo>
                    <a:pt x="441" y="558"/>
                    <a:pt x="304" y="356"/>
                    <a:pt x="170" y="154"/>
                  </a:cubicBezTo>
                  <a:cubicBezTo>
                    <a:pt x="154" y="137"/>
                    <a:pt x="154" y="137"/>
                    <a:pt x="138" y="117"/>
                  </a:cubicBezTo>
                  <a:cubicBezTo>
                    <a:pt x="122" y="69"/>
                    <a:pt x="85"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0"/>
            <p:cNvSpPr/>
            <p:nvPr/>
          </p:nvSpPr>
          <p:spPr>
            <a:xfrm>
              <a:off x="2095190" y="3264908"/>
              <a:ext cx="5364" cy="40227"/>
            </a:xfrm>
            <a:custGeom>
              <a:rect b="b" l="l" r="r" t="t"/>
              <a:pathLst>
                <a:path extrusionOk="0" h="405" w="54">
                  <a:moveTo>
                    <a:pt x="53" y="0"/>
                  </a:moveTo>
                  <a:cubicBezTo>
                    <a:pt x="37" y="0"/>
                    <a:pt x="37" y="0"/>
                    <a:pt x="37" y="16"/>
                  </a:cubicBezTo>
                  <a:cubicBezTo>
                    <a:pt x="17" y="65"/>
                    <a:pt x="17" y="134"/>
                    <a:pt x="17" y="202"/>
                  </a:cubicBezTo>
                  <a:cubicBezTo>
                    <a:pt x="17" y="267"/>
                    <a:pt x="17" y="336"/>
                    <a:pt x="1" y="384"/>
                  </a:cubicBezTo>
                  <a:cubicBezTo>
                    <a:pt x="1" y="404"/>
                    <a:pt x="1" y="404"/>
                    <a:pt x="17" y="404"/>
                  </a:cubicBezTo>
                  <a:lnTo>
                    <a:pt x="37" y="404"/>
                  </a:lnTo>
                  <a:cubicBezTo>
                    <a:pt x="53" y="336"/>
                    <a:pt x="53" y="267"/>
                    <a:pt x="53" y="202"/>
                  </a:cubicBezTo>
                  <a:cubicBezTo>
                    <a:pt x="37" y="134"/>
                    <a:pt x="37" y="8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0"/>
            <p:cNvSpPr/>
            <p:nvPr/>
          </p:nvSpPr>
          <p:spPr>
            <a:xfrm>
              <a:off x="1271090" y="1276024"/>
              <a:ext cx="140545" cy="163290"/>
            </a:xfrm>
            <a:custGeom>
              <a:rect b="b" l="l" r="r" t="t"/>
              <a:pathLst>
                <a:path extrusionOk="0" h="1644" w="1415">
                  <a:moveTo>
                    <a:pt x="1399" y="0"/>
                  </a:moveTo>
                  <a:cubicBezTo>
                    <a:pt x="1398" y="0"/>
                    <a:pt x="1398" y="2"/>
                    <a:pt x="1398" y="8"/>
                  </a:cubicBezTo>
                  <a:cubicBezTo>
                    <a:pt x="1281" y="76"/>
                    <a:pt x="1164" y="129"/>
                    <a:pt x="1043" y="193"/>
                  </a:cubicBezTo>
                  <a:cubicBezTo>
                    <a:pt x="776" y="363"/>
                    <a:pt x="489" y="513"/>
                    <a:pt x="218" y="682"/>
                  </a:cubicBezTo>
                  <a:cubicBezTo>
                    <a:pt x="0" y="799"/>
                    <a:pt x="0" y="816"/>
                    <a:pt x="0" y="1070"/>
                  </a:cubicBezTo>
                  <a:lnTo>
                    <a:pt x="0" y="1240"/>
                  </a:lnTo>
                  <a:cubicBezTo>
                    <a:pt x="0" y="1373"/>
                    <a:pt x="0" y="1490"/>
                    <a:pt x="16" y="1624"/>
                  </a:cubicBezTo>
                  <a:lnTo>
                    <a:pt x="33" y="1644"/>
                  </a:lnTo>
                  <a:lnTo>
                    <a:pt x="53" y="1624"/>
                  </a:lnTo>
                  <a:cubicBezTo>
                    <a:pt x="33" y="1490"/>
                    <a:pt x="33" y="1357"/>
                    <a:pt x="33" y="1240"/>
                  </a:cubicBezTo>
                  <a:lnTo>
                    <a:pt x="33" y="1070"/>
                  </a:lnTo>
                  <a:cubicBezTo>
                    <a:pt x="33" y="816"/>
                    <a:pt x="33" y="816"/>
                    <a:pt x="235" y="698"/>
                  </a:cubicBezTo>
                  <a:cubicBezTo>
                    <a:pt x="505" y="549"/>
                    <a:pt x="792" y="379"/>
                    <a:pt x="1063" y="230"/>
                  </a:cubicBezTo>
                  <a:cubicBezTo>
                    <a:pt x="1180" y="161"/>
                    <a:pt x="1297" y="92"/>
                    <a:pt x="1398" y="28"/>
                  </a:cubicBezTo>
                  <a:cubicBezTo>
                    <a:pt x="1414" y="28"/>
                    <a:pt x="1414" y="8"/>
                    <a:pt x="1414" y="8"/>
                  </a:cubicBezTo>
                  <a:cubicBezTo>
                    <a:pt x="1403" y="8"/>
                    <a:pt x="1400" y="0"/>
                    <a:pt x="1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0"/>
            <p:cNvSpPr/>
            <p:nvPr/>
          </p:nvSpPr>
          <p:spPr>
            <a:xfrm>
              <a:off x="1378162" y="3085924"/>
              <a:ext cx="4966" cy="102007"/>
            </a:xfrm>
            <a:custGeom>
              <a:rect b="b" l="l" r="r" t="t"/>
              <a:pathLst>
                <a:path extrusionOk="0" h="1027" w="50">
                  <a:moveTo>
                    <a:pt x="17" y="1"/>
                  </a:moveTo>
                  <a:cubicBezTo>
                    <a:pt x="17" y="1"/>
                    <a:pt x="1" y="17"/>
                    <a:pt x="17" y="17"/>
                  </a:cubicBezTo>
                  <a:cubicBezTo>
                    <a:pt x="33" y="134"/>
                    <a:pt x="33" y="251"/>
                    <a:pt x="17" y="352"/>
                  </a:cubicBezTo>
                  <a:lnTo>
                    <a:pt x="17" y="522"/>
                  </a:lnTo>
                  <a:lnTo>
                    <a:pt x="17" y="857"/>
                  </a:lnTo>
                  <a:lnTo>
                    <a:pt x="17" y="1027"/>
                  </a:lnTo>
                  <a:lnTo>
                    <a:pt x="49" y="1027"/>
                  </a:lnTo>
                  <a:lnTo>
                    <a:pt x="49" y="857"/>
                  </a:lnTo>
                  <a:lnTo>
                    <a:pt x="49" y="522"/>
                  </a:lnTo>
                  <a:lnTo>
                    <a:pt x="49" y="352"/>
                  </a:lnTo>
                  <a:cubicBezTo>
                    <a:pt x="49" y="251"/>
                    <a:pt x="49" y="13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0"/>
            <p:cNvSpPr/>
            <p:nvPr/>
          </p:nvSpPr>
          <p:spPr>
            <a:xfrm>
              <a:off x="1252616" y="2111348"/>
              <a:ext cx="160609" cy="80354"/>
            </a:xfrm>
            <a:custGeom>
              <a:rect b="b" l="l" r="r" t="t"/>
              <a:pathLst>
                <a:path extrusionOk="0" h="809" w="1617">
                  <a:moveTo>
                    <a:pt x="1584" y="0"/>
                  </a:moveTo>
                  <a:lnTo>
                    <a:pt x="1382" y="101"/>
                  </a:lnTo>
                  <a:cubicBezTo>
                    <a:pt x="1229" y="166"/>
                    <a:pt x="1079" y="234"/>
                    <a:pt x="926" y="303"/>
                  </a:cubicBezTo>
                  <a:lnTo>
                    <a:pt x="760" y="384"/>
                  </a:lnTo>
                  <a:cubicBezTo>
                    <a:pt x="542" y="485"/>
                    <a:pt x="320" y="586"/>
                    <a:pt x="85" y="707"/>
                  </a:cubicBezTo>
                  <a:cubicBezTo>
                    <a:pt x="53" y="723"/>
                    <a:pt x="17" y="739"/>
                    <a:pt x="1" y="788"/>
                  </a:cubicBezTo>
                  <a:cubicBezTo>
                    <a:pt x="1" y="788"/>
                    <a:pt x="1" y="808"/>
                    <a:pt x="17" y="808"/>
                  </a:cubicBezTo>
                  <a:cubicBezTo>
                    <a:pt x="17" y="808"/>
                    <a:pt x="37" y="808"/>
                    <a:pt x="37" y="788"/>
                  </a:cubicBezTo>
                  <a:cubicBezTo>
                    <a:pt x="37" y="756"/>
                    <a:pt x="53" y="739"/>
                    <a:pt x="101" y="723"/>
                  </a:cubicBezTo>
                  <a:cubicBezTo>
                    <a:pt x="320" y="622"/>
                    <a:pt x="558" y="521"/>
                    <a:pt x="776" y="420"/>
                  </a:cubicBezTo>
                  <a:lnTo>
                    <a:pt x="946" y="335"/>
                  </a:lnTo>
                  <a:cubicBezTo>
                    <a:pt x="1095" y="267"/>
                    <a:pt x="1249" y="182"/>
                    <a:pt x="1382" y="117"/>
                  </a:cubicBezTo>
                  <a:lnTo>
                    <a:pt x="1600" y="16"/>
                  </a:lnTo>
                  <a:cubicBezTo>
                    <a:pt x="1616" y="16"/>
                    <a:pt x="1616" y="16"/>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0"/>
            <p:cNvSpPr/>
            <p:nvPr/>
          </p:nvSpPr>
          <p:spPr>
            <a:xfrm>
              <a:off x="931597" y="3244844"/>
              <a:ext cx="5364" cy="88300"/>
            </a:xfrm>
            <a:custGeom>
              <a:rect b="b" l="l" r="r" t="t"/>
              <a:pathLst>
                <a:path extrusionOk="0" h="889" w="54">
                  <a:moveTo>
                    <a:pt x="17" y="0"/>
                  </a:moveTo>
                  <a:cubicBezTo>
                    <a:pt x="17" y="0"/>
                    <a:pt x="1" y="0"/>
                    <a:pt x="1" y="16"/>
                  </a:cubicBezTo>
                  <a:lnTo>
                    <a:pt x="1" y="202"/>
                  </a:lnTo>
                  <a:lnTo>
                    <a:pt x="1" y="740"/>
                  </a:lnTo>
                  <a:lnTo>
                    <a:pt x="1" y="772"/>
                  </a:lnTo>
                  <a:cubicBezTo>
                    <a:pt x="1" y="808"/>
                    <a:pt x="1" y="840"/>
                    <a:pt x="17" y="889"/>
                  </a:cubicBezTo>
                  <a:lnTo>
                    <a:pt x="37" y="889"/>
                  </a:lnTo>
                  <a:cubicBezTo>
                    <a:pt x="53" y="889"/>
                    <a:pt x="53" y="873"/>
                    <a:pt x="53" y="873"/>
                  </a:cubicBezTo>
                  <a:cubicBezTo>
                    <a:pt x="37" y="840"/>
                    <a:pt x="37" y="808"/>
                    <a:pt x="37" y="772"/>
                  </a:cubicBezTo>
                  <a:lnTo>
                    <a:pt x="37" y="740"/>
                  </a:lnTo>
                  <a:lnTo>
                    <a:pt x="37" y="202"/>
                  </a:lnTo>
                  <a:lnTo>
                    <a:pt x="37" y="16"/>
                  </a:ln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0"/>
            <p:cNvSpPr/>
            <p:nvPr/>
          </p:nvSpPr>
          <p:spPr>
            <a:xfrm>
              <a:off x="791152" y="2649391"/>
              <a:ext cx="5364" cy="80354"/>
            </a:xfrm>
            <a:custGeom>
              <a:rect b="b" l="l" r="r" t="t"/>
              <a:pathLst>
                <a:path extrusionOk="0" h="809" w="54">
                  <a:moveTo>
                    <a:pt x="17" y="0"/>
                  </a:moveTo>
                  <a:cubicBezTo>
                    <a:pt x="1" y="0"/>
                    <a:pt x="1" y="0"/>
                    <a:pt x="1" y="17"/>
                  </a:cubicBezTo>
                  <a:cubicBezTo>
                    <a:pt x="17" y="170"/>
                    <a:pt x="17" y="340"/>
                    <a:pt x="17" y="505"/>
                  </a:cubicBezTo>
                  <a:lnTo>
                    <a:pt x="17" y="792"/>
                  </a:lnTo>
                  <a:cubicBezTo>
                    <a:pt x="17" y="792"/>
                    <a:pt x="17" y="808"/>
                    <a:pt x="37" y="808"/>
                  </a:cubicBezTo>
                  <a:lnTo>
                    <a:pt x="37" y="792"/>
                  </a:lnTo>
                  <a:lnTo>
                    <a:pt x="37" y="505"/>
                  </a:lnTo>
                  <a:cubicBezTo>
                    <a:pt x="53" y="340"/>
                    <a:pt x="53" y="17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0"/>
            <p:cNvSpPr/>
            <p:nvPr/>
          </p:nvSpPr>
          <p:spPr>
            <a:xfrm>
              <a:off x="672458" y="1604591"/>
              <a:ext cx="145710" cy="192293"/>
            </a:xfrm>
            <a:custGeom>
              <a:rect b="b" l="l" r="r" t="t"/>
              <a:pathLst>
                <a:path extrusionOk="0" h="1936" w="1467">
                  <a:moveTo>
                    <a:pt x="1398" y="0"/>
                  </a:moveTo>
                  <a:lnTo>
                    <a:pt x="1398" y="16"/>
                  </a:lnTo>
                  <a:cubicBezTo>
                    <a:pt x="1434" y="101"/>
                    <a:pt x="1434" y="170"/>
                    <a:pt x="1434" y="255"/>
                  </a:cubicBezTo>
                  <a:cubicBezTo>
                    <a:pt x="1414" y="303"/>
                    <a:pt x="1414" y="356"/>
                    <a:pt x="1414" y="404"/>
                  </a:cubicBezTo>
                  <a:cubicBezTo>
                    <a:pt x="1434" y="489"/>
                    <a:pt x="1434" y="590"/>
                    <a:pt x="1434" y="691"/>
                  </a:cubicBezTo>
                  <a:cubicBezTo>
                    <a:pt x="1434" y="776"/>
                    <a:pt x="1414" y="861"/>
                    <a:pt x="1434" y="941"/>
                  </a:cubicBezTo>
                  <a:cubicBezTo>
                    <a:pt x="1434" y="1026"/>
                    <a:pt x="1398" y="1079"/>
                    <a:pt x="1333" y="1127"/>
                  </a:cubicBezTo>
                  <a:cubicBezTo>
                    <a:pt x="1063" y="1264"/>
                    <a:pt x="828" y="1414"/>
                    <a:pt x="574" y="1547"/>
                  </a:cubicBezTo>
                  <a:cubicBezTo>
                    <a:pt x="473" y="1616"/>
                    <a:pt x="388" y="1668"/>
                    <a:pt x="287" y="1733"/>
                  </a:cubicBezTo>
                  <a:cubicBezTo>
                    <a:pt x="255" y="1749"/>
                    <a:pt x="238" y="1749"/>
                    <a:pt x="222" y="1769"/>
                  </a:cubicBezTo>
                  <a:cubicBezTo>
                    <a:pt x="154" y="1802"/>
                    <a:pt x="69" y="1850"/>
                    <a:pt x="0" y="1919"/>
                  </a:cubicBezTo>
                  <a:lnTo>
                    <a:pt x="0" y="1935"/>
                  </a:lnTo>
                  <a:lnTo>
                    <a:pt x="20" y="1935"/>
                  </a:lnTo>
                  <a:cubicBezTo>
                    <a:pt x="85" y="1870"/>
                    <a:pt x="154" y="1834"/>
                    <a:pt x="238" y="1786"/>
                  </a:cubicBezTo>
                  <a:cubicBezTo>
                    <a:pt x="255" y="1786"/>
                    <a:pt x="271" y="1769"/>
                    <a:pt x="287" y="1749"/>
                  </a:cubicBezTo>
                  <a:cubicBezTo>
                    <a:pt x="388" y="1701"/>
                    <a:pt x="489" y="1632"/>
                    <a:pt x="590" y="1584"/>
                  </a:cubicBezTo>
                  <a:cubicBezTo>
                    <a:pt x="828" y="1430"/>
                    <a:pt x="1079" y="1281"/>
                    <a:pt x="1333" y="1143"/>
                  </a:cubicBezTo>
                  <a:cubicBezTo>
                    <a:pt x="1434" y="1095"/>
                    <a:pt x="1467" y="1026"/>
                    <a:pt x="1450" y="941"/>
                  </a:cubicBezTo>
                  <a:lnTo>
                    <a:pt x="1450" y="691"/>
                  </a:lnTo>
                  <a:lnTo>
                    <a:pt x="1450" y="388"/>
                  </a:lnTo>
                  <a:lnTo>
                    <a:pt x="1450" y="255"/>
                  </a:lnTo>
                  <a:cubicBezTo>
                    <a:pt x="1467" y="186"/>
                    <a:pt x="1467" y="85"/>
                    <a:pt x="1414" y="16"/>
                  </a:cubicBezTo>
                  <a:cubicBezTo>
                    <a:pt x="1414" y="0"/>
                    <a:pt x="1414"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0"/>
            <p:cNvSpPr/>
            <p:nvPr/>
          </p:nvSpPr>
          <p:spPr>
            <a:xfrm>
              <a:off x="1256191" y="2643332"/>
              <a:ext cx="162198" cy="230434"/>
            </a:xfrm>
            <a:custGeom>
              <a:rect b="b" l="l" r="r" t="t"/>
              <a:pathLst>
                <a:path extrusionOk="0" h="2320" w="1633">
                  <a:moveTo>
                    <a:pt x="1539" y="1"/>
                  </a:moveTo>
                  <a:cubicBezTo>
                    <a:pt x="1519" y="1"/>
                    <a:pt x="1498" y="5"/>
                    <a:pt x="1479" y="13"/>
                  </a:cubicBezTo>
                  <a:cubicBezTo>
                    <a:pt x="1294" y="78"/>
                    <a:pt x="1128" y="162"/>
                    <a:pt x="958" y="231"/>
                  </a:cubicBezTo>
                  <a:lnTo>
                    <a:pt x="809" y="280"/>
                  </a:lnTo>
                  <a:cubicBezTo>
                    <a:pt x="724" y="316"/>
                    <a:pt x="655" y="348"/>
                    <a:pt x="570" y="381"/>
                  </a:cubicBezTo>
                  <a:cubicBezTo>
                    <a:pt x="385" y="465"/>
                    <a:pt x="203" y="534"/>
                    <a:pt x="1" y="603"/>
                  </a:cubicBezTo>
                  <a:lnTo>
                    <a:pt x="1" y="619"/>
                  </a:lnTo>
                  <a:lnTo>
                    <a:pt x="17" y="619"/>
                  </a:lnTo>
                  <a:cubicBezTo>
                    <a:pt x="203" y="566"/>
                    <a:pt x="405" y="481"/>
                    <a:pt x="587" y="401"/>
                  </a:cubicBezTo>
                  <a:cubicBezTo>
                    <a:pt x="655" y="381"/>
                    <a:pt x="740" y="348"/>
                    <a:pt x="809" y="316"/>
                  </a:cubicBezTo>
                  <a:lnTo>
                    <a:pt x="974" y="247"/>
                  </a:lnTo>
                  <a:cubicBezTo>
                    <a:pt x="1144" y="179"/>
                    <a:pt x="1314" y="114"/>
                    <a:pt x="1479" y="45"/>
                  </a:cubicBezTo>
                  <a:cubicBezTo>
                    <a:pt x="1506" y="37"/>
                    <a:pt x="1523" y="33"/>
                    <a:pt x="1537" y="33"/>
                  </a:cubicBezTo>
                  <a:cubicBezTo>
                    <a:pt x="1552" y="33"/>
                    <a:pt x="1564" y="37"/>
                    <a:pt x="1580" y="45"/>
                  </a:cubicBezTo>
                  <a:cubicBezTo>
                    <a:pt x="1597" y="61"/>
                    <a:pt x="1597" y="78"/>
                    <a:pt x="1597" y="114"/>
                  </a:cubicBezTo>
                  <a:cubicBezTo>
                    <a:pt x="1597" y="231"/>
                    <a:pt x="1597" y="364"/>
                    <a:pt x="1580" y="481"/>
                  </a:cubicBezTo>
                  <a:lnTo>
                    <a:pt x="1580" y="720"/>
                  </a:lnTo>
                  <a:cubicBezTo>
                    <a:pt x="1580" y="768"/>
                    <a:pt x="1564" y="784"/>
                    <a:pt x="1496" y="805"/>
                  </a:cubicBezTo>
                  <a:cubicBezTo>
                    <a:pt x="1261" y="885"/>
                    <a:pt x="1027" y="986"/>
                    <a:pt x="809" y="1071"/>
                  </a:cubicBezTo>
                  <a:cubicBezTo>
                    <a:pt x="607" y="1156"/>
                    <a:pt x="405" y="1241"/>
                    <a:pt x="203" y="1310"/>
                  </a:cubicBezTo>
                  <a:cubicBezTo>
                    <a:pt x="134" y="1342"/>
                    <a:pt x="102" y="1374"/>
                    <a:pt x="102" y="1443"/>
                  </a:cubicBezTo>
                  <a:lnTo>
                    <a:pt x="102" y="1714"/>
                  </a:lnTo>
                  <a:cubicBezTo>
                    <a:pt x="102" y="1916"/>
                    <a:pt x="102" y="2118"/>
                    <a:pt x="118" y="2320"/>
                  </a:cubicBezTo>
                  <a:lnTo>
                    <a:pt x="134" y="2320"/>
                  </a:lnTo>
                  <a:cubicBezTo>
                    <a:pt x="118" y="2118"/>
                    <a:pt x="134" y="1916"/>
                    <a:pt x="134" y="1714"/>
                  </a:cubicBezTo>
                  <a:lnTo>
                    <a:pt x="134" y="1443"/>
                  </a:lnTo>
                  <a:cubicBezTo>
                    <a:pt x="134" y="1374"/>
                    <a:pt x="166" y="1358"/>
                    <a:pt x="219" y="1342"/>
                  </a:cubicBezTo>
                  <a:cubicBezTo>
                    <a:pt x="421" y="1257"/>
                    <a:pt x="623" y="1172"/>
                    <a:pt x="809" y="1108"/>
                  </a:cubicBezTo>
                  <a:cubicBezTo>
                    <a:pt x="1043" y="1007"/>
                    <a:pt x="1277" y="922"/>
                    <a:pt x="1516" y="837"/>
                  </a:cubicBezTo>
                  <a:cubicBezTo>
                    <a:pt x="1564" y="805"/>
                    <a:pt x="1597" y="784"/>
                    <a:pt x="1597" y="720"/>
                  </a:cubicBezTo>
                  <a:cubicBezTo>
                    <a:pt x="1597" y="635"/>
                    <a:pt x="1617" y="566"/>
                    <a:pt x="1617" y="481"/>
                  </a:cubicBezTo>
                  <a:cubicBezTo>
                    <a:pt x="1617" y="364"/>
                    <a:pt x="1633" y="231"/>
                    <a:pt x="1633" y="114"/>
                  </a:cubicBezTo>
                  <a:cubicBezTo>
                    <a:pt x="1633" y="61"/>
                    <a:pt x="1617" y="29"/>
                    <a:pt x="1597" y="13"/>
                  </a:cubicBezTo>
                  <a:cubicBezTo>
                    <a:pt x="1580" y="5"/>
                    <a:pt x="1560" y="1"/>
                    <a:pt x="1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0"/>
            <p:cNvSpPr/>
            <p:nvPr/>
          </p:nvSpPr>
          <p:spPr>
            <a:xfrm>
              <a:off x="2167002" y="3353109"/>
              <a:ext cx="6953" cy="38637"/>
            </a:xfrm>
            <a:custGeom>
              <a:rect b="b" l="l" r="r" t="t"/>
              <a:pathLst>
                <a:path extrusionOk="0" h="389" w="70">
                  <a:moveTo>
                    <a:pt x="53" y="1"/>
                  </a:moveTo>
                  <a:cubicBezTo>
                    <a:pt x="53" y="1"/>
                    <a:pt x="37" y="1"/>
                    <a:pt x="37" y="21"/>
                  </a:cubicBezTo>
                  <a:cubicBezTo>
                    <a:pt x="21" y="70"/>
                    <a:pt x="21" y="138"/>
                    <a:pt x="21" y="203"/>
                  </a:cubicBezTo>
                  <a:cubicBezTo>
                    <a:pt x="21" y="255"/>
                    <a:pt x="37" y="324"/>
                    <a:pt x="21" y="373"/>
                  </a:cubicBezTo>
                  <a:cubicBezTo>
                    <a:pt x="1" y="389"/>
                    <a:pt x="21" y="389"/>
                    <a:pt x="21" y="389"/>
                  </a:cubicBezTo>
                  <a:lnTo>
                    <a:pt x="37" y="389"/>
                  </a:lnTo>
                  <a:cubicBezTo>
                    <a:pt x="53" y="324"/>
                    <a:pt x="53" y="255"/>
                    <a:pt x="53" y="203"/>
                  </a:cubicBezTo>
                  <a:cubicBezTo>
                    <a:pt x="53" y="138"/>
                    <a:pt x="53" y="86"/>
                    <a:pt x="70" y="21"/>
                  </a:cubicBezTo>
                  <a:cubicBezTo>
                    <a:pt x="70" y="21"/>
                    <a:pt x="70"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0"/>
            <p:cNvSpPr/>
            <p:nvPr/>
          </p:nvSpPr>
          <p:spPr>
            <a:xfrm>
              <a:off x="1740897" y="2459184"/>
              <a:ext cx="142134" cy="290625"/>
            </a:xfrm>
            <a:custGeom>
              <a:rect b="b" l="l" r="r" t="t"/>
              <a:pathLst>
                <a:path extrusionOk="0" h="2926" w="1431">
                  <a:moveTo>
                    <a:pt x="41" y="1"/>
                  </a:moveTo>
                  <a:cubicBezTo>
                    <a:pt x="37" y="1"/>
                    <a:pt x="33" y="5"/>
                    <a:pt x="33" y="13"/>
                  </a:cubicBezTo>
                  <a:cubicBezTo>
                    <a:pt x="1" y="65"/>
                    <a:pt x="1" y="114"/>
                    <a:pt x="1" y="166"/>
                  </a:cubicBezTo>
                  <a:lnTo>
                    <a:pt x="1" y="336"/>
                  </a:lnTo>
                  <a:lnTo>
                    <a:pt x="1" y="922"/>
                  </a:lnTo>
                  <a:cubicBezTo>
                    <a:pt x="1" y="1006"/>
                    <a:pt x="17" y="1059"/>
                    <a:pt x="69" y="1124"/>
                  </a:cubicBezTo>
                  <a:cubicBezTo>
                    <a:pt x="271" y="1378"/>
                    <a:pt x="453" y="1649"/>
                    <a:pt x="639" y="1915"/>
                  </a:cubicBezTo>
                  <a:cubicBezTo>
                    <a:pt x="793" y="2134"/>
                    <a:pt x="958" y="2356"/>
                    <a:pt x="1112" y="2574"/>
                  </a:cubicBezTo>
                  <a:cubicBezTo>
                    <a:pt x="1144" y="2606"/>
                    <a:pt x="1180" y="2638"/>
                    <a:pt x="1197" y="2675"/>
                  </a:cubicBezTo>
                  <a:cubicBezTo>
                    <a:pt x="1245" y="2776"/>
                    <a:pt x="1314" y="2861"/>
                    <a:pt x="1399" y="2925"/>
                  </a:cubicBezTo>
                  <a:lnTo>
                    <a:pt x="1415" y="2925"/>
                  </a:lnTo>
                  <a:lnTo>
                    <a:pt x="1415" y="2909"/>
                  </a:lnTo>
                  <a:cubicBezTo>
                    <a:pt x="1431" y="2909"/>
                    <a:pt x="1431" y="2909"/>
                    <a:pt x="1415" y="2893"/>
                  </a:cubicBezTo>
                  <a:cubicBezTo>
                    <a:pt x="1330" y="2840"/>
                    <a:pt x="1261" y="2760"/>
                    <a:pt x="1213" y="2675"/>
                  </a:cubicBezTo>
                  <a:cubicBezTo>
                    <a:pt x="1197" y="2622"/>
                    <a:pt x="1160" y="2590"/>
                    <a:pt x="1144" y="2558"/>
                  </a:cubicBezTo>
                  <a:cubicBezTo>
                    <a:pt x="978" y="2335"/>
                    <a:pt x="825" y="2117"/>
                    <a:pt x="675" y="1899"/>
                  </a:cubicBezTo>
                  <a:cubicBezTo>
                    <a:pt x="490" y="1629"/>
                    <a:pt x="288" y="1362"/>
                    <a:pt x="86" y="1107"/>
                  </a:cubicBezTo>
                  <a:cubicBezTo>
                    <a:pt x="49" y="1059"/>
                    <a:pt x="33" y="990"/>
                    <a:pt x="33" y="922"/>
                  </a:cubicBezTo>
                  <a:lnTo>
                    <a:pt x="33" y="336"/>
                  </a:lnTo>
                  <a:lnTo>
                    <a:pt x="33" y="166"/>
                  </a:lnTo>
                  <a:cubicBezTo>
                    <a:pt x="33" y="114"/>
                    <a:pt x="33" y="65"/>
                    <a:pt x="49" y="33"/>
                  </a:cubicBezTo>
                  <a:cubicBezTo>
                    <a:pt x="69" y="13"/>
                    <a:pt x="49" y="13"/>
                    <a:pt x="49" y="13"/>
                  </a:cubicBezTo>
                  <a:cubicBezTo>
                    <a:pt x="49" y="5"/>
                    <a:pt x="45"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0"/>
            <p:cNvSpPr/>
            <p:nvPr/>
          </p:nvSpPr>
          <p:spPr>
            <a:xfrm>
              <a:off x="672458" y="1758247"/>
              <a:ext cx="145710" cy="204312"/>
            </a:xfrm>
            <a:custGeom>
              <a:rect b="b" l="l" r="r" t="t"/>
              <a:pathLst>
                <a:path extrusionOk="0" h="2057" w="1467">
                  <a:moveTo>
                    <a:pt x="1398" y="0"/>
                  </a:moveTo>
                  <a:lnTo>
                    <a:pt x="1398" y="20"/>
                  </a:lnTo>
                  <a:cubicBezTo>
                    <a:pt x="1450" y="101"/>
                    <a:pt x="1434" y="186"/>
                    <a:pt x="1434" y="271"/>
                  </a:cubicBezTo>
                  <a:cubicBezTo>
                    <a:pt x="1414" y="323"/>
                    <a:pt x="1414" y="372"/>
                    <a:pt x="1414" y="424"/>
                  </a:cubicBezTo>
                  <a:cubicBezTo>
                    <a:pt x="1434" y="558"/>
                    <a:pt x="1434" y="707"/>
                    <a:pt x="1434" y="845"/>
                  </a:cubicBezTo>
                  <a:lnTo>
                    <a:pt x="1434" y="1148"/>
                  </a:lnTo>
                  <a:cubicBezTo>
                    <a:pt x="1434" y="1232"/>
                    <a:pt x="1398" y="1265"/>
                    <a:pt x="1333" y="1313"/>
                  </a:cubicBezTo>
                  <a:cubicBezTo>
                    <a:pt x="978" y="1499"/>
                    <a:pt x="626" y="1685"/>
                    <a:pt x="287" y="1871"/>
                  </a:cubicBezTo>
                  <a:lnTo>
                    <a:pt x="20" y="2020"/>
                  </a:lnTo>
                  <a:lnTo>
                    <a:pt x="0" y="2040"/>
                  </a:lnTo>
                  <a:lnTo>
                    <a:pt x="0" y="2056"/>
                  </a:lnTo>
                  <a:lnTo>
                    <a:pt x="37" y="2056"/>
                  </a:lnTo>
                  <a:lnTo>
                    <a:pt x="303" y="1903"/>
                  </a:lnTo>
                  <a:cubicBezTo>
                    <a:pt x="642" y="1717"/>
                    <a:pt x="994" y="1515"/>
                    <a:pt x="1333" y="1333"/>
                  </a:cubicBezTo>
                  <a:cubicBezTo>
                    <a:pt x="1414" y="1297"/>
                    <a:pt x="1467" y="1249"/>
                    <a:pt x="1450" y="1148"/>
                  </a:cubicBezTo>
                  <a:lnTo>
                    <a:pt x="1450" y="845"/>
                  </a:lnTo>
                  <a:lnTo>
                    <a:pt x="1450" y="424"/>
                  </a:lnTo>
                  <a:lnTo>
                    <a:pt x="1450" y="271"/>
                  </a:lnTo>
                  <a:cubicBezTo>
                    <a:pt x="1467" y="186"/>
                    <a:pt x="1467" y="85"/>
                    <a:pt x="14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0"/>
            <p:cNvSpPr/>
            <p:nvPr/>
          </p:nvSpPr>
          <p:spPr>
            <a:xfrm>
              <a:off x="869817" y="3147009"/>
              <a:ext cx="336314" cy="208285"/>
            </a:xfrm>
            <a:custGeom>
              <a:rect b="b" l="l" r="r" t="t"/>
              <a:pathLst>
                <a:path extrusionOk="0" h="2097" w="3386">
                  <a:moveTo>
                    <a:pt x="3371" y="0"/>
                  </a:moveTo>
                  <a:cubicBezTo>
                    <a:pt x="3368" y="0"/>
                    <a:pt x="3366" y="2"/>
                    <a:pt x="3366" y="8"/>
                  </a:cubicBezTo>
                  <a:cubicBezTo>
                    <a:pt x="3184" y="56"/>
                    <a:pt x="2998" y="125"/>
                    <a:pt x="2812" y="193"/>
                  </a:cubicBezTo>
                  <a:cubicBezTo>
                    <a:pt x="2610" y="278"/>
                    <a:pt x="2408" y="343"/>
                    <a:pt x="2222" y="412"/>
                  </a:cubicBezTo>
                  <a:cubicBezTo>
                    <a:pt x="2073" y="460"/>
                    <a:pt x="1936" y="513"/>
                    <a:pt x="1786" y="561"/>
                  </a:cubicBezTo>
                  <a:cubicBezTo>
                    <a:pt x="1483" y="682"/>
                    <a:pt x="1164" y="783"/>
                    <a:pt x="841" y="900"/>
                  </a:cubicBezTo>
                  <a:cubicBezTo>
                    <a:pt x="708" y="933"/>
                    <a:pt x="590" y="985"/>
                    <a:pt x="457" y="1034"/>
                  </a:cubicBezTo>
                  <a:cubicBezTo>
                    <a:pt x="356" y="1066"/>
                    <a:pt x="235" y="1102"/>
                    <a:pt x="118" y="1151"/>
                  </a:cubicBezTo>
                  <a:cubicBezTo>
                    <a:pt x="33" y="1167"/>
                    <a:pt x="1" y="1220"/>
                    <a:pt x="1" y="1321"/>
                  </a:cubicBezTo>
                  <a:lnTo>
                    <a:pt x="1" y="1741"/>
                  </a:lnTo>
                  <a:lnTo>
                    <a:pt x="1" y="1943"/>
                  </a:lnTo>
                  <a:lnTo>
                    <a:pt x="1" y="1975"/>
                  </a:lnTo>
                  <a:cubicBezTo>
                    <a:pt x="1" y="2011"/>
                    <a:pt x="1" y="2060"/>
                    <a:pt x="33" y="2096"/>
                  </a:cubicBezTo>
                  <a:lnTo>
                    <a:pt x="53" y="2096"/>
                  </a:lnTo>
                  <a:lnTo>
                    <a:pt x="53" y="2060"/>
                  </a:lnTo>
                  <a:cubicBezTo>
                    <a:pt x="33" y="2044"/>
                    <a:pt x="33" y="2011"/>
                    <a:pt x="33" y="1975"/>
                  </a:cubicBezTo>
                  <a:lnTo>
                    <a:pt x="33" y="1943"/>
                  </a:lnTo>
                  <a:lnTo>
                    <a:pt x="33" y="1741"/>
                  </a:lnTo>
                  <a:lnTo>
                    <a:pt x="33" y="1321"/>
                  </a:lnTo>
                  <a:cubicBezTo>
                    <a:pt x="33" y="1236"/>
                    <a:pt x="53" y="1203"/>
                    <a:pt x="134" y="1167"/>
                  </a:cubicBezTo>
                  <a:cubicBezTo>
                    <a:pt x="235" y="1135"/>
                    <a:pt x="356" y="1086"/>
                    <a:pt x="473" y="1050"/>
                  </a:cubicBezTo>
                  <a:cubicBezTo>
                    <a:pt x="590" y="1001"/>
                    <a:pt x="724" y="965"/>
                    <a:pt x="841" y="917"/>
                  </a:cubicBezTo>
                  <a:cubicBezTo>
                    <a:pt x="1164" y="816"/>
                    <a:pt x="1483" y="698"/>
                    <a:pt x="1802" y="581"/>
                  </a:cubicBezTo>
                  <a:cubicBezTo>
                    <a:pt x="1936" y="529"/>
                    <a:pt x="2089" y="480"/>
                    <a:pt x="2222" y="444"/>
                  </a:cubicBezTo>
                  <a:cubicBezTo>
                    <a:pt x="2424" y="359"/>
                    <a:pt x="2626" y="294"/>
                    <a:pt x="2812" y="226"/>
                  </a:cubicBezTo>
                  <a:cubicBezTo>
                    <a:pt x="2998" y="157"/>
                    <a:pt x="3184" y="92"/>
                    <a:pt x="3366" y="24"/>
                  </a:cubicBezTo>
                  <a:cubicBezTo>
                    <a:pt x="3386" y="24"/>
                    <a:pt x="3386" y="8"/>
                    <a:pt x="3386" y="8"/>
                  </a:cubicBezTo>
                  <a:cubicBezTo>
                    <a:pt x="3386" y="8"/>
                    <a:pt x="3377" y="0"/>
                    <a:pt x="3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0"/>
            <p:cNvSpPr/>
            <p:nvPr/>
          </p:nvSpPr>
          <p:spPr>
            <a:xfrm>
              <a:off x="1334459" y="3276529"/>
              <a:ext cx="5364" cy="102007"/>
            </a:xfrm>
            <a:custGeom>
              <a:rect b="b" l="l" r="r" t="t"/>
              <a:pathLst>
                <a:path extrusionOk="0" h="1027" w="54">
                  <a:moveTo>
                    <a:pt x="21" y="0"/>
                  </a:moveTo>
                  <a:cubicBezTo>
                    <a:pt x="1" y="0"/>
                    <a:pt x="1" y="17"/>
                    <a:pt x="1" y="17"/>
                  </a:cubicBezTo>
                  <a:lnTo>
                    <a:pt x="1" y="235"/>
                  </a:lnTo>
                  <a:lnTo>
                    <a:pt x="1" y="873"/>
                  </a:lnTo>
                  <a:lnTo>
                    <a:pt x="1" y="909"/>
                  </a:lnTo>
                  <a:cubicBezTo>
                    <a:pt x="1" y="942"/>
                    <a:pt x="1" y="994"/>
                    <a:pt x="21" y="1026"/>
                  </a:cubicBezTo>
                  <a:lnTo>
                    <a:pt x="37" y="1026"/>
                  </a:lnTo>
                  <a:cubicBezTo>
                    <a:pt x="37" y="1026"/>
                    <a:pt x="53" y="1026"/>
                    <a:pt x="37" y="1010"/>
                  </a:cubicBezTo>
                  <a:cubicBezTo>
                    <a:pt x="21" y="974"/>
                    <a:pt x="37" y="942"/>
                    <a:pt x="37" y="909"/>
                  </a:cubicBezTo>
                  <a:lnTo>
                    <a:pt x="37" y="873"/>
                  </a:lnTo>
                  <a:lnTo>
                    <a:pt x="37" y="235"/>
                  </a:lnTo>
                  <a:lnTo>
                    <a:pt x="37" y="17"/>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0"/>
            <p:cNvSpPr/>
            <p:nvPr/>
          </p:nvSpPr>
          <p:spPr>
            <a:xfrm>
              <a:off x="1414714" y="3420153"/>
              <a:ext cx="87207" cy="180672"/>
            </a:xfrm>
            <a:custGeom>
              <a:rect b="b" l="l" r="r" t="t"/>
              <a:pathLst>
                <a:path extrusionOk="0" h="1819" w="878">
                  <a:moveTo>
                    <a:pt x="1" y="1"/>
                  </a:moveTo>
                  <a:lnTo>
                    <a:pt x="1" y="17"/>
                  </a:lnTo>
                  <a:cubicBezTo>
                    <a:pt x="170" y="134"/>
                    <a:pt x="324" y="271"/>
                    <a:pt x="473" y="405"/>
                  </a:cubicBezTo>
                  <a:cubicBezTo>
                    <a:pt x="558" y="506"/>
                    <a:pt x="659" y="590"/>
                    <a:pt x="776" y="675"/>
                  </a:cubicBezTo>
                  <a:cubicBezTo>
                    <a:pt x="829" y="724"/>
                    <a:pt x="845" y="792"/>
                    <a:pt x="845" y="877"/>
                  </a:cubicBezTo>
                  <a:lnTo>
                    <a:pt x="845" y="1499"/>
                  </a:lnTo>
                  <a:lnTo>
                    <a:pt x="845" y="1669"/>
                  </a:lnTo>
                  <a:cubicBezTo>
                    <a:pt x="845" y="1701"/>
                    <a:pt x="845" y="1750"/>
                    <a:pt x="808" y="1802"/>
                  </a:cubicBezTo>
                  <a:lnTo>
                    <a:pt x="829" y="1818"/>
                  </a:lnTo>
                  <a:lnTo>
                    <a:pt x="845" y="1802"/>
                  </a:lnTo>
                  <a:cubicBezTo>
                    <a:pt x="877" y="1770"/>
                    <a:pt x="877" y="1717"/>
                    <a:pt x="877" y="1669"/>
                  </a:cubicBezTo>
                  <a:lnTo>
                    <a:pt x="877" y="1499"/>
                  </a:lnTo>
                  <a:cubicBezTo>
                    <a:pt x="877" y="1297"/>
                    <a:pt x="861" y="1079"/>
                    <a:pt x="877" y="877"/>
                  </a:cubicBezTo>
                  <a:cubicBezTo>
                    <a:pt x="877" y="792"/>
                    <a:pt x="861" y="708"/>
                    <a:pt x="792" y="659"/>
                  </a:cubicBezTo>
                  <a:cubicBezTo>
                    <a:pt x="675" y="574"/>
                    <a:pt x="574" y="473"/>
                    <a:pt x="489" y="388"/>
                  </a:cubicBezTo>
                  <a:cubicBezTo>
                    <a:pt x="340" y="255"/>
                    <a:pt x="170" y="11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0"/>
            <p:cNvSpPr/>
            <p:nvPr/>
          </p:nvSpPr>
          <p:spPr>
            <a:xfrm>
              <a:off x="1182393" y="3156147"/>
              <a:ext cx="6953" cy="93564"/>
            </a:xfrm>
            <a:custGeom>
              <a:rect b="b" l="l" r="r" t="t"/>
              <a:pathLst>
                <a:path extrusionOk="0" h="942" w="70">
                  <a:moveTo>
                    <a:pt x="17" y="0"/>
                  </a:moveTo>
                  <a:lnTo>
                    <a:pt x="1" y="17"/>
                  </a:lnTo>
                  <a:cubicBezTo>
                    <a:pt x="17" y="166"/>
                    <a:pt x="17" y="320"/>
                    <a:pt x="17" y="453"/>
                  </a:cubicBezTo>
                  <a:lnTo>
                    <a:pt x="17" y="724"/>
                  </a:lnTo>
                  <a:lnTo>
                    <a:pt x="17" y="792"/>
                  </a:lnTo>
                  <a:cubicBezTo>
                    <a:pt x="17" y="841"/>
                    <a:pt x="17" y="893"/>
                    <a:pt x="37" y="942"/>
                  </a:cubicBezTo>
                  <a:lnTo>
                    <a:pt x="53" y="942"/>
                  </a:lnTo>
                  <a:cubicBezTo>
                    <a:pt x="53" y="942"/>
                    <a:pt x="69" y="942"/>
                    <a:pt x="53" y="926"/>
                  </a:cubicBezTo>
                  <a:cubicBezTo>
                    <a:pt x="37" y="893"/>
                    <a:pt x="53" y="841"/>
                    <a:pt x="53" y="792"/>
                  </a:cubicBezTo>
                  <a:lnTo>
                    <a:pt x="53" y="724"/>
                  </a:lnTo>
                  <a:lnTo>
                    <a:pt x="53" y="453"/>
                  </a:lnTo>
                  <a:cubicBezTo>
                    <a:pt x="53" y="320"/>
                    <a:pt x="53" y="166"/>
                    <a:pt x="37" y="17"/>
                  </a:cubicBez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0"/>
            <p:cNvSpPr/>
            <p:nvPr/>
          </p:nvSpPr>
          <p:spPr>
            <a:xfrm>
              <a:off x="746257" y="3311392"/>
              <a:ext cx="4867" cy="80354"/>
            </a:xfrm>
            <a:custGeom>
              <a:rect b="b" l="l" r="r" t="t"/>
              <a:pathLst>
                <a:path extrusionOk="0" h="809" w="49">
                  <a:moveTo>
                    <a:pt x="0" y="1"/>
                  </a:moveTo>
                  <a:lnTo>
                    <a:pt x="0" y="17"/>
                  </a:lnTo>
                  <a:cubicBezTo>
                    <a:pt x="17" y="154"/>
                    <a:pt x="17" y="288"/>
                    <a:pt x="0" y="405"/>
                  </a:cubicBezTo>
                  <a:lnTo>
                    <a:pt x="0" y="659"/>
                  </a:lnTo>
                  <a:cubicBezTo>
                    <a:pt x="17" y="675"/>
                    <a:pt x="0" y="675"/>
                    <a:pt x="0" y="692"/>
                  </a:cubicBezTo>
                  <a:cubicBezTo>
                    <a:pt x="0" y="724"/>
                    <a:pt x="0" y="776"/>
                    <a:pt x="17" y="809"/>
                  </a:cubicBezTo>
                  <a:lnTo>
                    <a:pt x="33" y="809"/>
                  </a:lnTo>
                  <a:cubicBezTo>
                    <a:pt x="49" y="809"/>
                    <a:pt x="49" y="809"/>
                    <a:pt x="49" y="793"/>
                  </a:cubicBezTo>
                  <a:cubicBezTo>
                    <a:pt x="33" y="760"/>
                    <a:pt x="33" y="724"/>
                    <a:pt x="33" y="692"/>
                  </a:cubicBezTo>
                  <a:lnTo>
                    <a:pt x="33" y="659"/>
                  </a:lnTo>
                  <a:lnTo>
                    <a:pt x="33" y="405"/>
                  </a:lnTo>
                  <a:cubicBezTo>
                    <a:pt x="33" y="288"/>
                    <a:pt x="33" y="154"/>
                    <a:pt x="17" y="17"/>
                  </a:cubicBezTo>
                  <a:cubicBezTo>
                    <a:pt x="17" y="1"/>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0"/>
            <p:cNvSpPr/>
            <p:nvPr/>
          </p:nvSpPr>
          <p:spPr>
            <a:xfrm>
              <a:off x="1135809" y="2494146"/>
              <a:ext cx="4966" cy="86711"/>
            </a:xfrm>
            <a:custGeom>
              <a:rect b="b" l="l" r="r" t="t"/>
              <a:pathLst>
                <a:path extrusionOk="0" h="873" w="50">
                  <a:moveTo>
                    <a:pt x="1" y="0"/>
                  </a:moveTo>
                  <a:cubicBezTo>
                    <a:pt x="33" y="202"/>
                    <a:pt x="17" y="404"/>
                    <a:pt x="17" y="606"/>
                  </a:cubicBezTo>
                  <a:lnTo>
                    <a:pt x="17" y="707"/>
                  </a:lnTo>
                  <a:lnTo>
                    <a:pt x="17" y="792"/>
                  </a:lnTo>
                  <a:cubicBezTo>
                    <a:pt x="33" y="808"/>
                    <a:pt x="33" y="840"/>
                    <a:pt x="33" y="856"/>
                  </a:cubicBezTo>
                  <a:cubicBezTo>
                    <a:pt x="33" y="856"/>
                    <a:pt x="33" y="873"/>
                    <a:pt x="49" y="873"/>
                  </a:cubicBezTo>
                  <a:lnTo>
                    <a:pt x="49" y="856"/>
                  </a:lnTo>
                  <a:lnTo>
                    <a:pt x="49" y="792"/>
                  </a:lnTo>
                  <a:cubicBezTo>
                    <a:pt x="49" y="755"/>
                    <a:pt x="33" y="739"/>
                    <a:pt x="33" y="707"/>
                  </a:cubicBezTo>
                  <a:lnTo>
                    <a:pt x="33" y="606"/>
                  </a:lnTo>
                  <a:cubicBezTo>
                    <a:pt x="49" y="404"/>
                    <a:pt x="49" y="202"/>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0"/>
            <p:cNvSpPr/>
            <p:nvPr/>
          </p:nvSpPr>
          <p:spPr>
            <a:xfrm>
              <a:off x="2081979" y="3463459"/>
              <a:ext cx="100418" cy="117303"/>
            </a:xfrm>
            <a:custGeom>
              <a:rect b="b" l="l" r="r" t="t"/>
              <a:pathLst>
                <a:path extrusionOk="0" h="1181" w="1011">
                  <a:moveTo>
                    <a:pt x="17" y="1"/>
                  </a:moveTo>
                  <a:cubicBezTo>
                    <a:pt x="17" y="1"/>
                    <a:pt x="1" y="1"/>
                    <a:pt x="1" y="21"/>
                  </a:cubicBezTo>
                  <a:cubicBezTo>
                    <a:pt x="1" y="122"/>
                    <a:pt x="69" y="171"/>
                    <a:pt x="134" y="239"/>
                  </a:cubicBezTo>
                  <a:cubicBezTo>
                    <a:pt x="150" y="255"/>
                    <a:pt x="186" y="272"/>
                    <a:pt x="202" y="304"/>
                  </a:cubicBezTo>
                  <a:cubicBezTo>
                    <a:pt x="404" y="558"/>
                    <a:pt x="639" y="809"/>
                    <a:pt x="841" y="1063"/>
                  </a:cubicBezTo>
                  <a:lnTo>
                    <a:pt x="857" y="1079"/>
                  </a:lnTo>
                  <a:lnTo>
                    <a:pt x="877" y="1096"/>
                  </a:lnTo>
                  <a:cubicBezTo>
                    <a:pt x="909" y="1132"/>
                    <a:pt x="942" y="1180"/>
                    <a:pt x="994" y="1180"/>
                  </a:cubicBezTo>
                  <a:lnTo>
                    <a:pt x="1010" y="1180"/>
                  </a:lnTo>
                  <a:lnTo>
                    <a:pt x="1010" y="1164"/>
                  </a:lnTo>
                  <a:cubicBezTo>
                    <a:pt x="1010" y="1148"/>
                    <a:pt x="1010" y="1148"/>
                    <a:pt x="994" y="1148"/>
                  </a:cubicBezTo>
                  <a:cubicBezTo>
                    <a:pt x="958" y="1148"/>
                    <a:pt x="926" y="1112"/>
                    <a:pt x="893" y="1079"/>
                  </a:cubicBezTo>
                  <a:cubicBezTo>
                    <a:pt x="893" y="1079"/>
                    <a:pt x="893" y="1063"/>
                    <a:pt x="877" y="1063"/>
                  </a:cubicBezTo>
                  <a:lnTo>
                    <a:pt x="877" y="1047"/>
                  </a:lnTo>
                  <a:cubicBezTo>
                    <a:pt x="655" y="793"/>
                    <a:pt x="421" y="542"/>
                    <a:pt x="219" y="288"/>
                  </a:cubicBezTo>
                  <a:cubicBezTo>
                    <a:pt x="202" y="255"/>
                    <a:pt x="170" y="239"/>
                    <a:pt x="150" y="223"/>
                  </a:cubicBezTo>
                  <a:cubicBezTo>
                    <a:pt x="85" y="154"/>
                    <a:pt x="17" y="102"/>
                    <a:pt x="33" y="21"/>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0"/>
            <p:cNvSpPr/>
            <p:nvPr/>
          </p:nvSpPr>
          <p:spPr>
            <a:xfrm>
              <a:off x="754699" y="1703221"/>
              <a:ext cx="4867" cy="38637"/>
            </a:xfrm>
            <a:custGeom>
              <a:rect b="b" l="l" r="r" t="t"/>
              <a:pathLst>
                <a:path extrusionOk="0" h="389" w="49">
                  <a:moveTo>
                    <a:pt x="16" y="1"/>
                  </a:moveTo>
                  <a:cubicBezTo>
                    <a:pt x="16" y="1"/>
                    <a:pt x="0" y="1"/>
                    <a:pt x="0" y="17"/>
                  </a:cubicBezTo>
                  <a:lnTo>
                    <a:pt x="0" y="150"/>
                  </a:lnTo>
                  <a:cubicBezTo>
                    <a:pt x="0" y="219"/>
                    <a:pt x="0" y="304"/>
                    <a:pt x="16" y="372"/>
                  </a:cubicBezTo>
                  <a:cubicBezTo>
                    <a:pt x="16" y="389"/>
                    <a:pt x="33" y="389"/>
                    <a:pt x="33" y="389"/>
                  </a:cubicBezTo>
                  <a:lnTo>
                    <a:pt x="49" y="372"/>
                  </a:lnTo>
                  <a:cubicBezTo>
                    <a:pt x="33" y="304"/>
                    <a:pt x="33" y="219"/>
                    <a:pt x="33" y="150"/>
                  </a:cubicBezTo>
                  <a:lnTo>
                    <a:pt x="33" y="17"/>
                  </a:ln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0"/>
            <p:cNvSpPr/>
            <p:nvPr/>
          </p:nvSpPr>
          <p:spPr>
            <a:xfrm>
              <a:off x="1747751" y="1855288"/>
              <a:ext cx="155344" cy="306318"/>
            </a:xfrm>
            <a:custGeom>
              <a:rect b="b" l="l" r="r" t="t"/>
              <a:pathLst>
                <a:path extrusionOk="0" h="3084" w="1564">
                  <a:moveTo>
                    <a:pt x="17" y="1"/>
                  </a:moveTo>
                  <a:lnTo>
                    <a:pt x="0" y="17"/>
                  </a:lnTo>
                  <a:lnTo>
                    <a:pt x="17" y="33"/>
                  </a:lnTo>
                  <a:cubicBezTo>
                    <a:pt x="49" y="33"/>
                    <a:pt x="65" y="70"/>
                    <a:pt x="81" y="102"/>
                  </a:cubicBezTo>
                  <a:lnTo>
                    <a:pt x="101" y="118"/>
                  </a:lnTo>
                  <a:cubicBezTo>
                    <a:pt x="202" y="288"/>
                    <a:pt x="303" y="457"/>
                    <a:pt x="404" y="623"/>
                  </a:cubicBezTo>
                  <a:cubicBezTo>
                    <a:pt x="671" y="1096"/>
                    <a:pt x="974" y="1584"/>
                    <a:pt x="1261" y="2089"/>
                  </a:cubicBezTo>
                  <a:cubicBezTo>
                    <a:pt x="1277" y="2106"/>
                    <a:pt x="1277" y="2122"/>
                    <a:pt x="1293" y="2138"/>
                  </a:cubicBezTo>
                  <a:cubicBezTo>
                    <a:pt x="1330" y="2190"/>
                    <a:pt x="1378" y="2239"/>
                    <a:pt x="1362" y="2308"/>
                  </a:cubicBezTo>
                  <a:lnTo>
                    <a:pt x="1362" y="2526"/>
                  </a:lnTo>
                  <a:lnTo>
                    <a:pt x="1362" y="2679"/>
                  </a:lnTo>
                  <a:cubicBezTo>
                    <a:pt x="1346" y="2845"/>
                    <a:pt x="1414" y="2998"/>
                    <a:pt x="1548" y="3083"/>
                  </a:cubicBezTo>
                  <a:lnTo>
                    <a:pt x="1564" y="3083"/>
                  </a:lnTo>
                  <a:lnTo>
                    <a:pt x="1564" y="3063"/>
                  </a:lnTo>
                  <a:cubicBezTo>
                    <a:pt x="1431" y="2962"/>
                    <a:pt x="1362" y="2845"/>
                    <a:pt x="1378" y="2679"/>
                  </a:cubicBezTo>
                  <a:lnTo>
                    <a:pt x="1378" y="2509"/>
                  </a:lnTo>
                  <a:cubicBezTo>
                    <a:pt x="1378" y="2441"/>
                    <a:pt x="1378" y="2376"/>
                    <a:pt x="1394" y="2308"/>
                  </a:cubicBezTo>
                  <a:cubicBezTo>
                    <a:pt x="1394" y="2239"/>
                    <a:pt x="1362" y="2174"/>
                    <a:pt x="1313" y="2122"/>
                  </a:cubicBezTo>
                  <a:cubicBezTo>
                    <a:pt x="1313" y="2106"/>
                    <a:pt x="1293" y="2089"/>
                    <a:pt x="1277" y="2073"/>
                  </a:cubicBezTo>
                  <a:cubicBezTo>
                    <a:pt x="990" y="1584"/>
                    <a:pt x="707" y="1079"/>
                    <a:pt x="421" y="607"/>
                  </a:cubicBezTo>
                  <a:cubicBezTo>
                    <a:pt x="320" y="437"/>
                    <a:pt x="219" y="272"/>
                    <a:pt x="118" y="102"/>
                  </a:cubicBezTo>
                  <a:lnTo>
                    <a:pt x="118" y="86"/>
                  </a:lnTo>
                  <a:cubicBezTo>
                    <a:pt x="101" y="53"/>
                    <a:pt x="65" y="1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0"/>
            <p:cNvSpPr/>
            <p:nvPr/>
          </p:nvSpPr>
          <p:spPr>
            <a:xfrm>
              <a:off x="1517019" y="3329867"/>
              <a:ext cx="200736" cy="302643"/>
            </a:xfrm>
            <a:custGeom>
              <a:rect b="b" l="l" r="r" t="t"/>
              <a:pathLst>
                <a:path extrusionOk="0" h="3047" w="2021">
                  <a:moveTo>
                    <a:pt x="1" y="1"/>
                  </a:moveTo>
                  <a:lnTo>
                    <a:pt x="1" y="17"/>
                  </a:lnTo>
                  <a:cubicBezTo>
                    <a:pt x="81" y="102"/>
                    <a:pt x="166" y="170"/>
                    <a:pt x="235" y="255"/>
                  </a:cubicBezTo>
                  <a:cubicBezTo>
                    <a:pt x="405" y="421"/>
                    <a:pt x="586" y="590"/>
                    <a:pt x="772" y="760"/>
                  </a:cubicBezTo>
                  <a:cubicBezTo>
                    <a:pt x="942" y="910"/>
                    <a:pt x="1112" y="1079"/>
                    <a:pt x="1261" y="1229"/>
                  </a:cubicBezTo>
                  <a:cubicBezTo>
                    <a:pt x="1431" y="1382"/>
                    <a:pt x="1580" y="1548"/>
                    <a:pt x="1750" y="1701"/>
                  </a:cubicBezTo>
                  <a:cubicBezTo>
                    <a:pt x="1766" y="1701"/>
                    <a:pt x="1766" y="1718"/>
                    <a:pt x="1782" y="1718"/>
                  </a:cubicBezTo>
                  <a:cubicBezTo>
                    <a:pt x="1798" y="1734"/>
                    <a:pt x="1818" y="1770"/>
                    <a:pt x="1835" y="1770"/>
                  </a:cubicBezTo>
                  <a:cubicBezTo>
                    <a:pt x="1968" y="1851"/>
                    <a:pt x="1984" y="1952"/>
                    <a:pt x="1984" y="2121"/>
                  </a:cubicBezTo>
                  <a:cubicBezTo>
                    <a:pt x="1968" y="2239"/>
                    <a:pt x="1968" y="2356"/>
                    <a:pt x="1968" y="2493"/>
                  </a:cubicBezTo>
                  <a:cubicBezTo>
                    <a:pt x="1968" y="2643"/>
                    <a:pt x="1984" y="2796"/>
                    <a:pt x="1968" y="2946"/>
                  </a:cubicBezTo>
                  <a:cubicBezTo>
                    <a:pt x="1968" y="2982"/>
                    <a:pt x="1968" y="2998"/>
                    <a:pt x="1984" y="3014"/>
                  </a:cubicBezTo>
                  <a:lnTo>
                    <a:pt x="1984" y="3030"/>
                  </a:lnTo>
                  <a:lnTo>
                    <a:pt x="2000" y="3047"/>
                  </a:lnTo>
                  <a:cubicBezTo>
                    <a:pt x="2020" y="3047"/>
                    <a:pt x="2020" y="3030"/>
                    <a:pt x="2020" y="3030"/>
                  </a:cubicBezTo>
                  <a:cubicBezTo>
                    <a:pt x="2020" y="3014"/>
                    <a:pt x="2000" y="3014"/>
                    <a:pt x="2000" y="2998"/>
                  </a:cubicBezTo>
                  <a:cubicBezTo>
                    <a:pt x="2000" y="2982"/>
                    <a:pt x="1984" y="2962"/>
                    <a:pt x="1984" y="2946"/>
                  </a:cubicBezTo>
                  <a:cubicBezTo>
                    <a:pt x="2000" y="2796"/>
                    <a:pt x="2000" y="2643"/>
                    <a:pt x="2000" y="2493"/>
                  </a:cubicBezTo>
                  <a:lnTo>
                    <a:pt x="2000" y="2121"/>
                  </a:lnTo>
                  <a:cubicBezTo>
                    <a:pt x="2020" y="1988"/>
                    <a:pt x="2000" y="1835"/>
                    <a:pt x="1851" y="1750"/>
                  </a:cubicBezTo>
                  <a:cubicBezTo>
                    <a:pt x="1835" y="1734"/>
                    <a:pt x="1818" y="1718"/>
                    <a:pt x="1798" y="1701"/>
                  </a:cubicBezTo>
                  <a:cubicBezTo>
                    <a:pt x="1782" y="1701"/>
                    <a:pt x="1782" y="1685"/>
                    <a:pt x="1766" y="1669"/>
                  </a:cubicBezTo>
                  <a:cubicBezTo>
                    <a:pt x="1596" y="1532"/>
                    <a:pt x="1447" y="1366"/>
                    <a:pt x="1293" y="1213"/>
                  </a:cubicBezTo>
                  <a:cubicBezTo>
                    <a:pt x="1128" y="1063"/>
                    <a:pt x="958" y="893"/>
                    <a:pt x="788" y="740"/>
                  </a:cubicBezTo>
                  <a:cubicBezTo>
                    <a:pt x="607" y="574"/>
                    <a:pt x="421" y="405"/>
                    <a:pt x="251" y="235"/>
                  </a:cubicBezTo>
                  <a:cubicBezTo>
                    <a:pt x="182" y="154"/>
                    <a:pt x="102"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0"/>
            <p:cNvSpPr/>
            <p:nvPr/>
          </p:nvSpPr>
          <p:spPr>
            <a:xfrm>
              <a:off x="1376573" y="3620790"/>
              <a:ext cx="4966" cy="113628"/>
            </a:xfrm>
            <a:custGeom>
              <a:rect b="b" l="l" r="r" t="t"/>
              <a:pathLst>
                <a:path extrusionOk="0" h="1144" w="50">
                  <a:moveTo>
                    <a:pt x="17" y="0"/>
                  </a:moveTo>
                  <a:cubicBezTo>
                    <a:pt x="1" y="0"/>
                    <a:pt x="1" y="0"/>
                    <a:pt x="1" y="17"/>
                  </a:cubicBezTo>
                  <a:cubicBezTo>
                    <a:pt x="17" y="101"/>
                    <a:pt x="17" y="186"/>
                    <a:pt x="17" y="271"/>
                  </a:cubicBezTo>
                  <a:lnTo>
                    <a:pt x="17" y="388"/>
                  </a:lnTo>
                  <a:lnTo>
                    <a:pt x="17" y="909"/>
                  </a:lnTo>
                  <a:lnTo>
                    <a:pt x="17" y="1127"/>
                  </a:lnTo>
                  <a:cubicBezTo>
                    <a:pt x="17" y="1144"/>
                    <a:pt x="17" y="1144"/>
                    <a:pt x="33" y="1144"/>
                  </a:cubicBezTo>
                  <a:lnTo>
                    <a:pt x="33" y="1127"/>
                  </a:lnTo>
                  <a:lnTo>
                    <a:pt x="33" y="909"/>
                  </a:lnTo>
                  <a:lnTo>
                    <a:pt x="33" y="388"/>
                  </a:lnTo>
                  <a:lnTo>
                    <a:pt x="33" y="271"/>
                  </a:lnTo>
                  <a:cubicBezTo>
                    <a:pt x="49" y="186"/>
                    <a:pt x="4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0"/>
            <p:cNvSpPr/>
            <p:nvPr/>
          </p:nvSpPr>
          <p:spPr>
            <a:xfrm>
              <a:off x="1923059" y="2102905"/>
              <a:ext cx="140545" cy="327475"/>
            </a:xfrm>
            <a:custGeom>
              <a:rect b="b" l="l" r="r" t="t"/>
              <a:pathLst>
                <a:path extrusionOk="0" h="3297" w="1415">
                  <a:moveTo>
                    <a:pt x="1" y="0"/>
                  </a:moveTo>
                  <a:lnTo>
                    <a:pt x="1" y="16"/>
                  </a:lnTo>
                  <a:cubicBezTo>
                    <a:pt x="33" y="101"/>
                    <a:pt x="33" y="202"/>
                    <a:pt x="17" y="303"/>
                  </a:cubicBezTo>
                  <a:lnTo>
                    <a:pt x="17" y="469"/>
                  </a:lnTo>
                  <a:lnTo>
                    <a:pt x="17" y="489"/>
                  </a:lnTo>
                  <a:cubicBezTo>
                    <a:pt x="33" y="538"/>
                    <a:pt x="33" y="570"/>
                    <a:pt x="69" y="622"/>
                  </a:cubicBezTo>
                  <a:cubicBezTo>
                    <a:pt x="187" y="740"/>
                    <a:pt x="255" y="873"/>
                    <a:pt x="320" y="1010"/>
                  </a:cubicBezTo>
                  <a:cubicBezTo>
                    <a:pt x="356" y="1059"/>
                    <a:pt x="389" y="1127"/>
                    <a:pt x="421" y="1176"/>
                  </a:cubicBezTo>
                  <a:cubicBezTo>
                    <a:pt x="538" y="1378"/>
                    <a:pt x="659" y="1564"/>
                    <a:pt x="760" y="1750"/>
                  </a:cubicBezTo>
                  <a:cubicBezTo>
                    <a:pt x="894" y="2004"/>
                    <a:pt x="1043" y="2238"/>
                    <a:pt x="1197" y="2473"/>
                  </a:cubicBezTo>
                  <a:cubicBezTo>
                    <a:pt x="1281" y="2626"/>
                    <a:pt x="1265" y="2776"/>
                    <a:pt x="1245" y="2913"/>
                  </a:cubicBezTo>
                  <a:cubicBezTo>
                    <a:pt x="1213" y="3095"/>
                    <a:pt x="1298" y="3196"/>
                    <a:pt x="1399" y="3297"/>
                  </a:cubicBezTo>
                  <a:lnTo>
                    <a:pt x="1415" y="3297"/>
                  </a:lnTo>
                  <a:lnTo>
                    <a:pt x="1415" y="3264"/>
                  </a:lnTo>
                  <a:cubicBezTo>
                    <a:pt x="1298" y="3163"/>
                    <a:pt x="1245" y="3079"/>
                    <a:pt x="1265" y="2913"/>
                  </a:cubicBezTo>
                  <a:cubicBezTo>
                    <a:pt x="1298" y="2776"/>
                    <a:pt x="1314" y="2626"/>
                    <a:pt x="1213" y="2456"/>
                  </a:cubicBezTo>
                  <a:cubicBezTo>
                    <a:pt x="1063" y="2222"/>
                    <a:pt x="926" y="1984"/>
                    <a:pt x="793" y="1750"/>
                  </a:cubicBezTo>
                  <a:cubicBezTo>
                    <a:pt x="675" y="1548"/>
                    <a:pt x="558" y="1362"/>
                    <a:pt x="457" y="1160"/>
                  </a:cubicBezTo>
                  <a:cubicBezTo>
                    <a:pt x="421" y="1111"/>
                    <a:pt x="389" y="1043"/>
                    <a:pt x="356" y="994"/>
                  </a:cubicBezTo>
                  <a:cubicBezTo>
                    <a:pt x="271" y="857"/>
                    <a:pt x="203" y="723"/>
                    <a:pt x="102" y="606"/>
                  </a:cubicBezTo>
                  <a:cubicBezTo>
                    <a:pt x="53" y="554"/>
                    <a:pt x="53" y="521"/>
                    <a:pt x="53" y="489"/>
                  </a:cubicBezTo>
                  <a:lnTo>
                    <a:pt x="53" y="469"/>
                  </a:lnTo>
                  <a:cubicBezTo>
                    <a:pt x="33" y="420"/>
                    <a:pt x="53" y="352"/>
                    <a:pt x="53" y="303"/>
                  </a:cubicBezTo>
                  <a:cubicBezTo>
                    <a:pt x="53" y="202"/>
                    <a:pt x="6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0"/>
            <p:cNvSpPr/>
            <p:nvPr/>
          </p:nvSpPr>
          <p:spPr>
            <a:xfrm>
              <a:off x="791152" y="2813476"/>
              <a:ext cx="5364" cy="78367"/>
            </a:xfrm>
            <a:custGeom>
              <a:rect b="b" l="l" r="r" t="t"/>
              <a:pathLst>
                <a:path extrusionOk="0" h="789" w="54">
                  <a:moveTo>
                    <a:pt x="1" y="1"/>
                  </a:moveTo>
                  <a:cubicBezTo>
                    <a:pt x="17" y="166"/>
                    <a:pt x="17" y="336"/>
                    <a:pt x="17" y="485"/>
                  </a:cubicBezTo>
                  <a:lnTo>
                    <a:pt x="17" y="772"/>
                  </a:lnTo>
                  <a:cubicBezTo>
                    <a:pt x="17" y="788"/>
                    <a:pt x="17" y="788"/>
                    <a:pt x="37" y="788"/>
                  </a:cubicBezTo>
                  <a:lnTo>
                    <a:pt x="37" y="772"/>
                  </a:lnTo>
                  <a:lnTo>
                    <a:pt x="37" y="485"/>
                  </a:lnTo>
                  <a:cubicBezTo>
                    <a:pt x="53" y="320"/>
                    <a:pt x="53" y="166"/>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0"/>
            <p:cNvSpPr/>
            <p:nvPr/>
          </p:nvSpPr>
          <p:spPr>
            <a:xfrm>
              <a:off x="500328" y="3485608"/>
              <a:ext cx="140545" cy="68236"/>
            </a:xfrm>
            <a:custGeom>
              <a:rect b="b" l="l" r="r" t="t"/>
              <a:pathLst>
                <a:path extrusionOk="0" h="687" w="1415">
                  <a:moveTo>
                    <a:pt x="1329" y="0"/>
                  </a:moveTo>
                  <a:lnTo>
                    <a:pt x="1111" y="81"/>
                  </a:lnTo>
                  <a:cubicBezTo>
                    <a:pt x="877" y="150"/>
                    <a:pt x="622" y="234"/>
                    <a:pt x="388" y="319"/>
                  </a:cubicBezTo>
                  <a:cubicBezTo>
                    <a:pt x="372" y="335"/>
                    <a:pt x="356" y="335"/>
                    <a:pt x="319" y="335"/>
                  </a:cubicBezTo>
                  <a:lnTo>
                    <a:pt x="271" y="335"/>
                  </a:lnTo>
                  <a:lnTo>
                    <a:pt x="271" y="352"/>
                  </a:lnTo>
                  <a:lnTo>
                    <a:pt x="388" y="352"/>
                  </a:lnTo>
                  <a:cubicBezTo>
                    <a:pt x="642" y="267"/>
                    <a:pt x="877" y="182"/>
                    <a:pt x="1111" y="101"/>
                  </a:cubicBezTo>
                  <a:lnTo>
                    <a:pt x="1329" y="32"/>
                  </a:lnTo>
                  <a:cubicBezTo>
                    <a:pt x="1382" y="117"/>
                    <a:pt x="1382" y="117"/>
                    <a:pt x="1349" y="218"/>
                  </a:cubicBezTo>
                  <a:cubicBezTo>
                    <a:pt x="1095" y="283"/>
                    <a:pt x="844" y="368"/>
                    <a:pt x="606" y="452"/>
                  </a:cubicBezTo>
                  <a:cubicBezTo>
                    <a:pt x="404" y="521"/>
                    <a:pt x="202" y="606"/>
                    <a:pt x="0" y="654"/>
                  </a:cubicBezTo>
                  <a:lnTo>
                    <a:pt x="0" y="671"/>
                  </a:lnTo>
                  <a:lnTo>
                    <a:pt x="16" y="687"/>
                  </a:lnTo>
                  <a:cubicBezTo>
                    <a:pt x="218" y="622"/>
                    <a:pt x="420" y="553"/>
                    <a:pt x="622" y="485"/>
                  </a:cubicBezTo>
                  <a:cubicBezTo>
                    <a:pt x="861" y="404"/>
                    <a:pt x="1111" y="319"/>
                    <a:pt x="1366" y="251"/>
                  </a:cubicBezTo>
                  <a:lnTo>
                    <a:pt x="1382" y="234"/>
                  </a:lnTo>
                  <a:cubicBezTo>
                    <a:pt x="1414" y="101"/>
                    <a:pt x="1414" y="101"/>
                    <a:pt x="1349" y="16"/>
                  </a:cubicBezTo>
                  <a:lnTo>
                    <a:pt x="13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0"/>
            <p:cNvSpPr/>
            <p:nvPr/>
          </p:nvSpPr>
          <p:spPr>
            <a:xfrm>
              <a:off x="670770" y="2137768"/>
              <a:ext cx="147398" cy="172230"/>
            </a:xfrm>
            <a:custGeom>
              <a:rect b="b" l="l" r="r" t="t"/>
              <a:pathLst>
                <a:path extrusionOk="0" h="1734" w="1484">
                  <a:moveTo>
                    <a:pt x="1451" y="1"/>
                  </a:moveTo>
                  <a:cubicBezTo>
                    <a:pt x="1431" y="1"/>
                    <a:pt x="1431" y="1"/>
                    <a:pt x="1431" y="17"/>
                  </a:cubicBezTo>
                  <a:cubicBezTo>
                    <a:pt x="1451" y="187"/>
                    <a:pt x="1451" y="356"/>
                    <a:pt x="1451" y="506"/>
                  </a:cubicBezTo>
                  <a:cubicBezTo>
                    <a:pt x="1451" y="607"/>
                    <a:pt x="1431" y="708"/>
                    <a:pt x="1451" y="809"/>
                  </a:cubicBezTo>
                  <a:lnTo>
                    <a:pt x="1451" y="845"/>
                  </a:lnTo>
                  <a:cubicBezTo>
                    <a:pt x="1451" y="894"/>
                    <a:pt x="1451" y="926"/>
                    <a:pt x="1467" y="978"/>
                  </a:cubicBezTo>
                  <a:lnTo>
                    <a:pt x="17" y="1701"/>
                  </a:lnTo>
                  <a:cubicBezTo>
                    <a:pt x="17" y="1701"/>
                    <a:pt x="1" y="1718"/>
                    <a:pt x="17" y="1718"/>
                  </a:cubicBezTo>
                  <a:lnTo>
                    <a:pt x="17" y="1734"/>
                  </a:lnTo>
                  <a:lnTo>
                    <a:pt x="37" y="1718"/>
                  </a:lnTo>
                  <a:lnTo>
                    <a:pt x="1484" y="995"/>
                  </a:lnTo>
                  <a:lnTo>
                    <a:pt x="1484" y="978"/>
                  </a:lnTo>
                  <a:cubicBezTo>
                    <a:pt x="1467" y="926"/>
                    <a:pt x="1467" y="894"/>
                    <a:pt x="1467" y="845"/>
                  </a:cubicBezTo>
                  <a:lnTo>
                    <a:pt x="1467" y="809"/>
                  </a:lnTo>
                  <a:lnTo>
                    <a:pt x="1467" y="506"/>
                  </a:lnTo>
                  <a:cubicBezTo>
                    <a:pt x="1467" y="356"/>
                    <a:pt x="1484" y="187"/>
                    <a:pt x="1451" y="17"/>
                  </a:cubicBezTo>
                  <a:lnTo>
                    <a:pt x="14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0"/>
            <p:cNvSpPr/>
            <p:nvPr/>
          </p:nvSpPr>
          <p:spPr>
            <a:xfrm>
              <a:off x="889881" y="1922332"/>
              <a:ext cx="5364" cy="86810"/>
            </a:xfrm>
            <a:custGeom>
              <a:rect b="b" l="l" r="r" t="t"/>
              <a:pathLst>
                <a:path extrusionOk="0" h="874" w="54">
                  <a:moveTo>
                    <a:pt x="17" y="0"/>
                  </a:moveTo>
                  <a:cubicBezTo>
                    <a:pt x="17" y="0"/>
                    <a:pt x="1" y="0"/>
                    <a:pt x="1" y="17"/>
                  </a:cubicBezTo>
                  <a:cubicBezTo>
                    <a:pt x="33" y="150"/>
                    <a:pt x="17" y="287"/>
                    <a:pt x="17" y="421"/>
                  </a:cubicBezTo>
                  <a:lnTo>
                    <a:pt x="17" y="655"/>
                  </a:lnTo>
                  <a:lnTo>
                    <a:pt x="17" y="792"/>
                  </a:lnTo>
                  <a:lnTo>
                    <a:pt x="17" y="857"/>
                  </a:lnTo>
                  <a:lnTo>
                    <a:pt x="33" y="873"/>
                  </a:lnTo>
                  <a:lnTo>
                    <a:pt x="53" y="857"/>
                  </a:lnTo>
                  <a:lnTo>
                    <a:pt x="53" y="792"/>
                  </a:lnTo>
                  <a:lnTo>
                    <a:pt x="53" y="655"/>
                  </a:lnTo>
                  <a:lnTo>
                    <a:pt x="53" y="421"/>
                  </a:lnTo>
                  <a:cubicBezTo>
                    <a:pt x="53" y="287"/>
                    <a:pt x="53" y="13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0"/>
            <p:cNvSpPr/>
            <p:nvPr/>
          </p:nvSpPr>
          <p:spPr>
            <a:xfrm>
              <a:off x="2081979" y="3592283"/>
              <a:ext cx="102007" cy="110449"/>
            </a:xfrm>
            <a:custGeom>
              <a:rect b="b" l="l" r="r" t="t"/>
              <a:pathLst>
                <a:path extrusionOk="0" h="1112" w="1027">
                  <a:moveTo>
                    <a:pt x="17" y="1"/>
                  </a:moveTo>
                  <a:cubicBezTo>
                    <a:pt x="1" y="1"/>
                    <a:pt x="1" y="1"/>
                    <a:pt x="1" y="17"/>
                  </a:cubicBezTo>
                  <a:cubicBezTo>
                    <a:pt x="17" y="85"/>
                    <a:pt x="69" y="138"/>
                    <a:pt x="101" y="186"/>
                  </a:cubicBezTo>
                  <a:lnTo>
                    <a:pt x="118" y="203"/>
                  </a:lnTo>
                  <a:cubicBezTo>
                    <a:pt x="235" y="320"/>
                    <a:pt x="336" y="441"/>
                    <a:pt x="453" y="558"/>
                  </a:cubicBezTo>
                  <a:cubicBezTo>
                    <a:pt x="590" y="708"/>
                    <a:pt x="740" y="861"/>
                    <a:pt x="877" y="1011"/>
                  </a:cubicBezTo>
                  <a:lnTo>
                    <a:pt x="893" y="1027"/>
                  </a:lnTo>
                  <a:cubicBezTo>
                    <a:pt x="926" y="1063"/>
                    <a:pt x="958" y="1112"/>
                    <a:pt x="1010" y="1112"/>
                  </a:cubicBezTo>
                  <a:cubicBezTo>
                    <a:pt x="1027" y="1112"/>
                    <a:pt x="1027" y="1095"/>
                    <a:pt x="1027" y="1095"/>
                  </a:cubicBezTo>
                  <a:cubicBezTo>
                    <a:pt x="1027" y="1095"/>
                    <a:pt x="1027" y="1079"/>
                    <a:pt x="1010" y="1079"/>
                  </a:cubicBezTo>
                  <a:cubicBezTo>
                    <a:pt x="978" y="1079"/>
                    <a:pt x="942" y="1047"/>
                    <a:pt x="909" y="1011"/>
                  </a:cubicBezTo>
                  <a:lnTo>
                    <a:pt x="893" y="994"/>
                  </a:lnTo>
                  <a:cubicBezTo>
                    <a:pt x="756" y="845"/>
                    <a:pt x="606" y="691"/>
                    <a:pt x="473" y="542"/>
                  </a:cubicBezTo>
                  <a:cubicBezTo>
                    <a:pt x="352" y="421"/>
                    <a:pt x="251" y="304"/>
                    <a:pt x="134" y="186"/>
                  </a:cubicBezTo>
                  <a:lnTo>
                    <a:pt x="118" y="170"/>
                  </a:lnTo>
                  <a:cubicBezTo>
                    <a:pt x="85" y="118"/>
                    <a:pt x="33" y="85"/>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0"/>
            <p:cNvSpPr/>
            <p:nvPr/>
          </p:nvSpPr>
          <p:spPr>
            <a:xfrm>
              <a:off x="1384619" y="1651473"/>
              <a:ext cx="5364" cy="38637"/>
            </a:xfrm>
            <a:custGeom>
              <a:rect b="b" l="l" r="r" t="t"/>
              <a:pathLst>
                <a:path extrusionOk="0" h="389" w="54">
                  <a:moveTo>
                    <a:pt x="21" y="1"/>
                  </a:moveTo>
                  <a:cubicBezTo>
                    <a:pt x="21" y="1"/>
                    <a:pt x="1" y="17"/>
                    <a:pt x="21" y="17"/>
                  </a:cubicBezTo>
                  <a:cubicBezTo>
                    <a:pt x="37" y="150"/>
                    <a:pt x="37" y="267"/>
                    <a:pt x="21" y="368"/>
                  </a:cubicBezTo>
                  <a:cubicBezTo>
                    <a:pt x="1" y="368"/>
                    <a:pt x="21" y="389"/>
                    <a:pt x="21" y="389"/>
                  </a:cubicBezTo>
                  <a:cubicBezTo>
                    <a:pt x="37" y="389"/>
                    <a:pt x="37" y="368"/>
                    <a:pt x="37" y="368"/>
                  </a:cubicBezTo>
                  <a:cubicBezTo>
                    <a:pt x="53" y="267"/>
                    <a:pt x="53" y="150"/>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0"/>
            <p:cNvSpPr/>
            <p:nvPr/>
          </p:nvSpPr>
          <p:spPr>
            <a:xfrm>
              <a:off x="1409946" y="1994144"/>
              <a:ext cx="8443" cy="172230"/>
            </a:xfrm>
            <a:custGeom>
              <a:rect b="b" l="l" r="r" t="t"/>
              <a:pathLst>
                <a:path extrusionOk="0" h="1734" w="85">
                  <a:moveTo>
                    <a:pt x="32" y="1"/>
                  </a:moveTo>
                  <a:lnTo>
                    <a:pt x="32" y="17"/>
                  </a:lnTo>
                  <a:cubicBezTo>
                    <a:pt x="49" y="85"/>
                    <a:pt x="32" y="150"/>
                    <a:pt x="32" y="219"/>
                  </a:cubicBezTo>
                  <a:cubicBezTo>
                    <a:pt x="16" y="251"/>
                    <a:pt x="16" y="304"/>
                    <a:pt x="16" y="336"/>
                  </a:cubicBezTo>
                  <a:lnTo>
                    <a:pt x="16" y="538"/>
                  </a:lnTo>
                  <a:cubicBezTo>
                    <a:pt x="0" y="724"/>
                    <a:pt x="0" y="926"/>
                    <a:pt x="16" y="1128"/>
                  </a:cubicBezTo>
                  <a:cubicBezTo>
                    <a:pt x="32" y="1212"/>
                    <a:pt x="32" y="1297"/>
                    <a:pt x="32" y="1382"/>
                  </a:cubicBezTo>
                  <a:cubicBezTo>
                    <a:pt x="32" y="1499"/>
                    <a:pt x="32" y="1600"/>
                    <a:pt x="49" y="1717"/>
                  </a:cubicBezTo>
                  <a:lnTo>
                    <a:pt x="69" y="1734"/>
                  </a:lnTo>
                  <a:cubicBezTo>
                    <a:pt x="85" y="1734"/>
                    <a:pt x="85" y="1717"/>
                    <a:pt x="85" y="1717"/>
                  </a:cubicBezTo>
                  <a:cubicBezTo>
                    <a:pt x="49" y="1600"/>
                    <a:pt x="49" y="1483"/>
                    <a:pt x="49" y="1382"/>
                  </a:cubicBezTo>
                  <a:lnTo>
                    <a:pt x="49" y="1111"/>
                  </a:lnTo>
                  <a:cubicBezTo>
                    <a:pt x="16" y="926"/>
                    <a:pt x="32" y="724"/>
                    <a:pt x="32" y="538"/>
                  </a:cubicBezTo>
                  <a:lnTo>
                    <a:pt x="32" y="336"/>
                  </a:lnTo>
                  <a:cubicBezTo>
                    <a:pt x="32" y="304"/>
                    <a:pt x="49" y="271"/>
                    <a:pt x="49" y="219"/>
                  </a:cubicBezTo>
                  <a:cubicBezTo>
                    <a:pt x="69" y="150"/>
                    <a:pt x="85" y="85"/>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0"/>
            <p:cNvSpPr/>
            <p:nvPr/>
          </p:nvSpPr>
          <p:spPr>
            <a:xfrm>
              <a:off x="2081979" y="2430280"/>
              <a:ext cx="100418" cy="195968"/>
            </a:xfrm>
            <a:custGeom>
              <a:rect b="b" l="l" r="r" t="t"/>
              <a:pathLst>
                <a:path extrusionOk="0" h="1973" w="1011">
                  <a:moveTo>
                    <a:pt x="49" y="1"/>
                  </a:moveTo>
                  <a:cubicBezTo>
                    <a:pt x="33" y="1"/>
                    <a:pt x="33" y="1"/>
                    <a:pt x="33" y="21"/>
                  </a:cubicBezTo>
                  <a:cubicBezTo>
                    <a:pt x="1" y="203"/>
                    <a:pt x="1" y="425"/>
                    <a:pt x="134" y="643"/>
                  </a:cubicBezTo>
                  <a:cubicBezTo>
                    <a:pt x="303" y="910"/>
                    <a:pt x="473" y="1180"/>
                    <a:pt x="623" y="1451"/>
                  </a:cubicBezTo>
                  <a:cubicBezTo>
                    <a:pt x="707" y="1584"/>
                    <a:pt x="792" y="1738"/>
                    <a:pt x="877" y="1871"/>
                  </a:cubicBezTo>
                  <a:cubicBezTo>
                    <a:pt x="893" y="1871"/>
                    <a:pt x="893" y="1887"/>
                    <a:pt x="893" y="1903"/>
                  </a:cubicBezTo>
                  <a:cubicBezTo>
                    <a:pt x="909" y="1920"/>
                    <a:pt x="926" y="1972"/>
                    <a:pt x="994" y="1972"/>
                  </a:cubicBezTo>
                  <a:cubicBezTo>
                    <a:pt x="994" y="1972"/>
                    <a:pt x="1010" y="1972"/>
                    <a:pt x="1010" y="1956"/>
                  </a:cubicBezTo>
                  <a:lnTo>
                    <a:pt x="994" y="1940"/>
                  </a:lnTo>
                  <a:cubicBezTo>
                    <a:pt x="942" y="1940"/>
                    <a:pt x="942" y="1920"/>
                    <a:pt x="926" y="1887"/>
                  </a:cubicBezTo>
                  <a:cubicBezTo>
                    <a:pt x="909" y="1871"/>
                    <a:pt x="909" y="1871"/>
                    <a:pt x="909" y="1855"/>
                  </a:cubicBezTo>
                  <a:cubicBezTo>
                    <a:pt x="825" y="1718"/>
                    <a:pt x="740" y="1568"/>
                    <a:pt x="655" y="1435"/>
                  </a:cubicBezTo>
                  <a:cubicBezTo>
                    <a:pt x="489" y="1164"/>
                    <a:pt x="320" y="893"/>
                    <a:pt x="150" y="627"/>
                  </a:cubicBezTo>
                  <a:cubicBezTo>
                    <a:pt x="49" y="457"/>
                    <a:pt x="17" y="271"/>
                    <a:pt x="49" y="21"/>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0"/>
            <p:cNvSpPr/>
            <p:nvPr/>
          </p:nvSpPr>
          <p:spPr>
            <a:xfrm>
              <a:off x="1745764" y="2492458"/>
              <a:ext cx="155742" cy="284169"/>
            </a:xfrm>
            <a:custGeom>
              <a:rect b="b" l="l" r="r" t="t"/>
              <a:pathLst>
                <a:path extrusionOk="0" h="2861" w="1568">
                  <a:moveTo>
                    <a:pt x="0" y="1"/>
                  </a:moveTo>
                  <a:lnTo>
                    <a:pt x="0" y="17"/>
                  </a:lnTo>
                  <a:cubicBezTo>
                    <a:pt x="85" y="49"/>
                    <a:pt x="101" y="102"/>
                    <a:pt x="154" y="166"/>
                  </a:cubicBezTo>
                  <a:cubicBezTo>
                    <a:pt x="154" y="183"/>
                    <a:pt x="170" y="219"/>
                    <a:pt x="186" y="235"/>
                  </a:cubicBezTo>
                  <a:cubicBezTo>
                    <a:pt x="441" y="587"/>
                    <a:pt x="707" y="958"/>
                    <a:pt x="962" y="1314"/>
                  </a:cubicBezTo>
                  <a:lnTo>
                    <a:pt x="1164" y="1617"/>
                  </a:lnTo>
                  <a:cubicBezTo>
                    <a:pt x="1180" y="1633"/>
                    <a:pt x="1196" y="1649"/>
                    <a:pt x="1196" y="1665"/>
                  </a:cubicBezTo>
                  <a:cubicBezTo>
                    <a:pt x="1232" y="1734"/>
                    <a:pt x="1281" y="1782"/>
                    <a:pt x="1313" y="1835"/>
                  </a:cubicBezTo>
                  <a:cubicBezTo>
                    <a:pt x="1382" y="1900"/>
                    <a:pt x="1414" y="1984"/>
                    <a:pt x="1398" y="2085"/>
                  </a:cubicBezTo>
                  <a:lnTo>
                    <a:pt x="1398" y="2287"/>
                  </a:lnTo>
                  <a:cubicBezTo>
                    <a:pt x="1398" y="2388"/>
                    <a:pt x="1414" y="2489"/>
                    <a:pt x="1366" y="2590"/>
                  </a:cubicBezTo>
                  <a:cubicBezTo>
                    <a:pt x="1366" y="2627"/>
                    <a:pt x="1398" y="2691"/>
                    <a:pt x="1414" y="2728"/>
                  </a:cubicBezTo>
                  <a:cubicBezTo>
                    <a:pt x="1451" y="2760"/>
                    <a:pt x="1467" y="2792"/>
                    <a:pt x="1499" y="2829"/>
                  </a:cubicBezTo>
                  <a:cubicBezTo>
                    <a:pt x="1515" y="2829"/>
                    <a:pt x="1535" y="2845"/>
                    <a:pt x="1535" y="2861"/>
                  </a:cubicBezTo>
                  <a:lnTo>
                    <a:pt x="1568" y="2861"/>
                  </a:lnTo>
                  <a:lnTo>
                    <a:pt x="1568" y="2845"/>
                  </a:lnTo>
                  <a:cubicBezTo>
                    <a:pt x="1551" y="2829"/>
                    <a:pt x="1535" y="2808"/>
                    <a:pt x="1515" y="2792"/>
                  </a:cubicBezTo>
                  <a:cubicBezTo>
                    <a:pt x="1499" y="2776"/>
                    <a:pt x="1467" y="2744"/>
                    <a:pt x="1451" y="2707"/>
                  </a:cubicBezTo>
                  <a:cubicBezTo>
                    <a:pt x="1398" y="2659"/>
                    <a:pt x="1382" y="2627"/>
                    <a:pt x="1398" y="2590"/>
                  </a:cubicBezTo>
                  <a:cubicBezTo>
                    <a:pt x="1434" y="2489"/>
                    <a:pt x="1434" y="2388"/>
                    <a:pt x="1434" y="2287"/>
                  </a:cubicBezTo>
                  <a:cubicBezTo>
                    <a:pt x="1414" y="2223"/>
                    <a:pt x="1414" y="2154"/>
                    <a:pt x="1434" y="2085"/>
                  </a:cubicBezTo>
                  <a:cubicBezTo>
                    <a:pt x="1451" y="1984"/>
                    <a:pt x="1414" y="1883"/>
                    <a:pt x="1350" y="1819"/>
                  </a:cubicBezTo>
                  <a:cubicBezTo>
                    <a:pt x="1297" y="1766"/>
                    <a:pt x="1265" y="1718"/>
                    <a:pt x="1232" y="1665"/>
                  </a:cubicBezTo>
                  <a:cubicBezTo>
                    <a:pt x="1212" y="1633"/>
                    <a:pt x="1196" y="1617"/>
                    <a:pt x="1180" y="1597"/>
                  </a:cubicBezTo>
                  <a:lnTo>
                    <a:pt x="978" y="1314"/>
                  </a:lnTo>
                  <a:cubicBezTo>
                    <a:pt x="727" y="942"/>
                    <a:pt x="473" y="570"/>
                    <a:pt x="202" y="219"/>
                  </a:cubicBezTo>
                  <a:cubicBezTo>
                    <a:pt x="186" y="203"/>
                    <a:pt x="186" y="166"/>
                    <a:pt x="170" y="150"/>
                  </a:cubicBezTo>
                  <a:cubicBezTo>
                    <a:pt x="138" y="82"/>
                    <a:pt x="101" y="17"/>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0"/>
            <p:cNvSpPr/>
            <p:nvPr/>
          </p:nvSpPr>
          <p:spPr>
            <a:xfrm>
              <a:off x="1341313" y="1487388"/>
              <a:ext cx="6853" cy="105582"/>
            </a:xfrm>
            <a:custGeom>
              <a:rect b="b" l="l" r="r" t="t"/>
              <a:pathLst>
                <a:path extrusionOk="0" h="1063" w="69">
                  <a:moveTo>
                    <a:pt x="0" y="0"/>
                  </a:moveTo>
                  <a:cubicBezTo>
                    <a:pt x="16" y="154"/>
                    <a:pt x="16" y="324"/>
                    <a:pt x="16" y="473"/>
                  </a:cubicBezTo>
                  <a:lnTo>
                    <a:pt x="16" y="776"/>
                  </a:lnTo>
                  <a:lnTo>
                    <a:pt x="16" y="861"/>
                  </a:lnTo>
                  <a:cubicBezTo>
                    <a:pt x="16" y="930"/>
                    <a:pt x="0" y="994"/>
                    <a:pt x="53" y="1063"/>
                  </a:cubicBezTo>
                  <a:lnTo>
                    <a:pt x="69" y="1063"/>
                  </a:lnTo>
                  <a:lnTo>
                    <a:pt x="69" y="1047"/>
                  </a:lnTo>
                  <a:cubicBezTo>
                    <a:pt x="33" y="978"/>
                    <a:pt x="33" y="930"/>
                    <a:pt x="33" y="861"/>
                  </a:cubicBezTo>
                  <a:cubicBezTo>
                    <a:pt x="33" y="829"/>
                    <a:pt x="53" y="808"/>
                    <a:pt x="53" y="776"/>
                  </a:cubicBezTo>
                  <a:cubicBezTo>
                    <a:pt x="33" y="675"/>
                    <a:pt x="33" y="574"/>
                    <a:pt x="33" y="473"/>
                  </a:cubicBezTo>
                  <a:cubicBezTo>
                    <a:pt x="53" y="324"/>
                    <a:pt x="53" y="15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0"/>
            <p:cNvSpPr/>
            <p:nvPr/>
          </p:nvSpPr>
          <p:spPr>
            <a:xfrm>
              <a:off x="1284300" y="3647707"/>
              <a:ext cx="5364" cy="86711"/>
            </a:xfrm>
            <a:custGeom>
              <a:rect b="b" l="l" r="r" t="t"/>
              <a:pathLst>
                <a:path extrusionOk="0" h="873" w="54">
                  <a:moveTo>
                    <a:pt x="21" y="0"/>
                  </a:moveTo>
                  <a:cubicBezTo>
                    <a:pt x="21" y="0"/>
                    <a:pt x="1" y="0"/>
                    <a:pt x="1" y="16"/>
                  </a:cubicBezTo>
                  <a:cubicBezTo>
                    <a:pt x="37" y="150"/>
                    <a:pt x="21" y="287"/>
                    <a:pt x="21" y="420"/>
                  </a:cubicBezTo>
                  <a:lnTo>
                    <a:pt x="21" y="655"/>
                  </a:lnTo>
                  <a:lnTo>
                    <a:pt x="21" y="792"/>
                  </a:lnTo>
                  <a:lnTo>
                    <a:pt x="21" y="856"/>
                  </a:lnTo>
                  <a:cubicBezTo>
                    <a:pt x="21" y="873"/>
                    <a:pt x="37" y="873"/>
                    <a:pt x="37" y="873"/>
                  </a:cubicBezTo>
                  <a:cubicBezTo>
                    <a:pt x="37" y="873"/>
                    <a:pt x="53" y="873"/>
                    <a:pt x="53" y="856"/>
                  </a:cubicBezTo>
                  <a:lnTo>
                    <a:pt x="53" y="792"/>
                  </a:lnTo>
                  <a:lnTo>
                    <a:pt x="53" y="655"/>
                  </a:lnTo>
                  <a:lnTo>
                    <a:pt x="53" y="420"/>
                  </a:lnTo>
                  <a:cubicBezTo>
                    <a:pt x="53" y="287"/>
                    <a:pt x="53" y="150"/>
                    <a:pt x="37" y="16"/>
                  </a:cubicBez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0"/>
            <p:cNvSpPr/>
            <p:nvPr/>
          </p:nvSpPr>
          <p:spPr>
            <a:xfrm>
              <a:off x="687655" y="2306720"/>
              <a:ext cx="127335" cy="145710"/>
            </a:xfrm>
            <a:custGeom>
              <a:rect b="b" l="l" r="r" t="t"/>
              <a:pathLst>
                <a:path extrusionOk="0" h="1467" w="1282">
                  <a:moveTo>
                    <a:pt x="1261" y="0"/>
                  </a:moveTo>
                  <a:cubicBezTo>
                    <a:pt x="1180" y="17"/>
                    <a:pt x="1112" y="53"/>
                    <a:pt x="1027" y="101"/>
                  </a:cubicBezTo>
                  <a:cubicBezTo>
                    <a:pt x="994" y="118"/>
                    <a:pt x="958" y="134"/>
                    <a:pt x="910" y="154"/>
                  </a:cubicBezTo>
                  <a:cubicBezTo>
                    <a:pt x="655" y="271"/>
                    <a:pt x="388" y="404"/>
                    <a:pt x="134" y="522"/>
                  </a:cubicBezTo>
                  <a:lnTo>
                    <a:pt x="85" y="538"/>
                  </a:lnTo>
                  <a:cubicBezTo>
                    <a:pt x="49" y="574"/>
                    <a:pt x="1" y="606"/>
                    <a:pt x="1" y="675"/>
                  </a:cubicBezTo>
                  <a:lnTo>
                    <a:pt x="1" y="1128"/>
                  </a:lnTo>
                  <a:lnTo>
                    <a:pt x="1" y="1398"/>
                  </a:lnTo>
                  <a:cubicBezTo>
                    <a:pt x="1" y="1414"/>
                    <a:pt x="17" y="1431"/>
                    <a:pt x="17" y="1447"/>
                  </a:cubicBezTo>
                  <a:lnTo>
                    <a:pt x="33" y="1467"/>
                  </a:lnTo>
                  <a:lnTo>
                    <a:pt x="49" y="1467"/>
                  </a:lnTo>
                  <a:lnTo>
                    <a:pt x="49" y="1447"/>
                  </a:lnTo>
                  <a:lnTo>
                    <a:pt x="49" y="1431"/>
                  </a:lnTo>
                  <a:cubicBezTo>
                    <a:pt x="33" y="1414"/>
                    <a:pt x="33" y="1398"/>
                    <a:pt x="33" y="1398"/>
                  </a:cubicBezTo>
                  <a:lnTo>
                    <a:pt x="33" y="1128"/>
                  </a:lnTo>
                  <a:lnTo>
                    <a:pt x="33" y="675"/>
                  </a:lnTo>
                  <a:cubicBezTo>
                    <a:pt x="33" y="606"/>
                    <a:pt x="69" y="590"/>
                    <a:pt x="102" y="574"/>
                  </a:cubicBezTo>
                  <a:lnTo>
                    <a:pt x="150" y="538"/>
                  </a:lnTo>
                  <a:cubicBezTo>
                    <a:pt x="405" y="421"/>
                    <a:pt x="675" y="287"/>
                    <a:pt x="926" y="170"/>
                  </a:cubicBezTo>
                  <a:cubicBezTo>
                    <a:pt x="958" y="154"/>
                    <a:pt x="1011" y="134"/>
                    <a:pt x="1043" y="118"/>
                  </a:cubicBezTo>
                  <a:cubicBezTo>
                    <a:pt x="1112" y="85"/>
                    <a:pt x="1196" y="33"/>
                    <a:pt x="1281" y="33"/>
                  </a:cubicBezTo>
                  <a:lnTo>
                    <a:pt x="1281" y="17"/>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0"/>
            <p:cNvSpPr/>
            <p:nvPr/>
          </p:nvSpPr>
          <p:spPr>
            <a:xfrm>
              <a:off x="1673952" y="3510440"/>
              <a:ext cx="5264" cy="78765"/>
            </a:xfrm>
            <a:custGeom>
              <a:rect b="b" l="l" r="r" t="t"/>
              <a:pathLst>
                <a:path extrusionOk="0" h="793" w="53">
                  <a:moveTo>
                    <a:pt x="53" y="1"/>
                  </a:moveTo>
                  <a:cubicBezTo>
                    <a:pt x="37" y="1"/>
                    <a:pt x="37" y="1"/>
                    <a:pt x="37" y="17"/>
                  </a:cubicBezTo>
                  <a:cubicBezTo>
                    <a:pt x="16" y="134"/>
                    <a:pt x="16" y="255"/>
                    <a:pt x="16" y="372"/>
                  </a:cubicBezTo>
                  <a:lnTo>
                    <a:pt x="16" y="574"/>
                  </a:lnTo>
                  <a:lnTo>
                    <a:pt x="16" y="639"/>
                  </a:lnTo>
                  <a:cubicBezTo>
                    <a:pt x="16" y="691"/>
                    <a:pt x="16" y="740"/>
                    <a:pt x="0" y="776"/>
                  </a:cubicBezTo>
                  <a:cubicBezTo>
                    <a:pt x="0" y="792"/>
                    <a:pt x="0" y="792"/>
                    <a:pt x="16" y="792"/>
                  </a:cubicBezTo>
                  <a:lnTo>
                    <a:pt x="37" y="792"/>
                  </a:lnTo>
                  <a:cubicBezTo>
                    <a:pt x="53" y="740"/>
                    <a:pt x="53" y="691"/>
                    <a:pt x="53" y="639"/>
                  </a:cubicBezTo>
                  <a:cubicBezTo>
                    <a:pt x="37" y="623"/>
                    <a:pt x="37" y="606"/>
                    <a:pt x="37" y="590"/>
                  </a:cubicBezTo>
                  <a:cubicBezTo>
                    <a:pt x="53" y="505"/>
                    <a:pt x="53" y="437"/>
                    <a:pt x="53" y="372"/>
                  </a:cubicBezTo>
                  <a:cubicBezTo>
                    <a:pt x="37" y="255"/>
                    <a:pt x="37" y="134"/>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0"/>
            <p:cNvSpPr/>
            <p:nvPr/>
          </p:nvSpPr>
          <p:spPr>
            <a:xfrm>
              <a:off x="1923059" y="2577579"/>
              <a:ext cx="128924" cy="264105"/>
            </a:xfrm>
            <a:custGeom>
              <a:rect b="b" l="l" r="r" t="t"/>
              <a:pathLst>
                <a:path extrusionOk="0" h="2659" w="1298">
                  <a:moveTo>
                    <a:pt x="53" y="0"/>
                  </a:moveTo>
                  <a:cubicBezTo>
                    <a:pt x="53" y="0"/>
                    <a:pt x="33" y="0"/>
                    <a:pt x="33" y="16"/>
                  </a:cubicBezTo>
                  <a:cubicBezTo>
                    <a:pt x="1" y="117"/>
                    <a:pt x="33" y="202"/>
                    <a:pt x="102" y="303"/>
                  </a:cubicBezTo>
                  <a:cubicBezTo>
                    <a:pt x="203" y="420"/>
                    <a:pt x="288" y="538"/>
                    <a:pt x="372" y="675"/>
                  </a:cubicBezTo>
                  <a:cubicBezTo>
                    <a:pt x="389" y="707"/>
                    <a:pt x="421" y="740"/>
                    <a:pt x="437" y="776"/>
                  </a:cubicBezTo>
                  <a:cubicBezTo>
                    <a:pt x="538" y="909"/>
                    <a:pt x="623" y="1043"/>
                    <a:pt x="708" y="1180"/>
                  </a:cubicBezTo>
                  <a:cubicBezTo>
                    <a:pt x="877" y="1414"/>
                    <a:pt x="1027" y="1669"/>
                    <a:pt x="1197" y="1919"/>
                  </a:cubicBezTo>
                  <a:cubicBezTo>
                    <a:pt x="1245" y="1988"/>
                    <a:pt x="1265" y="2036"/>
                    <a:pt x="1265" y="2121"/>
                  </a:cubicBezTo>
                  <a:lnTo>
                    <a:pt x="1265" y="2509"/>
                  </a:lnTo>
                  <a:cubicBezTo>
                    <a:pt x="1265" y="2557"/>
                    <a:pt x="1245" y="2610"/>
                    <a:pt x="1229" y="2642"/>
                  </a:cubicBezTo>
                  <a:lnTo>
                    <a:pt x="1229" y="2658"/>
                  </a:lnTo>
                  <a:lnTo>
                    <a:pt x="1245" y="2658"/>
                  </a:lnTo>
                  <a:cubicBezTo>
                    <a:pt x="1281" y="2610"/>
                    <a:pt x="1298" y="2557"/>
                    <a:pt x="1298" y="2509"/>
                  </a:cubicBezTo>
                  <a:lnTo>
                    <a:pt x="1298" y="2121"/>
                  </a:lnTo>
                  <a:cubicBezTo>
                    <a:pt x="1298" y="2036"/>
                    <a:pt x="1281" y="1972"/>
                    <a:pt x="1229" y="1903"/>
                  </a:cubicBezTo>
                  <a:cubicBezTo>
                    <a:pt x="1063" y="1648"/>
                    <a:pt x="894" y="1398"/>
                    <a:pt x="724" y="1164"/>
                  </a:cubicBezTo>
                  <a:cubicBezTo>
                    <a:pt x="639" y="1026"/>
                    <a:pt x="558" y="893"/>
                    <a:pt x="473" y="760"/>
                  </a:cubicBezTo>
                  <a:cubicBezTo>
                    <a:pt x="437" y="723"/>
                    <a:pt x="421" y="691"/>
                    <a:pt x="389" y="659"/>
                  </a:cubicBezTo>
                  <a:cubicBezTo>
                    <a:pt x="304" y="521"/>
                    <a:pt x="219" y="404"/>
                    <a:pt x="118" y="287"/>
                  </a:cubicBezTo>
                  <a:cubicBezTo>
                    <a:pt x="53" y="202"/>
                    <a:pt x="33" y="117"/>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0"/>
            <p:cNvSpPr/>
            <p:nvPr/>
          </p:nvSpPr>
          <p:spPr>
            <a:xfrm>
              <a:off x="491885" y="1883794"/>
              <a:ext cx="144121" cy="78765"/>
            </a:xfrm>
            <a:custGeom>
              <a:rect b="b" l="l" r="r" t="t"/>
              <a:pathLst>
                <a:path extrusionOk="0" h="793" w="1451">
                  <a:moveTo>
                    <a:pt x="1434" y="1"/>
                  </a:moveTo>
                  <a:cubicBezTo>
                    <a:pt x="1350" y="49"/>
                    <a:pt x="1265" y="102"/>
                    <a:pt x="1164" y="150"/>
                  </a:cubicBezTo>
                  <a:cubicBezTo>
                    <a:pt x="978" y="271"/>
                    <a:pt x="760" y="388"/>
                    <a:pt x="558" y="489"/>
                  </a:cubicBezTo>
                  <a:cubicBezTo>
                    <a:pt x="505" y="522"/>
                    <a:pt x="457" y="554"/>
                    <a:pt x="388" y="590"/>
                  </a:cubicBezTo>
                  <a:cubicBezTo>
                    <a:pt x="271" y="655"/>
                    <a:pt x="154" y="740"/>
                    <a:pt x="20" y="776"/>
                  </a:cubicBezTo>
                  <a:cubicBezTo>
                    <a:pt x="0" y="776"/>
                    <a:pt x="0" y="776"/>
                    <a:pt x="0" y="792"/>
                  </a:cubicBezTo>
                  <a:lnTo>
                    <a:pt x="20" y="792"/>
                  </a:lnTo>
                  <a:cubicBezTo>
                    <a:pt x="170" y="756"/>
                    <a:pt x="287" y="691"/>
                    <a:pt x="404" y="607"/>
                  </a:cubicBezTo>
                  <a:cubicBezTo>
                    <a:pt x="457" y="574"/>
                    <a:pt x="525" y="538"/>
                    <a:pt x="574" y="506"/>
                  </a:cubicBezTo>
                  <a:cubicBezTo>
                    <a:pt x="776" y="405"/>
                    <a:pt x="978" y="287"/>
                    <a:pt x="1180" y="170"/>
                  </a:cubicBezTo>
                  <a:cubicBezTo>
                    <a:pt x="1265" y="118"/>
                    <a:pt x="1350" y="69"/>
                    <a:pt x="1434" y="33"/>
                  </a:cubicBezTo>
                  <a:lnTo>
                    <a:pt x="1451" y="17"/>
                  </a:ln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0"/>
            <p:cNvSpPr/>
            <p:nvPr/>
          </p:nvSpPr>
          <p:spPr>
            <a:xfrm>
              <a:off x="1735732" y="3064272"/>
              <a:ext cx="170640" cy="295790"/>
            </a:xfrm>
            <a:custGeom>
              <a:rect b="b" l="l" r="r" t="t"/>
              <a:pathLst>
                <a:path extrusionOk="0" h="2978" w="1718">
                  <a:moveTo>
                    <a:pt x="20" y="0"/>
                  </a:moveTo>
                  <a:cubicBezTo>
                    <a:pt x="0" y="0"/>
                    <a:pt x="0" y="0"/>
                    <a:pt x="0" y="17"/>
                  </a:cubicBezTo>
                  <a:cubicBezTo>
                    <a:pt x="0" y="134"/>
                    <a:pt x="85" y="202"/>
                    <a:pt x="170" y="267"/>
                  </a:cubicBezTo>
                  <a:cubicBezTo>
                    <a:pt x="202" y="283"/>
                    <a:pt x="222" y="320"/>
                    <a:pt x="255" y="352"/>
                  </a:cubicBezTo>
                  <a:cubicBezTo>
                    <a:pt x="542" y="707"/>
                    <a:pt x="845" y="1043"/>
                    <a:pt x="1131" y="1378"/>
                  </a:cubicBezTo>
                  <a:cubicBezTo>
                    <a:pt x="1212" y="1479"/>
                    <a:pt x="1313" y="1580"/>
                    <a:pt x="1398" y="1697"/>
                  </a:cubicBezTo>
                  <a:cubicBezTo>
                    <a:pt x="1414" y="1717"/>
                    <a:pt x="1434" y="1733"/>
                    <a:pt x="1451" y="1750"/>
                  </a:cubicBezTo>
                  <a:cubicBezTo>
                    <a:pt x="1499" y="1818"/>
                    <a:pt x="1568" y="1883"/>
                    <a:pt x="1636" y="1952"/>
                  </a:cubicBezTo>
                  <a:cubicBezTo>
                    <a:pt x="1685" y="2000"/>
                    <a:pt x="1685" y="2053"/>
                    <a:pt x="1685" y="2121"/>
                  </a:cubicBezTo>
                  <a:lnTo>
                    <a:pt x="1685" y="2525"/>
                  </a:lnTo>
                  <a:lnTo>
                    <a:pt x="1685" y="2828"/>
                  </a:lnTo>
                  <a:lnTo>
                    <a:pt x="1685" y="2860"/>
                  </a:lnTo>
                  <a:cubicBezTo>
                    <a:pt x="1701" y="2893"/>
                    <a:pt x="1701" y="2929"/>
                    <a:pt x="1669" y="2961"/>
                  </a:cubicBezTo>
                  <a:lnTo>
                    <a:pt x="1669" y="2978"/>
                  </a:lnTo>
                  <a:lnTo>
                    <a:pt x="1685" y="2978"/>
                  </a:lnTo>
                  <a:cubicBezTo>
                    <a:pt x="1717" y="2945"/>
                    <a:pt x="1717" y="2893"/>
                    <a:pt x="1717" y="2860"/>
                  </a:cubicBezTo>
                  <a:lnTo>
                    <a:pt x="1717" y="2828"/>
                  </a:lnTo>
                  <a:lnTo>
                    <a:pt x="1717" y="2525"/>
                  </a:lnTo>
                  <a:lnTo>
                    <a:pt x="1717" y="2121"/>
                  </a:lnTo>
                  <a:cubicBezTo>
                    <a:pt x="1717" y="2053"/>
                    <a:pt x="1717" y="1984"/>
                    <a:pt x="1652" y="1935"/>
                  </a:cubicBezTo>
                  <a:cubicBezTo>
                    <a:pt x="1584" y="1867"/>
                    <a:pt x="1515" y="1798"/>
                    <a:pt x="1467" y="1733"/>
                  </a:cubicBezTo>
                  <a:cubicBezTo>
                    <a:pt x="1451" y="1717"/>
                    <a:pt x="1434" y="1697"/>
                    <a:pt x="1414" y="1665"/>
                  </a:cubicBezTo>
                  <a:cubicBezTo>
                    <a:pt x="1333" y="1564"/>
                    <a:pt x="1232" y="1463"/>
                    <a:pt x="1148" y="1362"/>
                  </a:cubicBezTo>
                  <a:cubicBezTo>
                    <a:pt x="861" y="1026"/>
                    <a:pt x="558" y="671"/>
                    <a:pt x="271" y="336"/>
                  </a:cubicBezTo>
                  <a:cubicBezTo>
                    <a:pt x="239" y="303"/>
                    <a:pt x="222" y="267"/>
                    <a:pt x="186" y="251"/>
                  </a:cubicBezTo>
                  <a:cubicBezTo>
                    <a:pt x="101" y="182"/>
                    <a:pt x="37" y="11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0"/>
            <p:cNvSpPr/>
            <p:nvPr/>
          </p:nvSpPr>
          <p:spPr>
            <a:xfrm>
              <a:off x="1970040" y="3100823"/>
              <a:ext cx="4867" cy="38538"/>
            </a:xfrm>
            <a:custGeom>
              <a:rect b="b" l="l" r="r" t="t"/>
              <a:pathLst>
                <a:path extrusionOk="0" h="388" w="49">
                  <a:moveTo>
                    <a:pt x="33" y="0"/>
                  </a:moveTo>
                  <a:cubicBezTo>
                    <a:pt x="33" y="0"/>
                    <a:pt x="17" y="0"/>
                    <a:pt x="17" y="16"/>
                  </a:cubicBezTo>
                  <a:cubicBezTo>
                    <a:pt x="0" y="85"/>
                    <a:pt x="0" y="170"/>
                    <a:pt x="17" y="238"/>
                  </a:cubicBezTo>
                  <a:lnTo>
                    <a:pt x="17" y="372"/>
                  </a:lnTo>
                  <a:cubicBezTo>
                    <a:pt x="0" y="372"/>
                    <a:pt x="17" y="388"/>
                    <a:pt x="17" y="388"/>
                  </a:cubicBezTo>
                  <a:cubicBezTo>
                    <a:pt x="33" y="388"/>
                    <a:pt x="33" y="372"/>
                    <a:pt x="33" y="372"/>
                  </a:cubicBezTo>
                  <a:lnTo>
                    <a:pt x="33" y="238"/>
                  </a:lnTo>
                  <a:cubicBezTo>
                    <a:pt x="33" y="170"/>
                    <a:pt x="33" y="85"/>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0"/>
            <p:cNvSpPr/>
            <p:nvPr/>
          </p:nvSpPr>
          <p:spPr>
            <a:xfrm>
              <a:off x="1182393" y="3500408"/>
              <a:ext cx="5364" cy="100418"/>
            </a:xfrm>
            <a:custGeom>
              <a:rect b="b" l="l" r="r" t="t"/>
              <a:pathLst>
                <a:path extrusionOk="0" h="1011" w="54">
                  <a:moveTo>
                    <a:pt x="1" y="1"/>
                  </a:moveTo>
                  <a:lnTo>
                    <a:pt x="1" y="17"/>
                  </a:lnTo>
                  <a:cubicBezTo>
                    <a:pt x="17" y="53"/>
                    <a:pt x="17" y="69"/>
                    <a:pt x="17" y="102"/>
                  </a:cubicBezTo>
                  <a:cubicBezTo>
                    <a:pt x="1" y="118"/>
                    <a:pt x="1" y="134"/>
                    <a:pt x="1" y="134"/>
                  </a:cubicBezTo>
                  <a:lnTo>
                    <a:pt x="1" y="437"/>
                  </a:lnTo>
                  <a:cubicBezTo>
                    <a:pt x="17" y="590"/>
                    <a:pt x="17" y="760"/>
                    <a:pt x="1" y="909"/>
                  </a:cubicBezTo>
                  <a:cubicBezTo>
                    <a:pt x="1" y="926"/>
                    <a:pt x="1" y="962"/>
                    <a:pt x="17" y="978"/>
                  </a:cubicBezTo>
                  <a:lnTo>
                    <a:pt x="17" y="994"/>
                  </a:lnTo>
                  <a:lnTo>
                    <a:pt x="37" y="1010"/>
                  </a:lnTo>
                  <a:cubicBezTo>
                    <a:pt x="53" y="1010"/>
                    <a:pt x="53" y="994"/>
                    <a:pt x="53" y="994"/>
                  </a:cubicBezTo>
                  <a:cubicBezTo>
                    <a:pt x="53" y="978"/>
                    <a:pt x="37" y="978"/>
                    <a:pt x="37" y="962"/>
                  </a:cubicBezTo>
                  <a:cubicBezTo>
                    <a:pt x="37" y="942"/>
                    <a:pt x="17" y="926"/>
                    <a:pt x="17" y="909"/>
                  </a:cubicBezTo>
                  <a:cubicBezTo>
                    <a:pt x="37" y="760"/>
                    <a:pt x="37" y="590"/>
                    <a:pt x="37" y="437"/>
                  </a:cubicBezTo>
                  <a:lnTo>
                    <a:pt x="37" y="134"/>
                  </a:lnTo>
                  <a:lnTo>
                    <a:pt x="37" y="118"/>
                  </a:lnTo>
                  <a:cubicBezTo>
                    <a:pt x="37" y="69"/>
                    <a:pt x="53" y="33"/>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0"/>
            <p:cNvSpPr/>
            <p:nvPr/>
          </p:nvSpPr>
          <p:spPr>
            <a:xfrm>
              <a:off x="794827" y="1976564"/>
              <a:ext cx="4867" cy="94756"/>
            </a:xfrm>
            <a:custGeom>
              <a:rect b="b" l="l" r="r" t="t"/>
              <a:pathLst>
                <a:path extrusionOk="0" h="954" w="49">
                  <a:moveTo>
                    <a:pt x="12" y="1"/>
                  </a:moveTo>
                  <a:cubicBezTo>
                    <a:pt x="9" y="1"/>
                    <a:pt x="6" y="3"/>
                    <a:pt x="0" y="8"/>
                  </a:cubicBezTo>
                  <a:cubicBezTo>
                    <a:pt x="16" y="178"/>
                    <a:pt x="16" y="327"/>
                    <a:pt x="0" y="481"/>
                  </a:cubicBezTo>
                  <a:lnTo>
                    <a:pt x="0" y="784"/>
                  </a:lnTo>
                  <a:lnTo>
                    <a:pt x="0" y="816"/>
                  </a:lnTo>
                  <a:cubicBezTo>
                    <a:pt x="0" y="868"/>
                    <a:pt x="0" y="901"/>
                    <a:pt x="33" y="933"/>
                  </a:cubicBezTo>
                  <a:lnTo>
                    <a:pt x="49" y="953"/>
                  </a:lnTo>
                  <a:lnTo>
                    <a:pt x="49" y="933"/>
                  </a:lnTo>
                  <a:lnTo>
                    <a:pt x="49" y="917"/>
                  </a:lnTo>
                  <a:cubicBezTo>
                    <a:pt x="33" y="901"/>
                    <a:pt x="33" y="868"/>
                    <a:pt x="33" y="816"/>
                  </a:cubicBezTo>
                  <a:lnTo>
                    <a:pt x="33" y="784"/>
                  </a:lnTo>
                  <a:lnTo>
                    <a:pt x="33" y="481"/>
                  </a:lnTo>
                  <a:cubicBezTo>
                    <a:pt x="33" y="327"/>
                    <a:pt x="33" y="178"/>
                    <a:pt x="16" y="8"/>
                  </a:cubicBezTo>
                  <a:cubicBezTo>
                    <a:pt x="16" y="8"/>
                    <a:pt x="16"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0"/>
            <p:cNvSpPr/>
            <p:nvPr/>
          </p:nvSpPr>
          <p:spPr>
            <a:xfrm>
              <a:off x="2081979" y="3085924"/>
              <a:ext cx="105185" cy="197160"/>
            </a:xfrm>
            <a:custGeom>
              <a:rect b="b" l="l" r="r" t="t"/>
              <a:pathLst>
                <a:path extrusionOk="0" h="1985" w="1059">
                  <a:moveTo>
                    <a:pt x="69" y="1"/>
                  </a:moveTo>
                  <a:cubicBezTo>
                    <a:pt x="49" y="1"/>
                    <a:pt x="49" y="1"/>
                    <a:pt x="49" y="17"/>
                  </a:cubicBezTo>
                  <a:cubicBezTo>
                    <a:pt x="1" y="102"/>
                    <a:pt x="1" y="166"/>
                    <a:pt x="69" y="235"/>
                  </a:cubicBezTo>
                  <a:cubicBezTo>
                    <a:pt x="69" y="235"/>
                    <a:pt x="85" y="251"/>
                    <a:pt x="101" y="267"/>
                  </a:cubicBezTo>
                  <a:cubicBezTo>
                    <a:pt x="118" y="287"/>
                    <a:pt x="134" y="304"/>
                    <a:pt x="150" y="320"/>
                  </a:cubicBezTo>
                  <a:cubicBezTo>
                    <a:pt x="320" y="570"/>
                    <a:pt x="505" y="825"/>
                    <a:pt x="691" y="1059"/>
                  </a:cubicBezTo>
                  <a:cubicBezTo>
                    <a:pt x="740" y="1128"/>
                    <a:pt x="792" y="1196"/>
                    <a:pt x="841" y="1261"/>
                  </a:cubicBezTo>
                  <a:cubicBezTo>
                    <a:pt x="857" y="1277"/>
                    <a:pt x="877" y="1313"/>
                    <a:pt x="909" y="1330"/>
                  </a:cubicBezTo>
                  <a:cubicBezTo>
                    <a:pt x="942" y="1362"/>
                    <a:pt x="994" y="1414"/>
                    <a:pt x="994" y="1463"/>
                  </a:cubicBezTo>
                  <a:cubicBezTo>
                    <a:pt x="1027" y="1616"/>
                    <a:pt x="1043" y="1802"/>
                    <a:pt x="994" y="1968"/>
                  </a:cubicBezTo>
                  <a:lnTo>
                    <a:pt x="994" y="1984"/>
                  </a:lnTo>
                  <a:lnTo>
                    <a:pt x="1010" y="1984"/>
                  </a:lnTo>
                  <a:cubicBezTo>
                    <a:pt x="1059" y="1802"/>
                    <a:pt x="1043" y="1616"/>
                    <a:pt x="1027" y="1463"/>
                  </a:cubicBezTo>
                  <a:cubicBezTo>
                    <a:pt x="1010" y="1398"/>
                    <a:pt x="978" y="1346"/>
                    <a:pt x="926" y="1313"/>
                  </a:cubicBezTo>
                  <a:cubicBezTo>
                    <a:pt x="909" y="1297"/>
                    <a:pt x="877" y="1261"/>
                    <a:pt x="857" y="1245"/>
                  </a:cubicBezTo>
                  <a:cubicBezTo>
                    <a:pt x="808" y="1176"/>
                    <a:pt x="756" y="1111"/>
                    <a:pt x="707" y="1043"/>
                  </a:cubicBezTo>
                  <a:cubicBezTo>
                    <a:pt x="522" y="808"/>
                    <a:pt x="352" y="554"/>
                    <a:pt x="170" y="304"/>
                  </a:cubicBezTo>
                  <a:cubicBezTo>
                    <a:pt x="150" y="287"/>
                    <a:pt x="134" y="267"/>
                    <a:pt x="118" y="235"/>
                  </a:cubicBezTo>
                  <a:cubicBezTo>
                    <a:pt x="101" y="235"/>
                    <a:pt x="85" y="219"/>
                    <a:pt x="85" y="219"/>
                  </a:cubicBezTo>
                  <a:cubicBezTo>
                    <a:pt x="33" y="166"/>
                    <a:pt x="17" y="102"/>
                    <a:pt x="69" y="33"/>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0"/>
            <p:cNvSpPr/>
            <p:nvPr/>
          </p:nvSpPr>
          <p:spPr>
            <a:xfrm>
              <a:off x="1841216" y="2022650"/>
              <a:ext cx="3377" cy="36651"/>
            </a:xfrm>
            <a:custGeom>
              <a:rect b="b" l="l" r="r" t="t"/>
              <a:pathLst>
                <a:path extrusionOk="0" h="369" w="34">
                  <a:moveTo>
                    <a:pt x="17" y="0"/>
                  </a:moveTo>
                  <a:cubicBezTo>
                    <a:pt x="17" y="0"/>
                    <a:pt x="1" y="0"/>
                    <a:pt x="1" y="17"/>
                  </a:cubicBezTo>
                  <a:lnTo>
                    <a:pt x="1" y="150"/>
                  </a:lnTo>
                  <a:cubicBezTo>
                    <a:pt x="17" y="219"/>
                    <a:pt x="17" y="287"/>
                    <a:pt x="1" y="352"/>
                  </a:cubicBezTo>
                  <a:lnTo>
                    <a:pt x="1" y="368"/>
                  </a:lnTo>
                  <a:lnTo>
                    <a:pt x="17" y="368"/>
                  </a:lnTo>
                  <a:cubicBezTo>
                    <a:pt x="33" y="287"/>
                    <a:pt x="33" y="219"/>
                    <a:pt x="33" y="134"/>
                  </a:cubicBez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0"/>
            <p:cNvSpPr/>
            <p:nvPr/>
          </p:nvSpPr>
          <p:spPr>
            <a:xfrm>
              <a:off x="505493" y="3664095"/>
              <a:ext cx="130513" cy="38637"/>
            </a:xfrm>
            <a:custGeom>
              <a:rect b="b" l="l" r="r" t="t"/>
              <a:pathLst>
                <a:path extrusionOk="0" h="389" w="1314">
                  <a:moveTo>
                    <a:pt x="1297" y="1"/>
                  </a:moveTo>
                  <a:cubicBezTo>
                    <a:pt x="1160" y="21"/>
                    <a:pt x="1043" y="53"/>
                    <a:pt x="926" y="102"/>
                  </a:cubicBezTo>
                  <a:cubicBezTo>
                    <a:pt x="873" y="122"/>
                    <a:pt x="809" y="138"/>
                    <a:pt x="740" y="154"/>
                  </a:cubicBezTo>
                  <a:cubicBezTo>
                    <a:pt x="639" y="187"/>
                    <a:pt x="554" y="203"/>
                    <a:pt x="469" y="239"/>
                  </a:cubicBezTo>
                  <a:cubicBezTo>
                    <a:pt x="320" y="288"/>
                    <a:pt x="166" y="340"/>
                    <a:pt x="17" y="356"/>
                  </a:cubicBezTo>
                  <a:cubicBezTo>
                    <a:pt x="1" y="356"/>
                    <a:pt x="1" y="372"/>
                    <a:pt x="1" y="372"/>
                  </a:cubicBezTo>
                  <a:cubicBezTo>
                    <a:pt x="1" y="372"/>
                    <a:pt x="1" y="389"/>
                    <a:pt x="17" y="389"/>
                  </a:cubicBezTo>
                  <a:cubicBezTo>
                    <a:pt x="166" y="356"/>
                    <a:pt x="320" y="304"/>
                    <a:pt x="469" y="271"/>
                  </a:cubicBezTo>
                  <a:cubicBezTo>
                    <a:pt x="554" y="239"/>
                    <a:pt x="655" y="203"/>
                    <a:pt x="740" y="187"/>
                  </a:cubicBezTo>
                  <a:cubicBezTo>
                    <a:pt x="809" y="170"/>
                    <a:pt x="873" y="138"/>
                    <a:pt x="942" y="122"/>
                  </a:cubicBezTo>
                  <a:cubicBezTo>
                    <a:pt x="1059" y="86"/>
                    <a:pt x="1176" y="53"/>
                    <a:pt x="1297" y="37"/>
                  </a:cubicBezTo>
                  <a:cubicBezTo>
                    <a:pt x="1314" y="37"/>
                    <a:pt x="1314" y="21"/>
                    <a:pt x="1314" y="21"/>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0"/>
            <p:cNvSpPr/>
            <p:nvPr/>
          </p:nvSpPr>
          <p:spPr>
            <a:xfrm>
              <a:off x="1087339" y="2514110"/>
              <a:ext cx="6456" cy="88797"/>
            </a:xfrm>
            <a:custGeom>
              <a:rect b="b" l="l" r="r" t="t"/>
              <a:pathLst>
                <a:path extrusionOk="0" h="894" w="65">
                  <a:moveTo>
                    <a:pt x="16" y="1"/>
                  </a:moveTo>
                  <a:lnTo>
                    <a:pt x="0" y="17"/>
                  </a:lnTo>
                  <a:cubicBezTo>
                    <a:pt x="32" y="219"/>
                    <a:pt x="16" y="421"/>
                    <a:pt x="16" y="623"/>
                  </a:cubicBezTo>
                  <a:lnTo>
                    <a:pt x="16" y="740"/>
                  </a:lnTo>
                  <a:lnTo>
                    <a:pt x="16" y="809"/>
                  </a:lnTo>
                  <a:cubicBezTo>
                    <a:pt x="32" y="825"/>
                    <a:pt x="32" y="857"/>
                    <a:pt x="32" y="874"/>
                  </a:cubicBezTo>
                  <a:cubicBezTo>
                    <a:pt x="32" y="874"/>
                    <a:pt x="32" y="894"/>
                    <a:pt x="49" y="894"/>
                  </a:cubicBezTo>
                  <a:lnTo>
                    <a:pt x="65" y="874"/>
                  </a:lnTo>
                  <a:cubicBezTo>
                    <a:pt x="65" y="841"/>
                    <a:pt x="49" y="825"/>
                    <a:pt x="49" y="809"/>
                  </a:cubicBezTo>
                  <a:cubicBezTo>
                    <a:pt x="49" y="793"/>
                    <a:pt x="32" y="756"/>
                    <a:pt x="32" y="740"/>
                  </a:cubicBezTo>
                  <a:cubicBezTo>
                    <a:pt x="32" y="692"/>
                    <a:pt x="49" y="655"/>
                    <a:pt x="49" y="623"/>
                  </a:cubicBezTo>
                  <a:cubicBezTo>
                    <a:pt x="49" y="421"/>
                    <a:pt x="49" y="219"/>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0"/>
            <p:cNvSpPr/>
            <p:nvPr/>
          </p:nvSpPr>
          <p:spPr>
            <a:xfrm>
              <a:off x="2167002" y="3224781"/>
              <a:ext cx="6953" cy="36552"/>
            </a:xfrm>
            <a:custGeom>
              <a:rect b="b" l="l" r="r" t="t"/>
              <a:pathLst>
                <a:path extrusionOk="0" h="368" w="70">
                  <a:moveTo>
                    <a:pt x="53" y="0"/>
                  </a:moveTo>
                  <a:cubicBezTo>
                    <a:pt x="53" y="0"/>
                    <a:pt x="37" y="0"/>
                    <a:pt x="37" y="16"/>
                  </a:cubicBezTo>
                  <a:cubicBezTo>
                    <a:pt x="21" y="65"/>
                    <a:pt x="21" y="134"/>
                    <a:pt x="21" y="182"/>
                  </a:cubicBezTo>
                  <a:cubicBezTo>
                    <a:pt x="21" y="251"/>
                    <a:pt x="37" y="303"/>
                    <a:pt x="21" y="352"/>
                  </a:cubicBezTo>
                  <a:cubicBezTo>
                    <a:pt x="1" y="368"/>
                    <a:pt x="21" y="368"/>
                    <a:pt x="21" y="368"/>
                  </a:cubicBezTo>
                  <a:lnTo>
                    <a:pt x="37" y="368"/>
                  </a:lnTo>
                  <a:cubicBezTo>
                    <a:pt x="53" y="303"/>
                    <a:pt x="53" y="251"/>
                    <a:pt x="53" y="182"/>
                  </a:cubicBezTo>
                  <a:cubicBezTo>
                    <a:pt x="53" y="134"/>
                    <a:pt x="53" y="65"/>
                    <a:pt x="70" y="16"/>
                  </a:cubicBezTo>
                  <a:cubicBezTo>
                    <a:pt x="70" y="16"/>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0"/>
            <p:cNvSpPr/>
            <p:nvPr/>
          </p:nvSpPr>
          <p:spPr>
            <a:xfrm>
              <a:off x="700865" y="3179389"/>
              <a:ext cx="5364" cy="78765"/>
            </a:xfrm>
            <a:custGeom>
              <a:rect b="b" l="l" r="r" t="t"/>
              <a:pathLst>
                <a:path extrusionOk="0" h="793" w="54">
                  <a:moveTo>
                    <a:pt x="17" y="1"/>
                  </a:moveTo>
                  <a:cubicBezTo>
                    <a:pt x="17" y="1"/>
                    <a:pt x="1" y="1"/>
                    <a:pt x="1" y="17"/>
                  </a:cubicBezTo>
                  <a:lnTo>
                    <a:pt x="1" y="304"/>
                  </a:lnTo>
                  <a:cubicBezTo>
                    <a:pt x="1" y="457"/>
                    <a:pt x="1" y="623"/>
                    <a:pt x="17" y="776"/>
                  </a:cubicBezTo>
                  <a:cubicBezTo>
                    <a:pt x="17" y="793"/>
                    <a:pt x="17" y="793"/>
                    <a:pt x="37" y="793"/>
                  </a:cubicBezTo>
                  <a:cubicBezTo>
                    <a:pt x="37" y="793"/>
                    <a:pt x="53" y="793"/>
                    <a:pt x="53" y="776"/>
                  </a:cubicBezTo>
                  <a:cubicBezTo>
                    <a:pt x="17" y="623"/>
                    <a:pt x="37" y="457"/>
                    <a:pt x="37" y="304"/>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0"/>
            <p:cNvSpPr/>
            <p:nvPr/>
          </p:nvSpPr>
          <p:spPr>
            <a:xfrm>
              <a:off x="670770" y="2114526"/>
              <a:ext cx="142233" cy="192293"/>
            </a:xfrm>
            <a:custGeom>
              <a:rect b="b" l="l" r="r" t="t"/>
              <a:pathLst>
                <a:path extrusionOk="0" h="1936" w="1432">
                  <a:moveTo>
                    <a:pt x="1415" y="0"/>
                  </a:moveTo>
                  <a:cubicBezTo>
                    <a:pt x="1249" y="69"/>
                    <a:pt x="1096" y="150"/>
                    <a:pt x="946" y="219"/>
                  </a:cubicBezTo>
                  <a:cubicBezTo>
                    <a:pt x="861" y="271"/>
                    <a:pt x="760" y="320"/>
                    <a:pt x="676" y="372"/>
                  </a:cubicBezTo>
                  <a:cubicBezTo>
                    <a:pt x="542" y="437"/>
                    <a:pt x="421" y="505"/>
                    <a:pt x="304" y="554"/>
                  </a:cubicBezTo>
                  <a:cubicBezTo>
                    <a:pt x="239" y="606"/>
                    <a:pt x="154" y="639"/>
                    <a:pt x="86" y="675"/>
                  </a:cubicBezTo>
                  <a:cubicBezTo>
                    <a:pt x="37" y="707"/>
                    <a:pt x="1" y="724"/>
                    <a:pt x="1" y="792"/>
                  </a:cubicBezTo>
                  <a:cubicBezTo>
                    <a:pt x="17" y="1027"/>
                    <a:pt x="17" y="1281"/>
                    <a:pt x="17" y="1515"/>
                  </a:cubicBezTo>
                  <a:lnTo>
                    <a:pt x="17" y="1887"/>
                  </a:lnTo>
                  <a:lnTo>
                    <a:pt x="17" y="1919"/>
                  </a:lnTo>
                  <a:lnTo>
                    <a:pt x="37" y="1935"/>
                  </a:lnTo>
                  <a:cubicBezTo>
                    <a:pt x="54" y="1935"/>
                    <a:pt x="54" y="1919"/>
                    <a:pt x="54" y="1919"/>
                  </a:cubicBezTo>
                  <a:lnTo>
                    <a:pt x="54" y="1903"/>
                  </a:lnTo>
                  <a:cubicBezTo>
                    <a:pt x="37" y="1903"/>
                    <a:pt x="37" y="1887"/>
                    <a:pt x="37" y="1887"/>
                  </a:cubicBezTo>
                  <a:lnTo>
                    <a:pt x="37" y="1515"/>
                  </a:lnTo>
                  <a:lnTo>
                    <a:pt x="37" y="792"/>
                  </a:lnTo>
                  <a:cubicBezTo>
                    <a:pt x="37" y="740"/>
                    <a:pt x="54" y="724"/>
                    <a:pt x="102" y="707"/>
                  </a:cubicBezTo>
                  <a:cubicBezTo>
                    <a:pt x="171" y="675"/>
                    <a:pt x="239" y="623"/>
                    <a:pt x="304" y="590"/>
                  </a:cubicBezTo>
                  <a:cubicBezTo>
                    <a:pt x="441" y="522"/>
                    <a:pt x="558" y="453"/>
                    <a:pt x="676" y="404"/>
                  </a:cubicBezTo>
                  <a:cubicBezTo>
                    <a:pt x="777" y="352"/>
                    <a:pt x="878" y="303"/>
                    <a:pt x="962" y="251"/>
                  </a:cubicBezTo>
                  <a:cubicBezTo>
                    <a:pt x="1112" y="170"/>
                    <a:pt x="1265" y="85"/>
                    <a:pt x="1415" y="33"/>
                  </a:cubicBezTo>
                  <a:cubicBezTo>
                    <a:pt x="1431" y="33"/>
                    <a:pt x="1431" y="17"/>
                    <a:pt x="1431" y="17"/>
                  </a:cubicBezTo>
                  <a:cubicBezTo>
                    <a:pt x="1431" y="0"/>
                    <a:pt x="1415" y="0"/>
                    <a:pt x="14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0"/>
            <p:cNvSpPr/>
            <p:nvPr/>
          </p:nvSpPr>
          <p:spPr>
            <a:xfrm>
              <a:off x="1088928" y="3359962"/>
              <a:ext cx="4867" cy="93564"/>
            </a:xfrm>
            <a:custGeom>
              <a:rect b="b" l="l" r="r" t="t"/>
              <a:pathLst>
                <a:path extrusionOk="0" h="942" w="49">
                  <a:moveTo>
                    <a:pt x="16" y="1"/>
                  </a:moveTo>
                  <a:cubicBezTo>
                    <a:pt x="0" y="1"/>
                    <a:pt x="0" y="17"/>
                    <a:pt x="0" y="17"/>
                  </a:cubicBezTo>
                  <a:cubicBezTo>
                    <a:pt x="16" y="134"/>
                    <a:pt x="16" y="271"/>
                    <a:pt x="16" y="388"/>
                  </a:cubicBezTo>
                  <a:lnTo>
                    <a:pt x="16" y="590"/>
                  </a:lnTo>
                  <a:lnTo>
                    <a:pt x="16" y="825"/>
                  </a:lnTo>
                  <a:lnTo>
                    <a:pt x="16" y="926"/>
                  </a:lnTo>
                  <a:cubicBezTo>
                    <a:pt x="16" y="942"/>
                    <a:pt x="16" y="942"/>
                    <a:pt x="33" y="942"/>
                  </a:cubicBezTo>
                  <a:cubicBezTo>
                    <a:pt x="33" y="942"/>
                    <a:pt x="49" y="942"/>
                    <a:pt x="49" y="926"/>
                  </a:cubicBezTo>
                  <a:lnTo>
                    <a:pt x="49" y="825"/>
                  </a:lnTo>
                  <a:lnTo>
                    <a:pt x="49" y="590"/>
                  </a:lnTo>
                  <a:cubicBezTo>
                    <a:pt x="33" y="522"/>
                    <a:pt x="33" y="457"/>
                    <a:pt x="49" y="388"/>
                  </a:cubicBezTo>
                  <a:cubicBezTo>
                    <a:pt x="49" y="271"/>
                    <a:pt x="49" y="13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0"/>
            <p:cNvSpPr/>
            <p:nvPr/>
          </p:nvSpPr>
          <p:spPr>
            <a:xfrm>
              <a:off x="1921470" y="3600726"/>
              <a:ext cx="78765" cy="133691"/>
            </a:xfrm>
            <a:custGeom>
              <a:rect b="b" l="l" r="r" t="t"/>
              <a:pathLst>
                <a:path extrusionOk="0" h="1346" w="793">
                  <a:moveTo>
                    <a:pt x="49" y="0"/>
                  </a:moveTo>
                  <a:cubicBezTo>
                    <a:pt x="17" y="85"/>
                    <a:pt x="17" y="186"/>
                    <a:pt x="17" y="271"/>
                  </a:cubicBezTo>
                  <a:cubicBezTo>
                    <a:pt x="33" y="320"/>
                    <a:pt x="33" y="372"/>
                    <a:pt x="17" y="421"/>
                  </a:cubicBezTo>
                  <a:cubicBezTo>
                    <a:pt x="1" y="623"/>
                    <a:pt x="69" y="760"/>
                    <a:pt x="219" y="877"/>
                  </a:cubicBezTo>
                  <a:cubicBezTo>
                    <a:pt x="336" y="962"/>
                    <a:pt x="453" y="1079"/>
                    <a:pt x="554" y="1196"/>
                  </a:cubicBezTo>
                  <a:cubicBezTo>
                    <a:pt x="590" y="1228"/>
                    <a:pt x="623" y="1265"/>
                    <a:pt x="655" y="1297"/>
                  </a:cubicBezTo>
                  <a:cubicBezTo>
                    <a:pt x="691" y="1329"/>
                    <a:pt x="724" y="1346"/>
                    <a:pt x="756" y="1346"/>
                  </a:cubicBezTo>
                  <a:lnTo>
                    <a:pt x="776" y="1346"/>
                  </a:lnTo>
                  <a:cubicBezTo>
                    <a:pt x="792" y="1346"/>
                    <a:pt x="792" y="1346"/>
                    <a:pt x="792" y="1329"/>
                  </a:cubicBezTo>
                  <a:cubicBezTo>
                    <a:pt x="792" y="1329"/>
                    <a:pt x="792" y="1313"/>
                    <a:pt x="776" y="1313"/>
                  </a:cubicBezTo>
                  <a:cubicBezTo>
                    <a:pt x="767" y="1318"/>
                    <a:pt x="757" y="1320"/>
                    <a:pt x="748" y="1320"/>
                  </a:cubicBezTo>
                  <a:cubicBezTo>
                    <a:pt x="723" y="1320"/>
                    <a:pt x="699" y="1305"/>
                    <a:pt x="675" y="1281"/>
                  </a:cubicBezTo>
                  <a:cubicBezTo>
                    <a:pt x="639" y="1245"/>
                    <a:pt x="607" y="1212"/>
                    <a:pt x="574" y="1180"/>
                  </a:cubicBezTo>
                  <a:cubicBezTo>
                    <a:pt x="473" y="1063"/>
                    <a:pt x="352" y="942"/>
                    <a:pt x="235" y="861"/>
                  </a:cubicBezTo>
                  <a:cubicBezTo>
                    <a:pt x="85" y="740"/>
                    <a:pt x="33" y="606"/>
                    <a:pt x="49" y="421"/>
                  </a:cubicBezTo>
                  <a:lnTo>
                    <a:pt x="49" y="271"/>
                  </a:lnTo>
                  <a:cubicBezTo>
                    <a:pt x="49" y="186"/>
                    <a:pt x="49" y="101"/>
                    <a:pt x="85" y="17"/>
                  </a:cubicBezTo>
                  <a:cubicBezTo>
                    <a:pt x="85" y="0"/>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0"/>
            <p:cNvSpPr/>
            <p:nvPr/>
          </p:nvSpPr>
          <p:spPr>
            <a:xfrm>
              <a:off x="869817" y="3492859"/>
              <a:ext cx="332739" cy="199842"/>
            </a:xfrm>
            <a:custGeom>
              <a:rect b="b" l="l" r="r" t="t"/>
              <a:pathLst>
                <a:path extrusionOk="0" h="2012" w="3350">
                  <a:moveTo>
                    <a:pt x="3345" y="1"/>
                  </a:moveTo>
                  <a:cubicBezTo>
                    <a:pt x="3342" y="1"/>
                    <a:pt x="3339" y="2"/>
                    <a:pt x="3333" y="8"/>
                  </a:cubicBezTo>
                  <a:cubicBezTo>
                    <a:pt x="3184" y="44"/>
                    <a:pt x="3014" y="93"/>
                    <a:pt x="2861" y="145"/>
                  </a:cubicBezTo>
                  <a:cubicBezTo>
                    <a:pt x="2509" y="246"/>
                    <a:pt x="2138" y="347"/>
                    <a:pt x="1770" y="464"/>
                  </a:cubicBezTo>
                  <a:lnTo>
                    <a:pt x="1718" y="480"/>
                  </a:lnTo>
                  <a:cubicBezTo>
                    <a:pt x="1265" y="614"/>
                    <a:pt x="792" y="767"/>
                    <a:pt x="320" y="901"/>
                  </a:cubicBezTo>
                  <a:lnTo>
                    <a:pt x="304" y="901"/>
                  </a:lnTo>
                  <a:cubicBezTo>
                    <a:pt x="287" y="917"/>
                    <a:pt x="271" y="917"/>
                    <a:pt x="255" y="917"/>
                  </a:cubicBezTo>
                  <a:cubicBezTo>
                    <a:pt x="33" y="953"/>
                    <a:pt x="1" y="985"/>
                    <a:pt x="1" y="1204"/>
                  </a:cubicBezTo>
                  <a:lnTo>
                    <a:pt x="1" y="1373"/>
                  </a:lnTo>
                  <a:lnTo>
                    <a:pt x="1" y="1862"/>
                  </a:lnTo>
                  <a:lnTo>
                    <a:pt x="1" y="1894"/>
                  </a:lnTo>
                  <a:cubicBezTo>
                    <a:pt x="1" y="1927"/>
                    <a:pt x="1" y="1979"/>
                    <a:pt x="33" y="2012"/>
                  </a:cubicBezTo>
                  <a:lnTo>
                    <a:pt x="53" y="2012"/>
                  </a:lnTo>
                  <a:lnTo>
                    <a:pt x="53" y="1995"/>
                  </a:lnTo>
                  <a:cubicBezTo>
                    <a:pt x="33" y="1963"/>
                    <a:pt x="33" y="1927"/>
                    <a:pt x="33" y="1894"/>
                  </a:cubicBezTo>
                  <a:lnTo>
                    <a:pt x="33" y="1862"/>
                  </a:lnTo>
                  <a:lnTo>
                    <a:pt x="33" y="1373"/>
                  </a:lnTo>
                  <a:lnTo>
                    <a:pt x="33" y="1204"/>
                  </a:lnTo>
                  <a:cubicBezTo>
                    <a:pt x="33" y="1002"/>
                    <a:pt x="53" y="985"/>
                    <a:pt x="255" y="953"/>
                  </a:cubicBezTo>
                  <a:cubicBezTo>
                    <a:pt x="271" y="953"/>
                    <a:pt x="287" y="937"/>
                    <a:pt x="304" y="937"/>
                  </a:cubicBezTo>
                  <a:cubicBezTo>
                    <a:pt x="320" y="937"/>
                    <a:pt x="320" y="917"/>
                    <a:pt x="336" y="917"/>
                  </a:cubicBezTo>
                  <a:cubicBezTo>
                    <a:pt x="809" y="800"/>
                    <a:pt x="1281" y="650"/>
                    <a:pt x="1734" y="497"/>
                  </a:cubicBezTo>
                  <a:lnTo>
                    <a:pt x="1786" y="480"/>
                  </a:lnTo>
                  <a:cubicBezTo>
                    <a:pt x="2138" y="379"/>
                    <a:pt x="2509" y="262"/>
                    <a:pt x="2861" y="161"/>
                  </a:cubicBezTo>
                  <a:cubicBezTo>
                    <a:pt x="3030" y="129"/>
                    <a:pt x="3184" y="77"/>
                    <a:pt x="3350" y="28"/>
                  </a:cubicBezTo>
                  <a:lnTo>
                    <a:pt x="3350" y="8"/>
                  </a:lnTo>
                  <a:cubicBezTo>
                    <a:pt x="3350" y="8"/>
                    <a:pt x="3350" y="1"/>
                    <a:pt x="3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0"/>
            <p:cNvSpPr/>
            <p:nvPr/>
          </p:nvSpPr>
          <p:spPr>
            <a:xfrm>
              <a:off x="669181" y="2616117"/>
              <a:ext cx="150577" cy="168952"/>
            </a:xfrm>
            <a:custGeom>
              <a:rect b="b" l="l" r="r" t="t"/>
              <a:pathLst>
                <a:path extrusionOk="0" h="1701" w="1516">
                  <a:moveTo>
                    <a:pt x="1467" y="0"/>
                  </a:moveTo>
                  <a:cubicBezTo>
                    <a:pt x="1366" y="49"/>
                    <a:pt x="1265" y="85"/>
                    <a:pt x="1180" y="133"/>
                  </a:cubicBezTo>
                  <a:cubicBezTo>
                    <a:pt x="926" y="234"/>
                    <a:pt x="659" y="352"/>
                    <a:pt x="405" y="489"/>
                  </a:cubicBezTo>
                  <a:cubicBezTo>
                    <a:pt x="372" y="505"/>
                    <a:pt x="320" y="521"/>
                    <a:pt x="288" y="537"/>
                  </a:cubicBezTo>
                  <a:cubicBezTo>
                    <a:pt x="235" y="554"/>
                    <a:pt x="187" y="590"/>
                    <a:pt x="118" y="606"/>
                  </a:cubicBezTo>
                  <a:cubicBezTo>
                    <a:pt x="33" y="655"/>
                    <a:pt x="1" y="707"/>
                    <a:pt x="1" y="824"/>
                  </a:cubicBezTo>
                  <a:cubicBezTo>
                    <a:pt x="17" y="957"/>
                    <a:pt x="17" y="1111"/>
                    <a:pt x="1" y="1244"/>
                  </a:cubicBezTo>
                  <a:lnTo>
                    <a:pt x="1" y="1414"/>
                  </a:lnTo>
                  <a:cubicBezTo>
                    <a:pt x="1" y="1499"/>
                    <a:pt x="1" y="1600"/>
                    <a:pt x="33" y="1685"/>
                  </a:cubicBezTo>
                  <a:lnTo>
                    <a:pt x="33" y="1701"/>
                  </a:lnTo>
                  <a:lnTo>
                    <a:pt x="53" y="1701"/>
                  </a:lnTo>
                  <a:lnTo>
                    <a:pt x="53" y="1685"/>
                  </a:lnTo>
                  <a:cubicBezTo>
                    <a:pt x="17" y="1584"/>
                    <a:pt x="17" y="1499"/>
                    <a:pt x="17" y="1414"/>
                  </a:cubicBezTo>
                  <a:cubicBezTo>
                    <a:pt x="33" y="1361"/>
                    <a:pt x="33" y="1313"/>
                    <a:pt x="33" y="1260"/>
                  </a:cubicBezTo>
                  <a:cubicBezTo>
                    <a:pt x="33" y="1111"/>
                    <a:pt x="53" y="957"/>
                    <a:pt x="33" y="824"/>
                  </a:cubicBezTo>
                  <a:cubicBezTo>
                    <a:pt x="33" y="707"/>
                    <a:pt x="53" y="675"/>
                    <a:pt x="134" y="638"/>
                  </a:cubicBezTo>
                  <a:cubicBezTo>
                    <a:pt x="187" y="606"/>
                    <a:pt x="255" y="590"/>
                    <a:pt x="304" y="554"/>
                  </a:cubicBezTo>
                  <a:cubicBezTo>
                    <a:pt x="336" y="537"/>
                    <a:pt x="372" y="521"/>
                    <a:pt x="405" y="505"/>
                  </a:cubicBezTo>
                  <a:cubicBezTo>
                    <a:pt x="675" y="388"/>
                    <a:pt x="926" y="271"/>
                    <a:pt x="1180" y="150"/>
                  </a:cubicBezTo>
                  <a:cubicBezTo>
                    <a:pt x="1281" y="117"/>
                    <a:pt x="1366" y="69"/>
                    <a:pt x="1467" y="32"/>
                  </a:cubicBezTo>
                  <a:cubicBezTo>
                    <a:pt x="1483" y="49"/>
                    <a:pt x="1483" y="69"/>
                    <a:pt x="1483" y="101"/>
                  </a:cubicBezTo>
                  <a:lnTo>
                    <a:pt x="1483" y="117"/>
                  </a:lnTo>
                  <a:lnTo>
                    <a:pt x="1483" y="352"/>
                  </a:lnTo>
                  <a:lnTo>
                    <a:pt x="1483" y="941"/>
                  </a:lnTo>
                  <a:cubicBezTo>
                    <a:pt x="1483" y="1010"/>
                    <a:pt x="1467" y="1042"/>
                    <a:pt x="1399" y="1079"/>
                  </a:cubicBezTo>
                  <a:cubicBezTo>
                    <a:pt x="1180" y="1159"/>
                    <a:pt x="978" y="1244"/>
                    <a:pt x="760" y="1345"/>
                  </a:cubicBezTo>
                  <a:lnTo>
                    <a:pt x="724" y="1361"/>
                  </a:lnTo>
                  <a:cubicBezTo>
                    <a:pt x="675" y="1382"/>
                    <a:pt x="607" y="1414"/>
                    <a:pt x="558" y="1430"/>
                  </a:cubicBezTo>
                  <a:cubicBezTo>
                    <a:pt x="389" y="1515"/>
                    <a:pt x="235" y="1584"/>
                    <a:pt x="70" y="1632"/>
                  </a:cubicBezTo>
                  <a:cubicBezTo>
                    <a:pt x="53" y="1632"/>
                    <a:pt x="53" y="1632"/>
                    <a:pt x="53" y="1648"/>
                  </a:cubicBezTo>
                  <a:lnTo>
                    <a:pt x="70" y="1648"/>
                  </a:lnTo>
                  <a:cubicBezTo>
                    <a:pt x="235" y="1600"/>
                    <a:pt x="405" y="1531"/>
                    <a:pt x="558" y="1462"/>
                  </a:cubicBezTo>
                  <a:cubicBezTo>
                    <a:pt x="623" y="1430"/>
                    <a:pt x="675" y="1414"/>
                    <a:pt x="740" y="1382"/>
                  </a:cubicBezTo>
                  <a:lnTo>
                    <a:pt x="776" y="1361"/>
                  </a:lnTo>
                  <a:cubicBezTo>
                    <a:pt x="978" y="1281"/>
                    <a:pt x="1197" y="1180"/>
                    <a:pt x="1415" y="1095"/>
                  </a:cubicBezTo>
                  <a:cubicBezTo>
                    <a:pt x="1500" y="1058"/>
                    <a:pt x="1516" y="1010"/>
                    <a:pt x="1516" y="941"/>
                  </a:cubicBezTo>
                  <a:lnTo>
                    <a:pt x="1516" y="352"/>
                  </a:lnTo>
                  <a:lnTo>
                    <a:pt x="1516" y="117"/>
                  </a:lnTo>
                  <a:lnTo>
                    <a:pt x="1516" y="101"/>
                  </a:lnTo>
                  <a:cubicBezTo>
                    <a:pt x="1516" y="69"/>
                    <a:pt x="1516" y="32"/>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0"/>
            <p:cNvSpPr/>
            <p:nvPr/>
          </p:nvSpPr>
          <p:spPr>
            <a:xfrm>
              <a:off x="2028642" y="2336815"/>
              <a:ext cx="4867" cy="33373"/>
            </a:xfrm>
            <a:custGeom>
              <a:rect b="b" l="l" r="r" t="t"/>
              <a:pathLst>
                <a:path extrusionOk="0" h="336" w="49">
                  <a:moveTo>
                    <a:pt x="33" y="0"/>
                  </a:moveTo>
                  <a:cubicBezTo>
                    <a:pt x="0" y="53"/>
                    <a:pt x="16" y="118"/>
                    <a:pt x="16" y="170"/>
                  </a:cubicBezTo>
                  <a:cubicBezTo>
                    <a:pt x="16" y="219"/>
                    <a:pt x="16" y="271"/>
                    <a:pt x="0" y="320"/>
                  </a:cubicBezTo>
                  <a:cubicBezTo>
                    <a:pt x="0" y="336"/>
                    <a:pt x="0" y="336"/>
                    <a:pt x="16" y="336"/>
                  </a:cubicBezTo>
                  <a:lnTo>
                    <a:pt x="33" y="336"/>
                  </a:lnTo>
                  <a:cubicBezTo>
                    <a:pt x="49" y="287"/>
                    <a:pt x="49" y="219"/>
                    <a:pt x="33" y="170"/>
                  </a:cubicBezTo>
                  <a:cubicBezTo>
                    <a:pt x="33" y="118"/>
                    <a:pt x="33" y="69"/>
                    <a:pt x="49"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0"/>
            <p:cNvSpPr/>
            <p:nvPr/>
          </p:nvSpPr>
          <p:spPr>
            <a:xfrm>
              <a:off x="2088833" y="2397006"/>
              <a:ext cx="96743" cy="270959"/>
            </a:xfrm>
            <a:custGeom>
              <a:rect b="b" l="l" r="r" t="t"/>
              <a:pathLst>
                <a:path extrusionOk="0" h="2728" w="974">
                  <a:moveTo>
                    <a:pt x="0" y="0"/>
                  </a:moveTo>
                  <a:lnTo>
                    <a:pt x="0" y="17"/>
                  </a:lnTo>
                  <a:cubicBezTo>
                    <a:pt x="81" y="101"/>
                    <a:pt x="150" y="219"/>
                    <a:pt x="218" y="336"/>
                  </a:cubicBezTo>
                  <a:cubicBezTo>
                    <a:pt x="234" y="388"/>
                    <a:pt x="267" y="437"/>
                    <a:pt x="303" y="489"/>
                  </a:cubicBezTo>
                  <a:cubicBezTo>
                    <a:pt x="384" y="623"/>
                    <a:pt x="453" y="760"/>
                    <a:pt x="537" y="893"/>
                  </a:cubicBezTo>
                  <a:cubicBezTo>
                    <a:pt x="655" y="1111"/>
                    <a:pt x="772" y="1329"/>
                    <a:pt x="925" y="1531"/>
                  </a:cubicBezTo>
                  <a:cubicBezTo>
                    <a:pt x="941" y="1568"/>
                    <a:pt x="958" y="1616"/>
                    <a:pt x="941" y="1685"/>
                  </a:cubicBezTo>
                  <a:lnTo>
                    <a:pt x="941" y="1952"/>
                  </a:lnTo>
                  <a:cubicBezTo>
                    <a:pt x="941" y="2073"/>
                    <a:pt x="958" y="2190"/>
                    <a:pt x="925" y="2323"/>
                  </a:cubicBezTo>
                  <a:cubicBezTo>
                    <a:pt x="925" y="2356"/>
                    <a:pt x="925" y="2408"/>
                    <a:pt x="941" y="2457"/>
                  </a:cubicBezTo>
                  <a:lnTo>
                    <a:pt x="941" y="2558"/>
                  </a:lnTo>
                  <a:cubicBezTo>
                    <a:pt x="941" y="2626"/>
                    <a:pt x="941" y="2659"/>
                    <a:pt x="909" y="2711"/>
                  </a:cubicBezTo>
                  <a:lnTo>
                    <a:pt x="909" y="2727"/>
                  </a:lnTo>
                  <a:lnTo>
                    <a:pt x="925" y="2727"/>
                  </a:lnTo>
                  <a:cubicBezTo>
                    <a:pt x="958" y="2679"/>
                    <a:pt x="974" y="2626"/>
                    <a:pt x="974" y="2558"/>
                  </a:cubicBezTo>
                  <a:cubicBezTo>
                    <a:pt x="974" y="2525"/>
                    <a:pt x="974" y="2493"/>
                    <a:pt x="958" y="2457"/>
                  </a:cubicBezTo>
                  <a:cubicBezTo>
                    <a:pt x="958" y="2408"/>
                    <a:pt x="941" y="2356"/>
                    <a:pt x="958" y="2323"/>
                  </a:cubicBezTo>
                  <a:cubicBezTo>
                    <a:pt x="974" y="2206"/>
                    <a:pt x="974" y="2073"/>
                    <a:pt x="974" y="1952"/>
                  </a:cubicBezTo>
                  <a:cubicBezTo>
                    <a:pt x="974" y="1871"/>
                    <a:pt x="958" y="1770"/>
                    <a:pt x="974" y="1685"/>
                  </a:cubicBezTo>
                  <a:cubicBezTo>
                    <a:pt x="974" y="1632"/>
                    <a:pt x="974" y="1568"/>
                    <a:pt x="941" y="1515"/>
                  </a:cubicBezTo>
                  <a:cubicBezTo>
                    <a:pt x="788" y="1313"/>
                    <a:pt x="671" y="1095"/>
                    <a:pt x="554" y="877"/>
                  </a:cubicBezTo>
                  <a:cubicBezTo>
                    <a:pt x="485" y="740"/>
                    <a:pt x="404" y="606"/>
                    <a:pt x="319" y="473"/>
                  </a:cubicBezTo>
                  <a:cubicBezTo>
                    <a:pt x="283" y="421"/>
                    <a:pt x="267" y="372"/>
                    <a:pt x="234" y="320"/>
                  </a:cubicBezTo>
                  <a:cubicBezTo>
                    <a:pt x="166" y="202"/>
                    <a:pt x="117"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0"/>
            <p:cNvSpPr/>
            <p:nvPr/>
          </p:nvSpPr>
          <p:spPr>
            <a:xfrm>
              <a:off x="1087339" y="1813571"/>
              <a:ext cx="6456" cy="102007"/>
            </a:xfrm>
            <a:custGeom>
              <a:rect b="b" l="l" r="r" t="t"/>
              <a:pathLst>
                <a:path extrusionOk="0" h="1027" w="65">
                  <a:moveTo>
                    <a:pt x="16" y="1"/>
                  </a:moveTo>
                  <a:lnTo>
                    <a:pt x="0" y="17"/>
                  </a:lnTo>
                  <a:lnTo>
                    <a:pt x="0" y="235"/>
                  </a:lnTo>
                  <a:lnTo>
                    <a:pt x="0" y="825"/>
                  </a:lnTo>
                  <a:cubicBezTo>
                    <a:pt x="0" y="893"/>
                    <a:pt x="16" y="958"/>
                    <a:pt x="32" y="1011"/>
                  </a:cubicBezTo>
                  <a:lnTo>
                    <a:pt x="49" y="1027"/>
                  </a:lnTo>
                  <a:cubicBezTo>
                    <a:pt x="49" y="1011"/>
                    <a:pt x="65" y="1011"/>
                    <a:pt x="49" y="1011"/>
                  </a:cubicBezTo>
                  <a:cubicBezTo>
                    <a:pt x="32" y="958"/>
                    <a:pt x="32" y="893"/>
                    <a:pt x="32" y="825"/>
                  </a:cubicBezTo>
                  <a:lnTo>
                    <a:pt x="32" y="235"/>
                  </a:lnTo>
                  <a:lnTo>
                    <a:pt x="32" y="17"/>
                  </a:ln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0"/>
            <p:cNvSpPr/>
            <p:nvPr/>
          </p:nvSpPr>
          <p:spPr>
            <a:xfrm>
              <a:off x="1256191" y="1418854"/>
              <a:ext cx="244042" cy="251193"/>
            </a:xfrm>
            <a:custGeom>
              <a:rect b="b" l="l" r="r" t="t"/>
              <a:pathLst>
                <a:path extrusionOk="0" h="2529" w="2457">
                  <a:moveTo>
                    <a:pt x="1587" y="0"/>
                  </a:moveTo>
                  <a:cubicBezTo>
                    <a:pt x="1538" y="0"/>
                    <a:pt x="1482" y="18"/>
                    <a:pt x="1415" y="52"/>
                  </a:cubicBezTo>
                  <a:cubicBezTo>
                    <a:pt x="1011" y="287"/>
                    <a:pt x="587" y="525"/>
                    <a:pt x="102" y="791"/>
                  </a:cubicBezTo>
                  <a:cubicBezTo>
                    <a:pt x="33" y="828"/>
                    <a:pt x="1" y="860"/>
                    <a:pt x="1" y="929"/>
                  </a:cubicBezTo>
                  <a:cubicBezTo>
                    <a:pt x="17" y="1163"/>
                    <a:pt x="17" y="1418"/>
                    <a:pt x="17" y="1652"/>
                  </a:cubicBezTo>
                  <a:lnTo>
                    <a:pt x="17" y="2125"/>
                  </a:lnTo>
                  <a:lnTo>
                    <a:pt x="17" y="2189"/>
                  </a:lnTo>
                  <a:lnTo>
                    <a:pt x="33" y="2205"/>
                  </a:lnTo>
                  <a:cubicBezTo>
                    <a:pt x="33" y="2226"/>
                    <a:pt x="33" y="2226"/>
                    <a:pt x="49" y="2226"/>
                  </a:cubicBezTo>
                  <a:lnTo>
                    <a:pt x="49" y="2205"/>
                  </a:lnTo>
                  <a:lnTo>
                    <a:pt x="49" y="2173"/>
                  </a:lnTo>
                  <a:cubicBezTo>
                    <a:pt x="33" y="2157"/>
                    <a:pt x="33" y="2141"/>
                    <a:pt x="33" y="2125"/>
                  </a:cubicBezTo>
                  <a:lnTo>
                    <a:pt x="33" y="1652"/>
                  </a:lnTo>
                  <a:lnTo>
                    <a:pt x="33" y="929"/>
                  </a:lnTo>
                  <a:cubicBezTo>
                    <a:pt x="33" y="876"/>
                    <a:pt x="49" y="844"/>
                    <a:pt x="102" y="812"/>
                  </a:cubicBezTo>
                  <a:cubicBezTo>
                    <a:pt x="587" y="541"/>
                    <a:pt x="1027" y="307"/>
                    <a:pt x="1431" y="68"/>
                  </a:cubicBezTo>
                  <a:cubicBezTo>
                    <a:pt x="1490" y="35"/>
                    <a:pt x="1540" y="17"/>
                    <a:pt x="1582" y="17"/>
                  </a:cubicBezTo>
                  <a:cubicBezTo>
                    <a:pt x="1645" y="17"/>
                    <a:pt x="1693" y="57"/>
                    <a:pt x="1734" y="137"/>
                  </a:cubicBezTo>
                  <a:cubicBezTo>
                    <a:pt x="1936" y="472"/>
                    <a:pt x="2101" y="775"/>
                    <a:pt x="2303" y="1062"/>
                  </a:cubicBezTo>
                  <a:cubicBezTo>
                    <a:pt x="2388" y="1195"/>
                    <a:pt x="2425" y="1333"/>
                    <a:pt x="2425" y="1482"/>
                  </a:cubicBezTo>
                  <a:cubicBezTo>
                    <a:pt x="2404" y="1700"/>
                    <a:pt x="2404" y="1923"/>
                    <a:pt x="2404" y="2125"/>
                  </a:cubicBezTo>
                  <a:lnTo>
                    <a:pt x="2404" y="2375"/>
                  </a:lnTo>
                  <a:cubicBezTo>
                    <a:pt x="2404" y="2428"/>
                    <a:pt x="2404" y="2476"/>
                    <a:pt x="2388" y="2508"/>
                  </a:cubicBezTo>
                  <a:lnTo>
                    <a:pt x="2388" y="2529"/>
                  </a:lnTo>
                  <a:lnTo>
                    <a:pt x="2404" y="2529"/>
                  </a:lnTo>
                  <a:cubicBezTo>
                    <a:pt x="2441" y="2476"/>
                    <a:pt x="2441" y="2428"/>
                    <a:pt x="2441" y="2375"/>
                  </a:cubicBezTo>
                  <a:lnTo>
                    <a:pt x="2441" y="2125"/>
                  </a:lnTo>
                  <a:lnTo>
                    <a:pt x="2441" y="1482"/>
                  </a:lnTo>
                  <a:cubicBezTo>
                    <a:pt x="2457" y="1333"/>
                    <a:pt x="2404" y="1179"/>
                    <a:pt x="2324" y="1062"/>
                  </a:cubicBezTo>
                  <a:cubicBezTo>
                    <a:pt x="2138" y="759"/>
                    <a:pt x="1952" y="456"/>
                    <a:pt x="1766" y="121"/>
                  </a:cubicBezTo>
                  <a:cubicBezTo>
                    <a:pt x="1716" y="39"/>
                    <a:pt x="1659" y="0"/>
                    <a:pt x="1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0"/>
            <p:cNvSpPr/>
            <p:nvPr/>
          </p:nvSpPr>
          <p:spPr>
            <a:xfrm>
              <a:off x="1135809" y="2323605"/>
              <a:ext cx="4966" cy="86711"/>
            </a:xfrm>
            <a:custGeom>
              <a:rect b="b" l="l" r="r" t="t"/>
              <a:pathLst>
                <a:path extrusionOk="0" h="873" w="50">
                  <a:moveTo>
                    <a:pt x="1" y="0"/>
                  </a:moveTo>
                  <a:lnTo>
                    <a:pt x="1" y="16"/>
                  </a:lnTo>
                  <a:cubicBezTo>
                    <a:pt x="17" y="49"/>
                    <a:pt x="17" y="85"/>
                    <a:pt x="17" y="117"/>
                  </a:cubicBezTo>
                  <a:lnTo>
                    <a:pt x="17" y="150"/>
                  </a:lnTo>
                  <a:lnTo>
                    <a:pt x="17" y="420"/>
                  </a:lnTo>
                  <a:cubicBezTo>
                    <a:pt x="17" y="554"/>
                    <a:pt x="17" y="707"/>
                    <a:pt x="33" y="857"/>
                  </a:cubicBezTo>
                  <a:cubicBezTo>
                    <a:pt x="33" y="857"/>
                    <a:pt x="33" y="873"/>
                    <a:pt x="49" y="873"/>
                  </a:cubicBezTo>
                  <a:lnTo>
                    <a:pt x="49" y="857"/>
                  </a:lnTo>
                  <a:cubicBezTo>
                    <a:pt x="33" y="707"/>
                    <a:pt x="49" y="554"/>
                    <a:pt x="49" y="420"/>
                  </a:cubicBezTo>
                  <a:lnTo>
                    <a:pt x="49" y="150"/>
                  </a:lnTo>
                  <a:lnTo>
                    <a:pt x="49" y="117"/>
                  </a:lnTo>
                  <a:cubicBezTo>
                    <a:pt x="49" y="85"/>
                    <a:pt x="49" y="3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0"/>
            <p:cNvSpPr/>
            <p:nvPr/>
          </p:nvSpPr>
          <p:spPr>
            <a:xfrm>
              <a:off x="1087339" y="2851617"/>
              <a:ext cx="6456" cy="93961"/>
            </a:xfrm>
            <a:custGeom>
              <a:rect b="b" l="l" r="r" t="t"/>
              <a:pathLst>
                <a:path extrusionOk="0" h="946" w="65">
                  <a:moveTo>
                    <a:pt x="0" y="0"/>
                  </a:moveTo>
                  <a:lnTo>
                    <a:pt x="0" y="21"/>
                  </a:lnTo>
                  <a:cubicBezTo>
                    <a:pt x="16" y="53"/>
                    <a:pt x="16" y="85"/>
                    <a:pt x="16" y="122"/>
                  </a:cubicBezTo>
                  <a:lnTo>
                    <a:pt x="16" y="170"/>
                  </a:lnTo>
                  <a:lnTo>
                    <a:pt x="16" y="457"/>
                  </a:lnTo>
                  <a:cubicBezTo>
                    <a:pt x="16" y="606"/>
                    <a:pt x="16" y="776"/>
                    <a:pt x="32" y="929"/>
                  </a:cubicBezTo>
                  <a:cubicBezTo>
                    <a:pt x="32" y="946"/>
                    <a:pt x="32" y="946"/>
                    <a:pt x="49" y="946"/>
                  </a:cubicBezTo>
                  <a:cubicBezTo>
                    <a:pt x="49" y="946"/>
                    <a:pt x="65" y="946"/>
                    <a:pt x="65" y="929"/>
                  </a:cubicBezTo>
                  <a:cubicBezTo>
                    <a:pt x="32" y="776"/>
                    <a:pt x="49" y="606"/>
                    <a:pt x="49" y="457"/>
                  </a:cubicBezTo>
                  <a:lnTo>
                    <a:pt x="49" y="154"/>
                  </a:lnTo>
                  <a:lnTo>
                    <a:pt x="49" y="122"/>
                  </a:lnTo>
                  <a:cubicBezTo>
                    <a:pt x="49" y="85"/>
                    <a:pt x="49" y="3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0"/>
            <p:cNvSpPr/>
            <p:nvPr/>
          </p:nvSpPr>
          <p:spPr>
            <a:xfrm>
              <a:off x="1414714" y="1449247"/>
              <a:ext cx="85519" cy="240863"/>
            </a:xfrm>
            <a:custGeom>
              <a:rect b="b" l="l" r="r" t="t"/>
              <a:pathLst>
                <a:path extrusionOk="0" h="2425" w="861">
                  <a:moveTo>
                    <a:pt x="1" y="1"/>
                  </a:moveTo>
                  <a:lnTo>
                    <a:pt x="1" y="17"/>
                  </a:lnTo>
                  <a:cubicBezTo>
                    <a:pt x="85" y="118"/>
                    <a:pt x="154" y="235"/>
                    <a:pt x="223" y="352"/>
                  </a:cubicBezTo>
                  <a:cubicBezTo>
                    <a:pt x="255" y="405"/>
                    <a:pt x="287" y="469"/>
                    <a:pt x="340" y="538"/>
                  </a:cubicBezTo>
                  <a:cubicBezTo>
                    <a:pt x="356" y="586"/>
                    <a:pt x="388" y="639"/>
                    <a:pt x="425" y="687"/>
                  </a:cubicBezTo>
                  <a:cubicBezTo>
                    <a:pt x="457" y="756"/>
                    <a:pt x="489" y="825"/>
                    <a:pt x="542" y="889"/>
                  </a:cubicBezTo>
                  <a:cubicBezTo>
                    <a:pt x="606" y="974"/>
                    <a:pt x="643" y="1075"/>
                    <a:pt x="627" y="1192"/>
                  </a:cubicBezTo>
                  <a:lnTo>
                    <a:pt x="627" y="1479"/>
                  </a:lnTo>
                  <a:cubicBezTo>
                    <a:pt x="627" y="1617"/>
                    <a:pt x="627" y="1766"/>
                    <a:pt x="606" y="1899"/>
                  </a:cubicBezTo>
                  <a:cubicBezTo>
                    <a:pt x="590" y="2000"/>
                    <a:pt x="659" y="2085"/>
                    <a:pt x="728" y="2170"/>
                  </a:cubicBezTo>
                  <a:cubicBezTo>
                    <a:pt x="792" y="2239"/>
                    <a:pt x="829" y="2324"/>
                    <a:pt x="829" y="2404"/>
                  </a:cubicBezTo>
                  <a:lnTo>
                    <a:pt x="845" y="2425"/>
                  </a:lnTo>
                  <a:lnTo>
                    <a:pt x="861" y="2404"/>
                  </a:lnTo>
                  <a:cubicBezTo>
                    <a:pt x="861" y="2303"/>
                    <a:pt x="808" y="2223"/>
                    <a:pt x="744" y="2154"/>
                  </a:cubicBezTo>
                  <a:cubicBezTo>
                    <a:pt x="675" y="2085"/>
                    <a:pt x="606" y="2000"/>
                    <a:pt x="627" y="1899"/>
                  </a:cubicBezTo>
                  <a:cubicBezTo>
                    <a:pt x="659" y="1766"/>
                    <a:pt x="659" y="1617"/>
                    <a:pt x="659" y="1479"/>
                  </a:cubicBezTo>
                  <a:cubicBezTo>
                    <a:pt x="643" y="1378"/>
                    <a:pt x="643" y="1293"/>
                    <a:pt x="659" y="1213"/>
                  </a:cubicBezTo>
                  <a:cubicBezTo>
                    <a:pt x="659" y="1059"/>
                    <a:pt x="643" y="958"/>
                    <a:pt x="558" y="873"/>
                  </a:cubicBezTo>
                  <a:cubicBezTo>
                    <a:pt x="505" y="809"/>
                    <a:pt x="473" y="740"/>
                    <a:pt x="441" y="671"/>
                  </a:cubicBezTo>
                  <a:cubicBezTo>
                    <a:pt x="404" y="623"/>
                    <a:pt x="388" y="570"/>
                    <a:pt x="356" y="522"/>
                  </a:cubicBezTo>
                  <a:cubicBezTo>
                    <a:pt x="304" y="453"/>
                    <a:pt x="271" y="405"/>
                    <a:pt x="239" y="336"/>
                  </a:cubicBezTo>
                  <a:cubicBezTo>
                    <a:pt x="170" y="219"/>
                    <a:pt x="102" y="10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0"/>
            <p:cNvSpPr/>
            <p:nvPr/>
          </p:nvSpPr>
          <p:spPr>
            <a:xfrm>
              <a:off x="2010167" y="3302950"/>
              <a:ext cx="3278" cy="33870"/>
            </a:xfrm>
            <a:custGeom>
              <a:rect b="b" l="l" r="r" t="t"/>
              <a:pathLst>
                <a:path extrusionOk="0" h="341" w="33">
                  <a:moveTo>
                    <a:pt x="17" y="1"/>
                  </a:moveTo>
                  <a:cubicBezTo>
                    <a:pt x="0" y="54"/>
                    <a:pt x="17" y="86"/>
                    <a:pt x="17" y="138"/>
                  </a:cubicBezTo>
                  <a:cubicBezTo>
                    <a:pt x="17" y="203"/>
                    <a:pt x="17" y="272"/>
                    <a:pt x="0" y="324"/>
                  </a:cubicBezTo>
                  <a:lnTo>
                    <a:pt x="0" y="340"/>
                  </a:lnTo>
                  <a:lnTo>
                    <a:pt x="17" y="340"/>
                  </a:lnTo>
                  <a:cubicBezTo>
                    <a:pt x="33" y="272"/>
                    <a:pt x="33" y="203"/>
                    <a:pt x="33" y="138"/>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0"/>
            <p:cNvSpPr/>
            <p:nvPr/>
          </p:nvSpPr>
          <p:spPr>
            <a:xfrm>
              <a:off x="1416701" y="1754969"/>
              <a:ext cx="83532" cy="122070"/>
            </a:xfrm>
            <a:custGeom>
              <a:rect b="b" l="l" r="r" t="t"/>
              <a:pathLst>
                <a:path extrusionOk="0" h="1229" w="841">
                  <a:moveTo>
                    <a:pt x="1" y="1"/>
                  </a:moveTo>
                  <a:lnTo>
                    <a:pt x="1" y="33"/>
                  </a:lnTo>
                  <a:cubicBezTo>
                    <a:pt x="102" y="86"/>
                    <a:pt x="166" y="187"/>
                    <a:pt x="235" y="288"/>
                  </a:cubicBezTo>
                  <a:cubicBezTo>
                    <a:pt x="251" y="320"/>
                    <a:pt x="267" y="356"/>
                    <a:pt x="284" y="373"/>
                  </a:cubicBezTo>
                  <a:cubicBezTo>
                    <a:pt x="336" y="457"/>
                    <a:pt x="384" y="538"/>
                    <a:pt x="437" y="607"/>
                  </a:cubicBezTo>
                  <a:cubicBezTo>
                    <a:pt x="522" y="740"/>
                    <a:pt x="607" y="878"/>
                    <a:pt x="708" y="1011"/>
                  </a:cubicBezTo>
                  <a:cubicBezTo>
                    <a:pt x="724" y="1011"/>
                    <a:pt x="724" y="1027"/>
                    <a:pt x="724" y="1027"/>
                  </a:cubicBezTo>
                  <a:cubicBezTo>
                    <a:pt x="772" y="1096"/>
                    <a:pt x="809" y="1144"/>
                    <a:pt x="809" y="1213"/>
                  </a:cubicBezTo>
                  <a:cubicBezTo>
                    <a:pt x="809" y="1229"/>
                    <a:pt x="825" y="1229"/>
                    <a:pt x="825" y="1229"/>
                  </a:cubicBezTo>
                  <a:cubicBezTo>
                    <a:pt x="825" y="1229"/>
                    <a:pt x="841" y="1229"/>
                    <a:pt x="841" y="1213"/>
                  </a:cubicBezTo>
                  <a:cubicBezTo>
                    <a:pt x="841" y="1128"/>
                    <a:pt x="788" y="1080"/>
                    <a:pt x="740" y="1011"/>
                  </a:cubicBezTo>
                  <a:cubicBezTo>
                    <a:pt x="740" y="1011"/>
                    <a:pt x="740" y="995"/>
                    <a:pt x="724" y="995"/>
                  </a:cubicBezTo>
                  <a:cubicBezTo>
                    <a:pt x="639" y="861"/>
                    <a:pt x="554" y="724"/>
                    <a:pt x="453" y="591"/>
                  </a:cubicBezTo>
                  <a:cubicBezTo>
                    <a:pt x="405" y="522"/>
                    <a:pt x="352" y="437"/>
                    <a:pt x="304" y="356"/>
                  </a:cubicBezTo>
                  <a:cubicBezTo>
                    <a:pt x="284" y="336"/>
                    <a:pt x="267" y="304"/>
                    <a:pt x="251" y="272"/>
                  </a:cubicBezTo>
                  <a:cubicBezTo>
                    <a:pt x="183" y="171"/>
                    <a:pt x="134"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0"/>
            <p:cNvSpPr/>
            <p:nvPr/>
          </p:nvSpPr>
          <p:spPr>
            <a:xfrm>
              <a:off x="2081979" y="2931871"/>
              <a:ext cx="103596" cy="269270"/>
            </a:xfrm>
            <a:custGeom>
              <a:rect b="b" l="l" r="r" t="t"/>
              <a:pathLst>
                <a:path extrusionOk="0" h="2711" w="1043">
                  <a:moveTo>
                    <a:pt x="17" y="0"/>
                  </a:moveTo>
                  <a:cubicBezTo>
                    <a:pt x="1" y="0"/>
                    <a:pt x="1" y="0"/>
                    <a:pt x="1" y="20"/>
                  </a:cubicBezTo>
                  <a:cubicBezTo>
                    <a:pt x="17" y="121"/>
                    <a:pt x="69" y="186"/>
                    <a:pt x="118" y="255"/>
                  </a:cubicBezTo>
                  <a:cubicBezTo>
                    <a:pt x="134" y="271"/>
                    <a:pt x="134" y="287"/>
                    <a:pt x="150" y="303"/>
                  </a:cubicBezTo>
                  <a:cubicBezTo>
                    <a:pt x="320" y="525"/>
                    <a:pt x="489" y="776"/>
                    <a:pt x="639" y="1010"/>
                  </a:cubicBezTo>
                  <a:cubicBezTo>
                    <a:pt x="724" y="1111"/>
                    <a:pt x="792" y="1232"/>
                    <a:pt x="877" y="1333"/>
                  </a:cubicBezTo>
                  <a:cubicBezTo>
                    <a:pt x="877" y="1350"/>
                    <a:pt x="877" y="1350"/>
                    <a:pt x="893" y="1366"/>
                  </a:cubicBezTo>
                  <a:cubicBezTo>
                    <a:pt x="909" y="1398"/>
                    <a:pt x="926" y="1434"/>
                    <a:pt x="978" y="1451"/>
                  </a:cubicBezTo>
                  <a:cubicBezTo>
                    <a:pt x="1010" y="1467"/>
                    <a:pt x="1010" y="1515"/>
                    <a:pt x="1010" y="1568"/>
                  </a:cubicBezTo>
                  <a:lnTo>
                    <a:pt x="1010" y="1786"/>
                  </a:lnTo>
                  <a:cubicBezTo>
                    <a:pt x="1027" y="1919"/>
                    <a:pt x="1027" y="2056"/>
                    <a:pt x="1010" y="2174"/>
                  </a:cubicBezTo>
                  <a:lnTo>
                    <a:pt x="1010" y="2578"/>
                  </a:lnTo>
                  <a:lnTo>
                    <a:pt x="1010" y="2594"/>
                  </a:lnTo>
                  <a:cubicBezTo>
                    <a:pt x="1027" y="2626"/>
                    <a:pt x="1027" y="2662"/>
                    <a:pt x="994" y="2695"/>
                  </a:cubicBezTo>
                  <a:lnTo>
                    <a:pt x="994" y="2711"/>
                  </a:lnTo>
                  <a:lnTo>
                    <a:pt x="1010" y="2711"/>
                  </a:lnTo>
                  <a:cubicBezTo>
                    <a:pt x="1043" y="2679"/>
                    <a:pt x="1043" y="2626"/>
                    <a:pt x="1043" y="2578"/>
                  </a:cubicBezTo>
                  <a:lnTo>
                    <a:pt x="1043" y="2561"/>
                  </a:lnTo>
                  <a:cubicBezTo>
                    <a:pt x="1027" y="2444"/>
                    <a:pt x="1027" y="2307"/>
                    <a:pt x="1043" y="2174"/>
                  </a:cubicBezTo>
                  <a:lnTo>
                    <a:pt x="1043" y="1786"/>
                  </a:lnTo>
                  <a:lnTo>
                    <a:pt x="1043" y="1568"/>
                  </a:lnTo>
                  <a:cubicBezTo>
                    <a:pt x="1043" y="1515"/>
                    <a:pt x="1043" y="1451"/>
                    <a:pt x="978" y="1434"/>
                  </a:cubicBezTo>
                  <a:cubicBezTo>
                    <a:pt x="942" y="1414"/>
                    <a:pt x="926" y="1382"/>
                    <a:pt x="909" y="1350"/>
                  </a:cubicBezTo>
                  <a:cubicBezTo>
                    <a:pt x="909" y="1333"/>
                    <a:pt x="893" y="1333"/>
                    <a:pt x="893" y="1313"/>
                  </a:cubicBezTo>
                  <a:cubicBezTo>
                    <a:pt x="808" y="1212"/>
                    <a:pt x="740" y="1095"/>
                    <a:pt x="675" y="994"/>
                  </a:cubicBezTo>
                  <a:cubicBezTo>
                    <a:pt x="505" y="760"/>
                    <a:pt x="336" y="505"/>
                    <a:pt x="170" y="287"/>
                  </a:cubicBezTo>
                  <a:cubicBezTo>
                    <a:pt x="150" y="271"/>
                    <a:pt x="150" y="255"/>
                    <a:pt x="134" y="239"/>
                  </a:cubicBezTo>
                  <a:cubicBezTo>
                    <a:pt x="85" y="170"/>
                    <a:pt x="33" y="101"/>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0"/>
            <p:cNvSpPr/>
            <p:nvPr/>
          </p:nvSpPr>
          <p:spPr>
            <a:xfrm>
              <a:off x="1384619" y="1846944"/>
              <a:ext cx="5364" cy="100318"/>
            </a:xfrm>
            <a:custGeom>
              <a:rect b="b" l="l" r="r" t="t"/>
              <a:pathLst>
                <a:path extrusionOk="0" h="1010" w="54">
                  <a:moveTo>
                    <a:pt x="1" y="0"/>
                  </a:moveTo>
                  <a:lnTo>
                    <a:pt x="1" y="16"/>
                  </a:lnTo>
                  <a:cubicBezTo>
                    <a:pt x="21" y="117"/>
                    <a:pt x="21" y="218"/>
                    <a:pt x="21" y="319"/>
                  </a:cubicBezTo>
                  <a:cubicBezTo>
                    <a:pt x="1" y="388"/>
                    <a:pt x="1" y="457"/>
                    <a:pt x="21" y="521"/>
                  </a:cubicBezTo>
                  <a:lnTo>
                    <a:pt x="21" y="691"/>
                  </a:lnTo>
                  <a:cubicBezTo>
                    <a:pt x="1" y="792"/>
                    <a:pt x="1" y="893"/>
                    <a:pt x="21" y="994"/>
                  </a:cubicBezTo>
                  <a:cubicBezTo>
                    <a:pt x="21" y="1010"/>
                    <a:pt x="37" y="1010"/>
                    <a:pt x="37" y="1010"/>
                  </a:cubicBezTo>
                  <a:cubicBezTo>
                    <a:pt x="53" y="1010"/>
                    <a:pt x="53" y="994"/>
                    <a:pt x="53" y="994"/>
                  </a:cubicBezTo>
                  <a:cubicBezTo>
                    <a:pt x="37" y="893"/>
                    <a:pt x="37" y="792"/>
                    <a:pt x="37" y="707"/>
                  </a:cubicBezTo>
                  <a:lnTo>
                    <a:pt x="37" y="521"/>
                  </a:lnTo>
                  <a:lnTo>
                    <a:pt x="37" y="319"/>
                  </a:lnTo>
                  <a:cubicBezTo>
                    <a:pt x="37" y="218"/>
                    <a:pt x="37" y="11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0"/>
            <p:cNvSpPr/>
            <p:nvPr/>
          </p:nvSpPr>
          <p:spPr>
            <a:xfrm>
              <a:off x="1251026" y="2343669"/>
              <a:ext cx="162198" cy="187029"/>
            </a:xfrm>
            <a:custGeom>
              <a:rect b="b" l="l" r="r" t="t"/>
              <a:pathLst>
                <a:path extrusionOk="0" h="1883" w="1633">
                  <a:moveTo>
                    <a:pt x="1616" y="0"/>
                  </a:moveTo>
                  <a:cubicBezTo>
                    <a:pt x="1483" y="32"/>
                    <a:pt x="1346" y="101"/>
                    <a:pt x="1228" y="166"/>
                  </a:cubicBezTo>
                  <a:cubicBezTo>
                    <a:pt x="1164" y="202"/>
                    <a:pt x="1095" y="234"/>
                    <a:pt x="1026" y="251"/>
                  </a:cubicBezTo>
                  <a:cubicBezTo>
                    <a:pt x="841" y="335"/>
                    <a:pt x="659" y="420"/>
                    <a:pt x="473" y="521"/>
                  </a:cubicBezTo>
                  <a:cubicBezTo>
                    <a:pt x="356" y="570"/>
                    <a:pt x="235" y="622"/>
                    <a:pt x="117" y="691"/>
                  </a:cubicBezTo>
                  <a:cubicBezTo>
                    <a:pt x="69" y="707"/>
                    <a:pt x="17" y="723"/>
                    <a:pt x="17" y="808"/>
                  </a:cubicBezTo>
                  <a:lnTo>
                    <a:pt x="17" y="1297"/>
                  </a:lnTo>
                  <a:cubicBezTo>
                    <a:pt x="17" y="1462"/>
                    <a:pt x="0" y="1632"/>
                    <a:pt x="0" y="1802"/>
                  </a:cubicBezTo>
                  <a:cubicBezTo>
                    <a:pt x="0" y="1818"/>
                    <a:pt x="17" y="1834"/>
                    <a:pt x="17" y="1850"/>
                  </a:cubicBezTo>
                  <a:lnTo>
                    <a:pt x="17" y="1883"/>
                  </a:lnTo>
                  <a:lnTo>
                    <a:pt x="33" y="1883"/>
                  </a:lnTo>
                  <a:cubicBezTo>
                    <a:pt x="218" y="1818"/>
                    <a:pt x="404" y="1749"/>
                    <a:pt x="574" y="1664"/>
                  </a:cubicBezTo>
                  <a:cubicBezTo>
                    <a:pt x="659" y="1632"/>
                    <a:pt x="760" y="1600"/>
                    <a:pt x="841" y="1563"/>
                  </a:cubicBezTo>
                  <a:cubicBezTo>
                    <a:pt x="925" y="1531"/>
                    <a:pt x="1010" y="1499"/>
                    <a:pt x="1079" y="1446"/>
                  </a:cubicBezTo>
                  <a:cubicBezTo>
                    <a:pt x="1265" y="1378"/>
                    <a:pt x="1447" y="1297"/>
                    <a:pt x="1632" y="1228"/>
                  </a:cubicBezTo>
                  <a:lnTo>
                    <a:pt x="1632" y="1212"/>
                  </a:lnTo>
                  <a:lnTo>
                    <a:pt x="1616" y="1212"/>
                  </a:lnTo>
                  <a:cubicBezTo>
                    <a:pt x="1430" y="1277"/>
                    <a:pt x="1245" y="1345"/>
                    <a:pt x="1079" y="1430"/>
                  </a:cubicBezTo>
                  <a:cubicBezTo>
                    <a:pt x="994" y="1462"/>
                    <a:pt x="909" y="1499"/>
                    <a:pt x="824" y="1531"/>
                  </a:cubicBezTo>
                  <a:cubicBezTo>
                    <a:pt x="740" y="1563"/>
                    <a:pt x="659" y="1616"/>
                    <a:pt x="574" y="1648"/>
                  </a:cubicBezTo>
                  <a:cubicBezTo>
                    <a:pt x="404" y="1717"/>
                    <a:pt x="218" y="1802"/>
                    <a:pt x="53" y="1850"/>
                  </a:cubicBezTo>
                  <a:lnTo>
                    <a:pt x="33" y="1850"/>
                  </a:lnTo>
                  <a:lnTo>
                    <a:pt x="33" y="1802"/>
                  </a:lnTo>
                  <a:lnTo>
                    <a:pt x="33" y="1297"/>
                  </a:lnTo>
                  <a:cubicBezTo>
                    <a:pt x="33" y="1127"/>
                    <a:pt x="53" y="974"/>
                    <a:pt x="53" y="808"/>
                  </a:cubicBezTo>
                  <a:cubicBezTo>
                    <a:pt x="53" y="739"/>
                    <a:pt x="69" y="723"/>
                    <a:pt x="134" y="707"/>
                  </a:cubicBezTo>
                  <a:cubicBezTo>
                    <a:pt x="255" y="655"/>
                    <a:pt x="372" y="590"/>
                    <a:pt x="489" y="537"/>
                  </a:cubicBezTo>
                  <a:cubicBezTo>
                    <a:pt x="659" y="453"/>
                    <a:pt x="841" y="352"/>
                    <a:pt x="1043" y="287"/>
                  </a:cubicBezTo>
                  <a:cubicBezTo>
                    <a:pt x="1111" y="251"/>
                    <a:pt x="1180" y="218"/>
                    <a:pt x="1228" y="186"/>
                  </a:cubicBezTo>
                  <a:cubicBezTo>
                    <a:pt x="1366" y="133"/>
                    <a:pt x="1499" y="65"/>
                    <a:pt x="1632" y="32"/>
                  </a:cubicBezTo>
                  <a:lnTo>
                    <a:pt x="1632" y="16"/>
                  </a:lnTo>
                  <a:cubicBezTo>
                    <a:pt x="1632" y="16"/>
                    <a:pt x="1632" y="0"/>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0"/>
            <p:cNvSpPr/>
            <p:nvPr/>
          </p:nvSpPr>
          <p:spPr>
            <a:xfrm>
              <a:off x="985431" y="2224876"/>
              <a:ext cx="4867" cy="87108"/>
            </a:xfrm>
            <a:custGeom>
              <a:rect b="b" l="l" r="r" t="t"/>
              <a:pathLst>
                <a:path extrusionOk="0" h="877" w="49">
                  <a:moveTo>
                    <a:pt x="0" y="0"/>
                  </a:moveTo>
                  <a:lnTo>
                    <a:pt x="0" y="17"/>
                  </a:lnTo>
                  <a:cubicBezTo>
                    <a:pt x="16" y="150"/>
                    <a:pt x="16" y="303"/>
                    <a:pt x="0" y="453"/>
                  </a:cubicBezTo>
                  <a:lnTo>
                    <a:pt x="0" y="723"/>
                  </a:lnTo>
                  <a:lnTo>
                    <a:pt x="0" y="756"/>
                  </a:lnTo>
                  <a:cubicBezTo>
                    <a:pt x="0" y="792"/>
                    <a:pt x="0" y="841"/>
                    <a:pt x="32" y="877"/>
                  </a:cubicBezTo>
                  <a:lnTo>
                    <a:pt x="49" y="877"/>
                  </a:lnTo>
                  <a:lnTo>
                    <a:pt x="49" y="857"/>
                  </a:lnTo>
                  <a:cubicBezTo>
                    <a:pt x="32" y="824"/>
                    <a:pt x="32" y="792"/>
                    <a:pt x="32" y="756"/>
                  </a:cubicBezTo>
                  <a:lnTo>
                    <a:pt x="32" y="723"/>
                  </a:lnTo>
                  <a:lnTo>
                    <a:pt x="32" y="453"/>
                  </a:lnTo>
                  <a:cubicBezTo>
                    <a:pt x="32" y="303"/>
                    <a:pt x="32" y="15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0"/>
            <p:cNvSpPr/>
            <p:nvPr/>
          </p:nvSpPr>
          <p:spPr>
            <a:xfrm>
              <a:off x="2080390" y="3329867"/>
              <a:ext cx="108860" cy="148988"/>
            </a:xfrm>
            <a:custGeom>
              <a:rect b="b" l="l" r="r" t="t"/>
              <a:pathLst>
                <a:path extrusionOk="0" h="1500" w="1096">
                  <a:moveTo>
                    <a:pt x="0" y="1"/>
                  </a:moveTo>
                  <a:cubicBezTo>
                    <a:pt x="17" y="102"/>
                    <a:pt x="65" y="170"/>
                    <a:pt x="134" y="219"/>
                  </a:cubicBezTo>
                  <a:cubicBezTo>
                    <a:pt x="150" y="255"/>
                    <a:pt x="166" y="271"/>
                    <a:pt x="186" y="287"/>
                  </a:cubicBezTo>
                  <a:cubicBezTo>
                    <a:pt x="267" y="388"/>
                    <a:pt x="336" y="473"/>
                    <a:pt x="420" y="574"/>
                  </a:cubicBezTo>
                  <a:cubicBezTo>
                    <a:pt x="570" y="776"/>
                    <a:pt x="740" y="994"/>
                    <a:pt x="925" y="1196"/>
                  </a:cubicBezTo>
                  <a:cubicBezTo>
                    <a:pt x="1010" y="1297"/>
                    <a:pt x="1059" y="1366"/>
                    <a:pt x="1010" y="1483"/>
                  </a:cubicBezTo>
                  <a:lnTo>
                    <a:pt x="1010" y="1499"/>
                  </a:lnTo>
                  <a:lnTo>
                    <a:pt x="1026" y="1499"/>
                  </a:lnTo>
                  <a:cubicBezTo>
                    <a:pt x="1095" y="1366"/>
                    <a:pt x="1026" y="1265"/>
                    <a:pt x="942" y="1180"/>
                  </a:cubicBezTo>
                  <a:cubicBezTo>
                    <a:pt x="756" y="978"/>
                    <a:pt x="606" y="760"/>
                    <a:pt x="437" y="558"/>
                  </a:cubicBezTo>
                  <a:cubicBezTo>
                    <a:pt x="352" y="457"/>
                    <a:pt x="287" y="372"/>
                    <a:pt x="202" y="271"/>
                  </a:cubicBezTo>
                  <a:cubicBezTo>
                    <a:pt x="186" y="255"/>
                    <a:pt x="166" y="219"/>
                    <a:pt x="150" y="203"/>
                  </a:cubicBezTo>
                  <a:cubicBezTo>
                    <a:pt x="85" y="154"/>
                    <a:pt x="33" y="102"/>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0"/>
            <p:cNvSpPr/>
            <p:nvPr/>
          </p:nvSpPr>
          <p:spPr>
            <a:xfrm>
              <a:off x="1088928" y="3702633"/>
              <a:ext cx="4867" cy="31784"/>
            </a:xfrm>
            <a:custGeom>
              <a:rect b="b" l="l" r="r" t="t"/>
              <a:pathLst>
                <a:path extrusionOk="0" h="320" w="49">
                  <a:moveTo>
                    <a:pt x="16" y="1"/>
                  </a:moveTo>
                  <a:cubicBezTo>
                    <a:pt x="0" y="1"/>
                    <a:pt x="0" y="1"/>
                    <a:pt x="0" y="17"/>
                  </a:cubicBezTo>
                  <a:cubicBezTo>
                    <a:pt x="16" y="85"/>
                    <a:pt x="16" y="154"/>
                    <a:pt x="16" y="202"/>
                  </a:cubicBezTo>
                  <a:lnTo>
                    <a:pt x="16" y="303"/>
                  </a:lnTo>
                  <a:cubicBezTo>
                    <a:pt x="16" y="320"/>
                    <a:pt x="16" y="320"/>
                    <a:pt x="33" y="320"/>
                  </a:cubicBezTo>
                  <a:cubicBezTo>
                    <a:pt x="33" y="320"/>
                    <a:pt x="49" y="320"/>
                    <a:pt x="49" y="303"/>
                  </a:cubicBezTo>
                  <a:cubicBezTo>
                    <a:pt x="33" y="271"/>
                    <a:pt x="49" y="239"/>
                    <a:pt x="49" y="202"/>
                  </a:cubicBezTo>
                  <a:cubicBezTo>
                    <a:pt x="49" y="138"/>
                    <a:pt x="49"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0"/>
            <p:cNvSpPr/>
            <p:nvPr/>
          </p:nvSpPr>
          <p:spPr>
            <a:xfrm>
              <a:off x="1411536" y="2723190"/>
              <a:ext cx="63469" cy="160609"/>
            </a:xfrm>
            <a:custGeom>
              <a:rect b="b" l="l" r="r" t="t"/>
              <a:pathLst>
                <a:path extrusionOk="0" h="1617" w="639">
                  <a:moveTo>
                    <a:pt x="0" y="1"/>
                  </a:moveTo>
                  <a:lnTo>
                    <a:pt x="0" y="17"/>
                  </a:lnTo>
                  <a:cubicBezTo>
                    <a:pt x="16" y="81"/>
                    <a:pt x="69" y="134"/>
                    <a:pt x="117" y="166"/>
                  </a:cubicBezTo>
                  <a:cubicBezTo>
                    <a:pt x="154" y="203"/>
                    <a:pt x="186" y="219"/>
                    <a:pt x="202" y="251"/>
                  </a:cubicBezTo>
                  <a:cubicBezTo>
                    <a:pt x="218" y="267"/>
                    <a:pt x="218" y="283"/>
                    <a:pt x="235" y="304"/>
                  </a:cubicBezTo>
                  <a:cubicBezTo>
                    <a:pt x="303" y="384"/>
                    <a:pt x="372" y="485"/>
                    <a:pt x="473" y="554"/>
                  </a:cubicBezTo>
                  <a:cubicBezTo>
                    <a:pt x="574" y="655"/>
                    <a:pt x="622" y="756"/>
                    <a:pt x="606" y="910"/>
                  </a:cubicBezTo>
                  <a:lnTo>
                    <a:pt x="606" y="1314"/>
                  </a:lnTo>
                  <a:lnTo>
                    <a:pt x="606" y="1447"/>
                  </a:lnTo>
                  <a:lnTo>
                    <a:pt x="606" y="1463"/>
                  </a:lnTo>
                  <a:cubicBezTo>
                    <a:pt x="606" y="1516"/>
                    <a:pt x="606" y="1548"/>
                    <a:pt x="574" y="1596"/>
                  </a:cubicBezTo>
                  <a:cubicBezTo>
                    <a:pt x="574" y="1596"/>
                    <a:pt x="574" y="1617"/>
                    <a:pt x="590" y="1617"/>
                  </a:cubicBezTo>
                  <a:lnTo>
                    <a:pt x="606" y="1617"/>
                  </a:lnTo>
                  <a:cubicBezTo>
                    <a:pt x="638" y="1564"/>
                    <a:pt x="638" y="1516"/>
                    <a:pt x="638" y="1463"/>
                  </a:cubicBezTo>
                  <a:lnTo>
                    <a:pt x="638" y="1447"/>
                  </a:lnTo>
                  <a:cubicBezTo>
                    <a:pt x="638" y="1415"/>
                    <a:pt x="622" y="1362"/>
                    <a:pt x="622" y="1314"/>
                  </a:cubicBezTo>
                  <a:cubicBezTo>
                    <a:pt x="622" y="1176"/>
                    <a:pt x="622" y="1043"/>
                    <a:pt x="638" y="910"/>
                  </a:cubicBezTo>
                  <a:cubicBezTo>
                    <a:pt x="638" y="756"/>
                    <a:pt x="590" y="639"/>
                    <a:pt x="489" y="538"/>
                  </a:cubicBezTo>
                  <a:cubicBezTo>
                    <a:pt x="404" y="453"/>
                    <a:pt x="319" y="368"/>
                    <a:pt x="255" y="283"/>
                  </a:cubicBezTo>
                  <a:cubicBezTo>
                    <a:pt x="255" y="267"/>
                    <a:pt x="235" y="251"/>
                    <a:pt x="218" y="235"/>
                  </a:cubicBezTo>
                  <a:cubicBezTo>
                    <a:pt x="202" y="203"/>
                    <a:pt x="170" y="166"/>
                    <a:pt x="134" y="150"/>
                  </a:cubicBezTo>
                  <a:cubicBezTo>
                    <a:pt x="85" y="118"/>
                    <a:pt x="33" y="65"/>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0"/>
            <p:cNvSpPr/>
            <p:nvPr/>
          </p:nvSpPr>
          <p:spPr>
            <a:xfrm>
              <a:off x="1719245" y="1631409"/>
              <a:ext cx="8542" cy="76778"/>
            </a:xfrm>
            <a:custGeom>
              <a:rect b="b" l="l" r="r" t="t"/>
              <a:pathLst>
                <a:path extrusionOk="0" h="773" w="86">
                  <a:moveTo>
                    <a:pt x="65" y="1"/>
                  </a:moveTo>
                  <a:cubicBezTo>
                    <a:pt x="17" y="33"/>
                    <a:pt x="17" y="65"/>
                    <a:pt x="17" y="118"/>
                  </a:cubicBezTo>
                  <a:lnTo>
                    <a:pt x="17" y="134"/>
                  </a:lnTo>
                  <a:lnTo>
                    <a:pt x="17" y="607"/>
                  </a:lnTo>
                  <a:lnTo>
                    <a:pt x="17" y="623"/>
                  </a:lnTo>
                  <a:cubicBezTo>
                    <a:pt x="17" y="671"/>
                    <a:pt x="17" y="708"/>
                    <a:pt x="1" y="756"/>
                  </a:cubicBezTo>
                  <a:lnTo>
                    <a:pt x="1" y="772"/>
                  </a:lnTo>
                  <a:lnTo>
                    <a:pt x="17" y="772"/>
                  </a:lnTo>
                  <a:cubicBezTo>
                    <a:pt x="49" y="724"/>
                    <a:pt x="49" y="671"/>
                    <a:pt x="49" y="623"/>
                  </a:cubicBezTo>
                  <a:lnTo>
                    <a:pt x="49" y="607"/>
                  </a:lnTo>
                  <a:lnTo>
                    <a:pt x="49" y="134"/>
                  </a:lnTo>
                  <a:lnTo>
                    <a:pt x="49" y="118"/>
                  </a:lnTo>
                  <a:cubicBezTo>
                    <a:pt x="49" y="65"/>
                    <a:pt x="49" y="49"/>
                    <a:pt x="85" y="33"/>
                  </a:cubicBezTo>
                  <a:lnTo>
                    <a:pt x="85" y="17"/>
                  </a:lnTo>
                  <a:cubicBezTo>
                    <a:pt x="85" y="1"/>
                    <a:pt x="85"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0"/>
            <p:cNvSpPr/>
            <p:nvPr/>
          </p:nvSpPr>
          <p:spPr>
            <a:xfrm>
              <a:off x="1923059" y="2265003"/>
              <a:ext cx="140545" cy="312675"/>
            </a:xfrm>
            <a:custGeom>
              <a:rect b="b" l="l" r="r" t="t"/>
              <a:pathLst>
                <a:path extrusionOk="0" h="3148" w="1415">
                  <a:moveTo>
                    <a:pt x="69" y="0"/>
                  </a:moveTo>
                  <a:cubicBezTo>
                    <a:pt x="53" y="0"/>
                    <a:pt x="53" y="0"/>
                    <a:pt x="53" y="17"/>
                  </a:cubicBezTo>
                  <a:cubicBezTo>
                    <a:pt x="1" y="150"/>
                    <a:pt x="1" y="271"/>
                    <a:pt x="118" y="404"/>
                  </a:cubicBezTo>
                  <a:cubicBezTo>
                    <a:pt x="219" y="538"/>
                    <a:pt x="288" y="675"/>
                    <a:pt x="372" y="824"/>
                  </a:cubicBezTo>
                  <a:cubicBezTo>
                    <a:pt x="405" y="877"/>
                    <a:pt x="437" y="942"/>
                    <a:pt x="490" y="1010"/>
                  </a:cubicBezTo>
                  <a:cubicBezTo>
                    <a:pt x="659" y="1313"/>
                    <a:pt x="841" y="1600"/>
                    <a:pt x="1027" y="1903"/>
                  </a:cubicBezTo>
                  <a:lnTo>
                    <a:pt x="1043" y="1935"/>
                  </a:lnTo>
                  <a:cubicBezTo>
                    <a:pt x="1112" y="2036"/>
                    <a:pt x="1180" y="2154"/>
                    <a:pt x="1245" y="2254"/>
                  </a:cubicBezTo>
                  <a:cubicBezTo>
                    <a:pt x="1265" y="2271"/>
                    <a:pt x="1265" y="2291"/>
                    <a:pt x="1265" y="2307"/>
                  </a:cubicBezTo>
                  <a:lnTo>
                    <a:pt x="1265" y="2541"/>
                  </a:lnTo>
                  <a:cubicBezTo>
                    <a:pt x="1265" y="2658"/>
                    <a:pt x="1265" y="2759"/>
                    <a:pt x="1245" y="2877"/>
                  </a:cubicBezTo>
                  <a:cubicBezTo>
                    <a:pt x="1229" y="2978"/>
                    <a:pt x="1281" y="3079"/>
                    <a:pt x="1399" y="3147"/>
                  </a:cubicBezTo>
                  <a:lnTo>
                    <a:pt x="1415" y="3147"/>
                  </a:lnTo>
                  <a:cubicBezTo>
                    <a:pt x="1415" y="3131"/>
                    <a:pt x="1415" y="3131"/>
                    <a:pt x="1399" y="3131"/>
                  </a:cubicBezTo>
                  <a:cubicBezTo>
                    <a:pt x="1298" y="3062"/>
                    <a:pt x="1245" y="2961"/>
                    <a:pt x="1265" y="2877"/>
                  </a:cubicBezTo>
                  <a:cubicBezTo>
                    <a:pt x="1298" y="2759"/>
                    <a:pt x="1298" y="2658"/>
                    <a:pt x="1281" y="2541"/>
                  </a:cubicBezTo>
                  <a:cubicBezTo>
                    <a:pt x="1281" y="2473"/>
                    <a:pt x="1281" y="2392"/>
                    <a:pt x="1298" y="2307"/>
                  </a:cubicBezTo>
                  <a:cubicBezTo>
                    <a:pt x="1298" y="2291"/>
                    <a:pt x="1281" y="2254"/>
                    <a:pt x="1265" y="2238"/>
                  </a:cubicBezTo>
                  <a:cubicBezTo>
                    <a:pt x="1197" y="2137"/>
                    <a:pt x="1128" y="2036"/>
                    <a:pt x="1079" y="1919"/>
                  </a:cubicBezTo>
                  <a:lnTo>
                    <a:pt x="1043" y="1887"/>
                  </a:lnTo>
                  <a:cubicBezTo>
                    <a:pt x="861" y="1584"/>
                    <a:pt x="692" y="1297"/>
                    <a:pt x="506" y="994"/>
                  </a:cubicBezTo>
                  <a:cubicBezTo>
                    <a:pt x="473" y="925"/>
                    <a:pt x="437" y="877"/>
                    <a:pt x="389" y="808"/>
                  </a:cubicBezTo>
                  <a:cubicBezTo>
                    <a:pt x="320" y="655"/>
                    <a:pt x="235" y="521"/>
                    <a:pt x="134" y="388"/>
                  </a:cubicBezTo>
                  <a:cubicBezTo>
                    <a:pt x="33" y="271"/>
                    <a:pt x="33" y="150"/>
                    <a:pt x="69" y="17"/>
                  </a:cubicBezTo>
                  <a:cubicBezTo>
                    <a:pt x="86" y="17"/>
                    <a:pt x="69"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0"/>
            <p:cNvSpPr/>
            <p:nvPr/>
          </p:nvSpPr>
          <p:spPr>
            <a:xfrm>
              <a:off x="851343" y="2432267"/>
              <a:ext cx="358067" cy="274137"/>
            </a:xfrm>
            <a:custGeom>
              <a:rect b="b" l="l" r="r" t="t"/>
              <a:pathLst>
                <a:path extrusionOk="0" h="2760" w="3605">
                  <a:moveTo>
                    <a:pt x="3604" y="1"/>
                  </a:moveTo>
                  <a:cubicBezTo>
                    <a:pt x="3588" y="1"/>
                    <a:pt x="3588" y="17"/>
                    <a:pt x="3588" y="17"/>
                  </a:cubicBezTo>
                  <a:lnTo>
                    <a:pt x="3588" y="639"/>
                  </a:lnTo>
                  <a:lnTo>
                    <a:pt x="3588" y="1092"/>
                  </a:lnTo>
                  <a:cubicBezTo>
                    <a:pt x="3588" y="1160"/>
                    <a:pt x="3588" y="1193"/>
                    <a:pt x="3487" y="1229"/>
                  </a:cubicBezTo>
                  <a:cubicBezTo>
                    <a:pt x="3301" y="1294"/>
                    <a:pt x="3115" y="1378"/>
                    <a:pt x="2946" y="1463"/>
                  </a:cubicBezTo>
                  <a:cubicBezTo>
                    <a:pt x="2845" y="1496"/>
                    <a:pt x="2764" y="1548"/>
                    <a:pt x="2663" y="1580"/>
                  </a:cubicBezTo>
                  <a:cubicBezTo>
                    <a:pt x="2376" y="1718"/>
                    <a:pt x="2089" y="1835"/>
                    <a:pt x="1803" y="1952"/>
                  </a:cubicBezTo>
                  <a:cubicBezTo>
                    <a:pt x="1516" y="2085"/>
                    <a:pt x="1213" y="2203"/>
                    <a:pt x="910" y="2340"/>
                  </a:cubicBezTo>
                  <a:cubicBezTo>
                    <a:pt x="659" y="2441"/>
                    <a:pt x="405" y="2558"/>
                    <a:pt x="154" y="2675"/>
                  </a:cubicBezTo>
                  <a:lnTo>
                    <a:pt x="102" y="2675"/>
                  </a:lnTo>
                  <a:cubicBezTo>
                    <a:pt x="70" y="2691"/>
                    <a:pt x="37" y="2691"/>
                    <a:pt x="1" y="2744"/>
                  </a:cubicBezTo>
                  <a:cubicBezTo>
                    <a:pt x="1" y="2744"/>
                    <a:pt x="1" y="2760"/>
                    <a:pt x="17" y="2760"/>
                  </a:cubicBezTo>
                  <a:lnTo>
                    <a:pt x="37" y="2760"/>
                  </a:lnTo>
                  <a:cubicBezTo>
                    <a:pt x="53" y="2728"/>
                    <a:pt x="70" y="2707"/>
                    <a:pt x="118" y="2707"/>
                  </a:cubicBezTo>
                  <a:cubicBezTo>
                    <a:pt x="138" y="2707"/>
                    <a:pt x="154" y="2707"/>
                    <a:pt x="171" y="2691"/>
                  </a:cubicBezTo>
                  <a:cubicBezTo>
                    <a:pt x="405" y="2590"/>
                    <a:pt x="659" y="2473"/>
                    <a:pt x="926" y="2356"/>
                  </a:cubicBezTo>
                  <a:cubicBezTo>
                    <a:pt x="1229" y="2223"/>
                    <a:pt x="1516" y="2102"/>
                    <a:pt x="1819" y="1984"/>
                  </a:cubicBezTo>
                  <a:cubicBezTo>
                    <a:pt x="2106" y="1851"/>
                    <a:pt x="2392" y="1734"/>
                    <a:pt x="2679" y="1617"/>
                  </a:cubicBezTo>
                  <a:cubicBezTo>
                    <a:pt x="2764" y="1564"/>
                    <a:pt x="2865" y="1532"/>
                    <a:pt x="2946" y="1479"/>
                  </a:cubicBezTo>
                  <a:cubicBezTo>
                    <a:pt x="3132" y="1415"/>
                    <a:pt x="3317" y="1330"/>
                    <a:pt x="3503" y="1261"/>
                  </a:cubicBezTo>
                  <a:cubicBezTo>
                    <a:pt x="3604" y="1213"/>
                    <a:pt x="3604" y="1160"/>
                    <a:pt x="3604" y="1092"/>
                  </a:cubicBezTo>
                  <a:lnTo>
                    <a:pt x="3604" y="639"/>
                  </a:lnTo>
                  <a:lnTo>
                    <a:pt x="3604"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0"/>
            <p:cNvSpPr/>
            <p:nvPr/>
          </p:nvSpPr>
          <p:spPr>
            <a:xfrm>
              <a:off x="931597" y="3084335"/>
              <a:ext cx="5364" cy="91975"/>
            </a:xfrm>
            <a:custGeom>
              <a:rect b="b" l="l" r="r" t="t"/>
              <a:pathLst>
                <a:path extrusionOk="0" h="926" w="54">
                  <a:moveTo>
                    <a:pt x="37" y="0"/>
                  </a:moveTo>
                  <a:cubicBezTo>
                    <a:pt x="17" y="0"/>
                    <a:pt x="17" y="0"/>
                    <a:pt x="17" y="17"/>
                  </a:cubicBezTo>
                  <a:lnTo>
                    <a:pt x="17" y="202"/>
                  </a:lnTo>
                  <a:cubicBezTo>
                    <a:pt x="17" y="368"/>
                    <a:pt x="1" y="538"/>
                    <a:pt x="1" y="707"/>
                  </a:cubicBezTo>
                  <a:lnTo>
                    <a:pt x="1" y="756"/>
                  </a:lnTo>
                  <a:cubicBezTo>
                    <a:pt x="1" y="808"/>
                    <a:pt x="1" y="873"/>
                    <a:pt x="37" y="925"/>
                  </a:cubicBezTo>
                  <a:lnTo>
                    <a:pt x="53" y="925"/>
                  </a:lnTo>
                  <a:lnTo>
                    <a:pt x="53" y="909"/>
                  </a:lnTo>
                  <a:cubicBezTo>
                    <a:pt x="17" y="857"/>
                    <a:pt x="37" y="808"/>
                    <a:pt x="37" y="756"/>
                  </a:cubicBezTo>
                  <a:lnTo>
                    <a:pt x="37" y="707"/>
                  </a:lnTo>
                  <a:lnTo>
                    <a:pt x="37" y="202"/>
                  </a:lnTo>
                  <a:cubicBezTo>
                    <a:pt x="37" y="134"/>
                    <a:pt x="53" y="65"/>
                    <a:pt x="53" y="17"/>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0"/>
            <p:cNvSpPr/>
            <p:nvPr/>
          </p:nvSpPr>
          <p:spPr>
            <a:xfrm>
              <a:off x="2080390" y="2649391"/>
              <a:ext cx="108860" cy="250895"/>
            </a:xfrm>
            <a:custGeom>
              <a:rect b="b" l="l" r="r" t="t"/>
              <a:pathLst>
                <a:path extrusionOk="0" h="2526" w="1096">
                  <a:moveTo>
                    <a:pt x="17" y="0"/>
                  </a:moveTo>
                  <a:cubicBezTo>
                    <a:pt x="17" y="17"/>
                    <a:pt x="0" y="17"/>
                    <a:pt x="0" y="17"/>
                  </a:cubicBezTo>
                  <a:cubicBezTo>
                    <a:pt x="33" y="118"/>
                    <a:pt x="65" y="186"/>
                    <a:pt x="117" y="255"/>
                  </a:cubicBezTo>
                  <a:cubicBezTo>
                    <a:pt x="134" y="271"/>
                    <a:pt x="150" y="287"/>
                    <a:pt x="166" y="320"/>
                  </a:cubicBezTo>
                  <a:cubicBezTo>
                    <a:pt x="235" y="420"/>
                    <a:pt x="303" y="542"/>
                    <a:pt x="368" y="643"/>
                  </a:cubicBezTo>
                  <a:cubicBezTo>
                    <a:pt x="505" y="861"/>
                    <a:pt x="655" y="1079"/>
                    <a:pt x="792" y="1297"/>
                  </a:cubicBezTo>
                  <a:cubicBezTo>
                    <a:pt x="808" y="1350"/>
                    <a:pt x="841" y="1398"/>
                    <a:pt x="873" y="1430"/>
                  </a:cubicBezTo>
                  <a:cubicBezTo>
                    <a:pt x="974" y="1552"/>
                    <a:pt x="1075" y="1685"/>
                    <a:pt x="1026" y="1855"/>
                  </a:cubicBezTo>
                  <a:cubicBezTo>
                    <a:pt x="1010" y="1871"/>
                    <a:pt x="1026" y="1871"/>
                    <a:pt x="1026" y="1871"/>
                  </a:cubicBezTo>
                  <a:lnTo>
                    <a:pt x="1026" y="1903"/>
                  </a:lnTo>
                  <a:cubicBezTo>
                    <a:pt x="1043" y="2105"/>
                    <a:pt x="1059" y="2307"/>
                    <a:pt x="1010" y="2509"/>
                  </a:cubicBezTo>
                  <a:lnTo>
                    <a:pt x="1010" y="2525"/>
                  </a:lnTo>
                  <a:lnTo>
                    <a:pt x="1026" y="2525"/>
                  </a:lnTo>
                  <a:cubicBezTo>
                    <a:pt x="1075" y="2307"/>
                    <a:pt x="1059" y="2105"/>
                    <a:pt x="1043" y="1887"/>
                  </a:cubicBezTo>
                  <a:lnTo>
                    <a:pt x="1043" y="1871"/>
                  </a:lnTo>
                  <a:cubicBezTo>
                    <a:pt x="1095" y="1669"/>
                    <a:pt x="994" y="1552"/>
                    <a:pt x="909" y="1414"/>
                  </a:cubicBezTo>
                  <a:cubicBezTo>
                    <a:pt x="873" y="1382"/>
                    <a:pt x="841" y="1329"/>
                    <a:pt x="808" y="1297"/>
                  </a:cubicBezTo>
                  <a:cubicBezTo>
                    <a:pt x="671" y="1063"/>
                    <a:pt x="538" y="845"/>
                    <a:pt x="404" y="622"/>
                  </a:cubicBezTo>
                  <a:cubicBezTo>
                    <a:pt x="319" y="521"/>
                    <a:pt x="251" y="404"/>
                    <a:pt x="186" y="303"/>
                  </a:cubicBezTo>
                  <a:cubicBezTo>
                    <a:pt x="166" y="287"/>
                    <a:pt x="150" y="255"/>
                    <a:pt x="150" y="239"/>
                  </a:cubicBezTo>
                  <a:cubicBezTo>
                    <a:pt x="101" y="170"/>
                    <a:pt x="49" y="101"/>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0"/>
            <p:cNvSpPr/>
            <p:nvPr/>
          </p:nvSpPr>
          <p:spPr>
            <a:xfrm>
              <a:off x="1737719" y="2771362"/>
              <a:ext cx="172230" cy="311086"/>
            </a:xfrm>
            <a:custGeom>
              <a:rect b="b" l="l" r="r" t="t"/>
              <a:pathLst>
                <a:path extrusionOk="0" h="3132" w="1734">
                  <a:moveTo>
                    <a:pt x="65" y="0"/>
                  </a:moveTo>
                  <a:cubicBezTo>
                    <a:pt x="0" y="101"/>
                    <a:pt x="0" y="202"/>
                    <a:pt x="81" y="303"/>
                  </a:cubicBezTo>
                  <a:cubicBezTo>
                    <a:pt x="182" y="425"/>
                    <a:pt x="283" y="558"/>
                    <a:pt x="384" y="675"/>
                  </a:cubicBezTo>
                  <a:cubicBezTo>
                    <a:pt x="437" y="760"/>
                    <a:pt x="505" y="845"/>
                    <a:pt x="570" y="909"/>
                  </a:cubicBezTo>
                  <a:cubicBezTo>
                    <a:pt x="707" y="1079"/>
                    <a:pt x="841" y="1265"/>
                    <a:pt x="974" y="1435"/>
                  </a:cubicBezTo>
                  <a:cubicBezTo>
                    <a:pt x="1111" y="1600"/>
                    <a:pt x="1229" y="1770"/>
                    <a:pt x="1362" y="1939"/>
                  </a:cubicBezTo>
                  <a:cubicBezTo>
                    <a:pt x="1431" y="2020"/>
                    <a:pt x="1495" y="2121"/>
                    <a:pt x="1479" y="2259"/>
                  </a:cubicBezTo>
                  <a:lnTo>
                    <a:pt x="1479" y="2444"/>
                  </a:lnTo>
                  <a:cubicBezTo>
                    <a:pt x="1479" y="2525"/>
                    <a:pt x="1479" y="2610"/>
                    <a:pt x="1463" y="2695"/>
                  </a:cubicBezTo>
                  <a:cubicBezTo>
                    <a:pt x="1447" y="2747"/>
                    <a:pt x="1479" y="2796"/>
                    <a:pt x="1515" y="2848"/>
                  </a:cubicBezTo>
                  <a:lnTo>
                    <a:pt x="1532" y="2848"/>
                  </a:lnTo>
                  <a:cubicBezTo>
                    <a:pt x="1548" y="2865"/>
                    <a:pt x="1564" y="2881"/>
                    <a:pt x="1580" y="2897"/>
                  </a:cubicBezTo>
                  <a:cubicBezTo>
                    <a:pt x="1632" y="2966"/>
                    <a:pt x="1697" y="3030"/>
                    <a:pt x="1697" y="3115"/>
                  </a:cubicBezTo>
                  <a:cubicBezTo>
                    <a:pt x="1697" y="3131"/>
                    <a:pt x="1697" y="3131"/>
                    <a:pt x="1717" y="3131"/>
                  </a:cubicBezTo>
                  <a:lnTo>
                    <a:pt x="1733" y="3115"/>
                  </a:lnTo>
                  <a:cubicBezTo>
                    <a:pt x="1717" y="3014"/>
                    <a:pt x="1649" y="2949"/>
                    <a:pt x="1596" y="2881"/>
                  </a:cubicBezTo>
                  <a:cubicBezTo>
                    <a:pt x="1580" y="2865"/>
                    <a:pt x="1564" y="2848"/>
                    <a:pt x="1548" y="2828"/>
                  </a:cubicBezTo>
                  <a:cubicBezTo>
                    <a:pt x="1515" y="2780"/>
                    <a:pt x="1479" y="2747"/>
                    <a:pt x="1479" y="2695"/>
                  </a:cubicBezTo>
                  <a:cubicBezTo>
                    <a:pt x="1515" y="2610"/>
                    <a:pt x="1515" y="2525"/>
                    <a:pt x="1515" y="2444"/>
                  </a:cubicBezTo>
                  <a:cubicBezTo>
                    <a:pt x="1515" y="2376"/>
                    <a:pt x="1495" y="2323"/>
                    <a:pt x="1515" y="2275"/>
                  </a:cubicBezTo>
                  <a:cubicBezTo>
                    <a:pt x="1532" y="2121"/>
                    <a:pt x="1463" y="2004"/>
                    <a:pt x="1378" y="1919"/>
                  </a:cubicBezTo>
                  <a:cubicBezTo>
                    <a:pt x="1261" y="1754"/>
                    <a:pt x="1128" y="1584"/>
                    <a:pt x="990" y="1414"/>
                  </a:cubicBezTo>
                  <a:cubicBezTo>
                    <a:pt x="857" y="1249"/>
                    <a:pt x="724" y="1063"/>
                    <a:pt x="586" y="893"/>
                  </a:cubicBezTo>
                  <a:cubicBezTo>
                    <a:pt x="522" y="829"/>
                    <a:pt x="469" y="744"/>
                    <a:pt x="404" y="659"/>
                  </a:cubicBezTo>
                  <a:cubicBezTo>
                    <a:pt x="320" y="542"/>
                    <a:pt x="219" y="404"/>
                    <a:pt x="101" y="287"/>
                  </a:cubicBezTo>
                  <a:cubicBezTo>
                    <a:pt x="33" y="202"/>
                    <a:pt x="17" y="101"/>
                    <a:pt x="81" y="21"/>
                  </a:cubicBezTo>
                  <a:lnTo>
                    <a:pt x="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0"/>
            <p:cNvSpPr/>
            <p:nvPr/>
          </p:nvSpPr>
          <p:spPr>
            <a:xfrm>
              <a:off x="1189246" y="1760234"/>
              <a:ext cx="4867" cy="100418"/>
            </a:xfrm>
            <a:custGeom>
              <a:rect b="b" l="l" r="r" t="t"/>
              <a:pathLst>
                <a:path extrusionOk="0" h="1011" w="49">
                  <a:moveTo>
                    <a:pt x="0" y="0"/>
                  </a:moveTo>
                  <a:lnTo>
                    <a:pt x="0" y="17"/>
                  </a:lnTo>
                  <a:cubicBezTo>
                    <a:pt x="16" y="182"/>
                    <a:pt x="16" y="352"/>
                    <a:pt x="0" y="522"/>
                  </a:cubicBezTo>
                  <a:lnTo>
                    <a:pt x="0" y="841"/>
                  </a:lnTo>
                  <a:lnTo>
                    <a:pt x="0" y="889"/>
                  </a:lnTo>
                  <a:cubicBezTo>
                    <a:pt x="0" y="926"/>
                    <a:pt x="0" y="974"/>
                    <a:pt x="33" y="1010"/>
                  </a:cubicBezTo>
                  <a:lnTo>
                    <a:pt x="49" y="1010"/>
                  </a:lnTo>
                  <a:lnTo>
                    <a:pt x="49" y="990"/>
                  </a:lnTo>
                  <a:cubicBezTo>
                    <a:pt x="33" y="958"/>
                    <a:pt x="33" y="926"/>
                    <a:pt x="33" y="889"/>
                  </a:cubicBezTo>
                  <a:lnTo>
                    <a:pt x="33" y="841"/>
                  </a:lnTo>
                  <a:lnTo>
                    <a:pt x="33" y="522"/>
                  </a:lnTo>
                  <a:cubicBezTo>
                    <a:pt x="33" y="352"/>
                    <a:pt x="33" y="182"/>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0"/>
            <p:cNvSpPr/>
            <p:nvPr/>
          </p:nvSpPr>
          <p:spPr>
            <a:xfrm>
              <a:off x="851343" y="2948657"/>
              <a:ext cx="358067" cy="259338"/>
            </a:xfrm>
            <a:custGeom>
              <a:rect b="b" l="l" r="r" t="t"/>
              <a:pathLst>
                <a:path extrusionOk="0" h="2611" w="3605">
                  <a:moveTo>
                    <a:pt x="3588" y="1"/>
                  </a:moveTo>
                  <a:cubicBezTo>
                    <a:pt x="3552" y="86"/>
                    <a:pt x="3552" y="187"/>
                    <a:pt x="3552" y="272"/>
                  </a:cubicBezTo>
                  <a:cubicBezTo>
                    <a:pt x="3552" y="288"/>
                    <a:pt x="3572" y="304"/>
                    <a:pt x="3572" y="336"/>
                  </a:cubicBezTo>
                  <a:lnTo>
                    <a:pt x="3572" y="760"/>
                  </a:lnTo>
                  <a:lnTo>
                    <a:pt x="3572" y="1213"/>
                  </a:lnTo>
                  <a:cubicBezTo>
                    <a:pt x="3572" y="1282"/>
                    <a:pt x="3536" y="1298"/>
                    <a:pt x="3487" y="1314"/>
                  </a:cubicBezTo>
                  <a:cubicBezTo>
                    <a:pt x="3301" y="1383"/>
                    <a:pt x="3099" y="1447"/>
                    <a:pt x="2913" y="1516"/>
                  </a:cubicBezTo>
                  <a:cubicBezTo>
                    <a:pt x="2764" y="1585"/>
                    <a:pt x="2610" y="1633"/>
                    <a:pt x="2461" y="1686"/>
                  </a:cubicBezTo>
                  <a:cubicBezTo>
                    <a:pt x="2275" y="1750"/>
                    <a:pt x="2089" y="1819"/>
                    <a:pt x="1904" y="1887"/>
                  </a:cubicBezTo>
                  <a:cubicBezTo>
                    <a:pt x="1819" y="1920"/>
                    <a:pt x="1718" y="1952"/>
                    <a:pt x="1617" y="2005"/>
                  </a:cubicBezTo>
                  <a:cubicBezTo>
                    <a:pt x="1128" y="2174"/>
                    <a:pt x="643" y="2356"/>
                    <a:pt x="171" y="2542"/>
                  </a:cubicBezTo>
                  <a:lnTo>
                    <a:pt x="17" y="2594"/>
                  </a:lnTo>
                  <a:cubicBezTo>
                    <a:pt x="1" y="2594"/>
                    <a:pt x="1" y="2594"/>
                    <a:pt x="1" y="2611"/>
                  </a:cubicBezTo>
                  <a:lnTo>
                    <a:pt x="17" y="2611"/>
                  </a:lnTo>
                  <a:lnTo>
                    <a:pt x="171" y="2558"/>
                  </a:lnTo>
                  <a:cubicBezTo>
                    <a:pt x="659" y="2376"/>
                    <a:pt x="1148" y="2207"/>
                    <a:pt x="1633" y="2021"/>
                  </a:cubicBezTo>
                  <a:cubicBezTo>
                    <a:pt x="1718" y="1988"/>
                    <a:pt x="1819" y="1952"/>
                    <a:pt x="1920" y="1920"/>
                  </a:cubicBezTo>
                  <a:cubicBezTo>
                    <a:pt x="2106" y="1851"/>
                    <a:pt x="2291" y="1770"/>
                    <a:pt x="2461" y="1718"/>
                  </a:cubicBezTo>
                  <a:cubicBezTo>
                    <a:pt x="2627" y="1649"/>
                    <a:pt x="2780" y="1601"/>
                    <a:pt x="2930" y="1548"/>
                  </a:cubicBezTo>
                  <a:cubicBezTo>
                    <a:pt x="3115" y="1484"/>
                    <a:pt x="3301" y="1415"/>
                    <a:pt x="3487" y="1346"/>
                  </a:cubicBezTo>
                  <a:cubicBezTo>
                    <a:pt x="3536" y="1330"/>
                    <a:pt x="3604" y="1298"/>
                    <a:pt x="3604" y="1213"/>
                  </a:cubicBezTo>
                  <a:cubicBezTo>
                    <a:pt x="3588" y="1063"/>
                    <a:pt x="3588" y="910"/>
                    <a:pt x="3588" y="760"/>
                  </a:cubicBezTo>
                  <a:cubicBezTo>
                    <a:pt x="3588" y="623"/>
                    <a:pt x="3604" y="474"/>
                    <a:pt x="3588" y="336"/>
                  </a:cubicBezTo>
                  <a:lnTo>
                    <a:pt x="3588" y="272"/>
                  </a:lnTo>
                  <a:cubicBezTo>
                    <a:pt x="3588" y="187"/>
                    <a:pt x="3572" y="102"/>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0"/>
            <p:cNvSpPr/>
            <p:nvPr/>
          </p:nvSpPr>
          <p:spPr>
            <a:xfrm>
              <a:off x="746257" y="3472795"/>
              <a:ext cx="3278" cy="87903"/>
            </a:xfrm>
            <a:custGeom>
              <a:rect b="b" l="l" r="r" t="t"/>
              <a:pathLst>
                <a:path extrusionOk="0" h="885" w="33">
                  <a:moveTo>
                    <a:pt x="12" y="1"/>
                  </a:moveTo>
                  <a:cubicBezTo>
                    <a:pt x="9" y="1"/>
                    <a:pt x="6" y="2"/>
                    <a:pt x="0" y="8"/>
                  </a:cubicBezTo>
                  <a:cubicBezTo>
                    <a:pt x="17" y="145"/>
                    <a:pt x="17" y="295"/>
                    <a:pt x="17" y="432"/>
                  </a:cubicBezTo>
                  <a:cubicBezTo>
                    <a:pt x="0" y="497"/>
                    <a:pt x="0" y="581"/>
                    <a:pt x="0" y="666"/>
                  </a:cubicBezTo>
                  <a:cubicBezTo>
                    <a:pt x="17" y="715"/>
                    <a:pt x="17" y="751"/>
                    <a:pt x="17" y="800"/>
                  </a:cubicBezTo>
                  <a:cubicBezTo>
                    <a:pt x="0" y="816"/>
                    <a:pt x="0" y="852"/>
                    <a:pt x="0" y="868"/>
                  </a:cubicBezTo>
                  <a:lnTo>
                    <a:pt x="17" y="884"/>
                  </a:lnTo>
                  <a:cubicBezTo>
                    <a:pt x="33" y="884"/>
                    <a:pt x="33" y="868"/>
                    <a:pt x="33" y="868"/>
                  </a:cubicBezTo>
                  <a:lnTo>
                    <a:pt x="33" y="800"/>
                  </a:lnTo>
                  <a:lnTo>
                    <a:pt x="33" y="666"/>
                  </a:lnTo>
                  <a:lnTo>
                    <a:pt x="33" y="432"/>
                  </a:lnTo>
                  <a:cubicBezTo>
                    <a:pt x="33" y="295"/>
                    <a:pt x="33" y="14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0"/>
            <p:cNvSpPr/>
            <p:nvPr/>
          </p:nvSpPr>
          <p:spPr>
            <a:xfrm>
              <a:off x="749435" y="2667866"/>
              <a:ext cx="3377" cy="77076"/>
            </a:xfrm>
            <a:custGeom>
              <a:rect b="b" l="l" r="r" t="t"/>
              <a:pathLst>
                <a:path extrusionOk="0" h="776" w="34">
                  <a:moveTo>
                    <a:pt x="17" y="0"/>
                  </a:moveTo>
                  <a:cubicBezTo>
                    <a:pt x="1" y="0"/>
                    <a:pt x="1" y="0"/>
                    <a:pt x="1" y="16"/>
                  </a:cubicBezTo>
                  <a:lnTo>
                    <a:pt x="1" y="303"/>
                  </a:lnTo>
                  <a:cubicBezTo>
                    <a:pt x="1" y="457"/>
                    <a:pt x="1" y="606"/>
                    <a:pt x="17" y="776"/>
                  </a:cubicBezTo>
                  <a:lnTo>
                    <a:pt x="33" y="776"/>
                  </a:lnTo>
                  <a:cubicBezTo>
                    <a:pt x="17" y="606"/>
                    <a:pt x="17" y="457"/>
                    <a:pt x="33" y="303"/>
                  </a:cubicBezTo>
                  <a:lnTo>
                    <a:pt x="33" y="16"/>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0"/>
            <p:cNvSpPr/>
            <p:nvPr/>
          </p:nvSpPr>
          <p:spPr>
            <a:xfrm>
              <a:off x="528735" y="2529009"/>
              <a:ext cx="110449" cy="55423"/>
            </a:xfrm>
            <a:custGeom>
              <a:rect b="b" l="l" r="r" t="t"/>
              <a:pathLst>
                <a:path extrusionOk="0" h="558" w="1112">
                  <a:moveTo>
                    <a:pt x="1096" y="0"/>
                  </a:moveTo>
                  <a:cubicBezTo>
                    <a:pt x="1043" y="53"/>
                    <a:pt x="995" y="69"/>
                    <a:pt x="942" y="101"/>
                  </a:cubicBezTo>
                  <a:cubicBezTo>
                    <a:pt x="910" y="101"/>
                    <a:pt x="894" y="118"/>
                    <a:pt x="861" y="118"/>
                  </a:cubicBezTo>
                  <a:lnTo>
                    <a:pt x="255" y="421"/>
                  </a:lnTo>
                  <a:cubicBezTo>
                    <a:pt x="171" y="457"/>
                    <a:pt x="102" y="489"/>
                    <a:pt x="17" y="542"/>
                  </a:cubicBezTo>
                  <a:cubicBezTo>
                    <a:pt x="17" y="542"/>
                    <a:pt x="1" y="542"/>
                    <a:pt x="17" y="558"/>
                  </a:cubicBezTo>
                  <a:lnTo>
                    <a:pt x="33" y="558"/>
                  </a:lnTo>
                  <a:cubicBezTo>
                    <a:pt x="102" y="522"/>
                    <a:pt x="187" y="489"/>
                    <a:pt x="255" y="441"/>
                  </a:cubicBezTo>
                  <a:cubicBezTo>
                    <a:pt x="457" y="356"/>
                    <a:pt x="676" y="255"/>
                    <a:pt x="878" y="154"/>
                  </a:cubicBezTo>
                  <a:cubicBezTo>
                    <a:pt x="910" y="138"/>
                    <a:pt x="926" y="138"/>
                    <a:pt x="962" y="118"/>
                  </a:cubicBezTo>
                  <a:cubicBezTo>
                    <a:pt x="1011" y="101"/>
                    <a:pt x="1063" y="69"/>
                    <a:pt x="1112" y="37"/>
                  </a:cubicBezTo>
                  <a:lnTo>
                    <a:pt x="11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0"/>
            <p:cNvSpPr/>
            <p:nvPr/>
          </p:nvSpPr>
          <p:spPr>
            <a:xfrm>
              <a:off x="528735" y="3030998"/>
              <a:ext cx="110449" cy="136870"/>
            </a:xfrm>
            <a:custGeom>
              <a:rect b="b" l="l" r="r" t="t"/>
              <a:pathLst>
                <a:path extrusionOk="0" h="1378" w="1112">
                  <a:moveTo>
                    <a:pt x="1080" y="0"/>
                  </a:moveTo>
                  <a:cubicBezTo>
                    <a:pt x="1075" y="0"/>
                    <a:pt x="1071" y="4"/>
                    <a:pt x="1063" y="12"/>
                  </a:cubicBezTo>
                  <a:lnTo>
                    <a:pt x="1063" y="32"/>
                  </a:lnTo>
                  <a:cubicBezTo>
                    <a:pt x="1096" y="65"/>
                    <a:pt x="1096" y="113"/>
                    <a:pt x="1096" y="150"/>
                  </a:cubicBezTo>
                  <a:lnTo>
                    <a:pt x="1096" y="234"/>
                  </a:lnTo>
                  <a:lnTo>
                    <a:pt x="1096" y="820"/>
                  </a:lnTo>
                  <a:cubicBezTo>
                    <a:pt x="1096" y="905"/>
                    <a:pt x="1063" y="958"/>
                    <a:pt x="1011" y="974"/>
                  </a:cubicBezTo>
                  <a:lnTo>
                    <a:pt x="894" y="1022"/>
                  </a:lnTo>
                  <a:cubicBezTo>
                    <a:pt x="623" y="1123"/>
                    <a:pt x="373" y="1224"/>
                    <a:pt x="102" y="1345"/>
                  </a:cubicBezTo>
                  <a:lnTo>
                    <a:pt x="17" y="1345"/>
                  </a:lnTo>
                  <a:cubicBezTo>
                    <a:pt x="17" y="1345"/>
                    <a:pt x="1" y="1345"/>
                    <a:pt x="1" y="1361"/>
                  </a:cubicBezTo>
                  <a:lnTo>
                    <a:pt x="17" y="1361"/>
                  </a:lnTo>
                  <a:cubicBezTo>
                    <a:pt x="33" y="1361"/>
                    <a:pt x="33" y="1378"/>
                    <a:pt x="53" y="1378"/>
                  </a:cubicBezTo>
                  <a:lnTo>
                    <a:pt x="86" y="1378"/>
                  </a:lnTo>
                  <a:cubicBezTo>
                    <a:pt x="102" y="1378"/>
                    <a:pt x="102" y="1378"/>
                    <a:pt x="118" y="1361"/>
                  </a:cubicBezTo>
                  <a:cubicBezTo>
                    <a:pt x="373" y="1244"/>
                    <a:pt x="639" y="1143"/>
                    <a:pt x="894" y="1042"/>
                  </a:cubicBezTo>
                  <a:lnTo>
                    <a:pt x="1011" y="1006"/>
                  </a:lnTo>
                  <a:cubicBezTo>
                    <a:pt x="1080" y="974"/>
                    <a:pt x="1112" y="921"/>
                    <a:pt x="1112" y="820"/>
                  </a:cubicBezTo>
                  <a:lnTo>
                    <a:pt x="1112" y="234"/>
                  </a:lnTo>
                  <a:lnTo>
                    <a:pt x="1112" y="150"/>
                  </a:lnTo>
                  <a:cubicBezTo>
                    <a:pt x="1112" y="97"/>
                    <a:pt x="1112" y="65"/>
                    <a:pt x="1096" y="12"/>
                  </a:cubicBezTo>
                  <a:cubicBezTo>
                    <a:pt x="1088" y="4"/>
                    <a:pt x="1084" y="0"/>
                    <a:pt x="1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0"/>
            <p:cNvSpPr/>
            <p:nvPr/>
          </p:nvSpPr>
          <p:spPr>
            <a:xfrm>
              <a:off x="1521886" y="3684159"/>
              <a:ext cx="3278" cy="50258"/>
            </a:xfrm>
            <a:custGeom>
              <a:rect b="b" l="l" r="r" t="t"/>
              <a:pathLst>
                <a:path extrusionOk="0" h="506" w="33">
                  <a:moveTo>
                    <a:pt x="32" y="1"/>
                  </a:moveTo>
                  <a:cubicBezTo>
                    <a:pt x="16" y="1"/>
                    <a:pt x="16" y="21"/>
                    <a:pt x="16" y="21"/>
                  </a:cubicBezTo>
                  <a:cubicBezTo>
                    <a:pt x="0" y="138"/>
                    <a:pt x="0" y="255"/>
                    <a:pt x="0" y="372"/>
                  </a:cubicBezTo>
                  <a:lnTo>
                    <a:pt x="0" y="489"/>
                  </a:lnTo>
                  <a:lnTo>
                    <a:pt x="0" y="506"/>
                  </a:lnTo>
                  <a:cubicBezTo>
                    <a:pt x="16" y="506"/>
                    <a:pt x="16" y="506"/>
                    <a:pt x="16" y="489"/>
                  </a:cubicBezTo>
                  <a:lnTo>
                    <a:pt x="16" y="372"/>
                  </a:lnTo>
                  <a:cubicBezTo>
                    <a:pt x="16" y="255"/>
                    <a:pt x="16" y="138"/>
                    <a:pt x="32" y="21"/>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0"/>
            <p:cNvSpPr/>
            <p:nvPr/>
          </p:nvSpPr>
          <p:spPr>
            <a:xfrm>
              <a:off x="500328" y="3167768"/>
              <a:ext cx="138856" cy="155344"/>
            </a:xfrm>
            <a:custGeom>
              <a:rect b="b" l="l" r="r" t="t"/>
              <a:pathLst>
                <a:path extrusionOk="0" h="1564" w="1398">
                  <a:moveTo>
                    <a:pt x="1366" y="1"/>
                  </a:moveTo>
                  <a:lnTo>
                    <a:pt x="0" y="489"/>
                  </a:lnTo>
                  <a:lnTo>
                    <a:pt x="0" y="506"/>
                  </a:lnTo>
                  <a:cubicBezTo>
                    <a:pt x="0" y="522"/>
                    <a:pt x="0" y="522"/>
                    <a:pt x="16" y="522"/>
                  </a:cubicBezTo>
                  <a:lnTo>
                    <a:pt x="1366" y="17"/>
                  </a:lnTo>
                  <a:cubicBezTo>
                    <a:pt x="1382" y="304"/>
                    <a:pt x="1382" y="574"/>
                    <a:pt x="1382" y="825"/>
                  </a:cubicBezTo>
                  <a:lnTo>
                    <a:pt x="1382" y="1160"/>
                  </a:lnTo>
                  <a:lnTo>
                    <a:pt x="404" y="1532"/>
                  </a:lnTo>
                  <a:cubicBezTo>
                    <a:pt x="388" y="1532"/>
                    <a:pt x="388" y="1548"/>
                    <a:pt x="388" y="1548"/>
                  </a:cubicBezTo>
                  <a:lnTo>
                    <a:pt x="404" y="1564"/>
                  </a:lnTo>
                  <a:lnTo>
                    <a:pt x="1398" y="1196"/>
                  </a:lnTo>
                  <a:lnTo>
                    <a:pt x="1398" y="1180"/>
                  </a:lnTo>
                  <a:lnTo>
                    <a:pt x="1398" y="825"/>
                  </a:lnTo>
                  <a:cubicBezTo>
                    <a:pt x="1398" y="554"/>
                    <a:pt x="1398" y="287"/>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0"/>
            <p:cNvSpPr/>
            <p:nvPr/>
          </p:nvSpPr>
          <p:spPr>
            <a:xfrm>
              <a:off x="791152" y="2970410"/>
              <a:ext cx="5364" cy="93961"/>
            </a:xfrm>
            <a:custGeom>
              <a:rect b="b" l="l" r="r" t="t"/>
              <a:pathLst>
                <a:path extrusionOk="0" h="946" w="54">
                  <a:moveTo>
                    <a:pt x="17" y="0"/>
                  </a:moveTo>
                  <a:cubicBezTo>
                    <a:pt x="1" y="0"/>
                    <a:pt x="1" y="16"/>
                    <a:pt x="1" y="16"/>
                  </a:cubicBezTo>
                  <a:cubicBezTo>
                    <a:pt x="17" y="202"/>
                    <a:pt x="17" y="388"/>
                    <a:pt x="17" y="558"/>
                  </a:cubicBezTo>
                  <a:cubicBezTo>
                    <a:pt x="17" y="590"/>
                    <a:pt x="17" y="622"/>
                    <a:pt x="1" y="675"/>
                  </a:cubicBezTo>
                  <a:cubicBezTo>
                    <a:pt x="1" y="760"/>
                    <a:pt x="1" y="844"/>
                    <a:pt x="17" y="925"/>
                  </a:cubicBezTo>
                  <a:cubicBezTo>
                    <a:pt x="17" y="925"/>
                    <a:pt x="17" y="945"/>
                    <a:pt x="37" y="945"/>
                  </a:cubicBezTo>
                  <a:lnTo>
                    <a:pt x="37" y="925"/>
                  </a:lnTo>
                  <a:lnTo>
                    <a:pt x="37" y="675"/>
                  </a:lnTo>
                  <a:lnTo>
                    <a:pt x="37" y="558"/>
                  </a:lnTo>
                  <a:cubicBezTo>
                    <a:pt x="53" y="388"/>
                    <a:pt x="53" y="202"/>
                    <a:pt x="37" y="16"/>
                  </a:cubicBezTo>
                  <a:cubicBezTo>
                    <a:pt x="17" y="16"/>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0"/>
            <p:cNvSpPr/>
            <p:nvPr/>
          </p:nvSpPr>
          <p:spPr>
            <a:xfrm>
              <a:off x="1582077" y="3592283"/>
              <a:ext cx="6853" cy="77176"/>
            </a:xfrm>
            <a:custGeom>
              <a:rect b="b" l="l" r="r" t="t"/>
              <a:pathLst>
                <a:path extrusionOk="0" h="777" w="69">
                  <a:moveTo>
                    <a:pt x="53" y="1"/>
                  </a:moveTo>
                  <a:cubicBezTo>
                    <a:pt x="53" y="1"/>
                    <a:pt x="32" y="1"/>
                    <a:pt x="32" y="17"/>
                  </a:cubicBezTo>
                  <a:cubicBezTo>
                    <a:pt x="16" y="138"/>
                    <a:pt x="16" y="271"/>
                    <a:pt x="16" y="388"/>
                  </a:cubicBezTo>
                  <a:cubicBezTo>
                    <a:pt x="16" y="473"/>
                    <a:pt x="32" y="558"/>
                    <a:pt x="16" y="643"/>
                  </a:cubicBezTo>
                  <a:lnTo>
                    <a:pt x="16" y="675"/>
                  </a:lnTo>
                  <a:cubicBezTo>
                    <a:pt x="32" y="708"/>
                    <a:pt x="32" y="744"/>
                    <a:pt x="16" y="760"/>
                  </a:cubicBezTo>
                  <a:cubicBezTo>
                    <a:pt x="0" y="776"/>
                    <a:pt x="16" y="776"/>
                    <a:pt x="16" y="776"/>
                  </a:cubicBezTo>
                  <a:lnTo>
                    <a:pt x="32" y="776"/>
                  </a:lnTo>
                  <a:cubicBezTo>
                    <a:pt x="53" y="744"/>
                    <a:pt x="53" y="708"/>
                    <a:pt x="53" y="675"/>
                  </a:cubicBezTo>
                  <a:lnTo>
                    <a:pt x="53" y="643"/>
                  </a:lnTo>
                  <a:lnTo>
                    <a:pt x="53" y="388"/>
                  </a:lnTo>
                  <a:cubicBezTo>
                    <a:pt x="53" y="271"/>
                    <a:pt x="53" y="13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0"/>
            <p:cNvSpPr/>
            <p:nvPr/>
          </p:nvSpPr>
          <p:spPr>
            <a:xfrm>
              <a:off x="1037180" y="2378532"/>
              <a:ext cx="3278" cy="78765"/>
            </a:xfrm>
            <a:custGeom>
              <a:rect b="b" l="l" r="r" t="t"/>
              <a:pathLst>
                <a:path extrusionOk="0" h="793" w="33">
                  <a:moveTo>
                    <a:pt x="16" y="1"/>
                  </a:moveTo>
                  <a:cubicBezTo>
                    <a:pt x="0" y="1"/>
                    <a:pt x="0" y="17"/>
                    <a:pt x="0" y="17"/>
                  </a:cubicBezTo>
                  <a:lnTo>
                    <a:pt x="0" y="304"/>
                  </a:lnTo>
                  <a:cubicBezTo>
                    <a:pt x="0" y="457"/>
                    <a:pt x="0" y="623"/>
                    <a:pt x="16" y="776"/>
                  </a:cubicBezTo>
                  <a:lnTo>
                    <a:pt x="16" y="792"/>
                  </a:lnTo>
                  <a:lnTo>
                    <a:pt x="33" y="792"/>
                  </a:lnTo>
                  <a:lnTo>
                    <a:pt x="33" y="776"/>
                  </a:lnTo>
                  <a:cubicBezTo>
                    <a:pt x="16" y="623"/>
                    <a:pt x="16" y="457"/>
                    <a:pt x="16" y="304"/>
                  </a:cubicBezTo>
                  <a:cubicBezTo>
                    <a:pt x="33" y="203"/>
                    <a:pt x="33" y="118"/>
                    <a:pt x="16"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0"/>
            <p:cNvSpPr/>
            <p:nvPr/>
          </p:nvSpPr>
          <p:spPr>
            <a:xfrm>
              <a:off x="1252616" y="2166274"/>
              <a:ext cx="160609" cy="189115"/>
            </a:xfrm>
            <a:custGeom>
              <a:rect b="b" l="l" r="r" t="t"/>
              <a:pathLst>
                <a:path extrusionOk="0" h="1904" w="1617">
                  <a:moveTo>
                    <a:pt x="1616" y="1"/>
                  </a:moveTo>
                  <a:cubicBezTo>
                    <a:pt x="1532" y="1"/>
                    <a:pt x="1451" y="33"/>
                    <a:pt x="1382" y="69"/>
                  </a:cubicBezTo>
                  <a:cubicBezTo>
                    <a:pt x="1382" y="85"/>
                    <a:pt x="1366" y="85"/>
                    <a:pt x="1350" y="102"/>
                  </a:cubicBezTo>
                  <a:cubicBezTo>
                    <a:pt x="1128" y="219"/>
                    <a:pt x="893" y="320"/>
                    <a:pt x="659" y="421"/>
                  </a:cubicBezTo>
                  <a:cubicBezTo>
                    <a:pt x="489" y="506"/>
                    <a:pt x="303" y="590"/>
                    <a:pt x="118" y="691"/>
                  </a:cubicBezTo>
                  <a:cubicBezTo>
                    <a:pt x="37" y="724"/>
                    <a:pt x="17" y="760"/>
                    <a:pt x="17" y="841"/>
                  </a:cubicBezTo>
                  <a:cubicBezTo>
                    <a:pt x="17" y="1043"/>
                    <a:pt x="17" y="1245"/>
                    <a:pt x="1" y="1431"/>
                  </a:cubicBezTo>
                  <a:lnTo>
                    <a:pt x="1" y="1734"/>
                  </a:lnTo>
                  <a:lnTo>
                    <a:pt x="1" y="1835"/>
                  </a:lnTo>
                  <a:cubicBezTo>
                    <a:pt x="1" y="1851"/>
                    <a:pt x="1" y="1871"/>
                    <a:pt x="17" y="1887"/>
                  </a:cubicBezTo>
                  <a:lnTo>
                    <a:pt x="17" y="1903"/>
                  </a:lnTo>
                  <a:lnTo>
                    <a:pt x="53" y="1903"/>
                  </a:lnTo>
                  <a:cubicBezTo>
                    <a:pt x="85" y="1887"/>
                    <a:pt x="118" y="1887"/>
                    <a:pt x="154" y="1871"/>
                  </a:cubicBezTo>
                  <a:cubicBezTo>
                    <a:pt x="421" y="1734"/>
                    <a:pt x="724" y="1600"/>
                    <a:pt x="994" y="1467"/>
                  </a:cubicBezTo>
                  <a:cubicBezTo>
                    <a:pt x="1180" y="1382"/>
                    <a:pt x="1366" y="1313"/>
                    <a:pt x="1532" y="1229"/>
                  </a:cubicBezTo>
                  <a:cubicBezTo>
                    <a:pt x="1552" y="1213"/>
                    <a:pt x="1568" y="1213"/>
                    <a:pt x="1568" y="1213"/>
                  </a:cubicBezTo>
                  <a:lnTo>
                    <a:pt x="1600" y="1213"/>
                  </a:lnTo>
                  <a:lnTo>
                    <a:pt x="1616" y="1196"/>
                  </a:lnTo>
                  <a:cubicBezTo>
                    <a:pt x="1600" y="1196"/>
                    <a:pt x="1600" y="1180"/>
                    <a:pt x="1600" y="1180"/>
                  </a:cubicBezTo>
                  <a:cubicBezTo>
                    <a:pt x="1584" y="1180"/>
                    <a:pt x="1584" y="1180"/>
                    <a:pt x="1568" y="1196"/>
                  </a:cubicBezTo>
                  <a:lnTo>
                    <a:pt x="1515" y="1196"/>
                  </a:lnTo>
                  <a:cubicBezTo>
                    <a:pt x="1350" y="1281"/>
                    <a:pt x="1164" y="1366"/>
                    <a:pt x="994" y="1447"/>
                  </a:cubicBezTo>
                  <a:cubicBezTo>
                    <a:pt x="707" y="1584"/>
                    <a:pt x="421" y="1717"/>
                    <a:pt x="138" y="1851"/>
                  </a:cubicBezTo>
                  <a:cubicBezTo>
                    <a:pt x="101" y="1871"/>
                    <a:pt x="85" y="1871"/>
                    <a:pt x="53" y="1871"/>
                  </a:cubicBezTo>
                  <a:lnTo>
                    <a:pt x="37" y="1871"/>
                  </a:lnTo>
                  <a:lnTo>
                    <a:pt x="37" y="1835"/>
                  </a:lnTo>
                  <a:lnTo>
                    <a:pt x="37" y="1734"/>
                  </a:lnTo>
                  <a:lnTo>
                    <a:pt x="37" y="1431"/>
                  </a:lnTo>
                  <a:lnTo>
                    <a:pt x="37" y="841"/>
                  </a:lnTo>
                  <a:cubicBezTo>
                    <a:pt x="37" y="776"/>
                    <a:pt x="69" y="740"/>
                    <a:pt x="138" y="708"/>
                  </a:cubicBezTo>
                  <a:cubicBezTo>
                    <a:pt x="303" y="623"/>
                    <a:pt x="489" y="538"/>
                    <a:pt x="675" y="457"/>
                  </a:cubicBezTo>
                  <a:cubicBezTo>
                    <a:pt x="909" y="336"/>
                    <a:pt x="1128" y="235"/>
                    <a:pt x="1366" y="118"/>
                  </a:cubicBezTo>
                  <a:cubicBezTo>
                    <a:pt x="1382" y="118"/>
                    <a:pt x="1382" y="102"/>
                    <a:pt x="1398" y="102"/>
                  </a:cubicBezTo>
                  <a:cubicBezTo>
                    <a:pt x="1467" y="69"/>
                    <a:pt x="1532" y="17"/>
                    <a:pt x="1616" y="17"/>
                  </a:cubicBezTo>
                  <a:lnTo>
                    <a:pt x="16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0"/>
            <p:cNvSpPr/>
            <p:nvPr/>
          </p:nvSpPr>
          <p:spPr>
            <a:xfrm>
              <a:off x="2026655" y="3702633"/>
              <a:ext cx="5264" cy="31784"/>
            </a:xfrm>
            <a:custGeom>
              <a:rect b="b" l="l" r="r" t="t"/>
              <a:pathLst>
                <a:path extrusionOk="0" h="320" w="53">
                  <a:moveTo>
                    <a:pt x="20" y="1"/>
                  </a:moveTo>
                  <a:cubicBezTo>
                    <a:pt x="0" y="69"/>
                    <a:pt x="0" y="138"/>
                    <a:pt x="0" y="202"/>
                  </a:cubicBezTo>
                  <a:lnTo>
                    <a:pt x="0" y="303"/>
                  </a:lnTo>
                  <a:cubicBezTo>
                    <a:pt x="0" y="320"/>
                    <a:pt x="20" y="320"/>
                    <a:pt x="20" y="320"/>
                  </a:cubicBezTo>
                  <a:cubicBezTo>
                    <a:pt x="20" y="320"/>
                    <a:pt x="36" y="320"/>
                    <a:pt x="36" y="303"/>
                  </a:cubicBezTo>
                  <a:lnTo>
                    <a:pt x="36" y="186"/>
                  </a:lnTo>
                  <a:cubicBezTo>
                    <a:pt x="36" y="138"/>
                    <a:pt x="20" y="69"/>
                    <a:pt x="53" y="17"/>
                  </a:cubicBezTo>
                  <a:cubicBezTo>
                    <a:pt x="53" y="1"/>
                    <a:pt x="36" y="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0"/>
            <p:cNvSpPr/>
            <p:nvPr/>
          </p:nvSpPr>
          <p:spPr>
            <a:xfrm>
              <a:off x="1254205" y="1607373"/>
              <a:ext cx="164184" cy="219608"/>
            </a:xfrm>
            <a:custGeom>
              <a:rect b="b" l="l" r="r" t="t"/>
              <a:pathLst>
                <a:path extrusionOk="0" h="2211" w="1653">
                  <a:moveTo>
                    <a:pt x="1574" y="0"/>
                  </a:moveTo>
                  <a:cubicBezTo>
                    <a:pt x="1542" y="0"/>
                    <a:pt x="1513" y="20"/>
                    <a:pt x="1483" y="41"/>
                  </a:cubicBezTo>
                  <a:lnTo>
                    <a:pt x="1467" y="41"/>
                  </a:lnTo>
                  <a:cubicBezTo>
                    <a:pt x="1213" y="174"/>
                    <a:pt x="962" y="307"/>
                    <a:pt x="728" y="445"/>
                  </a:cubicBezTo>
                  <a:cubicBezTo>
                    <a:pt x="659" y="493"/>
                    <a:pt x="574" y="530"/>
                    <a:pt x="506" y="578"/>
                  </a:cubicBezTo>
                  <a:cubicBezTo>
                    <a:pt x="473" y="594"/>
                    <a:pt x="425" y="610"/>
                    <a:pt x="388" y="647"/>
                  </a:cubicBezTo>
                  <a:cubicBezTo>
                    <a:pt x="304" y="695"/>
                    <a:pt x="203" y="748"/>
                    <a:pt x="122" y="780"/>
                  </a:cubicBezTo>
                  <a:cubicBezTo>
                    <a:pt x="53" y="812"/>
                    <a:pt x="21" y="865"/>
                    <a:pt x="21" y="934"/>
                  </a:cubicBezTo>
                  <a:lnTo>
                    <a:pt x="21" y="1200"/>
                  </a:lnTo>
                  <a:cubicBezTo>
                    <a:pt x="37" y="1471"/>
                    <a:pt x="37" y="1758"/>
                    <a:pt x="21" y="2024"/>
                  </a:cubicBezTo>
                  <a:cubicBezTo>
                    <a:pt x="1" y="2093"/>
                    <a:pt x="21" y="2145"/>
                    <a:pt x="37" y="2194"/>
                  </a:cubicBezTo>
                  <a:lnTo>
                    <a:pt x="53" y="2210"/>
                  </a:lnTo>
                  <a:cubicBezTo>
                    <a:pt x="69" y="2194"/>
                    <a:pt x="69" y="2194"/>
                    <a:pt x="69" y="2178"/>
                  </a:cubicBezTo>
                  <a:cubicBezTo>
                    <a:pt x="53" y="2145"/>
                    <a:pt x="37" y="2093"/>
                    <a:pt x="37" y="2024"/>
                  </a:cubicBezTo>
                  <a:cubicBezTo>
                    <a:pt x="53" y="1758"/>
                    <a:pt x="53" y="1471"/>
                    <a:pt x="53" y="1200"/>
                  </a:cubicBezTo>
                  <a:lnTo>
                    <a:pt x="53" y="934"/>
                  </a:lnTo>
                  <a:cubicBezTo>
                    <a:pt x="53" y="865"/>
                    <a:pt x="69" y="833"/>
                    <a:pt x="122" y="812"/>
                  </a:cubicBezTo>
                  <a:cubicBezTo>
                    <a:pt x="223" y="764"/>
                    <a:pt x="304" y="711"/>
                    <a:pt x="405" y="663"/>
                  </a:cubicBezTo>
                  <a:cubicBezTo>
                    <a:pt x="441" y="647"/>
                    <a:pt x="473" y="610"/>
                    <a:pt x="526" y="594"/>
                  </a:cubicBezTo>
                  <a:cubicBezTo>
                    <a:pt x="590" y="562"/>
                    <a:pt x="659" y="509"/>
                    <a:pt x="744" y="477"/>
                  </a:cubicBezTo>
                  <a:cubicBezTo>
                    <a:pt x="978" y="344"/>
                    <a:pt x="1233" y="206"/>
                    <a:pt x="1483" y="73"/>
                  </a:cubicBezTo>
                  <a:lnTo>
                    <a:pt x="1499" y="57"/>
                  </a:lnTo>
                  <a:cubicBezTo>
                    <a:pt x="1529" y="39"/>
                    <a:pt x="1552" y="25"/>
                    <a:pt x="1572" y="25"/>
                  </a:cubicBezTo>
                  <a:cubicBezTo>
                    <a:pt x="1588" y="25"/>
                    <a:pt x="1602" y="34"/>
                    <a:pt x="1617" y="57"/>
                  </a:cubicBezTo>
                  <a:cubicBezTo>
                    <a:pt x="1600" y="89"/>
                    <a:pt x="1584" y="142"/>
                    <a:pt x="1600" y="174"/>
                  </a:cubicBezTo>
                  <a:cubicBezTo>
                    <a:pt x="1600" y="275"/>
                    <a:pt x="1568" y="307"/>
                    <a:pt x="1483" y="360"/>
                  </a:cubicBezTo>
                  <a:cubicBezTo>
                    <a:pt x="1196" y="493"/>
                    <a:pt x="930" y="647"/>
                    <a:pt x="659" y="796"/>
                  </a:cubicBezTo>
                  <a:cubicBezTo>
                    <a:pt x="506" y="865"/>
                    <a:pt x="372" y="950"/>
                    <a:pt x="239" y="1014"/>
                  </a:cubicBezTo>
                  <a:cubicBezTo>
                    <a:pt x="170" y="1051"/>
                    <a:pt x="154" y="1099"/>
                    <a:pt x="154" y="1168"/>
                  </a:cubicBezTo>
                  <a:cubicBezTo>
                    <a:pt x="170" y="1285"/>
                    <a:pt x="170" y="1418"/>
                    <a:pt x="170" y="1539"/>
                  </a:cubicBezTo>
                  <a:lnTo>
                    <a:pt x="170" y="1907"/>
                  </a:lnTo>
                  <a:cubicBezTo>
                    <a:pt x="170" y="1923"/>
                    <a:pt x="154" y="1943"/>
                    <a:pt x="154" y="1960"/>
                  </a:cubicBezTo>
                  <a:cubicBezTo>
                    <a:pt x="154" y="2008"/>
                    <a:pt x="154" y="2061"/>
                    <a:pt x="170" y="2109"/>
                  </a:cubicBezTo>
                  <a:cubicBezTo>
                    <a:pt x="186" y="2125"/>
                    <a:pt x="186" y="2125"/>
                    <a:pt x="203" y="2125"/>
                  </a:cubicBezTo>
                  <a:lnTo>
                    <a:pt x="203" y="2109"/>
                  </a:lnTo>
                  <a:cubicBezTo>
                    <a:pt x="170" y="2061"/>
                    <a:pt x="186" y="2008"/>
                    <a:pt x="186" y="1976"/>
                  </a:cubicBezTo>
                  <a:lnTo>
                    <a:pt x="186" y="1907"/>
                  </a:lnTo>
                  <a:lnTo>
                    <a:pt x="186" y="1539"/>
                  </a:lnTo>
                  <a:lnTo>
                    <a:pt x="186" y="1168"/>
                  </a:lnTo>
                  <a:cubicBezTo>
                    <a:pt x="186" y="1099"/>
                    <a:pt x="203" y="1067"/>
                    <a:pt x="255" y="1034"/>
                  </a:cubicBezTo>
                  <a:cubicBezTo>
                    <a:pt x="388" y="966"/>
                    <a:pt x="526" y="897"/>
                    <a:pt x="659" y="812"/>
                  </a:cubicBezTo>
                  <a:cubicBezTo>
                    <a:pt x="930" y="679"/>
                    <a:pt x="1213" y="530"/>
                    <a:pt x="1499" y="376"/>
                  </a:cubicBezTo>
                  <a:cubicBezTo>
                    <a:pt x="1584" y="344"/>
                    <a:pt x="1637" y="291"/>
                    <a:pt x="1617" y="174"/>
                  </a:cubicBezTo>
                  <a:cubicBezTo>
                    <a:pt x="1617" y="126"/>
                    <a:pt x="1637" y="89"/>
                    <a:pt x="1653" y="57"/>
                  </a:cubicBezTo>
                  <a:lnTo>
                    <a:pt x="1653" y="41"/>
                  </a:lnTo>
                  <a:cubicBezTo>
                    <a:pt x="1624" y="11"/>
                    <a:pt x="1598" y="0"/>
                    <a:pt x="15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0"/>
            <p:cNvSpPr/>
            <p:nvPr/>
          </p:nvSpPr>
          <p:spPr>
            <a:xfrm>
              <a:off x="1286287" y="3293017"/>
              <a:ext cx="4966" cy="100318"/>
            </a:xfrm>
            <a:custGeom>
              <a:rect b="b" l="l" r="r" t="t"/>
              <a:pathLst>
                <a:path extrusionOk="0" h="1010" w="50">
                  <a:moveTo>
                    <a:pt x="17" y="0"/>
                  </a:moveTo>
                  <a:cubicBezTo>
                    <a:pt x="17" y="0"/>
                    <a:pt x="1" y="0"/>
                    <a:pt x="1" y="20"/>
                  </a:cubicBezTo>
                  <a:lnTo>
                    <a:pt x="1" y="222"/>
                  </a:lnTo>
                  <a:lnTo>
                    <a:pt x="1" y="860"/>
                  </a:lnTo>
                  <a:lnTo>
                    <a:pt x="1" y="893"/>
                  </a:lnTo>
                  <a:cubicBezTo>
                    <a:pt x="1" y="929"/>
                    <a:pt x="1" y="978"/>
                    <a:pt x="33" y="1010"/>
                  </a:cubicBezTo>
                  <a:lnTo>
                    <a:pt x="49" y="1010"/>
                  </a:lnTo>
                  <a:lnTo>
                    <a:pt x="49" y="994"/>
                  </a:lnTo>
                  <a:cubicBezTo>
                    <a:pt x="17" y="961"/>
                    <a:pt x="33" y="929"/>
                    <a:pt x="33" y="893"/>
                  </a:cubicBezTo>
                  <a:lnTo>
                    <a:pt x="33" y="860"/>
                  </a:lnTo>
                  <a:lnTo>
                    <a:pt x="33" y="222"/>
                  </a:lnTo>
                  <a:lnTo>
                    <a:pt x="33" y="20"/>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0"/>
            <p:cNvSpPr/>
            <p:nvPr/>
          </p:nvSpPr>
          <p:spPr>
            <a:xfrm>
              <a:off x="1292743" y="1514305"/>
              <a:ext cx="6953" cy="105582"/>
            </a:xfrm>
            <a:custGeom>
              <a:rect b="b" l="l" r="r" t="t"/>
              <a:pathLst>
                <a:path extrusionOk="0" h="1063" w="70">
                  <a:moveTo>
                    <a:pt x="0" y="0"/>
                  </a:moveTo>
                  <a:cubicBezTo>
                    <a:pt x="17" y="170"/>
                    <a:pt x="17" y="319"/>
                    <a:pt x="17" y="473"/>
                  </a:cubicBezTo>
                  <a:lnTo>
                    <a:pt x="17" y="776"/>
                  </a:lnTo>
                  <a:lnTo>
                    <a:pt x="17" y="861"/>
                  </a:lnTo>
                  <a:cubicBezTo>
                    <a:pt x="17" y="925"/>
                    <a:pt x="0" y="994"/>
                    <a:pt x="53" y="1063"/>
                  </a:cubicBezTo>
                  <a:lnTo>
                    <a:pt x="69" y="1063"/>
                  </a:lnTo>
                  <a:lnTo>
                    <a:pt x="69" y="1042"/>
                  </a:lnTo>
                  <a:cubicBezTo>
                    <a:pt x="37" y="978"/>
                    <a:pt x="37" y="925"/>
                    <a:pt x="37" y="861"/>
                  </a:cubicBezTo>
                  <a:cubicBezTo>
                    <a:pt x="53" y="824"/>
                    <a:pt x="53" y="808"/>
                    <a:pt x="53" y="776"/>
                  </a:cubicBezTo>
                  <a:cubicBezTo>
                    <a:pt x="37" y="675"/>
                    <a:pt x="37" y="574"/>
                    <a:pt x="53" y="473"/>
                  </a:cubicBezTo>
                  <a:cubicBezTo>
                    <a:pt x="53" y="319"/>
                    <a:pt x="53" y="15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0"/>
            <p:cNvSpPr/>
            <p:nvPr/>
          </p:nvSpPr>
          <p:spPr>
            <a:xfrm>
              <a:off x="940040" y="1903858"/>
              <a:ext cx="5364" cy="87207"/>
            </a:xfrm>
            <a:custGeom>
              <a:rect b="b" l="l" r="r" t="t"/>
              <a:pathLst>
                <a:path extrusionOk="0" h="878" w="54">
                  <a:moveTo>
                    <a:pt x="17" y="1"/>
                  </a:moveTo>
                  <a:cubicBezTo>
                    <a:pt x="1" y="1"/>
                    <a:pt x="1" y="17"/>
                    <a:pt x="1" y="17"/>
                  </a:cubicBezTo>
                  <a:lnTo>
                    <a:pt x="1" y="203"/>
                  </a:lnTo>
                  <a:lnTo>
                    <a:pt x="1" y="740"/>
                  </a:lnTo>
                  <a:lnTo>
                    <a:pt x="1" y="756"/>
                  </a:lnTo>
                  <a:cubicBezTo>
                    <a:pt x="1" y="792"/>
                    <a:pt x="1" y="841"/>
                    <a:pt x="17" y="877"/>
                  </a:cubicBezTo>
                  <a:lnTo>
                    <a:pt x="33" y="877"/>
                  </a:lnTo>
                  <a:cubicBezTo>
                    <a:pt x="33" y="877"/>
                    <a:pt x="53" y="877"/>
                    <a:pt x="33" y="857"/>
                  </a:cubicBezTo>
                  <a:cubicBezTo>
                    <a:pt x="17" y="825"/>
                    <a:pt x="33" y="792"/>
                    <a:pt x="33" y="756"/>
                  </a:cubicBezTo>
                  <a:lnTo>
                    <a:pt x="33" y="740"/>
                  </a:lnTo>
                  <a:lnTo>
                    <a:pt x="33" y="203"/>
                  </a:lnTo>
                  <a:lnTo>
                    <a:pt x="33"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0"/>
            <p:cNvSpPr/>
            <p:nvPr/>
          </p:nvSpPr>
          <p:spPr>
            <a:xfrm>
              <a:off x="1924649" y="2298277"/>
              <a:ext cx="122170" cy="256060"/>
            </a:xfrm>
            <a:custGeom>
              <a:rect b="b" l="l" r="r" t="t"/>
              <a:pathLst>
                <a:path extrusionOk="0" h="2578" w="1230">
                  <a:moveTo>
                    <a:pt x="37" y="1"/>
                  </a:moveTo>
                  <a:cubicBezTo>
                    <a:pt x="37" y="1"/>
                    <a:pt x="17" y="1"/>
                    <a:pt x="17" y="17"/>
                  </a:cubicBezTo>
                  <a:cubicBezTo>
                    <a:pt x="1" y="154"/>
                    <a:pt x="1" y="287"/>
                    <a:pt x="1" y="421"/>
                  </a:cubicBezTo>
                  <a:lnTo>
                    <a:pt x="1" y="659"/>
                  </a:lnTo>
                  <a:cubicBezTo>
                    <a:pt x="1" y="708"/>
                    <a:pt x="17" y="724"/>
                    <a:pt x="37" y="724"/>
                  </a:cubicBezTo>
                  <a:cubicBezTo>
                    <a:pt x="53" y="744"/>
                    <a:pt x="53" y="744"/>
                    <a:pt x="70" y="760"/>
                  </a:cubicBezTo>
                  <a:lnTo>
                    <a:pt x="304" y="1148"/>
                  </a:lnTo>
                  <a:cubicBezTo>
                    <a:pt x="575" y="1600"/>
                    <a:pt x="861" y="2057"/>
                    <a:pt x="1148" y="2509"/>
                  </a:cubicBezTo>
                  <a:lnTo>
                    <a:pt x="1197" y="2562"/>
                  </a:lnTo>
                  <a:lnTo>
                    <a:pt x="1213" y="2562"/>
                  </a:lnTo>
                  <a:lnTo>
                    <a:pt x="1213" y="2578"/>
                  </a:lnTo>
                  <a:lnTo>
                    <a:pt x="1229" y="2562"/>
                  </a:lnTo>
                  <a:lnTo>
                    <a:pt x="1229" y="2542"/>
                  </a:lnTo>
                  <a:cubicBezTo>
                    <a:pt x="1229" y="2542"/>
                    <a:pt x="1213" y="2542"/>
                    <a:pt x="1213" y="2525"/>
                  </a:cubicBezTo>
                  <a:cubicBezTo>
                    <a:pt x="1197" y="2525"/>
                    <a:pt x="1181" y="2509"/>
                    <a:pt x="1164" y="2493"/>
                  </a:cubicBezTo>
                  <a:cubicBezTo>
                    <a:pt x="878" y="2037"/>
                    <a:pt x="607" y="1584"/>
                    <a:pt x="320" y="1128"/>
                  </a:cubicBezTo>
                  <a:lnTo>
                    <a:pt x="86" y="744"/>
                  </a:lnTo>
                  <a:lnTo>
                    <a:pt x="53" y="708"/>
                  </a:lnTo>
                  <a:cubicBezTo>
                    <a:pt x="37" y="691"/>
                    <a:pt x="37" y="691"/>
                    <a:pt x="37" y="675"/>
                  </a:cubicBezTo>
                  <a:lnTo>
                    <a:pt x="37" y="405"/>
                  </a:lnTo>
                  <a:cubicBezTo>
                    <a:pt x="37" y="287"/>
                    <a:pt x="17" y="15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0"/>
            <p:cNvSpPr/>
            <p:nvPr/>
          </p:nvSpPr>
          <p:spPr>
            <a:xfrm>
              <a:off x="747846" y="2831553"/>
              <a:ext cx="4966" cy="77076"/>
            </a:xfrm>
            <a:custGeom>
              <a:rect b="b" l="l" r="r" t="t"/>
              <a:pathLst>
                <a:path extrusionOk="0" h="776" w="50">
                  <a:moveTo>
                    <a:pt x="17" y="0"/>
                  </a:moveTo>
                  <a:cubicBezTo>
                    <a:pt x="17" y="0"/>
                    <a:pt x="1" y="0"/>
                    <a:pt x="1" y="21"/>
                  </a:cubicBezTo>
                  <a:cubicBezTo>
                    <a:pt x="17" y="170"/>
                    <a:pt x="17" y="324"/>
                    <a:pt x="17" y="489"/>
                  </a:cubicBezTo>
                  <a:lnTo>
                    <a:pt x="17" y="776"/>
                  </a:lnTo>
                  <a:lnTo>
                    <a:pt x="49" y="776"/>
                  </a:lnTo>
                  <a:cubicBezTo>
                    <a:pt x="33" y="675"/>
                    <a:pt x="49" y="574"/>
                    <a:pt x="49" y="489"/>
                  </a:cubicBezTo>
                  <a:cubicBezTo>
                    <a:pt x="49" y="324"/>
                    <a:pt x="49" y="170"/>
                    <a:pt x="33" y="21"/>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0"/>
            <p:cNvSpPr/>
            <p:nvPr/>
          </p:nvSpPr>
          <p:spPr>
            <a:xfrm>
              <a:off x="1518608" y="3505672"/>
              <a:ext cx="205603" cy="228745"/>
            </a:xfrm>
            <a:custGeom>
              <a:rect b="b" l="l" r="r" t="t"/>
              <a:pathLst>
                <a:path extrusionOk="0" h="2303" w="2070">
                  <a:moveTo>
                    <a:pt x="1" y="0"/>
                  </a:moveTo>
                  <a:lnTo>
                    <a:pt x="1" y="16"/>
                  </a:lnTo>
                  <a:cubicBezTo>
                    <a:pt x="33" y="32"/>
                    <a:pt x="49" y="49"/>
                    <a:pt x="65" y="81"/>
                  </a:cubicBezTo>
                  <a:cubicBezTo>
                    <a:pt x="65" y="117"/>
                    <a:pt x="86" y="133"/>
                    <a:pt x="118" y="150"/>
                  </a:cubicBezTo>
                  <a:cubicBezTo>
                    <a:pt x="320" y="335"/>
                    <a:pt x="522" y="521"/>
                    <a:pt x="724" y="707"/>
                  </a:cubicBezTo>
                  <a:cubicBezTo>
                    <a:pt x="841" y="788"/>
                    <a:pt x="942" y="889"/>
                    <a:pt x="1059" y="990"/>
                  </a:cubicBezTo>
                  <a:cubicBezTo>
                    <a:pt x="1176" y="1091"/>
                    <a:pt x="1314" y="1212"/>
                    <a:pt x="1447" y="1313"/>
                  </a:cubicBezTo>
                  <a:cubicBezTo>
                    <a:pt x="1479" y="1361"/>
                    <a:pt x="1532" y="1394"/>
                    <a:pt x="1580" y="1430"/>
                  </a:cubicBezTo>
                  <a:cubicBezTo>
                    <a:pt x="1601" y="1446"/>
                    <a:pt x="1617" y="1462"/>
                    <a:pt x="1633" y="1479"/>
                  </a:cubicBezTo>
                  <a:cubicBezTo>
                    <a:pt x="1835" y="1648"/>
                    <a:pt x="2037" y="1818"/>
                    <a:pt x="1952" y="2121"/>
                  </a:cubicBezTo>
                  <a:lnTo>
                    <a:pt x="1952" y="2238"/>
                  </a:lnTo>
                  <a:lnTo>
                    <a:pt x="1952" y="2286"/>
                  </a:lnTo>
                  <a:lnTo>
                    <a:pt x="1952" y="2303"/>
                  </a:lnTo>
                  <a:cubicBezTo>
                    <a:pt x="1968" y="2303"/>
                    <a:pt x="1968" y="2303"/>
                    <a:pt x="1968" y="2286"/>
                  </a:cubicBezTo>
                  <a:lnTo>
                    <a:pt x="1968" y="2238"/>
                  </a:lnTo>
                  <a:cubicBezTo>
                    <a:pt x="1968" y="2202"/>
                    <a:pt x="1984" y="2169"/>
                    <a:pt x="1984" y="2137"/>
                  </a:cubicBezTo>
                  <a:cubicBezTo>
                    <a:pt x="2069" y="1798"/>
                    <a:pt x="1851" y="1632"/>
                    <a:pt x="1649" y="1462"/>
                  </a:cubicBezTo>
                  <a:cubicBezTo>
                    <a:pt x="1633" y="1446"/>
                    <a:pt x="1617" y="1430"/>
                    <a:pt x="1601" y="1414"/>
                  </a:cubicBezTo>
                  <a:cubicBezTo>
                    <a:pt x="1548" y="1378"/>
                    <a:pt x="1500" y="1329"/>
                    <a:pt x="1463" y="1293"/>
                  </a:cubicBezTo>
                  <a:cubicBezTo>
                    <a:pt x="1330" y="1192"/>
                    <a:pt x="1197" y="1075"/>
                    <a:pt x="1075" y="974"/>
                  </a:cubicBezTo>
                  <a:cubicBezTo>
                    <a:pt x="958" y="873"/>
                    <a:pt x="857" y="772"/>
                    <a:pt x="740" y="671"/>
                  </a:cubicBezTo>
                  <a:cubicBezTo>
                    <a:pt x="538" y="505"/>
                    <a:pt x="336" y="319"/>
                    <a:pt x="134" y="133"/>
                  </a:cubicBezTo>
                  <a:cubicBezTo>
                    <a:pt x="102" y="117"/>
                    <a:pt x="102" y="101"/>
                    <a:pt x="86" y="65"/>
                  </a:cubicBezTo>
                  <a:cubicBezTo>
                    <a:pt x="65" y="49"/>
                    <a:pt x="49"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0"/>
            <p:cNvSpPr/>
            <p:nvPr/>
          </p:nvSpPr>
          <p:spPr>
            <a:xfrm>
              <a:off x="480264" y="1705307"/>
              <a:ext cx="158920" cy="96743"/>
            </a:xfrm>
            <a:custGeom>
              <a:rect b="b" l="l" r="r" t="t"/>
              <a:pathLst>
                <a:path extrusionOk="0" h="974" w="1600">
                  <a:moveTo>
                    <a:pt x="1592" y="0"/>
                  </a:moveTo>
                  <a:cubicBezTo>
                    <a:pt x="1588" y="0"/>
                    <a:pt x="1584" y="4"/>
                    <a:pt x="1584" y="12"/>
                  </a:cubicBezTo>
                  <a:lnTo>
                    <a:pt x="1414" y="97"/>
                  </a:lnTo>
                  <a:cubicBezTo>
                    <a:pt x="1297" y="182"/>
                    <a:pt x="1164" y="250"/>
                    <a:pt x="1046" y="331"/>
                  </a:cubicBezTo>
                  <a:cubicBezTo>
                    <a:pt x="808" y="469"/>
                    <a:pt x="574" y="618"/>
                    <a:pt x="339" y="755"/>
                  </a:cubicBezTo>
                  <a:lnTo>
                    <a:pt x="16" y="957"/>
                  </a:lnTo>
                  <a:cubicBezTo>
                    <a:pt x="16" y="957"/>
                    <a:pt x="0" y="957"/>
                    <a:pt x="16" y="974"/>
                  </a:cubicBezTo>
                  <a:lnTo>
                    <a:pt x="37" y="974"/>
                  </a:lnTo>
                  <a:lnTo>
                    <a:pt x="356" y="788"/>
                  </a:lnTo>
                  <a:cubicBezTo>
                    <a:pt x="590" y="634"/>
                    <a:pt x="824" y="501"/>
                    <a:pt x="1063" y="351"/>
                  </a:cubicBezTo>
                  <a:cubicBezTo>
                    <a:pt x="1180" y="283"/>
                    <a:pt x="1313" y="198"/>
                    <a:pt x="1430" y="129"/>
                  </a:cubicBezTo>
                  <a:lnTo>
                    <a:pt x="1600" y="28"/>
                  </a:lnTo>
                  <a:lnTo>
                    <a:pt x="1600" y="12"/>
                  </a:lnTo>
                  <a:cubicBezTo>
                    <a:pt x="1600" y="4"/>
                    <a:pt x="1596" y="0"/>
                    <a:pt x="1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0"/>
            <p:cNvSpPr/>
            <p:nvPr/>
          </p:nvSpPr>
          <p:spPr>
            <a:xfrm>
              <a:off x="1269501" y="1446565"/>
              <a:ext cx="142134" cy="184943"/>
            </a:xfrm>
            <a:custGeom>
              <a:rect b="b" l="l" r="r" t="t"/>
              <a:pathLst>
                <a:path extrusionOk="0" h="1862" w="1431">
                  <a:moveTo>
                    <a:pt x="1418" y="0"/>
                  </a:moveTo>
                  <a:cubicBezTo>
                    <a:pt x="1416" y="0"/>
                    <a:pt x="1414" y="2"/>
                    <a:pt x="1414" y="8"/>
                  </a:cubicBezTo>
                  <a:cubicBezTo>
                    <a:pt x="1297" y="28"/>
                    <a:pt x="1196" y="92"/>
                    <a:pt x="1095" y="161"/>
                  </a:cubicBezTo>
                  <a:cubicBezTo>
                    <a:pt x="1026" y="193"/>
                    <a:pt x="978" y="230"/>
                    <a:pt x="909" y="262"/>
                  </a:cubicBezTo>
                  <a:cubicBezTo>
                    <a:pt x="723" y="347"/>
                    <a:pt x="554" y="464"/>
                    <a:pt x="388" y="565"/>
                  </a:cubicBezTo>
                  <a:cubicBezTo>
                    <a:pt x="303" y="613"/>
                    <a:pt x="202" y="666"/>
                    <a:pt x="117" y="714"/>
                  </a:cubicBezTo>
                  <a:cubicBezTo>
                    <a:pt x="49" y="751"/>
                    <a:pt x="16" y="783"/>
                    <a:pt x="16" y="852"/>
                  </a:cubicBezTo>
                  <a:lnTo>
                    <a:pt x="16" y="1458"/>
                  </a:lnTo>
                  <a:lnTo>
                    <a:pt x="16" y="1745"/>
                  </a:lnTo>
                  <a:lnTo>
                    <a:pt x="16" y="1761"/>
                  </a:lnTo>
                  <a:cubicBezTo>
                    <a:pt x="0" y="1793"/>
                    <a:pt x="0" y="1825"/>
                    <a:pt x="32" y="1862"/>
                  </a:cubicBezTo>
                  <a:lnTo>
                    <a:pt x="69" y="1862"/>
                  </a:lnTo>
                  <a:lnTo>
                    <a:pt x="49" y="1846"/>
                  </a:lnTo>
                  <a:cubicBezTo>
                    <a:pt x="32" y="1825"/>
                    <a:pt x="32" y="1793"/>
                    <a:pt x="32" y="1761"/>
                  </a:cubicBezTo>
                  <a:lnTo>
                    <a:pt x="32" y="1745"/>
                  </a:lnTo>
                  <a:lnTo>
                    <a:pt x="32" y="1458"/>
                  </a:lnTo>
                  <a:cubicBezTo>
                    <a:pt x="49" y="1256"/>
                    <a:pt x="49" y="1054"/>
                    <a:pt x="49" y="852"/>
                  </a:cubicBezTo>
                  <a:cubicBezTo>
                    <a:pt x="49" y="799"/>
                    <a:pt x="69" y="767"/>
                    <a:pt x="117" y="735"/>
                  </a:cubicBezTo>
                  <a:cubicBezTo>
                    <a:pt x="218" y="682"/>
                    <a:pt x="303" y="634"/>
                    <a:pt x="404" y="581"/>
                  </a:cubicBezTo>
                  <a:cubicBezTo>
                    <a:pt x="574" y="480"/>
                    <a:pt x="739" y="379"/>
                    <a:pt x="925" y="278"/>
                  </a:cubicBezTo>
                  <a:cubicBezTo>
                    <a:pt x="978" y="262"/>
                    <a:pt x="1042" y="209"/>
                    <a:pt x="1095" y="177"/>
                  </a:cubicBezTo>
                  <a:cubicBezTo>
                    <a:pt x="1196" y="129"/>
                    <a:pt x="1297" y="60"/>
                    <a:pt x="1414" y="28"/>
                  </a:cubicBezTo>
                  <a:cubicBezTo>
                    <a:pt x="1430" y="28"/>
                    <a:pt x="1430" y="8"/>
                    <a:pt x="1430" y="8"/>
                  </a:cubicBezTo>
                  <a:cubicBezTo>
                    <a:pt x="1430" y="8"/>
                    <a:pt x="1423"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0"/>
            <p:cNvSpPr/>
            <p:nvPr/>
          </p:nvSpPr>
          <p:spPr>
            <a:xfrm>
              <a:off x="2136906" y="3055829"/>
              <a:ext cx="5364" cy="26619"/>
            </a:xfrm>
            <a:custGeom>
              <a:rect b="b" l="l" r="r" t="t"/>
              <a:pathLst>
                <a:path extrusionOk="0" h="268" w="54">
                  <a:moveTo>
                    <a:pt x="21" y="1"/>
                  </a:moveTo>
                  <a:cubicBezTo>
                    <a:pt x="1" y="49"/>
                    <a:pt x="1" y="118"/>
                    <a:pt x="1" y="166"/>
                  </a:cubicBezTo>
                  <a:lnTo>
                    <a:pt x="1" y="251"/>
                  </a:lnTo>
                  <a:cubicBezTo>
                    <a:pt x="1" y="251"/>
                    <a:pt x="1" y="267"/>
                    <a:pt x="21" y="267"/>
                  </a:cubicBezTo>
                  <a:cubicBezTo>
                    <a:pt x="21" y="267"/>
                    <a:pt x="37" y="267"/>
                    <a:pt x="37" y="251"/>
                  </a:cubicBezTo>
                  <a:lnTo>
                    <a:pt x="37" y="166"/>
                  </a:lnTo>
                  <a:cubicBezTo>
                    <a:pt x="21" y="118"/>
                    <a:pt x="21" y="65"/>
                    <a:pt x="37" y="17"/>
                  </a:cubicBezTo>
                  <a:cubicBezTo>
                    <a:pt x="53" y="17"/>
                    <a:pt x="37"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0"/>
            <p:cNvSpPr/>
            <p:nvPr/>
          </p:nvSpPr>
          <p:spPr>
            <a:xfrm>
              <a:off x="747846" y="2987195"/>
              <a:ext cx="4966" cy="91975"/>
            </a:xfrm>
            <a:custGeom>
              <a:rect b="b" l="l" r="r" t="t"/>
              <a:pathLst>
                <a:path extrusionOk="0" h="926" w="50">
                  <a:moveTo>
                    <a:pt x="17" y="1"/>
                  </a:moveTo>
                  <a:cubicBezTo>
                    <a:pt x="17" y="1"/>
                    <a:pt x="1" y="1"/>
                    <a:pt x="1" y="17"/>
                  </a:cubicBezTo>
                  <a:cubicBezTo>
                    <a:pt x="17" y="134"/>
                    <a:pt x="17" y="271"/>
                    <a:pt x="17" y="405"/>
                  </a:cubicBezTo>
                  <a:lnTo>
                    <a:pt x="17" y="607"/>
                  </a:lnTo>
                  <a:lnTo>
                    <a:pt x="17" y="825"/>
                  </a:lnTo>
                  <a:lnTo>
                    <a:pt x="17" y="926"/>
                  </a:lnTo>
                  <a:lnTo>
                    <a:pt x="49" y="926"/>
                  </a:lnTo>
                  <a:lnTo>
                    <a:pt x="49" y="825"/>
                  </a:lnTo>
                  <a:lnTo>
                    <a:pt x="49" y="607"/>
                  </a:lnTo>
                  <a:lnTo>
                    <a:pt x="49" y="405"/>
                  </a:lnTo>
                  <a:cubicBezTo>
                    <a:pt x="49" y="271"/>
                    <a:pt x="49"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0"/>
            <p:cNvSpPr/>
            <p:nvPr/>
          </p:nvSpPr>
          <p:spPr>
            <a:xfrm>
              <a:off x="1339724" y="1677297"/>
              <a:ext cx="8443" cy="103099"/>
            </a:xfrm>
            <a:custGeom>
              <a:rect b="b" l="l" r="r" t="t"/>
              <a:pathLst>
                <a:path extrusionOk="0" h="1038" w="85">
                  <a:moveTo>
                    <a:pt x="20" y="0"/>
                  </a:moveTo>
                  <a:cubicBezTo>
                    <a:pt x="18" y="0"/>
                    <a:pt x="16" y="2"/>
                    <a:pt x="16" y="7"/>
                  </a:cubicBezTo>
                  <a:cubicBezTo>
                    <a:pt x="0" y="7"/>
                    <a:pt x="0" y="7"/>
                    <a:pt x="0" y="28"/>
                  </a:cubicBezTo>
                  <a:cubicBezTo>
                    <a:pt x="32" y="129"/>
                    <a:pt x="32" y="246"/>
                    <a:pt x="32" y="347"/>
                  </a:cubicBezTo>
                  <a:cubicBezTo>
                    <a:pt x="16" y="395"/>
                    <a:pt x="16" y="448"/>
                    <a:pt x="16" y="480"/>
                  </a:cubicBezTo>
                  <a:lnTo>
                    <a:pt x="16" y="633"/>
                  </a:lnTo>
                  <a:cubicBezTo>
                    <a:pt x="0" y="767"/>
                    <a:pt x="0" y="900"/>
                    <a:pt x="69" y="1037"/>
                  </a:cubicBezTo>
                  <a:lnTo>
                    <a:pt x="85" y="1037"/>
                  </a:lnTo>
                  <a:lnTo>
                    <a:pt x="85" y="1017"/>
                  </a:lnTo>
                  <a:cubicBezTo>
                    <a:pt x="32" y="900"/>
                    <a:pt x="32" y="767"/>
                    <a:pt x="49" y="633"/>
                  </a:cubicBezTo>
                  <a:lnTo>
                    <a:pt x="49" y="480"/>
                  </a:lnTo>
                  <a:lnTo>
                    <a:pt x="49" y="347"/>
                  </a:lnTo>
                  <a:cubicBezTo>
                    <a:pt x="69" y="246"/>
                    <a:pt x="69" y="129"/>
                    <a:pt x="32" y="7"/>
                  </a:cubicBezTo>
                  <a:cubicBezTo>
                    <a:pt x="32" y="7"/>
                    <a:pt x="25"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0"/>
            <p:cNvSpPr/>
            <p:nvPr/>
          </p:nvSpPr>
          <p:spPr>
            <a:xfrm>
              <a:off x="869817" y="2462362"/>
              <a:ext cx="336314" cy="232421"/>
            </a:xfrm>
            <a:custGeom>
              <a:rect b="b" l="l" r="r" t="t"/>
              <a:pathLst>
                <a:path extrusionOk="0" h="2340" w="3386">
                  <a:moveTo>
                    <a:pt x="3366" y="1"/>
                  </a:moveTo>
                  <a:cubicBezTo>
                    <a:pt x="3265" y="17"/>
                    <a:pt x="3184" y="49"/>
                    <a:pt x="3099" y="102"/>
                  </a:cubicBezTo>
                  <a:cubicBezTo>
                    <a:pt x="3063" y="118"/>
                    <a:pt x="3030" y="134"/>
                    <a:pt x="2982" y="150"/>
                  </a:cubicBezTo>
                  <a:cubicBezTo>
                    <a:pt x="2578" y="336"/>
                    <a:pt x="2174" y="522"/>
                    <a:pt x="1786" y="708"/>
                  </a:cubicBezTo>
                  <a:cubicBezTo>
                    <a:pt x="1584" y="789"/>
                    <a:pt x="1366" y="890"/>
                    <a:pt x="1164" y="991"/>
                  </a:cubicBezTo>
                  <a:lnTo>
                    <a:pt x="1043" y="1043"/>
                  </a:lnTo>
                  <a:cubicBezTo>
                    <a:pt x="760" y="1176"/>
                    <a:pt x="457" y="1314"/>
                    <a:pt x="170" y="1431"/>
                  </a:cubicBezTo>
                  <a:cubicBezTo>
                    <a:pt x="33" y="1479"/>
                    <a:pt x="1" y="1548"/>
                    <a:pt x="1" y="1665"/>
                  </a:cubicBezTo>
                  <a:cubicBezTo>
                    <a:pt x="17" y="1782"/>
                    <a:pt x="1" y="1900"/>
                    <a:pt x="1" y="2021"/>
                  </a:cubicBezTo>
                  <a:lnTo>
                    <a:pt x="1" y="2186"/>
                  </a:lnTo>
                  <a:lnTo>
                    <a:pt x="1" y="2223"/>
                  </a:lnTo>
                  <a:cubicBezTo>
                    <a:pt x="1" y="2255"/>
                    <a:pt x="1" y="2303"/>
                    <a:pt x="33" y="2340"/>
                  </a:cubicBezTo>
                  <a:lnTo>
                    <a:pt x="53" y="2340"/>
                  </a:lnTo>
                  <a:lnTo>
                    <a:pt x="53" y="2324"/>
                  </a:lnTo>
                  <a:cubicBezTo>
                    <a:pt x="33" y="2287"/>
                    <a:pt x="33" y="2255"/>
                    <a:pt x="33" y="2223"/>
                  </a:cubicBezTo>
                  <a:lnTo>
                    <a:pt x="33" y="2186"/>
                  </a:lnTo>
                  <a:lnTo>
                    <a:pt x="33" y="2021"/>
                  </a:lnTo>
                  <a:lnTo>
                    <a:pt x="33" y="1665"/>
                  </a:lnTo>
                  <a:cubicBezTo>
                    <a:pt x="17" y="1548"/>
                    <a:pt x="53" y="1496"/>
                    <a:pt x="170" y="1447"/>
                  </a:cubicBezTo>
                  <a:cubicBezTo>
                    <a:pt x="473" y="1330"/>
                    <a:pt x="776" y="1193"/>
                    <a:pt x="1063" y="1059"/>
                  </a:cubicBezTo>
                  <a:lnTo>
                    <a:pt x="1180" y="1011"/>
                  </a:lnTo>
                  <a:cubicBezTo>
                    <a:pt x="1382" y="926"/>
                    <a:pt x="1584" y="825"/>
                    <a:pt x="1786" y="724"/>
                  </a:cubicBezTo>
                  <a:cubicBezTo>
                    <a:pt x="2190" y="538"/>
                    <a:pt x="2594" y="352"/>
                    <a:pt x="2998" y="183"/>
                  </a:cubicBezTo>
                  <a:cubicBezTo>
                    <a:pt x="3030" y="167"/>
                    <a:pt x="3083" y="150"/>
                    <a:pt x="3115" y="118"/>
                  </a:cubicBezTo>
                  <a:cubicBezTo>
                    <a:pt x="3184" y="82"/>
                    <a:pt x="3285" y="33"/>
                    <a:pt x="3366" y="33"/>
                  </a:cubicBezTo>
                  <a:cubicBezTo>
                    <a:pt x="3386" y="33"/>
                    <a:pt x="3386" y="17"/>
                    <a:pt x="3386" y="17"/>
                  </a:cubicBezTo>
                  <a:cubicBezTo>
                    <a:pt x="3386" y="1"/>
                    <a:pt x="3386" y="1"/>
                    <a:pt x="3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0"/>
            <p:cNvSpPr/>
            <p:nvPr/>
          </p:nvSpPr>
          <p:spPr>
            <a:xfrm>
              <a:off x="851343" y="2784970"/>
              <a:ext cx="361245" cy="257351"/>
            </a:xfrm>
            <a:custGeom>
              <a:rect b="b" l="l" r="r" t="t"/>
              <a:pathLst>
                <a:path extrusionOk="0" h="2591" w="3637">
                  <a:moveTo>
                    <a:pt x="3552" y="1"/>
                  </a:moveTo>
                  <a:lnTo>
                    <a:pt x="3552" y="17"/>
                  </a:lnTo>
                  <a:cubicBezTo>
                    <a:pt x="3604" y="65"/>
                    <a:pt x="3604" y="134"/>
                    <a:pt x="3588" y="203"/>
                  </a:cubicBezTo>
                  <a:cubicBezTo>
                    <a:pt x="3572" y="235"/>
                    <a:pt x="3572" y="267"/>
                    <a:pt x="3572" y="288"/>
                  </a:cubicBezTo>
                  <a:lnTo>
                    <a:pt x="3572" y="1043"/>
                  </a:lnTo>
                  <a:cubicBezTo>
                    <a:pt x="3572" y="1128"/>
                    <a:pt x="3552" y="1160"/>
                    <a:pt x="3487" y="1197"/>
                  </a:cubicBezTo>
                  <a:cubicBezTo>
                    <a:pt x="2897" y="1415"/>
                    <a:pt x="2340" y="1633"/>
                    <a:pt x="1871" y="1819"/>
                  </a:cubicBezTo>
                  <a:cubicBezTo>
                    <a:pt x="1601" y="1920"/>
                    <a:pt x="1350" y="2021"/>
                    <a:pt x="1096" y="2122"/>
                  </a:cubicBezTo>
                  <a:cubicBezTo>
                    <a:pt x="926" y="2186"/>
                    <a:pt x="760" y="2271"/>
                    <a:pt x="574" y="2340"/>
                  </a:cubicBezTo>
                  <a:cubicBezTo>
                    <a:pt x="522" y="2356"/>
                    <a:pt x="457" y="2372"/>
                    <a:pt x="405" y="2408"/>
                  </a:cubicBezTo>
                  <a:cubicBezTo>
                    <a:pt x="271" y="2441"/>
                    <a:pt x="138" y="2489"/>
                    <a:pt x="17" y="2558"/>
                  </a:cubicBezTo>
                  <a:lnTo>
                    <a:pt x="1" y="2574"/>
                  </a:lnTo>
                  <a:lnTo>
                    <a:pt x="17" y="2590"/>
                  </a:lnTo>
                  <a:cubicBezTo>
                    <a:pt x="154" y="2526"/>
                    <a:pt x="288" y="2473"/>
                    <a:pt x="405" y="2425"/>
                  </a:cubicBezTo>
                  <a:cubicBezTo>
                    <a:pt x="473" y="2408"/>
                    <a:pt x="522" y="2388"/>
                    <a:pt x="591" y="2356"/>
                  </a:cubicBezTo>
                  <a:cubicBezTo>
                    <a:pt x="760" y="2287"/>
                    <a:pt x="926" y="2223"/>
                    <a:pt x="1112" y="2154"/>
                  </a:cubicBezTo>
                  <a:lnTo>
                    <a:pt x="1871" y="1851"/>
                  </a:lnTo>
                  <a:cubicBezTo>
                    <a:pt x="2340" y="1649"/>
                    <a:pt x="2913" y="1431"/>
                    <a:pt x="3487" y="1213"/>
                  </a:cubicBezTo>
                  <a:cubicBezTo>
                    <a:pt x="3588" y="1176"/>
                    <a:pt x="3604" y="1128"/>
                    <a:pt x="3604" y="1043"/>
                  </a:cubicBezTo>
                  <a:lnTo>
                    <a:pt x="3604" y="288"/>
                  </a:lnTo>
                  <a:lnTo>
                    <a:pt x="3604" y="203"/>
                  </a:lnTo>
                  <a:cubicBezTo>
                    <a:pt x="3620" y="134"/>
                    <a:pt x="3637" y="65"/>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0"/>
            <p:cNvSpPr/>
            <p:nvPr/>
          </p:nvSpPr>
          <p:spPr>
            <a:xfrm>
              <a:off x="697687" y="3552156"/>
              <a:ext cx="4966" cy="20163"/>
            </a:xfrm>
            <a:custGeom>
              <a:rect b="b" l="l" r="r" t="t"/>
              <a:pathLst>
                <a:path extrusionOk="0" h="203" w="50">
                  <a:moveTo>
                    <a:pt x="17" y="1"/>
                  </a:moveTo>
                  <a:lnTo>
                    <a:pt x="17" y="17"/>
                  </a:lnTo>
                  <a:lnTo>
                    <a:pt x="17" y="69"/>
                  </a:lnTo>
                  <a:cubicBezTo>
                    <a:pt x="1" y="118"/>
                    <a:pt x="1" y="154"/>
                    <a:pt x="17" y="186"/>
                  </a:cubicBezTo>
                  <a:lnTo>
                    <a:pt x="33" y="203"/>
                  </a:lnTo>
                  <a:lnTo>
                    <a:pt x="49" y="203"/>
                  </a:lnTo>
                  <a:lnTo>
                    <a:pt x="49" y="186"/>
                  </a:lnTo>
                  <a:cubicBezTo>
                    <a:pt x="33" y="154"/>
                    <a:pt x="33" y="118"/>
                    <a:pt x="33" y="69"/>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0"/>
            <p:cNvSpPr/>
            <p:nvPr/>
          </p:nvSpPr>
          <p:spPr>
            <a:xfrm>
              <a:off x="687655" y="2473288"/>
              <a:ext cx="128924" cy="146107"/>
            </a:xfrm>
            <a:custGeom>
              <a:rect b="b" l="l" r="r" t="t"/>
              <a:pathLst>
                <a:path extrusionOk="0" h="1471" w="1298">
                  <a:moveTo>
                    <a:pt x="1275" y="1"/>
                  </a:moveTo>
                  <a:cubicBezTo>
                    <a:pt x="1272" y="1"/>
                    <a:pt x="1268" y="3"/>
                    <a:pt x="1261" y="8"/>
                  </a:cubicBezTo>
                  <a:lnTo>
                    <a:pt x="1043" y="109"/>
                  </a:lnTo>
                  <a:cubicBezTo>
                    <a:pt x="857" y="194"/>
                    <a:pt x="675" y="258"/>
                    <a:pt x="506" y="343"/>
                  </a:cubicBezTo>
                  <a:cubicBezTo>
                    <a:pt x="421" y="396"/>
                    <a:pt x="336" y="428"/>
                    <a:pt x="251" y="460"/>
                  </a:cubicBezTo>
                  <a:cubicBezTo>
                    <a:pt x="203" y="497"/>
                    <a:pt x="150" y="513"/>
                    <a:pt x="102" y="545"/>
                  </a:cubicBezTo>
                  <a:cubicBezTo>
                    <a:pt x="49" y="561"/>
                    <a:pt x="1" y="598"/>
                    <a:pt x="1" y="662"/>
                  </a:cubicBezTo>
                  <a:lnTo>
                    <a:pt x="1" y="949"/>
                  </a:lnTo>
                  <a:cubicBezTo>
                    <a:pt x="1" y="1119"/>
                    <a:pt x="1" y="1285"/>
                    <a:pt x="17" y="1454"/>
                  </a:cubicBezTo>
                  <a:cubicBezTo>
                    <a:pt x="17" y="1470"/>
                    <a:pt x="17" y="1470"/>
                    <a:pt x="33" y="1470"/>
                  </a:cubicBezTo>
                  <a:cubicBezTo>
                    <a:pt x="33" y="1470"/>
                    <a:pt x="49" y="1470"/>
                    <a:pt x="49" y="1454"/>
                  </a:cubicBezTo>
                  <a:cubicBezTo>
                    <a:pt x="17" y="1285"/>
                    <a:pt x="33" y="1119"/>
                    <a:pt x="33" y="949"/>
                  </a:cubicBezTo>
                  <a:lnTo>
                    <a:pt x="33" y="662"/>
                  </a:lnTo>
                  <a:cubicBezTo>
                    <a:pt x="33" y="614"/>
                    <a:pt x="69" y="578"/>
                    <a:pt x="118" y="561"/>
                  </a:cubicBezTo>
                  <a:cubicBezTo>
                    <a:pt x="170" y="545"/>
                    <a:pt x="219" y="513"/>
                    <a:pt x="271" y="497"/>
                  </a:cubicBezTo>
                  <a:cubicBezTo>
                    <a:pt x="352" y="460"/>
                    <a:pt x="421" y="412"/>
                    <a:pt x="506" y="376"/>
                  </a:cubicBezTo>
                  <a:cubicBezTo>
                    <a:pt x="691" y="295"/>
                    <a:pt x="877" y="210"/>
                    <a:pt x="1059" y="125"/>
                  </a:cubicBezTo>
                  <a:lnTo>
                    <a:pt x="1281" y="24"/>
                  </a:lnTo>
                  <a:cubicBezTo>
                    <a:pt x="1281" y="24"/>
                    <a:pt x="1297" y="8"/>
                    <a:pt x="1281" y="8"/>
                  </a:cubicBezTo>
                  <a:cubicBezTo>
                    <a:pt x="1281" y="8"/>
                    <a:pt x="1281"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0"/>
            <p:cNvSpPr/>
            <p:nvPr/>
          </p:nvSpPr>
          <p:spPr>
            <a:xfrm>
              <a:off x="1923059" y="3712665"/>
              <a:ext cx="20163" cy="21752"/>
            </a:xfrm>
            <a:custGeom>
              <a:rect b="b" l="l" r="r" t="t"/>
              <a:pathLst>
                <a:path extrusionOk="0" h="219" w="203">
                  <a:moveTo>
                    <a:pt x="1" y="1"/>
                  </a:moveTo>
                  <a:lnTo>
                    <a:pt x="1" y="17"/>
                  </a:lnTo>
                  <a:lnTo>
                    <a:pt x="69" y="219"/>
                  </a:lnTo>
                  <a:lnTo>
                    <a:pt x="203" y="219"/>
                  </a:lnTo>
                  <a:lnTo>
                    <a:pt x="203" y="202"/>
                  </a:lnTo>
                  <a:lnTo>
                    <a:pt x="203" y="186"/>
                  </a:lnTo>
                  <a:lnTo>
                    <a:pt x="86" y="186"/>
                  </a:lnTo>
                  <a:lnTo>
                    <a:pt x="17" y="17"/>
                  </a:ln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0"/>
            <p:cNvSpPr/>
            <p:nvPr/>
          </p:nvSpPr>
          <p:spPr>
            <a:xfrm>
              <a:off x="505493" y="2875256"/>
              <a:ext cx="130513" cy="56715"/>
            </a:xfrm>
            <a:custGeom>
              <a:rect b="b" l="l" r="r" t="t"/>
              <a:pathLst>
                <a:path extrusionOk="0" h="571" w="1314">
                  <a:moveTo>
                    <a:pt x="1297" y="1"/>
                  </a:moveTo>
                  <a:lnTo>
                    <a:pt x="1043" y="102"/>
                  </a:lnTo>
                  <a:cubicBezTo>
                    <a:pt x="825" y="203"/>
                    <a:pt x="607" y="304"/>
                    <a:pt x="368" y="405"/>
                  </a:cubicBezTo>
                  <a:cubicBezTo>
                    <a:pt x="287" y="437"/>
                    <a:pt x="203" y="469"/>
                    <a:pt x="118" y="506"/>
                  </a:cubicBezTo>
                  <a:cubicBezTo>
                    <a:pt x="85" y="522"/>
                    <a:pt x="49" y="538"/>
                    <a:pt x="1" y="538"/>
                  </a:cubicBezTo>
                  <a:lnTo>
                    <a:pt x="1" y="570"/>
                  </a:lnTo>
                  <a:lnTo>
                    <a:pt x="17" y="570"/>
                  </a:lnTo>
                  <a:cubicBezTo>
                    <a:pt x="49" y="554"/>
                    <a:pt x="102" y="538"/>
                    <a:pt x="134" y="522"/>
                  </a:cubicBezTo>
                  <a:cubicBezTo>
                    <a:pt x="219" y="490"/>
                    <a:pt x="304" y="453"/>
                    <a:pt x="388" y="421"/>
                  </a:cubicBezTo>
                  <a:cubicBezTo>
                    <a:pt x="607" y="320"/>
                    <a:pt x="841" y="235"/>
                    <a:pt x="1059" y="134"/>
                  </a:cubicBezTo>
                  <a:lnTo>
                    <a:pt x="1297" y="33"/>
                  </a:lnTo>
                  <a:cubicBezTo>
                    <a:pt x="1314" y="33"/>
                    <a:pt x="1314" y="17"/>
                    <a:pt x="1314" y="17"/>
                  </a:cubicBezTo>
                  <a:cubicBezTo>
                    <a:pt x="1314" y="1"/>
                    <a:pt x="1297" y="1"/>
                    <a:pt x="1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0"/>
            <p:cNvSpPr/>
            <p:nvPr/>
          </p:nvSpPr>
          <p:spPr>
            <a:xfrm>
              <a:off x="787973" y="3619200"/>
              <a:ext cx="4966" cy="100418"/>
            </a:xfrm>
            <a:custGeom>
              <a:rect b="b" l="l" r="r" t="t"/>
              <a:pathLst>
                <a:path extrusionOk="0" h="1011" w="50">
                  <a:moveTo>
                    <a:pt x="17" y="0"/>
                  </a:moveTo>
                  <a:cubicBezTo>
                    <a:pt x="17" y="0"/>
                    <a:pt x="1" y="0"/>
                    <a:pt x="1" y="16"/>
                  </a:cubicBezTo>
                  <a:cubicBezTo>
                    <a:pt x="33" y="218"/>
                    <a:pt x="17" y="404"/>
                    <a:pt x="17" y="606"/>
                  </a:cubicBezTo>
                  <a:lnTo>
                    <a:pt x="17" y="723"/>
                  </a:lnTo>
                  <a:lnTo>
                    <a:pt x="17" y="792"/>
                  </a:lnTo>
                  <a:cubicBezTo>
                    <a:pt x="17" y="857"/>
                    <a:pt x="17" y="925"/>
                    <a:pt x="1" y="994"/>
                  </a:cubicBezTo>
                  <a:cubicBezTo>
                    <a:pt x="1" y="1010"/>
                    <a:pt x="17" y="1010"/>
                    <a:pt x="17" y="1010"/>
                  </a:cubicBezTo>
                  <a:cubicBezTo>
                    <a:pt x="33" y="1010"/>
                    <a:pt x="33" y="1010"/>
                    <a:pt x="33" y="994"/>
                  </a:cubicBezTo>
                  <a:lnTo>
                    <a:pt x="33" y="792"/>
                  </a:lnTo>
                  <a:lnTo>
                    <a:pt x="33" y="723"/>
                  </a:lnTo>
                  <a:cubicBezTo>
                    <a:pt x="49" y="691"/>
                    <a:pt x="49" y="639"/>
                    <a:pt x="49" y="606"/>
                  </a:cubicBez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0"/>
            <p:cNvSpPr/>
            <p:nvPr/>
          </p:nvSpPr>
          <p:spPr>
            <a:xfrm>
              <a:off x="487019" y="1711664"/>
              <a:ext cx="153854" cy="108860"/>
            </a:xfrm>
            <a:custGeom>
              <a:rect b="b" l="l" r="r" t="t"/>
              <a:pathLst>
                <a:path extrusionOk="0" h="1096" w="1549">
                  <a:moveTo>
                    <a:pt x="1516" y="1"/>
                  </a:moveTo>
                  <a:cubicBezTo>
                    <a:pt x="1500" y="1"/>
                    <a:pt x="1500" y="1"/>
                    <a:pt x="1500" y="17"/>
                  </a:cubicBezTo>
                  <a:cubicBezTo>
                    <a:pt x="1532" y="166"/>
                    <a:pt x="1532" y="166"/>
                    <a:pt x="1399" y="251"/>
                  </a:cubicBezTo>
                  <a:lnTo>
                    <a:pt x="1382" y="251"/>
                  </a:lnTo>
                  <a:cubicBezTo>
                    <a:pt x="1079" y="421"/>
                    <a:pt x="793" y="607"/>
                    <a:pt x="490" y="772"/>
                  </a:cubicBezTo>
                  <a:cubicBezTo>
                    <a:pt x="336" y="857"/>
                    <a:pt x="203" y="942"/>
                    <a:pt x="49" y="1043"/>
                  </a:cubicBezTo>
                  <a:cubicBezTo>
                    <a:pt x="49" y="1043"/>
                    <a:pt x="33" y="1043"/>
                    <a:pt x="17" y="1059"/>
                  </a:cubicBezTo>
                  <a:lnTo>
                    <a:pt x="1" y="1059"/>
                  </a:lnTo>
                  <a:lnTo>
                    <a:pt x="1" y="1075"/>
                  </a:lnTo>
                  <a:lnTo>
                    <a:pt x="17" y="1095"/>
                  </a:lnTo>
                  <a:lnTo>
                    <a:pt x="33" y="1075"/>
                  </a:lnTo>
                  <a:cubicBezTo>
                    <a:pt x="49" y="1075"/>
                    <a:pt x="49" y="1059"/>
                    <a:pt x="69" y="1059"/>
                  </a:cubicBezTo>
                  <a:cubicBezTo>
                    <a:pt x="219" y="974"/>
                    <a:pt x="352" y="893"/>
                    <a:pt x="506" y="809"/>
                  </a:cubicBezTo>
                  <a:cubicBezTo>
                    <a:pt x="793" y="623"/>
                    <a:pt x="1096" y="453"/>
                    <a:pt x="1399" y="267"/>
                  </a:cubicBezTo>
                  <a:cubicBezTo>
                    <a:pt x="1548" y="186"/>
                    <a:pt x="1548" y="166"/>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0"/>
            <p:cNvSpPr/>
            <p:nvPr/>
          </p:nvSpPr>
          <p:spPr>
            <a:xfrm>
              <a:off x="1643857" y="3485608"/>
              <a:ext cx="6853" cy="76679"/>
            </a:xfrm>
            <a:custGeom>
              <a:rect b="b" l="l" r="r" t="t"/>
              <a:pathLst>
                <a:path extrusionOk="0" h="772" w="69">
                  <a:moveTo>
                    <a:pt x="37" y="0"/>
                  </a:moveTo>
                  <a:cubicBezTo>
                    <a:pt x="16" y="133"/>
                    <a:pt x="16" y="267"/>
                    <a:pt x="16" y="384"/>
                  </a:cubicBezTo>
                  <a:lnTo>
                    <a:pt x="16" y="622"/>
                  </a:lnTo>
                  <a:lnTo>
                    <a:pt x="16" y="671"/>
                  </a:lnTo>
                  <a:cubicBezTo>
                    <a:pt x="16" y="707"/>
                    <a:pt x="37" y="723"/>
                    <a:pt x="16" y="755"/>
                  </a:cubicBezTo>
                  <a:cubicBezTo>
                    <a:pt x="0" y="755"/>
                    <a:pt x="0" y="772"/>
                    <a:pt x="16" y="772"/>
                  </a:cubicBezTo>
                  <a:lnTo>
                    <a:pt x="37" y="772"/>
                  </a:lnTo>
                  <a:cubicBezTo>
                    <a:pt x="53" y="739"/>
                    <a:pt x="53" y="707"/>
                    <a:pt x="53" y="671"/>
                  </a:cubicBezTo>
                  <a:lnTo>
                    <a:pt x="53" y="622"/>
                  </a:lnTo>
                  <a:lnTo>
                    <a:pt x="53" y="384"/>
                  </a:lnTo>
                  <a:cubicBezTo>
                    <a:pt x="53" y="267"/>
                    <a:pt x="53" y="133"/>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0"/>
            <p:cNvSpPr/>
            <p:nvPr/>
          </p:nvSpPr>
          <p:spPr>
            <a:xfrm>
              <a:off x="1737719" y="2907835"/>
              <a:ext cx="170640" cy="307014"/>
            </a:xfrm>
            <a:custGeom>
              <a:rect b="b" l="l" r="r" t="t"/>
              <a:pathLst>
                <a:path extrusionOk="0" h="3091" w="1718">
                  <a:moveTo>
                    <a:pt x="12" y="1"/>
                  </a:moveTo>
                  <a:cubicBezTo>
                    <a:pt x="9" y="1"/>
                    <a:pt x="6" y="3"/>
                    <a:pt x="0" y="8"/>
                  </a:cubicBezTo>
                  <a:lnTo>
                    <a:pt x="0" y="24"/>
                  </a:lnTo>
                  <a:cubicBezTo>
                    <a:pt x="0" y="40"/>
                    <a:pt x="0" y="61"/>
                    <a:pt x="17" y="77"/>
                  </a:cubicBezTo>
                  <a:cubicBezTo>
                    <a:pt x="17" y="109"/>
                    <a:pt x="33" y="162"/>
                    <a:pt x="65" y="178"/>
                  </a:cubicBezTo>
                  <a:cubicBezTo>
                    <a:pt x="202" y="311"/>
                    <a:pt x="336" y="464"/>
                    <a:pt x="437" y="614"/>
                  </a:cubicBezTo>
                  <a:cubicBezTo>
                    <a:pt x="505" y="683"/>
                    <a:pt x="554" y="747"/>
                    <a:pt x="606" y="816"/>
                  </a:cubicBezTo>
                  <a:cubicBezTo>
                    <a:pt x="841" y="1103"/>
                    <a:pt x="1059" y="1390"/>
                    <a:pt x="1277" y="1656"/>
                  </a:cubicBezTo>
                  <a:cubicBezTo>
                    <a:pt x="1394" y="1810"/>
                    <a:pt x="1515" y="1943"/>
                    <a:pt x="1632" y="2097"/>
                  </a:cubicBezTo>
                  <a:cubicBezTo>
                    <a:pt x="1649" y="2097"/>
                    <a:pt x="1649" y="2097"/>
                    <a:pt x="1649" y="2113"/>
                  </a:cubicBezTo>
                  <a:cubicBezTo>
                    <a:pt x="1665" y="2129"/>
                    <a:pt x="1697" y="2145"/>
                    <a:pt x="1681" y="2198"/>
                  </a:cubicBezTo>
                  <a:cubicBezTo>
                    <a:pt x="1665" y="2347"/>
                    <a:pt x="1665" y="2517"/>
                    <a:pt x="1665" y="2666"/>
                  </a:cubicBezTo>
                  <a:cubicBezTo>
                    <a:pt x="1665" y="2751"/>
                    <a:pt x="1681" y="2852"/>
                    <a:pt x="1665" y="2937"/>
                  </a:cubicBezTo>
                  <a:cubicBezTo>
                    <a:pt x="1665" y="2969"/>
                    <a:pt x="1665" y="3022"/>
                    <a:pt x="1649" y="3054"/>
                  </a:cubicBezTo>
                  <a:lnTo>
                    <a:pt x="1649" y="3070"/>
                  </a:lnTo>
                  <a:lnTo>
                    <a:pt x="1665" y="3090"/>
                  </a:lnTo>
                  <a:lnTo>
                    <a:pt x="1665" y="3070"/>
                  </a:lnTo>
                  <a:cubicBezTo>
                    <a:pt x="1697" y="3038"/>
                    <a:pt x="1697" y="2989"/>
                    <a:pt x="1697" y="2937"/>
                  </a:cubicBezTo>
                  <a:lnTo>
                    <a:pt x="1697" y="2666"/>
                  </a:lnTo>
                  <a:cubicBezTo>
                    <a:pt x="1697" y="2517"/>
                    <a:pt x="1697" y="2347"/>
                    <a:pt x="1717" y="2198"/>
                  </a:cubicBezTo>
                  <a:cubicBezTo>
                    <a:pt x="1717" y="2145"/>
                    <a:pt x="1697" y="2113"/>
                    <a:pt x="1665" y="2097"/>
                  </a:cubicBezTo>
                  <a:cubicBezTo>
                    <a:pt x="1665" y="2080"/>
                    <a:pt x="1665" y="2080"/>
                    <a:pt x="1649" y="2080"/>
                  </a:cubicBezTo>
                  <a:cubicBezTo>
                    <a:pt x="1532" y="1927"/>
                    <a:pt x="1431" y="1794"/>
                    <a:pt x="1313" y="1640"/>
                  </a:cubicBezTo>
                  <a:cubicBezTo>
                    <a:pt x="1091" y="1373"/>
                    <a:pt x="857" y="1087"/>
                    <a:pt x="623" y="800"/>
                  </a:cubicBezTo>
                  <a:cubicBezTo>
                    <a:pt x="570" y="731"/>
                    <a:pt x="522" y="666"/>
                    <a:pt x="469" y="598"/>
                  </a:cubicBezTo>
                  <a:cubicBezTo>
                    <a:pt x="352" y="444"/>
                    <a:pt x="235" y="295"/>
                    <a:pt x="81" y="162"/>
                  </a:cubicBezTo>
                  <a:cubicBezTo>
                    <a:pt x="49" y="141"/>
                    <a:pt x="49" y="109"/>
                    <a:pt x="33" y="61"/>
                  </a:cubicBezTo>
                  <a:cubicBezTo>
                    <a:pt x="33" y="40"/>
                    <a:pt x="33" y="24"/>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0"/>
            <p:cNvSpPr/>
            <p:nvPr/>
          </p:nvSpPr>
          <p:spPr>
            <a:xfrm>
              <a:off x="2116842" y="3291329"/>
              <a:ext cx="5364" cy="27016"/>
            </a:xfrm>
            <a:custGeom>
              <a:rect b="b" l="l" r="r" t="t"/>
              <a:pathLst>
                <a:path extrusionOk="0" h="272" w="54">
                  <a:moveTo>
                    <a:pt x="53" y="1"/>
                  </a:moveTo>
                  <a:cubicBezTo>
                    <a:pt x="37" y="1"/>
                    <a:pt x="37" y="1"/>
                    <a:pt x="37" y="17"/>
                  </a:cubicBezTo>
                  <a:cubicBezTo>
                    <a:pt x="1" y="70"/>
                    <a:pt x="21" y="118"/>
                    <a:pt x="21" y="171"/>
                  </a:cubicBezTo>
                  <a:lnTo>
                    <a:pt x="21" y="255"/>
                  </a:lnTo>
                  <a:cubicBezTo>
                    <a:pt x="21" y="272"/>
                    <a:pt x="21" y="272"/>
                    <a:pt x="37" y="272"/>
                  </a:cubicBezTo>
                  <a:lnTo>
                    <a:pt x="37" y="255"/>
                  </a:lnTo>
                  <a:cubicBezTo>
                    <a:pt x="53" y="239"/>
                    <a:pt x="37" y="203"/>
                    <a:pt x="37" y="171"/>
                  </a:cubicBezTo>
                  <a:cubicBezTo>
                    <a:pt x="37" y="118"/>
                    <a:pt x="37" y="70"/>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0"/>
            <p:cNvSpPr/>
            <p:nvPr/>
          </p:nvSpPr>
          <p:spPr>
            <a:xfrm>
              <a:off x="2155381" y="3336720"/>
              <a:ext cx="5364" cy="33373"/>
            </a:xfrm>
            <a:custGeom>
              <a:rect b="b" l="l" r="r" t="t"/>
              <a:pathLst>
                <a:path extrusionOk="0" h="336" w="54">
                  <a:moveTo>
                    <a:pt x="37" y="0"/>
                  </a:moveTo>
                  <a:lnTo>
                    <a:pt x="17" y="16"/>
                  </a:lnTo>
                  <a:cubicBezTo>
                    <a:pt x="1" y="85"/>
                    <a:pt x="1" y="150"/>
                    <a:pt x="1" y="202"/>
                  </a:cubicBezTo>
                  <a:lnTo>
                    <a:pt x="1" y="319"/>
                  </a:lnTo>
                  <a:lnTo>
                    <a:pt x="17" y="336"/>
                  </a:lnTo>
                  <a:lnTo>
                    <a:pt x="37" y="319"/>
                  </a:lnTo>
                  <a:lnTo>
                    <a:pt x="37" y="202"/>
                  </a:lnTo>
                  <a:cubicBezTo>
                    <a:pt x="37" y="134"/>
                    <a:pt x="37" y="85"/>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0"/>
            <p:cNvSpPr/>
            <p:nvPr/>
          </p:nvSpPr>
          <p:spPr>
            <a:xfrm>
              <a:off x="1409946" y="1639852"/>
              <a:ext cx="71911" cy="190704"/>
            </a:xfrm>
            <a:custGeom>
              <a:rect b="b" l="l" r="r" t="t"/>
              <a:pathLst>
                <a:path extrusionOk="0" h="1920" w="724">
                  <a:moveTo>
                    <a:pt x="0" y="1"/>
                  </a:moveTo>
                  <a:lnTo>
                    <a:pt x="0" y="17"/>
                  </a:lnTo>
                  <a:cubicBezTo>
                    <a:pt x="117" y="134"/>
                    <a:pt x="186" y="267"/>
                    <a:pt x="271" y="384"/>
                  </a:cubicBezTo>
                  <a:cubicBezTo>
                    <a:pt x="303" y="437"/>
                    <a:pt x="319" y="485"/>
                    <a:pt x="352" y="522"/>
                  </a:cubicBezTo>
                  <a:cubicBezTo>
                    <a:pt x="372" y="554"/>
                    <a:pt x="404" y="586"/>
                    <a:pt x="420" y="639"/>
                  </a:cubicBezTo>
                  <a:cubicBezTo>
                    <a:pt x="473" y="724"/>
                    <a:pt x="537" y="808"/>
                    <a:pt x="606" y="889"/>
                  </a:cubicBezTo>
                  <a:cubicBezTo>
                    <a:pt x="691" y="1010"/>
                    <a:pt x="675" y="1144"/>
                    <a:pt x="675" y="1277"/>
                  </a:cubicBezTo>
                  <a:cubicBezTo>
                    <a:pt x="654" y="1293"/>
                    <a:pt x="654" y="1313"/>
                    <a:pt x="654" y="1330"/>
                  </a:cubicBezTo>
                  <a:cubicBezTo>
                    <a:pt x="638" y="1479"/>
                    <a:pt x="638" y="1633"/>
                    <a:pt x="654" y="1782"/>
                  </a:cubicBezTo>
                  <a:cubicBezTo>
                    <a:pt x="654" y="1818"/>
                    <a:pt x="638" y="1835"/>
                    <a:pt x="638" y="1867"/>
                  </a:cubicBezTo>
                  <a:cubicBezTo>
                    <a:pt x="638" y="1867"/>
                    <a:pt x="622" y="1883"/>
                    <a:pt x="622" y="1899"/>
                  </a:cubicBezTo>
                  <a:lnTo>
                    <a:pt x="622" y="1919"/>
                  </a:lnTo>
                  <a:lnTo>
                    <a:pt x="638" y="1919"/>
                  </a:lnTo>
                  <a:lnTo>
                    <a:pt x="638" y="1899"/>
                  </a:lnTo>
                  <a:cubicBezTo>
                    <a:pt x="654" y="1899"/>
                    <a:pt x="654" y="1883"/>
                    <a:pt x="654" y="1867"/>
                  </a:cubicBezTo>
                  <a:cubicBezTo>
                    <a:pt x="675" y="1851"/>
                    <a:pt x="691" y="1818"/>
                    <a:pt x="675" y="1782"/>
                  </a:cubicBezTo>
                  <a:cubicBezTo>
                    <a:pt x="675" y="1633"/>
                    <a:pt x="675" y="1479"/>
                    <a:pt x="691" y="1346"/>
                  </a:cubicBezTo>
                  <a:lnTo>
                    <a:pt x="691" y="1277"/>
                  </a:lnTo>
                  <a:cubicBezTo>
                    <a:pt x="707" y="1144"/>
                    <a:pt x="723" y="1010"/>
                    <a:pt x="622" y="873"/>
                  </a:cubicBezTo>
                  <a:cubicBezTo>
                    <a:pt x="553" y="808"/>
                    <a:pt x="489" y="707"/>
                    <a:pt x="436" y="623"/>
                  </a:cubicBezTo>
                  <a:cubicBezTo>
                    <a:pt x="420" y="586"/>
                    <a:pt x="404" y="538"/>
                    <a:pt x="372" y="506"/>
                  </a:cubicBezTo>
                  <a:cubicBezTo>
                    <a:pt x="352" y="469"/>
                    <a:pt x="319" y="421"/>
                    <a:pt x="287" y="368"/>
                  </a:cubicBezTo>
                  <a:cubicBezTo>
                    <a:pt x="218" y="251"/>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0"/>
            <p:cNvSpPr/>
            <p:nvPr/>
          </p:nvSpPr>
          <p:spPr>
            <a:xfrm>
              <a:off x="978578" y="3395322"/>
              <a:ext cx="6953" cy="91975"/>
            </a:xfrm>
            <a:custGeom>
              <a:rect b="b" l="l" r="r" t="t"/>
              <a:pathLst>
                <a:path extrusionOk="0" h="926" w="70">
                  <a:moveTo>
                    <a:pt x="17" y="0"/>
                  </a:moveTo>
                  <a:cubicBezTo>
                    <a:pt x="17" y="0"/>
                    <a:pt x="0" y="0"/>
                    <a:pt x="0" y="16"/>
                  </a:cubicBezTo>
                  <a:cubicBezTo>
                    <a:pt x="17" y="166"/>
                    <a:pt x="17" y="319"/>
                    <a:pt x="17" y="469"/>
                  </a:cubicBezTo>
                  <a:lnTo>
                    <a:pt x="17" y="772"/>
                  </a:lnTo>
                  <a:lnTo>
                    <a:pt x="17" y="808"/>
                  </a:lnTo>
                  <a:cubicBezTo>
                    <a:pt x="17" y="840"/>
                    <a:pt x="17" y="889"/>
                    <a:pt x="49" y="925"/>
                  </a:cubicBezTo>
                  <a:lnTo>
                    <a:pt x="69" y="925"/>
                  </a:lnTo>
                  <a:lnTo>
                    <a:pt x="69" y="909"/>
                  </a:lnTo>
                  <a:cubicBezTo>
                    <a:pt x="33" y="873"/>
                    <a:pt x="49" y="840"/>
                    <a:pt x="49" y="808"/>
                  </a:cubicBezTo>
                  <a:lnTo>
                    <a:pt x="49" y="772"/>
                  </a:lnTo>
                  <a:lnTo>
                    <a:pt x="49" y="469"/>
                  </a:lnTo>
                  <a:cubicBezTo>
                    <a:pt x="49" y="319"/>
                    <a:pt x="49" y="166"/>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0"/>
            <p:cNvSpPr/>
            <p:nvPr/>
          </p:nvSpPr>
          <p:spPr>
            <a:xfrm>
              <a:off x="888292" y="2829964"/>
              <a:ext cx="4867" cy="20163"/>
            </a:xfrm>
            <a:custGeom>
              <a:rect b="b" l="l" r="r" t="t"/>
              <a:pathLst>
                <a:path extrusionOk="0" h="203" w="49">
                  <a:moveTo>
                    <a:pt x="17" y="0"/>
                  </a:moveTo>
                  <a:lnTo>
                    <a:pt x="17" y="16"/>
                  </a:lnTo>
                  <a:lnTo>
                    <a:pt x="17" y="69"/>
                  </a:lnTo>
                  <a:cubicBezTo>
                    <a:pt x="0" y="117"/>
                    <a:pt x="0" y="154"/>
                    <a:pt x="17" y="202"/>
                  </a:cubicBezTo>
                  <a:lnTo>
                    <a:pt x="33" y="202"/>
                  </a:lnTo>
                  <a:cubicBezTo>
                    <a:pt x="49" y="202"/>
                    <a:pt x="49" y="186"/>
                    <a:pt x="49" y="186"/>
                  </a:cubicBezTo>
                  <a:cubicBezTo>
                    <a:pt x="33" y="154"/>
                    <a:pt x="33" y="117"/>
                    <a:pt x="33" y="69"/>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0"/>
            <p:cNvSpPr/>
            <p:nvPr/>
          </p:nvSpPr>
          <p:spPr>
            <a:xfrm>
              <a:off x="1409946" y="1646308"/>
              <a:ext cx="6853" cy="160609"/>
            </a:xfrm>
            <a:custGeom>
              <a:rect b="b" l="l" r="r" t="t"/>
              <a:pathLst>
                <a:path extrusionOk="0" h="1617" w="69">
                  <a:moveTo>
                    <a:pt x="49" y="0"/>
                  </a:moveTo>
                  <a:cubicBezTo>
                    <a:pt x="16" y="37"/>
                    <a:pt x="16" y="53"/>
                    <a:pt x="16" y="101"/>
                  </a:cubicBezTo>
                  <a:lnTo>
                    <a:pt x="16" y="372"/>
                  </a:lnTo>
                  <a:cubicBezTo>
                    <a:pt x="0" y="574"/>
                    <a:pt x="0" y="776"/>
                    <a:pt x="16" y="978"/>
                  </a:cubicBezTo>
                  <a:cubicBezTo>
                    <a:pt x="32" y="1147"/>
                    <a:pt x="32" y="1313"/>
                    <a:pt x="32" y="1467"/>
                  </a:cubicBezTo>
                  <a:lnTo>
                    <a:pt x="32" y="1483"/>
                  </a:lnTo>
                  <a:cubicBezTo>
                    <a:pt x="49" y="1531"/>
                    <a:pt x="49" y="1568"/>
                    <a:pt x="16" y="1600"/>
                  </a:cubicBezTo>
                  <a:lnTo>
                    <a:pt x="16" y="1616"/>
                  </a:lnTo>
                  <a:lnTo>
                    <a:pt x="32" y="1616"/>
                  </a:lnTo>
                  <a:cubicBezTo>
                    <a:pt x="69" y="1584"/>
                    <a:pt x="69" y="1531"/>
                    <a:pt x="69" y="1483"/>
                  </a:cubicBezTo>
                  <a:lnTo>
                    <a:pt x="69" y="1467"/>
                  </a:lnTo>
                  <a:cubicBezTo>
                    <a:pt x="69" y="1313"/>
                    <a:pt x="49" y="1147"/>
                    <a:pt x="49" y="978"/>
                  </a:cubicBezTo>
                  <a:cubicBezTo>
                    <a:pt x="32" y="776"/>
                    <a:pt x="32" y="574"/>
                    <a:pt x="32" y="372"/>
                  </a:cubicBezTo>
                  <a:lnTo>
                    <a:pt x="32" y="101"/>
                  </a:lnTo>
                  <a:cubicBezTo>
                    <a:pt x="32" y="69"/>
                    <a:pt x="49"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0"/>
            <p:cNvSpPr/>
            <p:nvPr/>
          </p:nvSpPr>
          <p:spPr>
            <a:xfrm>
              <a:off x="487019" y="2031093"/>
              <a:ext cx="153854" cy="203914"/>
            </a:xfrm>
            <a:custGeom>
              <a:rect b="b" l="l" r="r" t="t"/>
              <a:pathLst>
                <a:path extrusionOk="0" h="2053" w="1549">
                  <a:moveTo>
                    <a:pt x="1500" y="0"/>
                  </a:moveTo>
                  <a:lnTo>
                    <a:pt x="1500" y="16"/>
                  </a:lnTo>
                  <a:cubicBezTo>
                    <a:pt x="1516" y="101"/>
                    <a:pt x="1516" y="182"/>
                    <a:pt x="1516" y="267"/>
                  </a:cubicBezTo>
                  <a:cubicBezTo>
                    <a:pt x="1500" y="319"/>
                    <a:pt x="1500" y="368"/>
                    <a:pt x="1500" y="420"/>
                  </a:cubicBezTo>
                  <a:cubicBezTo>
                    <a:pt x="1516" y="586"/>
                    <a:pt x="1516" y="772"/>
                    <a:pt x="1516" y="941"/>
                  </a:cubicBezTo>
                  <a:lnTo>
                    <a:pt x="1516" y="1160"/>
                  </a:lnTo>
                  <a:cubicBezTo>
                    <a:pt x="1516" y="1228"/>
                    <a:pt x="1516" y="1244"/>
                    <a:pt x="1447" y="1277"/>
                  </a:cubicBezTo>
                  <a:cubicBezTo>
                    <a:pt x="1079" y="1463"/>
                    <a:pt x="724" y="1665"/>
                    <a:pt x="352" y="1850"/>
                  </a:cubicBezTo>
                  <a:cubicBezTo>
                    <a:pt x="251" y="1919"/>
                    <a:pt x="134" y="1968"/>
                    <a:pt x="17" y="2036"/>
                  </a:cubicBezTo>
                  <a:cubicBezTo>
                    <a:pt x="17" y="2036"/>
                    <a:pt x="1" y="2052"/>
                    <a:pt x="17" y="2052"/>
                  </a:cubicBezTo>
                  <a:lnTo>
                    <a:pt x="33" y="2052"/>
                  </a:lnTo>
                  <a:cubicBezTo>
                    <a:pt x="150" y="2000"/>
                    <a:pt x="251" y="1935"/>
                    <a:pt x="372" y="1883"/>
                  </a:cubicBezTo>
                  <a:cubicBezTo>
                    <a:pt x="724" y="1681"/>
                    <a:pt x="1096" y="1495"/>
                    <a:pt x="1463" y="1313"/>
                  </a:cubicBezTo>
                  <a:cubicBezTo>
                    <a:pt x="1532" y="1261"/>
                    <a:pt x="1532" y="1228"/>
                    <a:pt x="1532" y="1160"/>
                  </a:cubicBezTo>
                  <a:lnTo>
                    <a:pt x="1532" y="941"/>
                  </a:lnTo>
                  <a:cubicBezTo>
                    <a:pt x="1532" y="772"/>
                    <a:pt x="1548" y="586"/>
                    <a:pt x="1532" y="404"/>
                  </a:cubicBezTo>
                  <a:lnTo>
                    <a:pt x="1532" y="267"/>
                  </a:lnTo>
                  <a:cubicBezTo>
                    <a:pt x="1548" y="182"/>
                    <a:pt x="1548" y="81"/>
                    <a:pt x="15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0"/>
            <p:cNvSpPr/>
            <p:nvPr/>
          </p:nvSpPr>
          <p:spPr>
            <a:xfrm>
              <a:off x="523967" y="2699550"/>
              <a:ext cx="113628" cy="51848"/>
            </a:xfrm>
            <a:custGeom>
              <a:rect b="b" l="l" r="r" t="t"/>
              <a:pathLst>
                <a:path extrusionOk="0" h="522" w="1144">
                  <a:moveTo>
                    <a:pt x="1128" y="0"/>
                  </a:moveTo>
                  <a:cubicBezTo>
                    <a:pt x="1027" y="16"/>
                    <a:pt x="942" y="53"/>
                    <a:pt x="873" y="101"/>
                  </a:cubicBezTo>
                  <a:cubicBezTo>
                    <a:pt x="825" y="117"/>
                    <a:pt x="788" y="138"/>
                    <a:pt x="756" y="154"/>
                  </a:cubicBezTo>
                  <a:cubicBezTo>
                    <a:pt x="570" y="239"/>
                    <a:pt x="404" y="319"/>
                    <a:pt x="235" y="388"/>
                  </a:cubicBezTo>
                  <a:cubicBezTo>
                    <a:pt x="150" y="420"/>
                    <a:pt x="81" y="457"/>
                    <a:pt x="17" y="489"/>
                  </a:cubicBezTo>
                  <a:cubicBezTo>
                    <a:pt x="0" y="489"/>
                    <a:pt x="0" y="505"/>
                    <a:pt x="0" y="505"/>
                  </a:cubicBezTo>
                  <a:lnTo>
                    <a:pt x="17" y="521"/>
                  </a:lnTo>
                  <a:cubicBezTo>
                    <a:pt x="101" y="489"/>
                    <a:pt x="166" y="457"/>
                    <a:pt x="235" y="420"/>
                  </a:cubicBezTo>
                  <a:cubicBezTo>
                    <a:pt x="404" y="340"/>
                    <a:pt x="586" y="255"/>
                    <a:pt x="772" y="186"/>
                  </a:cubicBezTo>
                  <a:cubicBezTo>
                    <a:pt x="808" y="170"/>
                    <a:pt x="841" y="138"/>
                    <a:pt x="873" y="117"/>
                  </a:cubicBezTo>
                  <a:cubicBezTo>
                    <a:pt x="958" y="85"/>
                    <a:pt x="1043" y="37"/>
                    <a:pt x="1128" y="37"/>
                  </a:cubicBezTo>
                  <a:lnTo>
                    <a:pt x="1144" y="16"/>
                  </a:lnTo>
                  <a:cubicBezTo>
                    <a:pt x="1144" y="0"/>
                    <a:pt x="1128" y="0"/>
                    <a:pt x="1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0"/>
            <p:cNvSpPr/>
            <p:nvPr/>
          </p:nvSpPr>
          <p:spPr>
            <a:xfrm>
              <a:off x="513936" y="3508850"/>
              <a:ext cx="126937" cy="122070"/>
            </a:xfrm>
            <a:custGeom>
              <a:rect b="b" l="l" r="r" t="t"/>
              <a:pathLst>
                <a:path extrusionOk="0" h="1229" w="1278">
                  <a:moveTo>
                    <a:pt x="1245" y="0"/>
                  </a:moveTo>
                  <a:cubicBezTo>
                    <a:pt x="1229" y="0"/>
                    <a:pt x="1229" y="17"/>
                    <a:pt x="1229" y="17"/>
                  </a:cubicBezTo>
                  <a:cubicBezTo>
                    <a:pt x="1245" y="186"/>
                    <a:pt x="1245" y="352"/>
                    <a:pt x="1245" y="521"/>
                  </a:cubicBezTo>
                  <a:cubicBezTo>
                    <a:pt x="1245" y="606"/>
                    <a:pt x="1229" y="691"/>
                    <a:pt x="1245" y="792"/>
                  </a:cubicBezTo>
                  <a:cubicBezTo>
                    <a:pt x="1245" y="841"/>
                    <a:pt x="1212" y="857"/>
                    <a:pt x="1144" y="877"/>
                  </a:cubicBezTo>
                  <a:cubicBezTo>
                    <a:pt x="825" y="978"/>
                    <a:pt x="469" y="1079"/>
                    <a:pt x="134" y="1180"/>
                  </a:cubicBezTo>
                  <a:cubicBezTo>
                    <a:pt x="101" y="1196"/>
                    <a:pt x="65" y="1196"/>
                    <a:pt x="49" y="1196"/>
                  </a:cubicBezTo>
                  <a:cubicBezTo>
                    <a:pt x="33" y="1196"/>
                    <a:pt x="17" y="1212"/>
                    <a:pt x="0" y="1212"/>
                  </a:cubicBezTo>
                  <a:lnTo>
                    <a:pt x="0" y="1228"/>
                  </a:lnTo>
                  <a:lnTo>
                    <a:pt x="49" y="1228"/>
                  </a:lnTo>
                  <a:cubicBezTo>
                    <a:pt x="81" y="1228"/>
                    <a:pt x="101" y="1212"/>
                    <a:pt x="134" y="1212"/>
                  </a:cubicBezTo>
                  <a:cubicBezTo>
                    <a:pt x="485" y="1095"/>
                    <a:pt x="841" y="994"/>
                    <a:pt x="1144" y="909"/>
                  </a:cubicBezTo>
                  <a:cubicBezTo>
                    <a:pt x="1192" y="893"/>
                    <a:pt x="1261" y="857"/>
                    <a:pt x="1261" y="792"/>
                  </a:cubicBezTo>
                  <a:lnTo>
                    <a:pt x="1261" y="521"/>
                  </a:lnTo>
                  <a:cubicBezTo>
                    <a:pt x="1261" y="352"/>
                    <a:pt x="1277" y="186"/>
                    <a:pt x="1245" y="17"/>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0"/>
            <p:cNvSpPr/>
            <p:nvPr/>
          </p:nvSpPr>
          <p:spPr>
            <a:xfrm>
              <a:off x="1262647" y="2901776"/>
              <a:ext cx="147398" cy="152563"/>
            </a:xfrm>
            <a:custGeom>
              <a:rect b="b" l="l" r="r" t="t"/>
              <a:pathLst>
                <a:path extrusionOk="0" h="1536" w="1484">
                  <a:moveTo>
                    <a:pt x="1467" y="0"/>
                  </a:moveTo>
                  <a:cubicBezTo>
                    <a:pt x="1063" y="138"/>
                    <a:pt x="659" y="287"/>
                    <a:pt x="271" y="441"/>
                  </a:cubicBezTo>
                  <a:lnTo>
                    <a:pt x="255" y="457"/>
                  </a:lnTo>
                  <a:cubicBezTo>
                    <a:pt x="170" y="457"/>
                    <a:pt x="85" y="473"/>
                    <a:pt x="37" y="542"/>
                  </a:cubicBezTo>
                  <a:cubicBezTo>
                    <a:pt x="0" y="606"/>
                    <a:pt x="17" y="675"/>
                    <a:pt x="17" y="744"/>
                  </a:cubicBezTo>
                  <a:lnTo>
                    <a:pt x="17" y="808"/>
                  </a:lnTo>
                  <a:lnTo>
                    <a:pt x="17" y="1047"/>
                  </a:lnTo>
                  <a:cubicBezTo>
                    <a:pt x="17" y="1196"/>
                    <a:pt x="17" y="1366"/>
                    <a:pt x="37" y="1515"/>
                  </a:cubicBezTo>
                  <a:cubicBezTo>
                    <a:pt x="37" y="1535"/>
                    <a:pt x="53" y="1535"/>
                    <a:pt x="53" y="1535"/>
                  </a:cubicBezTo>
                  <a:cubicBezTo>
                    <a:pt x="53" y="1535"/>
                    <a:pt x="69" y="1535"/>
                    <a:pt x="69" y="1515"/>
                  </a:cubicBezTo>
                  <a:cubicBezTo>
                    <a:pt x="53" y="1366"/>
                    <a:pt x="53" y="1196"/>
                    <a:pt x="53" y="1047"/>
                  </a:cubicBezTo>
                  <a:lnTo>
                    <a:pt x="53" y="808"/>
                  </a:lnTo>
                  <a:lnTo>
                    <a:pt x="53" y="744"/>
                  </a:lnTo>
                  <a:cubicBezTo>
                    <a:pt x="37" y="675"/>
                    <a:pt x="37" y="606"/>
                    <a:pt x="69" y="558"/>
                  </a:cubicBezTo>
                  <a:cubicBezTo>
                    <a:pt x="101" y="489"/>
                    <a:pt x="186" y="489"/>
                    <a:pt x="255" y="473"/>
                  </a:cubicBezTo>
                  <a:lnTo>
                    <a:pt x="287" y="473"/>
                  </a:lnTo>
                  <a:cubicBezTo>
                    <a:pt x="659" y="323"/>
                    <a:pt x="1063" y="154"/>
                    <a:pt x="1467" y="21"/>
                  </a:cubicBezTo>
                  <a:cubicBezTo>
                    <a:pt x="1483" y="21"/>
                    <a:pt x="1483" y="21"/>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0"/>
            <p:cNvSpPr/>
            <p:nvPr/>
          </p:nvSpPr>
          <p:spPr>
            <a:xfrm>
              <a:off x="1553570" y="3229548"/>
              <a:ext cx="5264" cy="78765"/>
            </a:xfrm>
            <a:custGeom>
              <a:rect b="b" l="l" r="r" t="t"/>
              <a:pathLst>
                <a:path extrusionOk="0" h="793" w="53">
                  <a:moveTo>
                    <a:pt x="37" y="1"/>
                  </a:moveTo>
                  <a:lnTo>
                    <a:pt x="37" y="17"/>
                  </a:lnTo>
                  <a:cubicBezTo>
                    <a:pt x="0" y="134"/>
                    <a:pt x="16" y="271"/>
                    <a:pt x="16" y="405"/>
                  </a:cubicBezTo>
                  <a:lnTo>
                    <a:pt x="16" y="639"/>
                  </a:lnTo>
                  <a:lnTo>
                    <a:pt x="16" y="675"/>
                  </a:lnTo>
                  <a:cubicBezTo>
                    <a:pt x="16" y="708"/>
                    <a:pt x="16" y="740"/>
                    <a:pt x="0" y="776"/>
                  </a:cubicBezTo>
                  <a:lnTo>
                    <a:pt x="0" y="793"/>
                  </a:lnTo>
                  <a:lnTo>
                    <a:pt x="16" y="793"/>
                  </a:lnTo>
                  <a:lnTo>
                    <a:pt x="16" y="776"/>
                  </a:lnTo>
                  <a:cubicBezTo>
                    <a:pt x="53" y="740"/>
                    <a:pt x="37" y="708"/>
                    <a:pt x="37" y="675"/>
                  </a:cubicBezTo>
                  <a:lnTo>
                    <a:pt x="37" y="639"/>
                  </a:lnTo>
                  <a:lnTo>
                    <a:pt x="37" y="405"/>
                  </a:lnTo>
                  <a:cubicBezTo>
                    <a:pt x="37" y="271"/>
                    <a:pt x="37" y="154"/>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0"/>
            <p:cNvSpPr/>
            <p:nvPr/>
          </p:nvSpPr>
          <p:spPr>
            <a:xfrm>
              <a:off x="511949" y="2228054"/>
              <a:ext cx="124057" cy="63965"/>
            </a:xfrm>
            <a:custGeom>
              <a:rect b="b" l="l" r="r" t="t"/>
              <a:pathLst>
                <a:path extrusionOk="0" h="644" w="1249">
                  <a:moveTo>
                    <a:pt x="1232" y="1"/>
                  </a:moveTo>
                  <a:cubicBezTo>
                    <a:pt x="1131" y="17"/>
                    <a:pt x="1047" y="69"/>
                    <a:pt x="978" y="118"/>
                  </a:cubicBezTo>
                  <a:cubicBezTo>
                    <a:pt x="929" y="138"/>
                    <a:pt x="893" y="170"/>
                    <a:pt x="845" y="187"/>
                  </a:cubicBezTo>
                  <a:cubicBezTo>
                    <a:pt x="643" y="288"/>
                    <a:pt x="441" y="389"/>
                    <a:pt x="255" y="490"/>
                  </a:cubicBezTo>
                  <a:cubicBezTo>
                    <a:pt x="170" y="542"/>
                    <a:pt x="85" y="574"/>
                    <a:pt x="0" y="623"/>
                  </a:cubicBezTo>
                  <a:lnTo>
                    <a:pt x="0" y="643"/>
                  </a:lnTo>
                  <a:lnTo>
                    <a:pt x="20" y="643"/>
                  </a:lnTo>
                  <a:cubicBezTo>
                    <a:pt x="101" y="607"/>
                    <a:pt x="186" y="558"/>
                    <a:pt x="271" y="522"/>
                  </a:cubicBezTo>
                  <a:cubicBezTo>
                    <a:pt x="457" y="405"/>
                    <a:pt x="659" y="304"/>
                    <a:pt x="861" y="219"/>
                  </a:cubicBezTo>
                  <a:cubicBezTo>
                    <a:pt x="909" y="187"/>
                    <a:pt x="946" y="170"/>
                    <a:pt x="978" y="138"/>
                  </a:cubicBezTo>
                  <a:cubicBezTo>
                    <a:pt x="1063" y="86"/>
                    <a:pt x="1148" y="53"/>
                    <a:pt x="1232" y="37"/>
                  </a:cubicBezTo>
                  <a:cubicBezTo>
                    <a:pt x="1249" y="37"/>
                    <a:pt x="1249" y="37"/>
                    <a:pt x="1249" y="17"/>
                  </a:cubicBezTo>
                  <a:lnTo>
                    <a:pt x="12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0"/>
            <p:cNvSpPr/>
            <p:nvPr/>
          </p:nvSpPr>
          <p:spPr>
            <a:xfrm>
              <a:off x="1909849" y="1960870"/>
              <a:ext cx="165376" cy="369191"/>
            </a:xfrm>
            <a:custGeom>
              <a:rect b="b" l="l" r="r" t="t"/>
              <a:pathLst>
                <a:path extrusionOk="0" h="3717" w="1665">
                  <a:moveTo>
                    <a:pt x="0" y="0"/>
                  </a:moveTo>
                  <a:lnTo>
                    <a:pt x="0" y="16"/>
                  </a:lnTo>
                  <a:cubicBezTo>
                    <a:pt x="33" y="33"/>
                    <a:pt x="49" y="65"/>
                    <a:pt x="85" y="101"/>
                  </a:cubicBezTo>
                  <a:lnTo>
                    <a:pt x="85" y="134"/>
                  </a:lnTo>
                  <a:cubicBezTo>
                    <a:pt x="352" y="586"/>
                    <a:pt x="606" y="1059"/>
                    <a:pt x="857" y="1515"/>
                  </a:cubicBezTo>
                  <a:lnTo>
                    <a:pt x="1043" y="1834"/>
                  </a:lnTo>
                  <a:cubicBezTo>
                    <a:pt x="1095" y="1919"/>
                    <a:pt x="1128" y="1984"/>
                    <a:pt x="1176" y="2069"/>
                  </a:cubicBezTo>
                  <a:cubicBezTo>
                    <a:pt x="1297" y="2287"/>
                    <a:pt x="1431" y="2525"/>
                    <a:pt x="1564" y="2759"/>
                  </a:cubicBezTo>
                  <a:cubicBezTo>
                    <a:pt x="1564" y="2776"/>
                    <a:pt x="1564" y="2776"/>
                    <a:pt x="1580" y="2792"/>
                  </a:cubicBezTo>
                  <a:cubicBezTo>
                    <a:pt x="1616" y="2844"/>
                    <a:pt x="1633" y="2877"/>
                    <a:pt x="1564" y="2909"/>
                  </a:cubicBezTo>
                  <a:cubicBezTo>
                    <a:pt x="1548" y="2929"/>
                    <a:pt x="1564" y="2945"/>
                    <a:pt x="1564" y="2961"/>
                  </a:cubicBezTo>
                  <a:lnTo>
                    <a:pt x="1564" y="2978"/>
                  </a:lnTo>
                  <a:lnTo>
                    <a:pt x="1564" y="3264"/>
                  </a:lnTo>
                  <a:cubicBezTo>
                    <a:pt x="1548" y="3414"/>
                    <a:pt x="1532" y="3567"/>
                    <a:pt x="1580" y="3717"/>
                  </a:cubicBezTo>
                  <a:lnTo>
                    <a:pt x="1600" y="3717"/>
                  </a:lnTo>
                  <a:cubicBezTo>
                    <a:pt x="1616" y="3717"/>
                    <a:pt x="1616" y="3717"/>
                    <a:pt x="1616" y="3701"/>
                  </a:cubicBezTo>
                  <a:cubicBezTo>
                    <a:pt x="1564" y="3567"/>
                    <a:pt x="1564" y="3414"/>
                    <a:pt x="1580" y="3264"/>
                  </a:cubicBezTo>
                  <a:cubicBezTo>
                    <a:pt x="1580" y="3163"/>
                    <a:pt x="1600" y="3062"/>
                    <a:pt x="1580" y="2961"/>
                  </a:cubicBezTo>
                  <a:lnTo>
                    <a:pt x="1580" y="2945"/>
                  </a:lnTo>
                  <a:cubicBezTo>
                    <a:pt x="1665" y="2877"/>
                    <a:pt x="1633" y="2808"/>
                    <a:pt x="1600" y="2776"/>
                  </a:cubicBezTo>
                  <a:cubicBezTo>
                    <a:pt x="1600" y="2759"/>
                    <a:pt x="1580" y="2759"/>
                    <a:pt x="1580" y="2743"/>
                  </a:cubicBezTo>
                  <a:cubicBezTo>
                    <a:pt x="1463" y="2505"/>
                    <a:pt x="1330" y="2271"/>
                    <a:pt x="1196" y="2052"/>
                  </a:cubicBezTo>
                  <a:cubicBezTo>
                    <a:pt x="1160" y="1968"/>
                    <a:pt x="1111" y="1899"/>
                    <a:pt x="1075" y="1834"/>
                  </a:cubicBezTo>
                  <a:lnTo>
                    <a:pt x="893" y="1495"/>
                  </a:lnTo>
                  <a:cubicBezTo>
                    <a:pt x="639" y="1043"/>
                    <a:pt x="368" y="570"/>
                    <a:pt x="118" y="117"/>
                  </a:cubicBezTo>
                  <a:lnTo>
                    <a:pt x="101" y="101"/>
                  </a:lnTo>
                  <a:cubicBezTo>
                    <a:pt x="85" y="49"/>
                    <a:pt x="65"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0"/>
            <p:cNvSpPr/>
            <p:nvPr/>
          </p:nvSpPr>
          <p:spPr>
            <a:xfrm>
              <a:off x="891470" y="1738680"/>
              <a:ext cx="6953" cy="26420"/>
            </a:xfrm>
            <a:custGeom>
              <a:rect b="b" l="l" r="r" t="t"/>
              <a:pathLst>
                <a:path extrusionOk="0" h="266" w="70">
                  <a:moveTo>
                    <a:pt x="19" y="0"/>
                  </a:moveTo>
                  <a:cubicBezTo>
                    <a:pt x="17" y="0"/>
                    <a:pt x="17" y="5"/>
                    <a:pt x="17" y="15"/>
                  </a:cubicBezTo>
                  <a:cubicBezTo>
                    <a:pt x="1" y="15"/>
                    <a:pt x="1" y="15"/>
                    <a:pt x="1" y="32"/>
                  </a:cubicBezTo>
                  <a:cubicBezTo>
                    <a:pt x="37" y="80"/>
                    <a:pt x="37" y="133"/>
                    <a:pt x="37" y="181"/>
                  </a:cubicBezTo>
                  <a:lnTo>
                    <a:pt x="37" y="250"/>
                  </a:lnTo>
                  <a:cubicBezTo>
                    <a:pt x="37" y="250"/>
                    <a:pt x="37" y="266"/>
                    <a:pt x="53" y="266"/>
                  </a:cubicBezTo>
                  <a:lnTo>
                    <a:pt x="53" y="250"/>
                  </a:lnTo>
                  <a:lnTo>
                    <a:pt x="53" y="181"/>
                  </a:lnTo>
                  <a:cubicBezTo>
                    <a:pt x="53" y="133"/>
                    <a:pt x="69" y="64"/>
                    <a:pt x="37" y="15"/>
                  </a:cubicBezTo>
                  <a:cubicBezTo>
                    <a:pt x="27" y="5"/>
                    <a:pt x="22"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0"/>
            <p:cNvSpPr/>
            <p:nvPr/>
          </p:nvSpPr>
          <p:spPr>
            <a:xfrm>
              <a:off x="1411536" y="3259644"/>
              <a:ext cx="90386" cy="179083"/>
            </a:xfrm>
            <a:custGeom>
              <a:rect b="b" l="l" r="r" t="t"/>
              <a:pathLst>
                <a:path extrusionOk="0" h="1803" w="910">
                  <a:moveTo>
                    <a:pt x="33" y="1"/>
                  </a:moveTo>
                  <a:cubicBezTo>
                    <a:pt x="0" y="33"/>
                    <a:pt x="0" y="69"/>
                    <a:pt x="0" y="102"/>
                  </a:cubicBezTo>
                  <a:lnTo>
                    <a:pt x="0" y="118"/>
                  </a:lnTo>
                  <a:lnTo>
                    <a:pt x="0" y="910"/>
                  </a:lnTo>
                  <a:lnTo>
                    <a:pt x="0" y="926"/>
                  </a:lnTo>
                  <a:cubicBezTo>
                    <a:pt x="0" y="978"/>
                    <a:pt x="0" y="1027"/>
                    <a:pt x="85" y="1063"/>
                  </a:cubicBezTo>
                  <a:cubicBezTo>
                    <a:pt x="154" y="1079"/>
                    <a:pt x="186" y="1128"/>
                    <a:pt x="235" y="1180"/>
                  </a:cubicBezTo>
                  <a:cubicBezTo>
                    <a:pt x="255" y="1196"/>
                    <a:pt x="271" y="1213"/>
                    <a:pt x="303" y="1229"/>
                  </a:cubicBezTo>
                  <a:cubicBezTo>
                    <a:pt x="473" y="1398"/>
                    <a:pt x="659" y="1548"/>
                    <a:pt x="840" y="1701"/>
                  </a:cubicBezTo>
                  <a:cubicBezTo>
                    <a:pt x="861" y="1718"/>
                    <a:pt x="861" y="1734"/>
                    <a:pt x="877" y="1770"/>
                  </a:cubicBezTo>
                  <a:cubicBezTo>
                    <a:pt x="877" y="1770"/>
                    <a:pt x="877" y="1786"/>
                    <a:pt x="893" y="1802"/>
                  </a:cubicBezTo>
                  <a:lnTo>
                    <a:pt x="909" y="1802"/>
                  </a:lnTo>
                  <a:lnTo>
                    <a:pt x="909" y="1786"/>
                  </a:lnTo>
                  <a:cubicBezTo>
                    <a:pt x="909" y="1786"/>
                    <a:pt x="909" y="1770"/>
                    <a:pt x="893" y="1750"/>
                  </a:cubicBezTo>
                  <a:cubicBezTo>
                    <a:pt x="893" y="1734"/>
                    <a:pt x="877" y="1701"/>
                    <a:pt x="861" y="1685"/>
                  </a:cubicBezTo>
                  <a:cubicBezTo>
                    <a:pt x="675" y="1532"/>
                    <a:pt x="489" y="1366"/>
                    <a:pt x="319" y="1213"/>
                  </a:cubicBezTo>
                  <a:cubicBezTo>
                    <a:pt x="303" y="1196"/>
                    <a:pt x="271" y="1180"/>
                    <a:pt x="255" y="1164"/>
                  </a:cubicBezTo>
                  <a:cubicBezTo>
                    <a:pt x="202" y="1095"/>
                    <a:pt x="154" y="1043"/>
                    <a:pt x="101" y="1027"/>
                  </a:cubicBezTo>
                  <a:cubicBezTo>
                    <a:pt x="16" y="1011"/>
                    <a:pt x="16" y="978"/>
                    <a:pt x="16" y="926"/>
                  </a:cubicBezTo>
                  <a:lnTo>
                    <a:pt x="16" y="910"/>
                  </a:lnTo>
                  <a:lnTo>
                    <a:pt x="16" y="118"/>
                  </a:lnTo>
                  <a:lnTo>
                    <a:pt x="16" y="102"/>
                  </a:lnTo>
                  <a:cubicBezTo>
                    <a:pt x="16" y="69"/>
                    <a:pt x="16" y="33"/>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0"/>
            <p:cNvSpPr/>
            <p:nvPr/>
          </p:nvSpPr>
          <p:spPr>
            <a:xfrm>
              <a:off x="930008" y="3411015"/>
              <a:ext cx="5364" cy="92670"/>
            </a:xfrm>
            <a:custGeom>
              <a:rect b="b" l="l" r="r" t="t"/>
              <a:pathLst>
                <a:path extrusionOk="0" h="933" w="54">
                  <a:moveTo>
                    <a:pt x="5" y="1"/>
                  </a:moveTo>
                  <a:cubicBezTo>
                    <a:pt x="2" y="1"/>
                    <a:pt x="1" y="2"/>
                    <a:pt x="1" y="8"/>
                  </a:cubicBezTo>
                  <a:lnTo>
                    <a:pt x="1" y="24"/>
                  </a:lnTo>
                  <a:cubicBezTo>
                    <a:pt x="17" y="60"/>
                    <a:pt x="17" y="109"/>
                    <a:pt x="17" y="161"/>
                  </a:cubicBezTo>
                  <a:lnTo>
                    <a:pt x="17" y="396"/>
                  </a:lnTo>
                  <a:lnTo>
                    <a:pt x="17" y="783"/>
                  </a:lnTo>
                  <a:cubicBezTo>
                    <a:pt x="1" y="816"/>
                    <a:pt x="17" y="852"/>
                    <a:pt x="17" y="884"/>
                  </a:cubicBezTo>
                  <a:lnTo>
                    <a:pt x="17" y="917"/>
                  </a:lnTo>
                  <a:cubicBezTo>
                    <a:pt x="17" y="933"/>
                    <a:pt x="33" y="933"/>
                    <a:pt x="33" y="933"/>
                  </a:cubicBezTo>
                  <a:cubicBezTo>
                    <a:pt x="53" y="933"/>
                    <a:pt x="53" y="933"/>
                    <a:pt x="53" y="917"/>
                  </a:cubicBezTo>
                  <a:cubicBezTo>
                    <a:pt x="53" y="901"/>
                    <a:pt x="53" y="884"/>
                    <a:pt x="33" y="868"/>
                  </a:cubicBezTo>
                  <a:lnTo>
                    <a:pt x="33" y="783"/>
                  </a:lnTo>
                  <a:cubicBezTo>
                    <a:pt x="53" y="650"/>
                    <a:pt x="53" y="513"/>
                    <a:pt x="53" y="396"/>
                  </a:cubicBezTo>
                  <a:lnTo>
                    <a:pt x="53" y="161"/>
                  </a:lnTo>
                  <a:cubicBezTo>
                    <a:pt x="53" y="109"/>
                    <a:pt x="53" y="60"/>
                    <a:pt x="17" y="8"/>
                  </a:cubicBezTo>
                  <a:cubicBezTo>
                    <a:pt x="17" y="8"/>
                    <a:pt x="10"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0"/>
            <p:cNvSpPr/>
            <p:nvPr/>
          </p:nvSpPr>
          <p:spPr>
            <a:xfrm>
              <a:off x="2008578" y="2724779"/>
              <a:ext cx="3278" cy="33473"/>
            </a:xfrm>
            <a:custGeom>
              <a:rect b="b" l="l" r="r" t="t"/>
              <a:pathLst>
                <a:path extrusionOk="0" h="337" w="33">
                  <a:moveTo>
                    <a:pt x="33" y="1"/>
                  </a:moveTo>
                  <a:cubicBezTo>
                    <a:pt x="16" y="1"/>
                    <a:pt x="16" y="17"/>
                    <a:pt x="16" y="17"/>
                  </a:cubicBezTo>
                  <a:cubicBezTo>
                    <a:pt x="0" y="86"/>
                    <a:pt x="0" y="150"/>
                    <a:pt x="0" y="203"/>
                  </a:cubicBezTo>
                  <a:lnTo>
                    <a:pt x="0" y="320"/>
                  </a:lnTo>
                  <a:cubicBezTo>
                    <a:pt x="0" y="320"/>
                    <a:pt x="0" y="336"/>
                    <a:pt x="16" y="336"/>
                  </a:cubicBezTo>
                  <a:lnTo>
                    <a:pt x="33" y="320"/>
                  </a:lnTo>
                  <a:lnTo>
                    <a:pt x="33" y="203"/>
                  </a:lnTo>
                  <a:cubicBezTo>
                    <a:pt x="16" y="134"/>
                    <a:pt x="16" y="86"/>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0"/>
            <p:cNvSpPr/>
            <p:nvPr/>
          </p:nvSpPr>
          <p:spPr>
            <a:xfrm>
              <a:off x="1291154" y="1895415"/>
              <a:ext cx="5264" cy="102007"/>
            </a:xfrm>
            <a:custGeom>
              <a:rect b="b" l="l" r="r" t="t"/>
              <a:pathLst>
                <a:path extrusionOk="0" h="1027" w="53">
                  <a:moveTo>
                    <a:pt x="0" y="1"/>
                  </a:moveTo>
                  <a:cubicBezTo>
                    <a:pt x="16" y="170"/>
                    <a:pt x="16" y="336"/>
                    <a:pt x="0" y="490"/>
                  </a:cubicBezTo>
                  <a:lnTo>
                    <a:pt x="0" y="809"/>
                  </a:lnTo>
                  <a:lnTo>
                    <a:pt x="0" y="861"/>
                  </a:lnTo>
                  <a:cubicBezTo>
                    <a:pt x="0" y="926"/>
                    <a:pt x="0" y="978"/>
                    <a:pt x="33" y="1027"/>
                  </a:cubicBezTo>
                  <a:lnTo>
                    <a:pt x="53" y="1027"/>
                  </a:lnTo>
                  <a:lnTo>
                    <a:pt x="53" y="1011"/>
                  </a:lnTo>
                  <a:cubicBezTo>
                    <a:pt x="16" y="962"/>
                    <a:pt x="33" y="926"/>
                    <a:pt x="33" y="861"/>
                  </a:cubicBezTo>
                  <a:lnTo>
                    <a:pt x="33" y="809"/>
                  </a:lnTo>
                  <a:lnTo>
                    <a:pt x="33" y="490"/>
                  </a:lnTo>
                  <a:cubicBezTo>
                    <a:pt x="33" y="336"/>
                    <a:pt x="33" y="170"/>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0"/>
            <p:cNvSpPr/>
            <p:nvPr/>
          </p:nvSpPr>
          <p:spPr>
            <a:xfrm>
              <a:off x="2010167" y="3420153"/>
              <a:ext cx="4867" cy="18574"/>
            </a:xfrm>
            <a:custGeom>
              <a:rect b="b" l="l" r="r" t="t"/>
              <a:pathLst>
                <a:path extrusionOk="0" h="187" w="49">
                  <a:moveTo>
                    <a:pt x="49" y="1"/>
                  </a:moveTo>
                  <a:cubicBezTo>
                    <a:pt x="33" y="1"/>
                    <a:pt x="33" y="1"/>
                    <a:pt x="33" y="17"/>
                  </a:cubicBezTo>
                  <a:cubicBezTo>
                    <a:pt x="0" y="53"/>
                    <a:pt x="0" y="85"/>
                    <a:pt x="17" y="118"/>
                  </a:cubicBezTo>
                  <a:lnTo>
                    <a:pt x="17" y="186"/>
                  </a:lnTo>
                  <a:lnTo>
                    <a:pt x="33" y="186"/>
                  </a:lnTo>
                  <a:lnTo>
                    <a:pt x="33" y="118"/>
                  </a:lnTo>
                  <a:cubicBezTo>
                    <a:pt x="33" y="85"/>
                    <a:pt x="33" y="53"/>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0"/>
            <p:cNvSpPr/>
            <p:nvPr/>
          </p:nvSpPr>
          <p:spPr>
            <a:xfrm>
              <a:off x="1441631" y="3468723"/>
              <a:ext cx="3278" cy="78765"/>
            </a:xfrm>
            <a:custGeom>
              <a:rect b="b" l="l" r="r" t="t"/>
              <a:pathLst>
                <a:path extrusionOk="0" h="793" w="33">
                  <a:moveTo>
                    <a:pt x="16" y="0"/>
                  </a:moveTo>
                  <a:cubicBezTo>
                    <a:pt x="16" y="0"/>
                    <a:pt x="0" y="0"/>
                    <a:pt x="0" y="17"/>
                  </a:cubicBezTo>
                  <a:lnTo>
                    <a:pt x="0" y="776"/>
                  </a:lnTo>
                  <a:lnTo>
                    <a:pt x="16" y="792"/>
                  </a:lnTo>
                  <a:lnTo>
                    <a:pt x="33" y="776"/>
                  </a:lnTo>
                  <a:lnTo>
                    <a:pt x="33" y="17"/>
                  </a:ln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0"/>
            <p:cNvSpPr/>
            <p:nvPr/>
          </p:nvSpPr>
          <p:spPr>
            <a:xfrm>
              <a:off x="869817" y="3321424"/>
              <a:ext cx="332739" cy="199147"/>
            </a:xfrm>
            <a:custGeom>
              <a:rect b="b" l="l" r="r" t="t"/>
              <a:pathLst>
                <a:path extrusionOk="0" h="2005" w="3350">
                  <a:moveTo>
                    <a:pt x="3333" y="1"/>
                  </a:moveTo>
                  <a:cubicBezTo>
                    <a:pt x="3184" y="17"/>
                    <a:pt x="3014" y="86"/>
                    <a:pt x="2861" y="138"/>
                  </a:cubicBezTo>
                  <a:cubicBezTo>
                    <a:pt x="2828" y="138"/>
                    <a:pt x="2796" y="154"/>
                    <a:pt x="2780" y="170"/>
                  </a:cubicBezTo>
                  <a:lnTo>
                    <a:pt x="2643" y="203"/>
                  </a:lnTo>
                  <a:cubicBezTo>
                    <a:pt x="2053" y="405"/>
                    <a:pt x="1467" y="607"/>
                    <a:pt x="877" y="776"/>
                  </a:cubicBezTo>
                  <a:cubicBezTo>
                    <a:pt x="724" y="825"/>
                    <a:pt x="574" y="877"/>
                    <a:pt x="437" y="926"/>
                  </a:cubicBezTo>
                  <a:cubicBezTo>
                    <a:pt x="336" y="962"/>
                    <a:pt x="255" y="995"/>
                    <a:pt x="154" y="1027"/>
                  </a:cubicBezTo>
                  <a:cubicBezTo>
                    <a:pt x="33" y="1063"/>
                    <a:pt x="1" y="1112"/>
                    <a:pt x="1" y="1229"/>
                  </a:cubicBezTo>
                  <a:cubicBezTo>
                    <a:pt x="17" y="1350"/>
                    <a:pt x="1" y="1451"/>
                    <a:pt x="1" y="1568"/>
                  </a:cubicBezTo>
                  <a:cubicBezTo>
                    <a:pt x="1" y="1702"/>
                    <a:pt x="1" y="1855"/>
                    <a:pt x="17" y="2005"/>
                  </a:cubicBezTo>
                  <a:lnTo>
                    <a:pt x="53" y="2005"/>
                  </a:lnTo>
                  <a:cubicBezTo>
                    <a:pt x="33" y="1855"/>
                    <a:pt x="33" y="1702"/>
                    <a:pt x="33" y="1568"/>
                  </a:cubicBezTo>
                  <a:lnTo>
                    <a:pt x="33" y="1229"/>
                  </a:lnTo>
                  <a:cubicBezTo>
                    <a:pt x="17" y="1112"/>
                    <a:pt x="69" y="1079"/>
                    <a:pt x="154" y="1047"/>
                  </a:cubicBezTo>
                  <a:cubicBezTo>
                    <a:pt x="255" y="1011"/>
                    <a:pt x="356" y="995"/>
                    <a:pt x="437" y="962"/>
                  </a:cubicBezTo>
                  <a:lnTo>
                    <a:pt x="893" y="809"/>
                  </a:lnTo>
                  <a:cubicBezTo>
                    <a:pt x="1483" y="623"/>
                    <a:pt x="2073" y="421"/>
                    <a:pt x="2643" y="239"/>
                  </a:cubicBezTo>
                  <a:lnTo>
                    <a:pt x="2780" y="187"/>
                  </a:lnTo>
                  <a:cubicBezTo>
                    <a:pt x="2812" y="187"/>
                    <a:pt x="2845" y="170"/>
                    <a:pt x="2881" y="154"/>
                  </a:cubicBezTo>
                  <a:cubicBezTo>
                    <a:pt x="3030" y="102"/>
                    <a:pt x="3184" y="53"/>
                    <a:pt x="3350" y="17"/>
                  </a:cubicBezTo>
                  <a:lnTo>
                    <a:pt x="33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0"/>
            <p:cNvSpPr/>
            <p:nvPr/>
          </p:nvSpPr>
          <p:spPr>
            <a:xfrm>
              <a:off x="1921470" y="3575795"/>
              <a:ext cx="132102" cy="158622"/>
            </a:xfrm>
            <a:custGeom>
              <a:rect b="b" l="l" r="r" t="t"/>
              <a:pathLst>
                <a:path extrusionOk="0" h="1597" w="1330">
                  <a:moveTo>
                    <a:pt x="69" y="1"/>
                  </a:moveTo>
                  <a:cubicBezTo>
                    <a:pt x="69" y="1"/>
                    <a:pt x="49" y="1"/>
                    <a:pt x="49" y="17"/>
                  </a:cubicBezTo>
                  <a:cubicBezTo>
                    <a:pt x="1" y="134"/>
                    <a:pt x="33" y="219"/>
                    <a:pt x="134" y="304"/>
                  </a:cubicBezTo>
                  <a:cubicBezTo>
                    <a:pt x="372" y="522"/>
                    <a:pt x="590" y="756"/>
                    <a:pt x="809" y="975"/>
                  </a:cubicBezTo>
                  <a:cubicBezTo>
                    <a:pt x="893" y="1059"/>
                    <a:pt x="978" y="1144"/>
                    <a:pt x="1059" y="1229"/>
                  </a:cubicBezTo>
                  <a:cubicBezTo>
                    <a:pt x="1079" y="1245"/>
                    <a:pt x="1095" y="1261"/>
                    <a:pt x="1112" y="1278"/>
                  </a:cubicBezTo>
                  <a:cubicBezTo>
                    <a:pt x="1144" y="1314"/>
                    <a:pt x="1180" y="1346"/>
                    <a:pt x="1213" y="1379"/>
                  </a:cubicBezTo>
                  <a:cubicBezTo>
                    <a:pt x="1281" y="1431"/>
                    <a:pt x="1297" y="1479"/>
                    <a:pt x="1297" y="1580"/>
                  </a:cubicBezTo>
                  <a:cubicBezTo>
                    <a:pt x="1297" y="1597"/>
                    <a:pt x="1297" y="1597"/>
                    <a:pt x="1314" y="1597"/>
                  </a:cubicBezTo>
                  <a:lnTo>
                    <a:pt x="1314" y="1580"/>
                  </a:lnTo>
                  <a:cubicBezTo>
                    <a:pt x="1330" y="1516"/>
                    <a:pt x="1330" y="1431"/>
                    <a:pt x="1229" y="1362"/>
                  </a:cubicBezTo>
                  <a:cubicBezTo>
                    <a:pt x="1196" y="1330"/>
                    <a:pt x="1160" y="1294"/>
                    <a:pt x="1128" y="1261"/>
                  </a:cubicBezTo>
                  <a:cubicBezTo>
                    <a:pt x="1112" y="1245"/>
                    <a:pt x="1095" y="1229"/>
                    <a:pt x="1095" y="1213"/>
                  </a:cubicBezTo>
                  <a:cubicBezTo>
                    <a:pt x="994" y="1128"/>
                    <a:pt x="910" y="1043"/>
                    <a:pt x="825" y="958"/>
                  </a:cubicBezTo>
                  <a:cubicBezTo>
                    <a:pt x="607" y="724"/>
                    <a:pt x="388" y="506"/>
                    <a:pt x="150" y="284"/>
                  </a:cubicBezTo>
                  <a:cubicBezTo>
                    <a:pt x="69" y="203"/>
                    <a:pt x="17" y="134"/>
                    <a:pt x="85"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0"/>
            <p:cNvSpPr/>
            <p:nvPr/>
          </p:nvSpPr>
          <p:spPr>
            <a:xfrm>
              <a:off x="936861" y="2246529"/>
              <a:ext cx="6456" cy="21752"/>
            </a:xfrm>
            <a:custGeom>
              <a:rect b="b" l="l" r="r" t="t"/>
              <a:pathLst>
                <a:path extrusionOk="0" h="219" w="65">
                  <a:moveTo>
                    <a:pt x="16" y="1"/>
                  </a:moveTo>
                  <a:cubicBezTo>
                    <a:pt x="0" y="1"/>
                    <a:pt x="0" y="17"/>
                    <a:pt x="16" y="17"/>
                  </a:cubicBezTo>
                  <a:cubicBezTo>
                    <a:pt x="33" y="69"/>
                    <a:pt x="33" y="118"/>
                    <a:pt x="33" y="170"/>
                  </a:cubicBezTo>
                  <a:lnTo>
                    <a:pt x="33" y="219"/>
                  </a:lnTo>
                  <a:lnTo>
                    <a:pt x="65" y="219"/>
                  </a:lnTo>
                  <a:lnTo>
                    <a:pt x="65" y="170"/>
                  </a:lnTo>
                  <a:cubicBezTo>
                    <a:pt x="65" y="118"/>
                    <a:pt x="65" y="5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0"/>
            <p:cNvSpPr/>
            <p:nvPr/>
          </p:nvSpPr>
          <p:spPr>
            <a:xfrm>
              <a:off x="511949" y="1562776"/>
              <a:ext cx="124057" cy="77176"/>
            </a:xfrm>
            <a:custGeom>
              <a:rect b="b" l="l" r="r" t="t"/>
              <a:pathLst>
                <a:path extrusionOk="0" h="777" w="1249">
                  <a:moveTo>
                    <a:pt x="1232" y="1"/>
                  </a:moveTo>
                  <a:cubicBezTo>
                    <a:pt x="1063" y="86"/>
                    <a:pt x="909" y="187"/>
                    <a:pt x="760" y="272"/>
                  </a:cubicBezTo>
                  <a:lnTo>
                    <a:pt x="558" y="421"/>
                  </a:lnTo>
                  <a:cubicBezTo>
                    <a:pt x="424" y="490"/>
                    <a:pt x="287" y="575"/>
                    <a:pt x="170" y="639"/>
                  </a:cubicBezTo>
                  <a:cubicBezTo>
                    <a:pt x="121" y="676"/>
                    <a:pt x="69" y="724"/>
                    <a:pt x="0" y="756"/>
                  </a:cubicBezTo>
                  <a:lnTo>
                    <a:pt x="0" y="777"/>
                  </a:lnTo>
                  <a:lnTo>
                    <a:pt x="20" y="777"/>
                  </a:lnTo>
                  <a:cubicBezTo>
                    <a:pt x="69" y="740"/>
                    <a:pt x="138" y="708"/>
                    <a:pt x="186" y="676"/>
                  </a:cubicBezTo>
                  <a:cubicBezTo>
                    <a:pt x="303" y="591"/>
                    <a:pt x="441" y="506"/>
                    <a:pt x="558" y="437"/>
                  </a:cubicBezTo>
                  <a:cubicBezTo>
                    <a:pt x="643" y="389"/>
                    <a:pt x="707" y="336"/>
                    <a:pt x="776" y="304"/>
                  </a:cubicBezTo>
                  <a:cubicBezTo>
                    <a:pt x="929" y="203"/>
                    <a:pt x="1079" y="102"/>
                    <a:pt x="1232" y="33"/>
                  </a:cubicBezTo>
                  <a:cubicBezTo>
                    <a:pt x="1249" y="33"/>
                    <a:pt x="1249" y="17"/>
                    <a:pt x="1249" y="17"/>
                  </a:cubicBezTo>
                  <a:cubicBezTo>
                    <a:pt x="1249" y="1"/>
                    <a:pt x="1232" y="1"/>
                    <a:pt x="1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0"/>
            <p:cNvSpPr/>
            <p:nvPr/>
          </p:nvSpPr>
          <p:spPr>
            <a:xfrm>
              <a:off x="1742487" y="1965638"/>
              <a:ext cx="140545" cy="322707"/>
            </a:xfrm>
            <a:custGeom>
              <a:rect b="b" l="l" r="r" t="t"/>
              <a:pathLst>
                <a:path extrusionOk="0" h="3249" w="1415">
                  <a:moveTo>
                    <a:pt x="53" y="1"/>
                  </a:moveTo>
                  <a:cubicBezTo>
                    <a:pt x="17" y="33"/>
                    <a:pt x="1" y="69"/>
                    <a:pt x="1" y="118"/>
                  </a:cubicBezTo>
                  <a:cubicBezTo>
                    <a:pt x="17" y="288"/>
                    <a:pt x="17" y="473"/>
                    <a:pt x="1" y="639"/>
                  </a:cubicBezTo>
                  <a:lnTo>
                    <a:pt x="1" y="1011"/>
                  </a:lnTo>
                  <a:cubicBezTo>
                    <a:pt x="1" y="1079"/>
                    <a:pt x="17" y="1128"/>
                    <a:pt x="53" y="1180"/>
                  </a:cubicBezTo>
                  <a:cubicBezTo>
                    <a:pt x="538" y="1952"/>
                    <a:pt x="926" y="2558"/>
                    <a:pt x="1282" y="3132"/>
                  </a:cubicBezTo>
                  <a:cubicBezTo>
                    <a:pt x="1282" y="3132"/>
                    <a:pt x="1282" y="3148"/>
                    <a:pt x="1298" y="3164"/>
                  </a:cubicBezTo>
                  <a:cubicBezTo>
                    <a:pt x="1314" y="3200"/>
                    <a:pt x="1330" y="3233"/>
                    <a:pt x="1399" y="3249"/>
                  </a:cubicBezTo>
                  <a:cubicBezTo>
                    <a:pt x="1399" y="3249"/>
                    <a:pt x="1399" y="3233"/>
                    <a:pt x="1415" y="3233"/>
                  </a:cubicBezTo>
                  <a:lnTo>
                    <a:pt x="1399" y="3216"/>
                  </a:lnTo>
                  <a:cubicBezTo>
                    <a:pt x="1346" y="3216"/>
                    <a:pt x="1330" y="3184"/>
                    <a:pt x="1314" y="3148"/>
                  </a:cubicBezTo>
                  <a:cubicBezTo>
                    <a:pt x="1314" y="3132"/>
                    <a:pt x="1298" y="3132"/>
                    <a:pt x="1298" y="3115"/>
                  </a:cubicBezTo>
                  <a:cubicBezTo>
                    <a:pt x="942" y="2542"/>
                    <a:pt x="558" y="1952"/>
                    <a:pt x="70" y="1164"/>
                  </a:cubicBezTo>
                  <a:cubicBezTo>
                    <a:pt x="33" y="1112"/>
                    <a:pt x="33" y="1079"/>
                    <a:pt x="33" y="1011"/>
                  </a:cubicBezTo>
                  <a:cubicBezTo>
                    <a:pt x="17" y="894"/>
                    <a:pt x="33" y="760"/>
                    <a:pt x="33" y="639"/>
                  </a:cubicBezTo>
                  <a:cubicBezTo>
                    <a:pt x="33" y="473"/>
                    <a:pt x="53" y="288"/>
                    <a:pt x="33" y="102"/>
                  </a:cubicBezTo>
                  <a:cubicBezTo>
                    <a:pt x="17" y="86"/>
                    <a:pt x="33" y="5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0"/>
            <p:cNvSpPr/>
            <p:nvPr/>
          </p:nvSpPr>
          <p:spPr>
            <a:xfrm>
              <a:off x="1378162" y="3262922"/>
              <a:ext cx="3377" cy="103993"/>
            </a:xfrm>
            <a:custGeom>
              <a:rect b="b" l="l" r="r" t="t"/>
              <a:pathLst>
                <a:path extrusionOk="0" h="1047" w="34">
                  <a:moveTo>
                    <a:pt x="17" y="0"/>
                  </a:moveTo>
                  <a:cubicBezTo>
                    <a:pt x="1" y="0"/>
                    <a:pt x="1" y="20"/>
                    <a:pt x="1" y="20"/>
                  </a:cubicBezTo>
                  <a:lnTo>
                    <a:pt x="1" y="238"/>
                  </a:lnTo>
                  <a:lnTo>
                    <a:pt x="1" y="877"/>
                  </a:lnTo>
                  <a:lnTo>
                    <a:pt x="1" y="978"/>
                  </a:lnTo>
                  <a:cubicBezTo>
                    <a:pt x="1" y="994"/>
                    <a:pt x="1" y="1010"/>
                    <a:pt x="17" y="1030"/>
                  </a:cubicBezTo>
                  <a:lnTo>
                    <a:pt x="17" y="1046"/>
                  </a:lnTo>
                  <a:cubicBezTo>
                    <a:pt x="33" y="1046"/>
                    <a:pt x="33" y="1046"/>
                    <a:pt x="33" y="1030"/>
                  </a:cubicBezTo>
                  <a:lnTo>
                    <a:pt x="33" y="978"/>
                  </a:lnTo>
                  <a:cubicBezTo>
                    <a:pt x="33" y="945"/>
                    <a:pt x="17" y="909"/>
                    <a:pt x="17" y="877"/>
                  </a:cubicBezTo>
                  <a:lnTo>
                    <a:pt x="17" y="238"/>
                  </a:lnTo>
                  <a:lnTo>
                    <a:pt x="17" y="20"/>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0"/>
            <p:cNvSpPr/>
            <p:nvPr/>
          </p:nvSpPr>
          <p:spPr>
            <a:xfrm>
              <a:off x="1033505" y="3716241"/>
              <a:ext cx="5364" cy="18176"/>
            </a:xfrm>
            <a:custGeom>
              <a:rect b="b" l="l" r="r" t="t"/>
              <a:pathLst>
                <a:path extrusionOk="0" h="183" w="54">
                  <a:moveTo>
                    <a:pt x="21" y="1"/>
                  </a:moveTo>
                  <a:cubicBezTo>
                    <a:pt x="1" y="1"/>
                    <a:pt x="1" y="1"/>
                    <a:pt x="1" y="17"/>
                  </a:cubicBezTo>
                  <a:lnTo>
                    <a:pt x="37" y="166"/>
                  </a:lnTo>
                  <a:cubicBezTo>
                    <a:pt x="37" y="183"/>
                    <a:pt x="37" y="183"/>
                    <a:pt x="53" y="183"/>
                  </a:cubicBezTo>
                  <a:lnTo>
                    <a:pt x="53" y="166"/>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0"/>
            <p:cNvSpPr/>
            <p:nvPr/>
          </p:nvSpPr>
          <p:spPr>
            <a:xfrm>
              <a:off x="1735732" y="2925415"/>
              <a:ext cx="174216" cy="304232"/>
            </a:xfrm>
            <a:custGeom>
              <a:rect b="b" l="l" r="r" t="t"/>
              <a:pathLst>
                <a:path extrusionOk="0" h="3063" w="1754">
                  <a:moveTo>
                    <a:pt x="69" y="1"/>
                  </a:moveTo>
                  <a:cubicBezTo>
                    <a:pt x="37" y="33"/>
                    <a:pt x="37" y="65"/>
                    <a:pt x="37" y="102"/>
                  </a:cubicBezTo>
                  <a:lnTo>
                    <a:pt x="37" y="118"/>
                  </a:lnTo>
                  <a:cubicBezTo>
                    <a:pt x="37" y="186"/>
                    <a:pt x="53" y="251"/>
                    <a:pt x="53" y="320"/>
                  </a:cubicBezTo>
                  <a:cubicBezTo>
                    <a:pt x="53" y="469"/>
                    <a:pt x="69" y="639"/>
                    <a:pt x="37" y="772"/>
                  </a:cubicBezTo>
                  <a:cubicBezTo>
                    <a:pt x="0" y="994"/>
                    <a:pt x="101" y="1112"/>
                    <a:pt x="202" y="1229"/>
                  </a:cubicBezTo>
                  <a:lnTo>
                    <a:pt x="222" y="1245"/>
                  </a:lnTo>
                  <a:cubicBezTo>
                    <a:pt x="404" y="1447"/>
                    <a:pt x="574" y="1649"/>
                    <a:pt x="760" y="1851"/>
                  </a:cubicBezTo>
                  <a:cubicBezTo>
                    <a:pt x="861" y="1984"/>
                    <a:pt x="978" y="2121"/>
                    <a:pt x="1079" y="2255"/>
                  </a:cubicBezTo>
                  <a:cubicBezTo>
                    <a:pt x="1281" y="2473"/>
                    <a:pt x="1467" y="2691"/>
                    <a:pt x="1652" y="2893"/>
                  </a:cubicBezTo>
                  <a:cubicBezTo>
                    <a:pt x="1685" y="2929"/>
                    <a:pt x="1685" y="2962"/>
                    <a:pt x="1701" y="2994"/>
                  </a:cubicBezTo>
                  <a:cubicBezTo>
                    <a:pt x="1701" y="3014"/>
                    <a:pt x="1717" y="3047"/>
                    <a:pt x="1717" y="3063"/>
                  </a:cubicBezTo>
                  <a:lnTo>
                    <a:pt x="1737" y="3063"/>
                  </a:lnTo>
                  <a:cubicBezTo>
                    <a:pt x="1737" y="3063"/>
                    <a:pt x="1753" y="3063"/>
                    <a:pt x="1753" y="3047"/>
                  </a:cubicBezTo>
                  <a:cubicBezTo>
                    <a:pt x="1737" y="3030"/>
                    <a:pt x="1737" y="3014"/>
                    <a:pt x="1717" y="2994"/>
                  </a:cubicBezTo>
                  <a:cubicBezTo>
                    <a:pt x="1717" y="2962"/>
                    <a:pt x="1701" y="2913"/>
                    <a:pt x="1669" y="2877"/>
                  </a:cubicBezTo>
                  <a:cubicBezTo>
                    <a:pt x="1483" y="2675"/>
                    <a:pt x="1297" y="2457"/>
                    <a:pt x="1111" y="2239"/>
                  </a:cubicBezTo>
                  <a:cubicBezTo>
                    <a:pt x="994" y="2105"/>
                    <a:pt x="877" y="1968"/>
                    <a:pt x="776" y="1835"/>
                  </a:cubicBezTo>
                  <a:cubicBezTo>
                    <a:pt x="590" y="1633"/>
                    <a:pt x="424" y="1431"/>
                    <a:pt x="239" y="1229"/>
                  </a:cubicBezTo>
                  <a:lnTo>
                    <a:pt x="222" y="1213"/>
                  </a:lnTo>
                  <a:cubicBezTo>
                    <a:pt x="121" y="1075"/>
                    <a:pt x="37" y="974"/>
                    <a:pt x="69" y="792"/>
                  </a:cubicBezTo>
                  <a:cubicBezTo>
                    <a:pt x="85" y="639"/>
                    <a:pt x="85" y="469"/>
                    <a:pt x="69" y="320"/>
                  </a:cubicBezTo>
                  <a:lnTo>
                    <a:pt x="69" y="118"/>
                  </a:lnTo>
                  <a:lnTo>
                    <a:pt x="69" y="102"/>
                  </a:lnTo>
                  <a:cubicBezTo>
                    <a:pt x="69" y="65"/>
                    <a:pt x="69"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0"/>
            <p:cNvSpPr/>
            <p:nvPr/>
          </p:nvSpPr>
          <p:spPr>
            <a:xfrm>
              <a:off x="1189246" y="1405544"/>
              <a:ext cx="4867" cy="78765"/>
            </a:xfrm>
            <a:custGeom>
              <a:rect b="b" l="l" r="r" t="t"/>
              <a:pathLst>
                <a:path extrusionOk="0" h="793" w="49">
                  <a:moveTo>
                    <a:pt x="0" y="0"/>
                  </a:moveTo>
                  <a:lnTo>
                    <a:pt x="0" y="17"/>
                  </a:lnTo>
                  <a:cubicBezTo>
                    <a:pt x="16" y="154"/>
                    <a:pt x="16" y="271"/>
                    <a:pt x="0" y="404"/>
                  </a:cubicBezTo>
                  <a:lnTo>
                    <a:pt x="0" y="622"/>
                  </a:lnTo>
                  <a:lnTo>
                    <a:pt x="0" y="675"/>
                  </a:lnTo>
                  <a:cubicBezTo>
                    <a:pt x="0" y="707"/>
                    <a:pt x="0" y="744"/>
                    <a:pt x="16" y="776"/>
                  </a:cubicBezTo>
                  <a:lnTo>
                    <a:pt x="33" y="792"/>
                  </a:lnTo>
                  <a:cubicBezTo>
                    <a:pt x="49" y="792"/>
                    <a:pt x="49" y="776"/>
                    <a:pt x="49" y="776"/>
                  </a:cubicBezTo>
                  <a:cubicBezTo>
                    <a:pt x="33" y="744"/>
                    <a:pt x="33" y="707"/>
                    <a:pt x="33" y="675"/>
                  </a:cubicBezTo>
                  <a:lnTo>
                    <a:pt x="33" y="622"/>
                  </a:lnTo>
                  <a:lnTo>
                    <a:pt x="33" y="404"/>
                  </a:lnTo>
                  <a:cubicBezTo>
                    <a:pt x="33" y="271"/>
                    <a:pt x="33" y="154"/>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0"/>
            <p:cNvSpPr/>
            <p:nvPr/>
          </p:nvSpPr>
          <p:spPr>
            <a:xfrm>
              <a:off x="2165412" y="2572712"/>
              <a:ext cx="5364" cy="26619"/>
            </a:xfrm>
            <a:custGeom>
              <a:rect b="b" l="l" r="r" t="t"/>
              <a:pathLst>
                <a:path extrusionOk="0" h="268" w="54">
                  <a:moveTo>
                    <a:pt x="37" y="1"/>
                  </a:moveTo>
                  <a:cubicBezTo>
                    <a:pt x="1" y="49"/>
                    <a:pt x="17" y="82"/>
                    <a:pt x="17" y="134"/>
                  </a:cubicBezTo>
                  <a:cubicBezTo>
                    <a:pt x="17" y="166"/>
                    <a:pt x="17" y="219"/>
                    <a:pt x="1" y="251"/>
                  </a:cubicBezTo>
                  <a:lnTo>
                    <a:pt x="1" y="267"/>
                  </a:lnTo>
                  <a:lnTo>
                    <a:pt x="17" y="267"/>
                  </a:lnTo>
                  <a:cubicBezTo>
                    <a:pt x="53" y="219"/>
                    <a:pt x="37" y="166"/>
                    <a:pt x="37" y="134"/>
                  </a:cubicBezTo>
                  <a:cubicBezTo>
                    <a:pt x="37" y="82"/>
                    <a:pt x="37" y="49"/>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0"/>
            <p:cNvSpPr/>
            <p:nvPr/>
          </p:nvSpPr>
          <p:spPr>
            <a:xfrm>
              <a:off x="1409946" y="3055829"/>
              <a:ext cx="4867" cy="21752"/>
            </a:xfrm>
            <a:custGeom>
              <a:rect b="b" l="l" r="r" t="t"/>
              <a:pathLst>
                <a:path extrusionOk="0" h="219" w="49">
                  <a:moveTo>
                    <a:pt x="16" y="1"/>
                  </a:moveTo>
                  <a:cubicBezTo>
                    <a:pt x="0" y="1"/>
                    <a:pt x="0" y="1"/>
                    <a:pt x="0" y="17"/>
                  </a:cubicBezTo>
                  <a:cubicBezTo>
                    <a:pt x="16" y="65"/>
                    <a:pt x="32" y="134"/>
                    <a:pt x="0" y="203"/>
                  </a:cubicBezTo>
                  <a:cubicBezTo>
                    <a:pt x="0" y="219"/>
                    <a:pt x="0" y="219"/>
                    <a:pt x="16" y="219"/>
                  </a:cubicBezTo>
                  <a:lnTo>
                    <a:pt x="32" y="219"/>
                  </a:lnTo>
                  <a:cubicBezTo>
                    <a:pt x="49" y="150"/>
                    <a:pt x="32" y="65"/>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0"/>
            <p:cNvSpPr/>
            <p:nvPr/>
          </p:nvSpPr>
          <p:spPr>
            <a:xfrm>
              <a:off x="1737719" y="3080760"/>
              <a:ext cx="150577" cy="259238"/>
            </a:xfrm>
            <a:custGeom>
              <a:rect b="b" l="l" r="r" t="t"/>
              <a:pathLst>
                <a:path extrusionOk="0" h="2610" w="1516">
                  <a:moveTo>
                    <a:pt x="49" y="0"/>
                  </a:moveTo>
                  <a:cubicBezTo>
                    <a:pt x="33" y="0"/>
                    <a:pt x="33" y="0"/>
                    <a:pt x="33" y="16"/>
                  </a:cubicBezTo>
                  <a:cubicBezTo>
                    <a:pt x="17" y="117"/>
                    <a:pt x="0" y="202"/>
                    <a:pt x="101" y="319"/>
                  </a:cubicBezTo>
                  <a:cubicBezTo>
                    <a:pt x="384" y="606"/>
                    <a:pt x="639" y="925"/>
                    <a:pt x="909" y="1228"/>
                  </a:cubicBezTo>
                  <a:cubicBezTo>
                    <a:pt x="1010" y="1349"/>
                    <a:pt x="1111" y="1466"/>
                    <a:pt x="1192" y="1584"/>
                  </a:cubicBezTo>
                  <a:cubicBezTo>
                    <a:pt x="1229" y="1600"/>
                    <a:pt x="1245" y="1632"/>
                    <a:pt x="1277" y="1668"/>
                  </a:cubicBezTo>
                  <a:cubicBezTo>
                    <a:pt x="1330" y="1733"/>
                    <a:pt x="1394" y="1802"/>
                    <a:pt x="1463" y="1870"/>
                  </a:cubicBezTo>
                  <a:cubicBezTo>
                    <a:pt x="1495" y="1903"/>
                    <a:pt x="1495" y="1935"/>
                    <a:pt x="1479" y="1971"/>
                  </a:cubicBezTo>
                  <a:lnTo>
                    <a:pt x="1479" y="2339"/>
                  </a:lnTo>
                  <a:lnTo>
                    <a:pt x="1479" y="2440"/>
                  </a:lnTo>
                  <a:lnTo>
                    <a:pt x="1479" y="2460"/>
                  </a:lnTo>
                  <a:cubicBezTo>
                    <a:pt x="1479" y="2509"/>
                    <a:pt x="1479" y="2541"/>
                    <a:pt x="1463" y="2593"/>
                  </a:cubicBezTo>
                  <a:cubicBezTo>
                    <a:pt x="1447" y="2593"/>
                    <a:pt x="1463" y="2610"/>
                    <a:pt x="1463" y="2610"/>
                  </a:cubicBezTo>
                  <a:lnTo>
                    <a:pt x="1479" y="2610"/>
                  </a:lnTo>
                  <a:cubicBezTo>
                    <a:pt x="1515" y="2561"/>
                    <a:pt x="1515" y="2509"/>
                    <a:pt x="1515" y="2460"/>
                  </a:cubicBezTo>
                  <a:lnTo>
                    <a:pt x="1515" y="2440"/>
                  </a:lnTo>
                  <a:lnTo>
                    <a:pt x="1515" y="2339"/>
                  </a:lnTo>
                  <a:lnTo>
                    <a:pt x="1515" y="1971"/>
                  </a:lnTo>
                  <a:cubicBezTo>
                    <a:pt x="1515" y="1935"/>
                    <a:pt x="1515" y="1903"/>
                    <a:pt x="1479" y="1854"/>
                  </a:cubicBezTo>
                  <a:cubicBezTo>
                    <a:pt x="1414" y="1786"/>
                    <a:pt x="1346" y="1717"/>
                    <a:pt x="1293" y="1652"/>
                  </a:cubicBezTo>
                  <a:cubicBezTo>
                    <a:pt x="1261" y="1616"/>
                    <a:pt x="1245" y="1584"/>
                    <a:pt x="1229" y="1567"/>
                  </a:cubicBezTo>
                  <a:cubicBezTo>
                    <a:pt x="1128" y="1450"/>
                    <a:pt x="1027" y="1329"/>
                    <a:pt x="926" y="1212"/>
                  </a:cubicBezTo>
                  <a:cubicBezTo>
                    <a:pt x="671" y="909"/>
                    <a:pt x="404" y="590"/>
                    <a:pt x="118" y="303"/>
                  </a:cubicBezTo>
                  <a:cubicBezTo>
                    <a:pt x="33" y="202"/>
                    <a:pt x="33" y="117"/>
                    <a:pt x="49" y="16"/>
                  </a:cubicBezTo>
                  <a:cubicBezTo>
                    <a:pt x="65" y="16"/>
                    <a:pt x="4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0"/>
            <p:cNvSpPr/>
            <p:nvPr/>
          </p:nvSpPr>
          <p:spPr>
            <a:xfrm>
              <a:off x="1409946" y="2905352"/>
              <a:ext cx="91975" cy="187128"/>
            </a:xfrm>
            <a:custGeom>
              <a:rect b="b" l="l" r="r" t="t"/>
              <a:pathLst>
                <a:path extrusionOk="0" h="1884" w="926">
                  <a:moveTo>
                    <a:pt x="32" y="1"/>
                  </a:moveTo>
                  <a:lnTo>
                    <a:pt x="32" y="17"/>
                  </a:lnTo>
                  <a:cubicBezTo>
                    <a:pt x="0" y="336"/>
                    <a:pt x="0" y="639"/>
                    <a:pt x="32" y="942"/>
                  </a:cubicBezTo>
                  <a:lnTo>
                    <a:pt x="32" y="958"/>
                  </a:lnTo>
                  <a:cubicBezTo>
                    <a:pt x="32" y="994"/>
                    <a:pt x="32" y="1027"/>
                    <a:pt x="69" y="1043"/>
                  </a:cubicBezTo>
                  <a:cubicBezTo>
                    <a:pt x="251" y="1144"/>
                    <a:pt x="388" y="1297"/>
                    <a:pt x="521" y="1447"/>
                  </a:cubicBezTo>
                  <a:cubicBezTo>
                    <a:pt x="590" y="1532"/>
                    <a:pt x="675" y="1617"/>
                    <a:pt x="755" y="1701"/>
                  </a:cubicBezTo>
                  <a:cubicBezTo>
                    <a:pt x="776" y="1701"/>
                    <a:pt x="776" y="1718"/>
                    <a:pt x="792" y="1718"/>
                  </a:cubicBezTo>
                  <a:cubicBezTo>
                    <a:pt x="840" y="1766"/>
                    <a:pt x="893" y="1802"/>
                    <a:pt x="893" y="1883"/>
                  </a:cubicBezTo>
                  <a:lnTo>
                    <a:pt x="909" y="1883"/>
                  </a:lnTo>
                  <a:cubicBezTo>
                    <a:pt x="909" y="1883"/>
                    <a:pt x="925" y="1883"/>
                    <a:pt x="925" y="1867"/>
                  </a:cubicBezTo>
                  <a:cubicBezTo>
                    <a:pt x="909" y="1802"/>
                    <a:pt x="856" y="1750"/>
                    <a:pt x="808" y="1701"/>
                  </a:cubicBezTo>
                  <a:cubicBezTo>
                    <a:pt x="792" y="1701"/>
                    <a:pt x="792" y="1681"/>
                    <a:pt x="776" y="1681"/>
                  </a:cubicBezTo>
                  <a:cubicBezTo>
                    <a:pt x="691" y="1600"/>
                    <a:pt x="606" y="1516"/>
                    <a:pt x="537" y="1431"/>
                  </a:cubicBezTo>
                  <a:cubicBezTo>
                    <a:pt x="404" y="1277"/>
                    <a:pt x="271" y="1112"/>
                    <a:pt x="69" y="1011"/>
                  </a:cubicBezTo>
                  <a:cubicBezTo>
                    <a:pt x="49" y="1011"/>
                    <a:pt x="49" y="994"/>
                    <a:pt x="49" y="958"/>
                  </a:cubicBezTo>
                  <a:lnTo>
                    <a:pt x="49" y="942"/>
                  </a:lnTo>
                  <a:cubicBezTo>
                    <a:pt x="32" y="639"/>
                    <a:pt x="32" y="336"/>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0"/>
            <p:cNvSpPr/>
            <p:nvPr/>
          </p:nvSpPr>
          <p:spPr>
            <a:xfrm>
              <a:off x="1256191" y="1192691"/>
              <a:ext cx="237287" cy="121077"/>
            </a:xfrm>
            <a:custGeom>
              <a:rect b="b" l="l" r="r" t="t"/>
              <a:pathLst>
                <a:path extrusionOk="0" h="1219" w="2389">
                  <a:moveTo>
                    <a:pt x="1589" y="0"/>
                  </a:moveTo>
                  <a:cubicBezTo>
                    <a:pt x="1547" y="0"/>
                    <a:pt x="1502" y="15"/>
                    <a:pt x="1463" y="39"/>
                  </a:cubicBezTo>
                  <a:lnTo>
                    <a:pt x="1144" y="241"/>
                  </a:lnTo>
                  <a:cubicBezTo>
                    <a:pt x="789" y="443"/>
                    <a:pt x="437" y="665"/>
                    <a:pt x="102" y="867"/>
                  </a:cubicBezTo>
                  <a:cubicBezTo>
                    <a:pt x="49" y="899"/>
                    <a:pt x="17" y="931"/>
                    <a:pt x="17" y="984"/>
                  </a:cubicBezTo>
                  <a:cubicBezTo>
                    <a:pt x="1" y="1000"/>
                    <a:pt x="17" y="1000"/>
                    <a:pt x="17" y="1000"/>
                  </a:cubicBezTo>
                  <a:lnTo>
                    <a:pt x="33" y="1000"/>
                  </a:lnTo>
                  <a:cubicBezTo>
                    <a:pt x="49" y="948"/>
                    <a:pt x="65" y="915"/>
                    <a:pt x="102" y="899"/>
                  </a:cubicBezTo>
                  <a:cubicBezTo>
                    <a:pt x="453" y="681"/>
                    <a:pt x="809" y="479"/>
                    <a:pt x="1160" y="261"/>
                  </a:cubicBezTo>
                  <a:lnTo>
                    <a:pt x="1479" y="75"/>
                  </a:lnTo>
                  <a:cubicBezTo>
                    <a:pt x="1518" y="48"/>
                    <a:pt x="1555" y="32"/>
                    <a:pt x="1586" y="32"/>
                  </a:cubicBezTo>
                  <a:cubicBezTo>
                    <a:pt x="1597" y="32"/>
                    <a:pt x="1607" y="34"/>
                    <a:pt x="1617" y="39"/>
                  </a:cubicBezTo>
                  <a:cubicBezTo>
                    <a:pt x="1665" y="39"/>
                    <a:pt x="1698" y="75"/>
                    <a:pt x="1734" y="124"/>
                  </a:cubicBezTo>
                  <a:cubicBezTo>
                    <a:pt x="1766" y="208"/>
                    <a:pt x="1819" y="293"/>
                    <a:pt x="1867" y="378"/>
                  </a:cubicBezTo>
                  <a:cubicBezTo>
                    <a:pt x="1952" y="544"/>
                    <a:pt x="2053" y="697"/>
                    <a:pt x="2154" y="867"/>
                  </a:cubicBezTo>
                  <a:cubicBezTo>
                    <a:pt x="2170" y="899"/>
                    <a:pt x="2186" y="931"/>
                    <a:pt x="2202" y="968"/>
                  </a:cubicBezTo>
                  <a:cubicBezTo>
                    <a:pt x="2239" y="1069"/>
                    <a:pt x="2287" y="1150"/>
                    <a:pt x="2372" y="1218"/>
                  </a:cubicBezTo>
                  <a:lnTo>
                    <a:pt x="2388" y="1218"/>
                  </a:lnTo>
                  <a:lnTo>
                    <a:pt x="2388" y="1202"/>
                  </a:lnTo>
                  <a:cubicBezTo>
                    <a:pt x="2303" y="1133"/>
                    <a:pt x="2271" y="1049"/>
                    <a:pt x="2223" y="968"/>
                  </a:cubicBezTo>
                  <a:cubicBezTo>
                    <a:pt x="2202" y="915"/>
                    <a:pt x="2186" y="883"/>
                    <a:pt x="2170" y="847"/>
                  </a:cubicBezTo>
                  <a:cubicBezTo>
                    <a:pt x="2069" y="681"/>
                    <a:pt x="1984" y="528"/>
                    <a:pt x="1883" y="362"/>
                  </a:cubicBezTo>
                  <a:cubicBezTo>
                    <a:pt x="1851" y="277"/>
                    <a:pt x="1799" y="208"/>
                    <a:pt x="1750" y="124"/>
                  </a:cubicBezTo>
                  <a:cubicBezTo>
                    <a:pt x="1718" y="59"/>
                    <a:pt x="1665" y="23"/>
                    <a:pt x="1633" y="6"/>
                  </a:cubicBezTo>
                  <a:cubicBezTo>
                    <a:pt x="1619" y="2"/>
                    <a:pt x="1604" y="0"/>
                    <a:pt x="1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0"/>
            <p:cNvSpPr/>
            <p:nvPr/>
          </p:nvSpPr>
          <p:spPr>
            <a:xfrm>
              <a:off x="928419" y="3577484"/>
              <a:ext cx="4867" cy="100418"/>
            </a:xfrm>
            <a:custGeom>
              <a:rect b="b" l="l" r="r" t="t"/>
              <a:pathLst>
                <a:path extrusionOk="0" h="1011" w="49">
                  <a:moveTo>
                    <a:pt x="0" y="0"/>
                  </a:moveTo>
                  <a:lnTo>
                    <a:pt x="0" y="16"/>
                  </a:lnTo>
                  <a:cubicBezTo>
                    <a:pt x="17" y="133"/>
                    <a:pt x="17" y="251"/>
                    <a:pt x="17" y="352"/>
                  </a:cubicBezTo>
                  <a:lnTo>
                    <a:pt x="17" y="521"/>
                  </a:lnTo>
                  <a:lnTo>
                    <a:pt x="17" y="857"/>
                  </a:lnTo>
                  <a:lnTo>
                    <a:pt x="17" y="1010"/>
                  </a:lnTo>
                  <a:lnTo>
                    <a:pt x="33" y="1010"/>
                  </a:lnTo>
                  <a:lnTo>
                    <a:pt x="33" y="857"/>
                  </a:lnTo>
                  <a:lnTo>
                    <a:pt x="33" y="521"/>
                  </a:lnTo>
                  <a:lnTo>
                    <a:pt x="33" y="352"/>
                  </a:lnTo>
                  <a:cubicBezTo>
                    <a:pt x="33" y="234"/>
                    <a:pt x="49" y="133"/>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0"/>
            <p:cNvSpPr/>
            <p:nvPr/>
          </p:nvSpPr>
          <p:spPr>
            <a:xfrm>
              <a:off x="670770" y="1450836"/>
              <a:ext cx="145809" cy="192293"/>
            </a:xfrm>
            <a:custGeom>
              <a:rect b="b" l="l" r="r" t="t"/>
              <a:pathLst>
                <a:path extrusionOk="0" h="1936" w="1468">
                  <a:moveTo>
                    <a:pt x="1431" y="1"/>
                  </a:moveTo>
                  <a:cubicBezTo>
                    <a:pt x="1415" y="1"/>
                    <a:pt x="1415" y="1"/>
                    <a:pt x="1415" y="17"/>
                  </a:cubicBezTo>
                  <a:lnTo>
                    <a:pt x="1415" y="267"/>
                  </a:lnTo>
                  <a:cubicBezTo>
                    <a:pt x="1431" y="506"/>
                    <a:pt x="1431" y="756"/>
                    <a:pt x="1451" y="995"/>
                  </a:cubicBezTo>
                  <a:cubicBezTo>
                    <a:pt x="1451" y="1043"/>
                    <a:pt x="1415" y="1059"/>
                    <a:pt x="1383" y="1096"/>
                  </a:cubicBezTo>
                  <a:lnTo>
                    <a:pt x="1366" y="1096"/>
                  </a:lnTo>
                  <a:cubicBezTo>
                    <a:pt x="1181" y="1197"/>
                    <a:pt x="995" y="1314"/>
                    <a:pt x="809" y="1431"/>
                  </a:cubicBezTo>
                  <a:cubicBezTo>
                    <a:pt x="558" y="1580"/>
                    <a:pt x="288" y="1750"/>
                    <a:pt x="37" y="1883"/>
                  </a:cubicBezTo>
                  <a:cubicBezTo>
                    <a:pt x="17" y="1904"/>
                    <a:pt x="17" y="1904"/>
                    <a:pt x="17" y="1920"/>
                  </a:cubicBezTo>
                  <a:cubicBezTo>
                    <a:pt x="1" y="1936"/>
                    <a:pt x="17" y="1936"/>
                    <a:pt x="17" y="1936"/>
                  </a:cubicBezTo>
                  <a:lnTo>
                    <a:pt x="37" y="1936"/>
                  </a:lnTo>
                  <a:lnTo>
                    <a:pt x="37" y="1920"/>
                  </a:lnTo>
                  <a:lnTo>
                    <a:pt x="54" y="1920"/>
                  </a:lnTo>
                  <a:cubicBezTo>
                    <a:pt x="304" y="1766"/>
                    <a:pt x="575" y="1617"/>
                    <a:pt x="825" y="1447"/>
                  </a:cubicBezTo>
                  <a:cubicBezTo>
                    <a:pt x="995" y="1346"/>
                    <a:pt x="1197" y="1229"/>
                    <a:pt x="1383" y="1112"/>
                  </a:cubicBezTo>
                  <a:cubicBezTo>
                    <a:pt x="1431" y="1096"/>
                    <a:pt x="1467" y="1059"/>
                    <a:pt x="1467" y="995"/>
                  </a:cubicBezTo>
                  <a:cubicBezTo>
                    <a:pt x="1467" y="756"/>
                    <a:pt x="1451" y="506"/>
                    <a:pt x="1451" y="267"/>
                  </a:cubicBezTo>
                  <a:lnTo>
                    <a:pt x="1451" y="17"/>
                  </a:lnTo>
                  <a:cubicBezTo>
                    <a:pt x="1451" y="1"/>
                    <a:pt x="1431" y="1"/>
                    <a:pt x="1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0"/>
            <p:cNvSpPr/>
            <p:nvPr/>
          </p:nvSpPr>
          <p:spPr>
            <a:xfrm>
              <a:off x="1338035" y="1870584"/>
              <a:ext cx="6555" cy="103596"/>
            </a:xfrm>
            <a:custGeom>
              <a:rect b="b" l="l" r="r" t="t"/>
              <a:pathLst>
                <a:path extrusionOk="0" h="1043" w="66">
                  <a:moveTo>
                    <a:pt x="17" y="0"/>
                  </a:moveTo>
                  <a:lnTo>
                    <a:pt x="1" y="17"/>
                  </a:lnTo>
                  <a:cubicBezTo>
                    <a:pt x="33" y="182"/>
                    <a:pt x="17" y="336"/>
                    <a:pt x="17" y="505"/>
                  </a:cubicBezTo>
                  <a:lnTo>
                    <a:pt x="17" y="808"/>
                  </a:lnTo>
                  <a:lnTo>
                    <a:pt x="17" y="873"/>
                  </a:lnTo>
                  <a:cubicBezTo>
                    <a:pt x="17" y="925"/>
                    <a:pt x="17" y="974"/>
                    <a:pt x="49" y="1043"/>
                  </a:cubicBezTo>
                  <a:lnTo>
                    <a:pt x="66" y="1043"/>
                  </a:lnTo>
                  <a:lnTo>
                    <a:pt x="66" y="1026"/>
                  </a:lnTo>
                  <a:cubicBezTo>
                    <a:pt x="33" y="974"/>
                    <a:pt x="49" y="925"/>
                    <a:pt x="49" y="873"/>
                  </a:cubicBezTo>
                  <a:lnTo>
                    <a:pt x="49" y="808"/>
                  </a:lnTo>
                  <a:lnTo>
                    <a:pt x="49" y="505"/>
                  </a:lnTo>
                  <a:cubicBezTo>
                    <a:pt x="49" y="336"/>
                    <a:pt x="49" y="166"/>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0"/>
            <p:cNvSpPr/>
            <p:nvPr/>
          </p:nvSpPr>
          <p:spPr>
            <a:xfrm>
              <a:off x="1643857" y="3318246"/>
              <a:ext cx="6853" cy="78765"/>
            </a:xfrm>
            <a:custGeom>
              <a:rect b="b" l="l" r="r" t="t"/>
              <a:pathLst>
                <a:path extrusionOk="0" h="793" w="69">
                  <a:moveTo>
                    <a:pt x="53" y="1"/>
                  </a:moveTo>
                  <a:cubicBezTo>
                    <a:pt x="53" y="1"/>
                    <a:pt x="37" y="1"/>
                    <a:pt x="37" y="17"/>
                  </a:cubicBezTo>
                  <a:cubicBezTo>
                    <a:pt x="16" y="134"/>
                    <a:pt x="16" y="271"/>
                    <a:pt x="16" y="388"/>
                  </a:cubicBezTo>
                  <a:lnTo>
                    <a:pt x="16" y="623"/>
                  </a:lnTo>
                  <a:lnTo>
                    <a:pt x="16" y="675"/>
                  </a:lnTo>
                  <a:cubicBezTo>
                    <a:pt x="16" y="707"/>
                    <a:pt x="37" y="740"/>
                    <a:pt x="16" y="776"/>
                  </a:cubicBezTo>
                  <a:cubicBezTo>
                    <a:pt x="0" y="776"/>
                    <a:pt x="0" y="776"/>
                    <a:pt x="16" y="792"/>
                  </a:cubicBezTo>
                  <a:lnTo>
                    <a:pt x="37" y="776"/>
                  </a:lnTo>
                  <a:cubicBezTo>
                    <a:pt x="53" y="740"/>
                    <a:pt x="53" y="707"/>
                    <a:pt x="53" y="675"/>
                  </a:cubicBezTo>
                  <a:lnTo>
                    <a:pt x="53" y="623"/>
                  </a:lnTo>
                  <a:lnTo>
                    <a:pt x="53" y="388"/>
                  </a:lnTo>
                  <a:cubicBezTo>
                    <a:pt x="53" y="27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0"/>
            <p:cNvSpPr/>
            <p:nvPr/>
          </p:nvSpPr>
          <p:spPr>
            <a:xfrm>
              <a:off x="2081979" y="2505767"/>
              <a:ext cx="105185" cy="199047"/>
            </a:xfrm>
            <a:custGeom>
              <a:rect b="b" l="l" r="r" t="t"/>
              <a:pathLst>
                <a:path extrusionOk="0" h="2004" w="1059">
                  <a:moveTo>
                    <a:pt x="17" y="0"/>
                  </a:moveTo>
                  <a:cubicBezTo>
                    <a:pt x="17" y="0"/>
                    <a:pt x="1" y="0"/>
                    <a:pt x="1" y="16"/>
                  </a:cubicBezTo>
                  <a:cubicBezTo>
                    <a:pt x="1" y="133"/>
                    <a:pt x="69" y="218"/>
                    <a:pt x="118" y="303"/>
                  </a:cubicBezTo>
                  <a:cubicBezTo>
                    <a:pt x="150" y="335"/>
                    <a:pt x="170" y="372"/>
                    <a:pt x="202" y="404"/>
                  </a:cubicBezTo>
                  <a:cubicBezTo>
                    <a:pt x="372" y="707"/>
                    <a:pt x="554" y="994"/>
                    <a:pt x="724" y="1281"/>
                  </a:cubicBezTo>
                  <a:cubicBezTo>
                    <a:pt x="776" y="1345"/>
                    <a:pt x="825" y="1430"/>
                    <a:pt x="877" y="1499"/>
                  </a:cubicBezTo>
                  <a:cubicBezTo>
                    <a:pt x="893" y="1531"/>
                    <a:pt x="909" y="1547"/>
                    <a:pt x="909" y="1564"/>
                  </a:cubicBezTo>
                  <a:cubicBezTo>
                    <a:pt x="978" y="1648"/>
                    <a:pt x="1027" y="1733"/>
                    <a:pt x="1010" y="1850"/>
                  </a:cubicBezTo>
                  <a:lnTo>
                    <a:pt x="1010" y="1866"/>
                  </a:lnTo>
                  <a:cubicBezTo>
                    <a:pt x="1010" y="1903"/>
                    <a:pt x="1010" y="1951"/>
                    <a:pt x="994" y="1988"/>
                  </a:cubicBezTo>
                  <a:lnTo>
                    <a:pt x="994" y="2004"/>
                  </a:lnTo>
                  <a:lnTo>
                    <a:pt x="1010" y="2004"/>
                  </a:lnTo>
                  <a:lnTo>
                    <a:pt x="1010" y="1988"/>
                  </a:lnTo>
                  <a:cubicBezTo>
                    <a:pt x="1027" y="1951"/>
                    <a:pt x="1043" y="1903"/>
                    <a:pt x="1043" y="1866"/>
                  </a:cubicBezTo>
                  <a:lnTo>
                    <a:pt x="1043" y="1850"/>
                  </a:lnTo>
                  <a:cubicBezTo>
                    <a:pt x="1059" y="1733"/>
                    <a:pt x="994" y="1632"/>
                    <a:pt x="942" y="1547"/>
                  </a:cubicBezTo>
                  <a:cubicBezTo>
                    <a:pt x="926" y="1531"/>
                    <a:pt x="909" y="1515"/>
                    <a:pt x="893" y="1483"/>
                  </a:cubicBezTo>
                  <a:cubicBezTo>
                    <a:pt x="841" y="1414"/>
                    <a:pt x="808" y="1345"/>
                    <a:pt x="756" y="1261"/>
                  </a:cubicBezTo>
                  <a:cubicBezTo>
                    <a:pt x="574" y="978"/>
                    <a:pt x="388" y="691"/>
                    <a:pt x="219" y="388"/>
                  </a:cubicBezTo>
                  <a:cubicBezTo>
                    <a:pt x="202" y="352"/>
                    <a:pt x="170" y="319"/>
                    <a:pt x="150" y="287"/>
                  </a:cubicBezTo>
                  <a:cubicBezTo>
                    <a:pt x="85" y="202"/>
                    <a:pt x="17" y="117"/>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0"/>
            <p:cNvSpPr/>
            <p:nvPr/>
          </p:nvSpPr>
          <p:spPr>
            <a:xfrm>
              <a:off x="1672363" y="3189421"/>
              <a:ext cx="5264" cy="13409"/>
            </a:xfrm>
            <a:custGeom>
              <a:rect b="b" l="l" r="r" t="t"/>
              <a:pathLst>
                <a:path extrusionOk="0" h="135" w="53">
                  <a:moveTo>
                    <a:pt x="16" y="1"/>
                  </a:moveTo>
                  <a:cubicBezTo>
                    <a:pt x="0" y="33"/>
                    <a:pt x="0" y="69"/>
                    <a:pt x="0" y="86"/>
                  </a:cubicBezTo>
                  <a:lnTo>
                    <a:pt x="0" y="118"/>
                  </a:lnTo>
                  <a:cubicBezTo>
                    <a:pt x="0" y="134"/>
                    <a:pt x="16" y="134"/>
                    <a:pt x="16" y="134"/>
                  </a:cubicBezTo>
                  <a:lnTo>
                    <a:pt x="32" y="134"/>
                  </a:lnTo>
                  <a:lnTo>
                    <a:pt x="32" y="86"/>
                  </a:lnTo>
                  <a:cubicBezTo>
                    <a:pt x="32" y="69"/>
                    <a:pt x="32" y="33"/>
                    <a:pt x="53"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0"/>
            <p:cNvSpPr/>
            <p:nvPr/>
          </p:nvSpPr>
          <p:spPr>
            <a:xfrm>
              <a:off x="1409946" y="3590694"/>
              <a:ext cx="4867" cy="143723"/>
            </a:xfrm>
            <a:custGeom>
              <a:rect b="b" l="l" r="r" t="t"/>
              <a:pathLst>
                <a:path extrusionOk="0" h="1447" w="49">
                  <a:moveTo>
                    <a:pt x="16" y="0"/>
                  </a:moveTo>
                  <a:cubicBezTo>
                    <a:pt x="0" y="0"/>
                    <a:pt x="0" y="17"/>
                    <a:pt x="0" y="17"/>
                  </a:cubicBezTo>
                  <a:lnTo>
                    <a:pt x="0" y="271"/>
                  </a:lnTo>
                  <a:cubicBezTo>
                    <a:pt x="16" y="457"/>
                    <a:pt x="16" y="659"/>
                    <a:pt x="16" y="861"/>
                  </a:cubicBezTo>
                  <a:lnTo>
                    <a:pt x="16" y="1027"/>
                  </a:lnTo>
                  <a:cubicBezTo>
                    <a:pt x="16" y="1164"/>
                    <a:pt x="16" y="1297"/>
                    <a:pt x="0" y="1430"/>
                  </a:cubicBezTo>
                  <a:cubicBezTo>
                    <a:pt x="0" y="1447"/>
                    <a:pt x="0" y="1447"/>
                    <a:pt x="16" y="1447"/>
                  </a:cubicBezTo>
                  <a:cubicBezTo>
                    <a:pt x="16" y="1447"/>
                    <a:pt x="32" y="1447"/>
                    <a:pt x="32" y="1430"/>
                  </a:cubicBezTo>
                  <a:cubicBezTo>
                    <a:pt x="49" y="1297"/>
                    <a:pt x="49" y="1164"/>
                    <a:pt x="32" y="1027"/>
                  </a:cubicBezTo>
                  <a:lnTo>
                    <a:pt x="32" y="861"/>
                  </a:lnTo>
                  <a:lnTo>
                    <a:pt x="32" y="271"/>
                  </a:lnTo>
                  <a:lnTo>
                    <a:pt x="32" y="17"/>
                  </a:ln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0"/>
            <p:cNvSpPr/>
            <p:nvPr/>
          </p:nvSpPr>
          <p:spPr>
            <a:xfrm>
              <a:off x="1739308" y="2616117"/>
              <a:ext cx="148988" cy="277713"/>
            </a:xfrm>
            <a:custGeom>
              <a:rect b="b" l="l" r="r" t="t"/>
              <a:pathLst>
                <a:path extrusionOk="0" h="2796" w="1500">
                  <a:moveTo>
                    <a:pt x="49" y="0"/>
                  </a:moveTo>
                  <a:cubicBezTo>
                    <a:pt x="17" y="49"/>
                    <a:pt x="1" y="101"/>
                    <a:pt x="1" y="170"/>
                  </a:cubicBezTo>
                  <a:cubicBezTo>
                    <a:pt x="1" y="218"/>
                    <a:pt x="17" y="271"/>
                    <a:pt x="65" y="287"/>
                  </a:cubicBezTo>
                  <a:cubicBezTo>
                    <a:pt x="150" y="372"/>
                    <a:pt x="235" y="473"/>
                    <a:pt x="304" y="574"/>
                  </a:cubicBezTo>
                  <a:cubicBezTo>
                    <a:pt x="336" y="622"/>
                    <a:pt x="368" y="675"/>
                    <a:pt x="405" y="723"/>
                  </a:cubicBezTo>
                  <a:cubicBezTo>
                    <a:pt x="554" y="909"/>
                    <a:pt x="691" y="1111"/>
                    <a:pt x="825" y="1297"/>
                  </a:cubicBezTo>
                  <a:cubicBezTo>
                    <a:pt x="926" y="1430"/>
                    <a:pt x="1043" y="1584"/>
                    <a:pt x="1144" y="1717"/>
                  </a:cubicBezTo>
                  <a:lnTo>
                    <a:pt x="1160" y="1733"/>
                  </a:lnTo>
                  <a:cubicBezTo>
                    <a:pt x="1463" y="2137"/>
                    <a:pt x="1463" y="2137"/>
                    <a:pt x="1463" y="2626"/>
                  </a:cubicBezTo>
                  <a:cubicBezTo>
                    <a:pt x="1463" y="2695"/>
                    <a:pt x="1447" y="2727"/>
                    <a:pt x="1431" y="2759"/>
                  </a:cubicBezTo>
                  <a:lnTo>
                    <a:pt x="1431" y="2796"/>
                  </a:lnTo>
                  <a:lnTo>
                    <a:pt x="1447" y="2796"/>
                  </a:lnTo>
                  <a:lnTo>
                    <a:pt x="1447" y="2775"/>
                  </a:lnTo>
                  <a:cubicBezTo>
                    <a:pt x="1479" y="2743"/>
                    <a:pt x="1499" y="2695"/>
                    <a:pt x="1499" y="2626"/>
                  </a:cubicBezTo>
                  <a:cubicBezTo>
                    <a:pt x="1499" y="2137"/>
                    <a:pt x="1499" y="2137"/>
                    <a:pt x="1176" y="1717"/>
                  </a:cubicBezTo>
                  <a:lnTo>
                    <a:pt x="1160" y="1701"/>
                  </a:lnTo>
                  <a:cubicBezTo>
                    <a:pt x="1059" y="1563"/>
                    <a:pt x="958" y="1414"/>
                    <a:pt x="857" y="1281"/>
                  </a:cubicBezTo>
                  <a:cubicBezTo>
                    <a:pt x="708" y="1095"/>
                    <a:pt x="570" y="893"/>
                    <a:pt x="421" y="707"/>
                  </a:cubicBezTo>
                  <a:cubicBezTo>
                    <a:pt x="388" y="655"/>
                    <a:pt x="352" y="606"/>
                    <a:pt x="320" y="554"/>
                  </a:cubicBezTo>
                  <a:cubicBezTo>
                    <a:pt x="251" y="453"/>
                    <a:pt x="186" y="352"/>
                    <a:pt x="85" y="271"/>
                  </a:cubicBezTo>
                  <a:cubicBezTo>
                    <a:pt x="49" y="251"/>
                    <a:pt x="33" y="202"/>
                    <a:pt x="17" y="170"/>
                  </a:cubicBezTo>
                  <a:cubicBezTo>
                    <a:pt x="17" y="101"/>
                    <a:pt x="33" y="49"/>
                    <a:pt x="65" y="16"/>
                  </a:cubicBezTo>
                  <a:lnTo>
                    <a:pt x="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0"/>
            <p:cNvSpPr/>
            <p:nvPr/>
          </p:nvSpPr>
          <p:spPr>
            <a:xfrm>
              <a:off x="669181" y="3266497"/>
              <a:ext cx="148988" cy="159019"/>
            </a:xfrm>
            <a:custGeom>
              <a:rect b="b" l="l" r="r" t="t"/>
              <a:pathLst>
                <a:path extrusionOk="0" h="1601" w="1500">
                  <a:moveTo>
                    <a:pt x="1483" y="0"/>
                  </a:moveTo>
                  <a:cubicBezTo>
                    <a:pt x="1330" y="33"/>
                    <a:pt x="1180" y="85"/>
                    <a:pt x="1027" y="150"/>
                  </a:cubicBezTo>
                  <a:cubicBezTo>
                    <a:pt x="962" y="166"/>
                    <a:pt x="894" y="186"/>
                    <a:pt x="825" y="219"/>
                  </a:cubicBezTo>
                  <a:cubicBezTo>
                    <a:pt x="639" y="287"/>
                    <a:pt x="437" y="352"/>
                    <a:pt x="235" y="421"/>
                  </a:cubicBezTo>
                  <a:lnTo>
                    <a:pt x="102" y="469"/>
                  </a:lnTo>
                  <a:cubicBezTo>
                    <a:pt x="53" y="489"/>
                    <a:pt x="1" y="522"/>
                    <a:pt x="1" y="622"/>
                  </a:cubicBezTo>
                  <a:lnTo>
                    <a:pt x="1" y="1430"/>
                  </a:lnTo>
                  <a:lnTo>
                    <a:pt x="1" y="1499"/>
                  </a:lnTo>
                  <a:cubicBezTo>
                    <a:pt x="17" y="1531"/>
                    <a:pt x="33" y="1548"/>
                    <a:pt x="1" y="1580"/>
                  </a:cubicBezTo>
                  <a:lnTo>
                    <a:pt x="1" y="1600"/>
                  </a:lnTo>
                  <a:lnTo>
                    <a:pt x="17" y="1600"/>
                  </a:lnTo>
                  <a:cubicBezTo>
                    <a:pt x="53" y="1564"/>
                    <a:pt x="53" y="1515"/>
                    <a:pt x="33" y="1479"/>
                  </a:cubicBezTo>
                  <a:cubicBezTo>
                    <a:pt x="33" y="1463"/>
                    <a:pt x="17" y="1447"/>
                    <a:pt x="17" y="1430"/>
                  </a:cubicBezTo>
                  <a:cubicBezTo>
                    <a:pt x="33" y="1160"/>
                    <a:pt x="33" y="893"/>
                    <a:pt x="17" y="622"/>
                  </a:cubicBezTo>
                  <a:cubicBezTo>
                    <a:pt x="17" y="538"/>
                    <a:pt x="53" y="522"/>
                    <a:pt x="118" y="505"/>
                  </a:cubicBezTo>
                  <a:lnTo>
                    <a:pt x="255" y="453"/>
                  </a:lnTo>
                  <a:cubicBezTo>
                    <a:pt x="437" y="388"/>
                    <a:pt x="639" y="303"/>
                    <a:pt x="841" y="235"/>
                  </a:cubicBezTo>
                  <a:cubicBezTo>
                    <a:pt x="910" y="219"/>
                    <a:pt x="978" y="202"/>
                    <a:pt x="1027" y="166"/>
                  </a:cubicBezTo>
                  <a:lnTo>
                    <a:pt x="1483" y="17"/>
                  </a:lnTo>
                  <a:lnTo>
                    <a:pt x="1500" y="17"/>
                  </a:lnTo>
                  <a:cubicBezTo>
                    <a:pt x="1500"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0"/>
            <p:cNvSpPr/>
            <p:nvPr/>
          </p:nvSpPr>
          <p:spPr>
            <a:xfrm>
              <a:off x="2078801" y="3107577"/>
              <a:ext cx="108364" cy="212357"/>
            </a:xfrm>
            <a:custGeom>
              <a:rect b="b" l="l" r="r" t="t"/>
              <a:pathLst>
                <a:path extrusionOk="0" h="2138" w="1091">
                  <a:moveTo>
                    <a:pt x="81" y="1"/>
                  </a:moveTo>
                  <a:lnTo>
                    <a:pt x="81" y="17"/>
                  </a:lnTo>
                  <a:cubicBezTo>
                    <a:pt x="65" y="49"/>
                    <a:pt x="65" y="69"/>
                    <a:pt x="65" y="102"/>
                  </a:cubicBezTo>
                  <a:cubicBezTo>
                    <a:pt x="33" y="304"/>
                    <a:pt x="0" y="506"/>
                    <a:pt x="150" y="691"/>
                  </a:cubicBezTo>
                  <a:cubicBezTo>
                    <a:pt x="384" y="978"/>
                    <a:pt x="622" y="1281"/>
                    <a:pt x="840" y="1584"/>
                  </a:cubicBezTo>
                  <a:lnTo>
                    <a:pt x="958" y="1734"/>
                  </a:lnTo>
                  <a:cubicBezTo>
                    <a:pt x="974" y="1750"/>
                    <a:pt x="990" y="1750"/>
                    <a:pt x="990" y="1766"/>
                  </a:cubicBezTo>
                  <a:cubicBezTo>
                    <a:pt x="1026" y="1786"/>
                    <a:pt x="1059" y="1802"/>
                    <a:pt x="1042" y="1851"/>
                  </a:cubicBezTo>
                  <a:lnTo>
                    <a:pt x="1042" y="1952"/>
                  </a:lnTo>
                  <a:cubicBezTo>
                    <a:pt x="1042" y="2004"/>
                    <a:pt x="1042" y="2069"/>
                    <a:pt x="1010" y="2122"/>
                  </a:cubicBezTo>
                  <a:lnTo>
                    <a:pt x="1010" y="2138"/>
                  </a:lnTo>
                  <a:lnTo>
                    <a:pt x="1026" y="2138"/>
                  </a:lnTo>
                  <a:cubicBezTo>
                    <a:pt x="1075" y="2069"/>
                    <a:pt x="1075" y="2004"/>
                    <a:pt x="1075" y="1952"/>
                  </a:cubicBezTo>
                  <a:lnTo>
                    <a:pt x="1075" y="1851"/>
                  </a:lnTo>
                  <a:cubicBezTo>
                    <a:pt x="1091" y="1786"/>
                    <a:pt x="1042" y="1766"/>
                    <a:pt x="1010" y="1750"/>
                  </a:cubicBezTo>
                  <a:cubicBezTo>
                    <a:pt x="990" y="1734"/>
                    <a:pt x="990" y="1718"/>
                    <a:pt x="974" y="1718"/>
                  </a:cubicBezTo>
                  <a:lnTo>
                    <a:pt x="857" y="1564"/>
                  </a:lnTo>
                  <a:cubicBezTo>
                    <a:pt x="638" y="1261"/>
                    <a:pt x="420" y="958"/>
                    <a:pt x="182" y="675"/>
                  </a:cubicBezTo>
                  <a:cubicBezTo>
                    <a:pt x="33" y="489"/>
                    <a:pt x="65" y="304"/>
                    <a:pt x="81" y="102"/>
                  </a:cubicBezTo>
                  <a:cubicBezTo>
                    <a:pt x="101" y="86"/>
                    <a:pt x="101" y="49"/>
                    <a:pt x="101" y="17"/>
                  </a:cubicBezTo>
                  <a:cubicBezTo>
                    <a:pt x="101" y="17"/>
                    <a:pt x="101" y="1"/>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0"/>
            <p:cNvSpPr/>
            <p:nvPr/>
          </p:nvSpPr>
          <p:spPr>
            <a:xfrm>
              <a:off x="1518608" y="3518882"/>
              <a:ext cx="140545" cy="215535"/>
            </a:xfrm>
            <a:custGeom>
              <a:rect b="b" l="l" r="r" t="t"/>
              <a:pathLst>
                <a:path extrusionOk="0" h="2170" w="1415">
                  <a:moveTo>
                    <a:pt x="65" y="0"/>
                  </a:moveTo>
                  <a:cubicBezTo>
                    <a:pt x="1" y="49"/>
                    <a:pt x="17" y="134"/>
                    <a:pt x="33" y="186"/>
                  </a:cubicBezTo>
                  <a:lnTo>
                    <a:pt x="33" y="271"/>
                  </a:lnTo>
                  <a:cubicBezTo>
                    <a:pt x="17" y="437"/>
                    <a:pt x="17" y="606"/>
                    <a:pt x="33" y="776"/>
                  </a:cubicBezTo>
                  <a:lnTo>
                    <a:pt x="33" y="994"/>
                  </a:lnTo>
                  <a:cubicBezTo>
                    <a:pt x="33" y="1043"/>
                    <a:pt x="33" y="1079"/>
                    <a:pt x="65" y="1111"/>
                  </a:cubicBezTo>
                  <a:cubicBezTo>
                    <a:pt x="522" y="1499"/>
                    <a:pt x="942" y="1834"/>
                    <a:pt x="1330" y="2153"/>
                  </a:cubicBezTo>
                  <a:cubicBezTo>
                    <a:pt x="1346" y="2170"/>
                    <a:pt x="1362" y="2170"/>
                    <a:pt x="1378" y="2170"/>
                  </a:cubicBezTo>
                  <a:lnTo>
                    <a:pt x="1415" y="2170"/>
                  </a:lnTo>
                  <a:lnTo>
                    <a:pt x="1415" y="2137"/>
                  </a:lnTo>
                  <a:lnTo>
                    <a:pt x="1346" y="2137"/>
                  </a:lnTo>
                  <a:cubicBezTo>
                    <a:pt x="958" y="1818"/>
                    <a:pt x="538" y="1463"/>
                    <a:pt x="86" y="1095"/>
                  </a:cubicBezTo>
                  <a:cubicBezTo>
                    <a:pt x="49" y="1059"/>
                    <a:pt x="49" y="1043"/>
                    <a:pt x="49" y="994"/>
                  </a:cubicBezTo>
                  <a:lnTo>
                    <a:pt x="49" y="776"/>
                  </a:lnTo>
                  <a:cubicBezTo>
                    <a:pt x="49" y="606"/>
                    <a:pt x="49" y="437"/>
                    <a:pt x="65" y="271"/>
                  </a:cubicBezTo>
                  <a:cubicBezTo>
                    <a:pt x="65" y="235"/>
                    <a:pt x="49" y="218"/>
                    <a:pt x="49" y="186"/>
                  </a:cubicBezTo>
                  <a:cubicBezTo>
                    <a:pt x="49" y="117"/>
                    <a:pt x="33" y="69"/>
                    <a:pt x="86" y="17"/>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0"/>
            <p:cNvSpPr/>
            <p:nvPr/>
          </p:nvSpPr>
          <p:spPr>
            <a:xfrm>
              <a:off x="978578" y="3560599"/>
              <a:ext cx="4867" cy="102007"/>
            </a:xfrm>
            <a:custGeom>
              <a:rect b="b" l="l" r="r" t="t"/>
              <a:pathLst>
                <a:path extrusionOk="0" h="1027" w="49">
                  <a:moveTo>
                    <a:pt x="17" y="0"/>
                  </a:moveTo>
                  <a:cubicBezTo>
                    <a:pt x="17" y="17"/>
                    <a:pt x="0" y="17"/>
                    <a:pt x="0" y="17"/>
                  </a:cubicBezTo>
                  <a:cubicBezTo>
                    <a:pt x="17" y="118"/>
                    <a:pt x="17" y="202"/>
                    <a:pt x="17" y="303"/>
                  </a:cubicBezTo>
                  <a:lnTo>
                    <a:pt x="17" y="388"/>
                  </a:lnTo>
                  <a:cubicBezTo>
                    <a:pt x="17" y="421"/>
                    <a:pt x="0" y="473"/>
                    <a:pt x="0" y="505"/>
                  </a:cubicBezTo>
                  <a:cubicBezTo>
                    <a:pt x="0" y="675"/>
                    <a:pt x="0" y="841"/>
                    <a:pt x="17" y="1010"/>
                  </a:cubicBezTo>
                  <a:lnTo>
                    <a:pt x="33" y="1027"/>
                  </a:lnTo>
                  <a:lnTo>
                    <a:pt x="49" y="1010"/>
                  </a:lnTo>
                  <a:cubicBezTo>
                    <a:pt x="17" y="841"/>
                    <a:pt x="33" y="675"/>
                    <a:pt x="33" y="522"/>
                  </a:cubicBezTo>
                  <a:lnTo>
                    <a:pt x="33" y="388"/>
                  </a:lnTo>
                  <a:lnTo>
                    <a:pt x="33" y="303"/>
                  </a:lnTo>
                  <a:cubicBezTo>
                    <a:pt x="49" y="202"/>
                    <a:pt x="49" y="118"/>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0"/>
            <p:cNvSpPr/>
            <p:nvPr/>
          </p:nvSpPr>
          <p:spPr>
            <a:xfrm>
              <a:off x="2136906" y="2918562"/>
              <a:ext cx="3774" cy="13409"/>
            </a:xfrm>
            <a:custGeom>
              <a:rect b="b" l="l" r="r" t="t"/>
              <a:pathLst>
                <a:path extrusionOk="0" h="135" w="38">
                  <a:moveTo>
                    <a:pt x="21" y="1"/>
                  </a:moveTo>
                  <a:cubicBezTo>
                    <a:pt x="1" y="33"/>
                    <a:pt x="1" y="54"/>
                    <a:pt x="1" y="86"/>
                  </a:cubicBezTo>
                  <a:lnTo>
                    <a:pt x="1" y="118"/>
                  </a:lnTo>
                  <a:cubicBezTo>
                    <a:pt x="1" y="118"/>
                    <a:pt x="1" y="134"/>
                    <a:pt x="21" y="134"/>
                  </a:cubicBezTo>
                  <a:cubicBezTo>
                    <a:pt x="21" y="134"/>
                    <a:pt x="37" y="134"/>
                    <a:pt x="37" y="118"/>
                  </a:cubicBezTo>
                  <a:lnTo>
                    <a:pt x="37" y="86"/>
                  </a:lnTo>
                  <a:cubicBezTo>
                    <a:pt x="21" y="54"/>
                    <a:pt x="21" y="33"/>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0"/>
            <p:cNvSpPr/>
            <p:nvPr/>
          </p:nvSpPr>
          <p:spPr>
            <a:xfrm>
              <a:off x="2078801" y="3244844"/>
              <a:ext cx="102007" cy="166965"/>
            </a:xfrm>
            <a:custGeom>
              <a:rect b="b" l="l" r="r" t="t"/>
              <a:pathLst>
                <a:path extrusionOk="0" h="1681" w="1027">
                  <a:moveTo>
                    <a:pt x="81" y="0"/>
                  </a:moveTo>
                  <a:lnTo>
                    <a:pt x="81" y="16"/>
                  </a:lnTo>
                  <a:cubicBezTo>
                    <a:pt x="33" y="267"/>
                    <a:pt x="0" y="505"/>
                    <a:pt x="218" y="723"/>
                  </a:cubicBezTo>
                  <a:cubicBezTo>
                    <a:pt x="384" y="925"/>
                    <a:pt x="537" y="1127"/>
                    <a:pt x="707" y="1329"/>
                  </a:cubicBezTo>
                  <a:cubicBezTo>
                    <a:pt x="772" y="1430"/>
                    <a:pt x="857" y="1515"/>
                    <a:pt x="925" y="1616"/>
                  </a:cubicBezTo>
                  <a:cubicBezTo>
                    <a:pt x="941" y="1632"/>
                    <a:pt x="958" y="1648"/>
                    <a:pt x="990" y="1665"/>
                  </a:cubicBezTo>
                  <a:lnTo>
                    <a:pt x="1010" y="1681"/>
                  </a:lnTo>
                  <a:lnTo>
                    <a:pt x="1026" y="1681"/>
                  </a:lnTo>
                  <a:lnTo>
                    <a:pt x="1026" y="1665"/>
                  </a:lnTo>
                  <a:lnTo>
                    <a:pt x="1010" y="1648"/>
                  </a:lnTo>
                  <a:cubicBezTo>
                    <a:pt x="974" y="1632"/>
                    <a:pt x="958" y="1616"/>
                    <a:pt x="958" y="1596"/>
                  </a:cubicBezTo>
                  <a:cubicBezTo>
                    <a:pt x="873" y="1495"/>
                    <a:pt x="788" y="1414"/>
                    <a:pt x="723" y="1313"/>
                  </a:cubicBezTo>
                  <a:cubicBezTo>
                    <a:pt x="570" y="1111"/>
                    <a:pt x="404" y="909"/>
                    <a:pt x="234" y="707"/>
                  </a:cubicBezTo>
                  <a:cubicBezTo>
                    <a:pt x="33" y="505"/>
                    <a:pt x="49" y="267"/>
                    <a:pt x="101" y="16"/>
                  </a:cubicBezTo>
                  <a:cubicBezTo>
                    <a:pt x="101" y="16"/>
                    <a:pt x="101"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0"/>
            <p:cNvSpPr/>
            <p:nvPr/>
          </p:nvSpPr>
          <p:spPr>
            <a:xfrm>
              <a:off x="1408258" y="2880123"/>
              <a:ext cx="66746" cy="175805"/>
            </a:xfrm>
            <a:custGeom>
              <a:rect b="b" l="l" r="r" t="t"/>
              <a:pathLst>
                <a:path extrusionOk="0" h="1770" w="672">
                  <a:moveTo>
                    <a:pt x="17" y="0"/>
                  </a:moveTo>
                  <a:cubicBezTo>
                    <a:pt x="1" y="0"/>
                    <a:pt x="1" y="16"/>
                    <a:pt x="1" y="16"/>
                  </a:cubicBezTo>
                  <a:cubicBezTo>
                    <a:pt x="33" y="69"/>
                    <a:pt x="33" y="117"/>
                    <a:pt x="1" y="202"/>
                  </a:cubicBezTo>
                  <a:lnTo>
                    <a:pt x="1" y="218"/>
                  </a:lnTo>
                  <a:cubicBezTo>
                    <a:pt x="150" y="340"/>
                    <a:pt x="288" y="489"/>
                    <a:pt x="405" y="622"/>
                  </a:cubicBezTo>
                  <a:cubicBezTo>
                    <a:pt x="469" y="691"/>
                    <a:pt x="538" y="760"/>
                    <a:pt x="607" y="824"/>
                  </a:cubicBezTo>
                  <a:cubicBezTo>
                    <a:pt x="623" y="861"/>
                    <a:pt x="639" y="893"/>
                    <a:pt x="639" y="925"/>
                  </a:cubicBezTo>
                  <a:lnTo>
                    <a:pt x="639" y="1329"/>
                  </a:lnTo>
                  <a:lnTo>
                    <a:pt x="639" y="1652"/>
                  </a:lnTo>
                  <a:cubicBezTo>
                    <a:pt x="639" y="1685"/>
                    <a:pt x="623" y="1701"/>
                    <a:pt x="623" y="1717"/>
                  </a:cubicBezTo>
                  <a:cubicBezTo>
                    <a:pt x="623" y="1733"/>
                    <a:pt x="623" y="1733"/>
                    <a:pt x="607" y="1753"/>
                  </a:cubicBezTo>
                  <a:cubicBezTo>
                    <a:pt x="607" y="1753"/>
                    <a:pt x="607" y="1770"/>
                    <a:pt x="623" y="1770"/>
                  </a:cubicBezTo>
                  <a:lnTo>
                    <a:pt x="639" y="1753"/>
                  </a:lnTo>
                  <a:lnTo>
                    <a:pt x="639" y="1733"/>
                  </a:lnTo>
                  <a:cubicBezTo>
                    <a:pt x="655" y="1701"/>
                    <a:pt x="655" y="1685"/>
                    <a:pt x="655" y="1652"/>
                  </a:cubicBezTo>
                  <a:lnTo>
                    <a:pt x="655" y="1329"/>
                  </a:lnTo>
                  <a:cubicBezTo>
                    <a:pt x="655" y="1196"/>
                    <a:pt x="655" y="1063"/>
                    <a:pt x="671" y="925"/>
                  </a:cubicBezTo>
                  <a:cubicBezTo>
                    <a:pt x="671" y="877"/>
                    <a:pt x="655" y="844"/>
                    <a:pt x="623" y="808"/>
                  </a:cubicBezTo>
                  <a:cubicBezTo>
                    <a:pt x="554" y="743"/>
                    <a:pt x="490" y="675"/>
                    <a:pt x="421" y="606"/>
                  </a:cubicBezTo>
                  <a:cubicBezTo>
                    <a:pt x="304" y="473"/>
                    <a:pt x="187" y="319"/>
                    <a:pt x="33" y="202"/>
                  </a:cubicBezTo>
                  <a:cubicBezTo>
                    <a:pt x="49" y="154"/>
                    <a:pt x="86" y="85"/>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0"/>
            <p:cNvSpPr/>
            <p:nvPr/>
          </p:nvSpPr>
          <p:spPr>
            <a:xfrm>
              <a:off x="1332870" y="3632411"/>
              <a:ext cx="5264" cy="102007"/>
            </a:xfrm>
            <a:custGeom>
              <a:rect b="b" l="l" r="r" t="t"/>
              <a:pathLst>
                <a:path extrusionOk="0" h="1027" w="53">
                  <a:moveTo>
                    <a:pt x="17" y="1"/>
                  </a:moveTo>
                  <a:cubicBezTo>
                    <a:pt x="0" y="1"/>
                    <a:pt x="0" y="17"/>
                    <a:pt x="0" y="17"/>
                  </a:cubicBezTo>
                  <a:cubicBezTo>
                    <a:pt x="37" y="102"/>
                    <a:pt x="17" y="186"/>
                    <a:pt x="17" y="271"/>
                  </a:cubicBezTo>
                  <a:cubicBezTo>
                    <a:pt x="17" y="320"/>
                    <a:pt x="0" y="356"/>
                    <a:pt x="0" y="388"/>
                  </a:cubicBezTo>
                  <a:lnTo>
                    <a:pt x="0" y="825"/>
                  </a:lnTo>
                  <a:lnTo>
                    <a:pt x="0" y="1010"/>
                  </a:lnTo>
                  <a:cubicBezTo>
                    <a:pt x="0" y="1027"/>
                    <a:pt x="17" y="1027"/>
                    <a:pt x="17" y="1027"/>
                  </a:cubicBezTo>
                  <a:cubicBezTo>
                    <a:pt x="17" y="1027"/>
                    <a:pt x="37" y="1027"/>
                    <a:pt x="37" y="1010"/>
                  </a:cubicBezTo>
                  <a:lnTo>
                    <a:pt x="37" y="825"/>
                  </a:lnTo>
                  <a:lnTo>
                    <a:pt x="37" y="388"/>
                  </a:lnTo>
                  <a:lnTo>
                    <a:pt x="37" y="287"/>
                  </a:lnTo>
                  <a:cubicBezTo>
                    <a:pt x="53" y="186"/>
                    <a:pt x="53" y="102"/>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0"/>
            <p:cNvSpPr/>
            <p:nvPr/>
          </p:nvSpPr>
          <p:spPr>
            <a:xfrm>
              <a:off x="690833" y="1629820"/>
              <a:ext cx="122170" cy="70322"/>
            </a:xfrm>
            <a:custGeom>
              <a:rect b="b" l="l" r="r" t="t"/>
              <a:pathLst>
                <a:path extrusionOk="0" h="708" w="1230">
                  <a:moveTo>
                    <a:pt x="1213" y="1"/>
                  </a:moveTo>
                  <a:cubicBezTo>
                    <a:pt x="1080" y="33"/>
                    <a:pt x="979" y="118"/>
                    <a:pt x="861" y="182"/>
                  </a:cubicBezTo>
                  <a:cubicBezTo>
                    <a:pt x="809" y="203"/>
                    <a:pt x="777" y="235"/>
                    <a:pt x="744" y="251"/>
                  </a:cubicBezTo>
                  <a:cubicBezTo>
                    <a:pt x="558" y="352"/>
                    <a:pt x="389" y="453"/>
                    <a:pt x="219" y="554"/>
                  </a:cubicBezTo>
                  <a:cubicBezTo>
                    <a:pt x="154" y="607"/>
                    <a:pt x="70" y="639"/>
                    <a:pt x="1" y="687"/>
                  </a:cubicBezTo>
                  <a:lnTo>
                    <a:pt x="1" y="708"/>
                  </a:lnTo>
                  <a:lnTo>
                    <a:pt x="17" y="708"/>
                  </a:lnTo>
                  <a:cubicBezTo>
                    <a:pt x="86" y="655"/>
                    <a:pt x="171" y="623"/>
                    <a:pt x="239" y="570"/>
                  </a:cubicBezTo>
                  <a:lnTo>
                    <a:pt x="744" y="267"/>
                  </a:lnTo>
                  <a:cubicBezTo>
                    <a:pt x="793" y="251"/>
                    <a:pt x="825" y="219"/>
                    <a:pt x="878" y="203"/>
                  </a:cubicBezTo>
                  <a:cubicBezTo>
                    <a:pt x="979" y="134"/>
                    <a:pt x="1096" y="65"/>
                    <a:pt x="1213" y="17"/>
                  </a:cubicBezTo>
                  <a:cubicBezTo>
                    <a:pt x="1229" y="17"/>
                    <a:pt x="1229" y="17"/>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0"/>
            <p:cNvSpPr/>
            <p:nvPr/>
          </p:nvSpPr>
          <p:spPr>
            <a:xfrm>
              <a:off x="1137498" y="1786753"/>
              <a:ext cx="6456" cy="102007"/>
            </a:xfrm>
            <a:custGeom>
              <a:rect b="b" l="l" r="r" t="t"/>
              <a:pathLst>
                <a:path extrusionOk="0" h="1027" w="65">
                  <a:moveTo>
                    <a:pt x="16" y="0"/>
                  </a:moveTo>
                  <a:cubicBezTo>
                    <a:pt x="0" y="0"/>
                    <a:pt x="0" y="16"/>
                    <a:pt x="0" y="16"/>
                  </a:cubicBezTo>
                  <a:cubicBezTo>
                    <a:pt x="16" y="186"/>
                    <a:pt x="16" y="356"/>
                    <a:pt x="16" y="521"/>
                  </a:cubicBezTo>
                  <a:lnTo>
                    <a:pt x="16" y="844"/>
                  </a:lnTo>
                  <a:lnTo>
                    <a:pt x="16" y="893"/>
                  </a:lnTo>
                  <a:cubicBezTo>
                    <a:pt x="16" y="925"/>
                    <a:pt x="0" y="978"/>
                    <a:pt x="49" y="1010"/>
                  </a:cubicBezTo>
                  <a:lnTo>
                    <a:pt x="49" y="1026"/>
                  </a:lnTo>
                  <a:lnTo>
                    <a:pt x="65" y="1010"/>
                  </a:lnTo>
                  <a:lnTo>
                    <a:pt x="65" y="994"/>
                  </a:lnTo>
                  <a:cubicBezTo>
                    <a:pt x="32" y="962"/>
                    <a:pt x="32" y="925"/>
                    <a:pt x="32" y="893"/>
                  </a:cubicBezTo>
                  <a:cubicBezTo>
                    <a:pt x="32" y="877"/>
                    <a:pt x="49" y="861"/>
                    <a:pt x="32" y="844"/>
                  </a:cubicBezTo>
                  <a:lnTo>
                    <a:pt x="32" y="521"/>
                  </a:lnTo>
                  <a:cubicBezTo>
                    <a:pt x="49" y="356"/>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0"/>
            <p:cNvSpPr/>
            <p:nvPr/>
          </p:nvSpPr>
          <p:spPr>
            <a:xfrm>
              <a:off x="1261058" y="3608473"/>
              <a:ext cx="150577" cy="125944"/>
            </a:xfrm>
            <a:custGeom>
              <a:rect b="b" l="l" r="r" t="t"/>
              <a:pathLst>
                <a:path extrusionOk="0" h="1268" w="1516">
                  <a:moveTo>
                    <a:pt x="1503" y="0"/>
                  </a:moveTo>
                  <a:cubicBezTo>
                    <a:pt x="1501" y="0"/>
                    <a:pt x="1499" y="2"/>
                    <a:pt x="1499" y="7"/>
                  </a:cubicBezTo>
                  <a:cubicBezTo>
                    <a:pt x="1398" y="23"/>
                    <a:pt x="1297" y="56"/>
                    <a:pt x="1196" y="92"/>
                  </a:cubicBezTo>
                  <a:cubicBezTo>
                    <a:pt x="925" y="157"/>
                    <a:pt x="639" y="242"/>
                    <a:pt x="356" y="326"/>
                  </a:cubicBezTo>
                  <a:cubicBezTo>
                    <a:pt x="336" y="326"/>
                    <a:pt x="303" y="343"/>
                    <a:pt x="287" y="343"/>
                  </a:cubicBezTo>
                  <a:cubicBezTo>
                    <a:pt x="244" y="356"/>
                    <a:pt x="203" y="383"/>
                    <a:pt x="152" y="383"/>
                  </a:cubicBezTo>
                  <a:cubicBezTo>
                    <a:pt x="141" y="383"/>
                    <a:pt x="130" y="382"/>
                    <a:pt x="117" y="379"/>
                  </a:cubicBezTo>
                  <a:cubicBezTo>
                    <a:pt x="85" y="379"/>
                    <a:pt x="69" y="395"/>
                    <a:pt x="53" y="411"/>
                  </a:cubicBezTo>
                  <a:cubicBezTo>
                    <a:pt x="16" y="444"/>
                    <a:pt x="0" y="480"/>
                    <a:pt x="0" y="528"/>
                  </a:cubicBezTo>
                  <a:cubicBezTo>
                    <a:pt x="16" y="698"/>
                    <a:pt x="16" y="884"/>
                    <a:pt x="16" y="1050"/>
                  </a:cubicBezTo>
                  <a:lnTo>
                    <a:pt x="16" y="1251"/>
                  </a:lnTo>
                  <a:lnTo>
                    <a:pt x="16" y="1268"/>
                  </a:lnTo>
                  <a:cubicBezTo>
                    <a:pt x="33" y="1268"/>
                    <a:pt x="33" y="1268"/>
                    <a:pt x="33" y="1251"/>
                  </a:cubicBezTo>
                  <a:lnTo>
                    <a:pt x="33" y="1050"/>
                  </a:lnTo>
                  <a:cubicBezTo>
                    <a:pt x="33" y="884"/>
                    <a:pt x="53" y="698"/>
                    <a:pt x="33" y="528"/>
                  </a:cubicBezTo>
                  <a:cubicBezTo>
                    <a:pt x="33" y="480"/>
                    <a:pt x="53" y="444"/>
                    <a:pt x="69" y="427"/>
                  </a:cubicBezTo>
                  <a:cubicBezTo>
                    <a:pt x="85" y="411"/>
                    <a:pt x="101" y="411"/>
                    <a:pt x="117" y="411"/>
                  </a:cubicBezTo>
                  <a:cubicBezTo>
                    <a:pt x="186" y="411"/>
                    <a:pt x="235" y="395"/>
                    <a:pt x="287" y="379"/>
                  </a:cubicBezTo>
                  <a:cubicBezTo>
                    <a:pt x="319" y="359"/>
                    <a:pt x="336" y="359"/>
                    <a:pt x="372" y="343"/>
                  </a:cubicBezTo>
                  <a:cubicBezTo>
                    <a:pt x="639" y="278"/>
                    <a:pt x="925" y="193"/>
                    <a:pt x="1212" y="108"/>
                  </a:cubicBezTo>
                  <a:cubicBezTo>
                    <a:pt x="1297" y="92"/>
                    <a:pt x="1398" y="56"/>
                    <a:pt x="1499" y="23"/>
                  </a:cubicBezTo>
                  <a:cubicBezTo>
                    <a:pt x="1515" y="23"/>
                    <a:pt x="1515" y="23"/>
                    <a:pt x="1515" y="7"/>
                  </a:cubicBezTo>
                  <a:cubicBezTo>
                    <a:pt x="1515" y="7"/>
                    <a:pt x="1508"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0"/>
            <p:cNvSpPr/>
            <p:nvPr/>
          </p:nvSpPr>
          <p:spPr>
            <a:xfrm>
              <a:off x="1582077" y="3259644"/>
              <a:ext cx="6853" cy="77176"/>
            </a:xfrm>
            <a:custGeom>
              <a:rect b="b" l="l" r="r" t="t"/>
              <a:pathLst>
                <a:path extrusionOk="0" h="777" w="69">
                  <a:moveTo>
                    <a:pt x="53" y="1"/>
                  </a:moveTo>
                  <a:cubicBezTo>
                    <a:pt x="53" y="1"/>
                    <a:pt x="32" y="1"/>
                    <a:pt x="32" y="17"/>
                  </a:cubicBezTo>
                  <a:cubicBezTo>
                    <a:pt x="16" y="134"/>
                    <a:pt x="16" y="271"/>
                    <a:pt x="16" y="389"/>
                  </a:cubicBezTo>
                  <a:cubicBezTo>
                    <a:pt x="16" y="473"/>
                    <a:pt x="32" y="558"/>
                    <a:pt x="16" y="639"/>
                  </a:cubicBezTo>
                  <a:lnTo>
                    <a:pt x="16" y="675"/>
                  </a:lnTo>
                  <a:cubicBezTo>
                    <a:pt x="32" y="708"/>
                    <a:pt x="32" y="740"/>
                    <a:pt x="16" y="760"/>
                  </a:cubicBezTo>
                  <a:cubicBezTo>
                    <a:pt x="0" y="776"/>
                    <a:pt x="16" y="776"/>
                    <a:pt x="16" y="776"/>
                  </a:cubicBezTo>
                  <a:lnTo>
                    <a:pt x="32" y="776"/>
                  </a:lnTo>
                  <a:cubicBezTo>
                    <a:pt x="53" y="740"/>
                    <a:pt x="53" y="708"/>
                    <a:pt x="53" y="675"/>
                  </a:cubicBezTo>
                  <a:lnTo>
                    <a:pt x="53" y="639"/>
                  </a:lnTo>
                  <a:lnTo>
                    <a:pt x="53" y="389"/>
                  </a:lnTo>
                  <a:cubicBezTo>
                    <a:pt x="53" y="271"/>
                    <a:pt x="53" y="134"/>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0"/>
            <p:cNvSpPr/>
            <p:nvPr/>
          </p:nvSpPr>
          <p:spPr>
            <a:xfrm>
              <a:off x="1924649" y="3010537"/>
              <a:ext cx="127335" cy="235996"/>
            </a:xfrm>
            <a:custGeom>
              <a:rect b="b" l="l" r="r" t="t"/>
              <a:pathLst>
                <a:path extrusionOk="0" h="2376" w="1282">
                  <a:moveTo>
                    <a:pt x="17" y="0"/>
                  </a:moveTo>
                  <a:cubicBezTo>
                    <a:pt x="1" y="117"/>
                    <a:pt x="1" y="238"/>
                    <a:pt x="102" y="339"/>
                  </a:cubicBezTo>
                  <a:cubicBezTo>
                    <a:pt x="255" y="521"/>
                    <a:pt x="389" y="707"/>
                    <a:pt x="522" y="877"/>
                  </a:cubicBezTo>
                  <a:cubicBezTo>
                    <a:pt x="591" y="962"/>
                    <a:pt x="643" y="1026"/>
                    <a:pt x="692" y="1095"/>
                  </a:cubicBezTo>
                  <a:cubicBezTo>
                    <a:pt x="744" y="1164"/>
                    <a:pt x="793" y="1228"/>
                    <a:pt x="861" y="1297"/>
                  </a:cubicBezTo>
                  <a:cubicBezTo>
                    <a:pt x="962" y="1430"/>
                    <a:pt x="1080" y="1584"/>
                    <a:pt x="1181" y="1717"/>
                  </a:cubicBezTo>
                  <a:cubicBezTo>
                    <a:pt x="1229" y="1786"/>
                    <a:pt x="1265" y="1854"/>
                    <a:pt x="1249" y="1919"/>
                  </a:cubicBezTo>
                  <a:lnTo>
                    <a:pt x="1249" y="2089"/>
                  </a:lnTo>
                  <a:cubicBezTo>
                    <a:pt x="1249" y="2173"/>
                    <a:pt x="1265" y="2274"/>
                    <a:pt x="1229" y="2359"/>
                  </a:cubicBezTo>
                  <a:cubicBezTo>
                    <a:pt x="1213" y="2359"/>
                    <a:pt x="1229" y="2375"/>
                    <a:pt x="1229" y="2375"/>
                  </a:cubicBezTo>
                  <a:lnTo>
                    <a:pt x="1249" y="2359"/>
                  </a:lnTo>
                  <a:cubicBezTo>
                    <a:pt x="1282" y="2274"/>
                    <a:pt x="1282" y="2173"/>
                    <a:pt x="1282" y="2089"/>
                  </a:cubicBezTo>
                  <a:cubicBezTo>
                    <a:pt x="1282" y="2036"/>
                    <a:pt x="1265" y="1988"/>
                    <a:pt x="1282" y="1919"/>
                  </a:cubicBezTo>
                  <a:cubicBezTo>
                    <a:pt x="1282" y="1834"/>
                    <a:pt x="1265" y="1769"/>
                    <a:pt x="1213" y="1701"/>
                  </a:cubicBezTo>
                  <a:cubicBezTo>
                    <a:pt x="1096" y="1567"/>
                    <a:pt x="979" y="1414"/>
                    <a:pt x="878" y="1281"/>
                  </a:cubicBezTo>
                  <a:cubicBezTo>
                    <a:pt x="825" y="1212"/>
                    <a:pt x="777" y="1147"/>
                    <a:pt x="724" y="1079"/>
                  </a:cubicBezTo>
                  <a:cubicBezTo>
                    <a:pt x="659" y="1010"/>
                    <a:pt x="607" y="945"/>
                    <a:pt x="558" y="861"/>
                  </a:cubicBezTo>
                  <a:cubicBezTo>
                    <a:pt x="405" y="691"/>
                    <a:pt x="272" y="505"/>
                    <a:pt x="118" y="319"/>
                  </a:cubicBezTo>
                  <a:cubicBezTo>
                    <a:pt x="17" y="218"/>
                    <a:pt x="17" y="117"/>
                    <a:pt x="53" y="16"/>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0"/>
            <p:cNvSpPr/>
            <p:nvPr/>
          </p:nvSpPr>
          <p:spPr>
            <a:xfrm>
              <a:off x="1735732" y="3570630"/>
              <a:ext cx="98828" cy="163787"/>
            </a:xfrm>
            <a:custGeom>
              <a:rect b="b" l="l" r="r" t="t"/>
              <a:pathLst>
                <a:path extrusionOk="0" h="1649" w="995">
                  <a:moveTo>
                    <a:pt x="53" y="0"/>
                  </a:moveTo>
                  <a:cubicBezTo>
                    <a:pt x="37" y="0"/>
                    <a:pt x="37" y="0"/>
                    <a:pt x="37" y="17"/>
                  </a:cubicBezTo>
                  <a:cubicBezTo>
                    <a:pt x="0" y="271"/>
                    <a:pt x="0" y="522"/>
                    <a:pt x="0" y="724"/>
                  </a:cubicBezTo>
                  <a:cubicBezTo>
                    <a:pt x="0" y="776"/>
                    <a:pt x="20" y="808"/>
                    <a:pt x="69" y="841"/>
                  </a:cubicBezTo>
                  <a:cubicBezTo>
                    <a:pt x="271" y="1027"/>
                    <a:pt x="489" y="1229"/>
                    <a:pt x="691" y="1414"/>
                  </a:cubicBezTo>
                  <a:cubicBezTo>
                    <a:pt x="776" y="1483"/>
                    <a:pt x="845" y="1548"/>
                    <a:pt x="893" y="1616"/>
                  </a:cubicBezTo>
                  <a:cubicBezTo>
                    <a:pt x="929" y="1649"/>
                    <a:pt x="946" y="1649"/>
                    <a:pt x="962" y="1649"/>
                  </a:cubicBezTo>
                  <a:lnTo>
                    <a:pt x="978" y="1649"/>
                  </a:lnTo>
                  <a:cubicBezTo>
                    <a:pt x="978" y="1649"/>
                    <a:pt x="994" y="1649"/>
                    <a:pt x="994" y="1632"/>
                  </a:cubicBezTo>
                  <a:lnTo>
                    <a:pt x="978" y="1616"/>
                  </a:lnTo>
                  <a:cubicBezTo>
                    <a:pt x="946" y="1616"/>
                    <a:pt x="929" y="1616"/>
                    <a:pt x="909" y="1600"/>
                  </a:cubicBezTo>
                  <a:cubicBezTo>
                    <a:pt x="861" y="1531"/>
                    <a:pt x="792" y="1467"/>
                    <a:pt x="707" y="1398"/>
                  </a:cubicBezTo>
                  <a:cubicBezTo>
                    <a:pt x="505" y="1212"/>
                    <a:pt x="287" y="1010"/>
                    <a:pt x="85" y="825"/>
                  </a:cubicBezTo>
                  <a:cubicBezTo>
                    <a:pt x="53" y="808"/>
                    <a:pt x="37" y="776"/>
                    <a:pt x="37" y="724"/>
                  </a:cubicBezTo>
                  <a:cubicBezTo>
                    <a:pt x="37" y="522"/>
                    <a:pt x="37" y="271"/>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0"/>
            <p:cNvSpPr/>
            <p:nvPr/>
          </p:nvSpPr>
          <p:spPr>
            <a:xfrm>
              <a:off x="1416701" y="1611346"/>
              <a:ext cx="81943" cy="249306"/>
            </a:xfrm>
            <a:custGeom>
              <a:rect b="b" l="l" r="r" t="t"/>
              <a:pathLst>
                <a:path extrusionOk="0" h="2510" w="825">
                  <a:moveTo>
                    <a:pt x="17" y="1"/>
                  </a:moveTo>
                  <a:cubicBezTo>
                    <a:pt x="1" y="1"/>
                    <a:pt x="1" y="17"/>
                    <a:pt x="1" y="17"/>
                  </a:cubicBezTo>
                  <a:cubicBezTo>
                    <a:pt x="1" y="17"/>
                    <a:pt x="1" y="33"/>
                    <a:pt x="17" y="33"/>
                  </a:cubicBezTo>
                  <a:cubicBezTo>
                    <a:pt x="49" y="33"/>
                    <a:pt x="65" y="49"/>
                    <a:pt x="82" y="86"/>
                  </a:cubicBezTo>
                  <a:lnTo>
                    <a:pt x="102" y="102"/>
                  </a:lnTo>
                  <a:cubicBezTo>
                    <a:pt x="284" y="405"/>
                    <a:pt x="469" y="692"/>
                    <a:pt x="655" y="974"/>
                  </a:cubicBezTo>
                  <a:lnTo>
                    <a:pt x="788" y="1213"/>
                  </a:lnTo>
                  <a:lnTo>
                    <a:pt x="788" y="2340"/>
                  </a:lnTo>
                  <a:lnTo>
                    <a:pt x="788" y="2372"/>
                  </a:lnTo>
                  <a:cubicBezTo>
                    <a:pt x="788" y="2388"/>
                    <a:pt x="809" y="2408"/>
                    <a:pt x="788" y="2425"/>
                  </a:cubicBezTo>
                  <a:cubicBezTo>
                    <a:pt x="788" y="2441"/>
                    <a:pt x="788" y="2441"/>
                    <a:pt x="772" y="2457"/>
                  </a:cubicBezTo>
                  <a:lnTo>
                    <a:pt x="772" y="2489"/>
                  </a:lnTo>
                  <a:lnTo>
                    <a:pt x="772" y="2509"/>
                  </a:lnTo>
                  <a:lnTo>
                    <a:pt x="788" y="2509"/>
                  </a:lnTo>
                  <a:lnTo>
                    <a:pt x="788" y="2489"/>
                  </a:lnTo>
                  <a:lnTo>
                    <a:pt x="809" y="2473"/>
                  </a:lnTo>
                  <a:cubicBezTo>
                    <a:pt x="809" y="2457"/>
                    <a:pt x="825" y="2441"/>
                    <a:pt x="825" y="2425"/>
                  </a:cubicBezTo>
                  <a:lnTo>
                    <a:pt x="825" y="2356"/>
                  </a:lnTo>
                  <a:lnTo>
                    <a:pt x="825" y="2340"/>
                  </a:lnTo>
                  <a:lnTo>
                    <a:pt x="825" y="1213"/>
                  </a:lnTo>
                  <a:lnTo>
                    <a:pt x="825" y="1196"/>
                  </a:lnTo>
                  <a:lnTo>
                    <a:pt x="671" y="958"/>
                  </a:lnTo>
                  <a:cubicBezTo>
                    <a:pt x="485" y="671"/>
                    <a:pt x="304" y="389"/>
                    <a:pt x="118" y="86"/>
                  </a:cubicBezTo>
                  <a:lnTo>
                    <a:pt x="102" y="65"/>
                  </a:lnTo>
                  <a:cubicBezTo>
                    <a:pt x="8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0"/>
            <p:cNvSpPr/>
            <p:nvPr/>
          </p:nvSpPr>
          <p:spPr>
            <a:xfrm>
              <a:off x="941629" y="1711664"/>
              <a:ext cx="5364" cy="102007"/>
            </a:xfrm>
            <a:custGeom>
              <a:rect b="b" l="l" r="r" t="t"/>
              <a:pathLst>
                <a:path extrusionOk="0" h="1027" w="54">
                  <a:moveTo>
                    <a:pt x="17" y="1"/>
                  </a:moveTo>
                  <a:cubicBezTo>
                    <a:pt x="1" y="1"/>
                    <a:pt x="1" y="17"/>
                    <a:pt x="1" y="17"/>
                  </a:cubicBezTo>
                  <a:cubicBezTo>
                    <a:pt x="17" y="134"/>
                    <a:pt x="17" y="251"/>
                    <a:pt x="17" y="352"/>
                  </a:cubicBezTo>
                  <a:lnTo>
                    <a:pt x="17" y="538"/>
                  </a:lnTo>
                  <a:lnTo>
                    <a:pt x="17" y="857"/>
                  </a:lnTo>
                  <a:lnTo>
                    <a:pt x="17" y="1011"/>
                  </a:lnTo>
                  <a:lnTo>
                    <a:pt x="17" y="1027"/>
                  </a:lnTo>
                  <a:cubicBezTo>
                    <a:pt x="37" y="1027"/>
                    <a:pt x="37" y="1011"/>
                    <a:pt x="37" y="1011"/>
                  </a:cubicBezTo>
                  <a:lnTo>
                    <a:pt x="37" y="857"/>
                  </a:lnTo>
                  <a:lnTo>
                    <a:pt x="37" y="538"/>
                  </a:lnTo>
                  <a:lnTo>
                    <a:pt x="37" y="352"/>
                  </a:lnTo>
                  <a:cubicBezTo>
                    <a:pt x="37" y="251"/>
                    <a:pt x="53" y="134"/>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0"/>
            <p:cNvSpPr/>
            <p:nvPr/>
          </p:nvSpPr>
          <p:spPr>
            <a:xfrm>
              <a:off x="1332870" y="3453427"/>
              <a:ext cx="5264" cy="100418"/>
            </a:xfrm>
            <a:custGeom>
              <a:rect b="b" l="l" r="r" t="t"/>
              <a:pathLst>
                <a:path extrusionOk="0" h="1011" w="53">
                  <a:moveTo>
                    <a:pt x="17" y="1"/>
                  </a:moveTo>
                  <a:cubicBezTo>
                    <a:pt x="0" y="1"/>
                    <a:pt x="0" y="21"/>
                    <a:pt x="0" y="21"/>
                  </a:cubicBezTo>
                  <a:cubicBezTo>
                    <a:pt x="17" y="138"/>
                    <a:pt x="17" y="255"/>
                    <a:pt x="17" y="356"/>
                  </a:cubicBezTo>
                  <a:lnTo>
                    <a:pt x="17" y="542"/>
                  </a:lnTo>
                  <a:lnTo>
                    <a:pt x="17" y="861"/>
                  </a:lnTo>
                  <a:lnTo>
                    <a:pt x="17" y="1011"/>
                  </a:lnTo>
                  <a:lnTo>
                    <a:pt x="53" y="1011"/>
                  </a:lnTo>
                  <a:lnTo>
                    <a:pt x="53" y="861"/>
                  </a:lnTo>
                  <a:lnTo>
                    <a:pt x="53" y="542"/>
                  </a:lnTo>
                  <a:cubicBezTo>
                    <a:pt x="37" y="474"/>
                    <a:pt x="53" y="425"/>
                    <a:pt x="53" y="356"/>
                  </a:cubicBezTo>
                  <a:cubicBezTo>
                    <a:pt x="53" y="255"/>
                    <a:pt x="53" y="138"/>
                    <a:pt x="37" y="21"/>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0"/>
            <p:cNvSpPr/>
            <p:nvPr/>
          </p:nvSpPr>
          <p:spPr>
            <a:xfrm>
              <a:off x="669181" y="2450344"/>
              <a:ext cx="150577" cy="180672"/>
            </a:xfrm>
            <a:custGeom>
              <a:rect b="b" l="l" r="r" t="t"/>
              <a:pathLst>
                <a:path extrusionOk="0" h="1819" w="1516">
                  <a:moveTo>
                    <a:pt x="1467" y="1"/>
                  </a:moveTo>
                  <a:lnTo>
                    <a:pt x="1467" y="21"/>
                  </a:lnTo>
                  <a:cubicBezTo>
                    <a:pt x="1483" y="37"/>
                    <a:pt x="1483" y="69"/>
                    <a:pt x="1483" y="102"/>
                  </a:cubicBezTo>
                  <a:lnTo>
                    <a:pt x="1483" y="122"/>
                  </a:lnTo>
                  <a:lnTo>
                    <a:pt x="1483" y="388"/>
                  </a:lnTo>
                  <a:lnTo>
                    <a:pt x="1483" y="978"/>
                  </a:lnTo>
                  <a:cubicBezTo>
                    <a:pt x="1483" y="1079"/>
                    <a:pt x="1467" y="1112"/>
                    <a:pt x="1382" y="1148"/>
                  </a:cubicBezTo>
                  <a:cubicBezTo>
                    <a:pt x="1027" y="1297"/>
                    <a:pt x="692" y="1467"/>
                    <a:pt x="372" y="1617"/>
                  </a:cubicBezTo>
                  <a:cubicBezTo>
                    <a:pt x="255" y="1669"/>
                    <a:pt x="134" y="1738"/>
                    <a:pt x="17" y="1786"/>
                  </a:cubicBezTo>
                  <a:lnTo>
                    <a:pt x="1" y="1802"/>
                  </a:lnTo>
                  <a:lnTo>
                    <a:pt x="1" y="1819"/>
                  </a:lnTo>
                  <a:lnTo>
                    <a:pt x="33" y="1819"/>
                  </a:lnTo>
                  <a:lnTo>
                    <a:pt x="33" y="1802"/>
                  </a:lnTo>
                  <a:cubicBezTo>
                    <a:pt x="154" y="1754"/>
                    <a:pt x="271" y="1701"/>
                    <a:pt x="372" y="1653"/>
                  </a:cubicBezTo>
                  <a:cubicBezTo>
                    <a:pt x="708" y="1483"/>
                    <a:pt x="1043" y="1334"/>
                    <a:pt x="1382" y="1180"/>
                  </a:cubicBezTo>
                  <a:cubicBezTo>
                    <a:pt x="1483" y="1132"/>
                    <a:pt x="1516" y="1095"/>
                    <a:pt x="1516" y="978"/>
                  </a:cubicBezTo>
                  <a:lnTo>
                    <a:pt x="1516" y="388"/>
                  </a:lnTo>
                  <a:lnTo>
                    <a:pt x="1516" y="122"/>
                  </a:lnTo>
                  <a:lnTo>
                    <a:pt x="1516" y="102"/>
                  </a:lnTo>
                  <a:cubicBezTo>
                    <a:pt x="1516" y="69"/>
                    <a:pt x="1516" y="3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0"/>
            <p:cNvSpPr/>
            <p:nvPr/>
          </p:nvSpPr>
          <p:spPr>
            <a:xfrm>
              <a:off x="669181" y="1452922"/>
              <a:ext cx="142134" cy="187029"/>
            </a:xfrm>
            <a:custGeom>
              <a:rect b="b" l="l" r="r" t="t"/>
              <a:pathLst>
                <a:path extrusionOk="0" h="1883" w="1431">
                  <a:moveTo>
                    <a:pt x="1423" y="0"/>
                  </a:moveTo>
                  <a:cubicBezTo>
                    <a:pt x="1419" y="0"/>
                    <a:pt x="1415" y="4"/>
                    <a:pt x="1415" y="12"/>
                  </a:cubicBezTo>
                  <a:lnTo>
                    <a:pt x="1346" y="44"/>
                  </a:lnTo>
                  <a:cubicBezTo>
                    <a:pt x="1011" y="246"/>
                    <a:pt x="675" y="469"/>
                    <a:pt x="336" y="671"/>
                  </a:cubicBezTo>
                  <a:cubicBezTo>
                    <a:pt x="320" y="671"/>
                    <a:pt x="320" y="687"/>
                    <a:pt x="320" y="687"/>
                  </a:cubicBezTo>
                  <a:lnTo>
                    <a:pt x="304" y="687"/>
                  </a:lnTo>
                  <a:cubicBezTo>
                    <a:pt x="17" y="772"/>
                    <a:pt x="1" y="990"/>
                    <a:pt x="17" y="1192"/>
                  </a:cubicBezTo>
                  <a:cubicBezTo>
                    <a:pt x="33" y="1309"/>
                    <a:pt x="33" y="1442"/>
                    <a:pt x="33" y="1559"/>
                  </a:cubicBezTo>
                  <a:lnTo>
                    <a:pt x="33" y="1729"/>
                  </a:lnTo>
                  <a:lnTo>
                    <a:pt x="33" y="1761"/>
                  </a:lnTo>
                  <a:cubicBezTo>
                    <a:pt x="17" y="1798"/>
                    <a:pt x="17" y="1846"/>
                    <a:pt x="53" y="1883"/>
                  </a:cubicBezTo>
                  <a:lnTo>
                    <a:pt x="70" y="1883"/>
                  </a:lnTo>
                  <a:lnTo>
                    <a:pt x="70" y="1862"/>
                  </a:lnTo>
                  <a:cubicBezTo>
                    <a:pt x="53" y="1830"/>
                    <a:pt x="53" y="1798"/>
                    <a:pt x="53" y="1761"/>
                  </a:cubicBezTo>
                  <a:lnTo>
                    <a:pt x="53" y="1729"/>
                  </a:lnTo>
                  <a:lnTo>
                    <a:pt x="53" y="1559"/>
                  </a:lnTo>
                  <a:cubicBezTo>
                    <a:pt x="53" y="1442"/>
                    <a:pt x="70" y="1309"/>
                    <a:pt x="53" y="1192"/>
                  </a:cubicBezTo>
                  <a:cubicBezTo>
                    <a:pt x="17" y="921"/>
                    <a:pt x="102" y="788"/>
                    <a:pt x="320" y="719"/>
                  </a:cubicBezTo>
                  <a:lnTo>
                    <a:pt x="336" y="703"/>
                  </a:lnTo>
                  <a:lnTo>
                    <a:pt x="336" y="687"/>
                  </a:lnTo>
                  <a:cubicBezTo>
                    <a:pt x="692" y="485"/>
                    <a:pt x="1027" y="267"/>
                    <a:pt x="1366" y="65"/>
                  </a:cubicBezTo>
                  <a:lnTo>
                    <a:pt x="1431" y="28"/>
                  </a:lnTo>
                  <a:lnTo>
                    <a:pt x="1431" y="12"/>
                  </a:lnTo>
                  <a:cubicBezTo>
                    <a:pt x="1431" y="4"/>
                    <a:pt x="1427" y="0"/>
                    <a:pt x="14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0"/>
            <p:cNvSpPr/>
            <p:nvPr/>
          </p:nvSpPr>
          <p:spPr>
            <a:xfrm>
              <a:off x="1443220" y="2771362"/>
              <a:ext cx="5264" cy="77176"/>
            </a:xfrm>
            <a:custGeom>
              <a:rect b="b" l="l" r="r" t="t"/>
              <a:pathLst>
                <a:path extrusionOk="0" h="777" w="53">
                  <a:moveTo>
                    <a:pt x="37" y="0"/>
                  </a:moveTo>
                  <a:cubicBezTo>
                    <a:pt x="17" y="138"/>
                    <a:pt x="17" y="271"/>
                    <a:pt x="17" y="388"/>
                  </a:cubicBezTo>
                  <a:lnTo>
                    <a:pt x="17" y="627"/>
                  </a:lnTo>
                  <a:lnTo>
                    <a:pt x="17" y="675"/>
                  </a:lnTo>
                  <a:cubicBezTo>
                    <a:pt x="17" y="707"/>
                    <a:pt x="17" y="728"/>
                    <a:pt x="0" y="760"/>
                  </a:cubicBezTo>
                  <a:lnTo>
                    <a:pt x="0" y="776"/>
                  </a:lnTo>
                  <a:lnTo>
                    <a:pt x="37" y="776"/>
                  </a:lnTo>
                  <a:cubicBezTo>
                    <a:pt x="53" y="744"/>
                    <a:pt x="53" y="707"/>
                    <a:pt x="53" y="675"/>
                  </a:cubicBezTo>
                  <a:cubicBezTo>
                    <a:pt x="37" y="659"/>
                    <a:pt x="37" y="643"/>
                    <a:pt x="37" y="627"/>
                  </a:cubicBezTo>
                  <a:cubicBezTo>
                    <a:pt x="53" y="558"/>
                    <a:pt x="53" y="473"/>
                    <a:pt x="37" y="388"/>
                  </a:cubicBezTo>
                  <a:cubicBezTo>
                    <a:pt x="37" y="271"/>
                    <a:pt x="37" y="138"/>
                    <a:pt x="53" y="21"/>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0"/>
            <p:cNvSpPr/>
            <p:nvPr/>
          </p:nvSpPr>
          <p:spPr>
            <a:xfrm>
              <a:off x="1735732" y="3385290"/>
              <a:ext cx="154152" cy="244042"/>
            </a:xfrm>
            <a:custGeom>
              <a:rect b="b" l="l" r="r" t="t"/>
              <a:pathLst>
                <a:path extrusionOk="0" h="2457" w="1552">
                  <a:moveTo>
                    <a:pt x="53" y="0"/>
                  </a:moveTo>
                  <a:cubicBezTo>
                    <a:pt x="0" y="133"/>
                    <a:pt x="0" y="218"/>
                    <a:pt x="121" y="335"/>
                  </a:cubicBezTo>
                  <a:cubicBezTo>
                    <a:pt x="457" y="638"/>
                    <a:pt x="776" y="974"/>
                    <a:pt x="1095" y="1293"/>
                  </a:cubicBezTo>
                  <a:cubicBezTo>
                    <a:pt x="1212" y="1430"/>
                    <a:pt x="1350" y="1547"/>
                    <a:pt x="1467" y="1681"/>
                  </a:cubicBezTo>
                  <a:cubicBezTo>
                    <a:pt x="1499" y="1697"/>
                    <a:pt x="1515" y="1733"/>
                    <a:pt x="1515" y="1765"/>
                  </a:cubicBezTo>
                  <a:lnTo>
                    <a:pt x="1515" y="2020"/>
                  </a:lnTo>
                  <a:lnTo>
                    <a:pt x="1515" y="2323"/>
                  </a:lnTo>
                  <a:cubicBezTo>
                    <a:pt x="1515" y="2355"/>
                    <a:pt x="1499" y="2371"/>
                    <a:pt x="1499" y="2388"/>
                  </a:cubicBezTo>
                  <a:cubicBezTo>
                    <a:pt x="1483" y="2404"/>
                    <a:pt x="1483" y="2424"/>
                    <a:pt x="1483" y="2440"/>
                  </a:cubicBezTo>
                  <a:cubicBezTo>
                    <a:pt x="1467" y="2440"/>
                    <a:pt x="1483" y="2440"/>
                    <a:pt x="1483" y="2456"/>
                  </a:cubicBezTo>
                  <a:lnTo>
                    <a:pt x="1499" y="2440"/>
                  </a:lnTo>
                  <a:cubicBezTo>
                    <a:pt x="1499" y="2424"/>
                    <a:pt x="1515" y="2424"/>
                    <a:pt x="1515" y="2404"/>
                  </a:cubicBezTo>
                  <a:cubicBezTo>
                    <a:pt x="1535" y="2388"/>
                    <a:pt x="1535" y="2355"/>
                    <a:pt x="1535" y="2323"/>
                  </a:cubicBezTo>
                  <a:cubicBezTo>
                    <a:pt x="1552" y="2222"/>
                    <a:pt x="1552" y="2121"/>
                    <a:pt x="1552" y="2020"/>
                  </a:cubicBezTo>
                  <a:lnTo>
                    <a:pt x="1552" y="1765"/>
                  </a:lnTo>
                  <a:cubicBezTo>
                    <a:pt x="1552" y="1717"/>
                    <a:pt x="1515" y="1681"/>
                    <a:pt x="1483" y="1648"/>
                  </a:cubicBezTo>
                  <a:cubicBezTo>
                    <a:pt x="1366" y="1531"/>
                    <a:pt x="1232" y="1414"/>
                    <a:pt x="1111" y="1277"/>
                  </a:cubicBezTo>
                  <a:cubicBezTo>
                    <a:pt x="792" y="958"/>
                    <a:pt x="473" y="622"/>
                    <a:pt x="138" y="319"/>
                  </a:cubicBezTo>
                  <a:cubicBezTo>
                    <a:pt x="37" y="202"/>
                    <a:pt x="37" y="133"/>
                    <a:pt x="69" y="16"/>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0"/>
            <p:cNvSpPr/>
            <p:nvPr/>
          </p:nvSpPr>
          <p:spPr>
            <a:xfrm>
              <a:off x="1413125" y="1194876"/>
              <a:ext cx="88797" cy="306219"/>
            </a:xfrm>
            <a:custGeom>
              <a:rect b="b" l="l" r="r" t="t"/>
              <a:pathLst>
                <a:path extrusionOk="0" h="3083" w="894">
                  <a:moveTo>
                    <a:pt x="37" y="1"/>
                  </a:moveTo>
                  <a:lnTo>
                    <a:pt x="17" y="17"/>
                  </a:lnTo>
                  <a:cubicBezTo>
                    <a:pt x="0" y="287"/>
                    <a:pt x="53" y="506"/>
                    <a:pt x="202" y="707"/>
                  </a:cubicBezTo>
                  <a:cubicBezTo>
                    <a:pt x="356" y="909"/>
                    <a:pt x="473" y="1128"/>
                    <a:pt x="590" y="1350"/>
                  </a:cubicBezTo>
                  <a:cubicBezTo>
                    <a:pt x="643" y="1467"/>
                    <a:pt x="707" y="1584"/>
                    <a:pt x="776" y="1701"/>
                  </a:cubicBezTo>
                  <a:cubicBezTo>
                    <a:pt x="824" y="1770"/>
                    <a:pt x="824" y="1818"/>
                    <a:pt x="824" y="1887"/>
                  </a:cubicBezTo>
                  <a:lnTo>
                    <a:pt x="824" y="2174"/>
                  </a:lnTo>
                  <a:cubicBezTo>
                    <a:pt x="824" y="2360"/>
                    <a:pt x="845" y="2542"/>
                    <a:pt x="824" y="2727"/>
                  </a:cubicBezTo>
                  <a:lnTo>
                    <a:pt x="824" y="2796"/>
                  </a:lnTo>
                  <a:cubicBezTo>
                    <a:pt x="824" y="2897"/>
                    <a:pt x="808" y="2982"/>
                    <a:pt x="861" y="3083"/>
                  </a:cubicBezTo>
                  <a:lnTo>
                    <a:pt x="877" y="3083"/>
                  </a:lnTo>
                  <a:cubicBezTo>
                    <a:pt x="893" y="3083"/>
                    <a:pt x="893" y="3083"/>
                    <a:pt x="877" y="3067"/>
                  </a:cubicBezTo>
                  <a:cubicBezTo>
                    <a:pt x="845" y="2982"/>
                    <a:pt x="845" y="2897"/>
                    <a:pt x="861" y="2796"/>
                  </a:cubicBezTo>
                  <a:lnTo>
                    <a:pt x="861" y="2743"/>
                  </a:lnTo>
                  <a:lnTo>
                    <a:pt x="861" y="2174"/>
                  </a:lnTo>
                  <a:lnTo>
                    <a:pt x="861" y="1887"/>
                  </a:lnTo>
                  <a:cubicBezTo>
                    <a:pt x="861" y="1818"/>
                    <a:pt x="845" y="1754"/>
                    <a:pt x="808" y="1685"/>
                  </a:cubicBezTo>
                  <a:cubicBezTo>
                    <a:pt x="744" y="1568"/>
                    <a:pt x="675" y="1451"/>
                    <a:pt x="606" y="1330"/>
                  </a:cubicBezTo>
                  <a:cubicBezTo>
                    <a:pt x="489" y="1111"/>
                    <a:pt x="372" y="893"/>
                    <a:pt x="219" y="691"/>
                  </a:cubicBezTo>
                  <a:cubicBezTo>
                    <a:pt x="85" y="489"/>
                    <a:pt x="37" y="287"/>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0"/>
            <p:cNvSpPr/>
            <p:nvPr/>
          </p:nvSpPr>
          <p:spPr>
            <a:xfrm>
              <a:off x="869817" y="2634492"/>
              <a:ext cx="336314" cy="224077"/>
            </a:xfrm>
            <a:custGeom>
              <a:rect b="b" l="l" r="r" t="t"/>
              <a:pathLst>
                <a:path extrusionOk="0" h="2256" w="3386">
                  <a:moveTo>
                    <a:pt x="3366" y="1"/>
                  </a:moveTo>
                  <a:cubicBezTo>
                    <a:pt x="3047" y="118"/>
                    <a:pt x="2711" y="268"/>
                    <a:pt x="2291" y="453"/>
                  </a:cubicBezTo>
                  <a:cubicBezTo>
                    <a:pt x="1952" y="607"/>
                    <a:pt x="1617" y="740"/>
                    <a:pt x="1281" y="873"/>
                  </a:cubicBezTo>
                  <a:lnTo>
                    <a:pt x="1128" y="942"/>
                  </a:lnTo>
                  <a:cubicBezTo>
                    <a:pt x="893" y="1043"/>
                    <a:pt x="659" y="1144"/>
                    <a:pt x="421" y="1229"/>
                  </a:cubicBezTo>
                  <a:cubicBezTo>
                    <a:pt x="320" y="1277"/>
                    <a:pt x="203" y="1330"/>
                    <a:pt x="85" y="1378"/>
                  </a:cubicBezTo>
                  <a:cubicBezTo>
                    <a:pt x="53" y="1399"/>
                    <a:pt x="1" y="1415"/>
                    <a:pt x="1" y="1479"/>
                  </a:cubicBezTo>
                  <a:lnTo>
                    <a:pt x="1" y="1867"/>
                  </a:lnTo>
                  <a:lnTo>
                    <a:pt x="1" y="2207"/>
                  </a:lnTo>
                  <a:cubicBezTo>
                    <a:pt x="1" y="2223"/>
                    <a:pt x="17" y="2223"/>
                    <a:pt x="33" y="2239"/>
                  </a:cubicBezTo>
                  <a:lnTo>
                    <a:pt x="33" y="2255"/>
                  </a:lnTo>
                  <a:lnTo>
                    <a:pt x="53" y="2255"/>
                  </a:lnTo>
                  <a:cubicBezTo>
                    <a:pt x="69" y="2239"/>
                    <a:pt x="69" y="2239"/>
                    <a:pt x="53" y="2239"/>
                  </a:cubicBezTo>
                  <a:lnTo>
                    <a:pt x="53" y="2223"/>
                  </a:lnTo>
                  <a:lnTo>
                    <a:pt x="33" y="2207"/>
                  </a:lnTo>
                  <a:lnTo>
                    <a:pt x="33" y="1867"/>
                  </a:lnTo>
                  <a:lnTo>
                    <a:pt x="33" y="1479"/>
                  </a:lnTo>
                  <a:cubicBezTo>
                    <a:pt x="33" y="1447"/>
                    <a:pt x="53" y="1415"/>
                    <a:pt x="85" y="1399"/>
                  </a:cubicBezTo>
                  <a:cubicBezTo>
                    <a:pt x="203" y="1346"/>
                    <a:pt x="320" y="1314"/>
                    <a:pt x="437" y="1261"/>
                  </a:cubicBezTo>
                  <a:cubicBezTo>
                    <a:pt x="675" y="1160"/>
                    <a:pt x="910" y="1059"/>
                    <a:pt x="1144" y="974"/>
                  </a:cubicBezTo>
                  <a:lnTo>
                    <a:pt x="1297" y="910"/>
                  </a:lnTo>
                  <a:cubicBezTo>
                    <a:pt x="1617" y="772"/>
                    <a:pt x="1972" y="623"/>
                    <a:pt x="2291" y="490"/>
                  </a:cubicBezTo>
                  <a:cubicBezTo>
                    <a:pt x="2727" y="288"/>
                    <a:pt x="3063" y="150"/>
                    <a:pt x="3366" y="17"/>
                  </a:cubicBezTo>
                  <a:cubicBezTo>
                    <a:pt x="3386" y="17"/>
                    <a:pt x="3386" y="17"/>
                    <a:pt x="3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0"/>
            <p:cNvSpPr/>
            <p:nvPr/>
          </p:nvSpPr>
          <p:spPr>
            <a:xfrm>
              <a:off x="1923059" y="3418564"/>
              <a:ext cx="147398" cy="245631"/>
            </a:xfrm>
            <a:custGeom>
              <a:rect b="b" l="l" r="r" t="t"/>
              <a:pathLst>
                <a:path extrusionOk="0" h="2473" w="1484">
                  <a:moveTo>
                    <a:pt x="1" y="0"/>
                  </a:moveTo>
                  <a:lnTo>
                    <a:pt x="1" y="17"/>
                  </a:lnTo>
                  <a:cubicBezTo>
                    <a:pt x="17" y="118"/>
                    <a:pt x="86" y="186"/>
                    <a:pt x="154" y="251"/>
                  </a:cubicBezTo>
                  <a:cubicBezTo>
                    <a:pt x="457" y="574"/>
                    <a:pt x="740" y="877"/>
                    <a:pt x="1027" y="1196"/>
                  </a:cubicBezTo>
                  <a:cubicBezTo>
                    <a:pt x="1128" y="1297"/>
                    <a:pt x="1229" y="1414"/>
                    <a:pt x="1330" y="1515"/>
                  </a:cubicBezTo>
                  <a:cubicBezTo>
                    <a:pt x="1415" y="1600"/>
                    <a:pt x="1447" y="1685"/>
                    <a:pt x="1447" y="1802"/>
                  </a:cubicBezTo>
                  <a:cubicBezTo>
                    <a:pt x="1431" y="1919"/>
                    <a:pt x="1431" y="2036"/>
                    <a:pt x="1431" y="2154"/>
                  </a:cubicBezTo>
                  <a:cubicBezTo>
                    <a:pt x="1431" y="2206"/>
                    <a:pt x="1447" y="2271"/>
                    <a:pt x="1431" y="2323"/>
                  </a:cubicBezTo>
                  <a:cubicBezTo>
                    <a:pt x="1431" y="2339"/>
                    <a:pt x="1447" y="2356"/>
                    <a:pt x="1447" y="2356"/>
                  </a:cubicBezTo>
                  <a:cubicBezTo>
                    <a:pt x="1447" y="2392"/>
                    <a:pt x="1447" y="2424"/>
                    <a:pt x="1415" y="2457"/>
                  </a:cubicBezTo>
                  <a:lnTo>
                    <a:pt x="1415" y="2473"/>
                  </a:lnTo>
                  <a:lnTo>
                    <a:pt x="1431" y="2473"/>
                  </a:lnTo>
                  <a:cubicBezTo>
                    <a:pt x="1467" y="2440"/>
                    <a:pt x="1467" y="2392"/>
                    <a:pt x="1467" y="2356"/>
                  </a:cubicBezTo>
                  <a:lnTo>
                    <a:pt x="1467" y="2323"/>
                  </a:lnTo>
                  <a:lnTo>
                    <a:pt x="1467" y="2154"/>
                  </a:lnTo>
                  <a:lnTo>
                    <a:pt x="1467" y="1802"/>
                  </a:lnTo>
                  <a:cubicBezTo>
                    <a:pt x="1483" y="1685"/>
                    <a:pt x="1431" y="1584"/>
                    <a:pt x="1346" y="1499"/>
                  </a:cubicBezTo>
                  <a:cubicBezTo>
                    <a:pt x="1245" y="1382"/>
                    <a:pt x="1144" y="1281"/>
                    <a:pt x="1043" y="1180"/>
                  </a:cubicBezTo>
                  <a:cubicBezTo>
                    <a:pt x="760" y="857"/>
                    <a:pt x="473" y="554"/>
                    <a:pt x="187" y="235"/>
                  </a:cubicBezTo>
                  <a:cubicBezTo>
                    <a:pt x="118" y="170"/>
                    <a:pt x="53"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0"/>
            <p:cNvSpPr/>
            <p:nvPr/>
          </p:nvSpPr>
          <p:spPr>
            <a:xfrm>
              <a:off x="1732455" y="3231138"/>
              <a:ext cx="159019" cy="250895"/>
            </a:xfrm>
            <a:custGeom>
              <a:rect b="b" l="l" r="r" t="t"/>
              <a:pathLst>
                <a:path extrusionOk="0" h="2526" w="1601">
                  <a:moveTo>
                    <a:pt x="102" y="1"/>
                  </a:moveTo>
                  <a:cubicBezTo>
                    <a:pt x="86" y="1"/>
                    <a:pt x="86" y="1"/>
                    <a:pt x="86" y="17"/>
                  </a:cubicBezTo>
                  <a:cubicBezTo>
                    <a:pt x="53" y="86"/>
                    <a:pt x="1" y="203"/>
                    <a:pt x="102" y="288"/>
                  </a:cubicBezTo>
                  <a:cubicBezTo>
                    <a:pt x="288" y="474"/>
                    <a:pt x="474" y="676"/>
                    <a:pt x="639" y="861"/>
                  </a:cubicBezTo>
                  <a:cubicBezTo>
                    <a:pt x="861" y="1096"/>
                    <a:pt x="1063" y="1330"/>
                    <a:pt x="1282" y="1532"/>
                  </a:cubicBezTo>
                  <a:cubicBezTo>
                    <a:pt x="1500" y="1734"/>
                    <a:pt x="1568" y="1956"/>
                    <a:pt x="1532" y="2239"/>
                  </a:cubicBezTo>
                  <a:lnTo>
                    <a:pt x="1532" y="2259"/>
                  </a:lnTo>
                  <a:lnTo>
                    <a:pt x="1532" y="2360"/>
                  </a:lnTo>
                  <a:cubicBezTo>
                    <a:pt x="1548" y="2392"/>
                    <a:pt x="1532" y="2425"/>
                    <a:pt x="1532" y="2461"/>
                  </a:cubicBezTo>
                  <a:cubicBezTo>
                    <a:pt x="1516" y="2477"/>
                    <a:pt x="1516" y="2493"/>
                    <a:pt x="1516" y="2510"/>
                  </a:cubicBezTo>
                  <a:cubicBezTo>
                    <a:pt x="1500" y="2526"/>
                    <a:pt x="1516" y="2526"/>
                    <a:pt x="1516" y="2526"/>
                  </a:cubicBezTo>
                  <a:lnTo>
                    <a:pt x="1532" y="2526"/>
                  </a:lnTo>
                  <a:cubicBezTo>
                    <a:pt x="1532" y="2510"/>
                    <a:pt x="1548" y="2493"/>
                    <a:pt x="1548" y="2477"/>
                  </a:cubicBezTo>
                  <a:cubicBezTo>
                    <a:pt x="1568" y="2441"/>
                    <a:pt x="1585" y="2392"/>
                    <a:pt x="1568" y="2340"/>
                  </a:cubicBezTo>
                  <a:cubicBezTo>
                    <a:pt x="1548" y="2324"/>
                    <a:pt x="1548" y="2291"/>
                    <a:pt x="1568" y="2259"/>
                  </a:cubicBezTo>
                  <a:lnTo>
                    <a:pt x="1568" y="2239"/>
                  </a:lnTo>
                  <a:cubicBezTo>
                    <a:pt x="1601" y="1956"/>
                    <a:pt x="1516" y="1718"/>
                    <a:pt x="1298" y="1516"/>
                  </a:cubicBezTo>
                  <a:cubicBezTo>
                    <a:pt x="1080" y="1298"/>
                    <a:pt x="878" y="1079"/>
                    <a:pt x="676" y="845"/>
                  </a:cubicBezTo>
                  <a:cubicBezTo>
                    <a:pt x="490" y="659"/>
                    <a:pt x="304" y="457"/>
                    <a:pt x="118" y="255"/>
                  </a:cubicBezTo>
                  <a:cubicBezTo>
                    <a:pt x="53" y="203"/>
                    <a:pt x="53" y="138"/>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0"/>
            <p:cNvSpPr/>
            <p:nvPr/>
          </p:nvSpPr>
          <p:spPr>
            <a:xfrm>
              <a:off x="687655" y="2111348"/>
              <a:ext cx="135380" cy="185440"/>
            </a:xfrm>
            <a:custGeom>
              <a:rect b="b" l="l" r="r" t="t"/>
              <a:pathLst>
                <a:path extrusionOk="0" h="1867" w="1363">
                  <a:moveTo>
                    <a:pt x="1281" y="0"/>
                  </a:moveTo>
                  <a:cubicBezTo>
                    <a:pt x="1261" y="16"/>
                    <a:pt x="1261" y="16"/>
                    <a:pt x="1261" y="32"/>
                  </a:cubicBezTo>
                  <a:cubicBezTo>
                    <a:pt x="1330" y="234"/>
                    <a:pt x="1180" y="303"/>
                    <a:pt x="1043" y="352"/>
                  </a:cubicBezTo>
                  <a:cubicBezTo>
                    <a:pt x="857" y="436"/>
                    <a:pt x="691" y="537"/>
                    <a:pt x="522" y="622"/>
                  </a:cubicBezTo>
                  <a:cubicBezTo>
                    <a:pt x="372" y="707"/>
                    <a:pt x="235" y="772"/>
                    <a:pt x="85" y="840"/>
                  </a:cubicBezTo>
                  <a:cubicBezTo>
                    <a:pt x="33" y="873"/>
                    <a:pt x="1" y="909"/>
                    <a:pt x="1" y="958"/>
                  </a:cubicBezTo>
                  <a:lnTo>
                    <a:pt x="1" y="1818"/>
                  </a:lnTo>
                  <a:cubicBezTo>
                    <a:pt x="1" y="1834"/>
                    <a:pt x="17" y="1850"/>
                    <a:pt x="17" y="1850"/>
                  </a:cubicBezTo>
                  <a:lnTo>
                    <a:pt x="33" y="1866"/>
                  </a:lnTo>
                  <a:lnTo>
                    <a:pt x="49" y="1866"/>
                  </a:lnTo>
                  <a:lnTo>
                    <a:pt x="49" y="1850"/>
                  </a:lnTo>
                  <a:lnTo>
                    <a:pt x="49" y="1834"/>
                  </a:lnTo>
                  <a:cubicBezTo>
                    <a:pt x="33" y="1834"/>
                    <a:pt x="33" y="1818"/>
                    <a:pt x="33" y="1818"/>
                  </a:cubicBezTo>
                  <a:lnTo>
                    <a:pt x="33" y="958"/>
                  </a:lnTo>
                  <a:cubicBezTo>
                    <a:pt x="33" y="925"/>
                    <a:pt x="49" y="889"/>
                    <a:pt x="85" y="873"/>
                  </a:cubicBezTo>
                  <a:cubicBezTo>
                    <a:pt x="235" y="808"/>
                    <a:pt x="388" y="723"/>
                    <a:pt x="538" y="638"/>
                  </a:cubicBezTo>
                  <a:cubicBezTo>
                    <a:pt x="708" y="554"/>
                    <a:pt x="877" y="453"/>
                    <a:pt x="1059" y="384"/>
                  </a:cubicBezTo>
                  <a:cubicBezTo>
                    <a:pt x="1196" y="319"/>
                    <a:pt x="1362" y="251"/>
                    <a:pt x="1297" y="32"/>
                  </a:cubicBezTo>
                  <a:lnTo>
                    <a:pt x="1297" y="16"/>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0"/>
            <p:cNvSpPr/>
            <p:nvPr/>
          </p:nvSpPr>
          <p:spPr>
            <a:xfrm>
              <a:off x="1378162" y="3441806"/>
              <a:ext cx="4966" cy="98828"/>
            </a:xfrm>
            <a:custGeom>
              <a:rect b="b" l="l" r="r" t="t"/>
              <a:pathLst>
                <a:path extrusionOk="0" h="995" w="50">
                  <a:moveTo>
                    <a:pt x="17" y="1"/>
                  </a:moveTo>
                  <a:cubicBezTo>
                    <a:pt x="1" y="1"/>
                    <a:pt x="1" y="1"/>
                    <a:pt x="1" y="17"/>
                  </a:cubicBezTo>
                  <a:lnTo>
                    <a:pt x="1" y="219"/>
                  </a:lnTo>
                  <a:lnTo>
                    <a:pt x="1" y="809"/>
                  </a:lnTo>
                  <a:cubicBezTo>
                    <a:pt x="1" y="877"/>
                    <a:pt x="1" y="946"/>
                    <a:pt x="17" y="994"/>
                  </a:cubicBezTo>
                  <a:lnTo>
                    <a:pt x="33" y="994"/>
                  </a:lnTo>
                  <a:cubicBezTo>
                    <a:pt x="49" y="994"/>
                    <a:pt x="49" y="994"/>
                    <a:pt x="49" y="978"/>
                  </a:cubicBezTo>
                  <a:cubicBezTo>
                    <a:pt x="33" y="926"/>
                    <a:pt x="17" y="877"/>
                    <a:pt x="17" y="809"/>
                  </a:cubicBezTo>
                  <a:lnTo>
                    <a:pt x="17" y="219"/>
                  </a:lnTo>
                  <a:lnTo>
                    <a:pt x="1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0"/>
            <p:cNvSpPr/>
            <p:nvPr/>
          </p:nvSpPr>
          <p:spPr>
            <a:xfrm>
              <a:off x="1744175" y="2950346"/>
              <a:ext cx="147299" cy="242452"/>
            </a:xfrm>
            <a:custGeom>
              <a:rect b="b" l="l" r="r" t="t"/>
              <a:pathLst>
                <a:path extrusionOk="0" h="2441" w="1483">
                  <a:moveTo>
                    <a:pt x="16" y="0"/>
                  </a:moveTo>
                  <a:lnTo>
                    <a:pt x="0" y="16"/>
                  </a:lnTo>
                  <a:lnTo>
                    <a:pt x="0" y="36"/>
                  </a:lnTo>
                  <a:cubicBezTo>
                    <a:pt x="16" y="36"/>
                    <a:pt x="16" y="53"/>
                    <a:pt x="36" y="53"/>
                  </a:cubicBezTo>
                  <a:cubicBezTo>
                    <a:pt x="53" y="69"/>
                    <a:pt x="85" y="85"/>
                    <a:pt x="101" y="101"/>
                  </a:cubicBezTo>
                  <a:cubicBezTo>
                    <a:pt x="218" y="255"/>
                    <a:pt x="339" y="404"/>
                    <a:pt x="457" y="558"/>
                  </a:cubicBezTo>
                  <a:lnTo>
                    <a:pt x="1212" y="1467"/>
                  </a:lnTo>
                  <a:cubicBezTo>
                    <a:pt x="1382" y="1669"/>
                    <a:pt x="1450" y="1854"/>
                    <a:pt x="1414" y="2056"/>
                  </a:cubicBezTo>
                  <a:lnTo>
                    <a:pt x="1414" y="2238"/>
                  </a:lnTo>
                  <a:lnTo>
                    <a:pt x="1414" y="2291"/>
                  </a:lnTo>
                  <a:cubicBezTo>
                    <a:pt x="1414" y="2323"/>
                    <a:pt x="1414" y="2375"/>
                    <a:pt x="1398" y="2424"/>
                  </a:cubicBezTo>
                  <a:cubicBezTo>
                    <a:pt x="1382" y="2424"/>
                    <a:pt x="1398" y="2424"/>
                    <a:pt x="1398" y="2440"/>
                  </a:cubicBezTo>
                  <a:lnTo>
                    <a:pt x="1414" y="2424"/>
                  </a:lnTo>
                  <a:cubicBezTo>
                    <a:pt x="1450" y="2392"/>
                    <a:pt x="1450" y="2339"/>
                    <a:pt x="1450" y="2291"/>
                  </a:cubicBezTo>
                  <a:lnTo>
                    <a:pt x="1450" y="2238"/>
                  </a:lnTo>
                  <a:cubicBezTo>
                    <a:pt x="1430" y="2173"/>
                    <a:pt x="1430" y="2121"/>
                    <a:pt x="1450" y="2056"/>
                  </a:cubicBezTo>
                  <a:cubicBezTo>
                    <a:pt x="1483" y="1834"/>
                    <a:pt x="1414" y="1652"/>
                    <a:pt x="1248" y="1450"/>
                  </a:cubicBezTo>
                  <a:cubicBezTo>
                    <a:pt x="978" y="1147"/>
                    <a:pt x="723" y="844"/>
                    <a:pt x="473" y="541"/>
                  </a:cubicBezTo>
                  <a:cubicBezTo>
                    <a:pt x="356" y="388"/>
                    <a:pt x="238" y="238"/>
                    <a:pt x="117" y="85"/>
                  </a:cubicBezTo>
                  <a:cubicBezTo>
                    <a:pt x="101" y="69"/>
                    <a:pt x="69" y="53"/>
                    <a:pt x="53" y="36"/>
                  </a:cubicBezTo>
                  <a:cubicBezTo>
                    <a:pt x="36" y="16"/>
                    <a:pt x="36" y="16"/>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0"/>
            <p:cNvSpPr/>
            <p:nvPr/>
          </p:nvSpPr>
          <p:spPr>
            <a:xfrm>
              <a:off x="2083569" y="2283478"/>
              <a:ext cx="98828" cy="227156"/>
            </a:xfrm>
            <a:custGeom>
              <a:rect b="b" l="l" r="r" t="t"/>
              <a:pathLst>
                <a:path extrusionOk="0" h="2287" w="995">
                  <a:moveTo>
                    <a:pt x="53" y="0"/>
                  </a:moveTo>
                  <a:cubicBezTo>
                    <a:pt x="17" y="33"/>
                    <a:pt x="17" y="65"/>
                    <a:pt x="17" y="85"/>
                  </a:cubicBezTo>
                  <a:lnTo>
                    <a:pt x="17" y="267"/>
                  </a:lnTo>
                  <a:cubicBezTo>
                    <a:pt x="17" y="368"/>
                    <a:pt x="17" y="469"/>
                    <a:pt x="1" y="570"/>
                  </a:cubicBezTo>
                  <a:cubicBezTo>
                    <a:pt x="1" y="671"/>
                    <a:pt x="53" y="756"/>
                    <a:pt x="85" y="840"/>
                  </a:cubicBezTo>
                  <a:lnTo>
                    <a:pt x="102" y="840"/>
                  </a:lnTo>
                  <a:cubicBezTo>
                    <a:pt x="320" y="1244"/>
                    <a:pt x="590" y="1717"/>
                    <a:pt x="861" y="2186"/>
                  </a:cubicBezTo>
                  <a:cubicBezTo>
                    <a:pt x="877" y="2186"/>
                    <a:pt x="877" y="2206"/>
                    <a:pt x="877" y="2206"/>
                  </a:cubicBezTo>
                  <a:cubicBezTo>
                    <a:pt x="893" y="2238"/>
                    <a:pt x="910" y="2287"/>
                    <a:pt x="978" y="2287"/>
                  </a:cubicBezTo>
                  <a:cubicBezTo>
                    <a:pt x="978" y="2287"/>
                    <a:pt x="994" y="2287"/>
                    <a:pt x="994" y="2270"/>
                  </a:cubicBezTo>
                  <a:lnTo>
                    <a:pt x="978" y="2254"/>
                  </a:lnTo>
                  <a:cubicBezTo>
                    <a:pt x="926" y="2254"/>
                    <a:pt x="926" y="2238"/>
                    <a:pt x="910" y="2206"/>
                  </a:cubicBezTo>
                  <a:cubicBezTo>
                    <a:pt x="893" y="2186"/>
                    <a:pt x="893" y="2186"/>
                    <a:pt x="893" y="2169"/>
                  </a:cubicBezTo>
                  <a:cubicBezTo>
                    <a:pt x="607" y="1701"/>
                    <a:pt x="336" y="1228"/>
                    <a:pt x="118" y="840"/>
                  </a:cubicBezTo>
                  <a:lnTo>
                    <a:pt x="118" y="824"/>
                  </a:lnTo>
                  <a:cubicBezTo>
                    <a:pt x="69" y="739"/>
                    <a:pt x="17" y="655"/>
                    <a:pt x="33" y="570"/>
                  </a:cubicBezTo>
                  <a:lnTo>
                    <a:pt x="33" y="267"/>
                  </a:lnTo>
                  <a:lnTo>
                    <a:pt x="33" y="85"/>
                  </a:lnTo>
                  <a:cubicBezTo>
                    <a:pt x="33" y="49"/>
                    <a:pt x="53" y="3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0"/>
            <p:cNvSpPr/>
            <p:nvPr/>
          </p:nvSpPr>
          <p:spPr>
            <a:xfrm>
              <a:off x="1923059" y="2604397"/>
              <a:ext cx="147398" cy="282580"/>
            </a:xfrm>
            <a:custGeom>
              <a:rect b="b" l="l" r="r" t="t"/>
              <a:pathLst>
                <a:path extrusionOk="0" h="2845" w="1484">
                  <a:moveTo>
                    <a:pt x="53" y="1"/>
                  </a:moveTo>
                  <a:cubicBezTo>
                    <a:pt x="53" y="1"/>
                    <a:pt x="33" y="1"/>
                    <a:pt x="33" y="17"/>
                  </a:cubicBezTo>
                  <a:cubicBezTo>
                    <a:pt x="17" y="86"/>
                    <a:pt x="17" y="167"/>
                    <a:pt x="17" y="235"/>
                  </a:cubicBezTo>
                  <a:cubicBezTo>
                    <a:pt x="17" y="288"/>
                    <a:pt x="33" y="352"/>
                    <a:pt x="17" y="405"/>
                  </a:cubicBezTo>
                  <a:cubicBezTo>
                    <a:pt x="1" y="591"/>
                    <a:pt x="53" y="756"/>
                    <a:pt x="187" y="926"/>
                  </a:cubicBezTo>
                  <a:cubicBezTo>
                    <a:pt x="336" y="1144"/>
                    <a:pt x="490" y="1362"/>
                    <a:pt x="639" y="1580"/>
                  </a:cubicBezTo>
                  <a:cubicBezTo>
                    <a:pt x="793" y="1803"/>
                    <a:pt x="942" y="2021"/>
                    <a:pt x="1096" y="2239"/>
                  </a:cubicBezTo>
                  <a:cubicBezTo>
                    <a:pt x="1128" y="2271"/>
                    <a:pt x="1144" y="2324"/>
                    <a:pt x="1180" y="2372"/>
                  </a:cubicBezTo>
                  <a:cubicBezTo>
                    <a:pt x="1229" y="2457"/>
                    <a:pt x="1298" y="2558"/>
                    <a:pt x="1399" y="2627"/>
                  </a:cubicBezTo>
                  <a:cubicBezTo>
                    <a:pt x="1415" y="2659"/>
                    <a:pt x="1431" y="2712"/>
                    <a:pt x="1431" y="2760"/>
                  </a:cubicBezTo>
                  <a:cubicBezTo>
                    <a:pt x="1447" y="2776"/>
                    <a:pt x="1447" y="2813"/>
                    <a:pt x="1447" y="2829"/>
                  </a:cubicBezTo>
                  <a:lnTo>
                    <a:pt x="1467" y="2845"/>
                  </a:lnTo>
                  <a:cubicBezTo>
                    <a:pt x="1483" y="2845"/>
                    <a:pt x="1483" y="2829"/>
                    <a:pt x="1483" y="2829"/>
                  </a:cubicBezTo>
                  <a:cubicBezTo>
                    <a:pt x="1467" y="2792"/>
                    <a:pt x="1467" y="2776"/>
                    <a:pt x="1467" y="2760"/>
                  </a:cubicBezTo>
                  <a:cubicBezTo>
                    <a:pt x="1447" y="2691"/>
                    <a:pt x="1447" y="2643"/>
                    <a:pt x="1415" y="2611"/>
                  </a:cubicBezTo>
                  <a:cubicBezTo>
                    <a:pt x="1314" y="2542"/>
                    <a:pt x="1265" y="2441"/>
                    <a:pt x="1197" y="2356"/>
                  </a:cubicBezTo>
                  <a:cubicBezTo>
                    <a:pt x="1180" y="2308"/>
                    <a:pt x="1144" y="2255"/>
                    <a:pt x="1112" y="2223"/>
                  </a:cubicBezTo>
                  <a:cubicBezTo>
                    <a:pt x="962" y="2005"/>
                    <a:pt x="809" y="1782"/>
                    <a:pt x="659" y="1564"/>
                  </a:cubicBezTo>
                  <a:cubicBezTo>
                    <a:pt x="506" y="1346"/>
                    <a:pt x="356" y="1128"/>
                    <a:pt x="203" y="910"/>
                  </a:cubicBezTo>
                  <a:cubicBezTo>
                    <a:pt x="69" y="740"/>
                    <a:pt x="33" y="591"/>
                    <a:pt x="53" y="405"/>
                  </a:cubicBezTo>
                  <a:lnTo>
                    <a:pt x="53" y="235"/>
                  </a:lnTo>
                  <a:cubicBezTo>
                    <a:pt x="53" y="167"/>
                    <a:pt x="53" y="86"/>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0"/>
            <p:cNvSpPr/>
            <p:nvPr/>
          </p:nvSpPr>
          <p:spPr>
            <a:xfrm>
              <a:off x="1414714" y="1833635"/>
              <a:ext cx="82340" cy="212357"/>
            </a:xfrm>
            <a:custGeom>
              <a:rect b="b" l="l" r="r" t="t"/>
              <a:pathLst>
                <a:path extrusionOk="0" h="2138" w="829">
                  <a:moveTo>
                    <a:pt x="1" y="1"/>
                  </a:moveTo>
                  <a:lnTo>
                    <a:pt x="1" y="17"/>
                  </a:lnTo>
                  <a:cubicBezTo>
                    <a:pt x="85" y="102"/>
                    <a:pt x="154" y="203"/>
                    <a:pt x="203" y="304"/>
                  </a:cubicBezTo>
                  <a:cubicBezTo>
                    <a:pt x="255" y="372"/>
                    <a:pt x="287" y="437"/>
                    <a:pt x="340" y="490"/>
                  </a:cubicBezTo>
                  <a:cubicBezTo>
                    <a:pt x="372" y="538"/>
                    <a:pt x="404" y="591"/>
                    <a:pt x="425" y="639"/>
                  </a:cubicBezTo>
                  <a:cubicBezTo>
                    <a:pt x="473" y="708"/>
                    <a:pt x="505" y="776"/>
                    <a:pt x="558" y="825"/>
                  </a:cubicBezTo>
                  <a:cubicBezTo>
                    <a:pt x="590" y="877"/>
                    <a:pt x="606" y="926"/>
                    <a:pt x="606" y="978"/>
                  </a:cubicBezTo>
                  <a:lnTo>
                    <a:pt x="606" y="1196"/>
                  </a:lnTo>
                  <a:cubicBezTo>
                    <a:pt x="606" y="1346"/>
                    <a:pt x="606" y="1499"/>
                    <a:pt x="590" y="1649"/>
                  </a:cubicBezTo>
                  <a:cubicBezTo>
                    <a:pt x="558" y="1867"/>
                    <a:pt x="659" y="2004"/>
                    <a:pt x="808" y="2138"/>
                  </a:cubicBezTo>
                  <a:lnTo>
                    <a:pt x="829" y="2138"/>
                  </a:lnTo>
                  <a:lnTo>
                    <a:pt x="829" y="2122"/>
                  </a:lnTo>
                  <a:cubicBezTo>
                    <a:pt x="691" y="1988"/>
                    <a:pt x="590" y="1867"/>
                    <a:pt x="627" y="1649"/>
                  </a:cubicBezTo>
                  <a:cubicBezTo>
                    <a:pt x="643" y="1499"/>
                    <a:pt x="643" y="1346"/>
                    <a:pt x="627" y="1196"/>
                  </a:cubicBezTo>
                  <a:lnTo>
                    <a:pt x="627" y="978"/>
                  </a:lnTo>
                  <a:cubicBezTo>
                    <a:pt x="627" y="926"/>
                    <a:pt x="627" y="857"/>
                    <a:pt x="574" y="809"/>
                  </a:cubicBezTo>
                  <a:cubicBezTo>
                    <a:pt x="526" y="756"/>
                    <a:pt x="489" y="691"/>
                    <a:pt x="457" y="623"/>
                  </a:cubicBezTo>
                  <a:cubicBezTo>
                    <a:pt x="425" y="574"/>
                    <a:pt x="388" y="522"/>
                    <a:pt x="356" y="473"/>
                  </a:cubicBezTo>
                  <a:cubicBezTo>
                    <a:pt x="304" y="421"/>
                    <a:pt x="271" y="352"/>
                    <a:pt x="239" y="288"/>
                  </a:cubicBezTo>
                  <a:cubicBezTo>
                    <a:pt x="170" y="187"/>
                    <a:pt x="102" y="86"/>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0"/>
            <p:cNvSpPr/>
            <p:nvPr/>
          </p:nvSpPr>
          <p:spPr>
            <a:xfrm>
              <a:off x="608990" y="1746626"/>
              <a:ext cx="5364" cy="77076"/>
            </a:xfrm>
            <a:custGeom>
              <a:rect b="b" l="l" r="r" t="t"/>
              <a:pathLst>
                <a:path extrusionOk="0" h="776" w="54">
                  <a:moveTo>
                    <a:pt x="1" y="0"/>
                  </a:moveTo>
                  <a:lnTo>
                    <a:pt x="1" y="16"/>
                  </a:lnTo>
                  <a:cubicBezTo>
                    <a:pt x="17" y="137"/>
                    <a:pt x="17" y="255"/>
                    <a:pt x="17" y="372"/>
                  </a:cubicBezTo>
                  <a:cubicBezTo>
                    <a:pt x="17" y="440"/>
                    <a:pt x="1" y="505"/>
                    <a:pt x="17" y="590"/>
                  </a:cubicBezTo>
                  <a:lnTo>
                    <a:pt x="17" y="642"/>
                  </a:lnTo>
                  <a:cubicBezTo>
                    <a:pt x="1" y="691"/>
                    <a:pt x="1" y="723"/>
                    <a:pt x="33" y="776"/>
                  </a:cubicBezTo>
                  <a:lnTo>
                    <a:pt x="53" y="776"/>
                  </a:lnTo>
                  <a:lnTo>
                    <a:pt x="53" y="760"/>
                  </a:lnTo>
                  <a:cubicBezTo>
                    <a:pt x="33" y="723"/>
                    <a:pt x="33" y="691"/>
                    <a:pt x="33" y="642"/>
                  </a:cubicBezTo>
                  <a:lnTo>
                    <a:pt x="33" y="590"/>
                  </a:lnTo>
                  <a:lnTo>
                    <a:pt x="33" y="372"/>
                  </a:lnTo>
                  <a:cubicBezTo>
                    <a:pt x="33" y="255"/>
                    <a:pt x="33" y="137"/>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0"/>
            <p:cNvSpPr/>
            <p:nvPr/>
          </p:nvSpPr>
          <p:spPr>
            <a:xfrm>
              <a:off x="1921470" y="2893731"/>
              <a:ext cx="148988" cy="255663"/>
            </a:xfrm>
            <a:custGeom>
              <a:rect b="b" l="l" r="r" t="t"/>
              <a:pathLst>
                <a:path extrusionOk="0" h="2574" w="1500">
                  <a:moveTo>
                    <a:pt x="69" y="1"/>
                  </a:moveTo>
                  <a:cubicBezTo>
                    <a:pt x="17" y="304"/>
                    <a:pt x="1" y="623"/>
                    <a:pt x="251" y="909"/>
                  </a:cubicBezTo>
                  <a:cubicBezTo>
                    <a:pt x="453" y="1144"/>
                    <a:pt x="655" y="1414"/>
                    <a:pt x="841" y="1665"/>
                  </a:cubicBezTo>
                  <a:cubicBezTo>
                    <a:pt x="926" y="1782"/>
                    <a:pt x="1011" y="1899"/>
                    <a:pt x="1112" y="2020"/>
                  </a:cubicBezTo>
                  <a:cubicBezTo>
                    <a:pt x="1196" y="2138"/>
                    <a:pt x="1281" y="2239"/>
                    <a:pt x="1398" y="2372"/>
                  </a:cubicBezTo>
                  <a:cubicBezTo>
                    <a:pt x="1431" y="2404"/>
                    <a:pt x="1431" y="2457"/>
                    <a:pt x="1447" y="2505"/>
                  </a:cubicBezTo>
                  <a:cubicBezTo>
                    <a:pt x="1463" y="2525"/>
                    <a:pt x="1463" y="2541"/>
                    <a:pt x="1463" y="2574"/>
                  </a:cubicBezTo>
                  <a:lnTo>
                    <a:pt x="1483" y="2574"/>
                  </a:lnTo>
                  <a:cubicBezTo>
                    <a:pt x="1499" y="2574"/>
                    <a:pt x="1499" y="2558"/>
                    <a:pt x="1499" y="2558"/>
                  </a:cubicBezTo>
                  <a:cubicBezTo>
                    <a:pt x="1483" y="2541"/>
                    <a:pt x="1483" y="2525"/>
                    <a:pt x="1483" y="2489"/>
                  </a:cubicBezTo>
                  <a:cubicBezTo>
                    <a:pt x="1463" y="2440"/>
                    <a:pt x="1447" y="2388"/>
                    <a:pt x="1415" y="2356"/>
                  </a:cubicBezTo>
                  <a:cubicBezTo>
                    <a:pt x="1314" y="2222"/>
                    <a:pt x="1213" y="2121"/>
                    <a:pt x="1128" y="2000"/>
                  </a:cubicBezTo>
                  <a:cubicBezTo>
                    <a:pt x="1043" y="1883"/>
                    <a:pt x="942" y="1766"/>
                    <a:pt x="857" y="1649"/>
                  </a:cubicBezTo>
                  <a:cubicBezTo>
                    <a:pt x="675" y="1394"/>
                    <a:pt x="473" y="1128"/>
                    <a:pt x="271" y="889"/>
                  </a:cubicBezTo>
                  <a:cubicBezTo>
                    <a:pt x="17" y="606"/>
                    <a:pt x="33" y="304"/>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0"/>
            <p:cNvSpPr/>
            <p:nvPr/>
          </p:nvSpPr>
          <p:spPr>
            <a:xfrm>
              <a:off x="2086747" y="2696372"/>
              <a:ext cx="95650" cy="133691"/>
            </a:xfrm>
            <a:custGeom>
              <a:rect b="b" l="l" r="r" t="t"/>
              <a:pathLst>
                <a:path extrusionOk="0" h="1346" w="963">
                  <a:moveTo>
                    <a:pt x="1" y="0"/>
                  </a:moveTo>
                  <a:cubicBezTo>
                    <a:pt x="1" y="16"/>
                    <a:pt x="1" y="16"/>
                    <a:pt x="21" y="16"/>
                  </a:cubicBezTo>
                  <a:cubicBezTo>
                    <a:pt x="70" y="48"/>
                    <a:pt x="102" y="101"/>
                    <a:pt x="138" y="170"/>
                  </a:cubicBezTo>
                  <a:cubicBezTo>
                    <a:pt x="154" y="186"/>
                    <a:pt x="154" y="218"/>
                    <a:pt x="171" y="234"/>
                  </a:cubicBezTo>
                  <a:cubicBezTo>
                    <a:pt x="223" y="319"/>
                    <a:pt x="272" y="404"/>
                    <a:pt x="340" y="489"/>
                  </a:cubicBezTo>
                  <a:cubicBezTo>
                    <a:pt x="457" y="675"/>
                    <a:pt x="591" y="893"/>
                    <a:pt x="728" y="1079"/>
                  </a:cubicBezTo>
                  <a:cubicBezTo>
                    <a:pt x="744" y="1111"/>
                    <a:pt x="760" y="1127"/>
                    <a:pt x="777" y="1159"/>
                  </a:cubicBezTo>
                  <a:cubicBezTo>
                    <a:pt x="809" y="1228"/>
                    <a:pt x="845" y="1313"/>
                    <a:pt x="930" y="1345"/>
                  </a:cubicBezTo>
                  <a:lnTo>
                    <a:pt x="946" y="1345"/>
                  </a:lnTo>
                  <a:cubicBezTo>
                    <a:pt x="962" y="1329"/>
                    <a:pt x="946" y="1329"/>
                    <a:pt x="946" y="1313"/>
                  </a:cubicBezTo>
                  <a:cubicBezTo>
                    <a:pt x="861" y="1297"/>
                    <a:pt x="829" y="1228"/>
                    <a:pt x="793" y="1143"/>
                  </a:cubicBezTo>
                  <a:cubicBezTo>
                    <a:pt x="777" y="1127"/>
                    <a:pt x="777" y="1095"/>
                    <a:pt x="744" y="1058"/>
                  </a:cubicBezTo>
                  <a:cubicBezTo>
                    <a:pt x="607" y="877"/>
                    <a:pt x="490" y="675"/>
                    <a:pt x="356" y="473"/>
                  </a:cubicBezTo>
                  <a:cubicBezTo>
                    <a:pt x="304" y="388"/>
                    <a:pt x="255" y="303"/>
                    <a:pt x="187" y="218"/>
                  </a:cubicBezTo>
                  <a:cubicBezTo>
                    <a:pt x="187" y="202"/>
                    <a:pt x="171" y="170"/>
                    <a:pt x="154" y="149"/>
                  </a:cubicBezTo>
                  <a:cubicBezTo>
                    <a:pt x="122" y="101"/>
                    <a:pt x="102" y="32"/>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0"/>
            <p:cNvSpPr/>
            <p:nvPr/>
          </p:nvSpPr>
          <p:spPr>
            <a:xfrm>
              <a:off x="515525" y="2375353"/>
              <a:ext cx="122070" cy="57013"/>
            </a:xfrm>
            <a:custGeom>
              <a:rect b="b" l="l" r="r" t="t"/>
              <a:pathLst>
                <a:path extrusionOk="0" h="574" w="1229">
                  <a:moveTo>
                    <a:pt x="1213" y="0"/>
                  </a:moveTo>
                  <a:cubicBezTo>
                    <a:pt x="958" y="101"/>
                    <a:pt x="724" y="218"/>
                    <a:pt x="489" y="336"/>
                  </a:cubicBezTo>
                  <a:cubicBezTo>
                    <a:pt x="421" y="372"/>
                    <a:pt x="352" y="404"/>
                    <a:pt x="287" y="437"/>
                  </a:cubicBezTo>
                  <a:cubicBezTo>
                    <a:pt x="251" y="453"/>
                    <a:pt x="235" y="473"/>
                    <a:pt x="219" y="489"/>
                  </a:cubicBezTo>
                  <a:cubicBezTo>
                    <a:pt x="163" y="515"/>
                    <a:pt x="120" y="542"/>
                    <a:pt x="60" y="542"/>
                  </a:cubicBezTo>
                  <a:cubicBezTo>
                    <a:pt x="47" y="542"/>
                    <a:pt x="32" y="541"/>
                    <a:pt x="17" y="538"/>
                  </a:cubicBezTo>
                  <a:lnTo>
                    <a:pt x="1" y="554"/>
                  </a:lnTo>
                  <a:cubicBezTo>
                    <a:pt x="1" y="554"/>
                    <a:pt x="17" y="554"/>
                    <a:pt x="17" y="574"/>
                  </a:cubicBezTo>
                  <a:lnTo>
                    <a:pt x="65" y="574"/>
                  </a:lnTo>
                  <a:cubicBezTo>
                    <a:pt x="134" y="574"/>
                    <a:pt x="186" y="538"/>
                    <a:pt x="235" y="505"/>
                  </a:cubicBezTo>
                  <a:cubicBezTo>
                    <a:pt x="251" y="489"/>
                    <a:pt x="267" y="473"/>
                    <a:pt x="287" y="473"/>
                  </a:cubicBezTo>
                  <a:cubicBezTo>
                    <a:pt x="368" y="437"/>
                    <a:pt x="437" y="404"/>
                    <a:pt x="506" y="352"/>
                  </a:cubicBezTo>
                  <a:cubicBezTo>
                    <a:pt x="740" y="251"/>
                    <a:pt x="974" y="117"/>
                    <a:pt x="1229" y="16"/>
                  </a:cubicBezTo>
                  <a:lnTo>
                    <a:pt x="12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0"/>
            <p:cNvSpPr/>
            <p:nvPr/>
          </p:nvSpPr>
          <p:spPr>
            <a:xfrm>
              <a:off x="1523475" y="3533682"/>
              <a:ext cx="178984" cy="200736"/>
            </a:xfrm>
            <a:custGeom>
              <a:rect b="b" l="l" r="r" t="t"/>
              <a:pathLst>
                <a:path extrusionOk="0" h="2021" w="1802">
                  <a:moveTo>
                    <a:pt x="16" y="1"/>
                  </a:moveTo>
                  <a:lnTo>
                    <a:pt x="0" y="21"/>
                  </a:lnTo>
                  <a:cubicBezTo>
                    <a:pt x="0" y="37"/>
                    <a:pt x="16" y="37"/>
                    <a:pt x="16" y="37"/>
                  </a:cubicBezTo>
                  <a:cubicBezTo>
                    <a:pt x="69" y="37"/>
                    <a:pt x="85" y="69"/>
                    <a:pt x="117" y="86"/>
                  </a:cubicBezTo>
                  <a:cubicBezTo>
                    <a:pt x="138" y="102"/>
                    <a:pt x="138" y="102"/>
                    <a:pt x="154" y="122"/>
                  </a:cubicBezTo>
                  <a:cubicBezTo>
                    <a:pt x="271" y="223"/>
                    <a:pt x="388" y="340"/>
                    <a:pt x="521" y="457"/>
                  </a:cubicBezTo>
                  <a:cubicBezTo>
                    <a:pt x="893" y="793"/>
                    <a:pt x="1265" y="1132"/>
                    <a:pt x="1653" y="1467"/>
                  </a:cubicBezTo>
                  <a:cubicBezTo>
                    <a:pt x="1753" y="1552"/>
                    <a:pt x="1770" y="1653"/>
                    <a:pt x="1753" y="1754"/>
                  </a:cubicBezTo>
                  <a:lnTo>
                    <a:pt x="1753" y="1920"/>
                  </a:lnTo>
                  <a:lnTo>
                    <a:pt x="1753" y="2004"/>
                  </a:lnTo>
                  <a:cubicBezTo>
                    <a:pt x="1753" y="2021"/>
                    <a:pt x="1753" y="2021"/>
                    <a:pt x="1770" y="2021"/>
                  </a:cubicBezTo>
                  <a:lnTo>
                    <a:pt x="1770" y="2004"/>
                  </a:lnTo>
                  <a:lnTo>
                    <a:pt x="1770" y="1920"/>
                  </a:lnTo>
                  <a:cubicBezTo>
                    <a:pt x="1786" y="1871"/>
                    <a:pt x="1786" y="1803"/>
                    <a:pt x="1786" y="1754"/>
                  </a:cubicBezTo>
                  <a:cubicBezTo>
                    <a:pt x="1802" y="1617"/>
                    <a:pt x="1770" y="1536"/>
                    <a:pt x="1669" y="1435"/>
                  </a:cubicBezTo>
                  <a:cubicBezTo>
                    <a:pt x="1281" y="1112"/>
                    <a:pt x="909" y="760"/>
                    <a:pt x="542" y="441"/>
                  </a:cubicBezTo>
                  <a:cubicBezTo>
                    <a:pt x="420" y="324"/>
                    <a:pt x="287" y="203"/>
                    <a:pt x="170" y="86"/>
                  </a:cubicBezTo>
                  <a:cubicBezTo>
                    <a:pt x="154" y="86"/>
                    <a:pt x="154" y="86"/>
                    <a:pt x="138" y="69"/>
                  </a:cubicBezTo>
                  <a:cubicBezTo>
                    <a:pt x="101" y="37"/>
                    <a:pt x="69"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0"/>
            <p:cNvSpPr/>
            <p:nvPr/>
          </p:nvSpPr>
          <p:spPr>
            <a:xfrm>
              <a:off x="886702" y="3589105"/>
              <a:ext cx="3278" cy="98828"/>
            </a:xfrm>
            <a:custGeom>
              <a:rect b="b" l="l" r="r" t="t"/>
              <a:pathLst>
                <a:path extrusionOk="0" h="995" w="33">
                  <a:moveTo>
                    <a:pt x="0" y="0"/>
                  </a:moveTo>
                  <a:lnTo>
                    <a:pt x="0" y="218"/>
                  </a:lnTo>
                  <a:lnTo>
                    <a:pt x="0" y="841"/>
                  </a:lnTo>
                  <a:lnTo>
                    <a:pt x="0" y="877"/>
                  </a:lnTo>
                  <a:cubicBezTo>
                    <a:pt x="0" y="909"/>
                    <a:pt x="0" y="942"/>
                    <a:pt x="16" y="978"/>
                  </a:cubicBezTo>
                  <a:lnTo>
                    <a:pt x="33" y="994"/>
                  </a:lnTo>
                  <a:lnTo>
                    <a:pt x="33" y="978"/>
                  </a:lnTo>
                  <a:cubicBezTo>
                    <a:pt x="16" y="942"/>
                    <a:pt x="16" y="909"/>
                    <a:pt x="33" y="877"/>
                  </a:cubicBezTo>
                  <a:lnTo>
                    <a:pt x="33" y="841"/>
                  </a:lnTo>
                  <a:lnTo>
                    <a:pt x="33" y="218"/>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0"/>
            <p:cNvSpPr/>
            <p:nvPr/>
          </p:nvSpPr>
          <p:spPr>
            <a:xfrm>
              <a:off x="1923059" y="3460280"/>
              <a:ext cx="147398" cy="217621"/>
            </a:xfrm>
            <a:custGeom>
              <a:rect b="b" l="l" r="r" t="t"/>
              <a:pathLst>
                <a:path extrusionOk="0" h="2191" w="1484">
                  <a:moveTo>
                    <a:pt x="53" y="1"/>
                  </a:moveTo>
                  <a:cubicBezTo>
                    <a:pt x="53" y="1"/>
                    <a:pt x="33" y="1"/>
                    <a:pt x="33" y="17"/>
                  </a:cubicBezTo>
                  <a:cubicBezTo>
                    <a:pt x="1" y="170"/>
                    <a:pt x="1" y="304"/>
                    <a:pt x="1" y="457"/>
                  </a:cubicBezTo>
                  <a:cubicBezTo>
                    <a:pt x="17" y="506"/>
                    <a:pt x="17" y="574"/>
                    <a:pt x="17" y="623"/>
                  </a:cubicBezTo>
                  <a:cubicBezTo>
                    <a:pt x="17" y="659"/>
                    <a:pt x="33" y="691"/>
                    <a:pt x="69" y="724"/>
                  </a:cubicBezTo>
                  <a:lnTo>
                    <a:pt x="86" y="724"/>
                  </a:lnTo>
                  <a:cubicBezTo>
                    <a:pt x="154" y="792"/>
                    <a:pt x="203" y="861"/>
                    <a:pt x="271" y="926"/>
                  </a:cubicBezTo>
                  <a:cubicBezTo>
                    <a:pt x="457" y="1128"/>
                    <a:pt x="639" y="1330"/>
                    <a:pt x="841" y="1515"/>
                  </a:cubicBezTo>
                  <a:cubicBezTo>
                    <a:pt x="910" y="1584"/>
                    <a:pt x="978" y="1669"/>
                    <a:pt x="1043" y="1734"/>
                  </a:cubicBezTo>
                  <a:cubicBezTo>
                    <a:pt x="1164" y="1851"/>
                    <a:pt x="1281" y="1972"/>
                    <a:pt x="1399" y="2089"/>
                  </a:cubicBezTo>
                  <a:cubicBezTo>
                    <a:pt x="1415" y="2105"/>
                    <a:pt x="1431" y="2121"/>
                    <a:pt x="1431" y="2154"/>
                  </a:cubicBezTo>
                  <a:cubicBezTo>
                    <a:pt x="1447" y="2154"/>
                    <a:pt x="1447" y="2174"/>
                    <a:pt x="1447" y="2190"/>
                  </a:cubicBezTo>
                  <a:lnTo>
                    <a:pt x="1467" y="2190"/>
                  </a:lnTo>
                  <a:cubicBezTo>
                    <a:pt x="1483" y="2190"/>
                    <a:pt x="1483" y="2190"/>
                    <a:pt x="1483" y="2174"/>
                  </a:cubicBezTo>
                  <a:cubicBezTo>
                    <a:pt x="1467" y="2154"/>
                    <a:pt x="1467" y="2154"/>
                    <a:pt x="1467" y="2138"/>
                  </a:cubicBezTo>
                  <a:cubicBezTo>
                    <a:pt x="1447" y="2105"/>
                    <a:pt x="1447" y="2089"/>
                    <a:pt x="1415" y="2073"/>
                  </a:cubicBezTo>
                  <a:cubicBezTo>
                    <a:pt x="1298" y="1952"/>
                    <a:pt x="1180" y="1835"/>
                    <a:pt x="1063" y="1717"/>
                  </a:cubicBezTo>
                  <a:cubicBezTo>
                    <a:pt x="995" y="1649"/>
                    <a:pt x="926" y="1568"/>
                    <a:pt x="861" y="1499"/>
                  </a:cubicBezTo>
                  <a:cubicBezTo>
                    <a:pt x="659" y="1297"/>
                    <a:pt x="473" y="1111"/>
                    <a:pt x="288" y="909"/>
                  </a:cubicBezTo>
                  <a:cubicBezTo>
                    <a:pt x="219" y="841"/>
                    <a:pt x="170" y="776"/>
                    <a:pt x="102" y="707"/>
                  </a:cubicBezTo>
                  <a:lnTo>
                    <a:pt x="86" y="707"/>
                  </a:lnTo>
                  <a:cubicBezTo>
                    <a:pt x="69" y="675"/>
                    <a:pt x="33" y="659"/>
                    <a:pt x="33" y="623"/>
                  </a:cubicBezTo>
                  <a:lnTo>
                    <a:pt x="33" y="457"/>
                  </a:lnTo>
                  <a:cubicBezTo>
                    <a:pt x="33" y="320"/>
                    <a:pt x="33"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0"/>
            <p:cNvSpPr/>
            <p:nvPr/>
          </p:nvSpPr>
          <p:spPr>
            <a:xfrm>
              <a:off x="2080390" y="3480344"/>
              <a:ext cx="102007" cy="187526"/>
            </a:xfrm>
            <a:custGeom>
              <a:rect b="b" l="l" r="r" t="t"/>
              <a:pathLst>
                <a:path extrusionOk="0" h="1888" w="1027">
                  <a:moveTo>
                    <a:pt x="85" y="1"/>
                  </a:moveTo>
                  <a:cubicBezTo>
                    <a:pt x="65" y="1"/>
                    <a:pt x="65" y="1"/>
                    <a:pt x="65" y="17"/>
                  </a:cubicBezTo>
                  <a:cubicBezTo>
                    <a:pt x="17" y="69"/>
                    <a:pt x="33" y="134"/>
                    <a:pt x="33" y="203"/>
                  </a:cubicBezTo>
                  <a:cubicBezTo>
                    <a:pt x="49" y="255"/>
                    <a:pt x="49" y="304"/>
                    <a:pt x="33" y="356"/>
                  </a:cubicBezTo>
                  <a:lnTo>
                    <a:pt x="33" y="421"/>
                  </a:lnTo>
                  <a:lnTo>
                    <a:pt x="33" y="473"/>
                  </a:lnTo>
                  <a:cubicBezTo>
                    <a:pt x="0" y="740"/>
                    <a:pt x="65" y="926"/>
                    <a:pt x="251" y="1095"/>
                  </a:cubicBezTo>
                  <a:cubicBezTo>
                    <a:pt x="404" y="1245"/>
                    <a:pt x="554" y="1414"/>
                    <a:pt x="691" y="1568"/>
                  </a:cubicBezTo>
                  <a:cubicBezTo>
                    <a:pt x="756" y="1649"/>
                    <a:pt x="824" y="1717"/>
                    <a:pt x="909" y="1802"/>
                  </a:cubicBezTo>
                  <a:lnTo>
                    <a:pt x="909" y="1818"/>
                  </a:lnTo>
                  <a:cubicBezTo>
                    <a:pt x="942" y="1835"/>
                    <a:pt x="974" y="1871"/>
                    <a:pt x="1010" y="1887"/>
                  </a:cubicBezTo>
                  <a:lnTo>
                    <a:pt x="1026" y="1887"/>
                  </a:lnTo>
                  <a:lnTo>
                    <a:pt x="1026" y="1871"/>
                  </a:lnTo>
                  <a:lnTo>
                    <a:pt x="1026" y="1851"/>
                  </a:lnTo>
                  <a:cubicBezTo>
                    <a:pt x="974" y="1851"/>
                    <a:pt x="958" y="1818"/>
                    <a:pt x="942" y="1802"/>
                  </a:cubicBezTo>
                  <a:lnTo>
                    <a:pt x="925" y="1786"/>
                  </a:lnTo>
                  <a:cubicBezTo>
                    <a:pt x="857" y="1701"/>
                    <a:pt x="772" y="1633"/>
                    <a:pt x="707" y="1548"/>
                  </a:cubicBezTo>
                  <a:cubicBezTo>
                    <a:pt x="570" y="1398"/>
                    <a:pt x="420" y="1229"/>
                    <a:pt x="267" y="1079"/>
                  </a:cubicBezTo>
                  <a:cubicBezTo>
                    <a:pt x="101" y="926"/>
                    <a:pt x="33" y="724"/>
                    <a:pt x="49" y="473"/>
                  </a:cubicBezTo>
                  <a:cubicBezTo>
                    <a:pt x="65" y="457"/>
                    <a:pt x="65" y="437"/>
                    <a:pt x="49" y="421"/>
                  </a:cubicBezTo>
                  <a:cubicBezTo>
                    <a:pt x="49" y="405"/>
                    <a:pt x="49" y="388"/>
                    <a:pt x="65" y="356"/>
                  </a:cubicBezTo>
                  <a:cubicBezTo>
                    <a:pt x="85" y="304"/>
                    <a:pt x="65" y="255"/>
                    <a:pt x="65" y="203"/>
                  </a:cubicBezTo>
                  <a:cubicBezTo>
                    <a:pt x="49" y="134"/>
                    <a:pt x="49" y="85"/>
                    <a:pt x="85" y="33"/>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0"/>
            <p:cNvSpPr/>
            <p:nvPr/>
          </p:nvSpPr>
          <p:spPr>
            <a:xfrm>
              <a:off x="575716" y="1770266"/>
              <a:ext cx="6555" cy="76778"/>
            </a:xfrm>
            <a:custGeom>
              <a:rect b="b" l="l" r="r" t="t"/>
              <a:pathLst>
                <a:path extrusionOk="0" h="773" w="66">
                  <a:moveTo>
                    <a:pt x="17" y="0"/>
                  </a:moveTo>
                  <a:cubicBezTo>
                    <a:pt x="17" y="0"/>
                    <a:pt x="1" y="0"/>
                    <a:pt x="17" y="17"/>
                  </a:cubicBezTo>
                  <a:cubicBezTo>
                    <a:pt x="33" y="134"/>
                    <a:pt x="33" y="251"/>
                    <a:pt x="17" y="384"/>
                  </a:cubicBezTo>
                  <a:lnTo>
                    <a:pt x="17" y="606"/>
                  </a:lnTo>
                  <a:lnTo>
                    <a:pt x="17" y="655"/>
                  </a:lnTo>
                  <a:cubicBezTo>
                    <a:pt x="17" y="687"/>
                    <a:pt x="17" y="724"/>
                    <a:pt x="33" y="756"/>
                  </a:cubicBezTo>
                  <a:lnTo>
                    <a:pt x="49" y="772"/>
                  </a:lnTo>
                  <a:lnTo>
                    <a:pt x="65" y="756"/>
                  </a:lnTo>
                  <a:cubicBezTo>
                    <a:pt x="49" y="724"/>
                    <a:pt x="49" y="687"/>
                    <a:pt x="49" y="655"/>
                  </a:cubicBezTo>
                  <a:lnTo>
                    <a:pt x="49" y="606"/>
                  </a:lnTo>
                  <a:lnTo>
                    <a:pt x="49" y="384"/>
                  </a:lnTo>
                  <a:cubicBezTo>
                    <a:pt x="49" y="251"/>
                    <a:pt x="49"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0"/>
            <p:cNvSpPr/>
            <p:nvPr/>
          </p:nvSpPr>
          <p:spPr>
            <a:xfrm>
              <a:off x="1923059" y="3560599"/>
              <a:ext cx="148988" cy="173819"/>
            </a:xfrm>
            <a:custGeom>
              <a:rect b="b" l="l" r="r" t="t"/>
              <a:pathLst>
                <a:path extrusionOk="0" h="1750" w="1500">
                  <a:moveTo>
                    <a:pt x="1" y="0"/>
                  </a:moveTo>
                  <a:lnTo>
                    <a:pt x="1" y="17"/>
                  </a:lnTo>
                  <a:cubicBezTo>
                    <a:pt x="17" y="85"/>
                    <a:pt x="53" y="134"/>
                    <a:pt x="118" y="202"/>
                  </a:cubicBezTo>
                  <a:cubicBezTo>
                    <a:pt x="372" y="437"/>
                    <a:pt x="623" y="691"/>
                    <a:pt x="861" y="926"/>
                  </a:cubicBezTo>
                  <a:cubicBezTo>
                    <a:pt x="1027" y="1095"/>
                    <a:pt x="1180" y="1245"/>
                    <a:pt x="1330" y="1414"/>
                  </a:cubicBezTo>
                  <a:cubicBezTo>
                    <a:pt x="1431" y="1515"/>
                    <a:pt x="1483" y="1616"/>
                    <a:pt x="1447" y="1733"/>
                  </a:cubicBezTo>
                  <a:cubicBezTo>
                    <a:pt x="1447" y="1750"/>
                    <a:pt x="1467" y="1750"/>
                    <a:pt x="1467" y="1750"/>
                  </a:cubicBezTo>
                  <a:cubicBezTo>
                    <a:pt x="1467" y="1750"/>
                    <a:pt x="1483" y="1750"/>
                    <a:pt x="1483" y="1733"/>
                  </a:cubicBezTo>
                  <a:cubicBezTo>
                    <a:pt x="1500" y="1616"/>
                    <a:pt x="1467" y="1499"/>
                    <a:pt x="1346" y="1398"/>
                  </a:cubicBezTo>
                  <a:cubicBezTo>
                    <a:pt x="1197" y="1229"/>
                    <a:pt x="1043" y="1079"/>
                    <a:pt x="877" y="909"/>
                  </a:cubicBezTo>
                  <a:cubicBezTo>
                    <a:pt x="639" y="675"/>
                    <a:pt x="389" y="421"/>
                    <a:pt x="134" y="170"/>
                  </a:cubicBezTo>
                  <a:cubicBezTo>
                    <a:pt x="69" y="118"/>
                    <a:pt x="33"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0"/>
            <p:cNvSpPr/>
            <p:nvPr/>
          </p:nvSpPr>
          <p:spPr>
            <a:xfrm>
              <a:off x="667591" y="3427007"/>
              <a:ext cx="155444" cy="155344"/>
            </a:xfrm>
            <a:custGeom>
              <a:rect b="b" l="l" r="r" t="t"/>
              <a:pathLst>
                <a:path extrusionOk="0" h="1564" w="1565">
                  <a:moveTo>
                    <a:pt x="1499" y="0"/>
                  </a:moveTo>
                  <a:cubicBezTo>
                    <a:pt x="1112" y="117"/>
                    <a:pt x="724" y="251"/>
                    <a:pt x="352" y="368"/>
                  </a:cubicBezTo>
                  <a:cubicBezTo>
                    <a:pt x="336" y="368"/>
                    <a:pt x="336" y="368"/>
                    <a:pt x="336" y="388"/>
                  </a:cubicBezTo>
                  <a:lnTo>
                    <a:pt x="287" y="388"/>
                  </a:lnTo>
                  <a:cubicBezTo>
                    <a:pt x="203" y="404"/>
                    <a:pt x="102" y="420"/>
                    <a:pt x="33" y="505"/>
                  </a:cubicBezTo>
                  <a:cubicBezTo>
                    <a:pt x="1" y="554"/>
                    <a:pt x="1" y="639"/>
                    <a:pt x="17" y="723"/>
                  </a:cubicBezTo>
                  <a:lnTo>
                    <a:pt x="17" y="808"/>
                  </a:lnTo>
                  <a:lnTo>
                    <a:pt x="17" y="1329"/>
                  </a:lnTo>
                  <a:lnTo>
                    <a:pt x="17" y="1564"/>
                  </a:lnTo>
                  <a:lnTo>
                    <a:pt x="33" y="1564"/>
                  </a:lnTo>
                  <a:cubicBezTo>
                    <a:pt x="134" y="1564"/>
                    <a:pt x="235" y="1531"/>
                    <a:pt x="336" y="1499"/>
                  </a:cubicBezTo>
                  <a:cubicBezTo>
                    <a:pt x="372" y="1499"/>
                    <a:pt x="405" y="1479"/>
                    <a:pt x="437" y="1463"/>
                  </a:cubicBezTo>
                  <a:cubicBezTo>
                    <a:pt x="607" y="1430"/>
                    <a:pt x="776" y="1378"/>
                    <a:pt x="926" y="1329"/>
                  </a:cubicBezTo>
                  <a:cubicBezTo>
                    <a:pt x="1095" y="1261"/>
                    <a:pt x="1261" y="1212"/>
                    <a:pt x="1431" y="1160"/>
                  </a:cubicBezTo>
                  <a:cubicBezTo>
                    <a:pt x="1548" y="1143"/>
                    <a:pt x="1564" y="1075"/>
                    <a:pt x="1548" y="994"/>
                  </a:cubicBezTo>
                  <a:lnTo>
                    <a:pt x="1548" y="691"/>
                  </a:lnTo>
                  <a:cubicBezTo>
                    <a:pt x="1564" y="538"/>
                    <a:pt x="1564" y="368"/>
                    <a:pt x="1548" y="218"/>
                  </a:cubicBezTo>
                  <a:lnTo>
                    <a:pt x="1532" y="202"/>
                  </a:lnTo>
                  <a:cubicBezTo>
                    <a:pt x="1516" y="202"/>
                    <a:pt x="1516" y="218"/>
                    <a:pt x="1516" y="218"/>
                  </a:cubicBezTo>
                  <a:cubicBezTo>
                    <a:pt x="1532" y="368"/>
                    <a:pt x="1532" y="538"/>
                    <a:pt x="1532" y="691"/>
                  </a:cubicBezTo>
                  <a:lnTo>
                    <a:pt x="1532" y="994"/>
                  </a:lnTo>
                  <a:cubicBezTo>
                    <a:pt x="1532" y="1075"/>
                    <a:pt x="1516" y="1111"/>
                    <a:pt x="1415" y="1143"/>
                  </a:cubicBezTo>
                  <a:cubicBezTo>
                    <a:pt x="1245" y="1196"/>
                    <a:pt x="1079" y="1244"/>
                    <a:pt x="926" y="1297"/>
                  </a:cubicBezTo>
                  <a:cubicBezTo>
                    <a:pt x="756" y="1345"/>
                    <a:pt x="590" y="1398"/>
                    <a:pt x="437" y="1446"/>
                  </a:cubicBezTo>
                  <a:cubicBezTo>
                    <a:pt x="388" y="1463"/>
                    <a:pt x="352" y="1463"/>
                    <a:pt x="320" y="1479"/>
                  </a:cubicBezTo>
                  <a:cubicBezTo>
                    <a:pt x="235" y="1515"/>
                    <a:pt x="150" y="1531"/>
                    <a:pt x="49" y="1547"/>
                  </a:cubicBezTo>
                  <a:cubicBezTo>
                    <a:pt x="49" y="1479"/>
                    <a:pt x="33" y="1398"/>
                    <a:pt x="33" y="1329"/>
                  </a:cubicBezTo>
                  <a:cubicBezTo>
                    <a:pt x="33" y="1160"/>
                    <a:pt x="33" y="994"/>
                    <a:pt x="49" y="808"/>
                  </a:cubicBezTo>
                  <a:cubicBezTo>
                    <a:pt x="49" y="772"/>
                    <a:pt x="33" y="740"/>
                    <a:pt x="33" y="723"/>
                  </a:cubicBezTo>
                  <a:cubicBezTo>
                    <a:pt x="33" y="639"/>
                    <a:pt x="17" y="570"/>
                    <a:pt x="69" y="521"/>
                  </a:cubicBezTo>
                  <a:cubicBezTo>
                    <a:pt x="102" y="453"/>
                    <a:pt x="203" y="437"/>
                    <a:pt x="304" y="420"/>
                  </a:cubicBezTo>
                  <a:cubicBezTo>
                    <a:pt x="320" y="420"/>
                    <a:pt x="320" y="404"/>
                    <a:pt x="336" y="404"/>
                  </a:cubicBezTo>
                  <a:lnTo>
                    <a:pt x="352" y="404"/>
                  </a:lnTo>
                  <a:lnTo>
                    <a:pt x="352" y="388"/>
                  </a:lnTo>
                  <a:cubicBezTo>
                    <a:pt x="740" y="267"/>
                    <a:pt x="1128" y="150"/>
                    <a:pt x="1499" y="33"/>
                  </a:cubicBezTo>
                  <a:cubicBezTo>
                    <a:pt x="1516" y="33"/>
                    <a:pt x="1516" y="16"/>
                    <a:pt x="1516" y="16"/>
                  </a:cubicBezTo>
                  <a:cubicBezTo>
                    <a:pt x="1516" y="0"/>
                    <a:pt x="1499" y="0"/>
                    <a:pt x="1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0"/>
            <p:cNvSpPr/>
            <p:nvPr/>
          </p:nvSpPr>
          <p:spPr>
            <a:xfrm>
              <a:off x="1735732" y="3107577"/>
              <a:ext cx="174216" cy="267780"/>
            </a:xfrm>
            <a:custGeom>
              <a:rect b="b" l="l" r="r" t="t"/>
              <a:pathLst>
                <a:path extrusionOk="0" h="2696" w="1754">
                  <a:moveTo>
                    <a:pt x="69" y="1"/>
                  </a:moveTo>
                  <a:cubicBezTo>
                    <a:pt x="53" y="1"/>
                    <a:pt x="53" y="1"/>
                    <a:pt x="53" y="17"/>
                  </a:cubicBezTo>
                  <a:cubicBezTo>
                    <a:pt x="20" y="118"/>
                    <a:pt x="37" y="203"/>
                    <a:pt x="37" y="304"/>
                  </a:cubicBezTo>
                  <a:lnTo>
                    <a:pt x="37" y="522"/>
                  </a:lnTo>
                  <a:cubicBezTo>
                    <a:pt x="0" y="675"/>
                    <a:pt x="53" y="809"/>
                    <a:pt x="186" y="942"/>
                  </a:cubicBezTo>
                  <a:cubicBezTo>
                    <a:pt x="473" y="1245"/>
                    <a:pt x="744" y="1548"/>
                    <a:pt x="994" y="1835"/>
                  </a:cubicBezTo>
                  <a:cubicBezTo>
                    <a:pt x="1131" y="1968"/>
                    <a:pt x="1249" y="2122"/>
                    <a:pt x="1382" y="2271"/>
                  </a:cubicBezTo>
                  <a:cubicBezTo>
                    <a:pt x="1414" y="2307"/>
                    <a:pt x="1451" y="2340"/>
                    <a:pt x="1483" y="2372"/>
                  </a:cubicBezTo>
                  <a:cubicBezTo>
                    <a:pt x="1584" y="2473"/>
                    <a:pt x="1669" y="2558"/>
                    <a:pt x="1737" y="2675"/>
                  </a:cubicBezTo>
                  <a:lnTo>
                    <a:pt x="1753" y="2695"/>
                  </a:lnTo>
                  <a:lnTo>
                    <a:pt x="1753" y="2675"/>
                  </a:lnTo>
                  <a:cubicBezTo>
                    <a:pt x="1701" y="2542"/>
                    <a:pt x="1600" y="2457"/>
                    <a:pt x="1515" y="2356"/>
                  </a:cubicBezTo>
                  <a:cubicBezTo>
                    <a:pt x="1467" y="2323"/>
                    <a:pt x="1434" y="2291"/>
                    <a:pt x="1398" y="2255"/>
                  </a:cubicBezTo>
                  <a:cubicBezTo>
                    <a:pt x="1281" y="2105"/>
                    <a:pt x="1148" y="1952"/>
                    <a:pt x="1010" y="1819"/>
                  </a:cubicBezTo>
                  <a:cubicBezTo>
                    <a:pt x="760" y="1516"/>
                    <a:pt x="489" y="1213"/>
                    <a:pt x="202" y="926"/>
                  </a:cubicBezTo>
                  <a:cubicBezTo>
                    <a:pt x="85" y="792"/>
                    <a:pt x="37" y="675"/>
                    <a:pt x="53" y="522"/>
                  </a:cubicBezTo>
                  <a:cubicBezTo>
                    <a:pt x="69" y="453"/>
                    <a:pt x="53" y="372"/>
                    <a:pt x="53" y="304"/>
                  </a:cubicBezTo>
                  <a:cubicBezTo>
                    <a:pt x="53" y="219"/>
                    <a:pt x="53" y="118"/>
                    <a:pt x="69" y="17"/>
                  </a:cubicBezTo>
                  <a:cubicBezTo>
                    <a:pt x="85" y="17"/>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0"/>
            <p:cNvSpPr/>
            <p:nvPr/>
          </p:nvSpPr>
          <p:spPr>
            <a:xfrm>
              <a:off x="869817" y="2116115"/>
              <a:ext cx="339592" cy="247717"/>
            </a:xfrm>
            <a:custGeom>
              <a:rect b="b" l="l" r="r" t="t"/>
              <a:pathLst>
                <a:path extrusionOk="0" h="2494" w="3419">
                  <a:moveTo>
                    <a:pt x="3402" y="1"/>
                  </a:moveTo>
                  <a:cubicBezTo>
                    <a:pt x="3232" y="69"/>
                    <a:pt x="3063" y="134"/>
                    <a:pt x="2913" y="219"/>
                  </a:cubicBezTo>
                  <a:cubicBezTo>
                    <a:pt x="2861" y="255"/>
                    <a:pt x="2812" y="271"/>
                    <a:pt x="2760" y="304"/>
                  </a:cubicBezTo>
                  <a:cubicBezTo>
                    <a:pt x="2558" y="405"/>
                    <a:pt x="2340" y="489"/>
                    <a:pt x="2138" y="590"/>
                  </a:cubicBezTo>
                  <a:cubicBezTo>
                    <a:pt x="1936" y="691"/>
                    <a:pt x="1718" y="792"/>
                    <a:pt x="1516" y="893"/>
                  </a:cubicBezTo>
                  <a:cubicBezTo>
                    <a:pt x="1095" y="1095"/>
                    <a:pt x="675" y="1297"/>
                    <a:pt x="271" y="1499"/>
                  </a:cubicBezTo>
                  <a:lnTo>
                    <a:pt x="33" y="1617"/>
                  </a:lnTo>
                  <a:cubicBezTo>
                    <a:pt x="33" y="1617"/>
                    <a:pt x="17" y="1617"/>
                    <a:pt x="17" y="1633"/>
                  </a:cubicBezTo>
                  <a:lnTo>
                    <a:pt x="1" y="1649"/>
                  </a:lnTo>
                  <a:cubicBezTo>
                    <a:pt x="17" y="1786"/>
                    <a:pt x="17" y="1919"/>
                    <a:pt x="17" y="2053"/>
                  </a:cubicBezTo>
                  <a:cubicBezTo>
                    <a:pt x="17" y="2206"/>
                    <a:pt x="17" y="2340"/>
                    <a:pt x="33" y="2493"/>
                  </a:cubicBezTo>
                  <a:lnTo>
                    <a:pt x="69" y="2493"/>
                  </a:lnTo>
                  <a:cubicBezTo>
                    <a:pt x="33" y="2340"/>
                    <a:pt x="53" y="2206"/>
                    <a:pt x="53" y="2053"/>
                  </a:cubicBezTo>
                  <a:cubicBezTo>
                    <a:pt x="53" y="1919"/>
                    <a:pt x="53" y="1786"/>
                    <a:pt x="33" y="1649"/>
                  </a:cubicBezTo>
                  <a:lnTo>
                    <a:pt x="53" y="1633"/>
                  </a:lnTo>
                  <a:lnTo>
                    <a:pt x="287" y="1516"/>
                  </a:lnTo>
                  <a:cubicBezTo>
                    <a:pt x="691" y="1330"/>
                    <a:pt x="1112" y="1112"/>
                    <a:pt x="1532" y="926"/>
                  </a:cubicBezTo>
                  <a:cubicBezTo>
                    <a:pt x="1734" y="825"/>
                    <a:pt x="1936" y="724"/>
                    <a:pt x="2154" y="623"/>
                  </a:cubicBezTo>
                  <a:lnTo>
                    <a:pt x="2760" y="320"/>
                  </a:lnTo>
                  <a:cubicBezTo>
                    <a:pt x="2828" y="304"/>
                    <a:pt x="2881" y="271"/>
                    <a:pt x="2929" y="235"/>
                  </a:cubicBezTo>
                  <a:cubicBezTo>
                    <a:pt x="3083" y="170"/>
                    <a:pt x="3232" y="85"/>
                    <a:pt x="3402" y="33"/>
                  </a:cubicBezTo>
                  <a:cubicBezTo>
                    <a:pt x="3402" y="17"/>
                    <a:pt x="3418" y="17"/>
                    <a:pt x="3418"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0"/>
            <p:cNvSpPr/>
            <p:nvPr/>
          </p:nvSpPr>
          <p:spPr>
            <a:xfrm>
              <a:off x="1923059" y="2418659"/>
              <a:ext cx="147398" cy="322707"/>
            </a:xfrm>
            <a:custGeom>
              <a:rect b="b" l="l" r="r" t="t"/>
              <a:pathLst>
                <a:path extrusionOk="0" h="3249" w="1484">
                  <a:moveTo>
                    <a:pt x="53" y="1"/>
                  </a:moveTo>
                  <a:lnTo>
                    <a:pt x="33" y="17"/>
                  </a:lnTo>
                  <a:cubicBezTo>
                    <a:pt x="1" y="154"/>
                    <a:pt x="33" y="255"/>
                    <a:pt x="134" y="405"/>
                  </a:cubicBezTo>
                  <a:cubicBezTo>
                    <a:pt x="271" y="590"/>
                    <a:pt x="389" y="792"/>
                    <a:pt x="522" y="994"/>
                  </a:cubicBezTo>
                  <a:cubicBezTo>
                    <a:pt x="574" y="1063"/>
                    <a:pt x="623" y="1148"/>
                    <a:pt x="675" y="1229"/>
                  </a:cubicBezTo>
                  <a:cubicBezTo>
                    <a:pt x="724" y="1297"/>
                    <a:pt x="776" y="1382"/>
                    <a:pt x="809" y="1451"/>
                  </a:cubicBezTo>
                  <a:cubicBezTo>
                    <a:pt x="942" y="1653"/>
                    <a:pt x="1079" y="1871"/>
                    <a:pt x="1213" y="2073"/>
                  </a:cubicBezTo>
                  <a:cubicBezTo>
                    <a:pt x="1245" y="2121"/>
                    <a:pt x="1265" y="2174"/>
                    <a:pt x="1265" y="2239"/>
                  </a:cubicBezTo>
                  <a:lnTo>
                    <a:pt x="1265" y="2441"/>
                  </a:lnTo>
                  <a:cubicBezTo>
                    <a:pt x="1265" y="2562"/>
                    <a:pt x="1265" y="2679"/>
                    <a:pt x="1245" y="2796"/>
                  </a:cubicBezTo>
                  <a:cubicBezTo>
                    <a:pt x="1229" y="2844"/>
                    <a:pt x="1245" y="2913"/>
                    <a:pt x="1330" y="2982"/>
                  </a:cubicBezTo>
                  <a:cubicBezTo>
                    <a:pt x="1399" y="3046"/>
                    <a:pt x="1431" y="3131"/>
                    <a:pt x="1447" y="3232"/>
                  </a:cubicBezTo>
                  <a:cubicBezTo>
                    <a:pt x="1447" y="3248"/>
                    <a:pt x="1467" y="3248"/>
                    <a:pt x="1467" y="3248"/>
                  </a:cubicBezTo>
                  <a:cubicBezTo>
                    <a:pt x="1483" y="3248"/>
                    <a:pt x="1483" y="3248"/>
                    <a:pt x="1483" y="3232"/>
                  </a:cubicBezTo>
                  <a:cubicBezTo>
                    <a:pt x="1467" y="3131"/>
                    <a:pt x="1415" y="3046"/>
                    <a:pt x="1346" y="2966"/>
                  </a:cubicBezTo>
                  <a:cubicBezTo>
                    <a:pt x="1298" y="2929"/>
                    <a:pt x="1245" y="2865"/>
                    <a:pt x="1265" y="2796"/>
                  </a:cubicBezTo>
                  <a:cubicBezTo>
                    <a:pt x="1298" y="2679"/>
                    <a:pt x="1298" y="2562"/>
                    <a:pt x="1298" y="2441"/>
                  </a:cubicBezTo>
                  <a:cubicBezTo>
                    <a:pt x="1281" y="2376"/>
                    <a:pt x="1281" y="2307"/>
                    <a:pt x="1298" y="2239"/>
                  </a:cubicBezTo>
                  <a:cubicBezTo>
                    <a:pt x="1298" y="2174"/>
                    <a:pt x="1281" y="2105"/>
                    <a:pt x="1229" y="2057"/>
                  </a:cubicBezTo>
                  <a:cubicBezTo>
                    <a:pt x="1096" y="1855"/>
                    <a:pt x="962" y="1633"/>
                    <a:pt x="841" y="1431"/>
                  </a:cubicBezTo>
                  <a:cubicBezTo>
                    <a:pt x="793" y="1366"/>
                    <a:pt x="740" y="1297"/>
                    <a:pt x="692" y="1212"/>
                  </a:cubicBezTo>
                  <a:cubicBezTo>
                    <a:pt x="639" y="1128"/>
                    <a:pt x="591" y="1063"/>
                    <a:pt x="538" y="978"/>
                  </a:cubicBezTo>
                  <a:cubicBezTo>
                    <a:pt x="421" y="776"/>
                    <a:pt x="288" y="574"/>
                    <a:pt x="154" y="388"/>
                  </a:cubicBezTo>
                  <a:cubicBezTo>
                    <a:pt x="53" y="255"/>
                    <a:pt x="33" y="154"/>
                    <a:pt x="69" y="17"/>
                  </a:cubicBezTo>
                  <a:cubicBezTo>
                    <a:pt x="69" y="17"/>
                    <a:pt x="53" y="17"/>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0"/>
            <p:cNvSpPr/>
            <p:nvPr/>
          </p:nvSpPr>
          <p:spPr>
            <a:xfrm>
              <a:off x="2080390" y="3065861"/>
              <a:ext cx="105185" cy="162198"/>
            </a:xfrm>
            <a:custGeom>
              <a:rect b="b" l="l" r="r" t="t"/>
              <a:pathLst>
                <a:path extrusionOk="0" h="1633" w="1059">
                  <a:moveTo>
                    <a:pt x="17" y="1"/>
                  </a:moveTo>
                  <a:lnTo>
                    <a:pt x="0" y="17"/>
                  </a:lnTo>
                  <a:cubicBezTo>
                    <a:pt x="33" y="166"/>
                    <a:pt x="134" y="287"/>
                    <a:pt x="218" y="388"/>
                  </a:cubicBezTo>
                  <a:cubicBezTo>
                    <a:pt x="267" y="437"/>
                    <a:pt x="319" y="506"/>
                    <a:pt x="368" y="554"/>
                  </a:cubicBezTo>
                  <a:cubicBezTo>
                    <a:pt x="437" y="691"/>
                    <a:pt x="538" y="825"/>
                    <a:pt x="639" y="942"/>
                  </a:cubicBezTo>
                  <a:cubicBezTo>
                    <a:pt x="707" y="1027"/>
                    <a:pt x="772" y="1128"/>
                    <a:pt x="841" y="1229"/>
                  </a:cubicBezTo>
                  <a:cubicBezTo>
                    <a:pt x="857" y="1261"/>
                    <a:pt x="893" y="1277"/>
                    <a:pt x="909" y="1313"/>
                  </a:cubicBezTo>
                  <a:cubicBezTo>
                    <a:pt x="958" y="1346"/>
                    <a:pt x="994" y="1378"/>
                    <a:pt x="1010" y="1447"/>
                  </a:cubicBezTo>
                  <a:cubicBezTo>
                    <a:pt x="1026" y="1499"/>
                    <a:pt x="1026" y="1548"/>
                    <a:pt x="1010" y="1600"/>
                  </a:cubicBezTo>
                  <a:lnTo>
                    <a:pt x="1010" y="1633"/>
                  </a:lnTo>
                  <a:lnTo>
                    <a:pt x="1026" y="1633"/>
                  </a:lnTo>
                  <a:lnTo>
                    <a:pt x="1026" y="1616"/>
                  </a:lnTo>
                  <a:cubicBezTo>
                    <a:pt x="1059" y="1548"/>
                    <a:pt x="1059" y="1499"/>
                    <a:pt x="1043" y="1431"/>
                  </a:cubicBezTo>
                  <a:cubicBezTo>
                    <a:pt x="1010" y="1362"/>
                    <a:pt x="974" y="1330"/>
                    <a:pt x="925" y="1297"/>
                  </a:cubicBezTo>
                  <a:cubicBezTo>
                    <a:pt x="909" y="1261"/>
                    <a:pt x="893" y="1245"/>
                    <a:pt x="857" y="1212"/>
                  </a:cubicBezTo>
                  <a:cubicBezTo>
                    <a:pt x="792" y="1111"/>
                    <a:pt x="723" y="1027"/>
                    <a:pt x="655" y="926"/>
                  </a:cubicBezTo>
                  <a:cubicBezTo>
                    <a:pt x="554" y="808"/>
                    <a:pt x="469" y="671"/>
                    <a:pt x="388" y="554"/>
                  </a:cubicBezTo>
                  <a:cubicBezTo>
                    <a:pt x="336" y="489"/>
                    <a:pt x="287" y="421"/>
                    <a:pt x="251" y="368"/>
                  </a:cubicBezTo>
                  <a:cubicBezTo>
                    <a:pt x="150" y="267"/>
                    <a:pt x="65" y="166"/>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0"/>
            <p:cNvSpPr/>
            <p:nvPr/>
          </p:nvSpPr>
          <p:spPr>
            <a:xfrm>
              <a:off x="1923059" y="2724779"/>
              <a:ext cx="128924" cy="252484"/>
            </a:xfrm>
            <a:custGeom>
              <a:rect b="b" l="l" r="r" t="t"/>
              <a:pathLst>
                <a:path extrusionOk="0" h="2542" w="1298">
                  <a:moveTo>
                    <a:pt x="53" y="1"/>
                  </a:moveTo>
                  <a:cubicBezTo>
                    <a:pt x="1" y="118"/>
                    <a:pt x="17" y="219"/>
                    <a:pt x="118" y="336"/>
                  </a:cubicBezTo>
                  <a:cubicBezTo>
                    <a:pt x="235" y="469"/>
                    <a:pt x="320" y="623"/>
                    <a:pt x="421" y="756"/>
                  </a:cubicBezTo>
                  <a:cubicBezTo>
                    <a:pt x="437" y="793"/>
                    <a:pt x="473" y="809"/>
                    <a:pt x="490" y="841"/>
                  </a:cubicBezTo>
                  <a:cubicBezTo>
                    <a:pt x="574" y="958"/>
                    <a:pt x="659" y="1096"/>
                    <a:pt x="740" y="1213"/>
                  </a:cubicBezTo>
                  <a:cubicBezTo>
                    <a:pt x="894" y="1431"/>
                    <a:pt x="1063" y="1665"/>
                    <a:pt x="1213" y="1883"/>
                  </a:cubicBezTo>
                  <a:cubicBezTo>
                    <a:pt x="1265" y="1952"/>
                    <a:pt x="1265" y="1984"/>
                    <a:pt x="1265" y="2053"/>
                  </a:cubicBezTo>
                  <a:lnTo>
                    <a:pt x="1265" y="2255"/>
                  </a:lnTo>
                  <a:lnTo>
                    <a:pt x="1265" y="2388"/>
                  </a:lnTo>
                  <a:lnTo>
                    <a:pt x="1265" y="2425"/>
                  </a:lnTo>
                  <a:cubicBezTo>
                    <a:pt x="1265" y="2457"/>
                    <a:pt x="1265" y="2489"/>
                    <a:pt x="1229" y="2526"/>
                  </a:cubicBezTo>
                  <a:lnTo>
                    <a:pt x="1229" y="2542"/>
                  </a:lnTo>
                  <a:lnTo>
                    <a:pt x="1245" y="2542"/>
                  </a:lnTo>
                  <a:cubicBezTo>
                    <a:pt x="1298" y="2509"/>
                    <a:pt x="1298" y="2457"/>
                    <a:pt x="1298" y="2425"/>
                  </a:cubicBezTo>
                  <a:lnTo>
                    <a:pt x="1298" y="2388"/>
                  </a:lnTo>
                  <a:lnTo>
                    <a:pt x="1298" y="2255"/>
                  </a:lnTo>
                  <a:lnTo>
                    <a:pt x="1298" y="2053"/>
                  </a:lnTo>
                  <a:cubicBezTo>
                    <a:pt x="1298" y="1984"/>
                    <a:pt x="1281" y="1936"/>
                    <a:pt x="1245" y="1867"/>
                  </a:cubicBezTo>
                  <a:cubicBezTo>
                    <a:pt x="1079" y="1649"/>
                    <a:pt x="926" y="1431"/>
                    <a:pt x="760" y="1197"/>
                  </a:cubicBezTo>
                  <a:cubicBezTo>
                    <a:pt x="675" y="1075"/>
                    <a:pt x="591" y="942"/>
                    <a:pt x="506" y="825"/>
                  </a:cubicBezTo>
                  <a:cubicBezTo>
                    <a:pt x="490" y="793"/>
                    <a:pt x="473" y="772"/>
                    <a:pt x="457" y="740"/>
                  </a:cubicBezTo>
                  <a:cubicBezTo>
                    <a:pt x="356" y="607"/>
                    <a:pt x="255" y="453"/>
                    <a:pt x="134" y="320"/>
                  </a:cubicBezTo>
                  <a:cubicBezTo>
                    <a:pt x="53" y="219"/>
                    <a:pt x="17" y="118"/>
                    <a:pt x="69" y="17"/>
                  </a:cubicBezTo>
                  <a:cubicBezTo>
                    <a:pt x="86" y="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0"/>
            <p:cNvSpPr/>
            <p:nvPr/>
          </p:nvSpPr>
          <p:spPr>
            <a:xfrm>
              <a:off x="669181" y="2440312"/>
              <a:ext cx="152166" cy="187526"/>
            </a:xfrm>
            <a:custGeom>
              <a:rect b="b" l="l" r="r" t="t"/>
              <a:pathLst>
                <a:path extrusionOk="0" h="1888" w="1532">
                  <a:moveTo>
                    <a:pt x="1516" y="1"/>
                  </a:moveTo>
                  <a:cubicBezTo>
                    <a:pt x="1516" y="1"/>
                    <a:pt x="1500" y="1"/>
                    <a:pt x="1500" y="21"/>
                  </a:cubicBezTo>
                  <a:cubicBezTo>
                    <a:pt x="1483" y="53"/>
                    <a:pt x="1467" y="86"/>
                    <a:pt x="1431" y="102"/>
                  </a:cubicBezTo>
                  <a:cubicBezTo>
                    <a:pt x="1164" y="203"/>
                    <a:pt x="910" y="324"/>
                    <a:pt x="659" y="441"/>
                  </a:cubicBezTo>
                  <a:cubicBezTo>
                    <a:pt x="490" y="526"/>
                    <a:pt x="304" y="627"/>
                    <a:pt x="134" y="691"/>
                  </a:cubicBezTo>
                  <a:cubicBezTo>
                    <a:pt x="53" y="728"/>
                    <a:pt x="17" y="792"/>
                    <a:pt x="17" y="877"/>
                  </a:cubicBezTo>
                  <a:lnTo>
                    <a:pt x="17" y="1435"/>
                  </a:lnTo>
                  <a:cubicBezTo>
                    <a:pt x="1" y="1568"/>
                    <a:pt x="1" y="1685"/>
                    <a:pt x="1" y="1802"/>
                  </a:cubicBezTo>
                  <a:cubicBezTo>
                    <a:pt x="1" y="1819"/>
                    <a:pt x="17" y="1839"/>
                    <a:pt x="17" y="1855"/>
                  </a:cubicBezTo>
                  <a:cubicBezTo>
                    <a:pt x="17" y="1871"/>
                    <a:pt x="17" y="1871"/>
                    <a:pt x="33" y="1871"/>
                  </a:cubicBezTo>
                  <a:lnTo>
                    <a:pt x="33" y="1887"/>
                  </a:lnTo>
                  <a:lnTo>
                    <a:pt x="53" y="1887"/>
                  </a:lnTo>
                  <a:lnTo>
                    <a:pt x="53" y="1871"/>
                  </a:lnTo>
                  <a:cubicBezTo>
                    <a:pt x="53" y="1855"/>
                    <a:pt x="53" y="1855"/>
                    <a:pt x="33" y="1839"/>
                  </a:cubicBezTo>
                  <a:lnTo>
                    <a:pt x="33" y="1802"/>
                  </a:lnTo>
                  <a:lnTo>
                    <a:pt x="33" y="1451"/>
                  </a:lnTo>
                  <a:cubicBezTo>
                    <a:pt x="53" y="1249"/>
                    <a:pt x="53" y="1063"/>
                    <a:pt x="53" y="877"/>
                  </a:cubicBezTo>
                  <a:cubicBezTo>
                    <a:pt x="53" y="792"/>
                    <a:pt x="70" y="744"/>
                    <a:pt x="134" y="728"/>
                  </a:cubicBezTo>
                  <a:cubicBezTo>
                    <a:pt x="320" y="643"/>
                    <a:pt x="506" y="558"/>
                    <a:pt x="675" y="473"/>
                  </a:cubicBezTo>
                  <a:cubicBezTo>
                    <a:pt x="926" y="356"/>
                    <a:pt x="1180" y="223"/>
                    <a:pt x="1431" y="122"/>
                  </a:cubicBezTo>
                  <a:cubicBezTo>
                    <a:pt x="1500" y="102"/>
                    <a:pt x="1516" y="69"/>
                    <a:pt x="1532" y="21"/>
                  </a:cubicBezTo>
                  <a:cubicBezTo>
                    <a:pt x="1532" y="21"/>
                    <a:pt x="1532" y="1"/>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0"/>
            <p:cNvSpPr/>
            <p:nvPr/>
          </p:nvSpPr>
          <p:spPr>
            <a:xfrm>
              <a:off x="687655" y="3124463"/>
              <a:ext cx="128924" cy="140545"/>
            </a:xfrm>
            <a:custGeom>
              <a:rect b="b" l="l" r="r" t="t"/>
              <a:pathLst>
                <a:path extrusionOk="0" h="1415" w="1298">
                  <a:moveTo>
                    <a:pt x="1281" y="0"/>
                  </a:moveTo>
                  <a:lnTo>
                    <a:pt x="1027" y="101"/>
                  </a:lnTo>
                  <a:cubicBezTo>
                    <a:pt x="708" y="218"/>
                    <a:pt x="388" y="336"/>
                    <a:pt x="85" y="453"/>
                  </a:cubicBezTo>
                  <a:cubicBezTo>
                    <a:pt x="33" y="469"/>
                    <a:pt x="1" y="485"/>
                    <a:pt x="1" y="538"/>
                  </a:cubicBezTo>
                  <a:lnTo>
                    <a:pt x="1" y="857"/>
                  </a:lnTo>
                  <a:cubicBezTo>
                    <a:pt x="1" y="1043"/>
                    <a:pt x="1" y="1228"/>
                    <a:pt x="17" y="1394"/>
                  </a:cubicBezTo>
                  <a:cubicBezTo>
                    <a:pt x="17" y="1414"/>
                    <a:pt x="17" y="1414"/>
                    <a:pt x="33" y="1414"/>
                  </a:cubicBezTo>
                  <a:cubicBezTo>
                    <a:pt x="33" y="1414"/>
                    <a:pt x="49" y="1414"/>
                    <a:pt x="49" y="1394"/>
                  </a:cubicBezTo>
                  <a:cubicBezTo>
                    <a:pt x="17" y="1212"/>
                    <a:pt x="33" y="1043"/>
                    <a:pt x="33" y="857"/>
                  </a:cubicBezTo>
                  <a:lnTo>
                    <a:pt x="33" y="538"/>
                  </a:lnTo>
                  <a:cubicBezTo>
                    <a:pt x="33" y="505"/>
                    <a:pt x="49" y="485"/>
                    <a:pt x="85" y="485"/>
                  </a:cubicBezTo>
                  <a:cubicBezTo>
                    <a:pt x="405" y="368"/>
                    <a:pt x="724" y="235"/>
                    <a:pt x="1027" y="117"/>
                  </a:cubicBezTo>
                  <a:lnTo>
                    <a:pt x="1297" y="17"/>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0"/>
            <p:cNvSpPr/>
            <p:nvPr/>
          </p:nvSpPr>
          <p:spPr>
            <a:xfrm>
              <a:off x="669181" y="2288543"/>
              <a:ext cx="150577" cy="177196"/>
            </a:xfrm>
            <a:custGeom>
              <a:rect b="b" l="l" r="r" t="t"/>
              <a:pathLst>
                <a:path extrusionOk="0" h="1784" w="1516">
                  <a:moveTo>
                    <a:pt x="1426" y="1"/>
                  </a:moveTo>
                  <a:cubicBezTo>
                    <a:pt x="1400" y="1"/>
                    <a:pt x="1354" y="28"/>
                    <a:pt x="1281" y="66"/>
                  </a:cubicBezTo>
                  <a:cubicBezTo>
                    <a:pt x="926" y="236"/>
                    <a:pt x="558" y="418"/>
                    <a:pt x="134" y="620"/>
                  </a:cubicBezTo>
                  <a:cubicBezTo>
                    <a:pt x="53" y="656"/>
                    <a:pt x="17" y="705"/>
                    <a:pt x="17" y="789"/>
                  </a:cubicBezTo>
                  <a:cubicBezTo>
                    <a:pt x="33" y="943"/>
                    <a:pt x="33" y="1076"/>
                    <a:pt x="33" y="1226"/>
                  </a:cubicBezTo>
                  <a:lnTo>
                    <a:pt x="33" y="1682"/>
                  </a:lnTo>
                  <a:cubicBezTo>
                    <a:pt x="33" y="1698"/>
                    <a:pt x="17" y="1715"/>
                    <a:pt x="17" y="1731"/>
                  </a:cubicBezTo>
                  <a:cubicBezTo>
                    <a:pt x="1" y="1731"/>
                    <a:pt x="1" y="1751"/>
                    <a:pt x="1" y="1767"/>
                  </a:cubicBezTo>
                  <a:cubicBezTo>
                    <a:pt x="1" y="1767"/>
                    <a:pt x="1" y="1783"/>
                    <a:pt x="17" y="1783"/>
                  </a:cubicBezTo>
                  <a:cubicBezTo>
                    <a:pt x="17" y="1783"/>
                    <a:pt x="17" y="1767"/>
                    <a:pt x="33" y="1767"/>
                  </a:cubicBezTo>
                  <a:lnTo>
                    <a:pt x="33" y="1731"/>
                  </a:lnTo>
                  <a:cubicBezTo>
                    <a:pt x="53" y="1731"/>
                    <a:pt x="53" y="1715"/>
                    <a:pt x="53" y="1682"/>
                  </a:cubicBezTo>
                  <a:lnTo>
                    <a:pt x="53" y="1226"/>
                  </a:lnTo>
                  <a:lnTo>
                    <a:pt x="53" y="789"/>
                  </a:lnTo>
                  <a:cubicBezTo>
                    <a:pt x="53" y="705"/>
                    <a:pt x="70" y="672"/>
                    <a:pt x="134" y="640"/>
                  </a:cubicBezTo>
                  <a:cubicBezTo>
                    <a:pt x="558" y="438"/>
                    <a:pt x="942" y="252"/>
                    <a:pt x="1281" y="82"/>
                  </a:cubicBezTo>
                  <a:lnTo>
                    <a:pt x="1298" y="82"/>
                  </a:lnTo>
                  <a:cubicBezTo>
                    <a:pt x="1365" y="57"/>
                    <a:pt x="1410" y="28"/>
                    <a:pt x="1433" y="28"/>
                  </a:cubicBezTo>
                  <a:cubicBezTo>
                    <a:pt x="1439" y="28"/>
                    <a:pt x="1444" y="30"/>
                    <a:pt x="1447" y="34"/>
                  </a:cubicBezTo>
                  <a:cubicBezTo>
                    <a:pt x="1467" y="34"/>
                    <a:pt x="1467" y="99"/>
                    <a:pt x="1467" y="183"/>
                  </a:cubicBezTo>
                  <a:lnTo>
                    <a:pt x="1467" y="200"/>
                  </a:lnTo>
                  <a:lnTo>
                    <a:pt x="1467" y="216"/>
                  </a:lnTo>
                  <a:cubicBezTo>
                    <a:pt x="1500" y="369"/>
                    <a:pt x="1500" y="519"/>
                    <a:pt x="1483" y="672"/>
                  </a:cubicBezTo>
                  <a:lnTo>
                    <a:pt x="1483" y="959"/>
                  </a:lnTo>
                  <a:cubicBezTo>
                    <a:pt x="1483" y="1008"/>
                    <a:pt x="1467" y="1024"/>
                    <a:pt x="1431" y="1060"/>
                  </a:cubicBezTo>
                  <a:cubicBezTo>
                    <a:pt x="1366" y="1109"/>
                    <a:pt x="1314" y="1125"/>
                    <a:pt x="1245" y="1161"/>
                  </a:cubicBezTo>
                  <a:cubicBezTo>
                    <a:pt x="1213" y="1177"/>
                    <a:pt x="1180" y="1177"/>
                    <a:pt x="1164" y="1193"/>
                  </a:cubicBezTo>
                  <a:cubicBezTo>
                    <a:pt x="894" y="1327"/>
                    <a:pt x="623" y="1448"/>
                    <a:pt x="356" y="1565"/>
                  </a:cubicBezTo>
                  <a:cubicBezTo>
                    <a:pt x="255" y="1614"/>
                    <a:pt x="154" y="1666"/>
                    <a:pt x="70" y="1715"/>
                  </a:cubicBezTo>
                  <a:cubicBezTo>
                    <a:pt x="53" y="1715"/>
                    <a:pt x="53" y="1715"/>
                    <a:pt x="53" y="1731"/>
                  </a:cubicBezTo>
                  <a:lnTo>
                    <a:pt x="70" y="1731"/>
                  </a:lnTo>
                  <a:cubicBezTo>
                    <a:pt x="170" y="1682"/>
                    <a:pt x="271" y="1650"/>
                    <a:pt x="372" y="1597"/>
                  </a:cubicBezTo>
                  <a:cubicBezTo>
                    <a:pt x="623" y="1480"/>
                    <a:pt x="910" y="1347"/>
                    <a:pt x="1164" y="1226"/>
                  </a:cubicBezTo>
                  <a:cubicBezTo>
                    <a:pt x="1197" y="1210"/>
                    <a:pt x="1229" y="1193"/>
                    <a:pt x="1265" y="1177"/>
                  </a:cubicBezTo>
                  <a:cubicBezTo>
                    <a:pt x="1314" y="1161"/>
                    <a:pt x="1382" y="1125"/>
                    <a:pt x="1447" y="1092"/>
                  </a:cubicBezTo>
                  <a:cubicBezTo>
                    <a:pt x="1500" y="1044"/>
                    <a:pt x="1516" y="1008"/>
                    <a:pt x="1516" y="959"/>
                  </a:cubicBezTo>
                  <a:cubicBezTo>
                    <a:pt x="1500" y="858"/>
                    <a:pt x="1516" y="773"/>
                    <a:pt x="1516" y="672"/>
                  </a:cubicBezTo>
                  <a:cubicBezTo>
                    <a:pt x="1516" y="519"/>
                    <a:pt x="1516" y="369"/>
                    <a:pt x="1483" y="200"/>
                  </a:cubicBezTo>
                  <a:lnTo>
                    <a:pt x="1483" y="183"/>
                  </a:lnTo>
                  <a:cubicBezTo>
                    <a:pt x="1483" y="82"/>
                    <a:pt x="1483" y="34"/>
                    <a:pt x="1447" y="14"/>
                  </a:cubicBezTo>
                  <a:cubicBezTo>
                    <a:pt x="1443" y="5"/>
                    <a:pt x="1436" y="1"/>
                    <a:pt x="1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0"/>
            <p:cNvSpPr/>
            <p:nvPr/>
          </p:nvSpPr>
          <p:spPr>
            <a:xfrm>
              <a:off x="515525" y="3323609"/>
              <a:ext cx="125348" cy="149981"/>
            </a:xfrm>
            <a:custGeom>
              <a:rect b="b" l="l" r="r" t="t"/>
              <a:pathLst>
                <a:path extrusionOk="0" h="1510" w="1262">
                  <a:moveTo>
                    <a:pt x="1247" y="0"/>
                  </a:moveTo>
                  <a:cubicBezTo>
                    <a:pt x="1245" y="0"/>
                    <a:pt x="1245" y="5"/>
                    <a:pt x="1245" y="15"/>
                  </a:cubicBezTo>
                  <a:cubicBezTo>
                    <a:pt x="1176" y="96"/>
                    <a:pt x="1196" y="217"/>
                    <a:pt x="1213" y="298"/>
                  </a:cubicBezTo>
                  <a:cubicBezTo>
                    <a:pt x="1229" y="435"/>
                    <a:pt x="1229" y="569"/>
                    <a:pt x="1213" y="702"/>
                  </a:cubicBezTo>
                  <a:cubicBezTo>
                    <a:pt x="1213" y="803"/>
                    <a:pt x="1213" y="904"/>
                    <a:pt x="1229" y="1025"/>
                  </a:cubicBezTo>
                  <a:cubicBezTo>
                    <a:pt x="1229" y="1074"/>
                    <a:pt x="1213" y="1106"/>
                    <a:pt x="1144" y="1126"/>
                  </a:cubicBezTo>
                  <a:cubicBezTo>
                    <a:pt x="772" y="1227"/>
                    <a:pt x="405" y="1360"/>
                    <a:pt x="102" y="1478"/>
                  </a:cubicBezTo>
                  <a:lnTo>
                    <a:pt x="17" y="1478"/>
                  </a:lnTo>
                  <a:cubicBezTo>
                    <a:pt x="17" y="1478"/>
                    <a:pt x="1" y="1478"/>
                    <a:pt x="1" y="1494"/>
                  </a:cubicBezTo>
                  <a:lnTo>
                    <a:pt x="17" y="1494"/>
                  </a:lnTo>
                  <a:cubicBezTo>
                    <a:pt x="33" y="1494"/>
                    <a:pt x="33" y="1510"/>
                    <a:pt x="49" y="1510"/>
                  </a:cubicBezTo>
                  <a:lnTo>
                    <a:pt x="65" y="1510"/>
                  </a:lnTo>
                  <a:cubicBezTo>
                    <a:pt x="85" y="1510"/>
                    <a:pt x="102" y="1510"/>
                    <a:pt x="102" y="1494"/>
                  </a:cubicBezTo>
                  <a:cubicBezTo>
                    <a:pt x="421" y="1393"/>
                    <a:pt x="772" y="1259"/>
                    <a:pt x="1160" y="1158"/>
                  </a:cubicBezTo>
                  <a:cubicBezTo>
                    <a:pt x="1229" y="1126"/>
                    <a:pt x="1261" y="1090"/>
                    <a:pt x="1245" y="1025"/>
                  </a:cubicBezTo>
                  <a:lnTo>
                    <a:pt x="1245" y="702"/>
                  </a:lnTo>
                  <a:cubicBezTo>
                    <a:pt x="1245" y="569"/>
                    <a:pt x="1245" y="435"/>
                    <a:pt x="1229" y="298"/>
                  </a:cubicBezTo>
                  <a:lnTo>
                    <a:pt x="1229" y="282"/>
                  </a:lnTo>
                  <a:cubicBezTo>
                    <a:pt x="1229" y="217"/>
                    <a:pt x="1213" y="116"/>
                    <a:pt x="1261" y="31"/>
                  </a:cubicBezTo>
                  <a:lnTo>
                    <a:pt x="1261" y="15"/>
                  </a:lnTo>
                  <a:cubicBezTo>
                    <a:pt x="1253" y="5"/>
                    <a:pt x="1249"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0"/>
            <p:cNvSpPr/>
            <p:nvPr/>
          </p:nvSpPr>
          <p:spPr>
            <a:xfrm>
              <a:off x="497050" y="2693094"/>
              <a:ext cx="147398" cy="88399"/>
            </a:xfrm>
            <a:custGeom>
              <a:rect b="b" l="l" r="r" t="t"/>
              <a:pathLst>
                <a:path extrusionOk="0" h="890" w="1484">
                  <a:moveTo>
                    <a:pt x="1447" y="1"/>
                  </a:moveTo>
                  <a:cubicBezTo>
                    <a:pt x="1431" y="1"/>
                    <a:pt x="1431" y="1"/>
                    <a:pt x="1431" y="17"/>
                  </a:cubicBezTo>
                  <a:cubicBezTo>
                    <a:pt x="1415" y="17"/>
                    <a:pt x="1415" y="33"/>
                    <a:pt x="1415" y="33"/>
                  </a:cubicBezTo>
                  <a:cubicBezTo>
                    <a:pt x="1399" y="49"/>
                    <a:pt x="1399" y="65"/>
                    <a:pt x="1399" y="102"/>
                  </a:cubicBezTo>
                  <a:cubicBezTo>
                    <a:pt x="1447" y="219"/>
                    <a:pt x="1382" y="267"/>
                    <a:pt x="1261" y="320"/>
                  </a:cubicBezTo>
                  <a:cubicBezTo>
                    <a:pt x="958" y="453"/>
                    <a:pt x="639" y="586"/>
                    <a:pt x="352" y="724"/>
                  </a:cubicBezTo>
                  <a:cubicBezTo>
                    <a:pt x="235" y="772"/>
                    <a:pt x="118" y="825"/>
                    <a:pt x="17" y="873"/>
                  </a:cubicBezTo>
                  <a:cubicBezTo>
                    <a:pt x="1" y="873"/>
                    <a:pt x="1" y="873"/>
                    <a:pt x="1" y="889"/>
                  </a:cubicBezTo>
                  <a:lnTo>
                    <a:pt x="17" y="889"/>
                  </a:lnTo>
                  <a:lnTo>
                    <a:pt x="372" y="740"/>
                  </a:lnTo>
                  <a:cubicBezTo>
                    <a:pt x="655" y="607"/>
                    <a:pt x="958" y="469"/>
                    <a:pt x="1261" y="336"/>
                  </a:cubicBezTo>
                  <a:cubicBezTo>
                    <a:pt x="1362" y="283"/>
                    <a:pt x="1483" y="251"/>
                    <a:pt x="1431" y="81"/>
                  </a:cubicBezTo>
                  <a:cubicBezTo>
                    <a:pt x="1415" y="81"/>
                    <a:pt x="1431" y="65"/>
                    <a:pt x="1431" y="49"/>
                  </a:cubicBezTo>
                  <a:cubicBezTo>
                    <a:pt x="1447" y="33"/>
                    <a:pt x="1447" y="33"/>
                    <a:pt x="1447" y="17"/>
                  </a:cubicBezTo>
                  <a:lnTo>
                    <a:pt x="14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0"/>
            <p:cNvSpPr/>
            <p:nvPr/>
          </p:nvSpPr>
          <p:spPr>
            <a:xfrm>
              <a:off x="1735732" y="2801458"/>
              <a:ext cx="147299" cy="237585"/>
            </a:xfrm>
            <a:custGeom>
              <a:rect b="b" l="l" r="r" t="t"/>
              <a:pathLst>
                <a:path extrusionOk="0" h="2392" w="1483">
                  <a:moveTo>
                    <a:pt x="85" y="0"/>
                  </a:moveTo>
                  <a:cubicBezTo>
                    <a:pt x="69" y="21"/>
                    <a:pt x="37" y="37"/>
                    <a:pt x="37" y="85"/>
                  </a:cubicBezTo>
                  <a:cubicBezTo>
                    <a:pt x="37" y="101"/>
                    <a:pt x="37" y="101"/>
                    <a:pt x="53" y="122"/>
                  </a:cubicBezTo>
                  <a:cubicBezTo>
                    <a:pt x="53" y="138"/>
                    <a:pt x="53" y="170"/>
                    <a:pt x="37" y="186"/>
                  </a:cubicBezTo>
                  <a:cubicBezTo>
                    <a:pt x="0" y="505"/>
                    <a:pt x="85" y="760"/>
                    <a:pt x="303" y="1010"/>
                  </a:cubicBezTo>
                  <a:cubicBezTo>
                    <a:pt x="590" y="1313"/>
                    <a:pt x="845" y="1653"/>
                    <a:pt x="1095" y="1972"/>
                  </a:cubicBezTo>
                  <a:cubicBezTo>
                    <a:pt x="1196" y="2089"/>
                    <a:pt x="1297" y="2222"/>
                    <a:pt x="1398" y="2360"/>
                  </a:cubicBezTo>
                  <a:cubicBezTo>
                    <a:pt x="1414" y="2376"/>
                    <a:pt x="1434" y="2392"/>
                    <a:pt x="1467" y="2392"/>
                  </a:cubicBezTo>
                  <a:lnTo>
                    <a:pt x="1483" y="2392"/>
                  </a:lnTo>
                  <a:lnTo>
                    <a:pt x="1483" y="2376"/>
                  </a:lnTo>
                  <a:lnTo>
                    <a:pt x="1467" y="2376"/>
                  </a:lnTo>
                  <a:cubicBezTo>
                    <a:pt x="1451" y="2376"/>
                    <a:pt x="1434" y="2360"/>
                    <a:pt x="1414" y="2343"/>
                  </a:cubicBezTo>
                  <a:cubicBezTo>
                    <a:pt x="1313" y="2206"/>
                    <a:pt x="1212" y="2073"/>
                    <a:pt x="1111" y="1956"/>
                  </a:cubicBezTo>
                  <a:cubicBezTo>
                    <a:pt x="861" y="1636"/>
                    <a:pt x="606" y="1297"/>
                    <a:pt x="323" y="994"/>
                  </a:cubicBezTo>
                  <a:cubicBezTo>
                    <a:pt x="121" y="744"/>
                    <a:pt x="37" y="505"/>
                    <a:pt x="69" y="186"/>
                  </a:cubicBezTo>
                  <a:lnTo>
                    <a:pt x="69" y="122"/>
                  </a:lnTo>
                  <a:lnTo>
                    <a:pt x="69" y="85"/>
                  </a:lnTo>
                  <a:cubicBezTo>
                    <a:pt x="69" y="53"/>
                    <a:pt x="85" y="37"/>
                    <a:pt x="101" y="21"/>
                  </a:cubicBezTo>
                  <a:lnTo>
                    <a:pt x="1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0"/>
            <p:cNvSpPr/>
            <p:nvPr/>
          </p:nvSpPr>
          <p:spPr>
            <a:xfrm>
              <a:off x="460201" y="2206402"/>
              <a:ext cx="177394" cy="90386"/>
            </a:xfrm>
            <a:custGeom>
              <a:rect b="b" l="l" r="r" t="t"/>
              <a:pathLst>
                <a:path extrusionOk="0" h="910" w="1786">
                  <a:moveTo>
                    <a:pt x="1770" y="1"/>
                  </a:moveTo>
                  <a:cubicBezTo>
                    <a:pt x="1584" y="69"/>
                    <a:pt x="1414" y="154"/>
                    <a:pt x="1248" y="255"/>
                  </a:cubicBezTo>
                  <a:cubicBezTo>
                    <a:pt x="1180" y="287"/>
                    <a:pt x="1111" y="320"/>
                    <a:pt x="1026" y="372"/>
                  </a:cubicBezTo>
                  <a:cubicBezTo>
                    <a:pt x="792" y="489"/>
                    <a:pt x="541" y="607"/>
                    <a:pt x="303" y="740"/>
                  </a:cubicBezTo>
                  <a:lnTo>
                    <a:pt x="0" y="893"/>
                  </a:lnTo>
                  <a:lnTo>
                    <a:pt x="0" y="909"/>
                  </a:lnTo>
                  <a:lnTo>
                    <a:pt x="16" y="909"/>
                  </a:lnTo>
                  <a:lnTo>
                    <a:pt x="319" y="760"/>
                  </a:lnTo>
                  <a:cubicBezTo>
                    <a:pt x="558" y="639"/>
                    <a:pt x="792" y="506"/>
                    <a:pt x="1046" y="388"/>
                  </a:cubicBezTo>
                  <a:cubicBezTo>
                    <a:pt x="1111" y="356"/>
                    <a:pt x="1196" y="304"/>
                    <a:pt x="1265" y="271"/>
                  </a:cubicBezTo>
                  <a:cubicBezTo>
                    <a:pt x="1430" y="186"/>
                    <a:pt x="1600" y="85"/>
                    <a:pt x="1786" y="17"/>
                  </a:cubicBezTo>
                  <a:lnTo>
                    <a:pt x="1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0"/>
            <p:cNvSpPr/>
            <p:nvPr/>
          </p:nvSpPr>
          <p:spPr>
            <a:xfrm>
              <a:off x="1257880" y="1074494"/>
              <a:ext cx="158920" cy="209178"/>
            </a:xfrm>
            <a:custGeom>
              <a:rect b="b" l="l" r="r" t="t"/>
              <a:pathLst>
                <a:path extrusionOk="0" h="2106" w="1600">
                  <a:moveTo>
                    <a:pt x="1580" y="1"/>
                  </a:moveTo>
                  <a:lnTo>
                    <a:pt x="1244" y="203"/>
                  </a:lnTo>
                  <a:cubicBezTo>
                    <a:pt x="957" y="388"/>
                    <a:pt x="671" y="574"/>
                    <a:pt x="368" y="760"/>
                  </a:cubicBezTo>
                  <a:cubicBezTo>
                    <a:pt x="303" y="809"/>
                    <a:pt x="202" y="861"/>
                    <a:pt x="101" y="926"/>
                  </a:cubicBezTo>
                  <a:cubicBezTo>
                    <a:pt x="32" y="962"/>
                    <a:pt x="16" y="1011"/>
                    <a:pt x="16" y="1095"/>
                  </a:cubicBezTo>
                  <a:cubicBezTo>
                    <a:pt x="0" y="1229"/>
                    <a:pt x="0" y="1366"/>
                    <a:pt x="16" y="1499"/>
                  </a:cubicBezTo>
                  <a:cubicBezTo>
                    <a:pt x="16" y="1669"/>
                    <a:pt x="32" y="1835"/>
                    <a:pt x="0" y="1988"/>
                  </a:cubicBezTo>
                  <a:cubicBezTo>
                    <a:pt x="0" y="2020"/>
                    <a:pt x="16" y="2057"/>
                    <a:pt x="32" y="2073"/>
                  </a:cubicBezTo>
                  <a:lnTo>
                    <a:pt x="32" y="2089"/>
                  </a:lnTo>
                  <a:lnTo>
                    <a:pt x="48" y="2105"/>
                  </a:lnTo>
                  <a:lnTo>
                    <a:pt x="48" y="2089"/>
                  </a:lnTo>
                  <a:cubicBezTo>
                    <a:pt x="65" y="2089"/>
                    <a:pt x="65" y="2089"/>
                    <a:pt x="65" y="2073"/>
                  </a:cubicBezTo>
                  <a:cubicBezTo>
                    <a:pt x="65" y="2073"/>
                    <a:pt x="48" y="2073"/>
                    <a:pt x="48" y="2057"/>
                  </a:cubicBezTo>
                  <a:cubicBezTo>
                    <a:pt x="32" y="2037"/>
                    <a:pt x="32" y="2020"/>
                    <a:pt x="32" y="1988"/>
                  </a:cubicBezTo>
                  <a:cubicBezTo>
                    <a:pt x="48" y="1835"/>
                    <a:pt x="48" y="1669"/>
                    <a:pt x="32" y="1499"/>
                  </a:cubicBezTo>
                  <a:lnTo>
                    <a:pt x="32" y="1095"/>
                  </a:lnTo>
                  <a:cubicBezTo>
                    <a:pt x="48" y="1027"/>
                    <a:pt x="65" y="978"/>
                    <a:pt x="117" y="946"/>
                  </a:cubicBezTo>
                  <a:cubicBezTo>
                    <a:pt x="218" y="893"/>
                    <a:pt x="303" y="845"/>
                    <a:pt x="388" y="792"/>
                  </a:cubicBezTo>
                  <a:cubicBezTo>
                    <a:pt x="691" y="607"/>
                    <a:pt x="974" y="421"/>
                    <a:pt x="1260" y="239"/>
                  </a:cubicBezTo>
                  <a:lnTo>
                    <a:pt x="1600" y="37"/>
                  </a:lnTo>
                  <a:lnTo>
                    <a:pt x="1600" y="17"/>
                  </a:lnTo>
                  <a:cubicBezTo>
                    <a:pt x="1600" y="1"/>
                    <a:pt x="1580" y="1"/>
                    <a:pt x="1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0"/>
            <p:cNvSpPr/>
            <p:nvPr/>
          </p:nvSpPr>
          <p:spPr>
            <a:xfrm>
              <a:off x="1919881" y="3154558"/>
              <a:ext cx="143723" cy="248809"/>
            </a:xfrm>
            <a:custGeom>
              <a:rect b="b" l="l" r="r" t="t"/>
              <a:pathLst>
                <a:path extrusionOk="0" h="2505" w="1447">
                  <a:moveTo>
                    <a:pt x="85" y="0"/>
                  </a:moveTo>
                  <a:lnTo>
                    <a:pt x="65" y="16"/>
                  </a:lnTo>
                  <a:cubicBezTo>
                    <a:pt x="0" y="101"/>
                    <a:pt x="49" y="202"/>
                    <a:pt x="85" y="235"/>
                  </a:cubicBezTo>
                  <a:cubicBezTo>
                    <a:pt x="235" y="384"/>
                    <a:pt x="368" y="538"/>
                    <a:pt x="489" y="707"/>
                  </a:cubicBezTo>
                  <a:cubicBezTo>
                    <a:pt x="554" y="788"/>
                    <a:pt x="639" y="889"/>
                    <a:pt x="724" y="990"/>
                  </a:cubicBezTo>
                  <a:cubicBezTo>
                    <a:pt x="808" y="1091"/>
                    <a:pt x="909" y="1212"/>
                    <a:pt x="994" y="1329"/>
                  </a:cubicBezTo>
                  <a:cubicBezTo>
                    <a:pt x="1075" y="1414"/>
                    <a:pt x="1160" y="1515"/>
                    <a:pt x="1229" y="1596"/>
                  </a:cubicBezTo>
                  <a:cubicBezTo>
                    <a:pt x="1277" y="1665"/>
                    <a:pt x="1297" y="1717"/>
                    <a:pt x="1297" y="1798"/>
                  </a:cubicBezTo>
                  <a:lnTo>
                    <a:pt x="1297" y="2036"/>
                  </a:lnTo>
                  <a:cubicBezTo>
                    <a:pt x="1297" y="2121"/>
                    <a:pt x="1297" y="2222"/>
                    <a:pt x="1277" y="2303"/>
                  </a:cubicBezTo>
                  <a:cubicBezTo>
                    <a:pt x="1277" y="2388"/>
                    <a:pt x="1346" y="2440"/>
                    <a:pt x="1398" y="2473"/>
                  </a:cubicBezTo>
                  <a:cubicBezTo>
                    <a:pt x="1398" y="2489"/>
                    <a:pt x="1414" y="2489"/>
                    <a:pt x="1431" y="2505"/>
                  </a:cubicBezTo>
                  <a:lnTo>
                    <a:pt x="1447" y="2489"/>
                  </a:lnTo>
                  <a:lnTo>
                    <a:pt x="1447" y="2473"/>
                  </a:lnTo>
                  <a:cubicBezTo>
                    <a:pt x="1431" y="2473"/>
                    <a:pt x="1414" y="2456"/>
                    <a:pt x="1414" y="2456"/>
                  </a:cubicBezTo>
                  <a:cubicBezTo>
                    <a:pt x="1362" y="2404"/>
                    <a:pt x="1313" y="2372"/>
                    <a:pt x="1313" y="2323"/>
                  </a:cubicBezTo>
                  <a:cubicBezTo>
                    <a:pt x="1330" y="2222"/>
                    <a:pt x="1330" y="2121"/>
                    <a:pt x="1330" y="2036"/>
                  </a:cubicBezTo>
                  <a:cubicBezTo>
                    <a:pt x="1313" y="1951"/>
                    <a:pt x="1313" y="1883"/>
                    <a:pt x="1330" y="1798"/>
                  </a:cubicBezTo>
                  <a:cubicBezTo>
                    <a:pt x="1330" y="1717"/>
                    <a:pt x="1313" y="1649"/>
                    <a:pt x="1261" y="1580"/>
                  </a:cubicBezTo>
                  <a:cubicBezTo>
                    <a:pt x="1176" y="1495"/>
                    <a:pt x="1095" y="1394"/>
                    <a:pt x="1027" y="1313"/>
                  </a:cubicBezTo>
                  <a:cubicBezTo>
                    <a:pt x="926" y="1192"/>
                    <a:pt x="841" y="1075"/>
                    <a:pt x="740" y="974"/>
                  </a:cubicBezTo>
                  <a:cubicBezTo>
                    <a:pt x="655" y="873"/>
                    <a:pt x="590" y="772"/>
                    <a:pt x="505" y="687"/>
                  </a:cubicBezTo>
                  <a:cubicBezTo>
                    <a:pt x="388" y="521"/>
                    <a:pt x="251" y="368"/>
                    <a:pt x="101" y="218"/>
                  </a:cubicBezTo>
                  <a:cubicBezTo>
                    <a:pt x="65" y="182"/>
                    <a:pt x="33" y="101"/>
                    <a:pt x="85" y="33"/>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0"/>
            <p:cNvSpPr/>
            <p:nvPr/>
          </p:nvSpPr>
          <p:spPr>
            <a:xfrm>
              <a:off x="1416701" y="2114526"/>
              <a:ext cx="56715" cy="67144"/>
            </a:xfrm>
            <a:custGeom>
              <a:rect b="b" l="l" r="r" t="t"/>
              <a:pathLst>
                <a:path extrusionOk="0" h="676" w="571">
                  <a:moveTo>
                    <a:pt x="17" y="0"/>
                  </a:moveTo>
                  <a:cubicBezTo>
                    <a:pt x="17" y="0"/>
                    <a:pt x="1" y="0"/>
                    <a:pt x="1" y="17"/>
                  </a:cubicBezTo>
                  <a:cubicBezTo>
                    <a:pt x="1" y="17"/>
                    <a:pt x="1" y="33"/>
                    <a:pt x="17" y="33"/>
                  </a:cubicBezTo>
                  <a:cubicBezTo>
                    <a:pt x="102" y="69"/>
                    <a:pt x="150" y="134"/>
                    <a:pt x="183" y="202"/>
                  </a:cubicBezTo>
                  <a:cubicBezTo>
                    <a:pt x="219" y="235"/>
                    <a:pt x="235" y="271"/>
                    <a:pt x="251" y="303"/>
                  </a:cubicBezTo>
                  <a:cubicBezTo>
                    <a:pt x="304" y="352"/>
                    <a:pt x="336" y="404"/>
                    <a:pt x="368" y="453"/>
                  </a:cubicBezTo>
                  <a:cubicBezTo>
                    <a:pt x="421" y="538"/>
                    <a:pt x="469" y="606"/>
                    <a:pt x="538" y="675"/>
                  </a:cubicBezTo>
                  <a:lnTo>
                    <a:pt x="570" y="675"/>
                  </a:lnTo>
                  <a:lnTo>
                    <a:pt x="554" y="655"/>
                  </a:lnTo>
                  <a:cubicBezTo>
                    <a:pt x="485" y="590"/>
                    <a:pt x="437" y="522"/>
                    <a:pt x="384" y="437"/>
                  </a:cubicBezTo>
                  <a:cubicBezTo>
                    <a:pt x="352" y="388"/>
                    <a:pt x="320" y="336"/>
                    <a:pt x="284" y="287"/>
                  </a:cubicBezTo>
                  <a:cubicBezTo>
                    <a:pt x="251" y="271"/>
                    <a:pt x="235" y="235"/>
                    <a:pt x="219" y="202"/>
                  </a:cubicBezTo>
                  <a:cubicBezTo>
                    <a:pt x="166"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0"/>
            <p:cNvSpPr/>
            <p:nvPr/>
          </p:nvSpPr>
          <p:spPr>
            <a:xfrm>
              <a:off x="1414714" y="3082349"/>
              <a:ext cx="60290" cy="150577"/>
            </a:xfrm>
            <a:custGeom>
              <a:rect b="b" l="l" r="r" t="t"/>
              <a:pathLst>
                <a:path extrusionOk="0" h="1516" w="607">
                  <a:moveTo>
                    <a:pt x="1" y="0"/>
                  </a:moveTo>
                  <a:lnTo>
                    <a:pt x="1" y="20"/>
                  </a:lnTo>
                  <a:lnTo>
                    <a:pt x="138" y="154"/>
                  </a:lnTo>
                  <a:cubicBezTo>
                    <a:pt x="271" y="287"/>
                    <a:pt x="404" y="424"/>
                    <a:pt x="542" y="558"/>
                  </a:cubicBezTo>
                  <a:cubicBezTo>
                    <a:pt x="558" y="574"/>
                    <a:pt x="574" y="606"/>
                    <a:pt x="574" y="642"/>
                  </a:cubicBezTo>
                  <a:lnTo>
                    <a:pt x="574" y="1046"/>
                  </a:lnTo>
                  <a:lnTo>
                    <a:pt x="574" y="1398"/>
                  </a:lnTo>
                  <a:cubicBezTo>
                    <a:pt x="574" y="1434"/>
                    <a:pt x="558" y="1450"/>
                    <a:pt x="558" y="1467"/>
                  </a:cubicBezTo>
                  <a:cubicBezTo>
                    <a:pt x="558" y="1483"/>
                    <a:pt x="558" y="1483"/>
                    <a:pt x="542" y="1499"/>
                  </a:cubicBezTo>
                  <a:cubicBezTo>
                    <a:pt x="542" y="1499"/>
                    <a:pt x="542" y="1515"/>
                    <a:pt x="558" y="1515"/>
                  </a:cubicBezTo>
                  <a:lnTo>
                    <a:pt x="574" y="1499"/>
                  </a:lnTo>
                  <a:lnTo>
                    <a:pt x="574" y="1483"/>
                  </a:lnTo>
                  <a:cubicBezTo>
                    <a:pt x="590" y="1450"/>
                    <a:pt x="590" y="1434"/>
                    <a:pt x="590" y="1398"/>
                  </a:cubicBezTo>
                  <a:lnTo>
                    <a:pt x="590" y="1046"/>
                  </a:lnTo>
                  <a:cubicBezTo>
                    <a:pt x="590" y="909"/>
                    <a:pt x="606" y="776"/>
                    <a:pt x="606" y="642"/>
                  </a:cubicBezTo>
                  <a:cubicBezTo>
                    <a:pt x="606" y="590"/>
                    <a:pt x="590" y="558"/>
                    <a:pt x="558" y="525"/>
                  </a:cubicBezTo>
                  <a:cubicBezTo>
                    <a:pt x="425" y="404"/>
                    <a:pt x="287" y="271"/>
                    <a:pt x="154" y="138"/>
                  </a:cubicBez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0"/>
            <p:cNvSpPr/>
            <p:nvPr/>
          </p:nvSpPr>
          <p:spPr>
            <a:xfrm>
              <a:off x="985431" y="2398595"/>
              <a:ext cx="4867" cy="81943"/>
            </a:xfrm>
            <a:custGeom>
              <a:rect b="b" l="l" r="r" t="t"/>
              <a:pathLst>
                <a:path extrusionOk="0" h="825" w="49">
                  <a:moveTo>
                    <a:pt x="0" y="1"/>
                  </a:moveTo>
                  <a:cubicBezTo>
                    <a:pt x="16" y="186"/>
                    <a:pt x="16" y="372"/>
                    <a:pt x="0" y="542"/>
                  </a:cubicBezTo>
                  <a:lnTo>
                    <a:pt x="0" y="724"/>
                  </a:lnTo>
                  <a:cubicBezTo>
                    <a:pt x="0" y="744"/>
                    <a:pt x="0" y="760"/>
                    <a:pt x="16" y="776"/>
                  </a:cubicBezTo>
                  <a:lnTo>
                    <a:pt x="16" y="809"/>
                  </a:lnTo>
                  <a:lnTo>
                    <a:pt x="32" y="809"/>
                  </a:lnTo>
                  <a:lnTo>
                    <a:pt x="32" y="825"/>
                  </a:lnTo>
                  <a:lnTo>
                    <a:pt x="49" y="809"/>
                  </a:lnTo>
                  <a:cubicBezTo>
                    <a:pt x="49" y="792"/>
                    <a:pt x="49" y="776"/>
                    <a:pt x="32" y="760"/>
                  </a:cubicBezTo>
                  <a:lnTo>
                    <a:pt x="32" y="724"/>
                  </a:lnTo>
                  <a:lnTo>
                    <a:pt x="32" y="542"/>
                  </a:lnTo>
                  <a:cubicBezTo>
                    <a:pt x="32" y="372"/>
                    <a:pt x="49" y="18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0"/>
            <p:cNvSpPr/>
            <p:nvPr/>
          </p:nvSpPr>
          <p:spPr>
            <a:xfrm>
              <a:off x="1612172" y="3619200"/>
              <a:ext cx="5264" cy="75090"/>
            </a:xfrm>
            <a:custGeom>
              <a:rect b="b" l="l" r="r" t="t"/>
              <a:pathLst>
                <a:path extrusionOk="0" h="756" w="53">
                  <a:moveTo>
                    <a:pt x="53" y="0"/>
                  </a:moveTo>
                  <a:cubicBezTo>
                    <a:pt x="32" y="0"/>
                    <a:pt x="32" y="0"/>
                    <a:pt x="32" y="16"/>
                  </a:cubicBezTo>
                  <a:cubicBezTo>
                    <a:pt x="16" y="134"/>
                    <a:pt x="16" y="251"/>
                    <a:pt x="16" y="372"/>
                  </a:cubicBezTo>
                  <a:lnTo>
                    <a:pt x="16" y="606"/>
                  </a:lnTo>
                  <a:lnTo>
                    <a:pt x="16" y="655"/>
                  </a:lnTo>
                  <a:cubicBezTo>
                    <a:pt x="16" y="675"/>
                    <a:pt x="16" y="707"/>
                    <a:pt x="0" y="740"/>
                  </a:cubicBezTo>
                  <a:cubicBezTo>
                    <a:pt x="0" y="740"/>
                    <a:pt x="0" y="756"/>
                    <a:pt x="16" y="756"/>
                  </a:cubicBezTo>
                  <a:lnTo>
                    <a:pt x="32" y="756"/>
                  </a:lnTo>
                  <a:cubicBezTo>
                    <a:pt x="53" y="723"/>
                    <a:pt x="53" y="691"/>
                    <a:pt x="53" y="655"/>
                  </a:cubicBezTo>
                  <a:lnTo>
                    <a:pt x="53" y="606"/>
                  </a:lnTo>
                  <a:lnTo>
                    <a:pt x="53" y="372"/>
                  </a:lnTo>
                  <a:cubicBezTo>
                    <a:pt x="32" y="251"/>
                    <a:pt x="32"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0"/>
            <p:cNvSpPr/>
            <p:nvPr/>
          </p:nvSpPr>
          <p:spPr>
            <a:xfrm>
              <a:off x="1267912" y="1830456"/>
              <a:ext cx="143723" cy="178686"/>
            </a:xfrm>
            <a:custGeom>
              <a:rect b="b" l="l" r="r" t="t"/>
              <a:pathLst>
                <a:path extrusionOk="0" h="1799" w="1447">
                  <a:moveTo>
                    <a:pt x="1430" y="0"/>
                  </a:moveTo>
                  <a:cubicBezTo>
                    <a:pt x="1313" y="49"/>
                    <a:pt x="1196" y="118"/>
                    <a:pt x="1095" y="166"/>
                  </a:cubicBezTo>
                  <a:cubicBezTo>
                    <a:pt x="772" y="336"/>
                    <a:pt x="452" y="485"/>
                    <a:pt x="133" y="655"/>
                  </a:cubicBezTo>
                  <a:cubicBezTo>
                    <a:pt x="48" y="687"/>
                    <a:pt x="0" y="756"/>
                    <a:pt x="16" y="857"/>
                  </a:cubicBezTo>
                  <a:lnTo>
                    <a:pt x="16" y="1479"/>
                  </a:lnTo>
                  <a:lnTo>
                    <a:pt x="16" y="1616"/>
                  </a:lnTo>
                  <a:cubicBezTo>
                    <a:pt x="16" y="1681"/>
                    <a:pt x="16" y="1733"/>
                    <a:pt x="32" y="1782"/>
                  </a:cubicBezTo>
                  <a:lnTo>
                    <a:pt x="48" y="1798"/>
                  </a:lnTo>
                  <a:cubicBezTo>
                    <a:pt x="65" y="1798"/>
                    <a:pt x="65" y="1782"/>
                    <a:pt x="65" y="1782"/>
                  </a:cubicBezTo>
                  <a:cubicBezTo>
                    <a:pt x="32" y="1733"/>
                    <a:pt x="32" y="1665"/>
                    <a:pt x="32" y="1616"/>
                  </a:cubicBezTo>
                  <a:lnTo>
                    <a:pt x="32" y="1479"/>
                  </a:lnTo>
                  <a:cubicBezTo>
                    <a:pt x="32" y="1277"/>
                    <a:pt x="48" y="1059"/>
                    <a:pt x="32" y="857"/>
                  </a:cubicBezTo>
                  <a:cubicBezTo>
                    <a:pt x="32" y="772"/>
                    <a:pt x="65" y="723"/>
                    <a:pt x="149" y="671"/>
                  </a:cubicBezTo>
                  <a:cubicBezTo>
                    <a:pt x="469" y="522"/>
                    <a:pt x="792" y="352"/>
                    <a:pt x="1111" y="202"/>
                  </a:cubicBezTo>
                  <a:cubicBezTo>
                    <a:pt x="1212" y="134"/>
                    <a:pt x="1329" y="81"/>
                    <a:pt x="1430" y="33"/>
                  </a:cubicBezTo>
                  <a:cubicBezTo>
                    <a:pt x="1446" y="17"/>
                    <a:pt x="1446" y="17"/>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0"/>
            <p:cNvSpPr/>
            <p:nvPr/>
          </p:nvSpPr>
          <p:spPr>
            <a:xfrm>
              <a:off x="1923059" y="2753285"/>
              <a:ext cx="257748" cy="412993"/>
            </a:xfrm>
            <a:custGeom>
              <a:rect b="b" l="l" r="r" t="t"/>
              <a:pathLst>
                <a:path extrusionOk="0" h="4158" w="2595">
                  <a:moveTo>
                    <a:pt x="69" y="1"/>
                  </a:moveTo>
                  <a:cubicBezTo>
                    <a:pt x="53" y="1"/>
                    <a:pt x="53" y="1"/>
                    <a:pt x="53" y="17"/>
                  </a:cubicBezTo>
                  <a:cubicBezTo>
                    <a:pt x="1" y="219"/>
                    <a:pt x="1" y="437"/>
                    <a:pt x="53" y="639"/>
                  </a:cubicBezTo>
                  <a:cubicBezTo>
                    <a:pt x="69" y="740"/>
                    <a:pt x="134" y="809"/>
                    <a:pt x="203" y="889"/>
                  </a:cubicBezTo>
                  <a:cubicBezTo>
                    <a:pt x="219" y="926"/>
                    <a:pt x="255" y="958"/>
                    <a:pt x="271" y="974"/>
                  </a:cubicBezTo>
                  <a:cubicBezTo>
                    <a:pt x="336" y="1091"/>
                    <a:pt x="421" y="1192"/>
                    <a:pt x="506" y="1314"/>
                  </a:cubicBezTo>
                  <a:cubicBezTo>
                    <a:pt x="692" y="1580"/>
                    <a:pt x="894" y="1867"/>
                    <a:pt x="1112" y="2138"/>
                  </a:cubicBezTo>
                  <a:cubicBezTo>
                    <a:pt x="1298" y="2388"/>
                    <a:pt x="1467" y="2643"/>
                    <a:pt x="1649" y="2893"/>
                  </a:cubicBezTo>
                  <a:cubicBezTo>
                    <a:pt x="1851" y="3196"/>
                    <a:pt x="2073" y="3499"/>
                    <a:pt x="2307" y="3786"/>
                  </a:cubicBezTo>
                  <a:cubicBezTo>
                    <a:pt x="2340" y="3838"/>
                    <a:pt x="2376" y="3871"/>
                    <a:pt x="2392" y="3919"/>
                  </a:cubicBezTo>
                  <a:cubicBezTo>
                    <a:pt x="2441" y="4004"/>
                    <a:pt x="2493" y="4089"/>
                    <a:pt x="2578" y="4157"/>
                  </a:cubicBezTo>
                  <a:lnTo>
                    <a:pt x="2594" y="4157"/>
                  </a:lnTo>
                  <a:lnTo>
                    <a:pt x="2594" y="4141"/>
                  </a:lnTo>
                  <a:lnTo>
                    <a:pt x="2594" y="4121"/>
                  </a:lnTo>
                  <a:cubicBezTo>
                    <a:pt x="2509" y="4073"/>
                    <a:pt x="2457" y="3988"/>
                    <a:pt x="2425" y="3903"/>
                  </a:cubicBezTo>
                  <a:cubicBezTo>
                    <a:pt x="2392" y="3871"/>
                    <a:pt x="2356" y="3818"/>
                    <a:pt x="2324" y="3770"/>
                  </a:cubicBezTo>
                  <a:cubicBezTo>
                    <a:pt x="2089" y="3483"/>
                    <a:pt x="1871" y="3180"/>
                    <a:pt x="1669" y="2877"/>
                  </a:cubicBezTo>
                  <a:cubicBezTo>
                    <a:pt x="1500" y="2626"/>
                    <a:pt x="1314" y="2372"/>
                    <a:pt x="1128" y="2121"/>
                  </a:cubicBezTo>
                  <a:cubicBezTo>
                    <a:pt x="910" y="1851"/>
                    <a:pt x="708" y="1564"/>
                    <a:pt x="522" y="1293"/>
                  </a:cubicBezTo>
                  <a:cubicBezTo>
                    <a:pt x="437" y="1176"/>
                    <a:pt x="372" y="1075"/>
                    <a:pt x="288" y="974"/>
                  </a:cubicBezTo>
                  <a:cubicBezTo>
                    <a:pt x="271" y="942"/>
                    <a:pt x="235" y="910"/>
                    <a:pt x="219" y="873"/>
                  </a:cubicBezTo>
                  <a:cubicBezTo>
                    <a:pt x="154" y="809"/>
                    <a:pt x="86" y="724"/>
                    <a:pt x="69" y="639"/>
                  </a:cubicBezTo>
                  <a:cubicBezTo>
                    <a:pt x="17" y="437"/>
                    <a:pt x="17" y="219"/>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0"/>
            <p:cNvSpPr/>
            <p:nvPr/>
          </p:nvSpPr>
          <p:spPr>
            <a:xfrm>
              <a:off x="871406" y="1902268"/>
              <a:ext cx="348035" cy="304232"/>
            </a:xfrm>
            <a:custGeom>
              <a:rect b="b" l="l" r="r" t="t"/>
              <a:pathLst>
                <a:path extrusionOk="0" h="3063" w="3504">
                  <a:moveTo>
                    <a:pt x="3402" y="0"/>
                  </a:moveTo>
                  <a:lnTo>
                    <a:pt x="3402" y="17"/>
                  </a:lnTo>
                  <a:cubicBezTo>
                    <a:pt x="3402" y="33"/>
                    <a:pt x="3386" y="49"/>
                    <a:pt x="3402" y="65"/>
                  </a:cubicBezTo>
                  <a:cubicBezTo>
                    <a:pt x="3471" y="267"/>
                    <a:pt x="3334" y="352"/>
                    <a:pt x="3168" y="437"/>
                  </a:cubicBezTo>
                  <a:cubicBezTo>
                    <a:pt x="2493" y="756"/>
                    <a:pt x="1819" y="1111"/>
                    <a:pt x="1164" y="1463"/>
                  </a:cubicBezTo>
                  <a:cubicBezTo>
                    <a:pt x="995" y="1548"/>
                    <a:pt x="845" y="1616"/>
                    <a:pt x="692" y="1701"/>
                  </a:cubicBezTo>
                  <a:lnTo>
                    <a:pt x="643" y="1734"/>
                  </a:lnTo>
                  <a:cubicBezTo>
                    <a:pt x="473" y="1818"/>
                    <a:pt x="304" y="1903"/>
                    <a:pt x="138" y="1968"/>
                  </a:cubicBezTo>
                  <a:cubicBezTo>
                    <a:pt x="37" y="2004"/>
                    <a:pt x="1" y="2069"/>
                    <a:pt x="1" y="2186"/>
                  </a:cubicBezTo>
                  <a:lnTo>
                    <a:pt x="1" y="2541"/>
                  </a:lnTo>
                  <a:cubicBezTo>
                    <a:pt x="1" y="2711"/>
                    <a:pt x="1" y="2877"/>
                    <a:pt x="17" y="3046"/>
                  </a:cubicBezTo>
                  <a:cubicBezTo>
                    <a:pt x="17" y="3046"/>
                    <a:pt x="17" y="3063"/>
                    <a:pt x="37" y="3063"/>
                  </a:cubicBezTo>
                  <a:lnTo>
                    <a:pt x="53" y="3046"/>
                  </a:lnTo>
                  <a:cubicBezTo>
                    <a:pt x="17" y="2877"/>
                    <a:pt x="37" y="2711"/>
                    <a:pt x="37" y="2541"/>
                  </a:cubicBezTo>
                  <a:lnTo>
                    <a:pt x="37" y="2186"/>
                  </a:lnTo>
                  <a:cubicBezTo>
                    <a:pt x="17" y="2085"/>
                    <a:pt x="69" y="2020"/>
                    <a:pt x="138" y="1984"/>
                  </a:cubicBezTo>
                  <a:cubicBezTo>
                    <a:pt x="320" y="1919"/>
                    <a:pt x="490" y="1835"/>
                    <a:pt x="659" y="1750"/>
                  </a:cubicBezTo>
                  <a:lnTo>
                    <a:pt x="692" y="1734"/>
                  </a:lnTo>
                  <a:cubicBezTo>
                    <a:pt x="861" y="1649"/>
                    <a:pt x="1011" y="1564"/>
                    <a:pt x="1164" y="1479"/>
                  </a:cubicBezTo>
                  <a:cubicBezTo>
                    <a:pt x="1819" y="1144"/>
                    <a:pt x="2493" y="792"/>
                    <a:pt x="3184" y="469"/>
                  </a:cubicBezTo>
                  <a:cubicBezTo>
                    <a:pt x="3350" y="388"/>
                    <a:pt x="3503" y="287"/>
                    <a:pt x="3418" y="49"/>
                  </a:cubicBezTo>
                  <a:cubicBezTo>
                    <a:pt x="3418" y="49"/>
                    <a:pt x="3418" y="33"/>
                    <a:pt x="3435" y="33"/>
                  </a:cubicBezTo>
                  <a:lnTo>
                    <a:pt x="3435" y="17"/>
                  </a:lnTo>
                  <a:cubicBezTo>
                    <a:pt x="3435" y="0"/>
                    <a:pt x="3435" y="0"/>
                    <a:pt x="3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0"/>
            <p:cNvSpPr/>
            <p:nvPr/>
          </p:nvSpPr>
          <p:spPr>
            <a:xfrm>
              <a:off x="1553570" y="3401679"/>
              <a:ext cx="5264" cy="73997"/>
            </a:xfrm>
            <a:custGeom>
              <a:rect b="b" l="l" r="r" t="t"/>
              <a:pathLst>
                <a:path extrusionOk="0" h="745" w="53">
                  <a:moveTo>
                    <a:pt x="37" y="1"/>
                  </a:moveTo>
                  <a:cubicBezTo>
                    <a:pt x="16" y="1"/>
                    <a:pt x="16" y="1"/>
                    <a:pt x="16" y="17"/>
                  </a:cubicBezTo>
                  <a:cubicBezTo>
                    <a:pt x="0" y="102"/>
                    <a:pt x="16" y="203"/>
                    <a:pt x="16" y="288"/>
                  </a:cubicBezTo>
                  <a:cubicBezTo>
                    <a:pt x="16" y="441"/>
                    <a:pt x="16" y="574"/>
                    <a:pt x="0" y="724"/>
                  </a:cubicBezTo>
                  <a:cubicBezTo>
                    <a:pt x="0" y="744"/>
                    <a:pt x="0" y="744"/>
                    <a:pt x="16" y="744"/>
                  </a:cubicBezTo>
                  <a:lnTo>
                    <a:pt x="16" y="724"/>
                  </a:lnTo>
                  <a:cubicBezTo>
                    <a:pt x="53" y="591"/>
                    <a:pt x="37" y="441"/>
                    <a:pt x="37" y="288"/>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0"/>
            <p:cNvSpPr/>
            <p:nvPr/>
          </p:nvSpPr>
          <p:spPr>
            <a:xfrm>
              <a:off x="1413125" y="1943985"/>
              <a:ext cx="90386" cy="287844"/>
            </a:xfrm>
            <a:custGeom>
              <a:rect b="b" l="l" r="r" t="t"/>
              <a:pathLst>
                <a:path extrusionOk="0" h="2898" w="910">
                  <a:moveTo>
                    <a:pt x="53" y="1"/>
                  </a:moveTo>
                  <a:cubicBezTo>
                    <a:pt x="53" y="1"/>
                    <a:pt x="37" y="1"/>
                    <a:pt x="37" y="17"/>
                  </a:cubicBezTo>
                  <a:cubicBezTo>
                    <a:pt x="0" y="118"/>
                    <a:pt x="0" y="219"/>
                    <a:pt x="17" y="304"/>
                  </a:cubicBezTo>
                  <a:lnTo>
                    <a:pt x="17" y="405"/>
                  </a:lnTo>
                  <a:cubicBezTo>
                    <a:pt x="17" y="453"/>
                    <a:pt x="53" y="453"/>
                    <a:pt x="69" y="473"/>
                  </a:cubicBezTo>
                  <a:cubicBezTo>
                    <a:pt x="85" y="489"/>
                    <a:pt x="101" y="489"/>
                    <a:pt x="101" y="506"/>
                  </a:cubicBezTo>
                  <a:cubicBezTo>
                    <a:pt x="340" y="825"/>
                    <a:pt x="558" y="1144"/>
                    <a:pt x="792" y="1463"/>
                  </a:cubicBezTo>
                  <a:lnTo>
                    <a:pt x="845" y="1548"/>
                  </a:lnTo>
                  <a:cubicBezTo>
                    <a:pt x="861" y="1584"/>
                    <a:pt x="861" y="1600"/>
                    <a:pt x="861" y="1633"/>
                  </a:cubicBezTo>
                  <a:lnTo>
                    <a:pt x="861" y="1649"/>
                  </a:lnTo>
                  <a:cubicBezTo>
                    <a:pt x="861" y="2020"/>
                    <a:pt x="861" y="2340"/>
                    <a:pt x="824" y="2675"/>
                  </a:cubicBezTo>
                  <a:cubicBezTo>
                    <a:pt x="824" y="2727"/>
                    <a:pt x="845" y="2776"/>
                    <a:pt x="861" y="2828"/>
                  </a:cubicBezTo>
                  <a:cubicBezTo>
                    <a:pt x="877" y="2845"/>
                    <a:pt x="877" y="2861"/>
                    <a:pt x="893" y="2877"/>
                  </a:cubicBezTo>
                  <a:lnTo>
                    <a:pt x="893" y="2897"/>
                  </a:lnTo>
                  <a:lnTo>
                    <a:pt x="909" y="2897"/>
                  </a:lnTo>
                  <a:lnTo>
                    <a:pt x="909" y="2877"/>
                  </a:lnTo>
                  <a:cubicBezTo>
                    <a:pt x="909" y="2861"/>
                    <a:pt x="893" y="2828"/>
                    <a:pt x="893" y="2812"/>
                  </a:cubicBezTo>
                  <a:cubicBezTo>
                    <a:pt x="877" y="2760"/>
                    <a:pt x="861" y="2727"/>
                    <a:pt x="861" y="2675"/>
                  </a:cubicBezTo>
                  <a:cubicBezTo>
                    <a:pt x="877" y="2340"/>
                    <a:pt x="877" y="2020"/>
                    <a:pt x="877" y="1649"/>
                  </a:cubicBezTo>
                  <a:cubicBezTo>
                    <a:pt x="893" y="1649"/>
                    <a:pt x="893" y="1633"/>
                    <a:pt x="893" y="1633"/>
                  </a:cubicBezTo>
                  <a:cubicBezTo>
                    <a:pt x="893" y="1600"/>
                    <a:pt x="893" y="1564"/>
                    <a:pt x="877" y="1532"/>
                  </a:cubicBezTo>
                  <a:lnTo>
                    <a:pt x="808" y="1447"/>
                  </a:lnTo>
                  <a:cubicBezTo>
                    <a:pt x="590" y="1128"/>
                    <a:pt x="356" y="809"/>
                    <a:pt x="138" y="489"/>
                  </a:cubicBezTo>
                  <a:cubicBezTo>
                    <a:pt x="118" y="473"/>
                    <a:pt x="101" y="453"/>
                    <a:pt x="85" y="453"/>
                  </a:cubicBezTo>
                  <a:cubicBezTo>
                    <a:pt x="69" y="437"/>
                    <a:pt x="53" y="437"/>
                    <a:pt x="53" y="405"/>
                  </a:cubicBezTo>
                  <a:cubicBezTo>
                    <a:pt x="53" y="372"/>
                    <a:pt x="37" y="336"/>
                    <a:pt x="37" y="304"/>
                  </a:cubicBezTo>
                  <a:cubicBezTo>
                    <a:pt x="37" y="203"/>
                    <a:pt x="17"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0"/>
            <p:cNvSpPr/>
            <p:nvPr/>
          </p:nvSpPr>
          <p:spPr>
            <a:xfrm>
              <a:off x="1673952" y="3346752"/>
              <a:ext cx="5264" cy="76679"/>
            </a:xfrm>
            <a:custGeom>
              <a:rect b="b" l="l" r="r" t="t"/>
              <a:pathLst>
                <a:path extrusionOk="0" h="772" w="53">
                  <a:moveTo>
                    <a:pt x="53" y="0"/>
                  </a:moveTo>
                  <a:cubicBezTo>
                    <a:pt x="37" y="0"/>
                    <a:pt x="37" y="0"/>
                    <a:pt x="37" y="16"/>
                  </a:cubicBezTo>
                  <a:cubicBezTo>
                    <a:pt x="16" y="134"/>
                    <a:pt x="16" y="251"/>
                    <a:pt x="16" y="352"/>
                  </a:cubicBezTo>
                  <a:lnTo>
                    <a:pt x="16" y="590"/>
                  </a:lnTo>
                  <a:lnTo>
                    <a:pt x="16" y="639"/>
                  </a:lnTo>
                  <a:cubicBezTo>
                    <a:pt x="16" y="671"/>
                    <a:pt x="16" y="723"/>
                    <a:pt x="0" y="756"/>
                  </a:cubicBezTo>
                  <a:lnTo>
                    <a:pt x="16" y="772"/>
                  </a:lnTo>
                  <a:lnTo>
                    <a:pt x="37" y="756"/>
                  </a:lnTo>
                  <a:cubicBezTo>
                    <a:pt x="53" y="723"/>
                    <a:pt x="53" y="671"/>
                    <a:pt x="53" y="639"/>
                  </a:cubicBezTo>
                  <a:cubicBezTo>
                    <a:pt x="37" y="622"/>
                    <a:pt x="37" y="606"/>
                    <a:pt x="37" y="590"/>
                  </a:cubicBezTo>
                  <a:cubicBezTo>
                    <a:pt x="53" y="505"/>
                    <a:pt x="53" y="437"/>
                    <a:pt x="53" y="352"/>
                  </a:cubicBezTo>
                  <a:cubicBezTo>
                    <a:pt x="37" y="251"/>
                    <a:pt x="37"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0"/>
            <p:cNvSpPr/>
            <p:nvPr/>
          </p:nvSpPr>
          <p:spPr>
            <a:xfrm>
              <a:off x="1923059" y="2450344"/>
              <a:ext cx="123759" cy="246127"/>
            </a:xfrm>
            <a:custGeom>
              <a:rect b="b" l="l" r="r" t="t"/>
              <a:pathLst>
                <a:path extrusionOk="0" h="2478" w="1246">
                  <a:moveTo>
                    <a:pt x="53" y="1"/>
                  </a:moveTo>
                  <a:cubicBezTo>
                    <a:pt x="17" y="86"/>
                    <a:pt x="17" y="170"/>
                    <a:pt x="17" y="239"/>
                  </a:cubicBezTo>
                  <a:lnTo>
                    <a:pt x="17" y="356"/>
                  </a:lnTo>
                  <a:cubicBezTo>
                    <a:pt x="1" y="574"/>
                    <a:pt x="53" y="760"/>
                    <a:pt x="187" y="946"/>
                  </a:cubicBezTo>
                  <a:cubicBezTo>
                    <a:pt x="473" y="1350"/>
                    <a:pt x="760" y="1802"/>
                    <a:pt x="1128" y="2360"/>
                  </a:cubicBezTo>
                  <a:cubicBezTo>
                    <a:pt x="1164" y="2408"/>
                    <a:pt x="1197" y="2445"/>
                    <a:pt x="1229" y="2477"/>
                  </a:cubicBezTo>
                  <a:lnTo>
                    <a:pt x="1245" y="2461"/>
                  </a:lnTo>
                  <a:lnTo>
                    <a:pt x="1245" y="2445"/>
                  </a:lnTo>
                  <a:cubicBezTo>
                    <a:pt x="1213" y="2424"/>
                    <a:pt x="1180" y="2392"/>
                    <a:pt x="1144" y="2344"/>
                  </a:cubicBezTo>
                  <a:cubicBezTo>
                    <a:pt x="793" y="1786"/>
                    <a:pt x="490" y="1334"/>
                    <a:pt x="219" y="930"/>
                  </a:cubicBezTo>
                  <a:cubicBezTo>
                    <a:pt x="86" y="744"/>
                    <a:pt x="33" y="558"/>
                    <a:pt x="53" y="356"/>
                  </a:cubicBezTo>
                  <a:lnTo>
                    <a:pt x="53" y="239"/>
                  </a:lnTo>
                  <a:cubicBezTo>
                    <a:pt x="33" y="154"/>
                    <a:pt x="33" y="86"/>
                    <a:pt x="69" y="21"/>
                  </a:cubicBezTo>
                  <a:cubicBezTo>
                    <a:pt x="86" y="2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0"/>
            <p:cNvSpPr/>
            <p:nvPr/>
          </p:nvSpPr>
          <p:spPr>
            <a:xfrm>
              <a:off x="1643857" y="3646018"/>
              <a:ext cx="6853" cy="75189"/>
            </a:xfrm>
            <a:custGeom>
              <a:rect b="b" l="l" r="r" t="t"/>
              <a:pathLst>
                <a:path extrusionOk="0" h="757" w="69">
                  <a:moveTo>
                    <a:pt x="53" y="1"/>
                  </a:moveTo>
                  <a:cubicBezTo>
                    <a:pt x="53" y="1"/>
                    <a:pt x="37" y="1"/>
                    <a:pt x="37" y="17"/>
                  </a:cubicBezTo>
                  <a:cubicBezTo>
                    <a:pt x="16" y="134"/>
                    <a:pt x="16" y="251"/>
                    <a:pt x="16" y="369"/>
                  </a:cubicBezTo>
                  <a:lnTo>
                    <a:pt x="16" y="607"/>
                  </a:lnTo>
                  <a:lnTo>
                    <a:pt x="16" y="655"/>
                  </a:lnTo>
                  <a:cubicBezTo>
                    <a:pt x="16" y="688"/>
                    <a:pt x="37" y="708"/>
                    <a:pt x="16" y="740"/>
                  </a:cubicBezTo>
                  <a:cubicBezTo>
                    <a:pt x="0" y="740"/>
                    <a:pt x="0" y="756"/>
                    <a:pt x="16" y="756"/>
                  </a:cubicBezTo>
                  <a:lnTo>
                    <a:pt x="37" y="756"/>
                  </a:lnTo>
                  <a:cubicBezTo>
                    <a:pt x="53" y="724"/>
                    <a:pt x="53" y="672"/>
                    <a:pt x="53" y="655"/>
                  </a:cubicBezTo>
                  <a:lnTo>
                    <a:pt x="53" y="607"/>
                  </a:lnTo>
                  <a:lnTo>
                    <a:pt x="53" y="369"/>
                  </a:lnTo>
                  <a:cubicBezTo>
                    <a:pt x="53" y="25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0"/>
            <p:cNvSpPr/>
            <p:nvPr/>
          </p:nvSpPr>
          <p:spPr>
            <a:xfrm>
              <a:off x="574127" y="2903762"/>
              <a:ext cx="4867" cy="71911"/>
            </a:xfrm>
            <a:custGeom>
              <a:rect b="b" l="l" r="r" t="t"/>
              <a:pathLst>
                <a:path extrusionOk="0" h="724" w="49">
                  <a:moveTo>
                    <a:pt x="17" y="1"/>
                  </a:moveTo>
                  <a:cubicBezTo>
                    <a:pt x="0" y="1"/>
                    <a:pt x="0" y="17"/>
                    <a:pt x="0" y="17"/>
                  </a:cubicBezTo>
                  <a:cubicBezTo>
                    <a:pt x="17" y="134"/>
                    <a:pt x="17" y="251"/>
                    <a:pt x="17" y="368"/>
                  </a:cubicBezTo>
                  <a:lnTo>
                    <a:pt x="17" y="570"/>
                  </a:lnTo>
                  <a:lnTo>
                    <a:pt x="17" y="606"/>
                  </a:lnTo>
                  <a:cubicBezTo>
                    <a:pt x="17" y="655"/>
                    <a:pt x="17" y="687"/>
                    <a:pt x="33" y="724"/>
                  </a:cubicBezTo>
                  <a:lnTo>
                    <a:pt x="49" y="724"/>
                  </a:lnTo>
                  <a:lnTo>
                    <a:pt x="49" y="707"/>
                  </a:lnTo>
                  <a:cubicBezTo>
                    <a:pt x="33" y="687"/>
                    <a:pt x="33" y="655"/>
                    <a:pt x="33" y="606"/>
                  </a:cubicBezTo>
                  <a:lnTo>
                    <a:pt x="33" y="570"/>
                  </a:lnTo>
                  <a:lnTo>
                    <a:pt x="33" y="368"/>
                  </a:lnTo>
                  <a:cubicBezTo>
                    <a:pt x="33" y="251"/>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0"/>
            <p:cNvSpPr/>
            <p:nvPr/>
          </p:nvSpPr>
          <p:spPr>
            <a:xfrm>
              <a:off x="508671" y="3005670"/>
              <a:ext cx="133791" cy="75189"/>
            </a:xfrm>
            <a:custGeom>
              <a:rect b="b" l="l" r="r" t="t"/>
              <a:pathLst>
                <a:path extrusionOk="0" h="757" w="1347">
                  <a:moveTo>
                    <a:pt x="1265" y="1"/>
                  </a:moveTo>
                  <a:cubicBezTo>
                    <a:pt x="1197" y="33"/>
                    <a:pt x="1128" y="65"/>
                    <a:pt x="1063" y="85"/>
                  </a:cubicBezTo>
                  <a:cubicBezTo>
                    <a:pt x="894" y="150"/>
                    <a:pt x="708" y="219"/>
                    <a:pt x="538" y="287"/>
                  </a:cubicBezTo>
                  <a:cubicBezTo>
                    <a:pt x="490" y="304"/>
                    <a:pt x="437" y="320"/>
                    <a:pt x="389" y="352"/>
                  </a:cubicBezTo>
                  <a:cubicBezTo>
                    <a:pt x="304" y="388"/>
                    <a:pt x="203" y="421"/>
                    <a:pt x="118" y="453"/>
                  </a:cubicBezTo>
                  <a:cubicBezTo>
                    <a:pt x="102" y="453"/>
                    <a:pt x="102" y="453"/>
                    <a:pt x="102" y="469"/>
                  </a:cubicBezTo>
                  <a:lnTo>
                    <a:pt x="118" y="469"/>
                  </a:lnTo>
                  <a:cubicBezTo>
                    <a:pt x="219" y="453"/>
                    <a:pt x="304" y="421"/>
                    <a:pt x="405" y="368"/>
                  </a:cubicBezTo>
                  <a:cubicBezTo>
                    <a:pt x="457" y="352"/>
                    <a:pt x="506" y="336"/>
                    <a:pt x="558" y="304"/>
                  </a:cubicBezTo>
                  <a:cubicBezTo>
                    <a:pt x="724" y="251"/>
                    <a:pt x="894" y="186"/>
                    <a:pt x="1063" y="118"/>
                  </a:cubicBezTo>
                  <a:cubicBezTo>
                    <a:pt x="1128" y="85"/>
                    <a:pt x="1197" y="65"/>
                    <a:pt x="1265" y="33"/>
                  </a:cubicBezTo>
                  <a:cubicBezTo>
                    <a:pt x="1265" y="49"/>
                    <a:pt x="1282" y="49"/>
                    <a:pt x="1282" y="65"/>
                  </a:cubicBezTo>
                  <a:cubicBezTo>
                    <a:pt x="1298" y="150"/>
                    <a:pt x="1314" y="219"/>
                    <a:pt x="1229" y="251"/>
                  </a:cubicBezTo>
                  <a:cubicBezTo>
                    <a:pt x="942" y="368"/>
                    <a:pt x="639" y="489"/>
                    <a:pt x="336" y="607"/>
                  </a:cubicBezTo>
                  <a:cubicBezTo>
                    <a:pt x="235" y="639"/>
                    <a:pt x="118" y="691"/>
                    <a:pt x="17" y="740"/>
                  </a:cubicBezTo>
                  <a:cubicBezTo>
                    <a:pt x="17" y="740"/>
                    <a:pt x="1" y="740"/>
                    <a:pt x="1" y="756"/>
                  </a:cubicBezTo>
                  <a:lnTo>
                    <a:pt x="17" y="756"/>
                  </a:lnTo>
                  <a:cubicBezTo>
                    <a:pt x="134" y="708"/>
                    <a:pt x="255" y="671"/>
                    <a:pt x="356" y="623"/>
                  </a:cubicBezTo>
                  <a:cubicBezTo>
                    <a:pt x="639" y="506"/>
                    <a:pt x="942" y="388"/>
                    <a:pt x="1245" y="267"/>
                  </a:cubicBezTo>
                  <a:cubicBezTo>
                    <a:pt x="1346" y="219"/>
                    <a:pt x="1330" y="134"/>
                    <a:pt x="1298" y="49"/>
                  </a:cubicBezTo>
                  <a:cubicBezTo>
                    <a:pt x="1298" y="49"/>
                    <a:pt x="1298" y="33"/>
                    <a:pt x="1282" y="17"/>
                  </a:cubicBezTo>
                  <a:lnTo>
                    <a:pt x="12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0"/>
            <p:cNvSpPr/>
            <p:nvPr/>
          </p:nvSpPr>
          <p:spPr>
            <a:xfrm>
              <a:off x="856607" y="1534369"/>
              <a:ext cx="357570" cy="326283"/>
            </a:xfrm>
            <a:custGeom>
              <a:rect b="b" l="l" r="r" t="t"/>
              <a:pathLst>
                <a:path extrusionOk="0" h="3285" w="3600">
                  <a:moveTo>
                    <a:pt x="3567" y="0"/>
                  </a:moveTo>
                  <a:cubicBezTo>
                    <a:pt x="3567" y="0"/>
                    <a:pt x="3551" y="0"/>
                    <a:pt x="3551" y="16"/>
                  </a:cubicBezTo>
                  <a:cubicBezTo>
                    <a:pt x="3584" y="101"/>
                    <a:pt x="3584" y="186"/>
                    <a:pt x="3567" y="271"/>
                  </a:cubicBezTo>
                  <a:lnTo>
                    <a:pt x="3567" y="420"/>
                  </a:lnTo>
                  <a:lnTo>
                    <a:pt x="3567" y="978"/>
                  </a:lnTo>
                  <a:lnTo>
                    <a:pt x="3567" y="1281"/>
                  </a:lnTo>
                  <a:cubicBezTo>
                    <a:pt x="3567" y="1313"/>
                    <a:pt x="3567" y="1329"/>
                    <a:pt x="3519" y="1345"/>
                  </a:cubicBezTo>
                  <a:cubicBezTo>
                    <a:pt x="3398" y="1414"/>
                    <a:pt x="3281" y="1483"/>
                    <a:pt x="3147" y="1547"/>
                  </a:cubicBezTo>
                  <a:cubicBezTo>
                    <a:pt x="2743" y="1769"/>
                    <a:pt x="2323" y="1988"/>
                    <a:pt x="1919" y="2222"/>
                  </a:cubicBezTo>
                  <a:cubicBezTo>
                    <a:pt x="1362" y="2525"/>
                    <a:pt x="808" y="2828"/>
                    <a:pt x="352" y="3082"/>
                  </a:cubicBezTo>
                  <a:cubicBezTo>
                    <a:pt x="267" y="3115"/>
                    <a:pt x="202" y="3163"/>
                    <a:pt x="118" y="3200"/>
                  </a:cubicBezTo>
                  <a:cubicBezTo>
                    <a:pt x="85" y="3216"/>
                    <a:pt x="49" y="3232"/>
                    <a:pt x="17" y="3248"/>
                  </a:cubicBezTo>
                  <a:cubicBezTo>
                    <a:pt x="0" y="3248"/>
                    <a:pt x="0" y="3264"/>
                    <a:pt x="0" y="3264"/>
                  </a:cubicBezTo>
                  <a:lnTo>
                    <a:pt x="17" y="3284"/>
                  </a:lnTo>
                  <a:cubicBezTo>
                    <a:pt x="65" y="3248"/>
                    <a:pt x="101" y="3232"/>
                    <a:pt x="134" y="3216"/>
                  </a:cubicBezTo>
                  <a:cubicBezTo>
                    <a:pt x="202" y="3183"/>
                    <a:pt x="287" y="3147"/>
                    <a:pt x="368" y="3099"/>
                  </a:cubicBezTo>
                  <a:cubicBezTo>
                    <a:pt x="824" y="2844"/>
                    <a:pt x="1378" y="2557"/>
                    <a:pt x="1935" y="2238"/>
                  </a:cubicBezTo>
                  <a:cubicBezTo>
                    <a:pt x="2339" y="2004"/>
                    <a:pt x="2759" y="1786"/>
                    <a:pt x="3163" y="1568"/>
                  </a:cubicBezTo>
                  <a:cubicBezTo>
                    <a:pt x="3281" y="1499"/>
                    <a:pt x="3418" y="1430"/>
                    <a:pt x="3535" y="1366"/>
                  </a:cubicBezTo>
                  <a:cubicBezTo>
                    <a:pt x="3584" y="1345"/>
                    <a:pt x="3600" y="1329"/>
                    <a:pt x="3600" y="1281"/>
                  </a:cubicBezTo>
                  <a:lnTo>
                    <a:pt x="3600" y="978"/>
                  </a:lnTo>
                  <a:lnTo>
                    <a:pt x="3600" y="420"/>
                  </a:lnTo>
                  <a:lnTo>
                    <a:pt x="3600" y="271"/>
                  </a:lnTo>
                  <a:cubicBezTo>
                    <a:pt x="3600" y="186"/>
                    <a:pt x="3600" y="101"/>
                    <a:pt x="3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0"/>
            <p:cNvSpPr/>
            <p:nvPr/>
          </p:nvSpPr>
          <p:spPr>
            <a:xfrm>
              <a:off x="1409946" y="2520567"/>
              <a:ext cx="91975" cy="225964"/>
            </a:xfrm>
            <a:custGeom>
              <a:rect b="b" l="l" r="r" t="t"/>
              <a:pathLst>
                <a:path extrusionOk="0" h="2275" w="926">
                  <a:moveTo>
                    <a:pt x="85" y="1"/>
                  </a:moveTo>
                  <a:lnTo>
                    <a:pt x="69" y="21"/>
                  </a:lnTo>
                  <a:cubicBezTo>
                    <a:pt x="32" y="37"/>
                    <a:pt x="16" y="53"/>
                    <a:pt x="16" y="85"/>
                  </a:cubicBezTo>
                  <a:cubicBezTo>
                    <a:pt x="32" y="186"/>
                    <a:pt x="16" y="287"/>
                    <a:pt x="16" y="388"/>
                  </a:cubicBezTo>
                  <a:lnTo>
                    <a:pt x="16" y="590"/>
                  </a:lnTo>
                  <a:lnTo>
                    <a:pt x="16" y="708"/>
                  </a:lnTo>
                  <a:cubicBezTo>
                    <a:pt x="16" y="877"/>
                    <a:pt x="16" y="1063"/>
                    <a:pt x="0" y="1249"/>
                  </a:cubicBezTo>
                  <a:cubicBezTo>
                    <a:pt x="0" y="1265"/>
                    <a:pt x="0" y="1265"/>
                    <a:pt x="16" y="1265"/>
                  </a:cubicBezTo>
                  <a:cubicBezTo>
                    <a:pt x="16" y="1265"/>
                    <a:pt x="32" y="1265"/>
                    <a:pt x="32" y="1249"/>
                  </a:cubicBezTo>
                  <a:cubicBezTo>
                    <a:pt x="49" y="1063"/>
                    <a:pt x="49" y="877"/>
                    <a:pt x="32" y="708"/>
                  </a:cubicBezTo>
                  <a:lnTo>
                    <a:pt x="32" y="590"/>
                  </a:lnTo>
                  <a:cubicBezTo>
                    <a:pt x="32" y="526"/>
                    <a:pt x="32" y="457"/>
                    <a:pt x="49" y="388"/>
                  </a:cubicBezTo>
                  <a:cubicBezTo>
                    <a:pt x="49" y="287"/>
                    <a:pt x="49" y="186"/>
                    <a:pt x="32" y="69"/>
                  </a:cubicBezTo>
                  <a:cubicBezTo>
                    <a:pt x="32" y="53"/>
                    <a:pt x="49" y="53"/>
                    <a:pt x="69" y="37"/>
                  </a:cubicBezTo>
                  <a:lnTo>
                    <a:pt x="85" y="37"/>
                  </a:lnTo>
                  <a:cubicBezTo>
                    <a:pt x="150" y="102"/>
                    <a:pt x="202" y="170"/>
                    <a:pt x="251" y="239"/>
                  </a:cubicBezTo>
                  <a:cubicBezTo>
                    <a:pt x="372" y="405"/>
                    <a:pt x="505" y="574"/>
                    <a:pt x="654" y="728"/>
                  </a:cubicBezTo>
                  <a:cubicBezTo>
                    <a:pt x="824" y="910"/>
                    <a:pt x="893" y="1095"/>
                    <a:pt x="877" y="1366"/>
                  </a:cubicBezTo>
                  <a:lnTo>
                    <a:pt x="877" y="1855"/>
                  </a:lnTo>
                  <a:lnTo>
                    <a:pt x="877" y="2004"/>
                  </a:lnTo>
                  <a:lnTo>
                    <a:pt x="877" y="2089"/>
                  </a:lnTo>
                  <a:cubicBezTo>
                    <a:pt x="856" y="2158"/>
                    <a:pt x="840" y="2206"/>
                    <a:pt x="877" y="2275"/>
                  </a:cubicBezTo>
                  <a:lnTo>
                    <a:pt x="893" y="2275"/>
                  </a:lnTo>
                  <a:cubicBezTo>
                    <a:pt x="909" y="2275"/>
                    <a:pt x="909" y="2259"/>
                    <a:pt x="909" y="2259"/>
                  </a:cubicBezTo>
                  <a:cubicBezTo>
                    <a:pt x="877" y="2206"/>
                    <a:pt x="877" y="2158"/>
                    <a:pt x="893" y="2105"/>
                  </a:cubicBezTo>
                  <a:cubicBezTo>
                    <a:pt x="893" y="2073"/>
                    <a:pt x="909" y="2041"/>
                    <a:pt x="909" y="2004"/>
                  </a:cubicBezTo>
                  <a:lnTo>
                    <a:pt x="909" y="1855"/>
                  </a:lnTo>
                  <a:cubicBezTo>
                    <a:pt x="893" y="1685"/>
                    <a:pt x="893" y="1536"/>
                    <a:pt x="909" y="1382"/>
                  </a:cubicBezTo>
                  <a:cubicBezTo>
                    <a:pt x="925" y="1095"/>
                    <a:pt x="856" y="893"/>
                    <a:pt x="675" y="708"/>
                  </a:cubicBezTo>
                  <a:cubicBezTo>
                    <a:pt x="521" y="558"/>
                    <a:pt x="404" y="388"/>
                    <a:pt x="271" y="223"/>
                  </a:cubicBezTo>
                  <a:cubicBezTo>
                    <a:pt x="218" y="154"/>
                    <a:pt x="150" y="85"/>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0"/>
            <p:cNvSpPr/>
            <p:nvPr/>
          </p:nvSpPr>
          <p:spPr>
            <a:xfrm>
              <a:off x="1292743" y="1348929"/>
              <a:ext cx="5264" cy="73600"/>
            </a:xfrm>
            <a:custGeom>
              <a:rect b="b" l="l" r="r" t="t"/>
              <a:pathLst>
                <a:path extrusionOk="0" h="741" w="53">
                  <a:moveTo>
                    <a:pt x="17" y="1"/>
                  </a:moveTo>
                  <a:cubicBezTo>
                    <a:pt x="0" y="1"/>
                    <a:pt x="0" y="1"/>
                    <a:pt x="0" y="17"/>
                  </a:cubicBezTo>
                  <a:cubicBezTo>
                    <a:pt x="17" y="134"/>
                    <a:pt x="17" y="251"/>
                    <a:pt x="17" y="368"/>
                  </a:cubicBezTo>
                  <a:lnTo>
                    <a:pt x="17" y="570"/>
                  </a:lnTo>
                  <a:lnTo>
                    <a:pt x="17" y="623"/>
                  </a:lnTo>
                  <a:cubicBezTo>
                    <a:pt x="17" y="655"/>
                    <a:pt x="17" y="688"/>
                    <a:pt x="37" y="740"/>
                  </a:cubicBezTo>
                  <a:lnTo>
                    <a:pt x="53" y="740"/>
                  </a:lnTo>
                  <a:lnTo>
                    <a:pt x="53" y="724"/>
                  </a:lnTo>
                  <a:cubicBezTo>
                    <a:pt x="37" y="688"/>
                    <a:pt x="37" y="655"/>
                    <a:pt x="53" y="623"/>
                  </a:cubicBezTo>
                  <a:lnTo>
                    <a:pt x="53" y="570"/>
                  </a:lnTo>
                  <a:cubicBezTo>
                    <a:pt x="37" y="506"/>
                    <a:pt x="37" y="437"/>
                    <a:pt x="53" y="368"/>
                  </a:cubicBezTo>
                  <a:cubicBezTo>
                    <a:pt x="53" y="251"/>
                    <a:pt x="53" y="134"/>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0"/>
            <p:cNvSpPr/>
            <p:nvPr/>
          </p:nvSpPr>
          <p:spPr>
            <a:xfrm>
              <a:off x="1921470" y="3296593"/>
              <a:ext cx="132102" cy="225567"/>
            </a:xfrm>
            <a:custGeom>
              <a:rect b="b" l="l" r="r" t="t"/>
              <a:pathLst>
                <a:path extrusionOk="0" h="2271" w="1330">
                  <a:moveTo>
                    <a:pt x="69" y="0"/>
                  </a:moveTo>
                  <a:cubicBezTo>
                    <a:pt x="69" y="0"/>
                    <a:pt x="49" y="0"/>
                    <a:pt x="49" y="17"/>
                  </a:cubicBezTo>
                  <a:cubicBezTo>
                    <a:pt x="1" y="134"/>
                    <a:pt x="49" y="219"/>
                    <a:pt x="118" y="303"/>
                  </a:cubicBezTo>
                  <a:cubicBezTo>
                    <a:pt x="287" y="489"/>
                    <a:pt x="473" y="671"/>
                    <a:pt x="623" y="873"/>
                  </a:cubicBezTo>
                  <a:lnTo>
                    <a:pt x="776" y="1026"/>
                  </a:lnTo>
                  <a:cubicBezTo>
                    <a:pt x="825" y="1095"/>
                    <a:pt x="893" y="1176"/>
                    <a:pt x="958" y="1245"/>
                  </a:cubicBezTo>
                  <a:cubicBezTo>
                    <a:pt x="1043" y="1346"/>
                    <a:pt x="1128" y="1447"/>
                    <a:pt x="1213" y="1548"/>
                  </a:cubicBezTo>
                  <a:cubicBezTo>
                    <a:pt x="1281" y="1616"/>
                    <a:pt x="1297" y="1681"/>
                    <a:pt x="1297" y="1766"/>
                  </a:cubicBezTo>
                  <a:lnTo>
                    <a:pt x="1297" y="1952"/>
                  </a:lnTo>
                  <a:cubicBezTo>
                    <a:pt x="1297" y="2053"/>
                    <a:pt x="1297" y="2154"/>
                    <a:pt x="1261" y="2255"/>
                  </a:cubicBezTo>
                  <a:cubicBezTo>
                    <a:pt x="1261" y="2255"/>
                    <a:pt x="1261" y="2271"/>
                    <a:pt x="1281" y="2271"/>
                  </a:cubicBezTo>
                  <a:lnTo>
                    <a:pt x="1297" y="2255"/>
                  </a:lnTo>
                  <a:cubicBezTo>
                    <a:pt x="1330" y="2154"/>
                    <a:pt x="1330" y="2053"/>
                    <a:pt x="1314" y="1952"/>
                  </a:cubicBezTo>
                  <a:lnTo>
                    <a:pt x="1314" y="1766"/>
                  </a:lnTo>
                  <a:cubicBezTo>
                    <a:pt x="1330" y="1665"/>
                    <a:pt x="1297" y="1600"/>
                    <a:pt x="1229" y="1515"/>
                  </a:cubicBezTo>
                  <a:cubicBezTo>
                    <a:pt x="1144" y="1430"/>
                    <a:pt x="1059" y="1329"/>
                    <a:pt x="978" y="1228"/>
                  </a:cubicBezTo>
                  <a:cubicBezTo>
                    <a:pt x="910" y="1160"/>
                    <a:pt x="857" y="1075"/>
                    <a:pt x="792" y="1010"/>
                  </a:cubicBezTo>
                  <a:cubicBezTo>
                    <a:pt x="740" y="958"/>
                    <a:pt x="691" y="909"/>
                    <a:pt x="655" y="857"/>
                  </a:cubicBezTo>
                  <a:cubicBezTo>
                    <a:pt x="489" y="655"/>
                    <a:pt x="320" y="469"/>
                    <a:pt x="134" y="287"/>
                  </a:cubicBezTo>
                  <a:cubicBezTo>
                    <a:pt x="69" y="202"/>
                    <a:pt x="33" y="134"/>
                    <a:pt x="85"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0"/>
            <p:cNvSpPr/>
            <p:nvPr/>
          </p:nvSpPr>
          <p:spPr>
            <a:xfrm>
              <a:off x="669181" y="2935447"/>
              <a:ext cx="145809" cy="179083"/>
            </a:xfrm>
            <a:custGeom>
              <a:rect b="b" l="l" r="r" t="t"/>
              <a:pathLst>
                <a:path extrusionOk="0" h="1803" w="1468">
                  <a:moveTo>
                    <a:pt x="1447" y="1"/>
                  </a:moveTo>
                  <a:cubicBezTo>
                    <a:pt x="1346" y="49"/>
                    <a:pt x="1229" y="102"/>
                    <a:pt x="1112" y="134"/>
                  </a:cubicBezTo>
                  <a:cubicBezTo>
                    <a:pt x="841" y="235"/>
                    <a:pt x="591" y="336"/>
                    <a:pt x="320" y="437"/>
                  </a:cubicBezTo>
                  <a:cubicBezTo>
                    <a:pt x="1" y="554"/>
                    <a:pt x="1" y="570"/>
                    <a:pt x="1" y="910"/>
                  </a:cubicBezTo>
                  <a:lnTo>
                    <a:pt x="1" y="1516"/>
                  </a:lnTo>
                  <a:lnTo>
                    <a:pt x="1" y="1782"/>
                  </a:lnTo>
                  <a:cubicBezTo>
                    <a:pt x="1" y="1802"/>
                    <a:pt x="1" y="1802"/>
                    <a:pt x="17" y="1802"/>
                  </a:cubicBezTo>
                  <a:cubicBezTo>
                    <a:pt x="17" y="1802"/>
                    <a:pt x="33" y="1802"/>
                    <a:pt x="33" y="1782"/>
                  </a:cubicBezTo>
                  <a:lnTo>
                    <a:pt x="17" y="1516"/>
                  </a:lnTo>
                  <a:cubicBezTo>
                    <a:pt x="17" y="1314"/>
                    <a:pt x="17" y="1112"/>
                    <a:pt x="33" y="910"/>
                  </a:cubicBezTo>
                  <a:cubicBezTo>
                    <a:pt x="33" y="590"/>
                    <a:pt x="33" y="590"/>
                    <a:pt x="320" y="469"/>
                  </a:cubicBezTo>
                  <a:cubicBezTo>
                    <a:pt x="591" y="368"/>
                    <a:pt x="861" y="267"/>
                    <a:pt x="1112" y="166"/>
                  </a:cubicBezTo>
                  <a:cubicBezTo>
                    <a:pt x="1229" y="118"/>
                    <a:pt x="1346" y="85"/>
                    <a:pt x="1467" y="33"/>
                  </a:cubicBezTo>
                  <a:lnTo>
                    <a:pt x="1467" y="17"/>
                  </a:lnTo>
                  <a:cubicBezTo>
                    <a:pt x="1467" y="17"/>
                    <a:pt x="1467" y="1"/>
                    <a:pt x="14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0"/>
            <p:cNvSpPr/>
            <p:nvPr/>
          </p:nvSpPr>
          <p:spPr>
            <a:xfrm>
              <a:off x="1444810" y="1703221"/>
              <a:ext cx="3675" cy="75189"/>
            </a:xfrm>
            <a:custGeom>
              <a:rect b="b" l="l" r="r" t="t"/>
              <a:pathLst>
                <a:path extrusionOk="0" h="757" w="37">
                  <a:moveTo>
                    <a:pt x="21" y="1"/>
                  </a:moveTo>
                  <a:cubicBezTo>
                    <a:pt x="1" y="170"/>
                    <a:pt x="1" y="320"/>
                    <a:pt x="1" y="473"/>
                  </a:cubicBezTo>
                  <a:lnTo>
                    <a:pt x="1" y="740"/>
                  </a:lnTo>
                  <a:cubicBezTo>
                    <a:pt x="1" y="740"/>
                    <a:pt x="1" y="756"/>
                    <a:pt x="21" y="756"/>
                  </a:cubicBezTo>
                  <a:lnTo>
                    <a:pt x="21" y="740"/>
                  </a:lnTo>
                  <a:cubicBezTo>
                    <a:pt x="37" y="639"/>
                    <a:pt x="37" y="554"/>
                    <a:pt x="21" y="473"/>
                  </a:cubicBezTo>
                  <a:cubicBezTo>
                    <a:pt x="21" y="320"/>
                    <a:pt x="21" y="170"/>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0"/>
            <p:cNvSpPr/>
            <p:nvPr/>
          </p:nvSpPr>
          <p:spPr>
            <a:xfrm>
              <a:off x="1443220" y="2241761"/>
              <a:ext cx="5264" cy="75090"/>
            </a:xfrm>
            <a:custGeom>
              <a:rect b="b" l="l" r="r" t="t"/>
              <a:pathLst>
                <a:path extrusionOk="0" h="756" w="53">
                  <a:moveTo>
                    <a:pt x="53" y="0"/>
                  </a:moveTo>
                  <a:cubicBezTo>
                    <a:pt x="37" y="0"/>
                    <a:pt x="37" y="16"/>
                    <a:pt x="37" y="16"/>
                  </a:cubicBezTo>
                  <a:cubicBezTo>
                    <a:pt x="17" y="133"/>
                    <a:pt x="17" y="251"/>
                    <a:pt x="17" y="368"/>
                  </a:cubicBezTo>
                  <a:lnTo>
                    <a:pt x="17" y="606"/>
                  </a:lnTo>
                  <a:lnTo>
                    <a:pt x="17" y="654"/>
                  </a:lnTo>
                  <a:cubicBezTo>
                    <a:pt x="17" y="687"/>
                    <a:pt x="17" y="707"/>
                    <a:pt x="0" y="739"/>
                  </a:cubicBezTo>
                  <a:lnTo>
                    <a:pt x="0" y="755"/>
                  </a:lnTo>
                  <a:lnTo>
                    <a:pt x="37" y="755"/>
                  </a:lnTo>
                  <a:cubicBezTo>
                    <a:pt x="53" y="723"/>
                    <a:pt x="53" y="687"/>
                    <a:pt x="37" y="638"/>
                  </a:cubicBezTo>
                  <a:lnTo>
                    <a:pt x="37" y="606"/>
                  </a:lnTo>
                  <a:cubicBezTo>
                    <a:pt x="53" y="521"/>
                    <a:pt x="53" y="453"/>
                    <a:pt x="37" y="368"/>
                  </a:cubicBezTo>
                  <a:cubicBezTo>
                    <a:pt x="37" y="251"/>
                    <a:pt x="37" y="133"/>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0"/>
            <p:cNvSpPr/>
            <p:nvPr/>
          </p:nvSpPr>
          <p:spPr>
            <a:xfrm>
              <a:off x="1794334" y="3625955"/>
              <a:ext cx="6853" cy="72011"/>
            </a:xfrm>
            <a:custGeom>
              <a:rect b="b" l="l" r="r" t="t"/>
              <a:pathLst>
                <a:path extrusionOk="0" h="725" w="69">
                  <a:moveTo>
                    <a:pt x="53" y="1"/>
                  </a:moveTo>
                  <a:cubicBezTo>
                    <a:pt x="36" y="1"/>
                    <a:pt x="36" y="1"/>
                    <a:pt x="36" y="17"/>
                  </a:cubicBezTo>
                  <a:cubicBezTo>
                    <a:pt x="16" y="118"/>
                    <a:pt x="16" y="235"/>
                    <a:pt x="16" y="336"/>
                  </a:cubicBezTo>
                  <a:lnTo>
                    <a:pt x="16" y="538"/>
                  </a:lnTo>
                  <a:lnTo>
                    <a:pt x="16" y="587"/>
                  </a:lnTo>
                  <a:cubicBezTo>
                    <a:pt x="16" y="623"/>
                    <a:pt x="36" y="655"/>
                    <a:pt x="0" y="688"/>
                  </a:cubicBezTo>
                  <a:cubicBezTo>
                    <a:pt x="0" y="708"/>
                    <a:pt x="0" y="708"/>
                    <a:pt x="16" y="708"/>
                  </a:cubicBezTo>
                  <a:lnTo>
                    <a:pt x="16" y="724"/>
                  </a:lnTo>
                  <a:lnTo>
                    <a:pt x="36" y="708"/>
                  </a:lnTo>
                  <a:cubicBezTo>
                    <a:pt x="53" y="672"/>
                    <a:pt x="53" y="623"/>
                    <a:pt x="53" y="587"/>
                  </a:cubicBezTo>
                  <a:lnTo>
                    <a:pt x="53" y="538"/>
                  </a:lnTo>
                  <a:lnTo>
                    <a:pt x="53" y="336"/>
                  </a:lnTo>
                  <a:cubicBezTo>
                    <a:pt x="53" y="235"/>
                    <a:pt x="36"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0"/>
            <p:cNvSpPr/>
            <p:nvPr/>
          </p:nvSpPr>
          <p:spPr>
            <a:xfrm>
              <a:off x="669181" y="2778216"/>
              <a:ext cx="150577" cy="162198"/>
            </a:xfrm>
            <a:custGeom>
              <a:rect b="b" l="l" r="r" t="t"/>
              <a:pathLst>
                <a:path extrusionOk="0" h="1633" w="1516">
                  <a:moveTo>
                    <a:pt x="1447" y="0"/>
                  </a:moveTo>
                  <a:cubicBezTo>
                    <a:pt x="1265" y="53"/>
                    <a:pt x="1079" y="133"/>
                    <a:pt x="894" y="218"/>
                  </a:cubicBezTo>
                  <a:cubicBezTo>
                    <a:pt x="740" y="287"/>
                    <a:pt x="607" y="356"/>
                    <a:pt x="457" y="404"/>
                  </a:cubicBezTo>
                  <a:cubicBezTo>
                    <a:pt x="389" y="420"/>
                    <a:pt x="336" y="457"/>
                    <a:pt x="271" y="489"/>
                  </a:cubicBezTo>
                  <a:cubicBezTo>
                    <a:pt x="219" y="505"/>
                    <a:pt x="170" y="537"/>
                    <a:pt x="102" y="558"/>
                  </a:cubicBezTo>
                  <a:cubicBezTo>
                    <a:pt x="33" y="590"/>
                    <a:pt x="1" y="622"/>
                    <a:pt x="1" y="691"/>
                  </a:cubicBezTo>
                  <a:lnTo>
                    <a:pt x="1" y="1515"/>
                  </a:lnTo>
                  <a:cubicBezTo>
                    <a:pt x="1" y="1547"/>
                    <a:pt x="17" y="1584"/>
                    <a:pt x="33" y="1632"/>
                  </a:cubicBezTo>
                  <a:lnTo>
                    <a:pt x="53" y="1632"/>
                  </a:lnTo>
                  <a:lnTo>
                    <a:pt x="235" y="1567"/>
                  </a:lnTo>
                  <a:cubicBezTo>
                    <a:pt x="372" y="1515"/>
                    <a:pt x="506" y="1446"/>
                    <a:pt x="659" y="1398"/>
                  </a:cubicBezTo>
                  <a:cubicBezTo>
                    <a:pt x="724" y="1366"/>
                    <a:pt x="809" y="1329"/>
                    <a:pt x="877" y="1313"/>
                  </a:cubicBezTo>
                  <a:cubicBezTo>
                    <a:pt x="1043" y="1228"/>
                    <a:pt x="1213" y="1164"/>
                    <a:pt x="1382" y="1111"/>
                  </a:cubicBezTo>
                  <a:cubicBezTo>
                    <a:pt x="1483" y="1079"/>
                    <a:pt x="1516" y="1026"/>
                    <a:pt x="1516" y="909"/>
                  </a:cubicBezTo>
                  <a:lnTo>
                    <a:pt x="1516" y="638"/>
                  </a:lnTo>
                  <a:cubicBezTo>
                    <a:pt x="1516" y="505"/>
                    <a:pt x="1516" y="372"/>
                    <a:pt x="1500" y="234"/>
                  </a:cubicBezTo>
                  <a:cubicBezTo>
                    <a:pt x="1500" y="234"/>
                    <a:pt x="1500" y="218"/>
                    <a:pt x="1483" y="218"/>
                  </a:cubicBezTo>
                  <a:lnTo>
                    <a:pt x="1467" y="234"/>
                  </a:lnTo>
                  <a:cubicBezTo>
                    <a:pt x="1483" y="372"/>
                    <a:pt x="1483" y="505"/>
                    <a:pt x="1483" y="638"/>
                  </a:cubicBezTo>
                  <a:lnTo>
                    <a:pt x="1483" y="909"/>
                  </a:lnTo>
                  <a:cubicBezTo>
                    <a:pt x="1500" y="1010"/>
                    <a:pt x="1467" y="1042"/>
                    <a:pt x="1382" y="1079"/>
                  </a:cubicBezTo>
                  <a:cubicBezTo>
                    <a:pt x="1197" y="1143"/>
                    <a:pt x="1027" y="1212"/>
                    <a:pt x="877" y="1281"/>
                  </a:cubicBezTo>
                  <a:cubicBezTo>
                    <a:pt x="793" y="1313"/>
                    <a:pt x="724" y="1345"/>
                    <a:pt x="639" y="1382"/>
                  </a:cubicBezTo>
                  <a:cubicBezTo>
                    <a:pt x="506" y="1430"/>
                    <a:pt x="356" y="1483"/>
                    <a:pt x="219" y="1547"/>
                  </a:cubicBezTo>
                  <a:lnTo>
                    <a:pt x="53" y="1616"/>
                  </a:lnTo>
                  <a:cubicBezTo>
                    <a:pt x="33" y="1567"/>
                    <a:pt x="17" y="1547"/>
                    <a:pt x="17" y="1515"/>
                  </a:cubicBezTo>
                  <a:cubicBezTo>
                    <a:pt x="33" y="1228"/>
                    <a:pt x="33" y="962"/>
                    <a:pt x="17" y="691"/>
                  </a:cubicBezTo>
                  <a:cubicBezTo>
                    <a:pt x="17" y="638"/>
                    <a:pt x="53" y="606"/>
                    <a:pt x="118" y="590"/>
                  </a:cubicBezTo>
                  <a:cubicBezTo>
                    <a:pt x="170" y="558"/>
                    <a:pt x="235" y="537"/>
                    <a:pt x="288" y="505"/>
                  </a:cubicBezTo>
                  <a:cubicBezTo>
                    <a:pt x="336" y="473"/>
                    <a:pt x="405" y="457"/>
                    <a:pt x="473" y="420"/>
                  </a:cubicBezTo>
                  <a:cubicBezTo>
                    <a:pt x="607" y="372"/>
                    <a:pt x="760" y="303"/>
                    <a:pt x="894" y="255"/>
                  </a:cubicBezTo>
                  <a:cubicBezTo>
                    <a:pt x="1079" y="170"/>
                    <a:pt x="1265" y="85"/>
                    <a:pt x="1467" y="16"/>
                  </a:cubicBezTo>
                  <a:lnTo>
                    <a:pt x="14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0"/>
            <p:cNvSpPr/>
            <p:nvPr/>
          </p:nvSpPr>
          <p:spPr>
            <a:xfrm>
              <a:off x="1643857" y="3160220"/>
              <a:ext cx="6853" cy="72706"/>
            </a:xfrm>
            <a:custGeom>
              <a:rect b="b" l="l" r="r" t="t"/>
              <a:pathLst>
                <a:path extrusionOk="0" h="732" w="69">
                  <a:moveTo>
                    <a:pt x="49" y="1"/>
                  </a:moveTo>
                  <a:cubicBezTo>
                    <a:pt x="44" y="1"/>
                    <a:pt x="37" y="8"/>
                    <a:pt x="37" y="8"/>
                  </a:cubicBezTo>
                  <a:cubicBezTo>
                    <a:pt x="16" y="125"/>
                    <a:pt x="16" y="246"/>
                    <a:pt x="16" y="363"/>
                  </a:cubicBezTo>
                  <a:lnTo>
                    <a:pt x="16" y="582"/>
                  </a:lnTo>
                  <a:lnTo>
                    <a:pt x="16" y="630"/>
                  </a:lnTo>
                  <a:cubicBezTo>
                    <a:pt x="16" y="650"/>
                    <a:pt x="37" y="683"/>
                    <a:pt x="16" y="715"/>
                  </a:cubicBezTo>
                  <a:cubicBezTo>
                    <a:pt x="0" y="715"/>
                    <a:pt x="0" y="715"/>
                    <a:pt x="16" y="731"/>
                  </a:cubicBezTo>
                  <a:lnTo>
                    <a:pt x="37" y="715"/>
                  </a:lnTo>
                  <a:cubicBezTo>
                    <a:pt x="53" y="683"/>
                    <a:pt x="53" y="650"/>
                    <a:pt x="53" y="614"/>
                  </a:cubicBezTo>
                  <a:lnTo>
                    <a:pt x="53" y="582"/>
                  </a:lnTo>
                  <a:lnTo>
                    <a:pt x="53" y="363"/>
                  </a:lnTo>
                  <a:cubicBezTo>
                    <a:pt x="53" y="246"/>
                    <a:pt x="53" y="125"/>
                    <a:pt x="69" y="8"/>
                  </a:cubicBezTo>
                  <a:lnTo>
                    <a:pt x="53" y="8"/>
                  </a:lnTo>
                  <a:cubicBezTo>
                    <a:pt x="53" y="3"/>
                    <a:pt x="51"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0"/>
            <p:cNvSpPr/>
            <p:nvPr/>
          </p:nvSpPr>
          <p:spPr>
            <a:xfrm>
              <a:off x="1443220" y="2602808"/>
              <a:ext cx="5264" cy="71911"/>
            </a:xfrm>
            <a:custGeom>
              <a:rect b="b" l="l" r="r" t="t"/>
              <a:pathLst>
                <a:path extrusionOk="0" h="724" w="53">
                  <a:moveTo>
                    <a:pt x="17" y="1"/>
                  </a:moveTo>
                  <a:lnTo>
                    <a:pt x="17" y="267"/>
                  </a:lnTo>
                  <a:cubicBezTo>
                    <a:pt x="17" y="421"/>
                    <a:pt x="17" y="554"/>
                    <a:pt x="0" y="708"/>
                  </a:cubicBezTo>
                  <a:cubicBezTo>
                    <a:pt x="0" y="708"/>
                    <a:pt x="0" y="724"/>
                    <a:pt x="17" y="724"/>
                  </a:cubicBezTo>
                  <a:cubicBezTo>
                    <a:pt x="17" y="724"/>
                    <a:pt x="37" y="724"/>
                    <a:pt x="37" y="708"/>
                  </a:cubicBezTo>
                  <a:cubicBezTo>
                    <a:pt x="53" y="554"/>
                    <a:pt x="53" y="421"/>
                    <a:pt x="37" y="26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0"/>
            <p:cNvSpPr/>
            <p:nvPr/>
          </p:nvSpPr>
          <p:spPr>
            <a:xfrm>
              <a:off x="687655" y="1933953"/>
              <a:ext cx="132102" cy="192293"/>
            </a:xfrm>
            <a:custGeom>
              <a:rect b="b" l="l" r="r" t="t"/>
              <a:pathLst>
                <a:path extrusionOk="0" h="1936" w="1330">
                  <a:moveTo>
                    <a:pt x="1261" y="1"/>
                  </a:moveTo>
                  <a:lnTo>
                    <a:pt x="1261" y="17"/>
                  </a:lnTo>
                  <a:cubicBezTo>
                    <a:pt x="1297" y="219"/>
                    <a:pt x="1297" y="251"/>
                    <a:pt x="1160" y="320"/>
                  </a:cubicBezTo>
                  <a:cubicBezTo>
                    <a:pt x="1059" y="372"/>
                    <a:pt x="958" y="437"/>
                    <a:pt x="857" y="489"/>
                  </a:cubicBezTo>
                  <a:cubicBezTo>
                    <a:pt x="691" y="590"/>
                    <a:pt x="506" y="691"/>
                    <a:pt x="320" y="776"/>
                  </a:cubicBezTo>
                  <a:cubicBezTo>
                    <a:pt x="304" y="792"/>
                    <a:pt x="271" y="809"/>
                    <a:pt x="251" y="825"/>
                  </a:cubicBezTo>
                  <a:cubicBezTo>
                    <a:pt x="203" y="857"/>
                    <a:pt x="170" y="877"/>
                    <a:pt x="102" y="893"/>
                  </a:cubicBezTo>
                  <a:cubicBezTo>
                    <a:pt x="49" y="910"/>
                    <a:pt x="1" y="942"/>
                    <a:pt x="1" y="1027"/>
                  </a:cubicBezTo>
                  <a:lnTo>
                    <a:pt x="1" y="1362"/>
                  </a:lnTo>
                  <a:cubicBezTo>
                    <a:pt x="1" y="1548"/>
                    <a:pt x="1" y="1750"/>
                    <a:pt x="17" y="1936"/>
                  </a:cubicBezTo>
                  <a:lnTo>
                    <a:pt x="49" y="1936"/>
                  </a:lnTo>
                  <a:cubicBezTo>
                    <a:pt x="17" y="1750"/>
                    <a:pt x="33" y="1548"/>
                    <a:pt x="33" y="1362"/>
                  </a:cubicBezTo>
                  <a:lnTo>
                    <a:pt x="33" y="1027"/>
                  </a:lnTo>
                  <a:cubicBezTo>
                    <a:pt x="33" y="958"/>
                    <a:pt x="69" y="926"/>
                    <a:pt x="118" y="926"/>
                  </a:cubicBezTo>
                  <a:cubicBezTo>
                    <a:pt x="170" y="910"/>
                    <a:pt x="219" y="877"/>
                    <a:pt x="271" y="841"/>
                  </a:cubicBezTo>
                  <a:cubicBezTo>
                    <a:pt x="287" y="825"/>
                    <a:pt x="304" y="825"/>
                    <a:pt x="336" y="809"/>
                  </a:cubicBezTo>
                  <a:cubicBezTo>
                    <a:pt x="522" y="708"/>
                    <a:pt x="708" y="607"/>
                    <a:pt x="877" y="506"/>
                  </a:cubicBezTo>
                  <a:lnTo>
                    <a:pt x="1180" y="352"/>
                  </a:lnTo>
                  <a:cubicBezTo>
                    <a:pt x="1314" y="271"/>
                    <a:pt x="1330" y="235"/>
                    <a:pt x="1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0"/>
            <p:cNvSpPr/>
            <p:nvPr/>
          </p:nvSpPr>
          <p:spPr>
            <a:xfrm>
              <a:off x="2080390" y="2529009"/>
              <a:ext cx="106774" cy="279401"/>
            </a:xfrm>
            <a:custGeom>
              <a:rect b="b" l="l" r="r" t="t"/>
              <a:pathLst>
                <a:path extrusionOk="0" h="2813" w="1075">
                  <a:moveTo>
                    <a:pt x="65" y="0"/>
                  </a:moveTo>
                  <a:cubicBezTo>
                    <a:pt x="33" y="37"/>
                    <a:pt x="33" y="69"/>
                    <a:pt x="33" y="101"/>
                  </a:cubicBezTo>
                  <a:lnTo>
                    <a:pt x="33" y="118"/>
                  </a:lnTo>
                  <a:lnTo>
                    <a:pt x="33" y="255"/>
                  </a:lnTo>
                  <a:cubicBezTo>
                    <a:pt x="33" y="320"/>
                    <a:pt x="49" y="388"/>
                    <a:pt x="33" y="457"/>
                  </a:cubicBezTo>
                  <a:cubicBezTo>
                    <a:pt x="0" y="744"/>
                    <a:pt x="65" y="994"/>
                    <a:pt x="251" y="1265"/>
                  </a:cubicBezTo>
                  <a:cubicBezTo>
                    <a:pt x="368" y="1431"/>
                    <a:pt x="489" y="1616"/>
                    <a:pt x="590" y="1802"/>
                  </a:cubicBezTo>
                  <a:cubicBezTo>
                    <a:pt x="707" y="1988"/>
                    <a:pt x="824" y="2174"/>
                    <a:pt x="942" y="2339"/>
                  </a:cubicBezTo>
                  <a:cubicBezTo>
                    <a:pt x="1043" y="2493"/>
                    <a:pt x="1043" y="2626"/>
                    <a:pt x="1010" y="2796"/>
                  </a:cubicBezTo>
                  <a:lnTo>
                    <a:pt x="1010" y="2812"/>
                  </a:lnTo>
                  <a:lnTo>
                    <a:pt x="1026" y="2812"/>
                  </a:lnTo>
                  <a:cubicBezTo>
                    <a:pt x="1075" y="2626"/>
                    <a:pt x="1075" y="2493"/>
                    <a:pt x="958" y="2323"/>
                  </a:cubicBezTo>
                  <a:cubicBezTo>
                    <a:pt x="841" y="2158"/>
                    <a:pt x="723" y="1972"/>
                    <a:pt x="622" y="1786"/>
                  </a:cubicBezTo>
                  <a:cubicBezTo>
                    <a:pt x="505" y="1600"/>
                    <a:pt x="388" y="1414"/>
                    <a:pt x="267" y="1249"/>
                  </a:cubicBezTo>
                  <a:cubicBezTo>
                    <a:pt x="85" y="978"/>
                    <a:pt x="17" y="724"/>
                    <a:pt x="65" y="473"/>
                  </a:cubicBezTo>
                  <a:lnTo>
                    <a:pt x="65" y="255"/>
                  </a:lnTo>
                  <a:cubicBezTo>
                    <a:pt x="65" y="219"/>
                    <a:pt x="49" y="170"/>
                    <a:pt x="65" y="118"/>
                  </a:cubicBezTo>
                  <a:lnTo>
                    <a:pt x="65" y="101"/>
                  </a:lnTo>
                  <a:cubicBezTo>
                    <a:pt x="49" y="69"/>
                    <a:pt x="49" y="37"/>
                    <a:pt x="85" y="17"/>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0"/>
            <p:cNvSpPr/>
            <p:nvPr/>
          </p:nvSpPr>
          <p:spPr>
            <a:xfrm>
              <a:off x="1264237" y="3251797"/>
              <a:ext cx="210768" cy="153656"/>
            </a:xfrm>
            <a:custGeom>
              <a:rect b="b" l="l" r="r" t="t"/>
              <a:pathLst>
                <a:path extrusionOk="0" h="1547" w="2122">
                  <a:moveTo>
                    <a:pt x="1438" y="1"/>
                  </a:moveTo>
                  <a:cubicBezTo>
                    <a:pt x="1421" y="1"/>
                    <a:pt x="1403" y="5"/>
                    <a:pt x="1382" y="11"/>
                  </a:cubicBezTo>
                  <a:lnTo>
                    <a:pt x="1148" y="80"/>
                  </a:lnTo>
                  <a:cubicBezTo>
                    <a:pt x="809" y="197"/>
                    <a:pt x="457" y="314"/>
                    <a:pt x="102" y="435"/>
                  </a:cubicBezTo>
                  <a:cubicBezTo>
                    <a:pt x="21" y="451"/>
                    <a:pt x="1" y="516"/>
                    <a:pt x="1" y="585"/>
                  </a:cubicBezTo>
                  <a:lnTo>
                    <a:pt x="1" y="1223"/>
                  </a:lnTo>
                  <a:lnTo>
                    <a:pt x="1" y="1477"/>
                  </a:lnTo>
                  <a:lnTo>
                    <a:pt x="37" y="1477"/>
                  </a:lnTo>
                  <a:lnTo>
                    <a:pt x="37" y="1223"/>
                  </a:lnTo>
                  <a:lnTo>
                    <a:pt x="37" y="585"/>
                  </a:lnTo>
                  <a:cubicBezTo>
                    <a:pt x="37" y="516"/>
                    <a:pt x="53" y="484"/>
                    <a:pt x="122" y="451"/>
                  </a:cubicBezTo>
                  <a:cubicBezTo>
                    <a:pt x="473" y="350"/>
                    <a:pt x="829" y="233"/>
                    <a:pt x="1164" y="112"/>
                  </a:cubicBezTo>
                  <a:lnTo>
                    <a:pt x="1382" y="31"/>
                  </a:lnTo>
                  <a:cubicBezTo>
                    <a:pt x="1435" y="31"/>
                    <a:pt x="1467" y="31"/>
                    <a:pt x="1499" y="64"/>
                  </a:cubicBezTo>
                  <a:cubicBezTo>
                    <a:pt x="1617" y="148"/>
                    <a:pt x="1738" y="266"/>
                    <a:pt x="1839" y="367"/>
                  </a:cubicBezTo>
                  <a:cubicBezTo>
                    <a:pt x="1903" y="451"/>
                    <a:pt x="1988" y="536"/>
                    <a:pt x="2073" y="601"/>
                  </a:cubicBezTo>
                  <a:cubicBezTo>
                    <a:pt x="2089" y="617"/>
                    <a:pt x="2089" y="637"/>
                    <a:pt x="2089" y="670"/>
                  </a:cubicBezTo>
                  <a:lnTo>
                    <a:pt x="2089" y="920"/>
                  </a:lnTo>
                  <a:lnTo>
                    <a:pt x="2089" y="1425"/>
                  </a:lnTo>
                  <a:cubicBezTo>
                    <a:pt x="2089" y="1445"/>
                    <a:pt x="2073" y="1461"/>
                    <a:pt x="2073" y="1494"/>
                  </a:cubicBezTo>
                  <a:cubicBezTo>
                    <a:pt x="2073" y="1494"/>
                    <a:pt x="2073" y="1510"/>
                    <a:pt x="2057" y="1526"/>
                  </a:cubicBezTo>
                  <a:lnTo>
                    <a:pt x="2073" y="1546"/>
                  </a:lnTo>
                  <a:lnTo>
                    <a:pt x="2089" y="1526"/>
                  </a:lnTo>
                  <a:lnTo>
                    <a:pt x="2089" y="1494"/>
                  </a:lnTo>
                  <a:cubicBezTo>
                    <a:pt x="2105" y="1477"/>
                    <a:pt x="2105" y="1461"/>
                    <a:pt x="2105" y="1425"/>
                  </a:cubicBezTo>
                  <a:cubicBezTo>
                    <a:pt x="2121" y="1259"/>
                    <a:pt x="2121" y="1090"/>
                    <a:pt x="2121" y="920"/>
                  </a:cubicBezTo>
                  <a:lnTo>
                    <a:pt x="2121" y="670"/>
                  </a:lnTo>
                  <a:cubicBezTo>
                    <a:pt x="2121" y="637"/>
                    <a:pt x="2121" y="601"/>
                    <a:pt x="2089" y="585"/>
                  </a:cubicBezTo>
                  <a:cubicBezTo>
                    <a:pt x="2004" y="500"/>
                    <a:pt x="1919" y="435"/>
                    <a:pt x="1855" y="350"/>
                  </a:cubicBezTo>
                  <a:cubicBezTo>
                    <a:pt x="1754" y="249"/>
                    <a:pt x="1637" y="132"/>
                    <a:pt x="1516" y="31"/>
                  </a:cubicBezTo>
                  <a:cubicBezTo>
                    <a:pt x="1486" y="9"/>
                    <a:pt x="1463" y="1"/>
                    <a:pt x="1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0"/>
            <p:cNvSpPr/>
            <p:nvPr/>
          </p:nvSpPr>
          <p:spPr>
            <a:xfrm>
              <a:off x="610678" y="3050664"/>
              <a:ext cx="1689" cy="75487"/>
            </a:xfrm>
            <a:custGeom>
              <a:rect b="b" l="l" r="r" t="t"/>
              <a:pathLst>
                <a:path extrusionOk="0" h="760" w="17">
                  <a:moveTo>
                    <a:pt x="0" y="0"/>
                  </a:moveTo>
                  <a:lnTo>
                    <a:pt x="0" y="743"/>
                  </a:lnTo>
                  <a:lnTo>
                    <a:pt x="0" y="760"/>
                  </a:lnTo>
                  <a:cubicBezTo>
                    <a:pt x="16" y="760"/>
                    <a:pt x="16" y="743"/>
                    <a:pt x="16" y="743"/>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0"/>
            <p:cNvSpPr/>
            <p:nvPr/>
          </p:nvSpPr>
          <p:spPr>
            <a:xfrm>
              <a:off x="2081979" y="3370888"/>
              <a:ext cx="105185" cy="358762"/>
            </a:xfrm>
            <a:custGeom>
              <a:rect b="b" l="l" r="r" t="t"/>
              <a:pathLst>
                <a:path extrusionOk="0" h="3612" w="1059">
                  <a:moveTo>
                    <a:pt x="55" y="1"/>
                  </a:moveTo>
                  <a:cubicBezTo>
                    <a:pt x="49" y="1"/>
                    <a:pt x="49" y="8"/>
                    <a:pt x="49" y="8"/>
                  </a:cubicBezTo>
                  <a:cubicBezTo>
                    <a:pt x="1" y="125"/>
                    <a:pt x="17" y="262"/>
                    <a:pt x="17" y="379"/>
                  </a:cubicBezTo>
                  <a:lnTo>
                    <a:pt x="17" y="581"/>
                  </a:lnTo>
                  <a:cubicBezTo>
                    <a:pt x="17" y="614"/>
                    <a:pt x="33" y="630"/>
                    <a:pt x="69" y="666"/>
                  </a:cubicBezTo>
                  <a:lnTo>
                    <a:pt x="170" y="783"/>
                  </a:lnTo>
                  <a:cubicBezTo>
                    <a:pt x="372" y="1018"/>
                    <a:pt x="590" y="1272"/>
                    <a:pt x="792" y="1507"/>
                  </a:cubicBezTo>
                  <a:cubicBezTo>
                    <a:pt x="808" y="1523"/>
                    <a:pt x="825" y="1559"/>
                    <a:pt x="841" y="1575"/>
                  </a:cubicBezTo>
                  <a:cubicBezTo>
                    <a:pt x="893" y="1624"/>
                    <a:pt x="926" y="1692"/>
                    <a:pt x="994" y="1725"/>
                  </a:cubicBezTo>
                  <a:cubicBezTo>
                    <a:pt x="1010" y="1741"/>
                    <a:pt x="1010" y="1761"/>
                    <a:pt x="1010" y="1793"/>
                  </a:cubicBezTo>
                  <a:cubicBezTo>
                    <a:pt x="1010" y="1979"/>
                    <a:pt x="1027" y="2145"/>
                    <a:pt x="1027" y="2331"/>
                  </a:cubicBezTo>
                  <a:lnTo>
                    <a:pt x="1027" y="2872"/>
                  </a:lnTo>
                  <a:lnTo>
                    <a:pt x="1027" y="3207"/>
                  </a:lnTo>
                  <a:lnTo>
                    <a:pt x="1027" y="3409"/>
                  </a:lnTo>
                  <a:lnTo>
                    <a:pt x="1027" y="3425"/>
                  </a:lnTo>
                  <a:cubicBezTo>
                    <a:pt x="1027" y="3494"/>
                    <a:pt x="1027" y="3542"/>
                    <a:pt x="978" y="3579"/>
                  </a:cubicBezTo>
                  <a:lnTo>
                    <a:pt x="978" y="3611"/>
                  </a:lnTo>
                  <a:lnTo>
                    <a:pt x="994" y="3611"/>
                  </a:lnTo>
                  <a:cubicBezTo>
                    <a:pt x="1059" y="3559"/>
                    <a:pt x="1059" y="3494"/>
                    <a:pt x="1059" y="3425"/>
                  </a:cubicBezTo>
                  <a:lnTo>
                    <a:pt x="1059" y="3409"/>
                  </a:lnTo>
                  <a:lnTo>
                    <a:pt x="1059" y="3207"/>
                  </a:lnTo>
                  <a:lnTo>
                    <a:pt x="1059" y="2872"/>
                  </a:lnTo>
                  <a:cubicBezTo>
                    <a:pt x="1059" y="2702"/>
                    <a:pt x="1043" y="2516"/>
                    <a:pt x="1043" y="2331"/>
                  </a:cubicBezTo>
                  <a:lnTo>
                    <a:pt x="1043" y="1793"/>
                  </a:lnTo>
                  <a:cubicBezTo>
                    <a:pt x="1043" y="1777"/>
                    <a:pt x="1043" y="1725"/>
                    <a:pt x="1010" y="1708"/>
                  </a:cubicBezTo>
                  <a:cubicBezTo>
                    <a:pt x="942" y="1676"/>
                    <a:pt x="909" y="1624"/>
                    <a:pt x="857" y="1559"/>
                  </a:cubicBezTo>
                  <a:cubicBezTo>
                    <a:pt x="841" y="1539"/>
                    <a:pt x="825" y="1507"/>
                    <a:pt x="808" y="1490"/>
                  </a:cubicBezTo>
                  <a:cubicBezTo>
                    <a:pt x="606" y="1256"/>
                    <a:pt x="388" y="1002"/>
                    <a:pt x="186" y="767"/>
                  </a:cubicBezTo>
                  <a:lnTo>
                    <a:pt x="101" y="650"/>
                  </a:lnTo>
                  <a:lnTo>
                    <a:pt x="85" y="630"/>
                  </a:lnTo>
                  <a:cubicBezTo>
                    <a:pt x="69" y="614"/>
                    <a:pt x="49" y="598"/>
                    <a:pt x="49" y="581"/>
                  </a:cubicBezTo>
                  <a:lnTo>
                    <a:pt x="49" y="379"/>
                  </a:lnTo>
                  <a:cubicBezTo>
                    <a:pt x="33" y="262"/>
                    <a:pt x="33" y="145"/>
                    <a:pt x="69" y="24"/>
                  </a:cubicBezTo>
                  <a:lnTo>
                    <a:pt x="69" y="8"/>
                  </a:lnTo>
                  <a:cubicBezTo>
                    <a:pt x="62" y="2"/>
                    <a:pt x="58" y="1"/>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0"/>
            <p:cNvSpPr/>
            <p:nvPr/>
          </p:nvSpPr>
          <p:spPr>
            <a:xfrm>
              <a:off x="1819563" y="3650885"/>
              <a:ext cx="4966" cy="70322"/>
            </a:xfrm>
            <a:custGeom>
              <a:rect b="b" l="l" r="r" t="t"/>
              <a:pathLst>
                <a:path extrusionOk="0" h="708" w="50">
                  <a:moveTo>
                    <a:pt x="33" y="0"/>
                  </a:moveTo>
                  <a:lnTo>
                    <a:pt x="17" y="17"/>
                  </a:lnTo>
                  <a:cubicBezTo>
                    <a:pt x="1" y="118"/>
                    <a:pt x="1" y="235"/>
                    <a:pt x="17" y="356"/>
                  </a:cubicBezTo>
                  <a:lnTo>
                    <a:pt x="17" y="558"/>
                  </a:lnTo>
                  <a:lnTo>
                    <a:pt x="17" y="606"/>
                  </a:lnTo>
                  <a:cubicBezTo>
                    <a:pt x="17" y="639"/>
                    <a:pt x="17" y="659"/>
                    <a:pt x="1" y="691"/>
                  </a:cubicBezTo>
                  <a:lnTo>
                    <a:pt x="1" y="707"/>
                  </a:lnTo>
                  <a:lnTo>
                    <a:pt x="17" y="707"/>
                  </a:lnTo>
                  <a:cubicBezTo>
                    <a:pt x="49" y="675"/>
                    <a:pt x="33" y="639"/>
                    <a:pt x="33" y="606"/>
                  </a:cubicBezTo>
                  <a:lnTo>
                    <a:pt x="33" y="558"/>
                  </a:lnTo>
                  <a:lnTo>
                    <a:pt x="33" y="356"/>
                  </a:lnTo>
                  <a:cubicBezTo>
                    <a:pt x="33" y="235"/>
                    <a:pt x="33" y="134"/>
                    <a:pt x="49" y="17"/>
                  </a:cubicBezTo>
                  <a:cubicBezTo>
                    <a:pt x="49" y="17"/>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0"/>
            <p:cNvSpPr/>
            <p:nvPr/>
          </p:nvSpPr>
          <p:spPr>
            <a:xfrm>
              <a:off x="687655" y="3609169"/>
              <a:ext cx="132102" cy="125249"/>
            </a:xfrm>
            <a:custGeom>
              <a:rect b="b" l="l" r="r" t="t"/>
              <a:pathLst>
                <a:path extrusionOk="0" h="1261" w="1330">
                  <a:moveTo>
                    <a:pt x="1314" y="0"/>
                  </a:moveTo>
                  <a:cubicBezTo>
                    <a:pt x="857" y="117"/>
                    <a:pt x="437" y="235"/>
                    <a:pt x="17" y="388"/>
                  </a:cubicBezTo>
                  <a:lnTo>
                    <a:pt x="1" y="388"/>
                  </a:lnTo>
                  <a:lnTo>
                    <a:pt x="1" y="1244"/>
                  </a:lnTo>
                  <a:cubicBezTo>
                    <a:pt x="1" y="1261"/>
                    <a:pt x="17" y="1261"/>
                    <a:pt x="17" y="1261"/>
                  </a:cubicBezTo>
                  <a:cubicBezTo>
                    <a:pt x="17" y="1261"/>
                    <a:pt x="33" y="1261"/>
                    <a:pt x="33" y="1244"/>
                  </a:cubicBezTo>
                  <a:lnTo>
                    <a:pt x="33" y="404"/>
                  </a:lnTo>
                  <a:cubicBezTo>
                    <a:pt x="453" y="271"/>
                    <a:pt x="877" y="134"/>
                    <a:pt x="1314" y="16"/>
                  </a:cubicBezTo>
                  <a:cubicBezTo>
                    <a:pt x="1330" y="16"/>
                    <a:pt x="1330" y="16"/>
                    <a:pt x="1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0"/>
            <p:cNvSpPr/>
            <p:nvPr/>
          </p:nvSpPr>
          <p:spPr>
            <a:xfrm>
              <a:off x="1739308" y="2644524"/>
              <a:ext cx="162198" cy="274137"/>
            </a:xfrm>
            <a:custGeom>
              <a:rect b="b" l="l" r="r" t="t"/>
              <a:pathLst>
                <a:path extrusionOk="0" h="2760" w="1633">
                  <a:moveTo>
                    <a:pt x="49" y="1"/>
                  </a:moveTo>
                  <a:cubicBezTo>
                    <a:pt x="1" y="33"/>
                    <a:pt x="1" y="86"/>
                    <a:pt x="1" y="134"/>
                  </a:cubicBezTo>
                  <a:lnTo>
                    <a:pt x="1" y="150"/>
                  </a:lnTo>
                  <a:cubicBezTo>
                    <a:pt x="1" y="692"/>
                    <a:pt x="1" y="708"/>
                    <a:pt x="336" y="1112"/>
                  </a:cubicBezTo>
                  <a:lnTo>
                    <a:pt x="352" y="1128"/>
                  </a:lnTo>
                  <a:cubicBezTo>
                    <a:pt x="469" y="1298"/>
                    <a:pt x="607" y="1479"/>
                    <a:pt x="740" y="1649"/>
                  </a:cubicBezTo>
                  <a:cubicBezTo>
                    <a:pt x="910" y="1867"/>
                    <a:pt x="1095" y="2106"/>
                    <a:pt x="1277" y="2340"/>
                  </a:cubicBezTo>
                  <a:cubicBezTo>
                    <a:pt x="1314" y="2372"/>
                    <a:pt x="1346" y="2425"/>
                    <a:pt x="1378" y="2473"/>
                  </a:cubicBezTo>
                  <a:cubicBezTo>
                    <a:pt x="1447" y="2574"/>
                    <a:pt x="1516" y="2675"/>
                    <a:pt x="1616" y="2760"/>
                  </a:cubicBezTo>
                  <a:lnTo>
                    <a:pt x="1633" y="2760"/>
                  </a:lnTo>
                  <a:lnTo>
                    <a:pt x="1633" y="2744"/>
                  </a:lnTo>
                  <a:cubicBezTo>
                    <a:pt x="1532" y="2659"/>
                    <a:pt x="1463" y="2558"/>
                    <a:pt x="1398" y="2457"/>
                  </a:cubicBezTo>
                  <a:cubicBezTo>
                    <a:pt x="1362" y="2409"/>
                    <a:pt x="1330" y="2356"/>
                    <a:pt x="1297" y="2324"/>
                  </a:cubicBezTo>
                  <a:cubicBezTo>
                    <a:pt x="1112" y="2085"/>
                    <a:pt x="926" y="1851"/>
                    <a:pt x="756" y="1633"/>
                  </a:cubicBezTo>
                  <a:cubicBezTo>
                    <a:pt x="639" y="1463"/>
                    <a:pt x="506" y="1277"/>
                    <a:pt x="368" y="1112"/>
                  </a:cubicBezTo>
                  <a:lnTo>
                    <a:pt x="352" y="1096"/>
                  </a:lnTo>
                  <a:cubicBezTo>
                    <a:pt x="33" y="692"/>
                    <a:pt x="33" y="692"/>
                    <a:pt x="33" y="150"/>
                  </a:cubicBezTo>
                  <a:lnTo>
                    <a:pt x="33" y="134"/>
                  </a:lnTo>
                  <a:cubicBezTo>
                    <a:pt x="33" y="86"/>
                    <a:pt x="33" y="49"/>
                    <a:pt x="65" y="33"/>
                  </a:cubicBezTo>
                  <a:lnTo>
                    <a:pt x="65" y="17"/>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0"/>
            <p:cNvSpPr/>
            <p:nvPr/>
          </p:nvSpPr>
          <p:spPr>
            <a:xfrm>
              <a:off x="1518608" y="3670253"/>
              <a:ext cx="76778" cy="64164"/>
            </a:xfrm>
            <a:custGeom>
              <a:rect b="b" l="l" r="r" t="t"/>
              <a:pathLst>
                <a:path extrusionOk="0" h="646" w="773">
                  <a:moveTo>
                    <a:pt x="18" y="0"/>
                  </a:moveTo>
                  <a:cubicBezTo>
                    <a:pt x="17" y="0"/>
                    <a:pt x="17" y="2"/>
                    <a:pt x="17" y="7"/>
                  </a:cubicBezTo>
                  <a:cubicBezTo>
                    <a:pt x="1" y="7"/>
                    <a:pt x="1" y="7"/>
                    <a:pt x="1" y="24"/>
                  </a:cubicBezTo>
                  <a:cubicBezTo>
                    <a:pt x="17" y="92"/>
                    <a:pt x="65" y="141"/>
                    <a:pt x="134" y="193"/>
                  </a:cubicBezTo>
                  <a:cubicBezTo>
                    <a:pt x="304" y="310"/>
                    <a:pt x="469" y="444"/>
                    <a:pt x="623" y="581"/>
                  </a:cubicBezTo>
                  <a:lnTo>
                    <a:pt x="655" y="613"/>
                  </a:lnTo>
                  <a:cubicBezTo>
                    <a:pt x="692" y="646"/>
                    <a:pt x="708" y="646"/>
                    <a:pt x="740" y="646"/>
                  </a:cubicBezTo>
                  <a:lnTo>
                    <a:pt x="756" y="646"/>
                  </a:lnTo>
                  <a:cubicBezTo>
                    <a:pt x="756" y="646"/>
                    <a:pt x="772" y="646"/>
                    <a:pt x="772" y="629"/>
                  </a:cubicBezTo>
                  <a:lnTo>
                    <a:pt x="756" y="613"/>
                  </a:lnTo>
                  <a:lnTo>
                    <a:pt x="740" y="613"/>
                  </a:lnTo>
                  <a:cubicBezTo>
                    <a:pt x="724" y="613"/>
                    <a:pt x="708" y="613"/>
                    <a:pt x="692" y="597"/>
                  </a:cubicBezTo>
                  <a:lnTo>
                    <a:pt x="639" y="565"/>
                  </a:lnTo>
                  <a:cubicBezTo>
                    <a:pt x="490" y="428"/>
                    <a:pt x="320" y="278"/>
                    <a:pt x="150" y="177"/>
                  </a:cubicBezTo>
                  <a:cubicBezTo>
                    <a:pt x="86" y="125"/>
                    <a:pt x="49" y="76"/>
                    <a:pt x="33" y="7"/>
                  </a:cubicBezTo>
                  <a:cubicBezTo>
                    <a:pt x="22" y="7"/>
                    <a:pt x="19"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0"/>
            <p:cNvSpPr/>
            <p:nvPr/>
          </p:nvSpPr>
          <p:spPr>
            <a:xfrm>
              <a:off x="517114" y="2199548"/>
              <a:ext cx="123759" cy="185936"/>
            </a:xfrm>
            <a:custGeom>
              <a:rect b="b" l="l" r="r" t="t"/>
              <a:pathLst>
                <a:path extrusionOk="0" h="1872" w="1246">
                  <a:moveTo>
                    <a:pt x="1229" y="1"/>
                  </a:moveTo>
                  <a:cubicBezTo>
                    <a:pt x="1160" y="122"/>
                    <a:pt x="1180" y="255"/>
                    <a:pt x="1197" y="324"/>
                  </a:cubicBezTo>
                  <a:cubicBezTo>
                    <a:pt x="1213" y="490"/>
                    <a:pt x="1213" y="643"/>
                    <a:pt x="1197" y="793"/>
                  </a:cubicBezTo>
                  <a:cubicBezTo>
                    <a:pt x="1197" y="930"/>
                    <a:pt x="1197" y="1063"/>
                    <a:pt x="1213" y="1197"/>
                  </a:cubicBezTo>
                  <a:cubicBezTo>
                    <a:pt x="1213" y="1249"/>
                    <a:pt x="1197" y="1281"/>
                    <a:pt x="1144" y="1298"/>
                  </a:cubicBezTo>
                  <a:cubicBezTo>
                    <a:pt x="910" y="1399"/>
                    <a:pt x="675" y="1516"/>
                    <a:pt x="453" y="1637"/>
                  </a:cubicBezTo>
                  <a:cubicBezTo>
                    <a:pt x="320" y="1702"/>
                    <a:pt x="170" y="1786"/>
                    <a:pt x="17" y="1855"/>
                  </a:cubicBezTo>
                  <a:cubicBezTo>
                    <a:pt x="1" y="1855"/>
                    <a:pt x="1" y="1855"/>
                    <a:pt x="1" y="1871"/>
                  </a:cubicBezTo>
                  <a:lnTo>
                    <a:pt x="17" y="1871"/>
                  </a:lnTo>
                  <a:cubicBezTo>
                    <a:pt x="170" y="1803"/>
                    <a:pt x="320" y="1718"/>
                    <a:pt x="473" y="1653"/>
                  </a:cubicBezTo>
                  <a:cubicBezTo>
                    <a:pt x="692" y="1536"/>
                    <a:pt x="926" y="1415"/>
                    <a:pt x="1160" y="1314"/>
                  </a:cubicBezTo>
                  <a:cubicBezTo>
                    <a:pt x="1213" y="1298"/>
                    <a:pt x="1245" y="1249"/>
                    <a:pt x="1229" y="1197"/>
                  </a:cubicBezTo>
                  <a:lnTo>
                    <a:pt x="1229" y="809"/>
                  </a:lnTo>
                  <a:cubicBezTo>
                    <a:pt x="1229" y="643"/>
                    <a:pt x="1229" y="474"/>
                    <a:pt x="1213" y="324"/>
                  </a:cubicBezTo>
                  <a:cubicBezTo>
                    <a:pt x="1213" y="255"/>
                    <a:pt x="1197" y="122"/>
                    <a:pt x="1245" y="21"/>
                  </a:cubicBezTo>
                  <a:lnTo>
                    <a:pt x="12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0"/>
            <p:cNvSpPr/>
            <p:nvPr/>
          </p:nvSpPr>
          <p:spPr>
            <a:xfrm>
              <a:off x="574127" y="2748120"/>
              <a:ext cx="4867" cy="71911"/>
            </a:xfrm>
            <a:custGeom>
              <a:rect b="b" l="l" r="r" t="t"/>
              <a:pathLst>
                <a:path extrusionOk="0" h="724" w="49">
                  <a:moveTo>
                    <a:pt x="17" y="0"/>
                  </a:moveTo>
                  <a:cubicBezTo>
                    <a:pt x="0" y="0"/>
                    <a:pt x="0" y="16"/>
                    <a:pt x="0" y="16"/>
                  </a:cubicBezTo>
                  <a:cubicBezTo>
                    <a:pt x="17" y="133"/>
                    <a:pt x="17" y="255"/>
                    <a:pt x="17" y="356"/>
                  </a:cubicBezTo>
                  <a:lnTo>
                    <a:pt x="17" y="574"/>
                  </a:lnTo>
                  <a:lnTo>
                    <a:pt x="17" y="606"/>
                  </a:lnTo>
                  <a:cubicBezTo>
                    <a:pt x="17" y="638"/>
                    <a:pt x="17" y="691"/>
                    <a:pt x="33" y="723"/>
                  </a:cubicBezTo>
                  <a:lnTo>
                    <a:pt x="49" y="723"/>
                  </a:lnTo>
                  <a:lnTo>
                    <a:pt x="49" y="707"/>
                  </a:lnTo>
                  <a:cubicBezTo>
                    <a:pt x="33" y="675"/>
                    <a:pt x="33" y="638"/>
                    <a:pt x="33" y="606"/>
                  </a:cubicBezTo>
                  <a:lnTo>
                    <a:pt x="33" y="574"/>
                  </a:lnTo>
                  <a:lnTo>
                    <a:pt x="33" y="356"/>
                  </a:lnTo>
                  <a:cubicBezTo>
                    <a:pt x="33" y="255"/>
                    <a:pt x="49" y="133"/>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0"/>
            <p:cNvSpPr/>
            <p:nvPr/>
          </p:nvSpPr>
          <p:spPr>
            <a:xfrm>
              <a:off x="1411536" y="2164387"/>
              <a:ext cx="90386" cy="239572"/>
            </a:xfrm>
            <a:custGeom>
              <a:rect b="b" l="l" r="r" t="t"/>
              <a:pathLst>
                <a:path extrusionOk="0" h="2412" w="910">
                  <a:moveTo>
                    <a:pt x="49" y="0"/>
                  </a:moveTo>
                  <a:cubicBezTo>
                    <a:pt x="38" y="0"/>
                    <a:pt x="28" y="1"/>
                    <a:pt x="16" y="3"/>
                  </a:cubicBezTo>
                  <a:cubicBezTo>
                    <a:pt x="16" y="3"/>
                    <a:pt x="0" y="20"/>
                    <a:pt x="16" y="20"/>
                  </a:cubicBezTo>
                  <a:lnTo>
                    <a:pt x="16" y="238"/>
                  </a:lnTo>
                  <a:cubicBezTo>
                    <a:pt x="0" y="274"/>
                    <a:pt x="0" y="323"/>
                    <a:pt x="0" y="355"/>
                  </a:cubicBezTo>
                  <a:lnTo>
                    <a:pt x="0" y="710"/>
                  </a:lnTo>
                  <a:lnTo>
                    <a:pt x="0" y="1131"/>
                  </a:lnTo>
                  <a:cubicBezTo>
                    <a:pt x="0" y="1232"/>
                    <a:pt x="16" y="1300"/>
                    <a:pt x="69" y="1332"/>
                  </a:cubicBezTo>
                  <a:cubicBezTo>
                    <a:pt x="134" y="1365"/>
                    <a:pt x="170" y="1417"/>
                    <a:pt x="202" y="1466"/>
                  </a:cubicBezTo>
                  <a:cubicBezTo>
                    <a:pt x="218" y="1486"/>
                    <a:pt x="235" y="1502"/>
                    <a:pt x="255" y="1518"/>
                  </a:cubicBezTo>
                  <a:cubicBezTo>
                    <a:pt x="303" y="1567"/>
                    <a:pt x="336" y="1619"/>
                    <a:pt x="372" y="1668"/>
                  </a:cubicBezTo>
                  <a:cubicBezTo>
                    <a:pt x="436" y="1769"/>
                    <a:pt x="489" y="1854"/>
                    <a:pt x="590" y="1922"/>
                  </a:cubicBezTo>
                  <a:lnTo>
                    <a:pt x="606" y="1922"/>
                  </a:lnTo>
                  <a:lnTo>
                    <a:pt x="606" y="1890"/>
                  </a:lnTo>
                  <a:cubicBezTo>
                    <a:pt x="505" y="1837"/>
                    <a:pt x="457" y="1753"/>
                    <a:pt x="388" y="1668"/>
                  </a:cubicBezTo>
                  <a:cubicBezTo>
                    <a:pt x="356" y="1603"/>
                    <a:pt x="319" y="1551"/>
                    <a:pt x="271" y="1502"/>
                  </a:cubicBezTo>
                  <a:lnTo>
                    <a:pt x="218" y="1450"/>
                  </a:lnTo>
                  <a:cubicBezTo>
                    <a:pt x="186" y="1401"/>
                    <a:pt x="154" y="1349"/>
                    <a:pt x="85" y="1316"/>
                  </a:cubicBezTo>
                  <a:cubicBezTo>
                    <a:pt x="53" y="1284"/>
                    <a:pt x="16" y="1215"/>
                    <a:pt x="16" y="1131"/>
                  </a:cubicBezTo>
                  <a:cubicBezTo>
                    <a:pt x="33" y="997"/>
                    <a:pt x="33" y="844"/>
                    <a:pt x="33" y="710"/>
                  </a:cubicBezTo>
                  <a:lnTo>
                    <a:pt x="33" y="355"/>
                  </a:lnTo>
                  <a:lnTo>
                    <a:pt x="33" y="238"/>
                  </a:lnTo>
                  <a:cubicBezTo>
                    <a:pt x="33" y="173"/>
                    <a:pt x="53" y="104"/>
                    <a:pt x="33" y="36"/>
                  </a:cubicBezTo>
                  <a:cubicBezTo>
                    <a:pt x="45" y="33"/>
                    <a:pt x="56" y="32"/>
                    <a:pt x="65" y="32"/>
                  </a:cubicBezTo>
                  <a:cubicBezTo>
                    <a:pt x="112" y="32"/>
                    <a:pt x="137" y="61"/>
                    <a:pt x="154" y="104"/>
                  </a:cubicBezTo>
                  <a:lnTo>
                    <a:pt x="170" y="104"/>
                  </a:lnTo>
                  <a:cubicBezTo>
                    <a:pt x="271" y="254"/>
                    <a:pt x="388" y="407"/>
                    <a:pt x="489" y="557"/>
                  </a:cubicBezTo>
                  <a:cubicBezTo>
                    <a:pt x="590" y="710"/>
                    <a:pt x="707" y="860"/>
                    <a:pt x="808" y="1013"/>
                  </a:cubicBezTo>
                  <a:cubicBezTo>
                    <a:pt x="840" y="1046"/>
                    <a:pt x="861" y="1082"/>
                    <a:pt x="861" y="1114"/>
                  </a:cubicBezTo>
                  <a:lnTo>
                    <a:pt x="861" y="1466"/>
                  </a:lnTo>
                  <a:cubicBezTo>
                    <a:pt x="861" y="1668"/>
                    <a:pt x="877" y="1890"/>
                    <a:pt x="840" y="2108"/>
                  </a:cubicBezTo>
                  <a:cubicBezTo>
                    <a:pt x="840" y="2193"/>
                    <a:pt x="824" y="2294"/>
                    <a:pt x="877" y="2395"/>
                  </a:cubicBezTo>
                  <a:lnTo>
                    <a:pt x="893" y="2411"/>
                  </a:lnTo>
                  <a:cubicBezTo>
                    <a:pt x="893" y="2395"/>
                    <a:pt x="909" y="2395"/>
                    <a:pt x="893" y="2395"/>
                  </a:cubicBezTo>
                  <a:cubicBezTo>
                    <a:pt x="861" y="2294"/>
                    <a:pt x="861" y="2193"/>
                    <a:pt x="877" y="2108"/>
                  </a:cubicBezTo>
                  <a:cubicBezTo>
                    <a:pt x="893" y="1890"/>
                    <a:pt x="893" y="1668"/>
                    <a:pt x="893" y="1466"/>
                  </a:cubicBezTo>
                  <a:lnTo>
                    <a:pt x="893" y="1131"/>
                  </a:lnTo>
                  <a:cubicBezTo>
                    <a:pt x="893" y="1062"/>
                    <a:pt x="861" y="1030"/>
                    <a:pt x="824" y="997"/>
                  </a:cubicBezTo>
                  <a:cubicBezTo>
                    <a:pt x="723" y="844"/>
                    <a:pt x="622" y="694"/>
                    <a:pt x="505" y="541"/>
                  </a:cubicBezTo>
                  <a:cubicBezTo>
                    <a:pt x="404" y="391"/>
                    <a:pt x="287" y="238"/>
                    <a:pt x="186" y="88"/>
                  </a:cubicBezTo>
                  <a:cubicBezTo>
                    <a:pt x="158" y="43"/>
                    <a:pt x="115"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0"/>
            <p:cNvSpPr/>
            <p:nvPr/>
          </p:nvSpPr>
          <p:spPr>
            <a:xfrm>
              <a:off x="487019" y="1731727"/>
              <a:ext cx="153854" cy="172230"/>
            </a:xfrm>
            <a:custGeom>
              <a:rect b="b" l="l" r="r" t="t"/>
              <a:pathLst>
                <a:path extrusionOk="0" h="1734" w="1549">
                  <a:moveTo>
                    <a:pt x="1516" y="1"/>
                  </a:moveTo>
                  <a:lnTo>
                    <a:pt x="1500" y="17"/>
                  </a:lnTo>
                  <a:cubicBezTo>
                    <a:pt x="1516" y="186"/>
                    <a:pt x="1516" y="352"/>
                    <a:pt x="1516" y="522"/>
                  </a:cubicBezTo>
                  <a:cubicBezTo>
                    <a:pt x="1516" y="607"/>
                    <a:pt x="1500" y="691"/>
                    <a:pt x="1516" y="772"/>
                  </a:cubicBezTo>
                  <a:cubicBezTo>
                    <a:pt x="1516" y="825"/>
                    <a:pt x="1463" y="857"/>
                    <a:pt x="1415" y="873"/>
                  </a:cubicBezTo>
                  <a:lnTo>
                    <a:pt x="1415" y="893"/>
                  </a:lnTo>
                  <a:cubicBezTo>
                    <a:pt x="1043" y="1095"/>
                    <a:pt x="692" y="1314"/>
                    <a:pt x="336" y="1516"/>
                  </a:cubicBezTo>
                  <a:lnTo>
                    <a:pt x="1" y="1717"/>
                  </a:lnTo>
                  <a:lnTo>
                    <a:pt x="1" y="1734"/>
                  </a:lnTo>
                  <a:lnTo>
                    <a:pt x="17" y="1734"/>
                  </a:lnTo>
                  <a:lnTo>
                    <a:pt x="352" y="1548"/>
                  </a:lnTo>
                  <a:cubicBezTo>
                    <a:pt x="708" y="1330"/>
                    <a:pt x="1059" y="1128"/>
                    <a:pt x="1415" y="910"/>
                  </a:cubicBezTo>
                  <a:lnTo>
                    <a:pt x="1431" y="910"/>
                  </a:lnTo>
                  <a:cubicBezTo>
                    <a:pt x="1483" y="873"/>
                    <a:pt x="1532" y="841"/>
                    <a:pt x="1532" y="772"/>
                  </a:cubicBezTo>
                  <a:lnTo>
                    <a:pt x="1532" y="522"/>
                  </a:lnTo>
                  <a:cubicBezTo>
                    <a:pt x="1532" y="352"/>
                    <a:pt x="1548" y="186"/>
                    <a:pt x="1516" y="17"/>
                  </a:cubicBezTo>
                  <a:lnTo>
                    <a:pt x="15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0"/>
            <p:cNvSpPr/>
            <p:nvPr/>
          </p:nvSpPr>
          <p:spPr>
            <a:xfrm>
              <a:off x="610678" y="3358373"/>
              <a:ext cx="3675" cy="73500"/>
            </a:xfrm>
            <a:custGeom>
              <a:rect b="b" l="l" r="r" t="t"/>
              <a:pathLst>
                <a:path extrusionOk="0" h="740" w="37">
                  <a:moveTo>
                    <a:pt x="0" y="0"/>
                  </a:moveTo>
                  <a:lnTo>
                    <a:pt x="0" y="17"/>
                  </a:lnTo>
                  <a:cubicBezTo>
                    <a:pt x="16" y="303"/>
                    <a:pt x="16" y="522"/>
                    <a:pt x="0" y="724"/>
                  </a:cubicBezTo>
                  <a:lnTo>
                    <a:pt x="0" y="740"/>
                  </a:lnTo>
                  <a:cubicBezTo>
                    <a:pt x="16" y="740"/>
                    <a:pt x="16" y="724"/>
                    <a:pt x="16" y="724"/>
                  </a:cubicBezTo>
                  <a:cubicBezTo>
                    <a:pt x="36" y="522"/>
                    <a:pt x="36" y="303"/>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0"/>
            <p:cNvSpPr/>
            <p:nvPr/>
          </p:nvSpPr>
          <p:spPr>
            <a:xfrm>
              <a:off x="794827" y="2319930"/>
              <a:ext cx="3278" cy="70322"/>
            </a:xfrm>
            <a:custGeom>
              <a:rect b="b" l="l" r="r" t="t"/>
              <a:pathLst>
                <a:path extrusionOk="0" h="708" w="33">
                  <a:moveTo>
                    <a:pt x="0" y="1"/>
                  </a:moveTo>
                  <a:lnTo>
                    <a:pt x="0" y="21"/>
                  </a:lnTo>
                  <a:cubicBezTo>
                    <a:pt x="16" y="154"/>
                    <a:pt x="16" y="304"/>
                    <a:pt x="0" y="441"/>
                  </a:cubicBezTo>
                  <a:lnTo>
                    <a:pt x="0" y="692"/>
                  </a:lnTo>
                  <a:lnTo>
                    <a:pt x="16" y="708"/>
                  </a:lnTo>
                  <a:cubicBezTo>
                    <a:pt x="33" y="708"/>
                    <a:pt x="33" y="692"/>
                    <a:pt x="33" y="692"/>
                  </a:cubicBezTo>
                  <a:lnTo>
                    <a:pt x="33" y="441"/>
                  </a:lnTo>
                  <a:cubicBezTo>
                    <a:pt x="33" y="304"/>
                    <a:pt x="33" y="154"/>
                    <a:pt x="16" y="21"/>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0"/>
            <p:cNvSpPr/>
            <p:nvPr/>
          </p:nvSpPr>
          <p:spPr>
            <a:xfrm>
              <a:off x="1921470" y="3437038"/>
              <a:ext cx="132102" cy="212357"/>
            </a:xfrm>
            <a:custGeom>
              <a:rect b="b" l="l" r="r" t="t"/>
              <a:pathLst>
                <a:path extrusionOk="0" h="2138" w="1330">
                  <a:moveTo>
                    <a:pt x="49" y="0"/>
                  </a:moveTo>
                  <a:cubicBezTo>
                    <a:pt x="1" y="85"/>
                    <a:pt x="17" y="166"/>
                    <a:pt x="85" y="235"/>
                  </a:cubicBezTo>
                  <a:cubicBezTo>
                    <a:pt x="522" y="707"/>
                    <a:pt x="893" y="1111"/>
                    <a:pt x="1245" y="1479"/>
                  </a:cubicBezTo>
                  <a:lnTo>
                    <a:pt x="1261" y="1499"/>
                  </a:lnTo>
                  <a:cubicBezTo>
                    <a:pt x="1281" y="1499"/>
                    <a:pt x="1281" y="1515"/>
                    <a:pt x="1281" y="1531"/>
                  </a:cubicBezTo>
                  <a:lnTo>
                    <a:pt x="1281" y="1616"/>
                  </a:lnTo>
                  <a:cubicBezTo>
                    <a:pt x="1297" y="1782"/>
                    <a:pt x="1314" y="1951"/>
                    <a:pt x="1261" y="2121"/>
                  </a:cubicBezTo>
                  <a:lnTo>
                    <a:pt x="1281" y="2137"/>
                  </a:lnTo>
                  <a:lnTo>
                    <a:pt x="1297" y="2121"/>
                  </a:lnTo>
                  <a:cubicBezTo>
                    <a:pt x="1330" y="1951"/>
                    <a:pt x="1330" y="1782"/>
                    <a:pt x="1314" y="1616"/>
                  </a:cubicBezTo>
                  <a:lnTo>
                    <a:pt x="1314" y="1515"/>
                  </a:lnTo>
                  <a:cubicBezTo>
                    <a:pt x="1314" y="1499"/>
                    <a:pt x="1297" y="1479"/>
                    <a:pt x="1281" y="1463"/>
                  </a:cubicBezTo>
                  <a:lnTo>
                    <a:pt x="1261" y="1463"/>
                  </a:lnTo>
                  <a:cubicBezTo>
                    <a:pt x="910" y="1095"/>
                    <a:pt x="538" y="691"/>
                    <a:pt x="102" y="218"/>
                  </a:cubicBezTo>
                  <a:cubicBezTo>
                    <a:pt x="33" y="150"/>
                    <a:pt x="33" y="85"/>
                    <a:pt x="69" y="16"/>
                  </a:cubicBezTo>
                  <a:cubicBezTo>
                    <a:pt x="85" y="16"/>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0"/>
            <p:cNvSpPr/>
            <p:nvPr/>
          </p:nvSpPr>
          <p:spPr>
            <a:xfrm>
              <a:off x="856607" y="2612840"/>
              <a:ext cx="354392" cy="254073"/>
            </a:xfrm>
            <a:custGeom>
              <a:rect b="b" l="l" r="r" t="t"/>
              <a:pathLst>
                <a:path extrusionOk="0" h="2558" w="3568">
                  <a:moveTo>
                    <a:pt x="3519" y="1"/>
                  </a:moveTo>
                  <a:cubicBezTo>
                    <a:pt x="3499" y="1"/>
                    <a:pt x="3499" y="17"/>
                    <a:pt x="3499" y="17"/>
                  </a:cubicBezTo>
                  <a:cubicBezTo>
                    <a:pt x="3551" y="82"/>
                    <a:pt x="3535" y="150"/>
                    <a:pt x="3535" y="235"/>
                  </a:cubicBezTo>
                  <a:cubicBezTo>
                    <a:pt x="3519" y="267"/>
                    <a:pt x="3519" y="320"/>
                    <a:pt x="3519" y="352"/>
                  </a:cubicBezTo>
                  <a:cubicBezTo>
                    <a:pt x="3535" y="486"/>
                    <a:pt x="3535" y="623"/>
                    <a:pt x="3535" y="756"/>
                  </a:cubicBezTo>
                  <a:lnTo>
                    <a:pt x="3535" y="990"/>
                  </a:lnTo>
                  <a:cubicBezTo>
                    <a:pt x="3535" y="1091"/>
                    <a:pt x="3499" y="1128"/>
                    <a:pt x="3418" y="1160"/>
                  </a:cubicBezTo>
                  <a:cubicBezTo>
                    <a:pt x="2776" y="1415"/>
                    <a:pt x="2121" y="1681"/>
                    <a:pt x="1479" y="1936"/>
                  </a:cubicBezTo>
                  <a:cubicBezTo>
                    <a:pt x="1277" y="2021"/>
                    <a:pt x="1075" y="2101"/>
                    <a:pt x="873" y="2186"/>
                  </a:cubicBezTo>
                  <a:cubicBezTo>
                    <a:pt x="606" y="2303"/>
                    <a:pt x="319" y="2404"/>
                    <a:pt x="33" y="2526"/>
                  </a:cubicBezTo>
                  <a:lnTo>
                    <a:pt x="0" y="2526"/>
                  </a:lnTo>
                  <a:lnTo>
                    <a:pt x="0" y="2542"/>
                  </a:lnTo>
                  <a:lnTo>
                    <a:pt x="0" y="2558"/>
                  </a:lnTo>
                  <a:lnTo>
                    <a:pt x="49" y="2558"/>
                  </a:lnTo>
                  <a:cubicBezTo>
                    <a:pt x="336" y="2441"/>
                    <a:pt x="606" y="2324"/>
                    <a:pt x="893" y="2223"/>
                  </a:cubicBezTo>
                  <a:cubicBezTo>
                    <a:pt x="1095" y="2138"/>
                    <a:pt x="1297" y="2053"/>
                    <a:pt x="1499" y="1968"/>
                  </a:cubicBezTo>
                  <a:cubicBezTo>
                    <a:pt x="2121" y="1718"/>
                    <a:pt x="2776" y="1447"/>
                    <a:pt x="3434" y="1192"/>
                  </a:cubicBezTo>
                  <a:cubicBezTo>
                    <a:pt x="3535" y="1144"/>
                    <a:pt x="3567" y="1091"/>
                    <a:pt x="3551" y="990"/>
                  </a:cubicBezTo>
                  <a:cubicBezTo>
                    <a:pt x="3551" y="926"/>
                    <a:pt x="3551" y="841"/>
                    <a:pt x="3567" y="756"/>
                  </a:cubicBezTo>
                  <a:cubicBezTo>
                    <a:pt x="3567" y="623"/>
                    <a:pt x="3567" y="486"/>
                    <a:pt x="3551" y="352"/>
                  </a:cubicBezTo>
                  <a:lnTo>
                    <a:pt x="3551" y="235"/>
                  </a:lnTo>
                  <a:cubicBezTo>
                    <a:pt x="3567" y="150"/>
                    <a:pt x="3567" y="82"/>
                    <a:pt x="35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0"/>
            <p:cNvSpPr/>
            <p:nvPr/>
          </p:nvSpPr>
          <p:spPr>
            <a:xfrm>
              <a:off x="670770" y="1595454"/>
              <a:ext cx="147398" cy="198153"/>
            </a:xfrm>
            <a:custGeom>
              <a:rect b="b" l="l" r="r" t="t"/>
              <a:pathLst>
                <a:path extrusionOk="0" h="1995" w="1484">
                  <a:moveTo>
                    <a:pt x="1467" y="0"/>
                  </a:moveTo>
                  <a:cubicBezTo>
                    <a:pt x="1466" y="0"/>
                    <a:pt x="1462" y="7"/>
                    <a:pt x="1451" y="7"/>
                  </a:cubicBezTo>
                  <a:cubicBezTo>
                    <a:pt x="1451" y="60"/>
                    <a:pt x="1431" y="76"/>
                    <a:pt x="1399" y="92"/>
                  </a:cubicBezTo>
                  <a:cubicBezTo>
                    <a:pt x="1128" y="225"/>
                    <a:pt x="878" y="379"/>
                    <a:pt x="623" y="549"/>
                  </a:cubicBezTo>
                  <a:cubicBezTo>
                    <a:pt x="457" y="650"/>
                    <a:pt x="272" y="751"/>
                    <a:pt x="102" y="852"/>
                  </a:cubicBezTo>
                  <a:cubicBezTo>
                    <a:pt x="54" y="884"/>
                    <a:pt x="1" y="916"/>
                    <a:pt x="1" y="985"/>
                  </a:cubicBezTo>
                  <a:cubicBezTo>
                    <a:pt x="17" y="1171"/>
                    <a:pt x="17" y="1356"/>
                    <a:pt x="17" y="1538"/>
                  </a:cubicBezTo>
                  <a:lnTo>
                    <a:pt x="17" y="1910"/>
                  </a:lnTo>
                  <a:cubicBezTo>
                    <a:pt x="17" y="1926"/>
                    <a:pt x="17" y="1942"/>
                    <a:pt x="37" y="1962"/>
                  </a:cubicBezTo>
                  <a:lnTo>
                    <a:pt x="37" y="1979"/>
                  </a:lnTo>
                  <a:lnTo>
                    <a:pt x="54" y="1995"/>
                  </a:lnTo>
                  <a:lnTo>
                    <a:pt x="54" y="1979"/>
                  </a:lnTo>
                  <a:cubicBezTo>
                    <a:pt x="70" y="1979"/>
                    <a:pt x="70" y="1979"/>
                    <a:pt x="70" y="1962"/>
                  </a:cubicBezTo>
                  <a:cubicBezTo>
                    <a:pt x="54" y="1962"/>
                    <a:pt x="54" y="1962"/>
                    <a:pt x="54" y="1942"/>
                  </a:cubicBezTo>
                  <a:cubicBezTo>
                    <a:pt x="54" y="1926"/>
                    <a:pt x="37" y="1910"/>
                    <a:pt x="37" y="1910"/>
                  </a:cubicBezTo>
                  <a:lnTo>
                    <a:pt x="37" y="1538"/>
                  </a:lnTo>
                  <a:lnTo>
                    <a:pt x="37" y="985"/>
                  </a:lnTo>
                  <a:cubicBezTo>
                    <a:pt x="37" y="916"/>
                    <a:pt x="70" y="900"/>
                    <a:pt x="118" y="884"/>
                  </a:cubicBezTo>
                  <a:cubicBezTo>
                    <a:pt x="288" y="783"/>
                    <a:pt x="474" y="666"/>
                    <a:pt x="643" y="565"/>
                  </a:cubicBezTo>
                  <a:cubicBezTo>
                    <a:pt x="878" y="411"/>
                    <a:pt x="1148" y="246"/>
                    <a:pt x="1415" y="124"/>
                  </a:cubicBezTo>
                  <a:cubicBezTo>
                    <a:pt x="1451" y="92"/>
                    <a:pt x="1467" y="60"/>
                    <a:pt x="1484" y="23"/>
                  </a:cubicBezTo>
                  <a:cubicBezTo>
                    <a:pt x="1484" y="7"/>
                    <a:pt x="1484" y="7"/>
                    <a:pt x="1467" y="7"/>
                  </a:cubicBezTo>
                  <a:cubicBezTo>
                    <a:pt x="1467" y="2"/>
                    <a:pt x="1467" y="0"/>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0"/>
            <p:cNvSpPr/>
            <p:nvPr/>
          </p:nvSpPr>
          <p:spPr>
            <a:xfrm>
              <a:off x="935272" y="2584333"/>
              <a:ext cx="6456" cy="73600"/>
            </a:xfrm>
            <a:custGeom>
              <a:rect b="b" l="l" r="r" t="t"/>
              <a:pathLst>
                <a:path extrusionOk="0" h="741" w="65">
                  <a:moveTo>
                    <a:pt x="16" y="1"/>
                  </a:moveTo>
                  <a:lnTo>
                    <a:pt x="16" y="17"/>
                  </a:lnTo>
                  <a:lnTo>
                    <a:pt x="16" y="118"/>
                  </a:lnTo>
                  <a:cubicBezTo>
                    <a:pt x="32" y="320"/>
                    <a:pt x="49" y="522"/>
                    <a:pt x="0" y="724"/>
                  </a:cubicBezTo>
                  <a:lnTo>
                    <a:pt x="0" y="740"/>
                  </a:lnTo>
                  <a:lnTo>
                    <a:pt x="16" y="740"/>
                  </a:lnTo>
                  <a:cubicBezTo>
                    <a:pt x="65" y="522"/>
                    <a:pt x="49" y="320"/>
                    <a:pt x="49" y="118"/>
                  </a:cubicBezTo>
                  <a:cubicBezTo>
                    <a:pt x="32" y="86"/>
                    <a:pt x="32" y="49"/>
                    <a:pt x="32" y="17"/>
                  </a:cubicBezTo>
                  <a:cubicBezTo>
                    <a:pt x="32" y="1"/>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0"/>
            <p:cNvSpPr/>
            <p:nvPr/>
          </p:nvSpPr>
          <p:spPr>
            <a:xfrm>
              <a:off x="1413125" y="3007259"/>
              <a:ext cx="88797" cy="250895"/>
            </a:xfrm>
            <a:custGeom>
              <a:rect b="b" l="l" r="r" t="t"/>
              <a:pathLst>
                <a:path extrusionOk="0" h="2526" w="894">
                  <a:moveTo>
                    <a:pt x="37" y="1"/>
                  </a:moveTo>
                  <a:cubicBezTo>
                    <a:pt x="37" y="1"/>
                    <a:pt x="17" y="1"/>
                    <a:pt x="17" y="17"/>
                  </a:cubicBezTo>
                  <a:cubicBezTo>
                    <a:pt x="0" y="86"/>
                    <a:pt x="0" y="170"/>
                    <a:pt x="0" y="251"/>
                  </a:cubicBezTo>
                  <a:cubicBezTo>
                    <a:pt x="17" y="304"/>
                    <a:pt x="17" y="352"/>
                    <a:pt x="0" y="405"/>
                  </a:cubicBezTo>
                  <a:cubicBezTo>
                    <a:pt x="0" y="453"/>
                    <a:pt x="37" y="490"/>
                    <a:pt x="69" y="506"/>
                  </a:cubicBezTo>
                  <a:cubicBezTo>
                    <a:pt x="69" y="506"/>
                    <a:pt x="69" y="522"/>
                    <a:pt x="85" y="522"/>
                  </a:cubicBezTo>
                  <a:cubicBezTo>
                    <a:pt x="356" y="793"/>
                    <a:pt x="574" y="1011"/>
                    <a:pt x="776" y="1213"/>
                  </a:cubicBezTo>
                  <a:cubicBezTo>
                    <a:pt x="808" y="1245"/>
                    <a:pt x="845" y="1297"/>
                    <a:pt x="845" y="1362"/>
                  </a:cubicBezTo>
                  <a:cubicBezTo>
                    <a:pt x="845" y="1685"/>
                    <a:pt x="861" y="2021"/>
                    <a:pt x="861" y="2425"/>
                  </a:cubicBezTo>
                  <a:cubicBezTo>
                    <a:pt x="861" y="2457"/>
                    <a:pt x="861" y="2493"/>
                    <a:pt x="845" y="2509"/>
                  </a:cubicBezTo>
                  <a:lnTo>
                    <a:pt x="845" y="2526"/>
                  </a:lnTo>
                  <a:lnTo>
                    <a:pt x="861" y="2526"/>
                  </a:lnTo>
                  <a:cubicBezTo>
                    <a:pt x="877" y="2493"/>
                    <a:pt x="893" y="2473"/>
                    <a:pt x="893" y="2425"/>
                  </a:cubicBezTo>
                  <a:cubicBezTo>
                    <a:pt x="877" y="2021"/>
                    <a:pt x="877" y="1685"/>
                    <a:pt x="877" y="1362"/>
                  </a:cubicBezTo>
                  <a:cubicBezTo>
                    <a:pt x="877" y="1281"/>
                    <a:pt x="824" y="1229"/>
                    <a:pt x="792" y="1197"/>
                  </a:cubicBezTo>
                  <a:cubicBezTo>
                    <a:pt x="590" y="995"/>
                    <a:pt x="372" y="776"/>
                    <a:pt x="101" y="506"/>
                  </a:cubicBezTo>
                  <a:lnTo>
                    <a:pt x="85" y="490"/>
                  </a:lnTo>
                  <a:cubicBezTo>
                    <a:pt x="53" y="453"/>
                    <a:pt x="37" y="437"/>
                    <a:pt x="37" y="405"/>
                  </a:cubicBezTo>
                  <a:lnTo>
                    <a:pt x="37" y="251"/>
                  </a:lnTo>
                  <a:cubicBezTo>
                    <a:pt x="37" y="170"/>
                    <a:pt x="37" y="1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0"/>
            <p:cNvSpPr/>
            <p:nvPr/>
          </p:nvSpPr>
          <p:spPr>
            <a:xfrm>
              <a:off x="1670675" y="2870091"/>
              <a:ext cx="6953" cy="70322"/>
            </a:xfrm>
            <a:custGeom>
              <a:rect b="b" l="l" r="r" t="t"/>
              <a:pathLst>
                <a:path extrusionOk="0" h="708" w="70">
                  <a:moveTo>
                    <a:pt x="49" y="0"/>
                  </a:moveTo>
                  <a:cubicBezTo>
                    <a:pt x="49" y="0"/>
                    <a:pt x="33" y="0"/>
                    <a:pt x="33" y="16"/>
                  </a:cubicBezTo>
                  <a:cubicBezTo>
                    <a:pt x="17" y="117"/>
                    <a:pt x="17" y="239"/>
                    <a:pt x="17" y="340"/>
                  </a:cubicBezTo>
                  <a:cubicBezTo>
                    <a:pt x="17" y="404"/>
                    <a:pt x="33" y="473"/>
                    <a:pt x="17" y="542"/>
                  </a:cubicBezTo>
                  <a:lnTo>
                    <a:pt x="17" y="590"/>
                  </a:lnTo>
                  <a:cubicBezTo>
                    <a:pt x="33" y="622"/>
                    <a:pt x="33" y="659"/>
                    <a:pt x="17" y="691"/>
                  </a:cubicBezTo>
                  <a:cubicBezTo>
                    <a:pt x="1" y="691"/>
                    <a:pt x="17" y="707"/>
                    <a:pt x="17" y="707"/>
                  </a:cubicBezTo>
                  <a:lnTo>
                    <a:pt x="33" y="691"/>
                  </a:lnTo>
                  <a:cubicBezTo>
                    <a:pt x="49" y="659"/>
                    <a:pt x="49" y="622"/>
                    <a:pt x="49" y="590"/>
                  </a:cubicBezTo>
                  <a:lnTo>
                    <a:pt x="49" y="542"/>
                  </a:lnTo>
                  <a:lnTo>
                    <a:pt x="49" y="340"/>
                  </a:lnTo>
                  <a:cubicBezTo>
                    <a:pt x="49" y="239"/>
                    <a:pt x="49" y="117"/>
                    <a:pt x="70"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0"/>
            <p:cNvSpPr/>
            <p:nvPr/>
          </p:nvSpPr>
          <p:spPr>
            <a:xfrm>
              <a:off x="1443220" y="2071220"/>
              <a:ext cx="5264" cy="68236"/>
            </a:xfrm>
            <a:custGeom>
              <a:rect b="b" l="l" r="r" t="t"/>
              <a:pathLst>
                <a:path extrusionOk="0" h="687" w="53">
                  <a:moveTo>
                    <a:pt x="37" y="0"/>
                  </a:moveTo>
                  <a:cubicBezTo>
                    <a:pt x="17" y="117"/>
                    <a:pt x="17" y="234"/>
                    <a:pt x="17" y="335"/>
                  </a:cubicBezTo>
                  <a:lnTo>
                    <a:pt x="17" y="554"/>
                  </a:lnTo>
                  <a:lnTo>
                    <a:pt x="17" y="586"/>
                  </a:lnTo>
                  <a:cubicBezTo>
                    <a:pt x="17" y="622"/>
                    <a:pt x="17" y="655"/>
                    <a:pt x="0" y="671"/>
                  </a:cubicBezTo>
                  <a:lnTo>
                    <a:pt x="0" y="687"/>
                  </a:lnTo>
                  <a:lnTo>
                    <a:pt x="37" y="687"/>
                  </a:lnTo>
                  <a:cubicBezTo>
                    <a:pt x="53" y="655"/>
                    <a:pt x="53" y="622"/>
                    <a:pt x="53" y="586"/>
                  </a:cubicBezTo>
                  <a:cubicBezTo>
                    <a:pt x="37" y="570"/>
                    <a:pt x="37" y="554"/>
                    <a:pt x="37" y="554"/>
                  </a:cubicBezTo>
                  <a:cubicBezTo>
                    <a:pt x="53" y="469"/>
                    <a:pt x="53" y="404"/>
                    <a:pt x="37" y="335"/>
                  </a:cubicBezTo>
                  <a:cubicBezTo>
                    <a:pt x="37" y="234"/>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0"/>
            <p:cNvSpPr/>
            <p:nvPr/>
          </p:nvSpPr>
          <p:spPr>
            <a:xfrm>
              <a:off x="672458" y="3286561"/>
              <a:ext cx="150577" cy="135281"/>
            </a:xfrm>
            <a:custGeom>
              <a:rect b="b" l="l" r="r" t="t"/>
              <a:pathLst>
                <a:path extrusionOk="0" h="1362" w="1516">
                  <a:moveTo>
                    <a:pt x="1483" y="0"/>
                  </a:moveTo>
                  <a:cubicBezTo>
                    <a:pt x="1467" y="0"/>
                    <a:pt x="1467" y="0"/>
                    <a:pt x="1467" y="17"/>
                  </a:cubicBezTo>
                  <a:cubicBezTo>
                    <a:pt x="1483" y="186"/>
                    <a:pt x="1483" y="352"/>
                    <a:pt x="1483" y="521"/>
                  </a:cubicBezTo>
                  <a:lnTo>
                    <a:pt x="1483" y="792"/>
                  </a:lnTo>
                  <a:cubicBezTo>
                    <a:pt x="1483" y="841"/>
                    <a:pt x="1467" y="857"/>
                    <a:pt x="1414" y="873"/>
                  </a:cubicBezTo>
                  <a:cubicBezTo>
                    <a:pt x="1265" y="925"/>
                    <a:pt x="1131" y="974"/>
                    <a:pt x="994" y="1026"/>
                  </a:cubicBezTo>
                  <a:cubicBezTo>
                    <a:pt x="776" y="1095"/>
                    <a:pt x="558" y="1160"/>
                    <a:pt x="323" y="1228"/>
                  </a:cubicBezTo>
                  <a:cubicBezTo>
                    <a:pt x="255" y="1245"/>
                    <a:pt x="186" y="1277"/>
                    <a:pt x="121" y="1297"/>
                  </a:cubicBezTo>
                  <a:cubicBezTo>
                    <a:pt x="85" y="1313"/>
                    <a:pt x="53" y="1329"/>
                    <a:pt x="20" y="1329"/>
                  </a:cubicBezTo>
                  <a:lnTo>
                    <a:pt x="0" y="1346"/>
                  </a:lnTo>
                  <a:lnTo>
                    <a:pt x="20" y="1362"/>
                  </a:lnTo>
                  <a:cubicBezTo>
                    <a:pt x="53" y="1346"/>
                    <a:pt x="85" y="1346"/>
                    <a:pt x="121" y="1329"/>
                  </a:cubicBezTo>
                  <a:cubicBezTo>
                    <a:pt x="186" y="1297"/>
                    <a:pt x="271" y="1277"/>
                    <a:pt x="339" y="1261"/>
                  </a:cubicBezTo>
                  <a:cubicBezTo>
                    <a:pt x="558" y="1196"/>
                    <a:pt x="792" y="1111"/>
                    <a:pt x="994" y="1043"/>
                  </a:cubicBezTo>
                  <a:cubicBezTo>
                    <a:pt x="1147" y="994"/>
                    <a:pt x="1281" y="942"/>
                    <a:pt x="1414" y="909"/>
                  </a:cubicBezTo>
                  <a:cubicBezTo>
                    <a:pt x="1483" y="893"/>
                    <a:pt x="1499" y="857"/>
                    <a:pt x="1499" y="792"/>
                  </a:cubicBezTo>
                  <a:lnTo>
                    <a:pt x="1499" y="521"/>
                  </a:lnTo>
                  <a:cubicBezTo>
                    <a:pt x="1515" y="352"/>
                    <a:pt x="1515" y="186"/>
                    <a:pt x="1499" y="17"/>
                  </a:cubicBezTo>
                  <a:cubicBezTo>
                    <a:pt x="1499"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0"/>
            <p:cNvSpPr/>
            <p:nvPr/>
          </p:nvSpPr>
          <p:spPr>
            <a:xfrm>
              <a:off x="1416701" y="2350026"/>
              <a:ext cx="83532" cy="207589"/>
            </a:xfrm>
            <a:custGeom>
              <a:rect b="b" l="l" r="r" t="t"/>
              <a:pathLst>
                <a:path extrusionOk="0" h="2090" w="841">
                  <a:moveTo>
                    <a:pt x="1" y="1"/>
                  </a:moveTo>
                  <a:lnTo>
                    <a:pt x="1" y="21"/>
                  </a:lnTo>
                  <a:cubicBezTo>
                    <a:pt x="17" y="37"/>
                    <a:pt x="17" y="37"/>
                    <a:pt x="33" y="37"/>
                  </a:cubicBezTo>
                  <a:cubicBezTo>
                    <a:pt x="49" y="53"/>
                    <a:pt x="65" y="69"/>
                    <a:pt x="82" y="86"/>
                  </a:cubicBezTo>
                  <a:cubicBezTo>
                    <a:pt x="304" y="372"/>
                    <a:pt x="538" y="659"/>
                    <a:pt x="772" y="962"/>
                  </a:cubicBezTo>
                  <a:cubicBezTo>
                    <a:pt x="809" y="1011"/>
                    <a:pt x="809" y="1079"/>
                    <a:pt x="809" y="1132"/>
                  </a:cubicBezTo>
                  <a:lnTo>
                    <a:pt x="809" y="1940"/>
                  </a:lnTo>
                  <a:cubicBezTo>
                    <a:pt x="809" y="1988"/>
                    <a:pt x="809" y="2041"/>
                    <a:pt x="788" y="2073"/>
                  </a:cubicBezTo>
                  <a:cubicBezTo>
                    <a:pt x="772" y="2089"/>
                    <a:pt x="788" y="2089"/>
                    <a:pt x="788" y="2089"/>
                  </a:cubicBezTo>
                  <a:lnTo>
                    <a:pt x="809" y="2089"/>
                  </a:lnTo>
                  <a:cubicBezTo>
                    <a:pt x="825" y="2041"/>
                    <a:pt x="841" y="1988"/>
                    <a:pt x="841" y="1940"/>
                  </a:cubicBezTo>
                  <a:lnTo>
                    <a:pt x="841" y="1132"/>
                  </a:lnTo>
                  <a:cubicBezTo>
                    <a:pt x="841" y="1063"/>
                    <a:pt x="841" y="995"/>
                    <a:pt x="788" y="946"/>
                  </a:cubicBezTo>
                  <a:cubicBezTo>
                    <a:pt x="554" y="643"/>
                    <a:pt x="320" y="356"/>
                    <a:pt x="102" y="69"/>
                  </a:cubicBezTo>
                  <a:lnTo>
                    <a:pt x="49" y="21"/>
                  </a:lnTo>
                  <a:cubicBezTo>
                    <a:pt x="33" y="2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0"/>
            <p:cNvSpPr/>
            <p:nvPr/>
          </p:nvSpPr>
          <p:spPr>
            <a:xfrm>
              <a:off x="1919881" y="3179389"/>
              <a:ext cx="126937" cy="206000"/>
            </a:xfrm>
            <a:custGeom>
              <a:rect b="b" l="l" r="r" t="t"/>
              <a:pathLst>
                <a:path extrusionOk="0" h="2074" w="1278">
                  <a:moveTo>
                    <a:pt x="65" y="1"/>
                  </a:moveTo>
                  <a:cubicBezTo>
                    <a:pt x="33" y="53"/>
                    <a:pt x="33" y="102"/>
                    <a:pt x="49" y="154"/>
                  </a:cubicBezTo>
                  <a:cubicBezTo>
                    <a:pt x="49" y="187"/>
                    <a:pt x="65" y="219"/>
                    <a:pt x="49" y="255"/>
                  </a:cubicBezTo>
                  <a:cubicBezTo>
                    <a:pt x="0" y="591"/>
                    <a:pt x="166" y="825"/>
                    <a:pt x="320" y="995"/>
                  </a:cubicBezTo>
                  <a:cubicBezTo>
                    <a:pt x="538" y="1213"/>
                    <a:pt x="740" y="1467"/>
                    <a:pt x="926" y="1701"/>
                  </a:cubicBezTo>
                  <a:cubicBezTo>
                    <a:pt x="1027" y="1802"/>
                    <a:pt x="1111" y="1903"/>
                    <a:pt x="1212" y="2021"/>
                  </a:cubicBezTo>
                  <a:cubicBezTo>
                    <a:pt x="1212" y="2037"/>
                    <a:pt x="1229" y="2037"/>
                    <a:pt x="1245" y="2053"/>
                  </a:cubicBezTo>
                  <a:lnTo>
                    <a:pt x="1261" y="2053"/>
                  </a:lnTo>
                  <a:lnTo>
                    <a:pt x="1261" y="2073"/>
                  </a:lnTo>
                  <a:lnTo>
                    <a:pt x="1277" y="2053"/>
                  </a:lnTo>
                  <a:lnTo>
                    <a:pt x="1277" y="2037"/>
                  </a:lnTo>
                  <a:cubicBezTo>
                    <a:pt x="1277" y="2037"/>
                    <a:pt x="1261" y="2037"/>
                    <a:pt x="1261" y="2021"/>
                  </a:cubicBezTo>
                  <a:cubicBezTo>
                    <a:pt x="1245" y="2021"/>
                    <a:pt x="1229" y="2004"/>
                    <a:pt x="1229" y="2004"/>
                  </a:cubicBezTo>
                  <a:cubicBezTo>
                    <a:pt x="1128" y="1887"/>
                    <a:pt x="1043" y="1786"/>
                    <a:pt x="958" y="1685"/>
                  </a:cubicBezTo>
                  <a:cubicBezTo>
                    <a:pt x="756" y="1447"/>
                    <a:pt x="554" y="1197"/>
                    <a:pt x="336" y="978"/>
                  </a:cubicBezTo>
                  <a:cubicBezTo>
                    <a:pt x="118" y="724"/>
                    <a:pt x="33" y="506"/>
                    <a:pt x="85" y="255"/>
                  </a:cubicBezTo>
                  <a:cubicBezTo>
                    <a:pt x="85" y="219"/>
                    <a:pt x="85" y="187"/>
                    <a:pt x="65" y="154"/>
                  </a:cubicBezTo>
                  <a:cubicBezTo>
                    <a:pt x="65" y="102"/>
                    <a:pt x="49" y="6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0"/>
            <p:cNvSpPr/>
            <p:nvPr/>
          </p:nvSpPr>
          <p:spPr>
            <a:xfrm>
              <a:off x="1386605" y="1290327"/>
              <a:ext cx="6555" cy="73600"/>
            </a:xfrm>
            <a:custGeom>
              <a:rect b="b" l="l" r="r" t="t"/>
              <a:pathLst>
                <a:path extrusionOk="0" h="741" w="66">
                  <a:moveTo>
                    <a:pt x="17" y="1"/>
                  </a:moveTo>
                  <a:lnTo>
                    <a:pt x="1" y="17"/>
                  </a:lnTo>
                  <a:cubicBezTo>
                    <a:pt x="17" y="134"/>
                    <a:pt x="17" y="235"/>
                    <a:pt x="17" y="352"/>
                  </a:cubicBezTo>
                  <a:lnTo>
                    <a:pt x="17" y="554"/>
                  </a:lnTo>
                  <a:lnTo>
                    <a:pt x="17" y="623"/>
                  </a:lnTo>
                  <a:cubicBezTo>
                    <a:pt x="17" y="655"/>
                    <a:pt x="17" y="708"/>
                    <a:pt x="33" y="740"/>
                  </a:cubicBezTo>
                  <a:lnTo>
                    <a:pt x="49" y="740"/>
                  </a:lnTo>
                  <a:cubicBezTo>
                    <a:pt x="65" y="740"/>
                    <a:pt x="65" y="740"/>
                    <a:pt x="49" y="724"/>
                  </a:cubicBezTo>
                  <a:cubicBezTo>
                    <a:pt x="33" y="692"/>
                    <a:pt x="33" y="655"/>
                    <a:pt x="49" y="623"/>
                  </a:cubicBezTo>
                  <a:lnTo>
                    <a:pt x="49" y="554"/>
                  </a:lnTo>
                  <a:lnTo>
                    <a:pt x="49" y="352"/>
                  </a:lnTo>
                  <a:cubicBezTo>
                    <a:pt x="49" y="235"/>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0"/>
            <p:cNvSpPr/>
            <p:nvPr/>
          </p:nvSpPr>
          <p:spPr>
            <a:xfrm>
              <a:off x="1670675" y="3034176"/>
              <a:ext cx="6953" cy="70322"/>
            </a:xfrm>
            <a:custGeom>
              <a:rect b="b" l="l" r="r" t="t"/>
              <a:pathLst>
                <a:path extrusionOk="0" h="708" w="70">
                  <a:moveTo>
                    <a:pt x="49" y="0"/>
                  </a:moveTo>
                  <a:cubicBezTo>
                    <a:pt x="49" y="0"/>
                    <a:pt x="33" y="0"/>
                    <a:pt x="33" y="17"/>
                  </a:cubicBezTo>
                  <a:cubicBezTo>
                    <a:pt x="17" y="118"/>
                    <a:pt x="17" y="235"/>
                    <a:pt x="17" y="336"/>
                  </a:cubicBezTo>
                  <a:cubicBezTo>
                    <a:pt x="17" y="404"/>
                    <a:pt x="33" y="469"/>
                    <a:pt x="17" y="538"/>
                  </a:cubicBezTo>
                  <a:lnTo>
                    <a:pt x="17" y="586"/>
                  </a:lnTo>
                  <a:cubicBezTo>
                    <a:pt x="33" y="623"/>
                    <a:pt x="33" y="655"/>
                    <a:pt x="17" y="687"/>
                  </a:cubicBezTo>
                  <a:cubicBezTo>
                    <a:pt x="1" y="687"/>
                    <a:pt x="17" y="687"/>
                    <a:pt x="17" y="707"/>
                  </a:cubicBezTo>
                  <a:lnTo>
                    <a:pt x="33" y="687"/>
                  </a:lnTo>
                  <a:cubicBezTo>
                    <a:pt x="49" y="655"/>
                    <a:pt x="49" y="623"/>
                    <a:pt x="49" y="586"/>
                  </a:cubicBezTo>
                  <a:lnTo>
                    <a:pt x="49" y="538"/>
                  </a:lnTo>
                  <a:lnTo>
                    <a:pt x="49" y="336"/>
                  </a:lnTo>
                  <a:cubicBezTo>
                    <a:pt x="49" y="235"/>
                    <a:pt x="49" y="118"/>
                    <a:pt x="70"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0"/>
            <p:cNvSpPr/>
            <p:nvPr/>
          </p:nvSpPr>
          <p:spPr>
            <a:xfrm>
              <a:off x="1037180" y="2207991"/>
              <a:ext cx="1689" cy="68733"/>
            </a:xfrm>
            <a:custGeom>
              <a:rect b="b" l="l" r="r" t="t"/>
              <a:pathLst>
                <a:path extrusionOk="0" h="692" w="17">
                  <a:moveTo>
                    <a:pt x="0" y="1"/>
                  </a:moveTo>
                  <a:lnTo>
                    <a:pt x="0" y="692"/>
                  </a:lnTo>
                  <a:lnTo>
                    <a:pt x="16" y="692"/>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0"/>
            <p:cNvSpPr/>
            <p:nvPr/>
          </p:nvSpPr>
          <p:spPr>
            <a:xfrm>
              <a:off x="461790" y="2019075"/>
              <a:ext cx="179083" cy="102404"/>
            </a:xfrm>
            <a:custGeom>
              <a:rect b="b" l="l" r="r" t="t"/>
              <a:pathLst>
                <a:path extrusionOk="0" h="1031" w="1803">
                  <a:moveTo>
                    <a:pt x="1786" y="0"/>
                  </a:moveTo>
                  <a:cubicBezTo>
                    <a:pt x="1770" y="20"/>
                    <a:pt x="1770" y="36"/>
                    <a:pt x="1754" y="53"/>
                  </a:cubicBezTo>
                  <a:cubicBezTo>
                    <a:pt x="1754" y="69"/>
                    <a:pt x="1754" y="85"/>
                    <a:pt x="1717" y="101"/>
                  </a:cubicBezTo>
                  <a:cubicBezTo>
                    <a:pt x="1467" y="238"/>
                    <a:pt x="1212" y="372"/>
                    <a:pt x="962" y="505"/>
                  </a:cubicBezTo>
                  <a:cubicBezTo>
                    <a:pt x="893" y="541"/>
                    <a:pt x="828" y="574"/>
                    <a:pt x="776" y="606"/>
                  </a:cubicBezTo>
                  <a:cubicBezTo>
                    <a:pt x="590" y="691"/>
                    <a:pt x="424" y="792"/>
                    <a:pt x="255" y="877"/>
                  </a:cubicBezTo>
                  <a:lnTo>
                    <a:pt x="21" y="1010"/>
                  </a:lnTo>
                  <a:cubicBezTo>
                    <a:pt x="0" y="1010"/>
                    <a:pt x="0" y="1010"/>
                    <a:pt x="0" y="1030"/>
                  </a:cubicBezTo>
                  <a:lnTo>
                    <a:pt x="21" y="1030"/>
                  </a:lnTo>
                  <a:lnTo>
                    <a:pt x="271" y="909"/>
                  </a:lnTo>
                  <a:cubicBezTo>
                    <a:pt x="441" y="808"/>
                    <a:pt x="606" y="727"/>
                    <a:pt x="776" y="626"/>
                  </a:cubicBezTo>
                  <a:cubicBezTo>
                    <a:pt x="845" y="590"/>
                    <a:pt x="909" y="558"/>
                    <a:pt x="978" y="525"/>
                  </a:cubicBezTo>
                  <a:cubicBezTo>
                    <a:pt x="1212" y="388"/>
                    <a:pt x="1483" y="255"/>
                    <a:pt x="1737" y="137"/>
                  </a:cubicBezTo>
                  <a:cubicBezTo>
                    <a:pt x="1770" y="101"/>
                    <a:pt x="1786" y="85"/>
                    <a:pt x="1786" y="53"/>
                  </a:cubicBezTo>
                  <a:cubicBezTo>
                    <a:pt x="1786" y="53"/>
                    <a:pt x="1786" y="36"/>
                    <a:pt x="1802" y="36"/>
                  </a:cubicBezTo>
                  <a:lnTo>
                    <a:pt x="18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0"/>
            <p:cNvSpPr/>
            <p:nvPr/>
          </p:nvSpPr>
          <p:spPr>
            <a:xfrm>
              <a:off x="1669085" y="2054335"/>
              <a:ext cx="4966" cy="70322"/>
            </a:xfrm>
            <a:custGeom>
              <a:rect b="b" l="l" r="r" t="t"/>
              <a:pathLst>
                <a:path extrusionOk="0" h="708" w="50">
                  <a:moveTo>
                    <a:pt x="33" y="1"/>
                  </a:moveTo>
                  <a:lnTo>
                    <a:pt x="33" y="17"/>
                  </a:lnTo>
                  <a:cubicBezTo>
                    <a:pt x="1" y="118"/>
                    <a:pt x="17" y="235"/>
                    <a:pt x="17" y="336"/>
                  </a:cubicBezTo>
                  <a:lnTo>
                    <a:pt x="17" y="538"/>
                  </a:lnTo>
                  <a:lnTo>
                    <a:pt x="17" y="590"/>
                  </a:lnTo>
                  <a:cubicBezTo>
                    <a:pt x="17" y="623"/>
                    <a:pt x="17" y="655"/>
                    <a:pt x="1" y="691"/>
                  </a:cubicBezTo>
                  <a:lnTo>
                    <a:pt x="1" y="707"/>
                  </a:lnTo>
                  <a:lnTo>
                    <a:pt x="17" y="707"/>
                  </a:lnTo>
                  <a:lnTo>
                    <a:pt x="17" y="691"/>
                  </a:lnTo>
                  <a:cubicBezTo>
                    <a:pt x="49" y="655"/>
                    <a:pt x="33" y="623"/>
                    <a:pt x="33" y="590"/>
                  </a:cubicBezTo>
                  <a:lnTo>
                    <a:pt x="33" y="538"/>
                  </a:lnTo>
                  <a:lnTo>
                    <a:pt x="33" y="336"/>
                  </a:lnTo>
                  <a:cubicBezTo>
                    <a:pt x="33" y="235"/>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0"/>
            <p:cNvSpPr/>
            <p:nvPr/>
          </p:nvSpPr>
          <p:spPr>
            <a:xfrm>
              <a:off x="687655" y="3423332"/>
              <a:ext cx="137366" cy="152563"/>
            </a:xfrm>
            <a:custGeom>
              <a:rect b="b" l="l" r="r" t="t"/>
              <a:pathLst>
                <a:path extrusionOk="0" h="1536" w="1383">
                  <a:moveTo>
                    <a:pt x="1330" y="1"/>
                  </a:moveTo>
                  <a:cubicBezTo>
                    <a:pt x="1314" y="37"/>
                    <a:pt x="1314" y="86"/>
                    <a:pt x="1330" y="122"/>
                  </a:cubicBezTo>
                  <a:cubicBezTo>
                    <a:pt x="1330" y="171"/>
                    <a:pt x="1346" y="203"/>
                    <a:pt x="1297" y="223"/>
                  </a:cubicBezTo>
                  <a:cubicBezTo>
                    <a:pt x="1261" y="255"/>
                    <a:pt x="1213" y="255"/>
                    <a:pt x="1160" y="272"/>
                  </a:cubicBezTo>
                  <a:cubicBezTo>
                    <a:pt x="1144" y="288"/>
                    <a:pt x="1112" y="288"/>
                    <a:pt x="1079" y="304"/>
                  </a:cubicBezTo>
                  <a:cubicBezTo>
                    <a:pt x="825" y="389"/>
                    <a:pt x="554" y="474"/>
                    <a:pt x="287" y="575"/>
                  </a:cubicBezTo>
                  <a:lnTo>
                    <a:pt x="17" y="659"/>
                  </a:lnTo>
                  <a:lnTo>
                    <a:pt x="1" y="676"/>
                  </a:lnTo>
                  <a:lnTo>
                    <a:pt x="1" y="1011"/>
                  </a:lnTo>
                  <a:cubicBezTo>
                    <a:pt x="1" y="1180"/>
                    <a:pt x="1" y="1350"/>
                    <a:pt x="17" y="1536"/>
                  </a:cubicBezTo>
                  <a:lnTo>
                    <a:pt x="33" y="1536"/>
                  </a:lnTo>
                  <a:cubicBezTo>
                    <a:pt x="33" y="1536"/>
                    <a:pt x="49" y="1536"/>
                    <a:pt x="49" y="1516"/>
                  </a:cubicBezTo>
                  <a:cubicBezTo>
                    <a:pt x="17" y="1350"/>
                    <a:pt x="33" y="1180"/>
                    <a:pt x="33" y="1011"/>
                  </a:cubicBezTo>
                  <a:lnTo>
                    <a:pt x="33" y="692"/>
                  </a:lnTo>
                  <a:lnTo>
                    <a:pt x="304" y="591"/>
                  </a:lnTo>
                  <a:cubicBezTo>
                    <a:pt x="574" y="506"/>
                    <a:pt x="825" y="405"/>
                    <a:pt x="1095" y="324"/>
                  </a:cubicBezTo>
                  <a:cubicBezTo>
                    <a:pt x="1112" y="304"/>
                    <a:pt x="1144" y="304"/>
                    <a:pt x="1180" y="304"/>
                  </a:cubicBezTo>
                  <a:cubicBezTo>
                    <a:pt x="1229" y="288"/>
                    <a:pt x="1281" y="272"/>
                    <a:pt x="1314" y="255"/>
                  </a:cubicBezTo>
                  <a:cubicBezTo>
                    <a:pt x="1382" y="223"/>
                    <a:pt x="1362" y="171"/>
                    <a:pt x="1346" y="122"/>
                  </a:cubicBezTo>
                  <a:cubicBezTo>
                    <a:pt x="1346" y="86"/>
                    <a:pt x="1330" y="53"/>
                    <a:pt x="1346" y="21"/>
                  </a:cubicBezTo>
                  <a:cubicBezTo>
                    <a:pt x="1362" y="21"/>
                    <a:pt x="1346"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0"/>
            <p:cNvSpPr/>
            <p:nvPr/>
          </p:nvSpPr>
          <p:spPr>
            <a:xfrm>
              <a:off x="669181" y="3593873"/>
              <a:ext cx="148988" cy="140545"/>
            </a:xfrm>
            <a:custGeom>
              <a:rect b="b" l="l" r="r" t="t"/>
              <a:pathLst>
                <a:path extrusionOk="0" h="1415" w="1500">
                  <a:moveTo>
                    <a:pt x="1483" y="1"/>
                  </a:moveTo>
                  <a:lnTo>
                    <a:pt x="1197" y="69"/>
                  </a:lnTo>
                  <a:cubicBezTo>
                    <a:pt x="978" y="138"/>
                    <a:pt x="740" y="203"/>
                    <a:pt x="506" y="271"/>
                  </a:cubicBezTo>
                  <a:cubicBezTo>
                    <a:pt x="437" y="288"/>
                    <a:pt x="372" y="304"/>
                    <a:pt x="304" y="340"/>
                  </a:cubicBezTo>
                  <a:cubicBezTo>
                    <a:pt x="235" y="356"/>
                    <a:pt x="187" y="372"/>
                    <a:pt x="118" y="389"/>
                  </a:cubicBezTo>
                  <a:cubicBezTo>
                    <a:pt x="33" y="425"/>
                    <a:pt x="1" y="457"/>
                    <a:pt x="1" y="558"/>
                  </a:cubicBezTo>
                  <a:lnTo>
                    <a:pt x="1" y="1164"/>
                  </a:lnTo>
                  <a:lnTo>
                    <a:pt x="1" y="1398"/>
                  </a:lnTo>
                  <a:cubicBezTo>
                    <a:pt x="1" y="1415"/>
                    <a:pt x="1" y="1415"/>
                    <a:pt x="17" y="1415"/>
                  </a:cubicBezTo>
                  <a:cubicBezTo>
                    <a:pt x="17" y="1415"/>
                    <a:pt x="33" y="1415"/>
                    <a:pt x="33" y="1398"/>
                  </a:cubicBezTo>
                  <a:lnTo>
                    <a:pt x="33" y="1164"/>
                  </a:lnTo>
                  <a:cubicBezTo>
                    <a:pt x="33" y="962"/>
                    <a:pt x="33" y="760"/>
                    <a:pt x="17" y="558"/>
                  </a:cubicBezTo>
                  <a:cubicBezTo>
                    <a:pt x="17" y="473"/>
                    <a:pt x="53" y="441"/>
                    <a:pt x="118" y="425"/>
                  </a:cubicBezTo>
                  <a:cubicBezTo>
                    <a:pt x="187" y="389"/>
                    <a:pt x="255" y="372"/>
                    <a:pt x="304" y="356"/>
                  </a:cubicBezTo>
                  <a:cubicBezTo>
                    <a:pt x="372" y="340"/>
                    <a:pt x="457" y="324"/>
                    <a:pt x="522" y="288"/>
                  </a:cubicBezTo>
                  <a:cubicBezTo>
                    <a:pt x="740" y="239"/>
                    <a:pt x="978" y="170"/>
                    <a:pt x="1213" y="102"/>
                  </a:cubicBezTo>
                  <a:lnTo>
                    <a:pt x="1483" y="21"/>
                  </a:lnTo>
                  <a:cubicBezTo>
                    <a:pt x="1500" y="21"/>
                    <a:pt x="1500" y="21"/>
                    <a:pt x="1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0"/>
            <p:cNvSpPr/>
            <p:nvPr/>
          </p:nvSpPr>
          <p:spPr>
            <a:xfrm>
              <a:off x="1257880" y="1940111"/>
              <a:ext cx="215535" cy="75785"/>
            </a:xfrm>
            <a:custGeom>
              <a:rect b="b" l="l" r="r" t="t"/>
              <a:pathLst>
                <a:path extrusionOk="0" h="763" w="2170">
                  <a:moveTo>
                    <a:pt x="1547" y="0"/>
                  </a:moveTo>
                  <a:cubicBezTo>
                    <a:pt x="1507" y="0"/>
                    <a:pt x="1464" y="14"/>
                    <a:pt x="1414" y="40"/>
                  </a:cubicBezTo>
                  <a:cubicBezTo>
                    <a:pt x="1228" y="157"/>
                    <a:pt x="1026" y="258"/>
                    <a:pt x="824" y="343"/>
                  </a:cubicBezTo>
                  <a:cubicBezTo>
                    <a:pt x="755" y="391"/>
                    <a:pt x="671" y="427"/>
                    <a:pt x="590" y="460"/>
                  </a:cubicBezTo>
                  <a:cubicBezTo>
                    <a:pt x="537" y="492"/>
                    <a:pt x="489" y="512"/>
                    <a:pt x="420" y="545"/>
                  </a:cubicBezTo>
                  <a:cubicBezTo>
                    <a:pt x="287" y="613"/>
                    <a:pt x="149" y="694"/>
                    <a:pt x="16" y="730"/>
                  </a:cubicBezTo>
                  <a:cubicBezTo>
                    <a:pt x="0" y="730"/>
                    <a:pt x="0" y="747"/>
                    <a:pt x="0" y="747"/>
                  </a:cubicBezTo>
                  <a:lnTo>
                    <a:pt x="16" y="763"/>
                  </a:lnTo>
                  <a:cubicBezTo>
                    <a:pt x="166" y="714"/>
                    <a:pt x="303" y="646"/>
                    <a:pt x="436" y="577"/>
                  </a:cubicBezTo>
                  <a:cubicBezTo>
                    <a:pt x="489" y="545"/>
                    <a:pt x="553" y="512"/>
                    <a:pt x="606" y="476"/>
                  </a:cubicBezTo>
                  <a:cubicBezTo>
                    <a:pt x="691" y="444"/>
                    <a:pt x="755" y="411"/>
                    <a:pt x="840" y="375"/>
                  </a:cubicBezTo>
                  <a:cubicBezTo>
                    <a:pt x="1042" y="274"/>
                    <a:pt x="1244" y="189"/>
                    <a:pt x="1430" y="72"/>
                  </a:cubicBezTo>
                  <a:cubicBezTo>
                    <a:pt x="1475" y="47"/>
                    <a:pt x="1515" y="34"/>
                    <a:pt x="1552" y="34"/>
                  </a:cubicBezTo>
                  <a:cubicBezTo>
                    <a:pt x="1612" y="34"/>
                    <a:pt x="1664" y="68"/>
                    <a:pt x="1717" y="141"/>
                  </a:cubicBezTo>
                  <a:cubicBezTo>
                    <a:pt x="1850" y="326"/>
                    <a:pt x="1951" y="460"/>
                    <a:pt x="2036" y="613"/>
                  </a:cubicBezTo>
                  <a:cubicBezTo>
                    <a:pt x="2068" y="662"/>
                    <a:pt x="2105" y="694"/>
                    <a:pt x="2137" y="714"/>
                  </a:cubicBezTo>
                  <a:lnTo>
                    <a:pt x="2169" y="714"/>
                  </a:lnTo>
                  <a:lnTo>
                    <a:pt x="2153" y="694"/>
                  </a:lnTo>
                  <a:cubicBezTo>
                    <a:pt x="2121" y="662"/>
                    <a:pt x="2105" y="646"/>
                    <a:pt x="2068" y="593"/>
                  </a:cubicBezTo>
                  <a:cubicBezTo>
                    <a:pt x="1967" y="444"/>
                    <a:pt x="1866" y="310"/>
                    <a:pt x="1733" y="124"/>
                  </a:cubicBezTo>
                  <a:cubicBezTo>
                    <a:pt x="1670" y="39"/>
                    <a:pt x="1613"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0"/>
            <p:cNvSpPr/>
            <p:nvPr/>
          </p:nvSpPr>
          <p:spPr>
            <a:xfrm>
              <a:off x="1643857" y="2838407"/>
              <a:ext cx="6853" cy="70223"/>
            </a:xfrm>
            <a:custGeom>
              <a:rect b="b" l="l" r="r" t="t"/>
              <a:pathLst>
                <a:path extrusionOk="0" h="707" w="69">
                  <a:moveTo>
                    <a:pt x="53" y="0"/>
                  </a:moveTo>
                  <a:cubicBezTo>
                    <a:pt x="53" y="0"/>
                    <a:pt x="37" y="0"/>
                    <a:pt x="37" y="16"/>
                  </a:cubicBezTo>
                  <a:cubicBezTo>
                    <a:pt x="16" y="117"/>
                    <a:pt x="16" y="234"/>
                    <a:pt x="16" y="335"/>
                  </a:cubicBezTo>
                  <a:lnTo>
                    <a:pt x="16" y="558"/>
                  </a:lnTo>
                  <a:lnTo>
                    <a:pt x="16" y="590"/>
                  </a:lnTo>
                  <a:cubicBezTo>
                    <a:pt x="16" y="622"/>
                    <a:pt x="37" y="659"/>
                    <a:pt x="16" y="675"/>
                  </a:cubicBezTo>
                  <a:cubicBezTo>
                    <a:pt x="0" y="691"/>
                    <a:pt x="0" y="691"/>
                    <a:pt x="16" y="691"/>
                  </a:cubicBezTo>
                  <a:lnTo>
                    <a:pt x="16" y="707"/>
                  </a:lnTo>
                  <a:lnTo>
                    <a:pt x="37" y="691"/>
                  </a:lnTo>
                  <a:cubicBezTo>
                    <a:pt x="53" y="659"/>
                    <a:pt x="53" y="622"/>
                    <a:pt x="53" y="590"/>
                  </a:cubicBezTo>
                  <a:lnTo>
                    <a:pt x="53" y="558"/>
                  </a:lnTo>
                  <a:lnTo>
                    <a:pt x="53" y="335"/>
                  </a:lnTo>
                  <a:cubicBezTo>
                    <a:pt x="53" y="234"/>
                    <a:pt x="53" y="117"/>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0"/>
            <p:cNvSpPr/>
            <p:nvPr/>
          </p:nvSpPr>
          <p:spPr>
            <a:xfrm>
              <a:off x="2086747" y="2838407"/>
              <a:ext cx="95650" cy="130414"/>
            </a:xfrm>
            <a:custGeom>
              <a:rect b="b" l="l" r="r" t="t"/>
              <a:pathLst>
                <a:path extrusionOk="0" h="1313" w="963">
                  <a:moveTo>
                    <a:pt x="1" y="0"/>
                  </a:moveTo>
                  <a:cubicBezTo>
                    <a:pt x="1" y="16"/>
                    <a:pt x="1" y="16"/>
                    <a:pt x="21" y="16"/>
                  </a:cubicBezTo>
                  <a:cubicBezTo>
                    <a:pt x="53" y="32"/>
                    <a:pt x="70" y="69"/>
                    <a:pt x="86" y="101"/>
                  </a:cubicBezTo>
                  <a:cubicBezTo>
                    <a:pt x="102" y="101"/>
                    <a:pt x="102" y="101"/>
                    <a:pt x="102" y="117"/>
                  </a:cubicBezTo>
                  <a:cubicBezTo>
                    <a:pt x="187" y="218"/>
                    <a:pt x="255" y="335"/>
                    <a:pt x="340" y="457"/>
                  </a:cubicBezTo>
                  <a:cubicBezTo>
                    <a:pt x="457" y="659"/>
                    <a:pt x="591" y="840"/>
                    <a:pt x="728" y="1042"/>
                  </a:cubicBezTo>
                  <a:cubicBezTo>
                    <a:pt x="744" y="1062"/>
                    <a:pt x="760" y="1095"/>
                    <a:pt x="777" y="1127"/>
                  </a:cubicBezTo>
                  <a:cubicBezTo>
                    <a:pt x="809" y="1196"/>
                    <a:pt x="861" y="1281"/>
                    <a:pt x="946" y="1313"/>
                  </a:cubicBezTo>
                  <a:lnTo>
                    <a:pt x="962" y="1313"/>
                  </a:lnTo>
                  <a:lnTo>
                    <a:pt x="962" y="1297"/>
                  </a:lnTo>
                  <a:lnTo>
                    <a:pt x="962" y="1281"/>
                  </a:lnTo>
                  <a:cubicBezTo>
                    <a:pt x="878" y="1264"/>
                    <a:pt x="845" y="1196"/>
                    <a:pt x="793" y="1111"/>
                  </a:cubicBezTo>
                  <a:cubicBezTo>
                    <a:pt x="793" y="1079"/>
                    <a:pt x="777" y="1062"/>
                    <a:pt x="760" y="1026"/>
                  </a:cubicBezTo>
                  <a:cubicBezTo>
                    <a:pt x="607" y="840"/>
                    <a:pt x="490" y="638"/>
                    <a:pt x="356" y="436"/>
                  </a:cubicBezTo>
                  <a:cubicBezTo>
                    <a:pt x="272" y="319"/>
                    <a:pt x="203" y="218"/>
                    <a:pt x="122" y="101"/>
                  </a:cubicBezTo>
                  <a:lnTo>
                    <a:pt x="122" y="85"/>
                  </a:lnTo>
                  <a:cubicBezTo>
                    <a:pt x="86" y="53"/>
                    <a:pt x="70"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0"/>
            <p:cNvSpPr/>
            <p:nvPr/>
          </p:nvSpPr>
          <p:spPr>
            <a:xfrm>
              <a:off x="511949" y="2368500"/>
              <a:ext cx="128924" cy="170640"/>
            </a:xfrm>
            <a:custGeom>
              <a:rect b="b" l="l" r="r" t="t"/>
              <a:pathLst>
                <a:path extrusionOk="0" h="1718" w="1298">
                  <a:moveTo>
                    <a:pt x="1281" y="1"/>
                  </a:moveTo>
                  <a:cubicBezTo>
                    <a:pt x="1212" y="85"/>
                    <a:pt x="1232" y="186"/>
                    <a:pt x="1249" y="271"/>
                  </a:cubicBezTo>
                  <a:cubicBezTo>
                    <a:pt x="1265" y="405"/>
                    <a:pt x="1265" y="558"/>
                    <a:pt x="1249" y="691"/>
                  </a:cubicBezTo>
                  <a:cubicBezTo>
                    <a:pt x="1249" y="809"/>
                    <a:pt x="1249" y="926"/>
                    <a:pt x="1265" y="1047"/>
                  </a:cubicBezTo>
                  <a:cubicBezTo>
                    <a:pt x="1265" y="1095"/>
                    <a:pt x="1232" y="1112"/>
                    <a:pt x="1196" y="1128"/>
                  </a:cubicBezTo>
                  <a:lnTo>
                    <a:pt x="1164" y="1128"/>
                  </a:lnTo>
                  <a:cubicBezTo>
                    <a:pt x="877" y="1281"/>
                    <a:pt x="574" y="1431"/>
                    <a:pt x="271" y="1568"/>
                  </a:cubicBezTo>
                  <a:lnTo>
                    <a:pt x="0" y="1685"/>
                  </a:lnTo>
                  <a:lnTo>
                    <a:pt x="0" y="1701"/>
                  </a:lnTo>
                  <a:lnTo>
                    <a:pt x="20" y="1717"/>
                  </a:lnTo>
                  <a:lnTo>
                    <a:pt x="271" y="1600"/>
                  </a:lnTo>
                  <a:cubicBezTo>
                    <a:pt x="574" y="1451"/>
                    <a:pt x="877" y="1297"/>
                    <a:pt x="1180" y="1164"/>
                  </a:cubicBezTo>
                  <a:cubicBezTo>
                    <a:pt x="1196" y="1164"/>
                    <a:pt x="1196" y="1148"/>
                    <a:pt x="1196" y="1148"/>
                  </a:cubicBezTo>
                  <a:cubicBezTo>
                    <a:pt x="1249" y="1128"/>
                    <a:pt x="1297" y="1112"/>
                    <a:pt x="1281" y="1047"/>
                  </a:cubicBezTo>
                  <a:lnTo>
                    <a:pt x="1281" y="691"/>
                  </a:lnTo>
                  <a:cubicBezTo>
                    <a:pt x="1281" y="558"/>
                    <a:pt x="1281" y="405"/>
                    <a:pt x="1265" y="271"/>
                  </a:cubicBezTo>
                  <a:lnTo>
                    <a:pt x="1265" y="255"/>
                  </a:lnTo>
                  <a:cubicBezTo>
                    <a:pt x="1265" y="203"/>
                    <a:pt x="1249" y="85"/>
                    <a:pt x="1297" y="17"/>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0"/>
            <p:cNvSpPr/>
            <p:nvPr/>
          </p:nvSpPr>
          <p:spPr>
            <a:xfrm>
              <a:off x="1257880" y="1358961"/>
              <a:ext cx="155344" cy="93663"/>
            </a:xfrm>
            <a:custGeom>
              <a:rect b="b" l="l" r="r" t="t"/>
              <a:pathLst>
                <a:path extrusionOk="0" h="943" w="1564">
                  <a:moveTo>
                    <a:pt x="1547" y="1"/>
                  </a:moveTo>
                  <a:cubicBezTo>
                    <a:pt x="1398" y="49"/>
                    <a:pt x="1260" y="134"/>
                    <a:pt x="1127" y="219"/>
                  </a:cubicBezTo>
                  <a:cubicBezTo>
                    <a:pt x="1075" y="251"/>
                    <a:pt x="1010" y="304"/>
                    <a:pt x="941" y="336"/>
                  </a:cubicBezTo>
                  <a:cubicBezTo>
                    <a:pt x="808" y="405"/>
                    <a:pt x="671" y="486"/>
                    <a:pt x="537" y="570"/>
                  </a:cubicBezTo>
                  <a:cubicBezTo>
                    <a:pt x="404" y="655"/>
                    <a:pt x="250" y="740"/>
                    <a:pt x="101" y="825"/>
                  </a:cubicBezTo>
                  <a:cubicBezTo>
                    <a:pt x="48" y="857"/>
                    <a:pt x="32" y="890"/>
                    <a:pt x="0" y="926"/>
                  </a:cubicBezTo>
                  <a:cubicBezTo>
                    <a:pt x="0" y="942"/>
                    <a:pt x="0" y="942"/>
                    <a:pt x="16" y="942"/>
                  </a:cubicBezTo>
                  <a:lnTo>
                    <a:pt x="32" y="942"/>
                  </a:lnTo>
                  <a:cubicBezTo>
                    <a:pt x="48" y="910"/>
                    <a:pt x="65" y="873"/>
                    <a:pt x="117" y="841"/>
                  </a:cubicBezTo>
                  <a:cubicBezTo>
                    <a:pt x="267" y="772"/>
                    <a:pt x="404" y="671"/>
                    <a:pt x="553" y="587"/>
                  </a:cubicBezTo>
                  <a:cubicBezTo>
                    <a:pt x="691" y="522"/>
                    <a:pt x="824" y="437"/>
                    <a:pt x="957" y="352"/>
                  </a:cubicBezTo>
                  <a:cubicBezTo>
                    <a:pt x="1026" y="320"/>
                    <a:pt x="1075" y="284"/>
                    <a:pt x="1143" y="235"/>
                  </a:cubicBezTo>
                  <a:cubicBezTo>
                    <a:pt x="1260" y="166"/>
                    <a:pt x="1398" y="82"/>
                    <a:pt x="1547" y="33"/>
                  </a:cubicBezTo>
                  <a:lnTo>
                    <a:pt x="1563" y="17"/>
                  </a:lnTo>
                  <a:lnTo>
                    <a:pt x="15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0"/>
            <p:cNvSpPr/>
            <p:nvPr/>
          </p:nvSpPr>
          <p:spPr>
            <a:xfrm>
              <a:off x="1189246" y="1948852"/>
              <a:ext cx="3278" cy="73898"/>
            </a:xfrm>
            <a:custGeom>
              <a:rect b="b" l="l" r="r" t="t"/>
              <a:pathLst>
                <a:path extrusionOk="0" h="744" w="33">
                  <a:moveTo>
                    <a:pt x="0" y="0"/>
                  </a:moveTo>
                  <a:lnTo>
                    <a:pt x="0" y="20"/>
                  </a:lnTo>
                  <a:cubicBezTo>
                    <a:pt x="16" y="170"/>
                    <a:pt x="16" y="323"/>
                    <a:pt x="0" y="457"/>
                  </a:cubicBezTo>
                  <a:lnTo>
                    <a:pt x="0" y="727"/>
                  </a:lnTo>
                  <a:lnTo>
                    <a:pt x="16" y="743"/>
                  </a:lnTo>
                  <a:cubicBezTo>
                    <a:pt x="33" y="743"/>
                    <a:pt x="33" y="727"/>
                    <a:pt x="33" y="727"/>
                  </a:cubicBezTo>
                  <a:lnTo>
                    <a:pt x="33" y="457"/>
                  </a:lnTo>
                  <a:cubicBezTo>
                    <a:pt x="33" y="323"/>
                    <a:pt x="33" y="170"/>
                    <a:pt x="16" y="20"/>
                  </a:cubicBezTo>
                  <a:cubicBezTo>
                    <a:pt x="16" y="2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0"/>
            <p:cNvSpPr/>
            <p:nvPr/>
          </p:nvSpPr>
          <p:spPr>
            <a:xfrm>
              <a:off x="456923" y="1855288"/>
              <a:ext cx="182261" cy="223978"/>
            </a:xfrm>
            <a:custGeom>
              <a:rect b="b" l="l" r="r" t="t"/>
              <a:pathLst>
                <a:path extrusionOk="0" h="2255" w="1835">
                  <a:moveTo>
                    <a:pt x="1766" y="1"/>
                  </a:moveTo>
                  <a:lnTo>
                    <a:pt x="1665" y="70"/>
                  </a:lnTo>
                  <a:cubicBezTo>
                    <a:pt x="1601" y="102"/>
                    <a:pt x="1532" y="134"/>
                    <a:pt x="1447" y="187"/>
                  </a:cubicBezTo>
                  <a:lnTo>
                    <a:pt x="473" y="740"/>
                  </a:lnTo>
                  <a:cubicBezTo>
                    <a:pt x="453" y="740"/>
                    <a:pt x="453" y="740"/>
                    <a:pt x="473" y="760"/>
                  </a:cubicBezTo>
                  <a:lnTo>
                    <a:pt x="490" y="760"/>
                  </a:lnTo>
                  <a:lnTo>
                    <a:pt x="1463" y="203"/>
                  </a:lnTo>
                  <a:cubicBezTo>
                    <a:pt x="1532" y="171"/>
                    <a:pt x="1617" y="118"/>
                    <a:pt x="1685" y="86"/>
                  </a:cubicBezTo>
                  <a:lnTo>
                    <a:pt x="1786" y="33"/>
                  </a:lnTo>
                  <a:cubicBezTo>
                    <a:pt x="1819" y="70"/>
                    <a:pt x="1819" y="102"/>
                    <a:pt x="1819" y="134"/>
                  </a:cubicBezTo>
                  <a:lnTo>
                    <a:pt x="1819" y="154"/>
                  </a:lnTo>
                  <a:lnTo>
                    <a:pt x="1819" y="437"/>
                  </a:lnTo>
                  <a:lnTo>
                    <a:pt x="1819" y="1164"/>
                  </a:lnTo>
                  <a:cubicBezTo>
                    <a:pt x="1819" y="1213"/>
                    <a:pt x="1803" y="1245"/>
                    <a:pt x="1734" y="1281"/>
                  </a:cubicBezTo>
                  <a:cubicBezTo>
                    <a:pt x="1382" y="1467"/>
                    <a:pt x="1027" y="1669"/>
                    <a:pt x="692" y="1871"/>
                  </a:cubicBezTo>
                  <a:cubicBezTo>
                    <a:pt x="538" y="1936"/>
                    <a:pt x="405" y="2021"/>
                    <a:pt x="272" y="2106"/>
                  </a:cubicBezTo>
                  <a:cubicBezTo>
                    <a:pt x="203" y="2138"/>
                    <a:pt x="150" y="2174"/>
                    <a:pt x="86" y="2190"/>
                  </a:cubicBezTo>
                  <a:cubicBezTo>
                    <a:pt x="70" y="2207"/>
                    <a:pt x="33" y="2223"/>
                    <a:pt x="17" y="2239"/>
                  </a:cubicBezTo>
                  <a:cubicBezTo>
                    <a:pt x="1" y="2239"/>
                    <a:pt x="1" y="2255"/>
                    <a:pt x="1" y="2255"/>
                  </a:cubicBezTo>
                  <a:lnTo>
                    <a:pt x="17" y="2255"/>
                  </a:lnTo>
                  <a:cubicBezTo>
                    <a:pt x="49" y="2239"/>
                    <a:pt x="70" y="2239"/>
                    <a:pt x="102" y="2223"/>
                  </a:cubicBezTo>
                  <a:cubicBezTo>
                    <a:pt x="171" y="2190"/>
                    <a:pt x="219" y="2154"/>
                    <a:pt x="288" y="2122"/>
                  </a:cubicBezTo>
                  <a:cubicBezTo>
                    <a:pt x="421" y="2053"/>
                    <a:pt x="554" y="1972"/>
                    <a:pt x="692" y="1887"/>
                  </a:cubicBezTo>
                  <a:cubicBezTo>
                    <a:pt x="1043" y="1702"/>
                    <a:pt x="1399" y="1500"/>
                    <a:pt x="1750" y="1298"/>
                  </a:cubicBezTo>
                  <a:cubicBezTo>
                    <a:pt x="1819" y="1265"/>
                    <a:pt x="1835" y="1229"/>
                    <a:pt x="1835" y="1164"/>
                  </a:cubicBezTo>
                  <a:lnTo>
                    <a:pt x="1835" y="437"/>
                  </a:lnTo>
                  <a:lnTo>
                    <a:pt x="1835" y="154"/>
                  </a:lnTo>
                  <a:lnTo>
                    <a:pt x="1835" y="134"/>
                  </a:lnTo>
                  <a:cubicBezTo>
                    <a:pt x="1835" y="86"/>
                    <a:pt x="1835" y="33"/>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0"/>
            <p:cNvSpPr/>
            <p:nvPr/>
          </p:nvSpPr>
          <p:spPr>
            <a:xfrm>
              <a:off x="888292" y="2616117"/>
              <a:ext cx="6953" cy="71911"/>
            </a:xfrm>
            <a:custGeom>
              <a:rect b="b" l="l" r="r" t="t"/>
              <a:pathLst>
                <a:path extrusionOk="0" h="724" w="70">
                  <a:moveTo>
                    <a:pt x="17" y="0"/>
                  </a:moveTo>
                  <a:lnTo>
                    <a:pt x="17" y="133"/>
                  </a:lnTo>
                  <a:lnTo>
                    <a:pt x="17" y="420"/>
                  </a:lnTo>
                  <a:lnTo>
                    <a:pt x="17" y="473"/>
                  </a:lnTo>
                  <a:cubicBezTo>
                    <a:pt x="0" y="554"/>
                    <a:pt x="0" y="638"/>
                    <a:pt x="33" y="707"/>
                  </a:cubicBezTo>
                  <a:lnTo>
                    <a:pt x="49" y="723"/>
                  </a:lnTo>
                  <a:cubicBezTo>
                    <a:pt x="69" y="723"/>
                    <a:pt x="69" y="707"/>
                    <a:pt x="69" y="707"/>
                  </a:cubicBezTo>
                  <a:cubicBezTo>
                    <a:pt x="33" y="622"/>
                    <a:pt x="33" y="554"/>
                    <a:pt x="33" y="473"/>
                  </a:cubicBezTo>
                  <a:lnTo>
                    <a:pt x="33" y="420"/>
                  </a:lnTo>
                  <a:lnTo>
                    <a:pt x="33" y="133"/>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0"/>
            <p:cNvSpPr/>
            <p:nvPr/>
          </p:nvSpPr>
          <p:spPr>
            <a:xfrm>
              <a:off x="1921470" y="3042221"/>
              <a:ext cx="150577" cy="240863"/>
            </a:xfrm>
            <a:custGeom>
              <a:rect b="b" l="l" r="r" t="t"/>
              <a:pathLst>
                <a:path extrusionOk="0" h="2425" w="1516">
                  <a:moveTo>
                    <a:pt x="49" y="0"/>
                  </a:moveTo>
                  <a:cubicBezTo>
                    <a:pt x="33" y="37"/>
                    <a:pt x="17" y="69"/>
                    <a:pt x="33" y="101"/>
                  </a:cubicBezTo>
                  <a:cubicBezTo>
                    <a:pt x="49" y="170"/>
                    <a:pt x="49" y="255"/>
                    <a:pt x="33" y="340"/>
                  </a:cubicBezTo>
                  <a:cubicBezTo>
                    <a:pt x="1" y="505"/>
                    <a:pt x="85" y="626"/>
                    <a:pt x="186" y="760"/>
                  </a:cubicBezTo>
                  <a:cubicBezTo>
                    <a:pt x="352" y="945"/>
                    <a:pt x="506" y="1147"/>
                    <a:pt x="655" y="1349"/>
                  </a:cubicBezTo>
                  <a:cubicBezTo>
                    <a:pt x="825" y="1551"/>
                    <a:pt x="994" y="1753"/>
                    <a:pt x="1160" y="1972"/>
                  </a:cubicBezTo>
                  <a:cubicBezTo>
                    <a:pt x="1196" y="2004"/>
                    <a:pt x="1213" y="2040"/>
                    <a:pt x="1245" y="2073"/>
                  </a:cubicBezTo>
                  <a:cubicBezTo>
                    <a:pt x="1297" y="2141"/>
                    <a:pt x="1346" y="2206"/>
                    <a:pt x="1415" y="2275"/>
                  </a:cubicBezTo>
                  <a:cubicBezTo>
                    <a:pt x="1447" y="2291"/>
                    <a:pt x="1499" y="2343"/>
                    <a:pt x="1483" y="2408"/>
                  </a:cubicBezTo>
                  <a:cubicBezTo>
                    <a:pt x="1483" y="2424"/>
                    <a:pt x="1483" y="2424"/>
                    <a:pt x="1499" y="2424"/>
                  </a:cubicBezTo>
                  <a:lnTo>
                    <a:pt x="1516" y="2424"/>
                  </a:lnTo>
                  <a:cubicBezTo>
                    <a:pt x="1516" y="2343"/>
                    <a:pt x="1463" y="2275"/>
                    <a:pt x="1431" y="2258"/>
                  </a:cubicBezTo>
                  <a:cubicBezTo>
                    <a:pt x="1362" y="2190"/>
                    <a:pt x="1314" y="2121"/>
                    <a:pt x="1261" y="2056"/>
                  </a:cubicBezTo>
                  <a:cubicBezTo>
                    <a:pt x="1245" y="2020"/>
                    <a:pt x="1213" y="1988"/>
                    <a:pt x="1180" y="1955"/>
                  </a:cubicBezTo>
                  <a:cubicBezTo>
                    <a:pt x="1011" y="1737"/>
                    <a:pt x="841" y="1535"/>
                    <a:pt x="691" y="1333"/>
                  </a:cubicBezTo>
                  <a:cubicBezTo>
                    <a:pt x="522" y="1131"/>
                    <a:pt x="372" y="929"/>
                    <a:pt x="203" y="744"/>
                  </a:cubicBezTo>
                  <a:cubicBezTo>
                    <a:pt x="102" y="626"/>
                    <a:pt x="33" y="505"/>
                    <a:pt x="69" y="340"/>
                  </a:cubicBezTo>
                  <a:cubicBezTo>
                    <a:pt x="85" y="255"/>
                    <a:pt x="69" y="170"/>
                    <a:pt x="49" y="85"/>
                  </a:cubicBezTo>
                  <a:cubicBezTo>
                    <a:pt x="49" y="69"/>
                    <a:pt x="49"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0"/>
            <p:cNvSpPr/>
            <p:nvPr/>
          </p:nvSpPr>
          <p:spPr>
            <a:xfrm>
              <a:off x="1266223" y="2547484"/>
              <a:ext cx="212357" cy="160609"/>
            </a:xfrm>
            <a:custGeom>
              <a:rect b="b" l="l" r="r" t="t"/>
              <a:pathLst>
                <a:path extrusionOk="0" h="1617" w="2138">
                  <a:moveTo>
                    <a:pt x="1457" y="1"/>
                  </a:moveTo>
                  <a:cubicBezTo>
                    <a:pt x="1431" y="1"/>
                    <a:pt x="1405" y="6"/>
                    <a:pt x="1378" y="16"/>
                  </a:cubicBezTo>
                  <a:cubicBezTo>
                    <a:pt x="1213" y="85"/>
                    <a:pt x="1059" y="154"/>
                    <a:pt x="910" y="218"/>
                  </a:cubicBezTo>
                  <a:cubicBezTo>
                    <a:pt x="639" y="336"/>
                    <a:pt x="368" y="457"/>
                    <a:pt x="82" y="558"/>
                  </a:cubicBezTo>
                  <a:cubicBezTo>
                    <a:pt x="17" y="574"/>
                    <a:pt x="17" y="639"/>
                    <a:pt x="17" y="691"/>
                  </a:cubicBezTo>
                  <a:lnTo>
                    <a:pt x="17" y="1043"/>
                  </a:lnTo>
                  <a:lnTo>
                    <a:pt x="17" y="1313"/>
                  </a:lnTo>
                  <a:lnTo>
                    <a:pt x="17" y="1382"/>
                  </a:lnTo>
                  <a:cubicBezTo>
                    <a:pt x="1" y="1414"/>
                    <a:pt x="1" y="1467"/>
                    <a:pt x="33" y="1515"/>
                  </a:cubicBezTo>
                  <a:lnTo>
                    <a:pt x="49" y="1515"/>
                  </a:lnTo>
                  <a:lnTo>
                    <a:pt x="49" y="1499"/>
                  </a:lnTo>
                  <a:cubicBezTo>
                    <a:pt x="33" y="1467"/>
                    <a:pt x="33" y="1414"/>
                    <a:pt x="33" y="1382"/>
                  </a:cubicBezTo>
                  <a:cubicBezTo>
                    <a:pt x="33" y="1366"/>
                    <a:pt x="49" y="1329"/>
                    <a:pt x="49" y="1313"/>
                  </a:cubicBezTo>
                  <a:cubicBezTo>
                    <a:pt x="33" y="1228"/>
                    <a:pt x="49" y="1144"/>
                    <a:pt x="49" y="1043"/>
                  </a:cubicBezTo>
                  <a:cubicBezTo>
                    <a:pt x="49" y="925"/>
                    <a:pt x="49" y="808"/>
                    <a:pt x="33" y="691"/>
                  </a:cubicBezTo>
                  <a:cubicBezTo>
                    <a:pt x="33" y="639"/>
                    <a:pt x="49" y="590"/>
                    <a:pt x="102" y="574"/>
                  </a:cubicBezTo>
                  <a:cubicBezTo>
                    <a:pt x="368" y="473"/>
                    <a:pt x="655" y="356"/>
                    <a:pt x="910" y="255"/>
                  </a:cubicBezTo>
                  <a:cubicBezTo>
                    <a:pt x="1059" y="186"/>
                    <a:pt x="1229" y="101"/>
                    <a:pt x="1378" y="53"/>
                  </a:cubicBezTo>
                  <a:cubicBezTo>
                    <a:pt x="1412" y="38"/>
                    <a:pt x="1443" y="30"/>
                    <a:pt x="1471" y="30"/>
                  </a:cubicBezTo>
                  <a:cubicBezTo>
                    <a:pt x="1514" y="30"/>
                    <a:pt x="1551" y="50"/>
                    <a:pt x="1580" y="101"/>
                  </a:cubicBezTo>
                  <a:cubicBezTo>
                    <a:pt x="1617" y="134"/>
                    <a:pt x="1649" y="186"/>
                    <a:pt x="1681" y="218"/>
                  </a:cubicBezTo>
                  <a:cubicBezTo>
                    <a:pt x="1782" y="356"/>
                    <a:pt x="1899" y="505"/>
                    <a:pt x="2021" y="639"/>
                  </a:cubicBezTo>
                  <a:cubicBezTo>
                    <a:pt x="2069" y="691"/>
                    <a:pt x="2085" y="760"/>
                    <a:pt x="2101" y="861"/>
                  </a:cubicBezTo>
                  <a:cubicBezTo>
                    <a:pt x="2101" y="942"/>
                    <a:pt x="2101" y="1026"/>
                    <a:pt x="2085" y="1127"/>
                  </a:cubicBezTo>
                  <a:cubicBezTo>
                    <a:pt x="2085" y="1245"/>
                    <a:pt x="2069" y="1382"/>
                    <a:pt x="2101" y="1515"/>
                  </a:cubicBezTo>
                  <a:cubicBezTo>
                    <a:pt x="2101" y="1531"/>
                    <a:pt x="2085" y="1568"/>
                    <a:pt x="2053" y="1584"/>
                  </a:cubicBezTo>
                  <a:lnTo>
                    <a:pt x="2053" y="1600"/>
                  </a:lnTo>
                  <a:lnTo>
                    <a:pt x="2053" y="1616"/>
                  </a:lnTo>
                  <a:lnTo>
                    <a:pt x="2069" y="1616"/>
                  </a:lnTo>
                  <a:lnTo>
                    <a:pt x="2069" y="1600"/>
                  </a:lnTo>
                  <a:cubicBezTo>
                    <a:pt x="2101" y="1584"/>
                    <a:pt x="2138" y="1547"/>
                    <a:pt x="2122" y="1499"/>
                  </a:cubicBezTo>
                  <a:cubicBezTo>
                    <a:pt x="2101" y="1382"/>
                    <a:pt x="2101" y="1245"/>
                    <a:pt x="2122" y="1127"/>
                  </a:cubicBezTo>
                  <a:lnTo>
                    <a:pt x="2122" y="861"/>
                  </a:lnTo>
                  <a:cubicBezTo>
                    <a:pt x="2122" y="776"/>
                    <a:pt x="2101" y="707"/>
                    <a:pt x="2037" y="622"/>
                  </a:cubicBezTo>
                  <a:cubicBezTo>
                    <a:pt x="1920" y="489"/>
                    <a:pt x="1819" y="336"/>
                    <a:pt x="1698" y="202"/>
                  </a:cubicBezTo>
                  <a:cubicBezTo>
                    <a:pt x="1665" y="170"/>
                    <a:pt x="1633" y="117"/>
                    <a:pt x="1597" y="85"/>
                  </a:cubicBezTo>
                  <a:cubicBezTo>
                    <a:pt x="1563" y="27"/>
                    <a:pt x="1513" y="1"/>
                    <a:pt x="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0"/>
            <p:cNvSpPr/>
            <p:nvPr/>
          </p:nvSpPr>
          <p:spPr>
            <a:xfrm>
              <a:off x="1924649" y="2161507"/>
              <a:ext cx="118892" cy="240764"/>
            </a:xfrm>
            <a:custGeom>
              <a:rect b="b" l="l" r="r" t="t"/>
              <a:pathLst>
                <a:path extrusionOk="0" h="2424" w="1197">
                  <a:moveTo>
                    <a:pt x="37" y="0"/>
                  </a:moveTo>
                  <a:lnTo>
                    <a:pt x="17" y="16"/>
                  </a:lnTo>
                  <a:cubicBezTo>
                    <a:pt x="1" y="101"/>
                    <a:pt x="1" y="202"/>
                    <a:pt x="1" y="283"/>
                  </a:cubicBezTo>
                  <a:lnTo>
                    <a:pt x="1" y="469"/>
                  </a:lnTo>
                  <a:cubicBezTo>
                    <a:pt x="1" y="485"/>
                    <a:pt x="17" y="505"/>
                    <a:pt x="17" y="521"/>
                  </a:cubicBezTo>
                  <a:lnTo>
                    <a:pt x="37" y="521"/>
                  </a:lnTo>
                  <a:cubicBezTo>
                    <a:pt x="187" y="756"/>
                    <a:pt x="320" y="1010"/>
                    <a:pt x="474" y="1244"/>
                  </a:cubicBezTo>
                  <a:cubicBezTo>
                    <a:pt x="643" y="1547"/>
                    <a:pt x="825" y="1850"/>
                    <a:pt x="1011" y="2153"/>
                  </a:cubicBezTo>
                  <a:cubicBezTo>
                    <a:pt x="1047" y="2186"/>
                    <a:pt x="1063" y="2222"/>
                    <a:pt x="1080" y="2254"/>
                  </a:cubicBezTo>
                  <a:cubicBezTo>
                    <a:pt x="1112" y="2303"/>
                    <a:pt x="1148" y="2371"/>
                    <a:pt x="1181" y="2424"/>
                  </a:cubicBezTo>
                  <a:lnTo>
                    <a:pt x="1197" y="2424"/>
                  </a:lnTo>
                  <a:lnTo>
                    <a:pt x="1197" y="2404"/>
                  </a:lnTo>
                  <a:cubicBezTo>
                    <a:pt x="1164" y="2355"/>
                    <a:pt x="1128" y="2287"/>
                    <a:pt x="1096" y="2238"/>
                  </a:cubicBezTo>
                  <a:cubicBezTo>
                    <a:pt x="1080" y="2202"/>
                    <a:pt x="1063" y="2169"/>
                    <a:pt x="1047" y="2137"/>
                  </a:cubicBezTo>
                  <a:cubicBezTo>
                    <a:pt x="845" y="1834"/>
                    <a:pt x="659" y="1531"/>
                    <a:pt x="490" y="1228"/>
                  </a:cubicBezTo>
                  <a:cubicBezTo>
                    <a:pt x="356" y="990"/>
                    <a:pt x="203" y="739"/>
                    <a:pt x="53" y="505"/>
                  </a:cubicBezTo>
                  <a:cubicBezTo>
                    <a:pt x="37" y="485"/>
                    <a:pt x="37" y="469"/>
                    <a:pt x="37" y="469"/>
                  </a:cubicBezTo>
                  <a:lnTo>
                    <a:pt x="37" y="283"/>
                  </a:lnTo>
                  <a:cubicBezTo>
                    <a:pt x="37" y="202"/>
                    <a:pt x="37" y="117"/>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0"/>
            <p:cNvSpPr/>
            <p:nvPr/>
          </p:nvSpPr>
          <p:spPr>
            <a:xfrm>
              <a:off x="1737719" y="2594365"/>
              <a:ext cx="170640" cy="342771"/>
            </a:xfrm>
            <a:custGeom>
              <a:rect b="b" l="l" r="r" t="t"/>
              <a:pathLst>
                <a:path extrusionOk="0" h="3451" w="1718">
                  <a:moveTo>
                    <a:pt x="17" y="1"/>
                  </a:moveTo>
                  <a:cubicBezTo>
                    <a:pt x="0" y="1"/>
                    <a:pt x="0" y="1"/>
                    <a:pt x="0" y="17"/>
                  </a:cubicBezTo>
                  <a:cubicBezTo>
                    <a:pt x="33" y="187"/>
                    <a:pt x="134" y="288"/>
                    <a:pt x="235" y="405"/>
                  </a:cubicBezTo>
                  <a:cubicBezTo>
                    <a:pt x="283" y="453"/>
                    <a:pt x="336" y="506"/>
                    <a:pt x="368" y="571"/>
                  </a:cubicBezTo>
                  <a:cubicBezTo>
                    <a:pt x="772" y="1160"/>
                    <a:pt x="1212" y="1734"/>
                    <a:pt x="1632" y="2308"/>
                  </a:cubicBezTo>
                  <a:lnTo>
                    <a:pt x="1632" y="2324"/>
                  </a:lnTo>
                  <a:cubicBezTo>
                    <a:pt x="1665" y="2372"/>
                    <a:pt x="1665" y="2409"/>
                    <a:pt x="1665" y="2457"/>
                  </a:cubicBezTo>
                  <a:cubicBezTo>
                    <a:pt x="1681" y="2627"/>
                    <a:pt x="1681" y="2792"/>
                    <a:pt x="1681" y="2946"/>
                  </a:cubicBezTo>
                  <a:lnTo>
                    <a:pt x="1681" y="3132"/>
                  </a:lnTo>
                  <a:cubicBezTo>
                    <a:pt x="1681" y="3164"/>
                    <a:pt x="1681" y="3196"/>
                    <a:pt x="1665" y="3217"/>
                  </a:cubicBezTo>
                  <a:cubicBezTo>
                    <a:pt x="1665" y="3297"/>
                    <a:pt x="1665" y="3366"/>
                    <a:pt x="1681" y="3451"/>
                  </a:cubicBezTo>
                  <a:lnTo>
                    <a:pt x="1697" y="3451"/>
                  </a:lnTo>
                  <a:cubicBezTo>
                    <a:pt x="1717" y="3451"/>
                    <a:pt x="1717" y="3451"/>
                    <a:pt x="1717" y="3435"/>
                  </a:cubicBezTo>
                  <a:cubicBezTo>
                    <a:pt x="1697" y="3366"/>
                    <a:pt x="1697" y="3297"/>
                    <a:pt x="1697" y="3217"/>
                  </a:cubicBezTo>
                  <a:lnTo>
                    <a:pt x="1697" y="3132"/>
                  </a:lnTo>
                  <a:lnTo>
                    <a:pt x="1697" y="2946"/>
                  </a:lnTo>
                  <a:lnTo>
                    <a:pt x="1697" y="2457"/>
                  </a:lnTo>
                  <a:cubicBezTo>
                    <a:pt x="1697" y="2409"/>
                    <a:pt x="1697" y="2356"/>
                    <a:pt x="1665" y="2308"/>
                  </a:cubicBezTo>
                  <a:lnTo>
                    <a:pt x="1649" y="2287"/>
                  </a:lnTo>
                  <a:cubicBezTo>
                    <a:pt x="1229" y="1734"/>
                    <a:pt x="808" y="1144"/>
                    <a:pt x="384" y="554"/>
                  </a:cubicBezTo>
                  <a:cubicBezTo>
                    <a:pt x="352" y="490"/>
                    <a:pt x="303" y="437"/>
                    <a:pt x="251" y="389"/>
                  </a:cubicBezTo>
                  <a:cubicBezTo>
                    <a:pt x="150" y="288"/>
                    <a:pt x="49" y="16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0"/>
            <p:cNvSpPr/>
            <p:nvPr/>
          </p:nvSpPr>
          <p:spPr>
            <a:xfrm>
              <a:off x="468544" y="2058407"/>
              <a:ext cx="167462" cy="91081"/>
            </a:xfrm>
            <a:custGeom>
              <a:rect b="b" l="l" r="r" t="t"/>
              <a:pathLst>
                <a:path extrusionOk="0" h="917" w="1686">
                  <a:moveTo>
                    <a:pt x="1674" y="1"/>
                  </a:moveTo>
                  <a:cubicBezTo>
                    <a:pt x="1671" y="1"/>
                    <a:pt x="1669" y="3"/>
                    <a:pt x="1669" y="8"/>
                  </a:cubicBezTo>
                  <a:lnTo>
                    <a:pt x="1366" y="162"/>
                  </a:lnTo>
                  <a:cubicBezTo>
                    <a:pt x="1112" y="295"/>
                    <a:pt x="861" y="432"/>
                    <a:pt x="623" y="565"/>
                  </a:cubicBezTo>
                  <a:cubicBezTo>
                    <a:pt x="474" y="634"/>
                    <a:pt x="336" y="715"/>
                    <a:pt x="203" y="784"/>
                  </a:cubicBezTo>
                  <a:cubicBezTo>
                    <a:pt x="134" y="816"/>
                    <a:pt x="70" y="868"/>
                    <a:pt x="17" y="901"/>
                  </a:cubicBezTo>
                  <a:cubicBezTo>
                    <a:pt x="1" y="901"/>
                    <a:pt x="1" y="901"/>
                    <a:pt x="1" y="917"/>
                  </a:cubicBezTo>
                  <a:lnTo>
                    <a:pt x="33" y="917"/>
                  </a:lnTo>
                  <a:cubicBezTo>
                    <a:pt x="86" y="885"/>
                    <a:pt x="155" y="852"/>
                    <a:pt x="219" y="816"/>
                  </a:cubicBezTo>
                  <a:cubicBezTo>
                    <a:pt x="356" y="735"/>
                    <a:pt x="490" y="650"/>
                    <a:pt x="639" y="582"/>
                  </a:cubicBezTo>
                  <a:cubicBezTo>
                    <a:pt x="878" y="448"/>
                    <a:pt x="1128" y="311"/>
                    <a:pt x="1366" y="194"/>
                  </a:cubicBezTo>
                  <a:cubicBezTo>
                    <a:pt x="1467" y="129"/>
                    <a:pt x="1568" y="77"/>
                    <a:pt x="1669" y="28"/>
                  </a:cubicBezTo>
                  <a:cubicBezTo>
                    <a:pt x="1686" y="28"/>
                    <a:pt x="1686" y="8"/>
                    <a:pt x="1686" y="8"/>
                  </a:cubicBezTo>
                  <a:cubicBezTo>
                    <a:pt x="1686" y="8"/>
                    <a:pt x="1678" y="1"/>
                    <a:pt x="1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0"/>
            <p:cNvSpPr/>
            <p:nvPr/>
          </p:nvSpPr>
          <p:spPr>
            <a:xfrm>
              <a:off x="687655" y="2931871"/>
              <a:ext cx="133691" cy="172627"/>
            </a:xfrm>
            <a:custGeom>
              <a:rect b="b" l="l" r="r" t="t"/>
              <a:pathLst>
                <a:path extrusionOk="0" h="1738" w="1346">
                  <a:moveTo>
                    <a:pt x="1297" y="0"/>
                  </a:moveTo>
                  <a:cubicBezTo>
                    <a:pt x="1281" y="53"/>
                    <a:pt x="1297" y="101"/>
                    <a:pt x="1297" y="138"/>
                  </a:cubicBezTo>
                  <a:cubicBezTo>
                    <a:pt x="1314" y="186"/>
                    <a:pt x="1314" y="222"/>
                    <a:pt x="1281" y="239"/>
                  </a:cubicBezTo>
                  <a:cubicBezTo>
                    <a:pt x="1213" y="303"/>
                    <a:pt x="1128" y="340"/>
                    <a:pt x="1043" y="356"/>
                  </a:cubicBezTo>
                  <a:lnTo>
                    <a:pt x="1027" y="372"/>
                  </a:lnTo>
                  <a:cubicBezTo>
                    <a:pt x="724" y="473"/>
                    <a:pt x="421" y="590"/>
                    <a:pt x="134" y="707"/>
                  </a:cubicBezTo>
                  <a:lnTo>
                    <a:pt x="85" y="744"/>
                  </a:lnTo>
                  <a:cubicBezTo>
                    <a:pt x="33" y="760"/>
                    <a:pt x="1" y="760"/>
                    <a:pt x="1" y="828"/>
                  </a:cubicBezTo>
                  <a:lnTo>
                    <a:pt x="1" y="1164"/>
                  </a:lnTo>
                  <a:cubicBezTo>
                    <a:pt x="1" y="1350"/>
                    <a:pt x="1" y="1535"/>
                    <a:pt x="17" y="1717"/>
                  </a:cubicBezTo>
                  <a:cubicBezTo>
                    <a:pt x="17" y="1717"/>
                    <a:pt x="17" y="1737"/>
                    <a:pt x="33" y="1737"/>
                  </a:cubicBezTo>
                  <a:lnTo>
                    <a:pt x="49" y="1717"/>
                  </a:lnTo>
                  <a:cubicBezTo>
                    <a:pt x="17" y="1535"/>
                    <a:pt x="33" y="1350"/>
                    <a:pt x="33" y="1164"/>
                  </a:cubicBezTo>
                  <a:lnTo>
                    <a:pt x="33" y="828"/>
                  </a:lnTo>
                  <a:cubicBezTo>
                    <a:pt x="33" y="792"/>
                    <a:pt x="49" y="776"/>
                    <a:pt x="85" y="760"/>
                  </a:cubicBezTo>
                  <a:lnTo>
                    <a:pt x="134" y="744"/>
                  </a:lnTo>
                  <a:cubicBezTo>
                    <a:pt x="437" y="626"/>
                    <a:pt x="724" y="489"/>
                    <a:pt x="1027" y="388"/>
                  </a:cubicBezTo>
                  <a:lnTo>
                    <a:pt x="1043" y="388"/>
                  </a:lnTo>
                  <a:cubicBezTo>
                    <a:pt x="1144" y="356"/>
                    <a:pt x="1229" y="323"/>
                    <a:pt x="1297" y="271"/>
                  </a:cubicBezTo>
                  <a:cubicBezTo>
                    <a:pt x="1346" y="222"/>
                    <a:pt x="1330" y="186"/>
                    <a:pt x="1330" y="138"/>
                  </a:cubicBezTo>
                  <a:cubicBezTo>
                    <a:pt x="1314" y="85"/>
                    <a:pt x="1314" y="53"/>
                    <a:pt x="1330" y="20"/>
                  </a:cubicBezTo>
                  <a:cubicBezTo>
                    <a:pt x="1330" y="20"/>
                    <a:pt x="1330" y="0"/>
                    <a:pt x="13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0"/>
            <p:cNvSpPr/>
            <p:nvPr/>
          </p:nvSpPr>
          <p:spPr>
            <a:xfrm>
              <a:off x="1921470" y="2868502"/>
              <a:ext cx="130513" cy="239175"/>
            </a:xfrm>
            <a:custGeom>
              <a:rect b="b" l="l" r="r" t="t"/>
              <a:pathLst>
                <a:path extrusionOk="0" h="2408" w="1314">
                  <a:moveTo>
                    <a:pt x="85" y="0"/>
                  </a:moveTo>
                  <a:cubicBezTo>
                    <a:pt x="85" y="0"/>
                    <a:pt x="69" y="0"/>
                    <a:pt x="69" y="16"/>
                  </a:cubicBezTo>
                  <a:cubicBezTo>
                    <a:pt x="1" y="133"/>
                    <a:pt x="69" y="218"/>
                    <a:pt x="118" y="303"/>
                  </a:cubicBezTo>
                  <a:cubicBezTo>
                    <a:pt x="134" y="303"/>
                    <a:pt x="134" y="319"/>
                    <a:pt x="150" y="319"/>
                  </a:cubicBezTo>
                  <a:cubicBezTo>
                    <a:pt x="271" y="489"/>
                    <a:pt x="405" y="675"/>
                    <a:pt x="522" y="840"/>
                  </a:cubicBezTo>
                  <a:cubicBezTo>
                    <a:pt x="708" y="1111"/>
                    <a:pt x="910" y="1398"/>
                    <a:pt x="1128" y="1648"/>
                  </a:cubicBezTo>
                  <a:cubicBezTo>
                    <a:pt x="1245" y="1802"/>
                    <a:pt x="1297" y="1951"/>
                    <a:pt x="1281" y="2137"/>
                  </a:cubicBezTo>
                  <a:lnTo>
                    <a:pt x="1281" y="2206"/>
                  </a:lnTo>
                  <a:cubicBezTo>
                    <a:pt x="1281" y="2274"/>
                    <a:pt x="1281" y="2339"/>
                    <a:pt x="1245" y="2392"/>
                  </a:cubicBezTo>
                  <a:lnTo>
                    <a:pt x="1245" y="2408"/>
                  </a:lnTo>
                  <a:lnTo>
                    <a:pt x="1261" y="2408"/>
                  </a:lnTo>
                  <a:cubicBezTo>
                    <a:pt x="1314" y="2339"/>
                    <a:pt x="1314" y="2274"/>
                    <a:pt x="1314" y="2206"/>
                  </a:cubicBezTo>
                  <a:lnTo>
                    <a:pt x="1314" y="2137"/>
                  </a:lnTo>
                  <a:cubicBezTo>
                    <a:pt x="1314" y="1935"/>
                    <a:pt x="1281" y="1802"/>
                    <a:pt x="1144" y="1632"/>
                  </a:cubicBezTo>
                  <a:cubicBezTo>
                    <a:pt x="942" y="1382"/>
                    <a:pt x="740" y="1095"/>
                    <a:pt x="538" y="824"/>
                  </a:cubicBezTo>
                  <a:cubicBezTo>
                    <a:pt x="421" y="658"/>
                    <a:pt x="287" y="473"/>
                    <a:pt x="170" y="303"/>
                  </a:cubicBezTo>
                  <a:cubicBezTo>
                    <a:pt x="150" y="303"/>
                    <a:pt x="150" y="287"/>
                    <a:pt x="150" y="287"/>
                  </a:cubicBezTo>
                  <a:cubicBezTo>
                    <a:pt x="85" y="202"/>
                    <a:pt x="33" y="133"/>
                    <a:pt x="85" y="16"/>
                  </a:cubicBezTo>
                  <a:cubicBezTo>
                    <a:pt x="102" y="16"/>
                    <a:pt x="85" y="16"/>
                    <a:pt x="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0"/>
            <p:cNvSpPr/>
            <p:nvPr/>
          </p:nvSpPr>
          <p:spPr>
            <a:xfrm>
              <a:off x="1408258" y="1245035"/>
              <a:ext cx="71911" cy="205901"/>
            </a:xfrm>
            <a:custGeom>
              <a:rect b="b" l="l" r="r" t="t"/>
              <a:pathLst>
                <a:path extrusionOk="0" h="2073" w="724">
                  <a:moveTo>
                    <a:pt x="118" y="1"/>
                  </a:moveTo>
                  <a:cubicBezTo>
                    <a:pt x="102" y="1"/>
                    <a:pt x="102" y="1"/>
                    <a:pt x="102" y="17"/>
                  </a:cubicBezTo>
                  <a:cubicBezTo>
                    <a:pt x="86" y="37"/>
                    <a:pt x="86" y="69"/>
                    <a:pt x="86" y="85"/>
                  </a:cubicBezTo>
                  <a:cubicBezTo>
                    <a:pt x="66" y="154"/>
                    <a:pt x="49" y="202"/>
                    <a:pt x="33" y="271"/>
                  </a:cubicBezTo>
                  <a:cubicBezTo>
                    <a:pt x="1" y="340"/>
                    <a:pt x="33" y="388"/>
                    <a:pt x="66" y="421"/>
                  </a:cubicBezTo>
                  <a:cubicBezTo>
                    <a:pt x="187" y="590"/>
                    <a:pt x="288" y="776"/>
                    <a:pt x="389" y="962"/>
                  </a:cubicBezTo>
                  <a:cubicBezTo>
                    <a:pt x="469" y="1095"/>
                    <a:pt x="538" y="1229"/>
                    <a:pt x="623" y="1366"/>
                  </a:cubicBezTo>
                  <a:cubicBezTo>
                    <a:pt x="671" y="1431"/>
                    <a:pt x="708" y="1532"/>
                    <a:pt x="692" y="1616"/>
                  </a:cubicBezTo>
                  <a:lnTo>
                    <a:pt x="692" y="1786"/>
                  </a:lnTo>
                  <a:cubicBezTo>
                    <a:pt x="692" y="1871"/>
                    <a:pt x="708" y="1972"/>
                    <a:pt x="671" y="2057"/>
                  </a:cubicBezTo>
                  <a:cubicBezTo>
                    <a:pt x="655" y="2057"/>
                    <a:pt x="671" y="2073"/>
                    <a:pt x="671" y="2073"/>
                  </a:cubicBezTo>
                  <a:lnTo>
                    <a:pt x="692" y="2057"/>
                  </a:lnTo>
                  <a:cubicBezTo>
                    <a:pt x="724" y="1972"/>
                    <a:pt x="724" y="1871"/>
                    <a:pt x="724" y="1786"/>
                  </a:cubicBezTo>
                  <a:cubicBezTo>
                    <a:pt x="724" y="1734"/>
                    <a:pt x="708" y="1669"/>
                    <a:pt x="724" y="1616"/>
                  </a:cubicBezTo>
                  <a:cubicBezTo>
                    <a:pt x="724" y="1515"/>
                    <a:pt x="708" y="1431"/>
                    <a:pt x="655" y="1350"/>
                  </a:cubicBezTo>
                  <a:cubicBezTo>
                    <a:pt x="570" y="1212"/>
                    <a:pt x="490" y="1079"/>
                    <a:pt x="421" y="946"/>
                  </a:cubicBezTo>
                  <a:cubicBezTo>
                    <a:pt x="320" y="776"/>
                    <a:pt x="203" y="590"/>
                    <a:pt x="86" y="404"/>
                  </a:cubicBezTo>
                  <a:cubicBezTo>
                    <a:pt x="49" y="372"/>
                    <a:pt x="33" y="320"/>
                    <a:pt x="49" y="271"/>
                  </a:cubicBezTo>
                  <a:cubicBezTo>
                    <a:pt x="86" y="219"/>
                    <a:pt x="86" y="154"/>
                    <a:pt x="102" y="102"/>
                  </a:cubicBezTo>
                  <a:cubicBezTo>
                    <a:pt x="118" y="69"/>
                    <a:pt x="118" y="53"/>
                    <a:pt x="118" y="17"/>
                  </a:cubicBezTo>
                  <a:lnTo>
                    <a:pt x="1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0"/>
            <p:cNvSpPr/>
            <p:nvPr/>
          </p:nvSpPr>
          <p:spPr>
            <a:xfrm>
              <a:off x="1413125" y="2194085"/>
              <a:ext cx="80354" cy="191399"/>
            </a:xfrm>
            <a:custGeom>
              <a:rect b="b" l="l" r="r" t="t"/>
              <a:pathLst>
                <a:path extrusionOk="0" h="1927" w="809">
                  <a:moveTo>
                    <a:pt x="23" y="0"/>
                  </a:moveTo>
                  <a:cubicBezTo>
                    <a:pt x="17" y="0"/>
                    <a:pt x="17" y="7"/>
                    <a:pt x="17" y="7"/>
                  </a:cubicBezTo>
                  <a:cubicBezTo>
                    <a:pt x="0" y="7"/>
                    <a:pt x="0" y="24"/>
                    <a:pt x="17" y="24"/>
                  </a:cubicBezTo>
                  <a:cubicBezTo>
                    <a:pt x="85" y="76"/>
                    <a:pt x="138" y="141"/>
                    <a:pt x="170" y="209"/>
                  </a:cubicBezTo>
                  <a:lnTo>
                    <a:pt x="219" y="258"/>
                  </a:lnTo>
                  <a:cubicBezTo>
                    <a:pt x="303" y="379"/>
                    <a:pt x="388" y="496"/>
                    <a:pt x="473" y="613"/>
                  </a:cubicBezTo>
                  <a:cubicBezTo>
                    <a:pt x="505" y="646"/>
                    <a:pt x="542" y="682"/>
                    <a:pt x="558" y="731"/>
                  </a:cubicBezTo>
                  <a:cubicBezTo>
                    <a:pt x="606" y="763"/>
                    <a:pt x="622" y="832"/>
                    <a:pt x="622" y="900"/>
                  </a:cubicBezTo>
                  <a:lnTo>
                    <a:pt x="622" y="1102"/>
                  </a:lnTo>
                  <a:cubicBezTo>
                    <a:pt x="622" y="1235"/>
                    <a:pt x="643" y="1369"/>
                    <a:pt x="606" y="1490"/>
                  </a:cubicBezTo>
                  <a:cubicBezTo>
                    <a:pt x="558" y="1708"/>
                    <a:pt x="675" y="1825"/>
                    <a:pt x="792" y="1910"/>
                  </a:cubicBezTo>
                  <a:lnTo>
                    <a:pt x="808" y="1926"/>
                  </a:lnTo>
                  <a:lnTo>
                    <a:pt x="808" y="1910"/>
                  </a:lnTo>
                  <a:lnTo>
                    <a:pt x="808" y="1894"/>
                  </a:lnTo>
                  <a:cubicBezTo>
                    <a:pt x="691" y="1793"/>
                    <a:pt x="590" y="1708"/>
                    <a:pt x="643" y="1506"/>
                  </a:cubicBezTo>
                  <a:cubicBezTo>
                    <a:pt x="659" y="1369"/>
                    <a:pt x="659" y="1235"/>
                    <a:pt x="643" y="1102"/>
                  </a:cubicBezTo>
                  <a:lnTo>
                    <a:pt x="643" y="900"/>
                  </a:lnTo>
                  <a:cubicBezTo>
                    <a:pt x="643" y="815"/>
                    <a:pt x="622" y="763"/>
                    <a:pt x="590" y="714"/>
                  </a:cubicBezTo>
                  <a:cubicBezTo>
                    <a:pt x="558" y="662"/>
                    <a:pt x="521" y="630"/>
                    <a:pt x="489" y="597"/>
                  </a:cubicBezTo>
                  <a:cubicBezTo>
                    <a:pt x="404" y="480"/>
                    <a:pt x="320" y="359"/>
                    <a:pt x="239" y="242"/>
                  </a:cubicBezTo>
                  <a:cubicBezTo>
                    <a:pt x="219" y="226"/>
                    <a:pt x="202" y="209"/>
                    <a:pt x="202" y="193"/>
                  </a:cubicBezTo>
                  <a:cubicBezTo>
                    <a:pt x="154" y="125"/>
                    <a:pt x="101" y="56"/>
                    <a:pt x="37" y="7"/>
                  </a:cubicBezTo>
                  <a:cubicBezTo>
                    <a:pt x="30" y="2"/>
                    <a:pt x="2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0"/>
            <p:cNvSpPr/>
            <p:nvPr/>
          </p:nvSpPr>
          <p:spPr>
            <a:xfrm>
              <a:off x="1267912" y="2018280"/>
              <a:ext cx="227156" cy="193485"/>
            </a:xfrm>
            <a:custGeom>
              <a:rect b="b" l="l" r="r" t="t"/>
              <a:pathLst>
                <a:path extrusionOk="0" h="1948" w="2287">
                  <a:moveTo>
                    <a:pt x="1443" y="0"/>
                  </a:moveTo>
                  <a:cubicBezTo>
                    <a:pt x="1409" y="0"/>
                    <a:pt x="1375" y="12"/>
                    <a:pt x="1345" y="28"/>
                  </a:cubicBezTo>
                  <a:cubicBezTo>
                    <a:pt x="1026" y="178"/>
                    <a:pt x="691" y="347"/>
                    <a:pt x="388" y="497"/>
                  </a:cubicBezTo>
                  <a:lnTo>
                    <a:pt x="101" y="634"/>
                  </a:lnTo>
                  <a:lnTo>
                    <a:pt x="85" y="634"/>
                  </a:lnTo>
                  <a:cubicBezTo>
                    <a:pt x="48" y="667"/>
                    <a:pt x="16" y="683"/>
                    <a:pt x="16" y="751"/>
                  </a:cubicBezTo>
                  <a:lnTo>
                    <a:pt x="16" y="1054"/>
                  </a:lnTo>
                  <a:cubicBezTo>
                    <a:pt x="16" y="1220"/>
                    <a:pt x="0" y="1406"/>
                    <a:pt x="32" y="1575"/>
                  </a:cubicBezTo>
                  <a:lnTo>
                    <a:pt x="32" y="1592"/>
                  </a:lnTo>
                  <a:cubicBezTo>
                    <a:pt x="48" y="1592"/>
                    <a:pt x="48" y="1592"/>
                    <a:pt x="48" y="1575"/>
                  </a:cubicBezTo>
                  <a:cubicBezTo>
                    <a:pt x="32" y="1406"/>
                    <a:pt x="32" y="1220"/>
                    <a:pt x="32" y="1054"/>
                  </a:cubicBezTo>
                  <a:lnTo>
                    <a:pt x="32" y="751"/>
                  </a:lnTo>
                  <a:cubicBezTo>
                    <a:pt x="32" y="699"/>
                    <a:pt x="65" y="683"/>
                    <a:pt x="101" y="667"/>
                  </a:cubicBezTo>
                  <a:lnTo>
                    <a:pt x="404" y="513"/>
                  </a:lnTo>
                  <a:cubicBezTo>
                    <a:pt x="707" y="364"/>
                    <a:pt x="1026" y="210"/>
                    <a:pt x="1361" y="61"/>
                  </a:cubicBezTo>
                  <a:cubicBezTo>
                    <a:pt x="1392" y="37"/>
                    <a:pt x="1422" y="24"/>
                    <a:pt x="1452" y="24"/>
                  </a:cubicBezTo>
                  <a:cubicBezTo>
                    <a:pt x="1490" y="24"/>
                    <a:pt x="1527" y="45"/>
                    <a:pt x="1563" y="93"/>
                  </a:cubicBezTo>
                  <a:cubicBezTo>
                    <a:pt x="1701" y="311"/>
                    <a:pt x="1850" y="533"/>
                    <a:pt x="2004" y="735"/>
                  </a:cubicBezTo>
                  <a:lnTo>
                    <a:pt x="2036" y="784"/>
                  </a:lnTo>
                  <a:cubicBezTo>
                    <a:pt x="2068" y="836"/>
                    <a:pt x="2084" y="885"/>
                    <a:pt x="2084" y="953"/>
                  </a:cubicBezTo>
                  <a:cubicBezTo>
                    <a:pt x="2068" y="1054"/>
                    <a:pt x="2068" y="1155"/>
                    <a:pt x="2068" y="1256"/>
                  </a:cubicBezTo>
                  <a:lnTo>
                    <a:pt x="2068" y="1644"/>
                  </a:lnTo>
                  <a:cubicBezTo>
                    <a:pt x="2052" y="1761"/>
                    <a:pt x="2153" y="1878"/>
                    <a:pt x="2270" y="1947"/>
                  </a:cubicBezTo>
                  <a:lnTo>
                    <a:pt x="2286" y="1947"/>
                  </a:lnTo>
                  <a:lnTo>
                    <a:pt x="2286" y="1927"/>
                  </a:lnTo>
                  <a:cubicBezTo>
                    <a:pt x="2185" y="1862"/>
                    <a:pt x="2068" y="1745"/>
                    <a:pt x="2084" y="1644"/>
                  </a:cubicBezTo>
                  <a:cubicBezTo>
                    <a:pt x="2105" y="1507"/>
                    <a:pt x="2105" y="1373"/>
                    <a:pt x="2105" y="1256"/>
                  </a:cubicBezTo>
                  <a:lnTo>
                    <a:pt x="2105" y="953"/>
                  </a:lnTo>
                  <a:cubicBezTo>
                    <a:pt x="2105" y="885"/>
                    <a:pt x="2084" y="816"/>
                    <a:pt x="2052" y="767"/>
                  </a:cubicBezTo>
                  <a:lnTo>
                    <a:pt x="2020" y="715"/>
                  </a:lnTo>
                  <a:cubicBezTo>
                    <a:pt x="1866" y="513"/>
                    <a:pt x="1717" y="295"/>
                    <a:pt x="1580" y="77"/>
                  </a:cubicBezTo>
                  <a:cubicBezTo>
                    <a:pt x="1534" y="20"/>
                    <a:pt x="1488"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0" name="Google Shape;2150;p40"/>
          <p:cNvSpPr txBox="1"/>
          <p:nvPr>
            <p:ph type="title"/>
          </p:nvPr>
        </p:nvSpPr>
        <p:spPr>
          <a:xfrm>
            <a:off x="674351" y="2205132"/>
            <a:ext cx="5067600" cy="132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t>
            </a:r>
            <a:r>
              <a:rPr lang="en"/>
              <a:t>ame of the section</a:t>
            </a:r>
            <a:endParaRPr/>
          </a:p>
        </p:txBody>
      </p:sp>
      <p:sp>
        <p:nvSpPr>
          <p:cNvPr id="2151" name="Google Shape;2151;p40"/>
          <p:cNvSpPr txBox="1"/>
          <p:nvPr>
            <p:ph idx="2" type="title"/>
          </p:nvPr>
        </p:nvSpPr>
        <p:spPr>
          <a:xfrm>
            <a:off x="799147" y="1042113"/>
            <a:ext cx="1936200" cy="101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152" name="Google Shape;2152;p40"/>
          <p:cNvSpPr txBox="1"/>
          <p:nvPr>
            <p:ph idx="1" type="subTitle"/>
          </p:nvPr>
        </p:nvSpPr>
        <p:spPr>
          <a:xfrm>
            <a:off x="799150" y="3585875"/>
            <a:ext cx="49428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2153" name="Google Shape;2153;p40"/>
          <p:cNvPicPr preferRelativeResize="0"/>
          <p:nvPr>
            <p:ph idx="3" type="pic"/>
          </p:nvPr>
        </p:nvPicPr>
        <p:blipFill rotWithShape="1">
          <a:blip r:embed="rId3">
            <a:alphaModFix/>
          </a:blip>
          <a:srcRect b="23570" l="3426" r="14786" t="23570"/>
          <a:stretch/>
        </p:blipFill>
        <p:spPr>
          <a:xfrm>
            <a:off x="6045076" y="619900"/>
            <a:ext cx="4025501" cy="3903698"/>
          </a:xfrm>
          <a:prstGeom prst="rect">
            <a:avLst/>
          </a:prstGeom>
        </p:spPr>
      </p:pic>
      <p:sp>
        <p:nvSpPr>
          <p:cNvPr id="2154" name="Google Shape;2154;p40"/>
          <p:cNvSpPr/>
          <p:nvPr/>
        </p:nvSpPr>
        <p:spPr>
          <a:xfrm flipH="1">
            <a:off x="4444152" y="95636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0"/>
          <p:cNvSpPr/>
          <p:nvPr/>
        </p:nvSpPr>
        <p:spPr>
          <a:xfrm flipH="1">
            <a:off x="4609437" y="654869"/>
            <a:ext cx="301500" cy="301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0"/>
          <p:cNvSpPr/>
          <p:nvPr/>
        </p:nvSpPr>
        <p:spPr>
          <a:xfrm flipH="1" rot="5400000">
            <a:off x="3244372" y="444733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0" name="Shape 2160"/>
        <p:cNvGrpSpPr/>
        <p:nvPr/>
      </p:nvGrpSpPr>
      <p:grpSpPr>
        <a:xfrm>
          <a:off x="0" y="0"/>
          <a:ext cx="0" cy="0"/>
          <a:chOff x="0" y="0"/>
          <a:chExt cx="0" cy="0"/>
        </a:xfrm>
      </p:grpSpPr>
      <p:sp>
        <p:nvSpPr>
          <p:cNvPr id="2161" name="Google Shape;2161;p41"/>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Do you need longer text?</a:t>
            </a:r>
            <a:endParaRPr/>
          </a:p>
        </p:txBody>
      </p:sp>
      <p:sp>
        <p:nvSpPr>
          <p:cNvPr id="2162" name="Google Shape;2162;p41"/>
          <p:cNvSpPr txBox="1"/>
          <p:nvPr>
            <p:ph idx="1" type="subTitle"/>
          </p:nvPr>
        </p:nvSpPr>
        <p:spPr>
          <a:xfrm>
            <a:off x="4720165" y="1286550"/>
            <a:ext cx="30972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2163" name="Google Shape;2163;p41"/>
          <p:cNvSpPr txBox="1"/>
          <p:nvPr>
            <p:ph idx="2" type="subTitle"/>
          </p:nvPr>
        </p:nvSpPr>
        <p:spPr>
          <a:xfrm>
            <a:off x="1326637" y="1286550"/>
            <a:ext cx="30972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a:t>
            </a:r>
            <a:r>
              <a:rPr lang="en"/>
              <a:t>Venus</a:t>
            </a:r>
            <a:r>
              <a:rPr lang="en"/>
              <a:t>, its temperatures aren’t as terribly hot as that planet’s. Its surface is quite similar to that of Earth’s Moon, which means there are a lot of craters and plains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7" name="Shape 2167"/>
        <p:cNvGrpSpPr/>
        <p:nvPr/>
      </p:nvGrpSpPr>
      <p:grpSpPr>
        <a:xfrm>
          <a:off x="0" y="0"/>
          <a:ext cx="0" cy="0"/>
          <a:chOff x="0" y="0"/>
          <a:chExt cx="0" cy="0"/>
        </a:xfrm>
      </p:grpSpPr>
      <p:sp>
        <p:nvSpPr>
          <p:cNvPr id="2168" name="Google Shape;2168;p42"/>
          <p:cNvSpPr txBox="1"/>
          <p:nvPr>
            <p:ph idx="9"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Three ways to live in urban areas</a:t>
            </a:r>
            <a:endParaRPr/>
          </a:p>
        </p:txBody>
      </p:sp>
      <p:sp>
        <p:nvSpPr>
          <p:cNvPr id="2169" name="Google Shape;2169;p42"/>
          <p:cNvSpPr txBox="1"/>
          <p:nvPr>
            <p:ph idx="1" type="subTitle"/>
          </p:nvPr>
        </p:nvSpPr>
        <p:spPr>
          <a:xfrm>
            <a:off x="979141" y="2166150"/>
            <a:ext cx="2240700" cy="123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t>
            </a:r>
            <a:endParaRPr/>
          </a:p>
        </p:txBody>
      </p:sp>
      <p:sp>
        <p:nvSpPr>
          <p:cNvPr id="2170" name="Google Shape;2170;p42"/>
          <p:cNvSpPr txBox="1"/>
          <p:nvPr>
            <p:ph idx="2" type="subTitle"/>
          </p:nvPr>
        </p:nvSpPr>
        <p:spPr>
          <a:xfrm>
            <a:off x="979036" y="1871650"/>
            <a:ext cx="22407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171" name="Google Shape;2171;p42"/>
          <p:cNvSpPr txBox="1"/>
          <p:nvPr>
            <p:ph idx="3" type="subTitle"/>
          </p:nvPr>
        </p:nvSpPr>
        <p:spPr>
          <a:xfrm>
            <a:off x="3451702" y="2766025"/>
            <a:ext cx="2240700" cy="123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a gas giant and the biggest planet in the Solar System. It's the fourth-brightest object in the night sky</a:t>
            </a:r>
            <a:endParaRPr/>
          </a:p>
        </p:txBody>
      </p:sp>
      <p:sp>
        <p:nvSpPr>
          <p:cNvPr id="2172" name="Google Shape;2172;p42"/>
          <p:cNvSpPr txBox="1"/>
          <p:nvPr>
            <p:ph idx="6" type="subTitle"/>
          </p:nvPr>
        </p:nvSpPr>
        <p:spPr>
          <a:xfrm>
            <a:off x="5924264" y="3365900"/>
            <a:ext cx="2240700" cy="123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closest planet to the Sun and the smallest one in the Solar System—it’s only a bit larger than the Moon</a:t>
            </a:r>
            <a:endParaRPr/>
          </a:p>
        </p:txBody>
      </p:sp>
      <p:sp>
        <p:nvSpPr>
          <p:cNvPr id="2173" name="Google Shape;2173;p42"/>
          <p:cNvSpPr txBox="1"/>
          <p:nvPr>
            <p:ph type="title"/>
          </p:nvPr>
        </p:nvSpPr>
        <p:spPr>
          <a:xfrm>
            <a:off x="1086000" y="1256225"/>
            <a:ext cx="1076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174" name="Google Shape;2174;p42"/>
          <p:cNvSpPr txBox="1"/>
          <p:nvPr>
            <p:ph idx="4" type="title"/>
          </p:nvPr>
        </p:nvSpPr>
        <p:spPr>
          <a:xfrm>
            <a:off x="3558562" y="1856100"/>
            <a:ext cx="1076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175" name="Google Shape;2175;p42"/>
          <p:cNvSpPr txBox="1"/>
          <p:nvPr>
            <p:ph idx="5" type="subTitle"/>
          </p:nvPr>
        </p:nvSpPr>
        <p:spPr>
          <a:xfrm>
            <a:off x="3451599" y="2471525"/>
            <a:ext cx="22407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176" name="Google Shape;2176;p42"/>
          <p:cNvSpPr txBox="1"/>
          <p:nvPr>
            <p:ph idx="7" type="title"/>
          </p:nvPr>
        </p:nvSpPr>
        <p:spPr>
          <a:xfrm>
            <a:off x="6031125" y="2455975"/>
            <a:ext cx="10761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177" name="Google Shape;2177;p42"/>
          <p:cNvSpPr txBox="1"/>
          <p:nvPr>
            <p:ph idx="8" type="subTitle"/>
          </p:nvPr>
        </p:nvSpPr>
        <p:spPr>
          <a:xfrm>
            <a:off x="5924163" y="3071400"/>
            <a:ext cx="22407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1" name="Shape 2181"/>
        <p:cNvGrpSpPr/>
        <p:nvPr/>
      </p:nvGrpSpPr>
      <p:grpSpPr>
        <a:xfrm>
          <a:off x="0" y="0"/>
          <a:ext cx="0" cy="0"/>
          <a:chOff x="0" y="0"/>
          <a:chExt cx="0" cy="0"/>
        </a:xfrm>
      </p:grpSpPr>
      <p:sp>
        <p:nvSpPr>
          <p:cNvPr id="2182" name="Google Shape;2182;p43"/>
          <p:cNvSpPr/>
          <p:nvPr/>
        </p:nvSpPr>
        <p:spPr>
          <a:xfrm>
            <a:off x="5169628" y="1819045"/>
            <a:ext cx="4304100" cy="3612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3"/>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2184" name="Google Shape;2184;p43"/>
          <p:cNvSpPr txBox="1"/>
          <p:nvPr>
            <p:ph idx="1" type="subTitle"/>
          </p:nvPr>
        </p:nvSpPr>
        <p:spPr>
          <a:xfrm>
            <a:off x="720000" y="1541950"/>
            <a:ext cx="4085400" cy="247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30200" lvl="0" marL="457200" rtl="0" algn="l">
              <a:spcBef>
                <a:spcPts val="1000"/>
              </a:spcBef>
              <a:spcAft>
                <a:spcPts val="0"/>
              </a:spcAft>
              <a:buSzPts val="1600"/>
              <a:buChar char="●"/>
            </a:pPr>
            <a:r>
              <a:rPr lang="en"/>
              <a:t>They’re simple </a:t>
            </a:r>
            <a:endParaRPr/>
          </a:p>
          <a:p>
            <a:pPr indent="-330200" lvl="0" marL="457200" rtl="0" algn="l">
              <a:spcBef>
                <a:spcPts val="0"/>
              </a:spcBef>
              <a:spcAft>
                <a:spcPts val="0"/>
              </a:spcAft>
              <a:buSzPts val="1600"/>
              <a:buChar char="●"/>
            </a:pPr>
            <a:r>
              <a:rPr lang="en"/>
              <a:t>You can organize your ideas clearly</a:t>
            </a:r>
            <a:endParaRPr/>
          </a:p>
          <a:p>
            <a:pPr indent="-330200" lvl="0" marL="457200" rtl="0" algn="l">
              <a:spcBef>
                <a:spcPts val="0"/>
              </a:spcBef>
              <a:spcAft>
                <a:spcPts val="0"/>
              </a:spcAft>
              <a:buSzPts val="16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a:t>
            </a:r>
            <a:br>
              <a:rPr lang="en"/>
            </a:br>
            <a:r>
              <a:rPr lang="en"/>
              <a:t>your presentation</a:t>
            </a:r>
            <a:endParaRPr/>
          </a:p>
        </p:txBody>
      </p:sp>
      <p:pic>
        <p:nvPicPr>
          <p:cNvPr id="2185" name="Google Shape;2185;p43"/>
          <p:cNvPicPr preferRelativeResize="0"/>
          <p:nvPr>
            <p:ph idx="2" type="pic"/>
          </p:nvPr>
        </p:nvPicPr>
        <p:blipFill rotWithShape="1">
          <a:blip r:embed="rId3">
            <a:alphaModFix/>
          </a:blip>
          <a:srcRect b="6157" l="3587" r="31422" t="16395"/>
          <a:stretch/>
        </p:blipFill>
        <p:spPr>
          <a:xfrm>
            <a:off x="5505792" y="1541950"/>
            <a:ext cx="4547932" cy="3612258"/>
          </a:xfrm>
          <a:prstGeom prst="rect">
            <a:avLst/>
          </a:prstGeom>
        </p:spPr>
      </p:pic>
      <p:sp>
        <p:nvSpPr>
          <p:cNvPr id="2186" name="Google Shape;2186;p43"/>
          <p:cNvSpPr/>
          <p:nvPr/>
        </p:nvSpPr>
        <p:spPr>
          <a:xfrm flipH="1" rot="5400000">
            <a:off x="2383645" y="4370601"/>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0" name="Shape 2190"/>
        <p:cNvGrpSpPr/>
        <p:nvPr/>
      </p:nvGrpSpPr>
      <p:grpSpPr>
        <a:xfrm>
          <a:off x="0" y="0"/>
          <a:ext cx="0" cy="0"/>
          <a:chOff x="0" y="0"/>
          <a:chExt cx="0" cy="0"/>
        </a:xfrm>
      </p:grpSpPr>
      <p:sp>
        <p:nvSpPr>
          <p:cNvPr id="2191" name="Google Shape;2191;p44"/>
          <p:cNvSpPr txBox="1"/>
          <p:nvPr>
            <p:ph idx="1" type="subTitle"/>
          </p:nvPr>
        </p:nvSpPr>
        <p:spPr>
          <a:xfrm>
            <a:off x="1269200" y="2394250"/>
            <a:ext cx="2816400" cy="10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2192" name="Google Shape;2192;p44"/>
          <p:cNvSpPr txBox="1"/>
          <p:nvPr>
            <p:ph idx="2" type="subTitle"/>
          </p:nvPr>
        </p:nvSpPr>
        <p:spPr>
          <a:xfrm>
            <a:off x="1269100" y="2099750"/>
            <a:ext cx="2816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193" name="Google Shape;2193;p44"/>
          <p:cNvSpPr txBox="1"/>
          <p:nvPr>
            <p:ph idx="3" type="subTitle"/>
          </p:nvPr>
        </p:nvSpPr>
        <p:spPr>
          <a:xfrm>
            <a:off x="5058500" y="3149250"/>
            <a:ext cx="2816400" cy="10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2194" name="Google Shape;2194;p44"/>
          <p:cNvSpPr txBox="1"/>
          <p:nvPr>
            <p:ph idx="4" type="subTitle"/>
          </p:nvPr>
        </p:nvSpPr>
        <p:spPr>
          <a:xfrm>
            <a:off x="5058398" y="2854750"/>
            <a:ext cx="2816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195" name="Google Shape;2195;p44"/>
          <p:cNvSpPr txBox="1"/>
          <p:nvPr>
            <p:ph type="title"/>
          </p:nvPr>
        </p:nvSpPr>
        <p:spPr>
          <a:xfrm>
            <a:off x="720025" y="503040"/>
            <a:ext cx="7704000" cy="10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Maybe you need to divide</a:t>
            </a:r>
            <a:br>
              <a:rPr lang="en"/>
            </a:br>
            <a:r>
              <a:rPr lang="en"/>
              <a:t>the content</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9" name="Shape 2199"/>
        <p:cNvGrpSpPr/>
        <p:nvPr/>
      </p:nvGrpSpPr>
      <p:grpSpPr>
        <a:xfrm>
          <a:off x="0" y="0"/>
          <a:ext cx="0" cy="0"/>
          <a:chOff x="0" y="0"/>
          <a:chExt cx="0" cy="0"/>
        </a:xfrm>
      </p:grpSpPr>
      <p:sp>
        <p:nvSpPr>
          <p:cNvPr id="2200" name="Google Shape;2200;p45"/>
          <p:cNvSpPr txBox="1"/>
          <p:nvPr>
            <p:ph type="title"/>
          </p:nvPr>
        </p:nvSpPr>
        <p:spPr>
          <a:xfrm>
            <a:off x="872425" y="475488"/>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Residents in urban areas</a:t>
            </a:r>
            <a:endParaRPr/>
          </a:p>
        </p:txBody>
      </p:sp>
      <p:pic>
        <p:nvPicPr>
          <p:cNvPr id="2201" name="Google Shape;2201;p45" title="Gráfico">
            <a:hlinkClick r:id="rId3"/>
          </p:cNvPr>
          <p:cNvPicPr preferRelativeResize="0"/>
          <p:nvPr/>
        </p:nvPicPr>
        <p:blipFill rotWithShape="1">
          <a:blip r:embed="rId4">
            <a:alphaModFix/>
          </a:blip>
          <a:srcRect b="2901" l="0" r="0" t="8098"/>
          <a:stretch/>
        </p:blipFill>
        <p:spPr>
          <a:xfrm>
            <a:off x="4388362" y="1179650"/>
            <a:ext cx="3777651" cy="2078850"/>
          </a:xfrm>
          <a:prstGeom prst="rect">
            <a:avLst/>
          </a:prstGeom>
          <a:noFill/>
          <a:ln>
            <a:noFill/>
          </a:ln>
        </p:spPr>
      </p:pic>
      <p:sp>
        <p:nvSpPr>
          <p:cNvPr id="2202" name="Google Shape;2202;p45"/>
          <p:cNvSpPr txBox="1"/>
          <p:nvPr/>
        </p:nvSpPr>
        <p:spPr>
          <a:xfrm>
            <a:off x="822213" y="3814631"/>
            <a:ext cx="3329400" cy="760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Syne Medium"/>
                <a:ea typeface="Syne Medium"/>
                <a:cs typeface="Syne Medium"/>
                <a:sym typeface="Syne Medium"/>
              </a:rPr>
              <a:t>Follow the link in the graph to modify its data and then paste the new one here. </a:t>
            </a:r>
            <a:r>
              <a:rPr lang="en" sz="1200">
                <a:solidFill>
                  <a:schemeClr val="dk1"/>
                </a:solidFill>
                <a:uFill>
                  <a:noFill/>
                </a:uFill>
                <a:latin typeface="Syne Medium"/>
                <a:ea typeface="Syne Medium"/>
                <a:cs typeface="Syne Medium"/>
                <a:sym typeface="Syne Medium"/>
                <a:hlinkClick r:id="rId5">
                  <a:extLst>
                    <a:ext uri="{A12FA001-AC4F-418D-AE19-62706E023703}">
                      <ahyp:hlinkClr val="tx"/>
                    </a:ext>
                  </a:extLst>
                </a:hlinkClick>
              </a:rPr>
              <a:t>For more info, click </a:t>
            </a:r>
            <a:r>
              <a:rPr b="1" lang="en" sz="1200" u="sng">
                <a:solidFill>
                  <a:schemeClr val="dk1"/>
                </a:solidFill>
                <a:latin typeface="Syne"/>
                <a:ea typeface="Syne"/>
                <a:cs typeface="Syne"/>
                <a:sym typeface="Syne"/>
                <a:hlinkClick r:id="rId6">
                  <a:extLst>
                    <a:ext uri="{A12FA001-AC4F-418D-AE19-62706E023703}">
                      <ahyp:hlinkClr val="tx"/>
                    </a:ext>
                  </a:extLst>
                </a:hlinkClick>
              </a:rPr>
              <a:t>here</a:t>
            </a:r>
            <a:endParaRPr b="1" sz="1200" u="sng">
              <a:solidFill>
                <a:schemeClr val="dk1"/>
              </a:solidFill>
              <a:latin typeface="Syne"/>
              <a:ea typeface="Syne"/>
              <a:cs typeface="Syne"/>
              <a:sym typeface="Syne"/>
            </a:endParaRPr>
          </a:p>
        </p:txBody>
      </p:sp>
      <p:sp>
        <p:nvSpPr>
          <p:cNvPr id="2203" name="Google Shape;2203;p45"/>
          <p:cNvSpPr txBox="1"/>
          <p:nvPr/>
        </p:nvSpPr>
        <p:spPr>
          <a:xfrm>
            <a:off x="822213" y="1316475"/>
            <a:ext cx="3329400" cy="2417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Syne Medium"/>
                <a:ea typeface="Syne Medium"/>
                <a:cs typeface="Syne Medium"/>
                <a:sym typeface="Syne Medium"/>
              </a:rPr>
              <a:t>Mercury is the closest planet to the Sun and the smallest one in the Solar System The planet’s name has nothing to do with the liquid metal</a:t>
            </a:r>
            <a:endParaRPr>
              <a:solidFill>
                <a:schemeClr val="dk1"/>
              </a:solidFill>
              <a:latin typeface="Syne Medium"/>
              <a:ea typeface="Syne Medium"/>
              <a:cs typeface="Syne Medium"/>
              <a:sym typeface="Syne Medium"/>
            </a:endParaRPr>
          </a:p>
          <a:p>
            <a:pPr indent="-317500" lvl="0" marL="457200" rtl="0" algn="l">
              <a:lnSpc>
                <a:spcPct val="115000"/>
              </a:lnSpc>
              <a:spcBef>
                <a:spcPts val="1000"/>
              </a:spcBef>
              <a:spcAft>
                <a:spcPts val="0"/>
              </a:spcAft>
              <a:buClr>
                <a:schemeClr val="dk1"/>
              </a:buClr>
              <a:buSzPts val="1400"/>
              <a:buFont typeface="Syne Medium"/>
              <a:buChar char="●"/>
            </a:pPr>
            <a:r>
              <a:rPr lang="en">
                <a:solidFill>
                  <a:schemeClr val="dk1"/>
                </a:solidFill>
                <a:latin typeface="Syne Medium"/>
                <a:ea typeface="Syne Medium"/>
                <a:cs typeface="Syne Medium"/>
                <a:sym typeface="Syne Medium"/>
              </a:rPr>
              <a:t>The Sun is the star at the center of the Solar System</a:t>
            </a:r>
            <a:endParaRPr>
              <a:solidFill>
                <a:schemeClr val="dk1"/>
              </a:solidFill>
              <a:latin typeface="Syne Medium"/>
              <a:ea typeface="Syne Medium"/>
              <a:cs typeface="Syne Medium"/>
              <a:sym typeface="Syne Medium"/>
            </a:endParaRPr>
          </a:p>
          <a:p>
            <a:pPr indent="-317500" lvl="0" marL="457200" rtl="0" algn="l">
              <a:lnSpc>
                <a:spcPct val="115000"/>
              </a:lnSpc>
              <a:spcBef>
                <a:spcPts val="1000"/>
              </a:spcBef>
              <a:spcAft>
                <a:spcPts val="0"/>
              </a:spcAft>
              <a:buClr>
                <a:schemeClr val="dk1"/>
              </a:buClr>
              <a:buSzPts val="1400"/>
              <a:buFont typeface="Syne Medium"/>
              <a:buChar char="●"/>
            </a:pPr>
            <a:r>
              <a:rPr lang="en">
                <a:solidFill>
                  <a:schemeClr val="dk1"/>
                </a:solidFill>
                <a:latin typeface="Syne Medium"/>
                <a:ea typeface="Syne Medium"/>
                <a:cs typeface="Syne Medium"/>
                <a:sym typeface="Syne Medium"/>
              </a:rPr>
              <a:t>Jupiter is the biggest planet in the entire Solar System</a:t>
            </a:r>
            <a:endParaRPr>
              <a:solidFill>
                <a:schemeClr val="dk1"/>
              </a:solidFill>
              <a:latin typeface="Syne Medium"/>
              <a:ea typeface="Syne Medium"/>
              <a:cs typeface="Syne Medium"/>
              <a:sym typeface="Syne Medium"/>
            </a:endParaRPr>
          </a:p>
        </p:txBody>
      </p:sp>
      <p:graphicFrame>
        <p:nvGraphicFramePr>
          <p:cNvPr id="2204" name="Google Shape;2204;p45"/>
          <p:cNvGraphicFramePr/>
          <p:nvPr/>
        </p:nvGraphicFramePr>
        <p:xfrm>
          <a:off x="4232550" y="3305522"/>
          <a:ext cx="3000000" cy="3000000"/>
        </p:xfrm>
        <a:graphic>
          <a:graphicData uri="http://schemas.openxmlformats.org/drawingml/2006/table">
            <a:tbl>
              <a:tblPr>
                <a:noFill/>
                <a:tableStyleId>{C79DA9CF-9FBD-4B9A-8B11-8F6C99BCD163}</a:tableStyleId>
              </a:tblPr>
              <a:tblGrid>
                <a:gridCol w="1265375"/>
                <a:gridCol w="744875"/>
                <a:gridCol w="735150"/>
                <a:gridCol w="715700"/>
                <a:gridCol w="628175"/>
              </a:tblGrid>
              <a:tr h="378050">
                <a:tc>
                  <a:txBody>
                    <a:bodyPr/>
                    <a:lstStyle/>
                    <a:p>
                      <a:pPr indent="0" lvl="0" marL="0" rtl="0" algn="l">
                        <a:spcBef>
                          <a:spcPts val="0"/>
                        </a:spcBef>
                        <a:spcAft>
                          <a:spcPts val="0"/>
                        </a:spcAft>
                        <a:buNone/>
                      </a:pPr>
                      <a:r>
                        <a:t/>
                      </a:r>
                      <a:endParaRPr sz="1800">
                        <a:solidFill>
                          <a:schemeClr val="dk1"/>
                        </a:solidFill>
                        <a:latin typeface="Syne Medium"/>
                        <a:ea typeface="Syne Medium"/>
                        <a:cs typeface="Syne Medium"/>
                        <a:sym typeface="Syne Medium"/>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latin typeface="Syne"/>
                          <a:ea typeface="Syne"/>
                          <a:cs typeface="Syne"/>
                          <a:sym typeface="Syne"/>
                        </a:rPr>
                        <a:t>Q1</a:t>
                      </a:r>
                      <a:endParaRPr b="1" sz="1800">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latin typeface="Syne"/>
                          <a:ea typeface="Syne"/>
                          <a:cs typeface="Syne"/>
                          <a:sym typeface="Syne"/>
                        </a:rPr>
                        <a:t>Q2</a:t>
                      </a:r>
                      <a:endParaRPr b="1" sz="1800">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latin typeface="Syne"/>
                          <a:ea typeface="Syne"/>
                          <a:cs typeface="Syne"/>
                          <a:sym typeface="Syne"/>
                        </a:rPr>
                        <a:t>Q3</a:t>
                      </a:r>
                      <a:endParaRPr b="1" sz="1800">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800">
                          <a:latin typeface="Syne"/>
                          <a:ea typeface="Syne"/>
                          <a:cs typeface="Syne"/>
                          <a:sym typeface="Syne"/>
                        </a:rPr>
                        <a:t>Q4</a:t>
                      </a:r>
                      <a:endParaRPr b="1" sz="1800">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r h="378050">
                <a:tc>
                  <a:txBody>
                    <a:bodyPr/>
                    <a:lstStyle/>
                    <a:p>
                      <a:pPr indent="0" lvl="0" marL="0" rtl="0" algn="ctr">
                        <a:spcBef>
                          <a:spcPts val="0"/>
                        </a:spcBef>
                        <a:spcAft>
                          <a:spcPts val="0"/>
                        </a:spcAft>
                        <a:buNone/>
                      </a:pPr>
                      <a:r>
                        <a:rPr b="1" lang="en" sz="1800">
                          <a:solidFill>
                            <a:schemeClr val="accent1"/>
                          </a:solidFill>
                          <a:latin typeface="Syne"/>
                          <a:ea typeface="Syne"/>
                          <a:cs typeface="Syne"/>
                          <a:sym typeface="Syne"/>
                        </a:rPr>
                        <a:t>Mercury</a:t>
                      </a:r>
                      <a:endParaRPr b="1" sz="1800">
                        <a:solidFill>
                          <a:schemeClr val="accent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latin typeface="Syne Medium"/>
                          <a:ea typeface="Syne Medium"/>
                          <a:cs typeface="Syne Medium"/>
                          <a:sym typeface="Syne Medium"/>
                        </a:rPr>
                        <a:t>40</a:t>
                      </a:r>
                      <a:endParaRPr>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Syne Medium"/>
                          <a:ea typeface="Syne Medium"/>
                          <a:cs typeface="Syne Medium"/>
                          <a:sym typeface="Syne Medium"/>
                        </a:rPr>
                        <a:t>40</a:t>
                      </a:r>
                      <a:endParaRPr>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Syne Medium"/>
                          <a:ea typeface="Syne Medium"/>
                          <a:cs typeface="Syne Medium"/>
                          <a:sym typeface="Syne Medium"/>
                        </a:rPr>
                        <a:t>40</a:t>
                      </a:r>
                      <a:endParaRPr>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Syne Medium"/>
                          <a:ea typeface="Syne Medium"/>
                          <a:cs typeface="Syne Medium"/>
                          <a:sym typeface="Syne Medium"/>
                        </a:rPr>
                        <a:t>50</a:t>
                      </a:r>
                      <a:endParaRPr>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78050">
                <a:tc>
                  <a:txBody>
                    <a:bodyPr/>
                    <a:lstStyle/>
                    <a:p>
                      <a:pPr indent="0" lvl="0" marL="0" rtl="0" algn="ctr">
                        <a:spcBef>
                          <a:spcPts val="0"/>
                        </a:spcBef>
                        <a:spcAft>
                          <a:spcPts val="0"/>
                        </a:spcAft>
                        <a:buNone/>
                      </a:pPr>
                      <a:r>
                        <a:rPr b="1" lang="en" sz="1800">
                          <a:solidFill>
                            <a:schemeClr val="dk1"/>
                          </a:solidFill>
                          <a:latin typeface="Syne"/>
                          <a:ea typeface="Syne"/>
                          <a:cs typeface="Syne"/>
                          <a:sym typeface="Syne"/>
                        </a:rPr>
                        <a:t>Mars</a:t>
                      </a:r>
                      <a:endParaRPr b="1" sz="18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latin typeface="Syne Medium"/>
                          <a:ea typeface="Syne Medium"/>
                          <a:cs typeface="Syne Medium"/>
                          <a:sym typeface="Syne Medium"/>
                        </a:rPr>
                        <a:t>20</a:t>
                      </a:r>
                      <a:endParaRPr>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Syne Medium"/>
                          <a:ea typeface="Syne Medium"/>
                          <a:cs typeface="Syne Medium"/>
                          <a:sym typeface="Syne Medium"/>
                        </a:rPr>
                        <a:t>50</a:t>
                      </a:r>
                      <a:endParaRPr>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Syne Medium"/>
                          <a:ea typeface="Syne Medium"/>
                          <a:cs typeface="Syne Medium"/>
                          <a:sym typeface="Syne Medium"/>
                        </a:rPr>
                        <a:t>10</a:t>
                      </a:r>
                      <a:endParaRPr>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Syne Medium"/>
                          <a:ea typeface="Syne Medium"/>
                          <a:cs typeface="Syne Medium"/>
                          <a:sym typeface="Syne Medium"/>
                        </a:rPr>
                        <a:t>90</a:t>
                      </a:r>
                      <a:endParaRPr>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8" name="Shape 2208"/>
        <p:cNvGrpSpPr/>
        <p:nvPr/>
      </p:nvGrpSpPr>
      <p:grpSpPr>
        <a:xfrm>
          <a:off x="0" y="0"/>
          <a:ext cx="0" cy="0"/>
          <a:chOff x="0" y="0"/>
          <a:chExt cx="0" cy="0"/>
        </a:xfrm>
      </p:grpSpPr>
      <p:sp>
        <p:nvSpPr>
          <p:cNvPr id="2209" name="Google Shape;2209;p46"/>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Here are three important ideas</a:t>
            </a:r>
            <a:endParaRPr/>
          </a:p>
        </p:txBody>
      </p:sp>
      <p:sp>
        <p:nvSpPr>
          <p:cNvPr id="2210" name="Google Shape;2210;p46"/>
          <p:cNvSpPr txBox="1"/>
          <p:nvPr>
            <p:ph idx="1" type="subTitle"/>
          </p:nvPr>
        </p:nvSpPr>
        <p:spPr>
          <a:xfrm>
            <a:off x="720100" y="2549775"/>
            <a:ext cx="2234400" cy="79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a:t>
            </a:r>
            <a:endParaRPr/>
          </a:p>
        </p:txBody>
      </p:sp>
      <p:sp>
        <p:nvSpPr>
          <p:cNvPr id="2211" name="Google Shape;2211;p46"/>
          <p:cNvSpPr txBox="1"/>
          <p:nvPr>
            <p:ph idx="2" type="subTitle"/>
          </p:nvPr>
        </p:nvSpPr>
        <p:spPr>
          <a:xfrm>
            <a:off x="720025" y="2255275"/>
            <a:ext cx="2234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212" name="Google Shape;2212;p46"/>
          <p:cNvSpPr txBox="1"/>
          <p:nvPr>
            <p:ph idx="3" type="subTitle"/>
          </p:nvPr>
        </p:nvSpPr>
        <p:spPr>
          <a:xfrm>
            <a:off x="3454851" y="2549775"/>
            <a:ext cx="2234400" cy="79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2213" name="Google Shape;2213;p46"/>
          <p:cNvSpPr txBox="1"/>
          <p:nvPr>
            <p:ph idx="4" type="subTitle"/>
          </p:nvPr>
        </p:nvSpPr>
        <p:spPr>
          <a:xfrm>
            <a:off x="3454737" y="2255275"/>
            <a:ext cx="2234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214" name="Google Shape;2214;p46"/>
          <p:cNvSpPr txBox="1"/>
          <p:nvPr>
            <p:ph idx="5" type="subTitle"/>
          </p:nvPr>
        </p:nvSpPr>
        <p:spPr>
          <a:xfrm>
            <a:off x="6189602" y="2549775"/>
            <a:ext cx="2234400" cy="79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2215" name="Google Shape;2215;p46"/>
          <p:cNvSpPr txBox="1"/>
          <p:nvPr>
            <p:ph idx="6" type="subTitle"/>
          </p:nvPr>
        </p:nvSpPr>
        <p:spPr>
          <a:xfrm>
            <a:off x="6189530" y="2255275"/>
            <a:ext cx="2234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9" name="Shape 2219"/>
        <p:cNvGrpSpPr/>
        <p:nvPr/>
      </p:nvGrpSpPr>
      <p:grpSpPr>
        <a:xfrm>
          <a:off x="0" y="0"/>
          <a:ext cx="0" cy="0"/>
          <a:chOff x="0" y="0"/>
          <a:chExt cx="0" cy="0"/>
        </a:xfrm>
      </p:grpSpPr>
      <p:sp>
        <p:nvSpPr>
          <p:cNvPr id="2220" name="Google Shape;2220;p47"/>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Divide the content in four ideas</a:t>
            </a:r>
            <a:endParaRPr/>
          </a:p>
        </p:txBody>
      </p:sp>
      <p:sp>
        <p:nvSpPr>
          <p:cNvPr id="2221" name="Google Shape;2221;p47"/>
          <p:cNvSpPr txBox="1"/>
          <p:nvPr>
            <p:ph idx="1" type="subTitle"/>
          </p:nvPr>
        </p:nvSpPr>
        <p:spPr>
          <a:xfrm>
            <a:off x="1458850" y="2044350"/>
            <a:ext cx="20067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2222" name="Google Shape;2222;p47"/>
          <p:cNvSpPr txBox="1"/>
          <p:nvPr>
            <p:ph idx="2" type="subTitle"/>
          </p:nvPr>
        </p:nvSpPr>
        <p:spPr>
          <a:xfrm>
            <a:off x="1458775" y="1749850"/>
            <a:ext cx="20067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223" name="Google Shape;2223;p47"/>
          <p:cNvSpPr txBox="1"/>
          <p:nvPr>
            <p:ph idx="3" type="subTitle"/>
          </p:nvPr>
        </p:nvSpPr>
        <p:spPr>
          <a:xfrm>
            <a:off x="3915100" y="2044350"/>
            <a:ext cx="20067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2224" name="Google Shape;2224;p47"/>
          <p:cNvSpPr txBox="1"/>
          <p:nvPr>
            <p:ph idx="4" type="subTitle"/>
          </p:nvPr>
        </p:nvSpPr>
        <p:spPr>
          <a:xfrm>
            <a:off x="3914998" y="1749850"/>
            <a:ext cx="20067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225" name="Google Shape;2225;p47"/>
          <p:cNvSpPr txBox="1"/>
          <p:nvPr>
            <p:ph idx="5" type="subTitle"/>
          </p:nvPr>
        </p:nvSpPr>
        <p:spPr>
          <a:xfrm>
            <a:off x="3222275" y="3471425"/>
            <a:ext cx="20067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2226" name="Google Shape;2226;p47"/>
          <p:cNvSpPr txBox="1"/>
          <p:nvPr>
            <p:ph idx="6" type="subTitle"/>
          </p:nvPr>
        </p:nvSpPr>
        <p:spPr>
          <a:xfrm>
            <a:off x="3222209" y="3176925"/>
            <a:ext cx="20067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227" name="Google Shape;2227;p47"/>
          <p:cNvSpPr txBox="1"/>
          <p:nvPr>
            <p:ph idx="7" type="subTitle"/>
          </p:nvPr>
        </p:nvSpPr>
        <p:spPr>
          <a:xfrm>
            <a:off x="5678528" y="3471425"/>
            <a:ext cx="20067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2228" name="Google Shape;2228;p47"/>
          <p:cNvSpPr txBox="1"/>
          <p:nvPr>
            <p:ph idx="8" type="subTitle"/>
          </p:nvPr>
        </p:nvSpPr>
        <p:spPr>
          <a:xfrm>
            <a:off x="5678432" y="3176925"/>
            <a:ext cx="20067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2" name="Shape 2232"/>
        <p:cNvGrpSpPr/>
        <p:nvPr/>
      </p:nvGrpSpPr>
      <p:grpSpPr>
        <a:xfrm>
          <a:off x="0" y="0"/>
          <a:ext cx="0" cy="0"/>
          <a:chOff x="0" y="0"/>
          <a:chExt cx="0" cy="0"/>
        </a:xfrm>
      </p:grpSpPr>
      <p:sp>
        <p:nvSpPr>
          <p:cNvPr id="2233" name="Google Shape;2233;p48"/>
          <p:cNvSpPr txBox="1"/>
          <p:nvPr>
            <p:ph type="title"/>
          </p:nvPr>
        </p:nvSpPr>
        <p:spPr>
          <a:xfrm>
            <a:off x="872425" y="475488"/>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Raising kids in urban areas</a:t>
            </a:r>
            <a:endParaRPr/>
          </a:p>
        </p:txBody>
      </p:sp>
      <p:sp>
        <p:nvSpPr>
          <p:cNvPr id="2234" name="Google Shape;2234;p48"/>
          <p:cNvSpPr txBox="1"/>
          <p:nvPr/>
        </p:nvSpPr>
        <p:spPr>
          <a:xfrm flipH="1">
            <a:off x="713235" y="1561913"/>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Venus</a:t>
            </a:r>
            <a:endParaRPr b="1" sz="2000">
              <a:solidFill>
                <a:schemeClr val="dk1"/>
              </a:solidFill>
              <a:latin typeface="Syne"/>
              <a:ea typeface="Syne"/>
              <a:cs typeface="Syne"/>
              <a:sym typeface="Syne"/>
            </a:endParaRPr>
          </a:p>
        </p:txBody>
      </p:sp>
      <p:sp>
        <p:nvSpPr>
          <p:cNvPr id="2235" name="Google Shape;2235;p48"/>
          <p:cNvSpPr txBox="1"/>
          <p:nvPr/>
        </p:nvSpPr>
        <p:spPr>
          <a:xfrm flipH="1">
            <a:off x="713235" y="1852349"/>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It’s the second planet from the Sun</a:t>
            </a:r>
            <a:endParaRPr>
              <a:solidFill>
                <a:schemeClr val="dk1"/>
              </a:solidFill>
              <a:latin typeface="Syne Medium"/>
              <a:ea typeface="Syne Medium"/>
              <a:cs typeface="Syne Medium"/>
              <a:sym typeface="Syne Medium"/>
            </a:endParaRPr>
          </a:p>
        </p:txBody>
      </p:sp>
      <p:sp>
        <p:nvSpPr>
          <p:cNvPr id="2236" name="Google Shape;2236;p48"/>
          <p:cNvSpPr txBox="1"/>
          <p:nvPr/>
        </p:nvSpPr>
        <p:spPr>
          <a:xfrm flipH="1">
            <a:off x="2659652" y="2240904"/>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Mars</a:t>
            </a:r>
            <a:endParaRPr b="1" sz="2000">
              <a:solidFill>
                <a:schemeClr val="dk1"/>
              </a:solidFill>
              <a:latin typeface="Syne"/>
              <a:ea typeface="Syne"/>
              <a:cs typeface="Syne"/>
              <a:sym typeface="Syne"/>
            </a:endParaRPr>
          </a:p>
        </p:txBody>
      </p:sp>
      <p:sp>
        <p:nvSpPr>
          <p:cNvPr id="2237" name="Google Shape;2237;p48"/>
          <p:cNvSpPr txBox="1"/>
          <p:nvPr/>
        </p:nvSpPr>
        <p:spPr>
          <a:xfrm flipH="1">
            <a:off x="2659652" y="2531341"/>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Mars is actually a very cold place</a:t>
            </a:r>
            <a:endParaRPr>
              <a:solidFill>
                <a:schemeClr val="dk1"/>
              </a:solidFill>
              <a:latin typeface="Syne Medium"/>
              <a:ea typeface="Syne Medium"/>
              <a:cs typeface="Syne Medium"/>
              <a:sym typeface="Syne Medium"/>
            </a:endParaRPr>
          </a:p>
        </p:txBody>
      </p:sp>
      <p:sp>
        <p:nvSpPr>
          <p:cNvPr id="2238" name="Google Shape;2238;p48"/>
          <p:cNvSpPr txBox="1"/>
          <p:nvPr/>
        </p:nvSpPr>
        <p:spPr>
          <a:xfrm flipH="1">
            <a:off x="4606068" y="2919896"/>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Saturn</a:t>
            </a:r>
            <a:endParaRPr b="1" sz="2000">
              <a:solidFill>
                <a:schemeClr val="dk1"/>
              </a:solidFill>
              <a:latin typeface="Syne"/>
              <a:ea typeface="Syne"/>
              <a:cs typeface="Syne"/>
              <a:sym typeface="Syne"/>
            </a:endParaRPr>
          </a:p>
        </p:txBody>
      </p:sp>
      <p:sp>
        <p:nvSpPr>
          <p:cNvPr id="2239" name="Google Shape;2239;p48"/>
          <p:cNvSpPr txBox="1"/>
          <p:nvPr/>
        </p:nvSpPr>
        <p:spPr>
          <a:xfrm flipH="1">
            <a:off x="4606068" y="3210332"/>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 is a gas giant and has several rings</a:t>
            </a:r>
            <a:endParaRPr>
              <a:solidFill>
                <a:schemeClr val="dk1"/>
              </a:solidFill>
              <a:latin typeface="Syne Medium"/>
              <a:ea typeface="Syne Medium"/>
              <a:cs typeface="Syne Medium"/>
              <a:sym typeface="Syne Medium"/>
            </a:endParaRPr>
          </a:p>
        </p:txBody>
      </p:sp>
      <p:sp>
        <p:nvSpPr>
          <p:cNvPr id="2240" name="Google Shape;2240;p48"/>
          <p:cNvSpPr txBox="1"/>
          <p:nvPr/>
        </p:nvSpPr>
        <p:spPr>
          <a:xfrm flipH="1">
            <a:off x="6552485" y="3598888"/>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Jupiter</a:t>
            </a:r>
            <a:endParaRPr b="1" sz="2000">
              <a:solidFill>
                <a:schemeClr val="dk1"/>
              </a:solidFill>
              <a:latin typeface="Syne"/>
              <a:ea typeface="Syne"/>
              <a:cs typeface="Syne"/>
              <a:sym typeface="Syne"/>
            </a:endParaRPr>
          </a:p>
        </p:txBody>
      </p:sp>
      <p:sp>
        <p:nvSpPr>
          <p:cNvPr id="2241" name="Google Shape;2241;p48"/>
          <p:cNvSpPr txBox="1"/>
          <p:nvPr/>
        </p:nvSpPr>
        <p:spPr>
          <a:xfrm flipH="1">
            <a:off x="6552485" y="3889324"/>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 is the biggest planet of them all</a:t>
            </a:r>
            <a:endParaRPr>
              <a:solidFill>
                <a:schemeClr val="dk1"/>
              </a:solidFill>
              <a:latin typeface="Syne Medium"/>
              <a:ea typeface="Syne Medium"/>
              <a:cs typeface="Syne Medium"/>
              <a:sym typeface="Syne Medium"/>
            </a:endParaRPr>
          </a:p>
        </p:txBody>
      </p:sp>
      <p:cxnSp>
        <p:nvCxnSpPr>
          <p:cNvPr id="2242" name="Google Shape;2242;p48"/>
          <p:cNvCxnSpPr>
            <a:stCxn id="2234" idx="1"/>
            <a:endCxn id="2236" idx="0"/>
          </p:cNvCxnSpPr>
          <p:nvPr/>
        </p:nvCxnSpPr>
        <p:spPr>
          <a:xfrm>
            <a:off x="2591535" y="1754363"/>
            <a:ext cx="1007400" cy="486600"/>
          </a:xfrm>
          <a:prstGeom prst="bentConnector2">
            <a:avLst/>
          </a:prstGeom>
          <a:noFill/>
          <a:ln cap="flat" cmpd="sng" w="9525">
            <a:solidFill>
              <a:schemeClr val="dk1"/>
            </a:solidFill>
            <a:prstDash val="solid"/>
            <a:round/>
            <a:headEnd len="med" w="med" type="diamond"/>
            <a:tailEnd len="med" w="med" type="diamond"/>
          </a:ln>
        </p:spPr>
      </p:cxnSp>
      <p:cxnSp>
        <p:nvCxnSpPr>
          <p:cNvPr id="2243" name="Google Shape;2243;p48"/>
          <p:cNvCxnSpPr>
            <a:stCxn id="2236" idx="1"/>
            <a:endCxn id="2238" idx="0"/>
          </p:cNvCxnSpPr>
          <p:nvPr/>
        </p:nvCxnSpPr>
        <p:spPr>
          <a:xfrm>
            <a:off x="4537952" y="2433354"/>
            <a:ext cx="1007400" cy="486600"/>
          </a:xfrm>
          <a:prstGeom prst="bentConnector2">
            <a:avLst/>
          </a:prstGeom>
          <a:noFill/>
          <a:ln cap="flat" cmpd="sng" w="9525">
            <a:solidFill>
              <a:schemeClr val="dk1"/>
            </a:solidFill>
            <a:prstDash val="solid"/>
            <a:round/>
            <a:headEnd len="med" w="med" type="diamond"/>
            <a:tailEnd len="med" w="med" type="diamond"/>
          </a:ln>
        </p:spPr>
      </p:cxnSp>
      <p:cxnSp>
        <p:nvCxnSpPr>
          <p:cNvPr id="2244" name="Google Shape;2244;p48"/>
          <p:cNvCxnSpPr>
            <a:stCxn id="2238" idx="1"/>
            <a:endCxn id="2240" idx="0"/>
          </p:cNvCxnSpPr>
          <p:nvPr/>
        </p:nvCxnSpPr>
        <p:spPr>
          <a:xfrm>
            <a:off x="6484368" y="3112346"/>
            <a:ext cx="1007400" cy="486600"/>
          </a:xfrm>
          <a:prstGeom prst="bentConnector2">
            <a:avLst/>
          </a:prstGeom>
          <a:noFill/>
          <a:ln cap="flat" cmpd="sng" w="9525">
            <a:solidFill>
              <a:schemeClr val="dk1"/>
            </a:solidFill>
            <a:prstDash val="solid"/>
            <a:round/>
            <a:headEnd len="med" w="med" type="diamond"/>
            <a:tailEnd len="med" w="med" type="diamond"/>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8" name="Shape 2248"/>
        <p:cNvGrpSpPr/>
        <p:nvPr/>
      </p:nvGrpSpPr>
      <p:grpSpPr>
        <a:xfrm>
          <a:off x="0" y="0"/>
          <a:ext cx="0" cy="0"/>
          <a:chOff x="0" y="0"/>
          <a:chExt cx="0" cy="0"/>
        </a:xfrm>
      </p:grpSpPr>
      <p:sp>
        <p:nvSpPr>
          <p:cNvPr id="2249" name="Google Shape;2249;p49"/>
          <p:cNvSpPr txBox="1"/>
          <p:nvPr>
            <p:ph type="title"/>
          </p:nvPr>
        </p:nvSpPr>
        <p:spPr>
          <a:xfrm>
            <a:off x="720025" y="503040"/>
            <a:ext cx="7704000" cy="10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a:p>
        </p:txBody>
      </p:sp>
      <p:sp>
        <p:nvSpPr>
          <p:cNvPr id="2250" name="Google Shape;2250;p49"/>
          <p:cNvSpPr txBox="1"/>
          <p:nvPr>
            <p:ph idx="1" type="subTitle"/>
          </p:nvPr>
        </p:nvSpPr>
        <p:spPr>
          <a:xfrm>
            <a:off x="720100" y="2394200"/>
            <a:ext cx="2039400" cy="6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2251" name="Google Shape;2251;p49"/>
          <p:cNvSpPr txBox="1"/>
          <p:nvPr>
            <p:ph idx="2" type="subTitle"/>
          </p:nvPr>
        </p:nvSpPr>
        <p:spPr>
          <a:xfrm>
            <a:off x="720025" y="2099700"/>
            <a:ext cx="2039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252" name="Google Shape;2252;p49"/>
          <p:cNvSpPr txBox="1"/>
          <p:nvPr>
            <p:ph idx="3" type="subTitle"/>
          </p:nvPr>
        </p:nvSpPr>
        <p:spPr>
          <a:xfrm>
            <a:off x="720150" y="3654650"/>
            <a:ext cx="2039400" cy="6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2253" name="Google Shape;2253;p49"/>
          <p:cNvSpPr txBox="1"/>
          <p:nvPr>
            <p:ph idx="4" type="subTitle"/>
          </p:nvPr>
        </p:nvSpPr>
        <p:spPr>
          <a:xfrm>
            <a:off x="720062" y="3360150"/>
            <a:ext cx="2039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254" name="Google Shape;2254;p49"/>
          <p:cNvSpPr txBox="1"/>
          <p:nvPr>
            <p:ph idx="5" type="subTitle"/>
          </p:nvPr>
        </p:nvSpPr>
        <p:spPr>
          <a:xfrm>
            <a:off x="3552338" y="2394200"/>
            <a:ext cx="2039400" cy="6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2255" name="Google Shape;2255;p49"/>
          <p:cNvSpPr txBox="1"/>
          <p:nvPr>
            <p:ph idx="6" type="subTitle"/>
          </p:nvPr>
        </p:nvSpPr>
        <p:spPr>
          <a:xfrm>
            <a:off x="3552262" y="2099700"/>
            <a:ext cx="2039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256" name="Google Shape;2256;p49"/>
          <p:cNvSpPr txBox="1"/>
          <p:nvPr>
            <p:ph idx="7" type="subTitle"/>
          </p:nvPr>
        </p:nvSpPr>
        <p:spPr>
          <a:xfrm>
            <a:off x="3552388" y="3654650"/>
            <a:ext cx="2039400" cy="6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with several rings</a:t>
            </a:r>
            <a:endParaRPr/>
          </a:p>
        </p:txBody>
      </p:sp>
      <p:sp>
        <p:nvSpPr>
          <p:cNvPr id="2257" name="Google Shape;2257;p49"/>
          <p:cNvSpPr txBox="1"/>
          <p:nvPr>
            <p:ph idx="8" type="subTitle"/>
          </p:nvPr>
        </p:nvSpPr>
        <p:spPr>
          <a:xfrm>
            <a:off x="3552300" y="3360150"/>
            <a:ext cx="2039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258" name="Google Shape;2258;p49"/>
          <p:cNvSpPr txBox="1"/>
          <p:nvPr>
            <p:ph idx="9" type="subTitle"/>
          </p:nvPr>
        </p:nvSpPr>
        <p:spPr>
          <a:xfrm>
            <a:off x="6384575" y="2394200"/>
            <a:ext cx="2039400" cy="6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a:t>
            </a:r>
            <a:r>
              <a:rPr lang="en"/>
              <a:t>is the farthest planet from the Sun</a:t>
            </a:r>
            <a:endParaRPr/>
          </a:p>
        </p:txBody>
      </p:sp>
      <p:sp>
        <p:nvSpPr>
          <p:cNvPr id="2259" name="Google Shape;2259;p49"/>
          <p:cNvSpPr txBox="1"/>
          <p:nvPr>
            <p:ph idx="13" type="subTitle"/>
          </p:nvPr>
        </p:nvSpPr>
        <p:spPr>
          <a:xfrm>
            <a:off x="6384500" y="2099700"/>
            <a:ext cx="2039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2260" name="Google Shape;2260;p49"/>
          <p:cNvSpPr txBox="1"/>
          <p:nvPr>
            <p:ph idx="14" type="subTitle"/>
          </p:nvPr>
        </p:nvSpPr>
        <p:spPr>
          <a:xfrm>
            <a:off x="6384625" y="3654650"/>
            <a:ext cx="2039400" cy="6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2261" name="Google Shape;2261;p49"/>
          <p:cNvSpPr txBox="1"/>
          <p:nvPr>
            <p:ph idx="15" type="subTitle"/>
          </p:nvPr>
        </p:nvSpPr>
        <p:spPr>
          <a:xfrm>
            <a:off x="6384537" y="3360150"/>
            <a:ext cx="20394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5" name="Shape 2265"/>
        <p:cNvGrpSpPr/>
        <p:nvPr/>
      </p:nvGrpSpPr>
      <p:grpSpPr>
        <a:xfrm>
          <a:off x="0" y="0"/>
          <a:ext cx="0" cy="0"/>
          <a:chOff x="0" y="0"/>
          <a:chExt cx="0" cy="0"/>
        </a:xfrm>
      </p:grpSpPr>
      <p:sp>
        <p:nvSpPr>
          <p:cNvPr id="2266" name="Google Shape;2266;p50"/>
          <p:cNvSpPr txBox="1"/>
          <p:nvPr>
            <p:ph type="title"/>
          </p:nvPr>
        </p:nvSpPr>
        <p:spPr>
          <a:xfrm>
            <a:off x="713225" y="1779875"/>
            <a:ext cx="4500300" cy="147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sp>
        <p:nvSpPr>
          <p:cNvPr id="2267" name="Google Shape;2267;p50"/>
          <p:cNvSpPr/>
          <p:nvPr/>
        </p:nvSpPr>
        <p:spPr>
          <a:xfrm>
            <a:off x="6740950" y="0"/>
            <a:ext cx="26520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8" name="Google Shape;2268;p50"/>
          <p:cNvGrpSpPr/>
          <p:nvPr/>
        </p:nvGrpSpPr>
        <p:grpSpPr>
          <a:xfrm flipH="1">
            <a:off x="6740949" y="-555950"/>
            <a:ext cx="8692349" cy="5699591"/>
            <a:chOff x="1234141" y="-4"/>
            <a:chExt cx="1506760" cy="987986"/>
          </a:xfrm>
        </p:grpSpPr>
        <p:sp>
          <p:nvSpPr>
            <p:cNvPr id="2269" name="Google Shape;2269;p50"/>
            <p:cNvSpPr/>
            <p:nvPr/>
          </p:nvSpPr>
          <p:spPr>
            <a:xfrm>
              <a:off x="2720738" y="668453"/>
              <a:ext cx="14998" cy="4867"/>
            </a:xfrm>
            <a:custGeom>
              <a:rect b="b" l="l" r="r" t="t"/>
              <a:pathLst>
                <a:path extrusionOk="0" h="49" w="151">
                  <a:moveTo>
                    <a:pt x="1" y="0"/>
                  </a:moveTo>
                  <a:cubicBezTo>
                    <a:pt x="17" y="17"/>
                    <a:pt x="33" y="17"/>
                    <a:pt x="49" y="17"/>
                  </a:cubicBezTo>
                  <a:cubicBezTo>
                    <a:pt x="33" y="0"/>
                    <a:pt x="17" y="0"/>
                    <a:pt x="1" y="0"/>
                  </a:cubicBezTo>
                  <a:close/>
                  <a:moveTo>
                    <a:pt x="49" y="17"/>
                  </a:moveTo>
                  <a:cubicBezTo>
                    <a:pt x="81" y="33"/>
                    <a:pt x="118" y="49"/>
                    <a:pt x="150" y="49"/>
                  </a:cubicBezTo>
                  <a:lnTo>
                    <a:pt x="150" y="33"/>
                  </a:lnTo>
                  <a:cubicBezTo>
                    <a:pt x="118" y="33"/>
                    <a:pt x="81" y="17"/>
                    <a:pt x="4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0"/>
            <p:cNvSpPr/>
            <p:nvPr/>
          </p:nvSpPr>
          <p:spPr>
            <a:xfrm>
              <a:off x="1717655" y="455302"/>
              <a:ext cx="21752" cy="15793"/>
            </a:xfrm>
            <a:custGeom>
              <a:rect b="b" l="l" r="r" t="t"/>
              <a:pathLst>
                <a:path extrusionOk="0" h="159" w="219">
                  <a:moveTo>
                    <a:pt x="201" y="1"/>
                  </a:moveTo>
                  <a:cubicBezTo>
                    <a:pt x="189" y="1"/>
                    <a:pt x="177" y="10"/>
                    <a:pt x="166" y="10"/>
                  </a:cubicBezTo>
                  <a:cubicBezTo>
                    <a:pt x="134" y="42"/>
                    <a:pt x="81" y="74"/>
                    <a:pt x="49" y="111"/>
                  </a:cubicBezTo>
                  <a:lnTo>
                    <a:pt x="0" y="143"/>
                  </a:lnTo>
                  <a:lnTo>
                    <a:pt x="0" y="159"/>
                  </a:lnTo>
                  <a:lnTo>
                    <a:pt x="17" y="159"/>
                  </a:lnTo>
                  <a:lnTo>
                    <a:pt x="49" y="127"/>
                  </a:lnTo>
                  <a:cubicBezTo>
                    <a:pt x="101" y="90"/>
                    <a:pt x="134" y="58"/>
                    <a:pt x="182" y="26"/>
                  </a:cubicBezTo>
                  <a:cubicBezTo>
                    <a:pt x="202" y="10"/>
                    <a:pt x="202" y="10"/>
                    <a:pt x="219" y="10"/>
                  </a:cubicBezTo>
                  <a:cubicBezTo>
                    <a:pt x="213" y="3"/>
                    <a:pt x="207" y="1"/>
                    <a:pt x="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0"/>
            <p:cNvSpPr/>
            <p:nvPr/>
          </p:nvSpPr>
          <p:spPr>
            <a:xfrm>
              <a:off x="1679117" y="432556"/>
              <a:ext cx="56715" cy="43802"/>
            </a:xfrm>
            <a:custGeom>
              <a:rect b="b" l="l" r="r" t="t"/>
              <a:pathLst>
                <a:path extrusionOk="0" h="441" w="571">
                  <a:moveTo>
                    <a:pt x="570" y="0"/>
                  </a:moveTo>
                  <a:lnTo>
                    <a:pt x="570" y="0"/>
                  </a:lnTo>
                  <a:cubicBezTo>
                    <a:pt x="522" y="16"/>
                    <a:pt x="489" y="53"/>
                    <a:pt x="453" y="85"/>
                  </a:cubicBezTo>
                  <a:cubicBezTo>
                    <a:pt x="489" y="53"/>
                    <a:pt x="538" y="37"/>
                    <a:pt x="570" y="0"/>
                  </a:cubicBezTo>
                  <a:close/>
                  <a:moveTo>
                    <a:pt x="453" y="85"/>
                  </a:moveTo>
                  <a:cubicBezTo>
                    <a:pt x="437" y="85"/>
                    <a:pt x="421" y="101"/>
                    <a:pt x="388" y="117"/>
                  </a:cubicBezTo>
                  <a:cubicBezTo>
                    <a:pt x="352" y="154"/>
                    <a:pt x="304" y="202"/>
                    <a:pt x="251" y="239"/>
                  </a:cubicBezTo>
                  <a:cubicBezTo>
                    <a:pt x="186" y="271"/>
                    <a:pt x="134" y="319"/>
                    <a:pt x="65" y="372"/>
                  </a:cubicBezTo>
                  <a:cubicBezTo>
                    <a:pt x="49" y="388"/>
                    <a:pt x="33" y="404"/>
                    <a:pt x="1" y="420"/>
                  </a:cubicBezTo>
                  <a:lnTo>
                    <a:pt x="1" y="440"/>
                  </a:lnTo>
                  <a:lnTo>
                    <a:pt x="17" y="440"/>
                  </a:lnTo>
                  <a:cubicBezTo>
                    <a:pt x="33" y="420"/>
                    <a:pt x="49" y="404"/>
                    <a:pt x="65" y="388"/>
                  </a:cubicBezTo>
                  <a:cubicBezTo>
                    <a:pt x="134" y="340"/>
                    <a:pt x="203" y="287"/>
                    <a:pt x="267" y="239"/>
                  </a:cubicBezTo>
                  <a:cubicBezTo>
                    <a:pt x="304" y="202"/>
                    <a:pt x="352" y="170"/>
                    <a:pt x="405" y="138"/>
                  </a:cubicBezTo>
                  <a:cubicBezTo>
                    <a:pt x="421" y="117"/>
                    <a:pt x="437" y="101"/>
                    <a:pt x="453"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0"/>
            <p:cNvSpPr/>
            <p:nvPr/>
          </p:nvSpPr>
          <p:spPr>
            <a:xfrm>
              <a:off x="2339529" y="424114"/>
              <a:ext cx="16587" cy="8542"/>
            </a:xfrm>
            <a:custGeom>
              <a:rect b="b" l="l" r="r" t="t"/>
              <a:pathLst>
                <a:path extrusionOk="0" h="86" w="167">
                  <a:moveTo>
                    <a:pt x="1" y="0"/>
                  </a:moveTo>
                  <a:lnTo>
                    <a:pt x="1" y="21"/>
                  </a:lnTo>
                  <a:cubicBezTo>
                    <a:pt x="17" y="21"/>
                    <a:pt x="17" y="37"/>
                    <a:pt x="33" y="37"/>
                  </a:cubicBezTo>
                  <a:cubicBezTo>
                    <a:pt x="82" y="53"/>
                    <a:pt x="118" y="69"/>
                    <a:pt x="167" y="85"/>
                  </a:cubicBezTo>
                  <a:lnTo>
                    <a:pt x="167" y="69"/>
                  </a:lnTo>
                  <a:cubicBezTo>
                    <a:pt x="118" y="53"/>
                    <a:pt x="82" y="37"/>
                    <a:pt x="33" y="21"/>
                  </a:cubicBezTo>
                  <a:cubicBezTo>
                    <a:pt x="33" y="21"/>
                    <a:pt x="17" y="2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0"/>
            <p:cNvSpPr/>
            <p:nvPr/>
          </p:nvSpPr>
          <p:spPr>
            <a:xfrm>
              <a:off x="2281027" y="713348"/>
              <a:ext cx="1689" cy="13806"/>
            </a:xfrm>
            <a:custGeom>
              <a:rect b="b" l="l" r="r" t="t"/>
              <a:pathLst>
                <a:path extrusionOk="0" h="139" w="17">
                  <a:moveTo>
                    <a:pt x="16" y="1"/>
                  </a:moveTo>
                  <a:lnTo>
                    <a:pt x="0" y="17"/>
                  </a:lnTo>
                  <a:lnTo>
                    <a:pt x="0" y="86"/>
                  </a:lnTo>
                  <a:cubicBezTo>
                    <a:pt x="16" y="102"/>
                    <a:pt x="16" y="118"/>
                    <a:pt x="16" y="138"/>
                  </a:cubicBezTo>
                  <a:lnTo>
                    <a:pt x="16" y="86"/>
                  </a:lnTo>
                  <a:lnTo>
                    <a:pt x="16" y="17"/>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0"/>
            <p:cNvSpPr/>
            <p:nvPr/>
          </p:nvSpPr>
          <p:spPr>
            <a:xfrm>
              <a:off x="1667496" y="827373"/>
              <a:ext cx="65058" cy="36552"/>
            </a:xfrm>
            <a:custGeom>
              <a:rect b="b" l="l" r="r" t="t"/>
              <a:pathLst>
                <a:path extrusionOk="0" h="368" w="655">
                  <a:moveTo>
                    <a:pt x="639" y="0"/>
                  </a:moveTo>
                  <a:cubicBezTo>
                    <a:pt x="606" y="0"/>
                    <a:pt x="570" y="16"/>
                    <a:pt x="538" y="49"/>
                  </a:cubicBezTo>
                  <a:cubicBezTo>
                    <a:pt x="469" y="101"/>
                    <a:pt x="404" y="134"/>
                    <a:pt x="336" y="166"/>
                  </a:cubicBezTo>
                  <a:cubicBezTo>
                    <a:pt x="303" y="182"/>
                    <a:pt x="267" y="202"/>
                    <a:pt x="235" y="218"/>
                  </a:cubicBezTo>
                  <a:cubicBezTo>
                    <a:pt x="203" y="251"/>
                    <a:pt x="150" y="267"/>
                    <a:pt x="118" y="283"/>
                  </a:cubicBezTo>
                  <a:cubicBezTo>
                    <a:pt x="102" y="303"/>
                    <a:pt x="65" y="319"/>
                    <a:pt x="49" y="336"/>
                  </a:cubicBezTo>
                  <a:cubicBezTo>
                    <a:pt x="33" y="336"/>
                    <a:pt x="33" y="352"/>
                    <a:pt x="17" y="352"/>
                  </a:cubicBezTo>
                  <a:lnTo>
                    <a:pt x="1" y="352"/>
                  </a:lnTo>
                  <a:lnTo>
                    <a:pt x="1" y="368"/>
                  </a:lnTo>
                  <a:lnTo>
                    <a:pt x="17" y="368"/>
                  </a:lnTo>
                  <a:cubicBezTo>
                    <a:pt x="33" y="352"/>
                    <a:pt x="49" y="352"/>
                    <a:pt x="49" y="352"/>
                  </a:cubicBezTo>
                  <a:cubicBezTo>
                    <a:pt x="81" y="336"/>
                    <a:pt x="102" y="319"/>
                    <a:pt x="134" y="303"/>
                  </a:cubicBezTo>
                  <a:cubicBezTo>
                    <a:pt x="166" y="283"/>
                    <a:pt x="203" y="251"/>
                    <a:pt x="235" y="235"/>
                  </a:cubicBezTo>
                  <a:cubicBezTo>
                    <a:pt x="267" y="218"/>
                    <a:pt x="303" y="202"/>
                    <a:pt x="336" y="182"/>
                  </a:cubicBezTo>
                  <a:cubicBezTo>
                    <a:pt x="404" y="150"/>
                    <a:pt x="469" y="101"/>
                    <a:pt x="538" y="65"/>
                  </a:cubicBezTo>
                  <a:lnTo>
                    <a:pt x="554" y="49"/>
                  </a:lnTo>
                  <a:cubicBezTo>
                    <a:pt x="586" y="33"/>
                    <a:pt x="606" y="16"/>
                    <a:pt x="639" y="16"/>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0"/>
            <p:cNvSpPr/>
            <p:nvPr/>
          </p:nvSpPr>
          <p:spPr>
            <a:xfrm>
              <a:off x="2501628" y="454209"/>
              <a:ext cx="8542" cy="5264"/>
            </a:xfrm>
            <a:custGeom>
              <a:rect b="b" l="l" r="r" t="t"/>
              <a:pathLst>
                <a:path extrusionOk="0" h="53" w="86">
                  <a:moveTo>
                    <a:pt x="17" y="0"/>
                  </a:moveTo>
                  <a:lnTo>
                    <a:pt x="1" y="21"/>
                  </a:lnTo>
                  <a:cubicBezTo>
                    <a:pt x="17" y="21"/>
                    <a:pt x="33" y="21"/>
                    <a:pt x="49" y="37"/>
                  </a:cubicBezTo>
                  <a:cubicBezTo>
                    <a:pt x="49" y="37"/>
                    <a:pt x="66" y="53"/>
                    <a:pt x="86" y="53"/>
                  </a:cubicBezTo>
                  <a:lnTo>
                    <a:pt x="86" y="37"/>
                  </a:lnTo>
                  <a:cubicBezTo>
                    <a:pt x="66" y="37"/>
                    <a:pt x="66" y="21"/>
                    <a:pt x="49" y="21"/>
                  </a:cubicBezTo>
                  <a:cubicBezTo>
                    <a:pt x="33" y="21"/>
                    <a:pt x="1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0"/>
            <p:cNvSpPr/>
            <p:nvPr/>
          </p:nvSpPr>
          <p:spPr>
            <a:xfrm>
              <a:off x="2219247" y="900774"/>
              <a:ext cx="20163" cy="4867"/>
            </a:xfrm>
            <a:custGeom>
              <a:rect b="b" l="l" r="r" t="t"/>
              <a:pathLst>
                <a:path extrusionOk="0" h="49" w="203">
                  <a:moveTo>
                    <a:pt x="0" y="0"/>
                  </a:moveTo>
                  <a:lnTo>
                    <a:pt x="16" y="17"/>
                  </a:lnTo>
                  <a:cubicBezTo>
                    <a:pt x="65" y="17"/>
                    <a:pt x="101" y="33"/>
                    <a:pt x="150" y="49"/>
                  </a:cubicBezTo>
                  <a:lnTo>
                    <a:pt x="202" y="49"/>
                  </a:lnTo>
                  <a:lnTo>
                    <a:pt x="150" y="33"/>
                  </a:lnTo>
                  <a:cubicBezTo>
                    <a:pt x="117" y="17"/>
                    <a:pt x="65" y="17"/>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0"/>
            <p:cNvSpPr/>
            <p:nvPr/>
          </p:nvSpPr>
          <p:spPr>
            <a:xfrm>
              <a:off x="1762550" y="967819"/>
              <a:ext cx="45491" cy="20163"/>
            </a:xfrm>
            <a:custGeom>
              <a:rect b="b" l="l" r="r" t="t"/>
              <a:pathLst>
                <a:path extrusionOk="0" h="203" w="458">
                  <a:moveTo>
                    <a:pt x="457" y="0"/>
                  </a:moveTo>
                  <a:cubicBezTo>
                    <a:pt x="421" y="0"/>
                    <a:pt x="389" y="16"/>
                    <a:pt x="356" y="32"/>
                  </a:cubicBezTo>
                  <a:cubicBezTo>
                    <a:pt x="336" y="49"/>
                    <a:pt x="320" y="49"/>
                    <a:pt x="320" y="49"/>
                  </a:cubicBezTo>
                  <a:cubicBezTo>
                    <a:pt x="255" y="81"/>
                    <a:pt x="171" y="117"/>
                    <a:pt x="102" y="150"/>
                  </a:cubicBezTo>
                  <a:lnTo>
                    <a:pt x="1" y="182"/>
                  </a:lnTo>
                  <a:lnTo>
                    <a:pt x="1" y="202"/>
                  </a:lnTo>
                  <a:lnTo>
                    <a:pt x="17" y="202"/>
                  </a:lnTo>
                  <a:lnTo>
                    <a:pt x="102" y="166"/>
                  </a:lnTo>
                  <a:cubicBezTo>
                    <a:pt x="171" y="133"/>
                    <a:pt x="255" y="101"/>
                    <a:pt x="320" y="65"/>
                  </a:cubicBezTo>
                  <a:cubicBezTo>
                    <a:pt x="336" y="65"/>
                    <a:pt x="336" y="49"/>
                    <a:pt x="356" y="49"/>
                  </a:cubicBezTo>
                  <a:cubicBezTo>
                    <a:pt x="389" y="32"/>
                    <a:pt x="421" y="16"/>
                    <a:pt x="457" y="16"/>
                  </a:cubicBezTo>
                  <a:lnTo>
                    <a:pt x="4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0"/>
            <p:cNvSpPr/>
            <p:nvPr/>
          </p:nvSpPr>
          <p:spPr>
            <a:xfrm>
              <a:off x="2496463" y="491059"/>
              <a:ext cx="16985" cy="6953"/>
            </a:xfrm>
            <a:custGeom>
              <a:rect b="b" l="l" r="r" t="t"/>
              <a:pathLst>
                <a:path extrusionOk="0" h="70" w="171">
                  <a:moveTo>
                    <a:pt x="0" y="1"/>
                  </a:moveTo>
                  <a:lnTo>
                    <a:pt x="0" y="17"/>
                  </a:lnTo>
                  <a:lnTo>
                    <a:pt x="37" y="17"/>
                  </a:lnTo>
                  <a:cubicBezTo>
                    <a:pt x="17" y="1"/>
                    <a:pt x="17" y="1"/>
                    <a:pt x="0" y="1"/>
                  </a:cubicBezTo>
                  <a:close/>
                  <a:moveTo>
                    <a:pt x="37" y="17"/>
                  </a:moveTo>
                  <a:cubicBezTo>
                    <a:pt x="53" y="33"/>
                    <a:pt x="53" y="33"/>
                    <a:pt x="69" y="33"/>
                  </a:cubicBezTo>
                  <a:cubicBezTo>
                    <a:pt x="53" y="17"/>
                    <a:pt x="53" y="17"/>
                    <a:pt x="37" y="17"/>
                  </a:cubicBezTo>
                  <a:close/>
                  <a:moveTo>
                    <a:pt x="69" y="33"/>
                  </a:moveTo>
                  <a:cubicBezTo>
                    <a:pt x="101" y="53"/>
                    <a:pt x="138" y="70"/>
                    <a:pt x="170" y="70"/>
                  </a:cubicBezTo>
                  <a:cubicBezTo>
                    <a:pt x="138" y="53"/>
                    <a:pt x="101" y="33"/>
                    <a:pt x="69"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0"/>
            <p:cNvSpPr/>
            <p:nvPr/>
          </p:nvSpPr>
          <p:spPr>
            <a:xfrm>
              <a:off x="2463189" y="466228"/>
              <a:ext cx="73501" cy="28208"/>
            </a:xfrm>
            <a:custGeom>
              <a:rect b="b" l="l" r="r" t="t"/>
              <a:pathLst>
                <a:path extrusionOk="0" h="284" w="740">
                  <a:moveTo>
                    <a:pt x="0" y="1"/>
                  </a:moveTo>
                  <a:lnTo>
                    <a:pt x="16" y="17"/>
                  </a:lnTo>
                  <a:cubicBezTo>
                    <a:pt x="49" y="17"/>
                    <a:pt x="69" y="33"/>
                    <a:pt x="101" y="33"/>
                  </a:cubicBezTo>
                  <a:cubicBezTo>
                    <a:pt x="85" y="17"/>
                    <a:pt x="49" y="17"/>
                    <a:pt x="16" y="1"/>
                  </a:cubicBezTo>
                  <a:close/>
                  <a:moveTo>
                    <a:pt x="101" y="33"/>
                  </a:moveTo>
                  <a:lnTo>
                    <a:pt x="101" y="33"/>
                  </a:lnTo>
                  <a:cubicBezTo>
                    <a:pt x="150" y="65"/>
                    <a:pt x="202" y="81"/>
                    <a:pt x="251" y="101"/>
                  </a:cubicBezTo>
                  <a:cubicBezTo>
                    <a:pt x="303" y="118"/>
                    <a:pt x="352" y="134"/>
                    <a:pt x="404" y="166"/>
                  </a:cubicBezTo>
                  <a:cubicBezTo>
                    <a:pt x="453" y="182"/>
                    <a:pt x="489" y="202"/>
                    <a:pt x="537" y="219"/>
                  </a:cubicBezTo>
                  <a:cubicBezTo>
                    <a:pt x="606" y="235"/>
                    <a:pt x="675" y="267"/>
                    <a:pt x="739" y="283"/>
                  </a:cubicBezTo>
                  <a:cubicBezTo>
                    <a:pt x="675" y="251"/>
                    <a:pt x="606" y="219"/>
                    <a:pt x="537" y="202"/>
                  </a:cubicBezTo>
                  <a:cubicBezTo>
                    <a:pt x="505" y="182"/>
                    <a:pt x="453" y="166"/>
                    <a:pt x="404" y="150"/>
                  </a:cubicBezTo>
                  <a:cubicBezTo>
                    <a:pt x="352" y="134"/>
                    <a:pt x="303" y="118"/>
                    <a:pt x="251" y="81"/>
                  </a:cubicBezTo>
                  <a:cubicBezTo>
                    <a:pt x="202" y="65"/>
                    <a:pt x="150" y="49"/>
                    <a:pt x="10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0"/>
            <p:cNvSpPr/>
            <p:nvPr/>
          </p:nvSpPr>
          <p:spPr>
            <a:xfrm>
              <a:off x="1677528" y="499501"/>
              <a:ext cx="61879" cy="45094"/>
            </a:xfrm>
            <a:custGeom>
              <a:rect b="b" l="l" r="r" t="t"/>
              <a:pathLst>
                <a:path extrusionOk="0" h="454" w="623">
                  <a:moveTo>
                    <a:pt x="606" y="1"/>
                  </a:moveTo>
                  <a:cubicBezTo>
                    <a:pt x="586" y="1"/>
                    <a:pt x="554" y="17"/>
                    <a:pt x="538" y="33"/>
                  </a:cubicBezTo>
                  <a:lnTo>
                    <a:pt x="538" y="49"/>
                  </a:lnTo>
                  <a:lnTo>
                    <a:pt x="554" y="49"/>
                  </a:lnTo>
                  <a:cubicBezTo>
                    <a:pt x="570" y="33"/>
                    <a:pt x="586" y="17"/>
                    <a:pt x="606" y="17"/>
                  </a:cubicBezTo>
                  <a:lnTo>
                    <a:pt x="623" y="17"/>
                  </a:lnTo>
                  <a:lnTo>
                    <a:pt x="606" y="1"/>
                  </a:lnTo>
                  <a:close/>
                  <a:moveTo>
                    <a:pt x="538" y="49"/>
                  </a:moveTo>
                  <a:lnTo>
                    <a:pt x="538" y="49"/>
                  </a:lnTo>
                  <a:cubicBezTo>
                    <a:pt x="437" y="118"/>
                    <a:pt x="336" y="203"/>
                    <a:pt x="235" y="271"/>
                  </a:cubicBezTo>
                  <a:cubicBezTo>
                    <a:pt x="182" y="304"/>
                    <a:pt x="134" y="352"/>
                    <a:pt x="65" y="389"/>
                  </a:cubicBezTo>
                  <a:cubicBezTo>
                    <a:pt x="65" y="405"/>
                    <a:pt x="49" y="405"/>
                    <a:pt x="49" y="405"/>
                  </a:cubicBezTo>
                  <a:cubicBezTo>
                    <a:pt x="33" y="421"/>
                    <a:pt x="17" y="437"/>
                    <a:pt x="1" y="453"/>
                  </a:cubicBezTo>
                  <a:cubicBezTo>
                    <a:pt x="17" y="453"/>
                    <a:pt x="33" y="437"/>
                    <a:pt x="49" y="421"/>
                  </a:cubicBezTo>
                  <a:cubicBezTo>
                    <a:pt x="65" y="421"/>
                    <a:pt x="65" y="405"/>
                    <a:pt x="81" y="405"/>
                  </a:cubicBezTo>
                  <a:cubicBezTo>
                    <a:pt x="134" y="372"/>
                    <a:pt x="182" y="320"/>
                    <a:pt x="251" y="271"/>
                  </a:cubicBezTo>
                  <a:cubicBezTo>
                    <a:pt x="336" y="203"/>
                    <a:pt x="437" y="134"/>
                    <a:pt x="538"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0"/>
            <p:cNvSpPr/>
            <p:nvPr/>
          </p:nvSpPr>
          <p:spPr>
            <a:xfrm>
              <a:off x="2514937" y="459374"/>
              <a:ext cx="21752" cy="10131"/>
            </a:xfrm>
            <a:custGeom>
              <a:rect b="b" l="l" r="r" t="t"/>
              <a:pathLst>
                <a:path extrusionOk="0" h="102" w="219">
                  <a:moveTo>
                    <a:pt x="0" y="1"/>
                  </a:moveTo>
                  <a:lnTo>
                    <a:pt x="0" y="17"/>
                  </a:lnTo>
                  <a:cubicBezTo>
                    <a:pt x="16" y="17"/>
                    <a:pt x="33" y="33"/>
                    <a:pt x="53" y="33"/>
                  </a:cubicBezTo>
                  <a:cubicBezTo>
                    <a:pt x="85" y="49"/>
                    <a:pt x="134" y="70"/>
                    <a:pt x="170" y="86"/>
                  </a:cubicBezTo>
                  <a:lnTo>
                    <a:pt x="186" y="86"/>
                  </a:lnTo>
                  <a:lnTo>
                    <a:pt x="170" y="70"/>
                  </a:lnTo>
                  <a:cubicBezTo>
                    <a:pt x="134" y="49"/>
                    <a:pt x="85" y="33"/>
                    <a:pt x="53" y="17"/>
                  </a:cubicBezTo>
                  <a:cubicBezTo>
                    <a:pt x="33" y="17"/>
                    <a:pt x="16" y="17"/>
                    <a:pt x="0" y="1"/>
                  </a:cubicBezTo>
                  <a:close/>
                  <a:moveTo>
                    <a:pt x="186" y="86"/>
                  </a:moveTo>
                  <a:cubicBezTo>
                    <a:pt x="202" y="86"/>
                    <a:pt x="202" y="102"/>
                    <a:pt x="202" y="102"/>
                  </a:cubicBezTo>
                  <a:lnTo>
                    <a:pt x="218" y="102"/>
                  </a:lnTo>
                  <a:lnTo>
                    <a:pt x="218" y="8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0"/>
            <p:cNvSpPr/>
            <p:nvPr/>
          </p:nvSpPr>
          <p:spPr>
            <a:xfrm>
              <a:off x="1730866" y="935638"/>
              <a:ext cx="4966" cy="37048"/>
            </a:xfrm>
            <a:custGeom>
              <a:rect b="b" l="l" r="r" t="t"/>
              <a:pathLst>
                <a:path extrusionOk="0" h="373" w="50">
                  <a:moveTo>
                    <a:pt x="49" y="1"/>
                  </a:moveTo>
                  <a:cubicBezTo>
                    <a:pt x="33" y="21"/>
                    <a:pt x="33" y="37"/>
                    <a:pt x="33" y="52"/>
                  </a:cubicBezTo>
                  <a:lnTo>
                    <a:pt x="33" y="52"/>
                  </a:lnTo>
                  <a:cubicBezTo>
                    <a:pt x="33" y="37"/>
                    <a:pt x="33" y="21"/>
                    <a:pt x="49" y="21"/>
                  </a:cubicBezTo>
                  <a:lnTo>
                    <a:pt x="49" y="1"/>
                  </a:lnTo>
                  <a:close/>
                  <a:moveTo>
                    <a:pt x="33" y="102"/>
                  </a:moveTo>
                  <a:cubicBezTo>
                    <a:pt x="33" y="154"/>
                    <a:pt x="33" y="187"/>
                    <a:pt x="17" y="223"/>
                  </a:cubicBezTo>
                  <a:lnTo>
                    <a:pt x="17" y="272"/>
                  </a:lnTo>
                  <a:lnTo>
                    <a:pt x="17" y="324"/>
                  </a:lnTo>
                  <a:cubicBezTo>
                    <a:pt x="1" y="340"/>
                    <a:pt x="17" y="340"/>
                    <a:pt x="17" y="356"/>
                  </a:cubicBezTo>
                  <a:lnTo>
                    <a:pt x="17" y="373"/>
                  </a:lnTo>
                  <a:lnTo>
                    <a:pt x="33" y="356"/>
                  </a:lnTo>
                  <a:lnTo>
                    <a:pt x="17" y="340"/>
                  </a:lnTo>
                  <a:cubicBezTo>
                    <a:pt x="33" y="304"/>
                    <a:pt x="33" y="288"/>
                    <a:pt x="33" y="272"/>
                  </a:cubicBezTo>
                  <a:lnTo>
                    <a:pt x="33" y="223"/>
                  </a:lnTo>
                  <a:lnTo>
                    <a:pt x="33" y="10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0"/>
            <p:cNvSpPr/>
            <p:nvPr/>
          </p:nvSpPr>
          <p:spPr>
            <a:xfrm>
              <a:off x="2536590" y="701727"/>
              <a:ext cx="16985" cy="6953"/>
            </a:xfrm>
            <a:custGeom>
              <a:rect b="b" l="l" r="r" t="t"/>
              <a:pathLst>
                <a:path extrusionOk="0" h="70" w="171">
                  <a:moveTo>
                    <a:pt x="0" y="1"/>
                  </a:moveTo>
                  <a:lnTo>
                    <a:pt x="0" y="17"/>
                  </a:lnTo>
                  <a:cubicBezTo>
                    <a:pt x="37" y="17"/>
                    <a:pt x="69" y="33"/>
                    <a:pt x="85" y="33"/>
                  </a:cubicBezTo>
                  <a:cubicBezTo>
                    <a:pt x="69" y="17"/>
                    <a:pt x="37" y="17"/>
                    <a:pt x="0" y="1"/>
                  </a:cubicBezTo>
                  <a:close/>
                  <a:moveTo>
                    <a:pt x="85" y="33"/>
                  </a:moveTo>
                  <a:cubicBezTo>
                    <a:pt x="118" y="53"/>
                    <a:pt x="138" y="53"/>
                    <a:pt x="170" y="69"/>
                  </a:cubicBezTo>
                  <a:lnTo>
                    <a:pt x="170" y="53"/>
                  </a:lnTo>
                  <a:cubicBezTo>
                    <a:pt x="138" y="53"/>
                    <a:pt x="118" y="33"/>
                    <a:pt x="85"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0"/>
            <p:cNvSpPr/>
            <p:nvPr/>
          </p:nvSpPr>
          <p:spPr>
            <a:xfrm>
              <a:off x="1739308" y="902364"/>
              <a:ext cx="70322" cy="33373"/>
            </a:xfrm>
            <a:custGeom>
              <a:rect b="b" l="l" r="r" t="t"/>
              <a:pathLst>
                <a:path extrusionOk="0" h="336" w="708">
                  <a:moveTo>
                    <a:pt x="708" y="1"/>
                  </a:moveTo>
                  <a:cubicBezTo>
                    <a:pt x="671" y="1"/>
                    <a:pt x="639" y="17"/>
                    <a:pt x="607" y="33"/>
                  </a:cubicBezTo>
                  <a:lnTo>
                    <a:pt x="590" y="53"/>
                  </a:lnTo>
                  <a:lnTo>
                    <a:pt x="623" y="53"/>
                  </a:lnTo>
                  <a:cubicBezTo>
                    <a:pt x="639" y="33"/>
                    <a:pt x="671" y="17"/>
                    <a:pt x="708" y="17"/>
                  </a:cubicBezTo>
                  <a:lnTo>
                    <a:pt x="708" y="1"/>
                  </a:lnTo>
                  <a:close/>
                  <a:moveTo>
                    <a:pt x="590" y="53"/>
                  </a:moveTo>
                  <a:lnTo>
                    <a:pt x="590" y="53"/>
                  </a:lnTo>
                  <a:cubicBezTo>
                    <a:pt x="522" y="85"/>
                    <a:pt x="437" y="118"/>
                    <a:pt x="368" y="154"/>
                  </a:cubicBezTo>
                  <a:cubicBezTo>
                    <a:pt x="320" y="170"/>
                    <a:pt x="267" y="203"/>
                    <a:pt x="235" y="219"/>
                  </a:cubicBezTo>
                  <a:cubicBezTo>
                    <a:pt x="203" y="235"/>
                    <a:pt x="166" y="255"/>
                    <a:pt x="134" y="271"/>
                  </a:cubicBezTo>
                  <a:cubicBezTo>
                    <a:pt x="102" y="287"/>
                    <a:pt x="49" y="304"/>
                    <a:pt x="1" y="336"/>
                  </a:cubicBezTo>
                  <a:cubicBezTo>
                    <a:pt x="49" y="320"/>
                    <a:pt x="102" y="304"/>
                    <a:pt x="150" y="271"/>
                  </a:cubicBezTo>
                  <a:cubicBezTo>
                    <a:pt x="166" y="271"/>
                    <a:pt x="203" y="255"/>
                    <a:pt x="235" y="235"/>
                  </a:cubicBezTo>
                  <a:cubicBezTo>
                    <a:pt x="287" y="203"/>
                    <a:pt x="320" y="186"/>
                    <a:pt x="368" y="170"/>
                  </a:cubicBezTo>
                  <a:cubicBezTo>
                    <a:pt x="437" y="134"/>
                    <a:pt x="522" y="85"/>
                    <a:pt x="590"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0"/>
            <p:cNvSpPr/>
            <p:nvPr/>
          </p:nvSpPr>
          <p:spPr>
            <a:xfrm>
              <a:off x="1677528" y="747119"/>
              <a:ext cx="56715" cy="34962"/>
            </a:xfrm>
            <a:custGeom>
              <a:rect b="b" l="l" r="r" t="t"/>
              <a:pathLst>
                <a:path extrusionOk="0" h="352" w="571">
                  <a:moveTo>
                    <a:pt x="570" y="0"/>
                  </a:moveTo>
                  <a:cubicBezTo>
                    <a:pt x="538" y="0"/>
                    <a:pt x="505" y="16"/>
                    <a:pt x="485" y="33"/>
                  </a:cubicBezTo>
                  <a:cubicBezTo>
                    <a:pt x="421" y="65"/>
                    <a:pt x="368" y="117"/>
                    <a:pt x="320" y="150"/>
                  </a:cubicBezTo>
                  <a:cubicBezTo>
                    <a:pt x="368" y="117"/>
                    <a:pt x="437" y="81"/>
                    <a:pt x="485" y="49"/>
                  </a:cubicBezTo>
                  <a:lnTo>
                    <a:pt x="505" y="49"/>
                  </a:lnTo>
                  <a:cubicBezTo>
                    <a:pt x="522" y="33"/>
                    <a:pt x="538" y="16"/>
                    <a:pt x="570" y="16"/>
                  </a:cubicBezTo>
                  <a:lnTo>
                    <a:pt x="570" y="0"/>
                  </a:lnTo>
                  <a:close/>
                  <a:moveTo>
                    <a:pt x="320" y="150"/>
                  </a:moveTo>
                  <a:cubicBezTo>
                    <a:pt x="251" y="182"/>
                    <a:pt x="166" y="235"/>
                    <a:pt x="102" y="283"/>
                  </a:cubicBezTo>
                  <a:cubicBezTo>
                    <a:pt x="81" y="283"/>
                    <a:pt x="65" y="303"/>
                    <a:pt x="33" y="319"/>
                  </a:cubicBezTo>
                  <a:cubicBezTo>
                    <a:pt x="33" y="319"/>
                    <a:pt x="17" y="336"/>
                    <a:pt x="1" y="336"/>
                  </a:cubicBezTo>
                  <a:lnTo>
                    <a:pt x="1" y="352"/>
                  </a:lnTo>
                  <a:lnTo>
                    <a:pt x="17" y="352"/>
                  </a:lnTo>
                  <a:cubicBezTo>
                    <a:pt x="17" y="336"/>
                    <a:pt x="33" y="336"/>
                    <a:pt x="49" y="336"/>
                  </a:cubicBezTo>
                  <a:cubicBezTo>
                    <a:pt x="65" y="319"/>
                    <a:pt x="81" y="303"/>
                    <a:pt x="118" y="283"/>
                  </a:cubicBezTo>
                  <a:cubicBezTo>
                    <a:pt x="182" y="235"/>
                    <a:pt x="251" y="202"/>
                    <a:pt x="320" y="1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0"/>
            <p:cNvSpPr/>
            <p:nvPr/>
          </p:nvSpPr>
          <p:spPr>
            <a:xfrm>
              <a:off x="2488020" y="674909"/>
              <a:ext cx="45491" cy="13707"/>
            </a:xfrm>
            <a:custGeom>
              <a:rect b="b" l="l" r="r" t="t"/>
              <a:pathLst>
                <a:path extrusionOk="0" h="138" w="458">
                  <a:moveTo>
                    <a:pt x="1" y="0"/>
                  </a:moveTo>
                  <a:lnTo>
                    <a:pt x="21" y="20"/>
                  </a:lnTo>
                  <a:cubicBezTo>
                    <a:pt x="37" y="20"/>
                    <a:pt x="69" y="20"/>
                    <a:pt x="85" y="36"/>
                  </a:cubicBezTo>
                  <a:cubicBezTo>
                    <a:pt x="102" y="36"/>
                    <a:pt x="122" y="36"/>
                    <a:pt x="138" y="53"/>
                  </a:cubicBezTo>
                  <a:cubicBezTo>
                    <a:pt x="154" y="53"/>
                    <a:pt x="186" y="69"/>
                    <a:pt x="223" y="69"/>
                  </a:cubicBezTo>
                  <a:cubicBezTo>
                    <a:pt x="255" y="85"/>
                    <a:pt x="287" y="85"/>
                    <a:pt x="324" y="101"/>
                  </a:cubicBezTo>
                  <a:cubicBezTo>
                    <a:pt x="340" y="101"/>
                    <a:pt x="356" y="121"/>
                    <a:pt x="372" y="121"/>
                  </a:cubicBezTo>
                  <a:cubicBezTo>
                    <a:pt x="388" y="121"/>
                    <a:pt x="405" y="121"/>
                    <a:pt x="425" y="137"/>
                  </a:cubicBezTo>
                  <a:lnTo>
                    <a:pt x="457" y="137"/>
                  </a:lnTo>
                  <a:lnTo>
                    <a:pt x="457" y="121"/>
                  </a:lnTo>
                  <a:lnTo>
                    <a:pt x="425" y="121"/>
                  </a:lnTo>
                  <a:cubicBezTo>
                    <a:pt x="405" y="121"/>
                    <a:pt x="388" y="101"/>
                    <a:pt x="372" y="101"/>
                  </a:cubicBezTo>
                  <a:cubicBezTo>
                    <a:pt x="356" y="101"/>
                    <a:pt x="340" y="85"/>
                    <a:pt x="324" y="85"/>
                  </a:cubicBezTo>
                  <a:cubicBezTo>
                    <a:pt x="287" y="85"/>
                    <a:pt x="255" y="69"/>
                    <a:pt x="223" y="53"/>
                  </a:cubicBezTo>
                  <a:cubicBezTo>
                    <a:pt x="186" y="53"/>
                    <a:pt x="170" y="36"/>
                    <a:pt x="138" y="36"/>
                  </a:cubicBezTo>
                  <a:cubicBezTo>
                    <a:pt x="122" y="36"/>
                    <a:pt x="102" y="20"/>
                    <a:pt x="102" y="20"/>
                  </a:cubicBezTo>
                  <a:cubicBezTo>
                    <a:pt x="69" y="20"/>
                    <a:pt x="53" y="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0"/>
            <p:cNvSpPr/>
            <p:nvPr/>
          </p:nvSpPr>
          <p:spPr>
            <a:xfrm>
              <a:off x="2486431" y="531186"/>
              <a:ext cx="15296" cy="6953"/>
            </a:xfrm>
            <a:custGeom>
              <a:rect b="b" l="l" r="r" t="t"/>
              <a:pathLst>
                <a:path extrusionOk="0" h="70" w="154">
                  <a:moveTo>
                    <a:pt x="0" y="1"/>
                  </a:moveTo>
                  <a:lnTo>
                    <a:pt x="0" y="17"/>
                  </a:lnTo>
                  <a:cubicBezTo>
                    <a:pt x="37" y="17"/>
                    <a:pt x="53" y="33"/>
                    <a:pt x="69" y="33"/>
                  </a:cubicBezTo>
                  <a:cubicBezTo>
                    <a:pt x="101" y="53"/>
                    <a:pt x="118" y="53"/>
                    <a:pt x="138" y="70"/>
                  </a:cubicBezTo>
                  <a:lnTo>
                    <a:pt x="154" y="53"/>
                  </a:lnTo>
                  <a:lnTo>
                    <a:pt x="138" y="53"/>
                  </a:lnTo>
                  <a:cubicBezTo>
                    <a:pt x="118" y="53"/>
                    <a:pt x="101" y="33"/>
                    <a:pt x="85" y="33"/>
                  </a:cubicBezTo>
                  <a:cubicBezTo>
                    <a:pt x="53" y="17"/>
                    <a:pt x="37" y="1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0"/>
            <p:cNvSpPr/>
            <p:nvPr/>
          </p:nvSpPr>
          <p:spPr>
            <a:xfrm>
              <a:off x="2272584" y="406037"/>
              <a:ext cx="21752" cy="8145"/>
            </a:xfrm>
            <a:custGeom>
              <a:rect b="b" l="l" r="r" t="t"/>
              <a:pathLst>
                <a:path extrusionOk="0" h="82" w="219">
                  <a:moveTo>
                    <a:pt x="0" y="1"/>
                  </a:moveTo>
                  <a:lnTo>
                    <a:pt x="0" y="17"/>
                  </a:lnTo>
                  <a:lnTo>
                    <a:pt x="202" y="81"/>
                  </a:lnTo>
                  <a:lnTo>
                    <a:pt x="218" y="81"/>
                  </a:lnTo>
                  <a:lnTo>
                    <a:pt x="202" y="6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0"/>
            <p:cNvSpPr/>
            <p:nvPr/>
          </p:nvSpPr>
          <p:spPr>
            <a:xfrm>
              <a:off x="2285794" y="795291"/>
              <a:ext cx="110449" cy="38538"/>
            </a:xfrm>
            <a:custGeom>
              <a:rect b="b" l="l" r="r" t="t"/>
              <a:pathLst>
                <a:path extrusionOk="0" h="388" w="1112">
                  <a:moveTo>
                    <a:pt x="17" y="0"/>
                  </a:moveTo>
                  <a:cubicBezTo>
                    <a:pt x="1" y="20"/>
                    <a:pt x="1" y="36"/>
                    <a:pt x="1" y="36"/>
                  </a:cubicBezTo>
                  <a:cubicBezTo>
                    <a:pt x="1" y="53"/>
                    <a:pt x="17" y="69"/>
                    <a:pt x="37" y="85"/>
                  </a:cubicBezTo>
                  <a:cubicBezTo>
                    <a:pt x="53" y="101"/>
                    <a:pt x="85" y="101"/>
                    <a:pt x="102" y="101"/>
                  </a:cubicBezTo>
                  <a:cubicBezTo>
                    <a:pt x="102" y="101"/>
                    <a:pt x="118" y="101"/>
                    <a:pt x="138" y="121"/>
                  </a:cubicBezTo>
                  <a:cubicBezTo>
                    <a:pt x="186" y="137"/>
                    <a:pt x="255" y="154"/>
                    <a:pt x="304" y="170"/>
                  </a:cubicBezTo>
                  <a:cubicBezTo>
                    <a:pt x="356" y="186"/>
                    <a:pt x="405" y="186"/>
                    <a:pt x="457" y="202"/>
                  </a:cubicBezTo>
                  <a:cubicBezTo>
                    <a:pt x="675" y="271"/>
                    <a:pt x="877" y="339"/>
                    <a:pt x="1063" y="388"/>
                  </a:cubicBezTo>
                  <a:cubicBezTo>
                    <a:pt x="877" y="323"/>
                    <a:pt x="675" y="271"/>
                    <a:pt x="473" y="202"/>
                  </a:cubicBezTo>
                  <a:cubicBezTo>
                    <a:pt x="421" y="186"/>
                    <a:pt x="356" y="170"/>
                    <a:pt x="304" y="154"/>
                  </a:cubicBezTo>
                  <a:cubicBezTo>
                    <a:pt x="255" y="137"/>
                    <a:pt x="186" y="121"/>
                    <a:pt x="138" y="101"/>
                  </a:cubicBezTo>
                  <a:cubicBezTo>
                    <a:pt x="118" y="101"/>
                    <a:pt x="118" y="101"/>
                    <a:pt x="102" y="85"/>
                  </a:cubicBezTo>
                  <a:cubicBezTo>
                    <a:pt x="85" y="85"/>
                    <a:pt x="69" y="85"/>
                    <a:pt x="37" y="69"/>
                  </a:cubicBezTo>
                  <a:cubicBezTo>
                    <a:pt x="17" y="53"/>
                    <a:pt x="17" y="53"/>
                    <a:pt x="17" y="36"/>
                  </a:cubicBezTo>
                  <a:cubicBezTo>
                    <a:pt x="17" y="36"/>
                    <a:pt x="17" y="20"/>
                    <a:pt x="37" y="20"/>
                  </a:cubicBezTo>
                  <a:lnTo>
                    <a:pt x="37" y="0"/>
                  </a:lnTo>
                  <a:close/>
                  <a:moveTo>
                    <a:pt x="1063" y="238"/>
                  </a:moveTo>
                  <a:lnTo>
                    <a:pt x="1063" y="255"/>
                  </a:lnTo>
                  <a:cubicBezTo>
                    <a:pt x="1079" y="255"/>
                    <a:pt x="1079" y="271"/>
                    <a:pt x="1079" y="287"/>
                  </a:cubicBezTo>
                  <a:lnTo>
                    <a:pt x="1079" y="303"/>
                  </a:lnTo>
                  <a:lnTo>
                    <a:pt x="1079" y="339"/>
                  </a:lnTo>
                  <a:cubicBezTo>
                    <a:pt x="1095" y="356"/>
                    <a:pt x="1095" y="372"/>
                    <a:pt x="1079" y="388"/>
                  </a:cubicBezTo>
                  <a:cubicBezTo>
                    <a:pt x="1095" y="372"/>
                    <a:pt x="1112" y="356"/>
                    <a:pt x="1095" y="323"/>
                  </a:cubicBezTo>
                  <a:lnTo>
                    <a:pt x="1095" y="303"/>
                  </a:lnTo>
                  <a:lnTo>
                    <a:pt x="1095" y="287"/>
                  </a:lnTo>
                  <a:cubicBezTo>
                    <a:pt x="1095" y="271"/>
                    <a:pt x="1095" y="255"/>
                    <a:pt x="1079" y="2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0"/>
            <p:cNvSpPr/>
            <p:nvPr/>
          </p:nvSpPr>
          <p:spPr>
            <a:xfrm>
              <a:off x="2474810" y="464241"/>
              <a:ext cx="16885" cy="6853"/>
            </a:xfrm>
            <a:custGeom>
              <a:rect b="b" l="l" r="r" t="t"/>
              <a:pathLst>
                <a:path extrusionOk="0" h="69" w="170">
                  <a:moveTo>
                    <a:pt x="0" y="0"/>
                  </a:moveTo>
                  <a:cubicBezTo>
                    <a:pt x="33" y="21"/>
                    <a:pt x="53" y="37"/>
                    <a:pt x="85" y="37"/>
                  </a:cubicBezTo>
                  <a:cubicBezTo>
                    <a:pt x="69" y="21"/>
                    <a:pt x="33" y="0"/>
                    <a:pt x="0" y="0"/>
                  </a:cubicBezTo>
                  <a:close/>
                  <a:moveTo>
                    <a:pt x="85" y="37"/>
                  </a:moveTo>
                  <a:cubicBezTo>
                    <a:pt x="101" y="53"/>
                    <a:pt x="134" y="53"/>
                    <a:pt x="154" y="69"/>
                  </a:cubicBezTo>
                  <a:lnTo>
                    <a:pt x="170" y="69"/>
                  </a:lnTo>
                  <a:lnTo>
                    <a:pt x="170" y="53"/>
                  </a:lnTo>
                  <a:cubicBezTo>
                    <a:pt x="134" y="53"/>
                    <a:pt x="117"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0"/>
            <p:cNvSpPr/>
            <p:nvPr/>
          </p:nvSpPr>
          <p:spPr>
            <a:xfrm>
              <a:off x="1670675" y="694973"/>
              <a:ext cx="63568" cy="40227"/>
            </a:xfrm>
            <a:custGeom>
              <a:rect b="b" l="l" r="r" t="t"/>
              <a:pathLst>
                <a:path extrusionOk="0" h="405" w="640">
                  <a:moveTo>
                    <a:pt x="639" y="0"/>
                  </a:moveTo>
                  <a:cubicBezTo>
                    <a:pt x="607" y="0"/>
                    <a:pt x="591" y="20"/>
                    <a:pt x="574" y="36"/>
                  </a:cubicBezTo>
                  <a:cubicBezTo>
                    <a:pt x="591" y="20"/>
                    <a:pt x="623" y="20"/>
                    <a:pt x="639" y="20"/>
                  </a:cubicBezTo>
                  <a:lnTo>
                    <a:pt x="639" y="0"/>
                  </a:lnTo>
                  <a:close/>
                  <a:moveTo>
                    <a:pt x="554" y="36"/>
                  </a:moveTo>
                  <a:cubicBezTo>
                    <a:pt x="453" y="101"/>
                    <a:pt x="372" y="154"/>
                    <a:pt x="271" y="222"/>
                  </a:cubicBezTo>
                  <a:cubicBezTo>
                    <a:pt x="219" y="255"/>
                    <a:pt x="150" y="303"/>
                    <a:pt x="102" y="339"/>
                  </a:cubicBezTo>
                  <a:cubicBezTo>
                    <a:pt x="171" y="303"/>
                    <a:pt x="219" y="271"/>
                    <a:pt x="288" y="238"/>
                  </a:cubicBezTo>
                  <a:cubicBezTo>
                    <a:pt x="372" y="170"/>
                    <a:pt x="473" y="101"/>
                    <a:pt x="554" y="53"/>
                  </a:cubicBezTo>
                  <a:lnTo>
                    <a:pt x="574" y="36"/>
                  </a:lnTo>
                  <a:close/>
                  <a:moveTo>
                    <a:pt x="102" y="339"/>
                  </a:moveTo>
                  <a:cubicBezTo>
                    <a:pt x="86" y="339"/>
                    <a:pt x="86" y="339"/>
                    <a:pt x="70" y="356"/>
                  </a:cubicBezTo>
                  <a:cubicBezTo>
                    <a:pt x="49" y="372"/>
                    <a:pt x="17" y="388"/>
                    <a:pt x="1" y="404"/>
                  </a:cubicBezTo>
                  <a:cubicBezTo>
                    <a:pt x="33" y="388"/>
                    <a:pt x="49" y="372"/>
                    <a:pt x="86" y="356"/>
                  </a:cubicBezTo>
                  <a:cubicBezTo>
                    <a:pt x="86" y="356"/>
                    <a:pt x="102" y="356"/>
                    <a:pt x="102" y="3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0"/>
            <p:cNvSpPr/>
            <p:nvPr/>
          </p:nvSpPr>
          <p:spPr>
            <a:xfrm>
              <a:off x="2247256" y="900774"/>
              <a:ext cx="20163" cy="4867"/>
            </a:xfrm>
            <a:custGeom>
              <a:rect b="b" l="l" r="r" t="t"/>
              <a:pathLst>
                <a:path extrusionOk="0" h="49" w="203">
                  <a:moveTo>
                    <a:pt x="1" y="0"/>
                  </a:moveTo>
                  <a:cubicBezTo>
                    <a:pt x="53" y="17"/>
                    <a:pt x="102" y="33"/>
                    <a:pt x="138" y="33"/>
                  </a:cubicBezTo>
                  <a:cubicBezTo>
                    <a:pt x="102" y="17"/>
                    <a:pt x="53" y="0"/>
                    <a:pt x="1" y="0"/>
                  </a:cubicBezTo>
                  <a:close/>
                  <a:moveTo>
                    <a:pt x="138" y="33"/>
                  </a:moveTo>
                  <a:cubicBezTo>
                    <a:pt x="154" y="49"/>
                    <a:pt x="187" y="49"/>
                    <a:pt x="203" y="49"/>
                  </a:cubicBezTo>
                  <a:cubicBezTo>
                    <a:pt x="187" y="33"/>
                    <a:pt x="171" y="33"/>
                    <a:pt x="138"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0"/>
            <p:cNvSpPr/>
            <p:nvPr/>
          </p:nvSpPr>
          <p:spPr>
            <a:xfrm>
              <a:off x="2357606" y="593066"/>
              <a:ext cx="16985" cy="5264"/>
            </a:xfrm>
            <a:custGeom>
              <a:rect b="b" l="l" r="r" t="t"/>
              <a:pathLst>
                <a:path extrusionOk="0" h="53" w="171">
                  <a:moveTo>
                    <a:pt x="1" y="0"/>
                  </a:moveTo>
                  <a:lnTo>
                    <a:pt x="21" y="16"/>
                  </a:lnTo>
                  <a:lnTo>
                    <a:pt x="53" y="16"/>
                  </a:lnTo>
                  <a:cubicBezTo>
                    <a:pt x="53" y="16"/>
                    <a:pt x="37" y="0"/>
                    <a:pt x="21" y="0"/>
                  </a:cubicBezTo>
                  <a:close/>
                  <a:moveTo>
                    <a:pt x="53" y="16"/>
                  </a:moveTo>
                  <a:cubicBezTo>
                    <a:pt x="69" y="36"/>
                    <a:pt x="86" y="36"/>
                    <a:pt x="102" y="36"/>
                  </a:cubicBezTo>
                  <a:cubicBezTo>
                    <a:pt x="122" y="53"/>
                    <a:pt x="138" y="53"/>
                    <a:pt x="154" y="53"/>
                  </a:cubicBezTo>
                  <a:lnTo>
                    <a:pt x="170" y="53"/>
                  </a:lnTo>
                  <a:lnTo>
                    <a:pt x="170" y="36"/>
                  </a:lnTo>
                  <a:cubicBezTo>
                    <a:pt x="161" y="41"/>
                    <a:pt x="153" y="43"/>
                    <a:pt x="146" y="43"/>
                  </a:cubicBezTo>
                  <a:cubicBezTo>
                    <a:pt x="129" y="43"/>
                    <a:pt x="116" y="31"/>
                    <a:pt x="102"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0"/>
            <p:cNvSpPr/>
            <p:nvPr/>
          </p:nvSpPr>
          <p:spPr>
            <a:xfrm>
              <a:off x="2284205" y="755164"/>
              <a:ext cx="3278" cy="22149"/>
            </a:xfrm>
            <a:custGeom>
              <a:rect b="b" l="l" r="r" t="t"/>
              <a:pathLst>
                <a:path extrusionOk="0" h="223" w="33">
                  <a:moveTo>
                    <a:pt x="0" y="0"/>
                  </a:moveTo>
                  <a:lnTo>
                    <a:pt x="0" y="20"/>
                  </a:lnTo>
                  <a:lnTo>
                    <a:pt x="0" y="137"/>
                  </a:lnTo>
                  <a:lnTo>
                    <a:pt x="0" y="170"/>
                  </a:lnTo>
                  <a:cubicBezTo>
                    <a:pt x="0" y="186"/>
                    <a:pt x="0" y="186"/>
                    <a:pt x="17" y="202"/>
                  </a:cubicBezTo>
                  <a:lnTo>
                    <a:pt x="17" y="170"/>
                  </a:lnTo>
                  <a:lnTo>
                    <a:pt x="17" y="137"/>
                  </a:lnTo>
                  <a:cubicBezTo>
                    <a:pt x="17" y="101"/>
                    <a:pt x="0" y="53"/>
                    <a:pt x="17" y="20"/>
                  </a:cubicBezTo>
                  <a:lnTo>
                    <a:pt x="0" y="0"/>
                  </a:lnTo>
                  <a:close/>
                  <a:moveTo>
                    <a:pt x="17" y="202"/>
                  </a:moveTo>
                  <a:cubicBezTo>
                    <a:pt x="17" y="222"/>
                    <a:pt x="17" y="222"/>
                    <a:pt x="33" y="222"/>
                  </a:cubicBezTo>
                  <a:lnTo>
                    <a:pt x="33" y="20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0"/>
            <p:cNvSpPr/>
            <p:nvPr/>
          </p:nvSpPr>
          <p:spPr>
            <a:xfrm>
              <a:off x="1677528" y="506355"/>
              <a:ext cx="61879" cy="44994"/>
            </a:xfrm>
            <a:custGeom>
              <a:rect b="b" l="l" r="r" t="t"/>
              <a:pathLst>
                <a:path extrusionOk="0" h="453" w="623">
                  <a:moveTo>
                    <a:pt x="606" y="0"/>
                  </a:moveTo>
                  <a:cubicBezTo>
                    <a:pt x="570" y="17"/>
                    <a:pt x="538" y="33"/>
                    <a:pt x="505" y="65"/>
                  </a:cubicBezTo>
                  <a:cubicBezTo>
                    <a:pt x="505" y="65"/>
                    <a:pt x="485" y="65"/>
                    <a:pt x="485" y="81"/>
                  </a:cubicBezTo>
                  <a:cubicBezTo>
                    <a:pt x="368" y="166"/>
                    <a:pt x="235" y="251"/>
                    <a:pt x="134" y="352"/>
                  </a:cubicBezTo>
                  <a:cubicBezTo>
                    <a:pt x="251" y="267"/>
                    <a:pt x="368" y="182"/>
                    <a:pt x="485" y="101"/>
                  </a:cubicBezTo>
                  <a:cubicBezTo>
                    <a:pt x="505" y="81"/>
                    <a:pt x="505" y="81"/>
                    <a:pt x="522" y="65"/>
                  </a:cubicBezTo>
                  <a:cubicBezTo>
                    <a:pt x="538" y="49"/>
                    <a:pt x="570" y="17"/>
                    <a:pt x="606" y="17"/>
                  </a:cubicBezTo>
                  <a:lnTo>
                    <a:pt x="623" y="0"/>
                  </a:lnTo>
                  <a:close/>
                  <a:moveTo>
                    <a:pt x="134" y="352"/>
                  </a:moveTo>
                  <a:cubicBezTo>
                    <a:pt x="81" y="384"/>
                    <a:pt x="49" y="404"/>
                    <a:pt x="1" y="437"/>
                  </a:cubicBezTo>
                  <a:lnTo>
                    <a:pt x="1" y="453"/>
                  </a:lnTo>
                  <a:lnTo>
                    <a:pt x="17" y="453"/>
                  </a:lnTo>
                  <a:cubicBezTo>
                    <a:pt x="49" y="421"/>
                    <a:pt x="102" y="384"/>
                    <a:pt x="134" y="3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0"/>
            <p:cNvSpPr/>
            <p:nvPr/>
          </p:nvSpPr>
          <p:spPr>
            <a:xfrm>
              <a:off x="1679117" y="419247"/>
              <a:ext cx="56715" cy="45094"/>
            </a:xfrm>
            <a:custGeom>
              <a:rect b="b" l="l" r="r" t="t"/>
              <a:pathLst>
                <a:path extrusionOk="0" h="454" w="571">
                  <a:moveTo>
                    <a:pt x="554" y="1"/>
                  </a:moveTo>
                  <a:cubicBezTo>
                    <a:pt x="453" y="86"/>
                    <a:pt x="352" y="171"/>
                    <a:pt x="235" y="251"/>
                  </a:cubicBezTo>
                  <a:lnTo>
                    <a:pt x="186" y="288"/>
                  </a:lnTo>
                  <a:cubicBezTo>
                    <a:pt x="118" y="336"/>
                    <a:pt x="65" y="389"/>
                    <a:pt x="1" y="437"/>
                  </a:cubicBezTo>
                  <a:lnTo>
                    <a:pt x="1" y="453"/>
                  </a:lnTo>
                  <a:lnTo>
                    <a:pt x="17" y="453"/>
                  </a:lnTo>
                  <a:cubicBezTo>
                    <a:pt x="65" y="405"/>
                    <a:pt x="134" y="352"/>
                    <a:pt x="203" y="304"/>
                  </a:cubicBezTo>
                  <a:lnTo>
                    <a:pt x="251" y="251"/>
                  </a:lnTo>
                  <a:cubicBezTo>
                    <a:pt x="352" y="187"/>
                    <a:pt x="469" y="86"/>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0"/>
            <p:cNvSpPr/>
            <p:nvPr/>
          </p:nvSpPr>
          <p:spPr>
            <a:xfrm>
              <a:off x="2467956" y="492747"/>
              <a:ext cx="80354" cy="31784"/>
            </a:xfrm>
            <a:custGeom>
              <a:rect b="b" l="l" r="r" t="t"/>
              <a:pathLst>
                <a:path extrusionOk="0" h="320" w="809">
                  <a:moveTo>
                    <a:pt x="1" y="0"/>
                  </a:moveTo>
                  <a:lnTo>
                    <a:pt x="1" y="16"/>
                  </a:lnTo>
                  <a:lnTo>
                    <a:pt x="53" y="36"/>
                  </a:lnTo>
                  <a:lnTo>
                    <a:pt x="1" y="0"/>
                  </a:lnTo>
                  <a:close/>
                  <a:moveTo>
                    <a:pt x="53" y="36"/>
                  </a:moveTo>
                  <a:cubicBezTo>
                    <a:pt x="85" y="53"/>
                    <a:pt x="122" y="69"/>
                    <a:pt x="138" y="69"/>
                  </a:cubicBezTo>
                  <a:cubicBezTo>
                    <a:pt x="154" y="85"/>
                    <a:pt x="186" y="85"/>
                    <a:pt x="203" y="85"/>
                  </a:cubicBezTo>
                  <a:cubicBezTo>
                    <a:pt x="186" y="69"/>
                    <a:pt x="170" y="69"/>
                    <a:pt x="154" y="69"/>
                  </a:cubicBezTo>
                  <a:cubicBezTo>
                    <a:pt x="122" y="53"/>
                    <a:pt x="85" y="36"/>
                    <a:pt x="53" y="36"/>
                  </a:cubicBezTo>
                  <a:close/>
                  <a:moveTo>
                    <a:pt x="203" y="85"/>
                  </a:moveTo>
                  <a:cubicBezTo>
                    <a:pt x="239" y="101"/>
                    <a:pt x="271" y="117"/>
                    <a:pt x="324" y="137"/>
                  </a:cubicBezTo>
                  <a:cubicBezTo>
                    <a:pt x="287" y="117"/>
                    <a:pt x="239" y="101"/>
                    <a:pt x="203" y="85"/>
                  </a:cubicBezTo>
                  <a:close/>
                  <a:moveTo>
                    <a:pt x="324" y="137"/>
                  </a:moveTo>
                  <a:cubicBezTo>
                    <a:pt x="356" y="154"/>
                    <a:pt x="405" y="170"/>
                    <a:pt x="457" y="186"/>
                  </a:cubicBezTo>
                  <a:cubicBezTo>
                    <a:pt x="405" y="170"/>
                    <a:pt x="372" y="154"/>
                    <a:pt x="324" y="137"/>
                  </a:cubicBezTo>
                  <a:close/>
                  <a:moveTo>
                    <a:pt x="457" y="186"/>
                  </a:moveTo>
                  <a:lnTo>
                    <a:pt x="457" y="186"/>
                  </a:lnTo>
                  <a:cubicBezTo>
                    <a:pt x="489" y="202"/>
                    <a:pt x="542" y="218"/>
                    <a:pt x="590" y="255"/>
                  </a:cubicBezTo>
                  <a:cubicBezTo>
                    <a:pt x="643" y="271"/>
                    <a:pt x="691" y="287"/>
                    <a:pt x="744" y="303"/>
                  </a:cubicBezTo>
                  <a:cubicBezTo>
                    <a:pt x="760" y="303"/>
                    <a:pt x="776" y="319"/>
                    <a:pt x="809" y="319"/>
                  </a:cubicBezTo>
                  <a:cubicBezTo>
                    <a:pt x="792" y="303"/>
                    <a:pt x="760" y="303"/>
                    <a:pt x="744" y="287"/>
                  </a:cubicBezTo>
                  <a:cubicBezTo>
                    <a:pt x="691" y="271"/>
                    <a:pt x="643" y="255"/>
                    <a:pt x="590" y="238"/>
                  </a:cubicBezTo>
                  <a:cubicBezTo>
                    <a:pt x="542" y="218"/>
                    <a:pt x="506" y="202"/>
                    <a:pt x="457" y="1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0"/>
            <p:cNvSpPr/>
            <p:nvPr/>
          </p:nvSpPr>
          <p:spPr>
            <a:xfrm>
              <a:off x="2222425" y="967819"/>
              <a:ext cx="43405" cy="13310"/>
            </a:xfrm>
            <a:custGeom>
              <a:rect b="b" l="l" r="r" t="t"/>
              <a:pathLst>
                <a:path extrusionOk="0" h="134" w="437">
                  <a:moveTo>
                    <a:pt x="0" y="0"/>
                  </a:moveTo>
                  <a:lnTo>
                    <a:pt x="0" y="16"/>
                  </a:lnTo>
                  <a:cubicBezTo>
                    <a:pt x="17" y="16"/>
                    <a:pt x="33" y="16"/>
                    <a:pt x="49" y="32"/>
                  </a:cubicBezTo>
                  <a:lnTo>
                    <a:pt x="69" y="32"/>
                  </a:lnTo>
                  <a:cubicBezTo>
                    <a:pt x="150" y="49"/>
                    <a:pt x="251" y="81"/>
                    <a:pt x="352" y="101"/>
                  </a:cubicBezTo>
                  <a:cubicBezTo>
                    <a:pt x="251" y="65"/>
                    <a:pt x="170" y="49"/>
                    <a:pt x="69" y="16"/>
                  </a:cubicBezTo>
                  <a:cubicBezTo>
                    <a:pt x="33" y="16"/>
                    <a:pt x="17" y="0"/>
                    <a:pt x="0" y="0"/>
                  </a:cubicBezTo>
                  <a:close/>
                  <a:moveTo>
                    <a:pt x="352" y="101"/>
                  </a:moveTo>
                  <a:lnTo>
                    <a:pt x="437" y="133"/>
                  </a:lnTo>
                  <a:lnTo>
                    <a:pt x="437" y="117"/>
                  </a:lnTo>
                  <a:lnTo>
                    <a:pt x="352" y="10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0"/>
            <p:cNvSpPr/>
            <p:nvPr/>
          </p:nvSpPr>
          <p:spPr>
            <a:xfrm>
              <a:off x="2377670" y="670043"/>
              <a:ext cx="12118" cy="95253"/>
            </a:xfrm>
            <a:custGeom>
              <a:rect b="b" l="l" r="r" t="t"/>
              <a:pathLst>
                <a:path extrusionOk="0" h="959" w="122">
                  <a:moveTo>
                    <a:pt x="1" y="1"/>
                  </a:moveTo>
                  <a:lnTo>
                    <a:pt x="1" y="17"/>
                  </a:lnTo>
                  <a:lnTo>
                    <a:pt x="37" y="17"/>
                  </a:lnTo>
                  <a:cubicBezTo>
                    <a:pt x="37" y="1"/>
                    <a:pt x="21" y="1"/>
                    <a:pt x="1" y="1"/>
                  </a:cubicBezTo>
                  <a:close/>
                  <a:moveTo>
                    <a:pt x="37" y="17"/>
                  </a:moveTo>
                  <a:lnTo>
                    <a:pt x="37" y="49"/>
                  </a:lnTo>
                  <a:lnTo>
                    <a:pt x="37" y="102"/>
                  </a:lnTo>
                  <a:cubicBezTo>
                    <a:pt x="53" y="102"/>
                    <a:pt x="53" y="118"/>
                    <a:pt x="37" y="118"/>
                  </a:cubicBezTo>
                  <a:lnTo>
                    <a:pt x="37" y="134"/>
                  </a:lnTo>
                  <a:cubicBezTo>
                    <a:pt x="53" y="170"/>
                    <a:pt x="53" y="203"/>
                    <a:pt x="53" y="219"/>
                  </a:cubicBezTo>
                  <a:lnTo>
                    <a:pt x="53" y="134"/>
                  </a:lnTo>
                  <a:lnTo>
                    <a:pt x="53" y="118"/>
                  </a:lnTo>
                  <a:lnTo>
                    <a:pt x="53" y="85"/>
                  </a:lnTo>
                  <a:lnTo>
                    <a:pt x="53" y="49"/>
                  </a:lnTo>
                  <a:cubicBezTo>
                    <a:pt x="53" y="33"/>
                    <a:pt x="53" y="17"/>
                    <a:pt x="37" y="17"/>
                  </a:cubicBezTo>
                  <a:close/>
                  <a:moveTo>
                    <a:pt x="53" y="271"/>
                  </a:moveTo>
                  <a:lnTo>
                    <a:pt x="53" y="287"/>
                  </a:lnTo>
                  <a:lnTo>
                    <a:pt x="53" y="336"/>
                  </a:lnTo>
                  <a:lnTo>
                    <a:pt x="53" y="372"/>
                  </a:lnTo>
                  <a:lnTo>
                    <a:pt x="53" y="405"/>
                  </a:lnTo>
                  <a:cubicBezTo>
                    <a:pt x="53" y="421"/>
                    <a:pt x="53" y="421"/>
                    <a:pt x="69" y="437"/>
                  </a:cubicBezTo>
                  <a:lnTo>
                    <a:pt x="69" y="473"/>
                  </a:lnTo>
                  <a:cubicBezTo>
                    <a:pt x="86" y="453"/>
                    <a:pt x="86" y="437"/>
                    <a:pt x="69" y="421"/>
                  </a:cubicBezTo>
                  <a:lnTo>
                    <a:pt x="69" y="405"/>
                  </a:lnTo>
                  <a:lnTo>
                    <a:pt x="69" y="372"/>
                  </a:lnTo>
                  <a:lnTo>
                    <a:pt x="69" y="336"/>
                  </a:lnTo>
                  <a:lnTo>
                    <a:pt x="69" y="287"/>
                  </a:lnTo>
                  <a:cubicBezTo>
                    <a:pt x="69" y="287"/>
                    <a:pt x="69" y="271"/>
                    <a:pt x="53" y="271"/>
                  </a:cubicBezTo>
                  <a:close/>
                  <a:moveTo>
                    <a:pt x="69" y="473"/>
                  </a:moveTo>
                  <a:lnTo>
                    <a:pt x="69" y="473"/>
                  </a:lnTo>
                  <a:cubicBezTo>
                    <a:pt x="86" y="489"/>
                    <a:pt x="69" y="506"/>
                    <a:pt x="69" y="522"/>
                  </a:cubicBezTo>
                  <a:cubicBezTo>
                    <a:pt x="69" y="538"/>
                    <a:pt x="69" y="554"/>
                    <a:pt x="86" y="574"/>
                  </a:cubicBezTo>
                  <a:lnTo>
                    <a:pt x="86" y="590"/>
                  </a:lnTo>
                  <a:lnTo>
                    <a:pt x="86" y="639"/>
                  </a:lnTo>
                  <a:lnTo>
                    <a:pt x="86" y="708"/>
                  </a:lnTo>
                  <a:lnTo>
                    <a:pt x="86" y="740"/>
                  </a:lnTo>
                  <a:lnTo>
                    <a:pt x="86" y="756"/>
                  </a:lnTo>
                  <a:cubicBezTo>
                    <a:pt x="102" y="776"/>
                    <a:pt x="102" y="792"/>
                    <a:pt x="102" y="809"/>
                  </a:cubicBezTo>
                  <a:cubicBezTo>
                    <a:pt x="122" y="792"/>
                    <a:pt x="122" y="776"/>
                    <a:pt x="102" y="756"/>
                  </a:cubicBezTo>
                  <a:lnTo>
                    <a:pt x="102" y="740"/>
                  </a:lnTo>
                  <a:lnTo>
                    <a:pt x="102" y="708"/>
                  </a:lnTo>
                  <a:lnTo>
                    <a:pt x="102" y="623"/>
                  </a:lnTo>
                  <a:cubicBezTo>
                    <a:pt x="86" y="623"/>
                    <a:pt x="86" y="607"/>
                    <a:pt x="102" y="607"/>
                  </a:cubicBezTo>
                  <a:cubicBezTo>
                    <a:pt x="102" y="590"/>
                    <a:pt x="102" y="574"/>
                    <a:pt x="86" y="554"/>
                  </a:cubicBezTo>
                  <a:lnTo>
                    <a:pt x="86" y="522"/>
                  </a:lnTo>
                  <a:cubicBezTo>
                    <a:pt x="86" y="506"/>
                    <a:pt x="86" y="489"/>
                    <a:pt x="69" y="473"/>
                  </a:cubicBezTo>
                  <a:close/>
                  <a:moveTo>
                    <a:pt x="102" y="809"/>
                  </a:moveTo>
                  <a:cubicBezTo>
                    <a:pt x="86" y="809"/>
                    <a:pt x="102" y="825"/>
                    <a:pt x="102" y="825"/>
                  </a:cubicBezTo>
                  <a:lnTo>
                    <a:pt x="102" y="809"/>
                  </a:lnTo>
                  <a:close/>
                  <a:moveTo>
                    <a:pt x="102" y="825"/>
                  </a:moveTo>
                  <a:lnTo>
                    <a:pt x="102" y="942"/>
                  </a:lnTo>
                  <a:lnTo>
                    <a:pt x="102" y="958"/>
                  </a:lnTo>
                  <a:lnTo>
                    <a:pt x="122" y="942"/>
                  </a:lnTo>
                  <a:cubicBezTo>
                    <a:pt x="122" y="910"/>
                    <a:pt x="122" y="877"/>
                    <a:pt x="102" y="8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0"/>
            <p:cNvSpPr/>
            <p:nvPr/>
          </p:nvSpPr>
          <p:spPr>
            <a:xfrm>
              <a:off x="2533412" y="568135"/>
              <a:ext cx="20163" cy="6555"/>
            </a:xfrm>
            <a:custGeom>
              <a:rect b="b" l="l" r="r" t="t"/>
              <a:pathLst>
                <a:path extrusionOk="0" h="66" w="203">
                  <a:moveTo>
                    <a:pt x="0" y="1"/>
                  </a:moveTo>
                  <a:lnTo>
                    <a:pt x="0" y="17"/>
                  </a:lnTo>
                  <a:lnTo>
                    <a:pt x="186" y="65"/>
                  </a:lnTo>
                  <a:lnTo>
                    <a:pt x="202" y="6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0"/>
            <p:cNvSpPr/>
            <p:nvPr/>
          </p:nvSpPr>
          <p:spPr>
            <a:xfrm>
              <a:off x="2229278" y="420935"/>
              <a:ext cx="16488" cy="10131"/>
            </a:xfrm>
            <a:custGeom>
              <a:rect b="b" l="l" r="r" t="t"/>
              <a:pathLst>
                <a:path extrusionOk="0" h="102" w="166">
                  <a:moveTo>
                    <a:pt x="166" y="0"/>
                  </a:moveTo>
                  <a:cubicBezTo>
                    <a:pt x="133" y="0"/>
                    <a:pt x="101" y="16"/>
                    <a:pt x="81" y="53"/>
                  </a:cubicBezTo>
                  <a:cubicBezTo>
                    <a:pt x="117" y="32"/>
                    <a:pt x="133" y="16"/>
                    <a:pt x="166" y="16"/>
                  </a:cubicBezTo>
                  <a:lnTo>
                    <a:pt x="166" y="0"/>
                  </a:lnTo>
                  <a:close/>
                  <a:moveTo>
                    <a:pt x="81" y="53"/>
                  </a:moveTo>
                  <a:cubicBezTo>
                    <a:pt x="65" y="53"/>
                    <a:pt x="65" y="53"/>
                    <a:pt x="49" y="69"/>
                  </a:cubicBezTo>
                  <a:cubicBezTo>
                    <a:pt x="32" y="85"/>
                    <a:pt x="16" y="85"/>
                    <a:pt x="16" y="85"/>
                  </a:cubicBezTo>
                  <a:lnTo>
                    <a:pt x="0" y="85"/>
                  </a:lnTo>
                  <a:lnTo>
                    <a:pt x="16" y="101"/>
                  </a:lnTo>
                  <a:cubicBezTo>
                    <a:pt x="32" y="101"/>
                    <a:pt x="32" y="85"/>
                    <a:pt x="49" y="85"/>
                  </a:cubicBezTo>
                  <a:lnTo>
                    <a:pt x="65" y="69"/>
                  </a:lnTo>
                  <a:cubicBezTo>
                    <a:pt x="65" y="69"/>
                    <a:pt x="81" y="69"/>
                    <a:pt x="8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0"/>
            <p:cNvSpPr/>
            <p:nvPr/>
          </p:nvSpPr>
          <p:spPr>
            <a:xfrm>
              <a:off x="2281027" y="611441"/>
              <a:ext cx="14899" cy="6953"/>
            </a:xfrm>
            <a:custGeom>
              <a:rect b="b" l="l" r="r" t="t"/>
              <a:pathLst>
                <a:path extrusionOk="0" h="70" w="150">
                  <a:moveTo>
                    <a:pt x="0" y="1"/>
                  </a:moveTo>
                  <a:lnTo>
                    <a:pt x="0" y="17"/>
                  </a:lnTo>
                  <a:lnTo>
                    <a:pt x="133" y="70"/>
                  </a:lnTo>
                  <a:lnTo>
                    <a:pt x="150" y="53"/>
                  </a:lnTo>
                  <a:lnTo>
                    <a:pt x="133" y="5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0"/>
            <p:cNvSpPr/>
            <p:nvPr/>
          </p:nvSpPr>
          <p:spPr>
            <a:xfrm>
              <a:off x="2297415" y="489470"/>
              <a:ext cx="70322" cy="25030"/>
            </a:xfrm>
            <a:custGeom>
              <a:rect b="b" l="l" r="r" t="t"/>
              <a:pathLst>
                <a:path extrusionOk="0" h="252" w="708">
                  <a:moveTo>
                    <a:pt x="1" y="1"/>
                  </a:moveTo>
                  <a:lnTo>
                    <a:pt x="1" y="17"/>
                  </a:lnTo>
                  <a:lnTo>
                    <a:pt x="69" y="33"/>
                  </a:lnTo>
                  <a:cubicBezTo>
                    <a:pt x="122" y="49"/>
                    <a:pt x="170" y="69"/>
                    <a:pt x="239" y="86"/>
                  </a:cubicBezTo>
                  <a:cubicBezTo>
                    <a:pt x="187" y="69"/>
                    <a:pt x="138" y="33"/>
                    <a:pt x="86" y="17"/>
                  </a:cubicBezTo>
                  <a:lnTo>
                    <a:pt x="21" y="1"/>
                  </a:lnTo>
                  <a:close/>
                  <a:moveTo>
                    <a:pt x="239" y="86"/>
                  </a:moveTo>
                  <a:cubicBezTo>
                    <a:pt x="271" y="102"/>
                    <a:pt x="304" y="118"/>
                    <a:pt x="356" y="134"/>
                  </a:cubicBezTo>
                  <a:cubicBezTo>
                    <a:pt x="425" y="170"/>
                    <a:pt x="506" y="187"/>
                    <a:pt x="574" y="219"/>
                  </a:cubicBezTo>
                  <a:cubicBezTo>
                    <a:pt x="591" y="219"/>
                    <a:pt x="591" y="219"/>
                    <a:pt x="607" y="235"/>
                  </a:cubicBezTo>
                  <a:cubicBezTo>
                    <a:pt x="643" y="235"/>
                    <a:pt x="675" y="251"/>
                    <a:pt x="708" y="251"/>
                  </a:cubicBezTo>
                  <a:lnTo>
                    <a:pt x="708" y="235"/>
                  </a:lnTo>
                  <a:cubicBezTo>
                    <a:pt x="675" y="235"/>
                    <a:pt x="643" y="235"/>
                    <a:pt x="607" y="219"/>
                  </a:cubicBezTo>
                  <a:cubicBezTo>
                    <a:pt x="607" y="219"/>
                    <a:pt x="591" y="203"/>
                    <a:pt x="574" y="203"/>
                  </a:cubicBezTo>
                  <a:cubicBezTo>
                    <a:pt x="506" y="187"/>
                    <a:pt x="425" y="150"/>
                    <a:pt x="356" y="118"/>
                  </a:cubicBezTo>
                  <a:cubicBezTo>
                    <a:pt x="324" y="102"/>
                    <a:pt x="271" y="102"/>
                    <a:pt x="239" y="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0"/>
            <p:cNvSpPr/>
            <p:nvPr/>
          </p:nvSpPr>
          <p:spPr>
            <a:xfrm>
              <a:off x="2285794" y="404050"/>
              <a:ext cx="16985" cy="6953"/>
            </a:xfrm>
            <a:custGeom>
              <a:rect b="b" l="l" r="r" t="t"/>
              <a:pathLst>
                <a:path extrusionOk="0" h="70" w="171">
                  <a:moveTo>
                    <a:pt x="1" y="0"/>
                  </a:moveTo>
                  <a:lnTo>
                    <a:pt x="17" y="21"/>
                  </a:lnTo>
                  <a:lnTo>
                    <a:pt x="170" y="69"/>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0"/>
            <p:cNvSpPr/>
            <p:nvPr/>
          </p:nvSpPr>
          <p:spPr>
            <a:xfrm>
              <a:off x="1744175" y="946861"/>
              <a:ext cx="63866" cy="29003"/>
            </a:xfrm>
            <a:custGeom>
              <a:rect b="b" l="l" r="r" t="t"/>
              <a:pathLst>
                <a:path extrusionOk="0" h="292" w="643">
                  <a:moveTo>
                    <a:pt x="622" y="1"/>
                  </a:moveTo>
                  <a:cubicBezTo>
                    <a:pt x="604" y="1"/>
                    <a:pt x="585" y="14"/>
                    <a:pt x="574" y="25"/>
                  </a:cubicBezTo>
                  <a:cubicBezTo>
                    <a:pt x="606" y="25"/>
                    <a:pt x="622" y="9"/>
                    <a:pt x="642" y="9"/>
                  </a:cubicBezTo>
                  <a:cubicBezTo>
                    <a:pt x="636" y="3"/>
                    <a:pt x="629" y="1"/>
                    <a:pt x="622" y="1"/>
                  </a:cubicBezTo>
                  <a:close/>
                  <a:moveTo>
                    <a:pt x="558" y="25"/>
                  </a:moveTo>
                  <a:cubicBezTo>
                    <a:pt x="505" y="58"/>
                    <a:pt x="440" y="74"/>
                    <a:pt x="388" y="110"/>
                  </a:cubicBezTo>
                  <a:cubicBezTo>
                    <a:pt x="339" y="126"/>
                    <a:pt x="303" y="142"/>
                    <a:pt x="255" y="159"/>
                  </a:cubicBezTo>
                  <a:cubicBezTo>
                    <a:pt x="202" y="191"/>
                    <a:pt x="137" y="227"/>
                    <a:pt x="85" y="243"/>
                  </a:cubicBezTo>
                  <a:cubicBezTo>
                    <a:pt x="53" y="260"/>
                    <a:pt x="36" y="260"/>
                    <a:pt x="0" y="276"/>
                  </a:cubicBezTo>
                  <a:lnTo>
                    <a:pt x="0" y="292"/>
                  </a:lnTo>
                  <a:cubicBezTo>
                    <a:pt x="36" y="276"/>
                    <a:pt x="53" y="260"/>
                    <a:pt x="85" y="260"/>
                  </a:cubicBezTo>
                  <a:cubicBezTo>
                    <a:pt x="154" y="227"/>
                    <a:pt x="202" y="211"/>
                    <a:pt x="271" y="175"/>
                  </a:cubicBezTo>
                  <a:cubicBezTo>
                    <a:pt x="303" y="159"/>
                    <a:pt x="356" y="142"/>
                    <a:pt x="388" y="126"/>
                  </a:cubicBezTo>
                  <a:cubicBezTo>
                    <a:pt x="457" y="90"/>
                    <a:pt x="505" y="74"/>
                    <a:pt x="574" y="41"/>
                  </a:cubicBezTo>
                  <a:lnTo>
                    <a:pt x="574" y="2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0"/>
            <p:cNvSpPr/>
            <p:nvPr/>
          </p:nvSpPr>
          <p:spPr>
            <a:xfrm>
              <a:off x="2516526" y="549661"/>
              <a:ext cx="18574" cy="6953"/>
            </a:xfrm>
            <a:custGeom>
              <a:rect b="b" l="l" r="r" t="t"/>
              <a:pathLst>
                <a:path extrusionOk="0" h="70" w="187">
                  <a:moveTo>
                    <a:pt x="0" y="1"/>
                  </a:moveTo>
                  <a:cubicBezTo>
                    <a:pt x="37" y="17"/>
                    <a:pt x="53" y="17"/>
                    <a:pt x="69" y="33"/>
                  </a:cubicBezTo>
                  <a:cubicBezTo>
                    <a:pt x="101" y="49"/>
                    <a:pt x="138" y="49"/>
                    <a:pt x="186" y="69"/>
                  </a:cubicBezTo>
                  <a:lnTo>
                    <a:pt x="186" y="49"/>
                  </a:lnTo>
                  <a:cubicBezTo>
                    <a:pt x="154" y="49"/>
                    <a:pt x="118" y="33"/>
                    <a:pt x="85" y="17"/>
                  </a:cubicBezTo>
                  <a:cubicBezTo>
                    <a:pt x="53" y="17"/>
                    <a:pt x="37" y="1"/>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0"/>
            <p:cNvSpPr/>
            <p:nvPr/>
          </p:nvSpPr>
          <p:spPr>
            <a:xfrm>
              <a:off x="1730866" y="970997"/>
              <a:ext cx="3377" cy="16985"/>
            </a:xfrm>
            <a:custGeom>
              <a:rect b="b" l="l" r="r" t="t"/>
              <a:pathLst>
                <a:path extrusionOk="0" h="171" w="34">
                  <a:moveTo>
                    <a:pt x="33" y="0"/>
                  </a:moveTo>
                  <a:cubicBezTo>
                    <a:pt x="17" y="0"/>
                    <a:pt x="17" y="0"/>
                    <a:pt x="17" y="17"/>
                  </a:cubicBezTo>
                  <a:lnTo>
                    <a:pt x="33" y="17"/>
                  </a:lnTo>
                  <a:lnTo>
                    <a:pt x="33" y="0"/>
                  </a:lnTo>
                  <a:close/>
                  <a:moveTo>
                    <a:pt x="17" y="33"/>
                  </a:moveTo>
                  <a:cubicBezTo>
                    <a:pt x="17" y="69"/>
                    <a:pt x="17" y="101"/>
                    <a:pt x="1" y="134"/>
                  </a:cubicBezTo>
                  <a:lnTo>
                    <a:pt x="1" y="170"/>
                  </a:lnTo>
                  <a:lnTo>
                    <a:pt x="17" y="170"/>
                  </a:lnTo>
                  <a:lnTo>
                    <a:pt x="17" y="134"/>
                  </a:lnTo>
                  <a:cubicBezTo>
                    <a:pt x="17" y="101"/>
                    <a:pt x="33" y="69"/>
                    <a:pt x="17"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0"/>
            <p:cNvSpPr/>
            <p:nvPr/>
          </p:nvSpPr>
          <p:spPr>
            <a:xfrm>
              <a:off x="2540166" y="717023"/>
              <a:ext cx="14998" cy="4867"/>
            </a:xfrm>
            <a:custGeom>
              <a:rect b="b" l="l" r="r" t="t"/>
              <a:pathLst>
                <a:path extrusionOk="0" h="49" w="151">
                  <a:moveTo>
                    <a:pt x="1" y="0"/>
                  </a:moveTo>
                  <a:lnTo>
                    <a:pt x="134" y="49"/>
                  </a:lnTo>
                  <a:lnTo>
                    <a:pt x="150" y="49"/>
                  </a:lnTo>
                  <a:lnTo>
                    <a:pt x="150"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0"/>
            <p:cNvSpPr/>
            <p:nvPr/>
          </p:nvSpPr>
          <p:spPr>
            <a:xfrm>
              <a:off x="1944712" y="379120"/>
              <a:ext cx="192293" cy="68733"/>
            </a:xfrm>
            <a:custGeom>
              <a:rect b="b" l="l" r="r" t="t"/>
              <a:pathLst>
                <a:path extrusionOk="0" h="692" w="1936">
                  <a:moveTo>
                    <a:pt x="1" y="1"/>
                  </a:moveTo>
                  <a:cubicBezTo>
                    <a:pt x="1" y="1"/>
                    <a:pt x="17" y="17"/>
                    <a:pt x="37" y="17"/>
                  </a:cubicBezTo>
                  <a:cubicBezTo>
                    <a:pt x="53" y="17"/>
                    <a:pt x="70" y="33"/>
                    <a:pt x="86" y="33"/>
                  </a:cubicBezTo>
                  <a:cubicBezTo>
                    <a:pt x="118" y="49"/>
                    <a:pt x="154" y="49"/>
                    <a:pt x="187" y="70"/>
                  </a:cubicBezTo>
                  <a:cubicBezTo>
                    <a:pt x="219" y="70"/>
                    <a:pt x="255" y="86"/>
                    <a:pt x="288" y="102"/>
                  </a:cubicBezTo>
                  <a:cubicBezTo>
                    <a:pt x="320" y="118"/>
                    <a:pt x="373" y="134"/>
                    <a:pt x="405" y="150"/>
                  </a:cubicBezTo>
                  <a:cubicBezTo>
                    <a:pt x="490" y="171"/>
                    <a:pt x="558" y="203"/>
                    <a:pt x="643" y="219"/>
                  </a:cubicBezTo>
                  <a:cubicBezTo>
                    <a:pt x="558" y="187"/>
                    <a:pt x="490" y="171"/>
                    <a:pt x="405" y="134"/>
                  </a:cubicBezTo>
                  <a:cubicBezTo>
                    <a:pt x="373" y="118"/>
                    <a:pt x="340" y="102"/>
                    <a:pt x="288" y="86"/>
                  </a:cubicBezTo>
                  <a:cubicBezTo>
                    <a:pt x="255" y="86"/>
                    <a:pt x="219" y="70"/>
                    <a:pt x="187" y="49"/>
                  </a:cubicBezTo>
                  <a:cubicBezTo>
                    <a:pt x="154" y="33"/>
                    <a:pt x="118" y="33"/>
                    <a:pt x="102" y="17"/>
                  </a:cubicBezTo>
                  <a:cubicBezTo>
                    <a:pt x="86" y="17"/>
                    <a:pt x="53" y="1"/>
                    <a:pt x="37" y="1"/>
                  </a:cubicBezTo>
                  <a:close/>
                  <a:moveTo>
                    <a:pt x="910" y="320"/>
                  </a:moveTo>
                  <a:lnTo>
                    <a:pt x="1011" y="352"/>
                  </a:lnTo>
                  <a:cubicBezTo>
                    <a:pt x="1112" y="389"/>
                    <a:pt x="1213" y="437"/>
                    <a:pt x="1330" y="474"/>
                  </a:cubicBezTo>
                  <a:cubicBezTo>
                    <a:pt x="1451" y="522"/>
                    <a:pt x="1584" y="575"/>
                    <a:pt x="1702" y="607"/>
                  </a:cubicBezTo>
                  <a:cubicBezTo>
                    <a:pt x="1718" y="607"/>
                    <a:pt x="1754" y="623"/>
                    <a:pt x="1770" y="623"/>
                  </a:cubicBezTo>
                  <a:cubicBezTo>
                    <a:pt x="1819" y="655"/>
                    <a:pt x="1887" y="676"/>
                    <a:pt x="1936" y="692"/>
                  </a:cubicBezTo>
                  <a:lnTo>
                    <a:pt x="1936" y="676"/>
                  </a:lnTo>
                  <a:cubicBezTo>
                    <a:pt x="1887" y="655"/>
                    <a:pt x="1835" y="639"/>
                    <a:pt x="1786" y="623"/>
                  </a:cubicBezTo>
                  <a:cubicBezTo>
                    <a:pt x="1754" y="607"/>
                    <a:pt x="1734" y="607"/>
                    <a:pt x="1702" y="591"/>
                  </a:cubicBezTo>
                  <a:cubicBezTo>
                    <a:pt x="1584" y="554"/>
                    <a:pt x="1467" y="506"/>
                    <a:pt x="1330" y="453"/>
                  </a:cubicBezTo>
                  <a:cubicBezTo>
                    <a:pt x="1229" y="421"/>
                    <a:pt x="1112" y="389"/>
                    <a:pt x="1011" y="336"/>
                  </a:cubicBezTo>
                  <a:lnTo>
                    <a:pt x="910" y="3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0"/>
            <p:cNvSpPr/>
            <p:nvPr/>
          </p:nvSpPr>
          <p:spPr>
            <a:xfrm>
              <a:off x="1687560" y="574591"/>
              <a:ext cx="14899" cy="13707"/>
            </a:xfrm>
            <a:custGeom>
              <a:rect b="b" l="l" r="r" t="t"/>
              <a:pathLst>
                <a:path extrusionOk="0" h="138" w="150">
                  <a:moveTo>
                    <a:pt x="150" y="0"/>
                  </a:moveTo>
                  <a:cubicBezTo>
                    <a:pt x="134" y="20"/>
                    <a:pt x="118" y="37"/>
                    <a:pt x="101" y="53"/>
                  </a:cubicBezTo>
                  <a:cubicBezTo>
                    <a:pt x="118" y="53"/>
                    <a:pt x="134" y="37"/>
                    <a:pt x="150" y="20"/>
                  </a:cubicBezTo>
                  <a:lnTo>
                    <a:pt x="150" y="0"/>
                  </a:lnTo>
                  <a:close/>
                  <a:moveTo>
                    <a:pt x="101" y="53"/>
                  </a:moveTo>
                  <a:lnTo>
                    <a:pt x="101" y="53"/>
                  </a:lnTo>
                  <a:cubicBezTo>
                    <a:pt x="65" y="69"/>
                    <a:pt x="33" y="101"/>
                    <a:pt x="1" y="121"/>
                  </a:cubicBezTo>
                  <a:lnTo>
                    <a:pt x="1" y="138"/>
                  </a:lnTo>
                  <a:cubicBezTo>
                    <a:pt x="33" y="101"/>
                    <a:pt x="65" y="85"/>
                    <a:pt x="10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0"/>
            <p:cNvSpPr/>
            <p:nvPr/>
          </p:nvSpPr>
          <p:spPr>
            <a:xfrm>
              <a:off x="1679117" y="492747"/>
              <a:ext cx="10131" cy="8443"/>
            </a:xfrm>
            <a:custGeom>
              <a:rect b="b" l="l" r="r" t="t"/>
              <a:pathLst>
                <a:path extrusionOk="0" h="85" w="102">
                  <a:moveTo>
                    <a:pt x="86" y="0"/>
                  </a:moveTo>
                  <a:lnTo>
                    <a:pt x="17" y="69"/>
                  </a:lnTo>
                  <a:lnTo>
                    <a:pt x="17" y="69"/>
                  </a:lnTo>
                  <a:lnTo>
                    <a:pt x="102" y="16"/>
                  </a:lnTo>
                  <a:lnTo>
                    <a:pt x="102" y="0"/>
                  </a:lnTo>
                  <a:close/>
                  <a:moveTo>
                    <a:pt x="1" y="69"/>
                  </a:moveTo>
                  <a:lnTo>
                    <a:pt x="17" y="85"/>
                  </a:lnTo>
                  <a:lnTo>
                    <a:pt x="17" y="6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0"/>
            <p:cNvSpPr/>
            <p:nvPr/>
          </p:nvSpPr>
          <p:spPr>
            <a:xfrm>
              <a:off x="1679117" y="412493"/>
              <a:ext cx="55125" cy="45392"/>
            </a:xfrm>
            <a:custGeom>
              <a:rect b="b" l="l" r="r" t="t"/>
              <a:pathLst>
                <a:path extrusionOk="0" h="457" w="555">
                  <a:moveTo>
                    <a:pt x="554" y="0"/>
                  </a:moveTo>
                  <a:lnTo>
                    <a:pt x="437" y="101"/>
                  </a:lnTo>
                  <a:cubicBezTo>
                    <a:pt x="336" y="186"/>
                    <a:pt x="219" y="271"/>
                    <a:pt x="118" y="356"/>
                  </a:cubicBezTo>
                  <a:cubicBezTo>
                    <a:pt x="86" y="388"/>
                    <a:pt x="33" y="420"/>
                    <a:pt x="1" y="457"/>
                  </a:cubicBezTo>
                  <a:cubicBezTo>
                    <a:pt x="49" y="441"/>
                    <a:pt x="86" y="404"/>
                    <a:pt x="118" y="372"/>
                  </a:cubicBezTo>
                  <a:lnTo>
                    <a:pt x="134" y="356"/>
                  </a:lnTo>
                  <a:cubicBezTo>
                    <a:pt x="235" y="271"/>
                    <a:pt x="336" y="186"/>
                    <a:pt x="437" y="117"/>
                  </a:cubicBezTo>
                  <a:lnTo>
                    <a:pt x="554" y="16"/>
                  </a:lnTo>
                  <a:lnTo>
                    <a:pt x="5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0"/>
            <p:cNvSpPr/>
            <p:nvPr/>
          </p:nvSpPr>
          <p:spPr>
            <a:xfrm>
              <a:off x="1677528" y="512811"/>
              <a:ext cx="61879" cy="45392"/>
            </a:xfrm>
            <a:custGeom>
              <a:rect b="b" l="l" r="r" t="t"/>
              <a:pathLst>
                <a:path extrusionOk="0" h="457" w="623">
                  <a:moveTo>
                    <a:pt x="606" y="0"/>
                  </a:moveTo>
                  <a:cubicBezTo>
                    <a:pt x="586" y="0"/>
                    <a:pt x="570" y="0"/>
                    <a:pt x="554" y="16"/>
                  </a:cubicBezTo>
                  <a:cubicBezTo>
                    <a:pt x="421" y="117"/>
                    <a:pt x="283" y="238"/>
                    <a:pt x="150" y="339"/>
                  </a:cubicBezTo>
                  <a:cubicBezTo>
                    <a:pt x="283" y="238"/>
                    <a:pt x="421" y="137"/>
                    <a:pt x="554" y="36"/>
                  </a:cubicBezTo>
                  <a:cubicBezTo>
                    <a:pt x="570" y="16"/>
                    <a:pt x="586" y="16"/>
                    <a:pt x="606" y="16"/>
                  </a:cubicBezTo>
                  <a:lnTo>
                    <a:pt x="623" y="0"/>
                  </a:lnTo>
                  <a:close/>
                  <a:moveTo>
                    <a:pt x="134" y="339"/>
                  </a:moveTo>
                  <a:cubicBezTo>
                    <a:pt x="102" y="356"/>
                    <a:pt x="65" y="388"/>
                    <a:pt x="49" y="404"/>
                  </a:cubicBezTo>
                  <a:lnTo>
                    <a:pt x="1" y="440"/>
                  </a:lnTo>
                  <a:lnTo>
                    <a:pt x="1" y="457"/>
                  </a:lnTo>
                  <a:lnTo>
                    <a:pt x="49" y="420"/>
                  </a:lnTo>
                  <a:cubicBezTo>
                    <a:pt x="81" y="388"/>
                    <a:pt x="118" y="372"/>
                    <a:pt x="150" y="356"/>
                  </a:cubicBezTo>
                  <a:lnTo>
                    <a:pt x="150" y="3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0"/>
            <p:cNvSpPr/>
            <p:nvPr/>
          </p:nvSpPr>
          <p:spPr>
            <a:xfrm>
              <a:off x="2473221" y="539629"/>
              <a:ext cx="8542" cy="4966"/>
            </a:xfrm>
            <a:custGeom>
              <a:rect b="b" l="l" r="r" t="t"/>
              <a:pathLst>
                <a:path extrusionOk="0" h="50" w="86">
                  <a:moveTo>
                    <a:pt x="0" y="1"/>
                  </a:moveTo>
                  <a:lnTo>
                    <a:pt x="0" y="17"/>
                  </a:lnTo>
                  <a:lnTo>
                    <a:pt x="85" y="49"/>
                  </a:lnTo>
                  <a:lnTo>
                    <a:pt x="85"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0"/>
            <p:cNvSpPr/>
            <p:nvPr/>
          </p:nvSpPr>
          <p:spPr>
            <a:xfrm>
              <a:off x="2242489" y="663189"/>
              <a:ext cx="20163" cy="10131"/>
            </a:xfrm>
            <a:custGeom>
              <a:rect b="b" l="l" r="r" t="t"/>
              <a:pathLst>
                <a:path extrusionOk="0" h="102" w="203">
                  <a:moveTo>
                    <a:pt x="186" y="1"/>
                  </a:moveTo>
                  <a:cubicBezTo>
                    <a:pt x="170" y="1"/>
                    <a:pt x="134" y="17"/>
                    <a:pt x="118" y="37"/>
                  </a:cubicBezTo>
                  <a:lnTo>
                    <a:pt x="101" y="37"/>
                  </a:lnTo>
                  <a:cubicBezTo>
                    <a:pt x="85" y="53"/>
                    <a:pt x="85" y="53"/>
                    <a:pt x="69" y="53"/>
                  </a:cubicBezTo>
                  <a:cubicBezTo>
                    <a:pt x="49" y="70"/>
                    <a:pt x="33" y="86"/>
                    <a:pt x="17" y="86"/>
                  </a:cubicBezTo>
                  <a:lnTo>
                    <a:pt x="0" y="86"/>
                  </a:lnTo>
                  <a:lnTo>
                    <a:pt x="17" y="102"/>
                  </a:lnTo>
                  <a:cubicBezTo>
                    <a:pt x="33" y="102"/>
                    <a:pt x="69" y="86"/>
                    <a:pt x="85" y="70"/>
                  </a:cubicBezTo>
                  <a:lnTo>
                    <a:pt x="101" y="53"/>
                  </a:lnTo>
                  <a:cubicBezTo>
                    <a:pt x="118" y="53"/>
                    <a:pt x="118" y="53"/>
                    <a:pt x="134" y="37"/>
                  </a:cubicBezTo>
                  <a:cubicBezTo>
                    <a:pt x="150" y="17"/>
                    <a:pt x="170" y="17"/>
                    <a:pt x="186" y="17"/>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0"/>
            <p:cNvSpPr/>
            <p:nvPr/>
          </p:nvSpPr>
          <p:spPr>
            <a:xfrm>
              <a:off x="2372902" y="807310"/>
              <a:ext cx="14899" cy="4867"/>
            </a:xfrm>
            <a:custGeom>
              <a:rect b="b" l="l" r="r" t="t"/>
              <a:pathLst>
                <a:path extrusionOk="0" h="49" w="150">
                  <a:moveTo>
                    <a:pt x="0" y="0"/>
                  </a:moveTo>
                  <a:lnTo>
                    <a:pt x="0" y="16"/>
                  </a:lnTo>
                  <a:lnTo>
                    <a:pt x="33" y="16"/>
                  </a:lnTo>
                  <a:cubicBezTo>
                    <a:pt x="49" y="33"/>
                    <a:pt x="85" y="33"/>
                    <a:pt x="117" y="49"/>
                  </a:cubicBezTo>
                  <a:lnTo>
                    <a:pt x="150" y="49"/>
                  </a:lnTo>
                  <a:lnTo>
                    <a:pt x="117" y="33"/>
                  </a:lnTo>
                  <a:cubicBezTo>
                    <a:pt x="85" y="16"/>
                    <a:pt x="69" y="16"/>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0"/>
            <p:cNvSpPr/>
            <p:nvPr/>
          </p:nvSpPr>
          <p:spPr>
            <a:xfrm>
              <a:off x="1653889" y="939313"/>
              <a:ext cx="68634" cy="10131"/>
            </a:xfrm>
            <a:custGeom>
              <a:rect b="b" l="l" r="r" t="t"/>
              <a:pathLst>
                <a:path extrusionOk="0" h="102" w="691">
                  <a:moveTo>
                    <a:pt x="53" y="16"/>
                  </a:moveTo>
                  <a:cubicBezTo>
                    <a:pt x="37" y="33"/>
                    <a:pt x="37" y="33"/>
                    <a:pt x="16" y="33"/>
                  </a:cubicBezTo>
                  <a:lnTo>
                    <a:pt x="0" y="33"/>
                  </a:lnTo>
                  <a:cubicBezTo>
                    <a:pt x="12" y="38"/>
                    <a:pt x="20" y="40"/>
                    <a:pt x="26" y="40"/>
                  </a:cubicBezTo>
                  <a:cubicBezTo>
                    <a:pt x="38" y="40"/>
                    <a:pt x="42" y="33"/>
                    <a:pt x="53" y="33"/>
                  </a:cubicBezTo>
                  <a:lnTo>
                    <a:pt x="117" y="33"/>
                  </a:lnTo>
                  <a:cubicBezTo>
                    <a:pt x="154" y="49"/>
                    <a:pt x="170" y="49"/>
                    <a:pt x="202" y="49"/>
                  </a:cubicBezTo>
                  <a:cubicBezTo>
                    <a:pt x="170" y="33"/>
                    <a:pt x="154" y="33"/>
                    <a:pt x="138" y="33"/>
                  </a:cubicBezTo>
                  <a:cubicBezTo>
                    <a:pt x="101" y="16"/>
                    <a:pt x="85" y="16"/>
                    <a:pt x="53" y="16"/>
                  </a:cubicBezTo>
                  <a:close/>
                  <a:moveTo>
                    <a:pt x="691" y="0"/>
                  </a:moveTo>
                  <a:cubicBezTo>
                    <a:pt x="659" y="0"/>
                    <a:pt x="622" y="16"/>
                    <a:pt x="590" y="49"/>
                  </a:cubicBezTo>
                  <a:cubicBezTo>
                    <a:pt x="622" y="33"/>
                    <a:pt x="659" y="16"/>
                    <a:pt x="691" y="0"/>
                  </a:cubicBezTo>
                  <a:close/>
                  <a:moveTo>
                    <a:pt x="218" y="49"/>
                  </a:moveTo>
                  <a:cubicBezTo>
                    <a:pt x="340" y="65"/>
                    <a:pt x="440" y="85"/>
                    <a:pt x="521" y="101"/>
                  </a:cubicBezTo>
                  <a:lnTo>
                    <a:pt x="541" y="101"/>
                  </a:lnTo>
                  <a:lnTo>
                    <a:pt x="558" y="85"/>
                  </a:lnTo>
                  <a:cubicBezTo>
                    <a:pt x="574" y="65"/>
                    <a:pt x="574" y="65"/>
                    <a:pt x="590" y="49"/>
                  </a:cubicBezTo>
                  <a:cubicBezTo>
                    <a:pt x="574" y="49"/>
                    <a:pt x="558" y="65"/>
                    <a:pt x="558" y="65"/>
                  </a:cubicBezTo>
                  <a:lnTo>
                    <a:pt x="541" y="85"/>
                  </a:lnTo>
                  <a:cubicBezTo>
                    <a:pt x="440" y="65"/>
                    <a:pt x="340" y="49"/>
                    <a:pt x="218"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0"/>
            <p:cNvSpPr/>
            <p:nvPr/>
          </p:nvSpPr>
          <p:spPr>
            <a:xfrm>
              <a:off x="2284205" y="484305"/>
              <a:ext cx="8542" cy="3675"/>
            </a:xfrm>
            <a:custGeom>
              <a:rect b="b" l="l" r="r" t="t"/>
              <a:pathLst>
                <a:path extrusionOk="0" h="37" w="86">
                  <a:moveTo>
                    <a:pt x="0" y="0"/>
                  </a:moveTo>
                  <a:lnTo>
                    <a:pt x="0" y="20"/>
                  </a:lnTo>
                  <a:lnTo>
                    <a:pt x="53" y="20"/>
                  </a:lnTo>
                  <a:cubicBezTo>
                    <a:pt x="33" y="0"/>
                    <a:pt x="17" y="0"/>
                    <a:pt x="0" y="0"/>
                  </a:cubicBezTo>
                  <a:close/>
                  <a:moveTo>
                    <a:pt x="53" y="20"/>
                  </a:moveTo>
                  <a:cubicBezTo>
                    <a:pt x="53" y="37"/>
                    <a:pt x="69" y="37"/>
                    <a:pt x="85" y="37"/>
                  </a:cubicBezTo>
                  <a:lnTo>
                    <a:pt x="85" y="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0"/>
            <p:cNvSpPr/>
            <p:nvPr/>
          </p:nvSpPr>
          <p:spPr>
            <a:xfrm>
              <a:off x="1739308" y="893921"/>
              <a:ext cx="70322" cy="35459"/>
            </a:xfrm>
            <a:custGeom>
              <a:rect b="b" l="l" r="r" t="t"/>
              <a:pathLst>
                <a:path extrusionOk="0" h="357" w="708">
                  <a:moveTo>
                    <a:pt x="708" y="1"/>
                  </a:moveTo>
                  <a:cubicBezTo>
                    <a:pt x="671" y="1"/>
                    <a:pt x="655" y="17"/>
                    <a:pt x="623" y="37"/>
                  </a:cubicBezTo>
                  <a:lnTo>
                    <a:pt x="607" y="37"/>
                  </a:lnTo>
                  <a:lnTo>
                    <a:pt x="304" y="187"/>
                  </a:lnTo>
                  <a:cubicBezTo>
                    <a:pt x="251" y="219"/>
                    <a:pt x="203" y="239"/>
                    <a:pt x="150" y="271"/>
                  </a:cubicBezTo>
                  <a:cubicBezTo>
                    <a:pt x="118" y="288"/>
                    <a:pt x="85" y="304"/>
                    <a:pt x="49" y="320"/>
                  </a:cubicBezTo>
                  <a:lnTo>
                    <a:pt x="1" y="340"/>
                  </a:lnTo>
                  <a:lnTo>
                    <a:pt x="1" y="356"/>
                  </a:lnTo>
                  <a:lnTo>
                    <a:pt x="17" y="356"/>
                  </a:lnTo>
                  <a:lnTo>
                    <a:pt x="49" y="340"/>
                  </a:lnTo>
                  <a:cubicBezTo>
                    <a:pt x="85" y="320"/>
                    <a:pt x="118" y="304"/>
                    <a:pt x="150" y="288"/>
                  </a:cubicBezTo>
                  <a:cubicBezTo>
                    <a:pt x="203" y="255"/>
                    <a:pt x="251" y="239"/>
                    <a:pt x="304" y="203"/>
                  </a:cubicBezTo>
                  <a:lnTo>
                    <a:pt x="607" y="53"/>
                  </a:lnTo>
                  <a:cubicBezTo>
                    <a:pt x="623" y="53"/>
                    <a:pt x="623" y="37"/>
                    <a:pt x="639" y="37"/>
                  </a:cubicBezTo>
                  <a:cubicBezTo>
                    <a:pt x="655" y="37"/>
                    <a:pt x="671" y="17"/>
                    <a:pt x="708" y="17"/>
                  </a:cubicBez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0"/>
            <p:cNvSpPr/>
            <p:nvPr/>
          </p:nvSpPr>
          <p:spPr>
            <a:xfrm>
              <a:off x="2274173" y="589788"/>
              <a:ext cx="3278" cy="50258"/>
            </a:xfrm>
            <a:custGeom>
              <a:rect b="b" l="l" r="r" t="t"/>
              <a:pathLst>
                <a:path extrusionOk="0" h="506" w="33">
                  <a:moveTo>
                    <a:pt x="1" y="1"/>
                  </a:moveTo>
                  <a:lnTo>
                    <a:pt x="1" y="17"/>
                  </a:lnTo>
                  <a:lnTo>
                    <a:pt x="1" y="150"/>
                  </a:lnTo>
                  <a:lnTo>
                    <a:pt x="1" y="187"/>
                  </a:lnTo>
                  <a:lnTo>
                    <a:pt x="1" y="235"/>
                  </a:lnTo>
                  <a:cubicBezTo>
                    <a:pt x="17" y="271"/>
                    <a:pt x="17" y="288"/>
                    <a:pt x="17" y="320"/>
                  </a:cubicBezTo>
                  <a:lnTo>
                    <a:pt x="17" y="235"/>
                  </a:lnTo>
                  <a:lnTo>
                    <a:pt x="17" y="187"/>
                  </a:lnTo>
                  <a:lnTo>
                    <a:pt x="17" y="150"/>
                  </a:lnTo>
                  <a:cubicBezTo>
                    <a:pt x="17" y="102"/>
                    <a:pt x="1" y="49"/>
                    <a:pt x="17" y="17"/>
                  </a:cubicBezTo>
                  <a:lnTo>
                    <a:pt x="1" y="1"/>
                  </a:lnTo>
                  <a:close/>
                  <a:moveTo>
                    <a:pt x="17" y="320"/>
                  </a:moveTo>
                  <a:lnTo>
                    <a:pt x="17" y="421"/>
                  </a:lnTo>
                  <a:lnTo>
                    <a:pt x="17" y="453"/>
                  </a:lnTo>
                  <a:cubicBezTo>
                    <a:pt x="17" y="473"/>
                    <a:pt x="17" y="490"/>
                    <a:pt x="33" y="506"/>
                  </a:cubicBezTo>
                  <a:lnTo>
                    <a:pt x="33" y="490"/>
                  </a:lnTo>
                  <a:lnTo>
                    <a:pt x="33" y="453"/>
                  </a:lnTo>
                  <a:lnTo>
                    <a:pt x="33" y="421"/>
                  </a:lnTo>
                  <a:cubicBezTo>
                    <a:pt x="33" y="389"/>
                    <a:pt x="17" y="352"/>
                    <a:pt x="17" y="3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0"/>
            <p:cNvSpPr/>
            <p:nvPr/>
          </p:nvSpPr>
          <p:spPr>
            <a:xfrm>
              <a:off x="2234046" y="501091"/>
              <a:ext cx="16985" cy="8542"/>
            </a:xfrm>
            <a:custGeom>
              <a:rect b="b" l="l" r="r" t="t"/>
              <a:pathLst>
                <a:path extrusionOk="0" h="86" w="171">
                  <a:moveTo>
                    <a:pt x="170" y="1"/>
                  </a:moveTo>
                  <a:cubicBezTo>
                    <a:pt x="134" y="1"/>
                    <a:pt x="102" y="17"/>
                    <a:pt x="85" y="33"/>
                  </a:cubicBezTo>
                  <a:cubicBezTo>
                    <a:pt x="69" y="33"/>
                    <a:pt x="69" y="53"/>
                    <a:pt x="53" y="53"/>
                  </a:cubicBezTo>
                  <a:cubicBezTo>
                    <a:pt x="33" y="70"/>
                    <a:pt x="17" y="70"/>
                    <a:pt x="1" y="70"/>
                  </a:cubicBezTo>
                  <a:lnTo>
                    <a:pt x="1" y="86"/>
                  </a:lnTo>
                  <a:cubicBezTo>
                    <a:pt x="17" y="86"/>
                    <a:pt x="33" y="70"/>
                    <a:pt x="53" y="70"/>
                  </a:cubicBezTo>
                  <a:cubicBezTo>
                    <a:pt x="69" y="53"/>
                    <a:pt x="85" y="53"/>
                    <a:pt x="85" y="53"/>
                  </a:cubicBezTo>
                  <a:cubicBezTo>
                    <a:pt x="118" y="17"/>
                    <a:pt x="134" y="17"/>
                    <a:pt x="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0"/>
            <p:cNvSpPr/>
            <p:nvPr/>
          </p:nvSpPr>
          <p:spPr>
            <a:xfrm>
              <a:off x="1719245" y="482716"/>
              <a:ext cx="14998" cy="11720"/>
            </a:xfrm>
            <a:custGeom>
              <a:rect b="b" l="l" r="r" t="t"/>
              <a:pathLst>
                <a:path extrusionOk="0" h="118" w="151">
                  <a:moveTo>
                    <a:pt x="1" y="117"/>
                  </a:moveTo>
                  <a:lnTo>
                    <a:pt x="1" y="117"/>
                  </a:lnTo>
                  <a:lnTo>
                    <a:pt x="1" y="117"/>
                  </a:lnTo>
                  <a:lnTo>
                    <a:pt x="150" y="0"/>
                  </a:lnTo>
                  <a:lnTo>
                    <a:pt x="150" y="0"/>
                  </a:lnTo>
                  <a:lnTo>
                    <a:pt x="1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0"/>
            <p:cNvSpPr/>
            <p:nvPr/>
          </p:nvSpPr>
          <p:spPr>
            <a:xfrm>
              <a:off x="1667496" y="813666"/>
              <a:ext cx="65058" cy="37048"/>
            </a:xfrm>
            <a:custGeom>
              <a:rect b="b" l="l" r="r" t="t"/>
              <a:pathLst>
                <a:path extrusionOk="0" h="373" w="655">
                  <a:moveTo>
                    <a:pt x="655" y="1"/>
                  </a:moveTo>
                  <a:cubicBezTo>
                    <a:pt x="639" y="1"/>
                    <a:pt x="623" y="1"/>
                    <a:pt x="606" y="17"/>
                  </a:cubicBezTo>
                  <a:lnTo>
                    <a:pt x="639" y="17"/>
                  </a:lnTo>
                  <a:lnTo>
                    <a:pt x="655" y="1"/>
                  </a:lnTo>
                  <a:close/>
                  <a:moveTo>
                    <a:pt x="606" y="17"/>
                  </a:moveTo>
                  <a:cubicBezTo>
                    <a:pt x="554" y="37"/>
                    <a:pt x="522" y="53"/>
                    <a:pt x="485" y="86"/>
                  </a:cubicBezTo>
                  <a:cubicBezTo>
                    <a:pt x="384" y="138"/>
                    <a:pt x="303" y="187"/>
                    <a:pt x="203" y="239"/>
                  </a:cubicBezTo>
                  <a:cubicBezTo>
                    <a:pt x="182" y="255"/>
                    <a:pt x="166" y="272"/>
                    <a:pt x="134" y="288"/>
                  </a:cubicBezTo>
                  <a:cubicBezTo>
                    <a:pt x="102" y="304"/>
                    <a:pt x="49" y="340"/>
                    <a:pt x="1" y="356"/>
                  </a:cubicBezTo>
                  <a:lnTo>
                    <a:pt x="1" y="373"/>
                  </a:lnTo>
                  <a:lnTo>
                    <a:pt x="17" y="373"/>
                  </a:lnTo>
                  <a:cubicBezTo>
                    <a:pt x="49" y="356"/>
                    <a:pt x="102" y="320"/>
                    <a:pt x="150" y="304"/>
                  </a:cubicBezTo>
                  <a:cubicBezTo>
                    <a:pt x="166" y="288"/>
                    <a:pt x="182" y="272"/>
                    <a:pt x="219" y="255"/>
                  </a:cubicBezTo>
                  <a:cubicBezTo>
                    <a:pt x="303" y="203"/>
                    <a:pt x="404" y="154"/>
                    <a:pt x="485" y="102"/>
                  </a:cubicBezTo>
                  <a:cubicBezTo>
                    <a:pt x="522" y="70"/>
                    <a:pt x="570" y="53"/>
                    <a:pt x="606"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0"/>
            <p:cNvSpPr/>
            <p:nvPr/>
          </p:nvSpPr>
          <p:spPr>
            <a:xfrm>
              <a:off x="2270995" y="538040"/>
              <a:ext cx="3278" cy="14998"/>
            </a:xfrm>
            <a:custGeom>
              <a:rect b="b" l="l" r="r" t="t"/>
              <a:pathLst>
                <a:path extrusionOk="0" h="151" w="33">
                  <a:moveTo>
                    <a:pt x="0" y="1"/>
                  </a:moveTo>
                  <a:lnTo>
                    <a:pt x="0" y="17"/>
                  </a:lnTo>
                  <a:lnTo>
                    <a:pt x="0" y="33"/>
                  </a:lnTo>
                  <a:lnTo>
                    <a:pt x="0" y="134"/>
                  </a:lnTo>
                  <a:lnTo>
                    <a:pt x="16" y="150"/>
                  </a:lnTo>
                  <a:lnTo>
                    <a:pt x="33" y="134"/>
                  </a:lnTo>
                  <a:lnTo>
                    <a:pt x="16" y="134"/>
                  </a:lnTo>
                  <a:cubicBezTo>
                    <a:pt x="0" y="102"/>
                    <a:pt x="16" y="65"/>
                    <a:pt x="16" y="33"/>
                  </a:cubicBezTo>
                  <a:lnTo>
                    <a:pt x="16" y="17"/>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0"/>
            <p:cNvSpPr/>
            <p:nvPr/>
          </p:nvSpPr>
          <p:spPr>
            <a:xfrm>
              <a:off x="2270995" y="556514"/>
              <a:ext cx="3278" cy="14899"/>
            </a:xfrm>
            <a:custGeom>
              <a:rect b="b" l="l" r="r" t="t"/>
              <a:pathLst>
                <a:path extrusionOk="0" h="150" w="33">
                  <a:moveTo>
                    <a:pt x="16" y="0"/>
                  </a:moveTo>
                  <a:cubicBezTo>
                    <a:pt x="0" y="17"/>
                    <a:pt x="0" y="17"/>
                    <a:pt x="0" y="33"/>
                  </a:cubicBezTo>
                  <a:cubicBezTo>
                    <a:pt x="16" y="49"/>
                    <a:pt x="16" y="65"/>
                    <a:pt x="16" y="65"/>
                  </a:cubicBezTo>
                  <a:lnTo>
                    <a:pt x="16" y="33"/>
                  </a:lnTo>
                  <a:lnTo>
                    <a:pt x="16" y="17"/>
                  </a:lnTo>
                  <a:lnTo>
                    <a:pt x="33" y="17"/>
                  </a:lnTo>
                  <a:lnTo>
                    <a:pt x="33" y="0"/>
                  </a:lnTo>
                  <a:close/>
                  <a:moveTo>
                    <a:pt x="16" y="65"/>
                  </a:moveTo>
                  <a:lnTo>
                    <a:pt x="16" y="134"/>
                  </a:lnTo>
                  <a:lnTo>
                    <a:pt x="16" y="150"/>
                  </a:lnTo>
                  <a:lnTo>
                    <a:pt x="33" y="150"/>
                  </a:lnTo>
                  <a:lnTo>
                    <a:pt x="33" y="134"/>
                  </a:lnTo>
                  <a:cubicBezTo>
                    <a:pt x="16" y="118"/>
                    <a:pt x="16" y="101"/>
                    <a:pt x="16"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0"/>
            <p:cNvSpPr/>
            <p:nvPr/>
          </p:nvSpPr>
          <p:spPr>
            <a:xfrm>
              <a:off x="1734143" y="875447"/>
              <a:ext cx="77076" cy="62376"/>
            </a:xfrm>
            <a:custGeom>
              <a:rect b="b" l="l" r="r" t="t"/>
              <a:pathLst>
                <a:path extrusionOk="0" h="628" w="776">
                  <a:moveTo>
                    <a:pt x="776" y="1"/>
                  </a:moveTo>
                  <a:lnTo>
                    <a:pt x="776" y="1"/>
                  </a:lnTo>
                  <a:cubicBezTo>
                    <a:pt x="760" y="21"/>
                    <a:pt x="743" y="21"/>
                    <a:pt x="723" y="21"/>
                  </a:cubicBezTo>
                  <a:lnTo>
                    <a:pt x="707" y="37"/>
                  </a:lnTo>
                  <a:lnTo>
                    <a:pt x="743" y="37"/>
                  </a:lnTo>
                  <a:cubicBezTo>
                    <a:pt x="760" y="37"/>
                    <a:pt x="776" y="21"/>
                    <a:pt x="776" y="1"/>
                  </a:cubicBezTo>
                  <a:close/>
                  <a:moveTo>
                    <a:pt x="707" y="37"/>
                  </a:moveTo>
                  <a:lnTo>
                    <a:pt x="707" y="37"/>
                  </a:lnTo>
                  <a:cubicBezTo>
                    <a:pt x="675" y="53"/>
                    <a:pt x="622" y="70"/>
                    <a:pt x="590" y="102"/>
                  </a:cubicBezTo>
                  <a:cubicBezTo>
                    <a:pt x="622" y="86"/>
                    <a:pt x="675" y="70"/>
                    <a:pt x="707" y="37"/>
                  </a:cubicBezTo>
                  <a:close/>
                  <a:moveTo>
                    <a:pt x="590" y="102"/>
                  </a:moveTo>
                  <a:lnTo>
                    <a:pt x="590" y="102"/>
                  </a:lnTo>
                  <a:cubicBezTo>
                    <a:pt x="541" y="122"/>
                    <a:pt x="489" y="154"/>
                    <a:pt x="440" y="171"/>
                  </a:cubicBezTo>
                  <a:cubicBezTo>
                    <a:pt x="372" y="203"/>
                    <a:pt x="287" y="239"/>
                    <a:pt x="218" y="272"/>
                  </a:cubicBezTo>
                  <a:cubicBezTo>
                    <a:pt x="170" y="304"/>
                    <a:pt x="117" y="324"/>
                    <a:pt x="85" y="356"/>
                  </a:cubicBezTo>
                  <a:cubicBezTo>
                    <a:pt x="137" y="340"/>
                    <a:pt x="186" y="324"/>
                    <a:pt x="238" y="288"/>
                  </a:cubicBezTo>
                  <a:cubicBezTo>
                    <a:pt x="303" y="255"/>
                    <a:pt x="372" y="223"/>
                    <a:pt x="440" y="187"/>
                  </a:cubicBezTo>
                  <a:cubicBezTo>
                    <a:pt x="489" y="154"/>
                    <a:pt x="541" y="138"/>
                    <a:pt x="590" y="102"/>
                  </a:cubicBezTo>
                  <a:close/>
                  <a:moveTo>
                    <a:pt x="85" y="356"/>
                  </a:moveTo>
                  <a:cubicBezTo>
                    <a:pt x="69" y="356"/>
                    <a:pt x="69" y="356"/>
                    <a:pt x="53" y="373"/>
                  </a:cubicBezTo>
                  <a:lnTo>
                    <a:pt x="36" y="373"/>
                  </a:lnTo>
                  <a:cubicBezTo>
                    <a:pt x="16" y="389"/>
                    <a:pt x="0" y="405"/>
                    <a:pt x="0" y="425"/>
                  </a:cubicBezTo>
                  <a:lnTo>
                    <a:pt x="0" y="591"/>
                  </a:lnTo>
                  <a:lnTo>
                    <a:pt x="0" y="627"/>
                  </a:lnTo>
                  <a:lnTo>
                    <a:pt x="16" y="627"/>
                  </a:lnTo>
                  <a:cubicBezTo>
                    <a:pt x="16" y="607"/>
                    <a:pt x="0" y="591"/>
                    <a:pt x="16" y="591"/>
                  </a:cubicBezTo>
                  <a:lnTo>
                    <a:pt x="16" y="425"/>
                  </a:lnTo>
                  <a:cubicBezTo>
                    <a:pt x="16" y="405"/>
                    <a:pt x="16" y="389"/>
                    <a:pt x="36" y="389"/>
                  </a:cubicBezTo>
                  <a:cubicBezTo>
                    <a:pt x="53" y="389"/>
                    <a:pt x="53" y="389"/>
                    <a:pt x="69" y="373"/>
                  </a:cubicBezTo>
                  <a:lnTo>
                    <a:pt x="85" y="35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0"/>
            <p:cNvSpPr/>
            <p:nvPr/>
          </p:nvSpPr>
          <p:spPr>
            <a:xfrm>
              <a:off x="2315890" y="591377"/>
              <a:ext cx="55523" cy="18574"/>
            </a:xfrm>
            <a:custGeom>
              <a:rect b="b" l="l" r="r" t="t"/>
              <a:pathLst>
                <a:path extrusionOk="0" h="187" w="559">
                  <a:moveTo>
                    <a:pt x="558" y="187"/>
                  </a:moveTo>
                  <a:lnTo>
                    <a:pt x="558" y="187"/>
                  </a:lnTo>
                  <a:lnTo>
                    <a:pt x="1" y="1"/>
                  </a:lnTo>
                  <a:lnTo>
                    <a:pt x="1" y="1"/>
                  </a:lnTo>
                  <a:lnTo>
                    <a:pt x="1" y="1"/>
                  </a:lnTo>
                  <a:lnTo>
                    <a:pt x="558" y="18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0"/>
            <p:cNvSpPr/>
            <p:nvPr/>
          </p:nvSpPr>
          <p:spPr>
            <a:xfrm>
              <a:off x="2239310" y="581345"/>
              <a:ext cx="18077" cy="8542"/>
            </a:xfrm>
            <a:custGeom>
              <a:rect b="b" l="l" r="r" t="t"/>
              <a:pathLst>
                <a:path extrusionOk="0" h="86" w="182">
                  <a:moveTo>
                    <a:pt x="166" y="1"/>
                  </a:moveTo>
                  <a:cubicBezTo>
                    <a:pt x="150" y="1"/>
                    <a:pt x="117" y="17"/>
                    <a:pt x="101" y="17"/>
                  </a:cubicBezTo>
                  <a:cubicBezTo>
                    <a:pt x="101" y="33"/>
                    <a:pt x="81" y="33"/>
                    <a:pt x="81" y="33"/>
                  </a:cubicBezTo>
                  <a:lnTo>
                    <a:pt x="65" y="53"/>
                  </a:lnTo>
                  <a:cubicBezTo>
                    <a:pt x="32" y="70"/>
                    <a:pt x="16" y="70"/>
                    <a:pt x="0" y="86"/>
                  </a:cubicBezTo>
                  <a:cubicBezTo>
                    <a:pt x="32" y="86"/>
                    <a:pt x="49" y="70"/>
                    <a:pt x="65" y="70"/>
                  </a:cubicBezTo>
                  <a:cubicBezTo>
                    <a:pt x="65" y="53"/>
                    <a:pt x="81" y="53"/>
                    <a:pt x="81" y="53"/>
                  </a:cubicBezTo>
                  <a:cubicBezTo>
                    <a:pt x="101" y="53"/>
                    <a:pt x="101" y="33"/>
                    <a:pt x="117" y="33"/>
                  </a:cubicBezTo>
                  <a:cubicBezTo>
                    <a:pt x="133" y="17"/>
                    <a:pt x="150" y="17"/>
                    <a:pt x="166" y="17"/>
                  </a:cubicBezTo>
                  <a:lnTo>
                    <a:pt x="1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0"/>
            <p:cNvSpPr/>
            <p:nvPr/>
          </p:nvSpPr>
          <p:spPr>
            <a:xfrm>
              <a:off x="2285794" y="446164"/>
              <a:ext cx="60290" cy="24931"/>
            </a:xfrm>
            <a:custGeom>
              <a:rect b="b" l="l" r="r" t="t"/>
              <a:pathLst>
                <a:path extrusionOk="0" h="251" w="607">
                  <a:moveTo>
                    <a:pt x="1" y="1"/>
                  </a:moveTo>
                  <a:lnTo>
                    <a:pt x="1" y="17"/>
                  </a:lnTo>
                  <a:cubicBezTo>
                    <a:pt x="69" y="49"/>
                    <a:pt x="138" y="65"/>
                    <a:pt x="219" y="102"/>
                  </a:cubicBezTo>
                  <a:cubicBezTo>
                    <a:pt x="271" y="118"/>
                    <a:pt x="304" y="134"/>
                    <a:pt x="356" y="150"/>
                  </a:cubicBezTo>
                  <a:cubicBezTo>
                    <a:pt x="320" y="134"/>
                    <a:pt x="271" y="102"/>
                    <a:pt x="219" y="81"/>
                  </a:cubicBezTo>
                  <a:cubicBezTo>
                    <a:pt x="138" y="65"/>
                    <a:pt x="69" y="33"/>
                    <a:pt x="1" y="1"/>
                  </a:cubicBezTo>
                  <a:close/>
                  <a:moveTo>
                    <a:pt x="356" y="150"/>
                  </a:moveTo>
                  <a:lnTo>
                    <a:pt x="356" y="150"/>
                  </a:lnTo>
                  <a:cubicBezTo>
                    <a:pt x="421" y="182"/>
                    <a:pt x="489" y="203"/>
                    <a:pt x="558" y="235"/>
                  </a:cubicBezTo>
                  <a:lnTo>
                    <a:pt x="574" y="235"/>
                  </a:lnTo>
                  <a:cubicBezTo>
                    <a:pt x="590" y="235"/>
                    <a:pt x="590" y="251"/>
                    <a:pt x="607" y="251"/>
                  </a:cubicBezTo>
                  <a:lnTo>
                    <a:pt x="607" y="235"/>
                  </a:lnTo>
                  <a:lnTo>
                    <a:pt x="590" y="235"/>
                  </a:lnTo>
                  <a:cubicBezTo>
                    <a:pt x="574" y="219"/>
                    <a:pt x="574" y="219"/>
                    <a:pt x="558" y="219"/>
                  </a:cubicBezTo>
                  <a:cubicBezTo>
                    <a:pt x="489" y="203"/>
                    <a:pt x="421" y="166"/>
                    <a:pt x="356" y="1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0"/>
            <p:cNvSpPr/>
            <p:nvPr/>
          </p:nvSpPr>
          <p:spPr>
            <a:xfrm>
              <a:off x="1690738" y="496323"/>
              <a:ext cx="43504" cy="31784"/>
            </a:xfrm>
            <a:custGeom>
              <a:rect b="b" l="l" r="r" t="t"/>
              <a:pathLst>
                <a:path extrusionOk="0" h="320" w="438">
                  <a:moveTo>
                    <a:pt x="421" y="0"/>
                  </a:moveTo>
                  <a:lnTo>
                    <a:pt x="1" y="320"/>
                  </a:lnTo>
                  <a:lnTo>
                    <a:pt x="4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0"/>
            <p:cNvSpPr/>
            <p:nvPr/>
          </p:nvSpPr>
          <p:spPr>
            <a:xfrm>
              <a:off x="2369625" y="680074"/>
              <a:ext cx="8145" cy="3278"/>
            </a:xfrm>
            <a:custGeom>
              <a:rect b="b" l="l" r="r" t="t"/>
              <a:pathLst>
                <a:path extrusionOk="0" h="33" w="82">
                  <a:moveTo>
                    <a:pt x="1" y="1"/>
                  </a:moveTo>
                  <a:lnTo>
                    <a:pt x="1" y="17"/>
                  </a:lnTo>
                  <a:cubicBezTo>
                    <a:pt x="17" y="17"/>
                    <a:pt x="33" y="17"/>
                    <a:pt x="49" y="33"/>
                  </a:cubicBezTo>
                  <a:lnTo>
                    <a:pt x="82" y="33"/>
                  </a:lnTo>
                  <a:lnTo>
                    <a:pt x="82" y="17"/>
                  </a:lnTo>
                  <a:lnTo>
                    <a:pt x="49" y="17"/>
                  </a:lnTo>
                  <a:cubicBezTo>
                    <a:pt x="33"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0"/>
            <p:cNvSpPr/>
            <p:nvPr/>
          </p:nvSpPr>
          <p:spPr>
            <a:xfrm>
              <a:off x="2476399" y="936134"/>
              <a:ext cx="175805" cy="44994"/>
            </a:xfrm>
            <a:custGeom>
              <a:rect b="b" l="l" r="r" t="t"/>
              <a:pathLst>
                <a:path extrusionOk="0" h="453" w="1770">
                  <a:moveTo>
                    <a:pt x="42" y="1"/>
                  </a:moveTo>
                  <a:cubicBezTo>
                    <a:pt x="32" y="1"/>
                    <a:pt x="19" y="6"/>
                    <a:pt x="0" y="16"/>
                  </a:cubicBezTo>
                  <a:cubicBezTo>
                    <a:pt x="37" y="16"/>
                    <a:pt x="53" y="16"/>
                    <a:pt x="69" y="32"/>
                  </a:cubicBezTo>
                  <a:cubicBezTo>
                    <a:pt x="85" y="32"/>
                    <a:pt x="101" y="48"/>
                    <a:pt x="118" y="48"/>
                  </a:cubicBezTo>
                  <a:lnTo>
                    <a:pt x="154" y="48"/>
                  </a:lnTo>
                  <a:cubicBezTo>
                    <a:pt x="287" y="81"/>
                    <a:pt x="388" y="117"/>
                    <a:pt x="489" y="133"/>
                  </a:cubicBezTo>
                  <a:cubicBezTo>
                    <a:pt x="590" y="166"/>
                    <a:pt x="675" y="182"/>
                    <a:pt x="760" y="218"/>
                  </a:cubicBezTo>
                  <a:cubicBezTo>
                    <a:pt x="825" y="234"/>
                    <a:pt x="877" y="250"/>
                    <a:pt x="926" y="267"/>
                  </a:cubicBezTo>
                  <a:cubicBezTo>
                    <a:pt x="962" y="267"/>
                    <a:pt x="994" y="267"/>
                    <a:pt x="1027" y="283"/>
                  </a:cubicBezTo>
                  <a:cubicBezTo>
                    <a:pt x="1063" y="283"/>
                    <a:pt x="1111" y="299"/>
                    <a:pt x="1164" y="319"/>
                  </a:cubicBezTo>
                  <a:cubicBezTo>
                    <a:pt x="1196" y="335"/>
                    <a:pt x="1229" y="335"/>
                    <a:pt x="1281" y="351"/>
                  </a:cubicBezTo>
                  <a:cubicBezTo>
                    <a:pt x="1313" y="351"/>
                    <a:pt x="1350" y="368"/>
                    <a:pt x="1382" y="384"/>
                  </a:cubicBezTo>
                  <a:cubicBezTo>
                    <a:pt x="1451" y="400"/>
                    <a:pt x="1499" y="420"/>
                    <a:pt x="1568" y="420"/>
                  </a:cubicBezTo>
                  <a:cubicBezTo>
                    <a:pt x="1515" y="400"/>
                    <a:pt x="1451" y="384"/>
                    <a:pt x="1382" y="368"/>
                  </a:cubicBezTo>
                  <a:cubicBezTo>
                    <a:pt x="1350" y="351"/>
                    <a:pt x="1313" y="351"/>
                    <a:pt x="1281" y="335"/>
                  </a:cubicBezTo>
                  <a:cubicBezTo>
                    <a:pt x="1249" y="335"/>
                    <a:pt x="1196" y="319"/>
                    <a:pt x="1164" y="299"/>
                  </a:cubicBezTo>
                  <a:cubicBezTo>
                    <a:pt x="1111" y="283"/>
                    <a:pt x="1079" y="283"/>
                    <a:pt x="1027" y="267"/>
                  </a:cubicBezTo>
                  <a:cubicBezTo>
                    <a:pt x="994" y="267"/>
                    <a:pt x="962" y="250"/>
                    <a:pt x="946" y="250"/>
                  </a:cubicBezTo>
                  <a:cubicBezTo>
                    <a:pt x="877" y="234"/>
                    <a:pt x="825" y="218"/>
                    <a:pt x="776" y="198"/>
                  </a:cubicBezTo>
                  <a:cubicBezTo>
                    <a:pt x="675" y="182"/>
                    <a:pt x="590" y="149"/>
                    <a:pt x="505" y="133"/>
                  </a:cubicBezTo>
                  <a:cubicBezTo>
                    <a:pt x="404" y="97"/>
                    <a:pt x="287" y="65"/>
                    <a:pt x="154" y="32"/>
                  </a:cubicBezTo>
                  <a:lnTo>
                    <a:pt x="118" y="32"/>
                  </a:lnTo>
                  <a:cubicBezTo>
                    <a:pt x="101" y="32"/>
                    <a:pt x="85" y="32"/>
                    <a:pt x="69" y="16"/>
                  </a:cubicBezTo>
                  <a:cubicBezTo>
                    <a:pt x="61" y="6"/>
                    <a:pt x="53" y="1"/>
                    <a:pt x="42" y="1"/>
                  </a:cubicBezTo>
                  <a:close/>
                  <a:moveTo>
                    <a:pt x="1568" y="420"/>
                  </a:moveTo>
                  <a:cubicBezTo>
                    <a:pt x="1584" y="436"/>
                    <a:pt x="1600" y="436"/>
                    <a:pt x="1616" y="436"/>
                  </a:cubicBezTo>
                  <a:cubicBezTo>
                    <a:pt x="1669" y="452"/>
                    <a:pt x="1717" y="452"/>
                    <a:pt x="1754" y="452"/>
                  </a:cubicBezTo>
                  <a:lnTo>
                    <a:pt x="1770" y="452"/>
                  </a:lnTo>
                  <a:cubicBezTo>
                    <a:pt x="1717" y="452"/>
                    <a:pt x="1669" y="436"/>
                    <a:pt x="1616" y="4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0"/>
            <p:cNvSpPr/>
            <p:nvPr/>
          </p:nvSpPr>
          <p:spPr>
            <a:xfrm>
              <a:off x="2281027" y="706991"/>
              <a:ext cx="3278" cy="8145"/>
            </a:xfrm>
            <a:custGeom>
              <a:rect b="b" l="l" r="r" t="t"/>
              <a:pathLst>
                <a:path extrusionOk="0" h="82" w="33">
                  <a:moveTo>
                    <a:pt x="0" y="0"/>
                  </a:moveTo>
                  <a:lnTo>
                    <a:pt x="0" y="49"/>
                  </a:lnTo>
                  <a:lnTo>
                    <a:pt x="0" y="65"/>
                  </a:lnTo>
                  <a:lnTo>
                    <a:pt x="16" y="81"/>
                  </a:lnTo>
                  <a:lnTo>
                    <a:pt x="32" y="81"/>
                  </a:lnTo>
                  <a:lnTo>
                    <a:pt x="32" y="65"/>
                  </a:lnTo>
                  <a:lnTo>
                    <a:pt x="16" y="65"/>
                  </a:lnTo>
                  <a:lnTo>
                    <a:pt x="16" y="49"/>
                  </a:lnTo>
                  <a:cubicBezTo>
                    <a:pt x="16" y="33"/>
                    <a:pt x="0" y="16"/>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0"/>
            <p:cNvSpPr/>
            <p:nvPr/>
          </p:nvSpPr>
          <p:spPr>
            <a:xfrm>
              <a:off x="2315890" y="372365"/>
              <a:ext cx="18574" cy="8542"/>
            </a:xfrm>
            <a:custGeom>
              <a:rect b="b" l="l" r="r" t="t"/>
              <a:pathLst>
                <a:path extrusionOk="0" h="86" w="187">
                  <a:moveTo>
                    <a:pt x="17" y="0"/>
                  </a:moveTo>
                  <a:lnTo>
                    <a:pt x="1" y="16"/>
                  </a:lnTo>
                  <a:lnTo>
                    <a:pt x="17" y="16"/>
                  </a:lnTo>
                  <a:cubicBezTo>
                    <a:pt x="69" y="37"/>
                    <a:pt x="118" y="69"/>
                    <a:pt x="186" y="85"/>
                  </a:cubicBezTo>
                  <a:lnTo>
                    <a:pt x="186" y="69"/>
                  </a:lnTo>
                  <a:cubicBezTo>
                    <a:pt x="138" y="53"/>
                    <a:pt x="69" y="37"/>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0"/>
            <p:cNvSpPr/>
            <p:nvPr/>
          </p:nvSpPr>
          <p:spPr>
            <a:xfrm>
              <a:off x="1662331" y="787246"/>
              <a:ext cx="70223" cy="40227"/>
            </a:xfrm>
            <a:custGeom>
              <a:rect b="b" l="l" r="r" t="t"/>
              <a:pathLst>
                <a:path extrusionOk="0" h="405" w="707">
                  <a:moveTo>
                    <a:pt x="707" y="0"/>
                  </a:moveTo>
                  <a:cubicBezTo>
                    <a:pt x="675" y="0"/>
                    <a:pt x="658" y="16"/>
                    <a:pt x="638" y="33"/>
                  </a:cubicBezTo>
                  <a:cubicBezTo>
                    <a:pt x="658" y="33"/>
                    <a:pt x="675" y="16"/>
                    <a:pt x="707" y="16"/>
                  </a:cubicBezTo>
                  <a:lnTo>
                    <a:pt x="707" y="0"/>
                  </a:lnTo>
                  <a:close/>
                  <a:moveTo>
                    <a:pt x="638" y="33"/>
                  </a:moveTo>
                  <a:cubicBezTo>
                    <a:pt x="622" y="33"/>
                    <a:pt x="622" y="33"/>
                    <a:pt x="606" y="49"/>
                  </a:cubicBezTo>
                  <a:cubicBezTo>
                    <a:pt x="505" y="101"/>
                    <a:pt x="404" y="166"/>
                    <a:pt x="287" y="235"/>
                  </a:cubicBezTo>
                  <a:cubicBezTo>
                    <a:pt x="218" y="267"/>
                    <a:pt x="154" y="319"/>
                    <a:pt x="69" y="352"/>
                  </a:cubicBezTo>
                  <a:lnTo>
                    <a:pt x="69" y="368"/>
                  </a:lnTo>
                  <a:cubicBezTo>
                    <a:pt x="53" y="368"/>
                    <a:pt x="32" y="384"/>
                    <a:pt x="16" y="384"/>
                  </a:cubicBezTo>
                  <a:lnTo>
                    <a:pt x="0" y="384"/>
                  </a:lnTo>
                  <a:lnTo>
                    <a:pt x="16" y="404"/>
                  </a:lnTo>
                  <a:cubicBezTo>
                    <a:pt x="32" y="404"/>
                    <a:pt x="53" y="384"/>
                    <a:pt x="69" y="384"/>
                  </a:cubicBezTo>
                  <a:lnTo>
                    <a:pt x="85" y="368"/>
                  </a:lnTo>
                  <a:cubicBezTo>
                    <a:pt x="154" y="336"/>
                    <a:pt x="218" y="283"/>
                    <a:pt x="303" y="235"/>
                  </a:cubicBezTo>
                  <a:cubicBezTo>
                    <a:pt x="404" y="182"/>
                    <a:pt x="505" y="117"/>
                    <a:pt x="622" y="49"/>
                  </a:cubicBezTo>
                  <a:cubicBezTo>
                    <a:pt x="622" y="49"/>
                    <a:pt x="638" y="49"/>
                    <a:pt x="638"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0"/>
            <p:cNvSpPr/>
            <p:nvPr/>
          </p:nvSpPr>
          <p:spPr>
            <a:xfrm>
              <a:off x="1669085" y="755164"/>
              <a:ext cx="63469" cy="36949"/>
            </a:xfrm>
            <a:custGeom>
              <a:rect b="b" l="l" r="r" t="t"/>
              <a:pathLst>
                <a:path extrusionOk="0" h="372" w="639">
                  <a:moveTo>
                    <a:pt x="639" y="0"/>
                  </a:moveTo>
                  <a:cubicBezTo>
                    <a:pt x="623" y="0"/>
                    <a:pt x="590" y="0"/>
                    <a:pt x="570" y="20"/>
                  </a:cubicBezTo>
                  <a:cubicBezTo>
                    <a:pt x="437" y="101"/>
                    <a:pt x="304" y="170"/>
                    <a:pt x="187" y="255"/>
                  </a:cubicBezTo>
                  <a:cubicBezTo>
                    <a:pt x="134" y="271"/>
                    <a:pt x="102" y="303"/>
                    <a:pt x="49" y="339"/>
                  </a:cubicBezTo>
                  <a:cubicBezTo>
                    <a:pt x="33" y="339"/>
                    <a:pt x="33" y="339"/>
                    <a:pt x="17" y="356"/>
                  </a:cubicBezTo>
                  <a:lnTo>
                    <a:pt x="1" y="356"/>
                  </a:lnTo>
                  <a:lnTo>
                    <a:pt x="1" y="372"/>
                  </a:lnTo>
                  <a:lnTo>
                    <a:pt x="17" y="372"/>
                  </a:lnTo>
                  <a:lnTo>
                    <a:pt x="33" y="356"/>
                  </a:lnTo>
                  <a:cubicBezTo>
                    <a:pt x="33" y="356"/>
                    <a:pt x="49" y="356"/>
                    <a:pt x="65" y="339"/>
                  </a:cubicBezTo>
                  <a:cubicBezTo>
                    <a:pt x="102" y="323"/>
                    <a:pt x="150" y="287"/>
                    <a:pt x="203" y="255"/>
                  </a:cubicBezTo>
                  <a:cubicBezTo>
                    <a:pt x="320" y="186"/>
                    <a:pt x="437" y="121"/>
                    <a:pt x="570" y="36"/>
                  </a:cubicBezTo>
                  <a:lnTo>
                    <a:pt x="590" y="36"/>
                  </a:lnTo>
                  <a:cubicBezTo>
                    <a:pt x="607" y="20"/>
                    <a:pt x="623" y="0"/>
                    <a:pt x="6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0"/>
            <p:cNvSpPr/>
            <p:nvPr/>
          </p:nvSpPr>
          <p:spPr>
            <a:xfrm>
              <a:off x="2190740" y="937723"/>
              <a:ext cx="3278" cy="43405"/>
            </a:xfrm>
            <a:custGeom>
              <a:rect b="b" l="l" r="r" t="t"/>
              <a:pathLst>
                <a:path extrusionOk="0" h="437" w="33">
                  <a:moveTo>
                    <a:pt x="16" y="0"/>
                  </a:moveTo>
                  <a:lnTo>
                    <a:pt x="0" y="16"/>
                  </a:lnTo>
                  <a:lnTo>
                    <a:pt x="16" y="16"/>
                  </a:lnTo>
                  <a:lnTo>
                    <a:pt x="16" y="0"/>
                  </a:lnTo>
                  <a:close/>
                  <a:moveTo>
                    <a:pt x="16" y="16"/>
                  </a:moveTo>
                  <a:cubicBezTo>
                    <a:pt x="0" y="81"/>
                    <a:pt x="16" y="166"/>
                    <a:pt x="16" y="234"/>
                  </a:cubicBezTo>
                  <a:lnTo>
                    <a:pt x="16" y="420"/>
                  </a:lnTo>
                  <a:lnTo>
                    <a:pt x="33" y="436"/>
                  </a:lnTo>
                  <a:lnTo>
                    <a:pt x="33" y="420"/>
                  </a:lnTo>
                  <a:lnTo>
                    <a:pt x="33" y="234"/>
                  </a:lnTo>
                  <a:cubicBezTo>
                    <a:pt x="16" y="166"/>
                    <a:pt x="16" y="81"/>
                    <a:pt x="16"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0"/>
            <p:cNvSpPr/>
            <p:nvPr/>
          </p:nvSpPr>
          <p:spPr>
            <a:xfrm>
              <a:off x="1679117" y="740265"/>
              <a:ext cx="55125" cy="33373"/>
            </a:xfrm>
            <a:custGeom>
              <a:rect b="b" l="l" r="r" t="t"/>
              <a:pathLst>
                <a:path extrusionOk="0" h="336" w="555">
                  <a:moveTo>
                    <a:pt x="554" y="1"/>
                  </a:moveTo>
                  <a:cubicBezTo>
                    <a:pt x="538" y="1"/>
                    <a:pt x="522" y="1"/>
                    <a:pt x="506" y="17"/>
                  </a:cubicBezTo>
                  <a:cubicBezTo>
                    <a:pt x="453" y="49"/>
                    <a:pt x="388" y="102"/>
                    <a:pt x="320" y="134"/>
                  </a:cubicBezTo>
                  <a:cubicBezTo>
                    <a:pt x="287" y="150"/>
                    <a:pt x="251" y="170"/>
                    <a:pt x="219" y="203"/>
                  </a:cubicBezTo>
                  <a:cubicBezTo>
                    <a:pt x="251" y="186"/>
                    <a:pt x="287" y="170"/>
                    <a:pt x="336" y="150"/>
                  </a:cubicBezTo>
                  <a:cubicBezTo>
                    <a:pt x="388" y="102"/>
                    <a:pt x="453" y="69"/>
                    <a:pt x="522" y="33"/>
                  </a:cubicBezTo>
                  <a:cubicBezTo>
                    <a:pt x="522" y="17"/>
                    <a:pt x="538" y="17"/>
                    <a:pt x="554" y="17"/>
                  </a:cubicBezTo>
                  <a:lnTo>
                    <a:pt x="554" y="1"/>
                  </a:lnTo>
                  <a:close/>
                  <a:moveTo>
                    <a:pt x="219" y="203"/>
                  </a:moveTo>
                  <a:cubicBezTo>
                    <a:pt x="203" y="203"/>
                    <a:pt x="166" y="219"/>
                    <a:pt x="150" y="235"/>
                  </a:cubicBezTo>
                  <a:cubicBezTo>
                    <a:pt x="102" y="271"/>
                    <a:pt x="49" y="304"/>
                    <a:pt x="1" y="320"/>
                  </a:cubicBezTo>
                  <a:lnTo>
                    <a:pt x="1" y="336"/>
                  </a:lnTo>
                  <a:lnTo>
                    <a:pt x="17" y="336"/>
                  </a:lnTo>
                  <a:cubicBezTo>
                    <a:pt x="65" y="304"/>
                    <a:pt x="118" y="287"/>
                    <a:pt x="166" y="251"/>
                  </a:cubicBezTo>
                  <a:cubicBezTo>
                    <a:pt x="186" y="235"/>
                    <a:pt x="203" y="219"/>
                    <a:pt x="219"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0"/>
            <p:cNvSpPr/>
            <p:nvPr/>
          </p:nvSpPr>
          <p:spPr>
            <a:xfrm>
              <a:off x="2342807" y="382397"/>
              <a:ext cx="21752" cy="70322"/>
            </a:xfrm>
            <a:custGeom>
              <a:rect b="b" l="l" r="r" t="t"/>
              <a:pathLst>
                <a:path extrusionOk="0" h="708" w="219">
                  <a:moveTo>
                    <a:pt x="0" y="0"/>
                  </a:moveTo>
                  <a:lnTo>
                    <a:pt x="0" y="16"/>
                  </a:lnTo>
                  <a:cubicBezTo>
                    <a:pt x="16" y="16"/>
                    <a:pt x="33" y="37"/>
                    <a:pt x="49" y="37"/>
                  </a:cubicBezTo>
                  <a:cubicBezTo>
                    <a:pt x="69" y="37"/>
                    <a:pt x="69" y="53"/>
                    <a:pt x="85" y="53"/>
                  </a:cubicBezTo>
                  <a:cubicBezTo>
                    <a:pt x="101" y="53"/>
                    <a:pt x="117" y="69"/>
                    <a:pt x="117" y="69"/>
                  </a:cubicBezTo>
                  <a:cubicBezTo>
                    <a:pt x="134" y="69"/>
                    <a:pt x="150" y="69"/>
                    <a:pt x="150" y="101"/>
                  </a:cubicBezTo>
                  <a:lnTo>
                    <a:pt x="150" y="170"/>
                  </a:lnTo>
                  <a:cubicBezTo>
                    <a:pt x="150" y="186"/>
                    <a:pt x="150" y="202"/>
                    <a:pt x="170" y="218"/>
                  </a:cubicBezTo>
                  <a:lnTo>
                    <a:pt x="170" y="170"/>
                  </a:lnTo>
                  <a:lnTo>
                    <a:pt x="170" y="101"/>
                  </a:lnTo>
                  <a:cubicBezTo>
                    <a:pt x="170" y="69"/>
                    <a:pt x="150" y="53"/>
                    <a:pt x="117" y="53"/>
                  </a:cubicBezTo>
                  <a:cubicBezTo>
                    <a:pt x="117" y="53"/>
                    <a:pt x="101" y="53"/>
                    <a:pt x="101" y="37"/>
                  </a:cubicBezTo>
                  <a:lnTo>
                    <a:pt x="85" y="37"/>
                  </a:lnTo>
                  <a:cubicBezTo>
                    <a:pt x="69" y="37"/>
                    <a:pt x="69" y="37"/>
                    <a:pt x="49" y="16"/>
                  </a:cubicBezTo>
                  <a:cubicBezTo>
                    <a:pt x="33" y="16"/>
                    <a:pt x="16" y="16"/>
                    <a:pt x="0" y="0"/>
                  </a:cubicBezTo>
                  <a:close/>
                  <a:moveTo>
                    <a:pt x="170" y="239"/>
                  </a:moveTo>
                  <a:lnTo>
                    <a:pt x="170" y="303"/>
                  </a:lnTo>
                  <a:cubicBezTo>
                    <a:pt x="186" y="287"/>
                    <a:pt x="186" y="255"/>
                    <a:pt x="170" y="239"/>
                  </a:cubicBezTo>
                  <a:close/>
                  <a:moveTo>
                    <a:pt x="170" y="303"/>
                  </a:moveTo>
                  <a:cubicBezTo>
                    <a:pt x="150" y="319"/>
                    <a:pt x="170" y="319"/>
                    <a:pt x="170" y="340"/>
                  </a:cubicBezTo>
                  <a:lnTo>
                    <a:pt x="170" y="356"/>
                  </a:lnTo>
                  <a:lnTo>
                    <a:pt x="170" y="388"/>
                  </a:lnTo>
                  <a:cubicBezTo>
                    <a:pt x="186" y="404"/>
                    <a:pt x="186" y="420"/>
                    <a:pt x="170" y="441"/>
                  </a:cubicBezTo>
                  <a:lnTo>
                    <a:pt x="170" y="457"/>
                  </a:lnTo>
                  <a:cubicBezTo>
                    <a:pt x="186" y="457"/>
                    <a:pt x="186" y="473"/>
                    <a:pt x="186" y="505"/>
                  </a:cubicBezTo>
                  <a:lnTo>
                    <a:pt x="186" y="542"/>
                  </a:lnTo>
                  <a:cubicBezTo>
                    <a:pt x="202" y="558"/>
                    <a:pt x="202" y="590"/>
                    <a:pt x="186" y="622"/>
                  </a:cubicBezTo>
                  <a:cubicBezTo>
                    <a:pt x="186" y="643"/>
                    <a:pt x="202" y="643"/>
                    <a:pt x="202" y="659"/>
                  </a:cubicBezTo>
                  <a:lnTo>
                    <a:pt x="202" y="622"/>
                  </a:lnTo>
                  <a:lnTo>
                    <a:pt x="202" y="542"/>
                  </a:lnTo>
                  <a:lnTo>
                    <a:pt x="202" y="505"/>
                  </a:lnTo>
                  <a:cubicBezTo>
                    <a:pt x="202" y="473"/>
                    <a:pt x="202" y="457"/>
                    <a:pt x="186" y="441"/>
                  </a:cubicBezTo>
                  <a:lnTo>
                    <a:pt x="186" y="388"/>
                  </a:lnTo>
                  <a:lnTo>
                    <a:pt x="186" y="356"/>
                  </a:lnTo>
                  <a:lnTo>
                    <a:pt x="186" y="319"/>
                  </a:lnTo>
                  <a:cubicBezTo>
                    <a:pt x="170" y="319"/>
                    <a:pt x="170" y="319"/>
                    <a:pt x="170" y="303"/>
                  </a:cubicBezTo>
                  <a:close/>
                  <a:moveTo>
                    <a:pt x="202" y="659"/>
                  </a:moveTo>
                  <a:cubicBezTo>
                    <a:pt x="202" y="675"/>
                    <a:pt x="202" y="691"/>
                    <a:pt x="186" y="691"/>
                  </a:cubicBezTo>
                  <a:lnTo>
                    <a:pt x="202" y="707"/>
                  </a:lnTo>
                  <a:cubicBezTo>
                    <a:pt x="218" y="691"/>
                    <a:pt x="218" y="675"/>
                    <a:pt x="202" y="6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0"/>
            <p:cNvSpPr/>
            <p:nvPr/>
          </p:nvSpPr>
          <p:spPr>
            <a:xfrm>
              <a:off x="2456335" y="419247"/>
              <a:ext cx="3675" cy="33473"/>
            </a:xfrm>
            <a:custGeom>
              <a:rect b="b" l="l" r="r" t="t"/>
              <a:pathLst>
                <a:path extrusionOk="0" h="337" w="37">
                  <a:moveTo>
                    <a:pt x="1" y="1"/>
                  </a:moveTo>
                  <a:lnTo>
                    <a:pt x="1" y="33"/>
                  </a:lnTo>
                  <a:lnTo>
                    <a:pt x="1" y="70"/>
                  </a:lnTo>
                  <a:lnTo>
                    <a:pt x="1" y="171"/>
                  </a:lnTo>
                  <a:cubicBezTo>
                    <a:pt x="17" y="203"/>
                    <a:pt x="17" y="251"/>
                    <a:pt x="17" y="288"/>
                  </a:cubicBezTo>
                  <a:lnTo>
                    <a:pt x="17" y="320"/>
                  </a:lnTo>
                  <a:lnTo>
                    <a:pt x="37" y="336"/>
                  </a:lnTo>
                  <a:lnTo>
                    <a:pt x="37" y="320"/>
                  </a:lnTo>
                  <a:lnTo>
                    <a:pt x="37" y="288"/>
                  </a:lnTo>
                  <a:cubicBezTo>
                    <a:pt x="37" y="251"/>
                    <a:pt x="37" y="203"/>
                    <a:pt x="17" y="150"/>
                  </a:cubicBezTo>
                  <a:lnTo>
                    <a:pt x="17" y="49"/>
                  </a:lnTo>
                  <a:lnTo>
                    <a:pt x="17" y="33"/>
                  </a:lnTo>
                  <a:cubicBezTo>
                    <a:pt x="17" y="33"/>
                    <a:pt x="1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0"/>
            <p:cNvSpPr/>
            <p:nvPr/>
          </p:nvSpPr>
          <p:spPr>
            <a:xfrm>
              <a:off x="1679117" y="449342"/>
              <a:ext cx="60290" cy="45094"/>
            </a:xfrm>
            <a:custGeom>
              <a:rect b="b" l="l" r="r" t="t"/>
              <a:pathLst>
                <a:path extrusionOk="0" h="454" w="607">
                  <a:moveTo>
                    <a:pt x="607" y="1"/>
                  </a:moveTo>
                  <a:cubicBezTo>
                    <a:pt x="590" y="1"/>
                    <a:pt x="570" y="1"/>
                    <a:pt x="554" y="17"/>
                  </a:cubicBezTo>
                  <a:cubicBezTo>
                    <a:pt x="489" y="86"/>
                    <a:pt x="405" y="134"/>
                    <a:pt x="336" y="187"/>
                  </a:cubicBezTo>
                  <a:cubicBezTo>
                    <a:pt x="235" y="271"/>
                    <a:pt x="118" y="352"/>
                    <a:pt x="17" y="437"/>
                  </a:cubicBezTo>
                  <a:lnTo>
                    <a:pt x="1" y="453"/>
                  </a:lnTo>
                  <a:lnTo>
                    <a:pt x="17" y="453"/>
                  </a:lnTo>
                  <a:cubicBezTo>
                    <a:pt x="118" y="372"/>
                    <a:pt x="235" y="288"/>
                    <a:pt x="336" y="203"/>
                  </a:cubicBezTo>
                  <a:cubicBezTo>
                    <a:pt x="421" y="150"/>
                    <a:pt x="489" y="86"/>
                    <a:pt x="554" y="33"/>
                  </a:cubicBezTo>
                  <a:cubicBezTo>
                    <a:pt x="570" y="17"/>
                    <a:pt x="590" y="17"/>
                    <a:pt x="607" y="17"/>
                  </a:cubicBezTo>
                  <a:lnTo>
                    <a:pt x="6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0"/>
            <p:cNvSpPr/>
            <p:nvPr/>
          </p:nvSpPr>
          <p:spPr>
            <a:xfrm>
              <a:off x="1660643" y="496323"/>
              <a:ext cx="14998" cy="379223"/>
            </a:xfrm>
            <a:custGeom>
              <a:rect b="b" l="l" r="r" t="t"/>
              <a:pathLst>
                <a:path extrusionOk="0" h="3818" w="151">
                  <a:moveTo>
                    <a:pt x="150" y="0"/>
                  </a:moveTo>
                  <a:cubicBezTo>
                    <a:pt x="118" y="17"/>
                    <a:pt x="118" y="33"/>
                    <a:pt x="118" y="49"/>
                  </a:cubicBezTo>
                  <a:lnTo>
                    <a:pt x="118" y="65"/>
                  </a:lnTo>
                  <a:cubicBezTo>
                    <a:pt x="118" y="118"/>
                    <a:pt x="134" y="150"/>
                    <a:pt x="118" y="202"/>
                  </a:cubicBezTo>
                  <a:lnTo>
                    <a:pt x="118" y="320"/>
                  </a:lnTo>
                  <a:cubicBezTo>
                    <a:pt x="118" y="368"/>
                    <a:pt x="118" y="421"/>
                    <a:pt x="102" y="469"/>
                  </a:cubicBezTo>
                  <a:lnTo>
                    <a:pt x="102" y="522"/>
                  </a:lnTo>
                  <a:lnTo>
                    <a:pt x="102" y="538"/>
                  </a:lnTo>
                  <a:cubicBezTo>
                    <a:pt x="118" y="554"/>
                    <a:pt x="102" y="586"/>
                    <a:pt x="102" y="623"/>
                  </a:cubicBezTo>
                  <a:lnTo>
                    <a:pt x="102" y="687"/>
                  </a:lnTo>
                  <a:lnTo>
                    <a:pt x="102" y="825"/>
                  </a:lnTo>
                  <a:lnTo>
                    <a:pt x="102" y="926"/>
                  </a:lnTo>
                  <a:lnTo>
                    <a:pt x="102" y="942"/>
                  </a:lnTo>
                  <a:lnTo>
                    <a:pt x="102" y="974"/>
                  </a:lnTo>
                  <a:cubicBezTo>
                    <a:pt x="102" y="990"/>
                    <a:pt x="86" y="1010"/>
                    <a:pt x="102" y="1027"/>
                  </a:cubicBezTo>
                  <a:lnTo>
                    <a:pt x="102" y="990"/>
                  </a:lnTo>
                  <a:cubicBezTo>
                    <a:pt x="118" y="974"/>
                    <a:pt x="118" y="958"/>
                    <a:pt x="118" y="942"/>
                  </a:cubicBezTo>
                  <a:lnTo>
                    <a:pt x="118" y="926"/>
                  </a:lnTo>
                  <a:cubicBezTo>
                    <a:pt x="118" y="889"/>
                    <a:pt x="102" y="857"/>
                    <a:pt x="118" y="841"/>
                  </a:cubicBezTo>
                  <a:lnTo>
                    <a:pt x="118" y="687"/>
                  </a:lnTo>
                  <a:lnTo>
                    <a:pt x="118" y="623"/>
                  </a:lnTo>
                  <a:lnTo>
                    <a:pt x="118" y="538"/>
                  </a:lnTo>
                  <a:lnTo>
                    <a:pt x="118" y="505"/>
                  </a:lnTo>
                  <a:lnTo>
                    <a:pt x="118" y="469"/>
                  </a:lnTo>
                  <a:cubicBezTo>
                    <a:pt x="134" y="421"/>
                    <a:pt x="134" y="368"/>
                    <a:pt x="134" y="320"/>
                  </a:cubicBezTo>
                  <a:lnTo>
                    <a:pt x="134" y="202"/>
                  </a:lnTo>
                  <a:lnTo>
                    <a:pt x="134" y="65"/>
                  </a:lnTo>
                  <a:lnTo>
                    <a:pt x="134" y="49"/>
                  </a:lnTo>
                  <a:cubicBezTo>
                    <a:pt x="134" y="33"/>
                    <a:pt x="134" y="17"/>
                    <a:pt x="150" y="17"/>
                  </a:cubicBezTo>
                  <a:lnTo>
                    <a:pt x="150" y="0"/>
                  </a:lnTo>
                  <a:close/>
                  <a:moveTo>
                    <a:pt x="102" y="1027"/>
                  </a:moveTo>
                  <a:cubicBezTo>
                    <a:pt x="102" y="1059"/>
                    <a:pt x="102" y="1075"/>
                    <a:pt x="86" y="1111"/>
                  </a:cubicBezTo>
                  <a:lnTo>
                    <a:pt x="86" y="1261"/>
                  </a:lnTo>
                  <a:lnTo>
                    <a:pt x="86" y="1330"/>
                  </a:lnTo>
                  <a:lnTo>
                    <a:pt x="86" y="1414"/>
                  </a:lnTo>
                  <a:lnTo>
                    <a:pt x="86" y="1495"/>
                  </a:lnTo>
                  <a:cubicBezTo>
                    <a:pt x="86" y="1463"/>
                    <a:pt x="102" y="1447"/>
                    <a:pt x="102" y="1414"/>
                  </a:cubicBezTo>
                  <a:lnTo>
                    <a:pt x="102" y="1330"/>
                  </a:lnTo>
                  <a:lnTo>
                    <a:pt x="102" y="1261"/>
                  </a:lnTo>
                  <a:lnTo>
                    <a:pt x="102" y="1111"/>
                  </a:lnTo>
                  <a:lnTo>
                    <a:pt x="102" y="1027"/>
                  </a:lnTo>
                  <a:close/>
                  <a:moveTo>
                    <a:pt x="86" y="1495"/>
                  </a:moveTo>
                  <a:cubicBezTo>
                    <a:pt x="86" y="1515"/>
                    <a:pt x="86" y="1532"/>
                    <a:pt x="70" y="1548"/>
                  </a:cubicBezTo>
                  <a:lnTo>
                    <a:pt x="70" y="1649"/>
                  </a:lnTo>
                  <a:lnTo>
                    <a:pt x="70" y="1798"/>
                  </a:lnTo>
                  <a:lnTo>
                    <a:pt x="70" y="1867"/>
                  </a:lnTo>
                  <a:lnTo>
                    <a:pt x="70" y="1883"/>
                  </a:lnTo>
                  <a:lnTo>
                    <a:pt x="70" y="1935"/>
                  </a:lnTo>
                  <a:lnTo>
                    <a:pt x="70" y="2020"/>
                  </a:lnTo>
                  <a:cubicBezTo>
                    <a:pt x="49" y="2069"/>
                    <a:pt x="49" y="2101"/>
                    <a:pt x="49" y="2154"/>
                  </a:cubicBezTo>
                  <a:lnTo>
                    <a:pt x="49" y="2186"/>
                  </a:lnTo>
                  <a:lnTo>
                    <a:pt x="49" y="2271"/>
                  </a:lnTo>
                  <a:lnTo>
                    <a:pt x="49" y="2424"/>
                  </a:lnTo>
                  <a:lnTo>
                    <a:pt x="49" y="2505"/>
                  </a:lnTo>
                  <a:cubicBezTo>
                    <a:pt x="70" y="2473"/>
                    <a:pt x="70" y="2440"/>
                    <a:pt x="70" y="2424"/>
                  </a:cubicBezTo>
                  <a:lnTo>
                    <a:pt x="70" y="2271"/>
                  </a:lnTo>
                  <a:lnTo>
                    <a:pt x="70" y="2186"/>
                  </a:lnTo>
                  <a:lnTo>
                    <a:pt x="70" y="2154"/>
                  </a:lnTo>
                  <a:cubicBezTo>
                    <a:pt x="70" y="2101"/>
                    <a:pt x="70" y="2069"/>
                    <a:pt x="86" y="2036"/>
                  </a:cubicBezTo>
                  <a:lnTo>
                    <a:pt x="86" y="2020"/>
                  </a:lnTo>
                  <a:cubicBezTo>
                    <a:pt x="70" y="2000"/>
                    <a:pt x="86" y="1968"/>
                    <a:pt x="86" y="1935"/>
                  </a:cubicBezTo>
                  <a:lnTo>
                    <a:pt x="86" y="1883"/>
                  </a:lnTo>
                  <a:lnTo>
                    <a:pt x="86" y="1867"/>
                  </a:lnTo>
                  <a:lnTo>
                    <a:pt x="86" y="1798"/>
                  </a:lnTo>
                  <a:lnTo>
                    <a:pt x="86" y="1649"/>
                  </a:lnTo>
                  <a:lnTo>
                    <a:pt x="86" y="1548"/>
                  </a:lnTo>
                  <a:lnTo>
                    <a:pt x="86" y="1495"/>
                  </a:lnTo>
                  <a:close/>
                  <a:moveTo>
                    <a:pt x="49" y="2505"/>
                  </a:moveTo>
                  <a:cubicBezTo>
                    <a:pt x="33" y="2525"/>
                    <a:pt x="33" y="2541"/>
                    <a:pt x="49" y="2558"/>
                  </a:cubicBezTo>
                  <a:lnTo>
                    <a:pt x="49" y="2505"/>
                  </a:lnTo>
                  <a:close/>
                  <a:moveTo>
                    <a:pt x="49" y="2574"/>
                  </a:moveTo>
                  <a:cubicBezTo>
                    <a:pt x="49" y="2626"/>
                    <a:pt x="49" y="2675"/>
                    <a:pt x="33" y="2727"/>
                  </a:cubicBezTo>
                  <a:lnTo>
                    <a:pt x="33" y="2861"/>
                  </a:lnTo>
                  <a:lnTo>
                    <a:pt x="33" y="2945"/>
                  </a:lnTo>
                  <a:lnTo>
                    <a:pt x="33" y="2994"/>
                  </a:lnTo>
                  <a:lnTo>
                    <a:pt x="33" y="3030"/>
                  </a:lnTo>
                  <a:lnTo>
                    <a:pt x="33" y="3111"/>
                  </a:lnTo>
                  <a:cubicBezTo>
                    <a:pt x="17" y="3147"/>
                    <a:pt x="17" y="3164"/>
                    <a:pt x="17" y="3196"/>
                  </a:cubicBezTo>
                  <a:lnTo>
                    <a:pt x="17" y="3232"/>
                  </a:lnTo>
                  <a:lnTo>
                    <a:pt x="17" y="3366"/>
                  </a:lnTo>
                  <a:lnTo>
                    <a:pt x="17" y="3515"/>
                  </a:lnTo>
                  <a:lnTo>
                    <a:pt x="17" y="3568"/>
                  </a:lnTo>
                  <a:lnTo>
                    <a:pt x="17" y="3669"/>
                  </a:lnTo>
                  <a:cubicBezTo>
                    <a:pt x="33" y="3636"/>
                    <a:pt x="33" y="3600"/>
                    <a:pt x="33" y="3568"/>
                  </a:cubicBezTo>
                  <a:lnTo>
                    <a:pt x="33" y="3515"/>
                  </a:lnTo>
                  <a:lnTo>
                    <a:pt x="33" y="3366"/>
                  </a:lnTo>
                  <a:lnTo>
                    <a:pt x="33" y="3232"/>
                  </a:lnTo>
                  <a:lnTo>
                    <a:pt x="33" y="3196"/>
                  </a:lnTo>
                  <a:lnTo>
                    <a:pt x="33" y="3131"/>
                  </a:lnTo>
                  <a:cubicBezTo>
                    <a:pt x="49" y="3095"/>
                    <a:pt x="49" y="3063"/>
                    <a:pt x="49" y="3030"/>
                  </a:cubicBezTo>
                  <a:lnTo>
                    <a:pt x="49" y="2994"/>
                  </a:lnTo>
                  <a:lnTo>
                    <a:pt x="49" y="2945"/>
                  </a:lnTo>
                  <a:lnTo>
                    <a:pt x="49" y="2861"/>
                  </a:lnTo>
                  <a:lnTo>
                    <a:pt x="49" y="2727"/>
                  </a:lnTo>
                  <a:lnTo>
                    <a:pt x="49" y="2574"/>
                  </a:lnTo>
                  <a:close/>
                  <a:moveTo>
                    <a:pt x="17" y="3685"/>
                  </a:moveTo>
                  <a:cubicBezTo>
                    <a:pt x="1" y="3717"/>
                    <a:pt x="1" y="3769"/>
                    <a:pt x="17" y="3818"/>
                  </a:cubicBezTo>
                  <a:lnTo>
                    <a:pt x="17" y="36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0"/>
            <p:cNvSpPr/>
            <p:nvPr/>
          </p:nvSpPr>
          <p:spPr>
            <a:xfrm>
              <a:off x="1663920" y="773539"/>
              <a:ext cx="70322" cy="40227"/>
            </a:xfrm>
            <a:custGeom>
              <a:rect b="b" l="l" r="r" t="t"/>
              <a:pathLst>
                <a:path extrusionOk="0" h="405" w="708">
                  <a:moveTo>
                    <a:pt x="691" y="1"/>
                  </a:moveTo>
                  <a:cubicBezTo>
                    <a:pt x="659" y="1"/>
                    <a:pt x="606" y="37"/>
                    <a:pt x="574" y="53"/>
                  </a:cubicBezTo>
                  <a:cubicBezTo>
                    <a:pt x="574" y="70"/>
                    <a:pt x="558" y="70"/>
                    <a:pt x="541" y="86"/>
                  </a:cubicBezTo>
                  <a:cubicBezTo>
                    <a:pt x="558" y="86"/>
                    <a:pt x="574" y="70"/>
                    <a:pt x="590" y="70"/>
                  </a:cubicBezTo>
                  <a:cubicBezTo>
                    <a:pt x="622" y="37"/>
                    <a:pt x="659" y="17"/>
                    <a:pt x="691" y="17"/>
                  </a:cubicBezTo>
                  <a:lnTo>
                    <a:pt x="707" y="1"/>
                  </a:lnTo>
                  <a:close/>
                  <a:moveTo>
                    <a:pt x="540" y="87"/>
                  </a:moveTo>
                  <a:lnTo>
                    <a:pt x="540" y="87"/>
                  </a:lnTo>
                  <a:cubicBezTo>
                    <a:pt x="456" y="139"/>
                    <a:pt x="371" y="187"/>
                    <a:pt x="287" y="239"/>
                  </a:cubicBezTo>
                  <a:cubicBezTo>
                    <a:pt x="239" y="255"/>
                    <a:pt x="202" y="288"/>
                    <a:pt x="154" y="304"/>
                  </a:cubicBezTo>
                  <a:cubicBezTo>
                    <a:pt x="138" y="320"/>
                    <a:pt x="138" y="320"/>
                    <a:pt x="117" y="340"/>
                  </a:cubicBezTo>
                  <a:cubicBezTo>
                    <a:pt x="85" y="356"/>
                    <a:pt x="53" y="373"/>
                    <a:pt x="16" y="389"/>
                  </a:cubicBezTo>
                  <a:lnTo>
                    <a:pt x="0" y="389"/>
                  </a:lnTo>
                  <a:lnTo>
                    <a:pt x="0" y="405"/>
                  </a:lnTo>
                  <a:lnTo>
                    <a:pt x="37" y="405"/>
                  </a:lnTo>
                  <a:cubicBezTo>
                    <a:pt x="69" y="389"/>
                    <a:pt x="101" y="373"/>
                    <a:pt x="117" y="356"/>
                  </a:cubicBezTo>
                  <a:cubicBezTo>
                    <a:pt x="138" y="340"/>
                    <a:pt x="154" y="340"/>
                    <a:pt x="170" y="320"/>
                  </a:cubicBezTo>
                  <a:cubicBezTo>
                    <a:pt x="202" y="288"/>
                    <a:pt x="255" y="272"/>
                    <a:pt x="303" y="239"/>
                  </a:cubicBezTo>
                  <a:cubicBezTo>
                    <a:pt x="371" y="187"/>
                    <a:pt x="456" y="139"/>
                    <a:pt x="540"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0"/>
            <p:cNvSpPr/>
            <p:nvPr/>
          </p:nvSpPr>
          <p:spPr>
            <a:xfrm>
              <a:off x="1679117" y="470995"/>
              <a:ext cx="53437" cy="41915"/>
            </a:xfrm>
            <a:custGeom>
              <a:rect b="b" l="l" r="r" t="t"/>
              <a:pathLst>
                <a:path extrusionOk="0" h="422" w="538">
                  <a:moveTo>
                    <a:pt x="538" y="1"/>
                  </a:moveTo>
                  <a:lnTo>
                    <a:pt x="1" y="421"/>
                  </a:lnTo>
                  <a:lnTo>
                    <a:pt x="17" y="421"/>
                  </a:lnTo>
                  <a:lnTo>
                    <a:pt x="538" y="17"/>
                  </a:lnTo>
                  <a:lnTo>
                    <a:pt x="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0"/>
            <p:cNvSpPr/>
            <p:nvPr/>
          </p:nvSpPr>
          <p:spPr>
            <a:xfrm>
              <a:off x="2543443" y="691695"/>
              <a:ext cx="11720" cy="3377"/>
            </a:xfrm>
            <a:custGeom>
              <a:rect b="b" l="l" r="r" t="t"/>
              <a:pathLst>
                <a:path extrusionOk="0" h="34" w="118">
                  <a:moveTo>
                    <a:pt x="0" y="1"/>
                  </a:moveTo>
                  <a:cubicBezTo>
                    <a:pt x="16" y="17"/>
                    <a:pt x="49" y="17"/>
                    <a:pt x="69" y="17"/>
                  </a:cubicBezTo>
                  <a:cubicBezTo>
                    <a:pt x="49" y="1"/>
                    <a:pt x="32" y="1"/>
                    <a:pt x="0" y="1"/>
                  </a:cubicBezTo>
                  <a:close/>
                  <a:moveTo>
                    <a:pt x="69" y="17"/>
                  </a:moveTo>
                  <a:cubicBezTo>
                    <a:pt x="85" y="33"/>
                    <a:pt x="101" y="33"/>
                    <a:pt x="117" y="33"/>
                  </a:cubicBezTo>
                  <a:cubicBezTo>
                    <a:pt x="101" y="33"/>
                    <a:pt x="85" y="17"/>
                    <a:pt x="6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0"/>
            <p:cNvSpPr/>
            <p:nvPr/>
          </p:nvSpPr>
          <p:spPr>
            <a:xfrm>
              <a:off x="1670675" y="681664"/>
              <a:ext cx="65157" cy="41816"/>
            </a:xfrm>
            <a:custGeom>
              <a:rect b="b" l="l" r="r" t="t"/>
              <a:pathLst>
                <a:path extrusionOk="0" h="421" w="656">
                  <a:moveTo>
                    <a:pt x="639" y="1"/>
                  </a:moveTo>
                  <a:cubicBezTo>
                    <a:pt x="623" y="1"/>
                    <a:pt x="607" y="17"/>
                    <a:pt x="591" y="33"/>
                  </a:cubicBezTo>
                  <a:cubicBezTo>
                    <a:pt x="607" y="33"/>
                    <a:pt x="623" y="17"/>
                    <a:pt x="639" y="17"/>
                  </a:cubicBezTo>
                  <a:lnTo>
                    <a:pt x="655" y="17"/>
                  </a:lnTo>
                  <a:lnTo>
                    <a:pt x="639" y="1"/>
                  </a:lnTo>
                  <a:close/>
                  <a:moveTo>
                    <a:pt x="591" y="33"/>
                  </a:moveTo>
                  <a:lnTo>
                    <a:pt x="591" y="33"/>
                  </a:lnTo>
                  <a:cubicBezTo>
                    <a:pt x="437" y="118"/>
                    <a:pt x="304" y="219"/>
                    <a:pt x="171" y="304"/>
                  </a:cubicBezTo>
                  <a:cubicBezTo>
                    <a:pt x="118" y="336"/>
                    <a:pt x="70" y="372"/>
                    <a:pt x="33" y="389"/>
                  </a:cubicBezTo>
                  <a:lnTo>
                    <a:pt x="17" y="405"/>
                  </a:lnTo>
                  <a:lnTo>
                    <a:pt x="33" y="405"/>
                  </a:lnTo>
                  <a:cubicBezTo>
                    <a:pt x="86" y="372"/>
                    <a:pt x="118" y="336"/>
                    <a:pt x="171" y="320"/>
                  </a:cubicBezTo>
                  <a:cubicBezTo>
                    <a:pt x="304" y="219"/>
                    <a:pt x="453" y="134"/>
                    <a:pt x="591" y="33"/>
                  </a:cubicBezTo>
                  <a:close/>
                  <a:moveTo>
                    <a:pt x="17" y="405"/>
                  </a:moveTo>
                  <a:lnTo>
                    <a:pt x="1" y="421"/>
                  </a:lnTo>
                  <a:lnTo>
                    <a:pt x="17" y="421"/>
                  </a:lnTo>
                  <a:lnTo>
                    <a:pt x="17" y="4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0"/>
            <p:cNvSpPr/>
            <p:nvPr/>
          </p:nvSpPr>
          <p:spPr>
            <a:xfrm>
              <a:off x="2305858" y="419247"/>
              <a:ext cx="51848" cy="20163"/>
            </a:xfrm>
            <a:custGeom>
              <a:rect b="b" l="l" r="r" t="t"/>
              <a:pathLst>
                <a:path extrusionOk="0" h="203" w="522">
                  <a:moveTo>
                    <a:pt x="1" y="1"/>
                  </a:moveTo>
                  <a:lnTo>
                    <a:pt x="1" y="17"/>
                  </a:lnTo>
                  <a:cubicBezTo>
                    <a:pt x="69" y="33"/>
                    <a:pt x="138" y="49"/>
                    <a:pt x="186" y="86"/>
                  </a:cubicBezTo>
                  <a:cubicBezTo>
                    <a:pt x="239" y="102"/>
                    <a:pt x="287" y="118"/>
                    <a:pt x="340" y="134"/>
                  </a:cubicBezTo>
                  <a:cubicBezTo>
                    <a:pt x="405" y="171"/>
                    <a:pt x="457" y="187"/>
                    <a:pt x="522" y="203"/>
                  </a:cubicBezTo>
                  <a:lnTo>
                    <a:pt x="522" y="187"/>
                  </a:lnTo>
                  <a:cubicBezTo>
                    <a:pt x="457" y="171"/>
                    <a:pt x="405" y="150"/>
                    <a:pt x="356" y="134"/>
                  </a:cubicBezTo>
                  <a:cubicBezTo>
                    <a:pt x="304" y="102"/>
                    <a:pt x="255" y="86"/>
                    <a:pt x="203" y="70"/>
                  </a:cubicBezTo>
                  <a:cubicBezTo>
                    <a:pt x="138" y="49"/>
                    <a:pt x="69"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0"/>
            <p:cNvSpPr/>
            <p:nvPr/>
          </p:nvSpPr>
          <p:spPr>
            <a:xfrm>
              <a:off x="2362871" y="457785"/>
              <a:ext cx="8542" cy="90386"/>
            </a:xfrm>
            <a:custGeom>
              <a:rect b="b" l="l" r="r" t="t"/>
              <a:pathLst>
                <a:path extrusionOk="0" h="910" w="86">
                  <a:moveTo>
                    <a:pt x="0" y="1"/>
                  </a:moveTo>
                  <a:lnTo>
                    <a:pt x="0" y="17"/>
                  </a:lnTo>
                  <a:cubicBezTo>
                    <a:pt x="0" y="33"/>
                    <a:pt x="16" y="49"/>
                    <a:pt x="0" y="65"/>
                  </a:cubicBezTo>
                  <a:cubicBezTo>
                    <a:pt x="0" y="86"/>
                    <a:pt x="0" y="102"/>
                    <a:pt x="16" y="118"/>
                  </a:cubicBezTo>
                  <a:lnTo>
                    <a:pt x="16" y="65"/>
                  </a:lnTo>
                  <a:cubicBezTo>
                    <a:pt x="33" y="49"/>
                    <a:pt x="16" y="33"/>
                    <a:pt x="16" y="17"/>
                  </a:cubicBezTo>
                  <a:lnTo>
                    <a:pt x="0" y="1"/>
                  </a:lnTo>
                  <a:close/>
                  <a:moveTo>
                    <a:pt x="16" y="118"/>
                  </a:moveTo>
                  <a:lnTo>
                    <a:pt x="16" y="134"/>
                  </a:lnTo>
                  <a:lnTo>
                    <a:pt x="16" y="166"/>
                  </a:lnTo>
                  <a:lnTo>
                    <a:pt x="16" y="219"/>
                  </a:lnTo>
                  <a:cubicBezTo>
                    <a:pt x="33" y="235"/>
                    <a:pt x="33" y="251"/>
                    <a:pt x="33" y="267"/>
                  </a:cubicBezTo>
                  <a:lnTo>
                    <a:pt x="33" y="219"/>
                  </a:lnTo>
                  <a:cubicBezTo>
                    <a:pt x="16" y="203"/>
                    <a:pt x="33" y="186"/>
                    <a:pt x="33" y="166"/>
                  </a:cubicBezTo>
                  <a:lnTo>
                    <a:pt x="33" y="134"/>
                  </a:lnTo>
                  <a:lnTo>
                    <a:pt x="16" y="118"/>
                  </a:lnTo>
                  <a:close/>
                  <a:moveTo>
                    <a:pt x="33" y="267"/>
                  </a:moveTo>
                  <a:cubicBezTo>
                    <a:pt x="16" y="267"/>
                    <a:pt x="16" y="287"/>
                    <a:pt x="16" y="287"/>
                  </a:cubicBezTo>
                  <a:cubicBezTo>
                    <a:pt x="16" y="304"/>
                    <a:pt x="33" y="304"/>
                    <a:pt x="33" y="320"/>
                  </a:cubicBezTo>
                  <a:lnTo>
                    <a:pt x="33" y="368"/>
                  </a:lnTo>
                  <a:lnTo>
                    <a:pt x="33" y="421"/>
                  </a:lnTo>
                  <a:lnTo>
                    <a:pt x="33" y="437"/>
                  </a:lnTo>
                  <a:lnTo>
                    <a:pt x="33" y="506"/>
                  </a:lnTo>
                  <a:cubicBezTo>
                    <a:pt x="49" y="538"/>
                    <a:pt x="49" y="570"/>
                    <a:pt x="49" y="607"/>
                  </a:cubicBezTo>
                  <a:lnTo>
                    <a:pt x="49" y="655"/>
                  </a:lnTo>
                  <a:lnTo>
                    <a:pt x="49" y="708"/>
                  </a:lnTo>
                  <a:cubicBezTo>
                    <a:pt x="69" y="724"/>
                    <a:pt x="69" y="724"/>
                    <a:pt x="69" y="740"/>
                  </a:cubicBezTo>
                  <a:lnTo>
                    <a:pt x="69" y="772"/>
                  </a:lnTo>
                  <a:cubicBezTo>
                    <a:pt x="69" y="825"/>
                    <a:pt x="85" y="857"/>
                    <a:pt x="69" y="893"/>
                  </a:cubicBezTo>
                  <a:lnTo>
                    <a:pt x="69" y="910"/>
                  </a:lnTo>
                  <a:lnTo>
                    <a:pt x="85" y="910"/>
                  </a:lnTo>
                  <a:lnTo>
                    <a:pt x="85" y="893"/>
                  </a:lnTo>
                  <a:lnTo>
                    <a:pt x="85" y="772"/>
                  </a:lnTo>
                  <a:lnTo>
                    <a:pt x="85" y="740"/>
                  </a:lnTo>
                  <a:cubicBezTo>
                    <a:pt x="69" y="724"/>
                    <a:pt x="69" y="708"/>
                    <a:pt x="69" y="708"/>
                  </a:cubicBezTo>
                  <a:lnTo>
                    <a:pt x="69" y="655"/>
                  </a:lnTo>
                  <a:lnTo>
                    <a:pt x="69" y="590"/>
                  </a:lnTo>
                  <a:cubicBezTo>
                    <a:pt x="49" y="570"/>
                    <a:pt x="49" y="538"/>
                    <a:pt x="49" y="506"/>
                  </a:cubicBezTo>
                  <a:lnTo>
                    <a:pt x="49" y="437"/>
                  </a:lnTo>
                  <a:lnTo>
                    <a:pt x="49" y="421"/>
                  </a:lnTo>
                  <a:lnTo>
                    <a:pt x="49" y="368"/>
                  </a:lnTo>
                  <a:lnTo>
                    <a:pt x="49" y="320"/>
                  </a:lnTo>
                  <a:cubicBezTo>
                    <a:pt x="33" y="304"/>
                    <a:pt x="33" y="304"/>
                    <a:pt x="33" y="287"/>
                  </a:cubicBezTo>
                  <a:lnTo>
                    <a:pt x="33"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0"/>
            <p:cNvSpPr/>
            <p:nvPr/>
          </p:nvSpPr>
          <p:spPr>
            <a:xfrm>
              <a:off x="1672363" y="622466"/>
              <a:ext cx="63469" cy="42511"/>
            </a:xfrm>
            <a:custGeom>
              <a:rect b="b" l="l" r="r" t="t"/>
              <a:pathLst>
                <a:path extrusionOk="0" h="428" w="639">
                  <a:moveTo>
                    <a:pt x="624" y="0"/>
                  </a:moveTo>
                  <a:cubicBezTo>
                    <a:pt x="613" y="0"/>
                    <a:pt x="601" y="12"/>
                    <a:pt x="590" y="23"/>
                  </a:cubicBezTo>
                  <a:cubicBezTo>
                    <a:pt x="606" y="23"/>
                    <a:pt x="622" y="7"/>
                    <a:pt x="638" y="7"/>
                  </a:cubicBezTo>
                  <a:cubicBezTo>
                    <a:pt x="634" y="2"/>
                    <a:pt x="629" y="0"/>
                    <a:pt x="624" y="0"/>
                  </a:cubicBezTo>
                  <a:close/>
                  <a:moveTo>
                    <a:pt x="574" y="23"/>
                  </a:moveTo>
                  <a:cubicBezTo>
                    <a:pt x="505" y="76"/>
                    <a:pt x="420" y="144"/>
                    <a:pt x="335" y="193"/>
                  </a:cubicBezTo>
                  <a:cubicBezTo>
                    <a:pt x="287" y="225"/>
                    <a:pt x="234" y="262"/>
                    <a:pt x="186" y="310"/>
                  </a:cubicBezTo>
                  <a:cubicBezTo>
                    <a:pt x="234" y="278"/>
                    <a:pt x="287" y="245"/>
                    <a:pt x="355" y="209"/>
                  </a:cubicBezTo>
                  <a:cubicBezTo>
                    <a:pt x="420" y="144"/>
                    <a:pt x="505" y="92"/>
                    <a:pt x="590" y="43"/>
                  </a:cubicBezTo>
                  <a:lnTo>
                    <a:pt x="590" y="23"/>
                  </a:lnTo>
                  <a:close/>
                  <a:moveTo>
                    <a:pt x="186" y="310"/>
                  </a:moveTo>
                  <a:lnTo>
                    <a:pt x="186" y="310"/>
                  </a:lnTo>
                  <a:cubicBezTo>
                    <a:pt x="133" y="326"/>
                    <a:pt x="101" y="363"/>
                    <a:pt x="53" y="395"/>
                  </a:cubicBezTo>
                  <a:lnTo>
                    <a:pt x="0" y="427"/>
                  </a:lnTo>
                  <a:lnTo>
                    <a:pt x="16" y="427"/>
                  </a:lnTo>
                  <a:lnTo>
                    <a:pt x="69" y="395"/>
                  </a:lnTo>
                  <a:cubicBezTo>
                    <a:pt x="101" y="379"/>
                    <a:pt x="154" y="346"/>
                    <a:pt x="186" y="3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0"/>
            <p:cNvSpPr/>
            <p:nvPr/>
          </p:nvSpPr>
          <p:spPr>
            <a:xfrm>
              <a:off x="2593602" y="833730"/>
              <a:ext cx="78665" cy="30195"/>
            </a:xfrm>
            <a:custGeom>
              <a:rect b="b" l="l" r="r" t="t"/>
              <a:pathLst>
                <a:path extrusionOk="0" h="304" w="792">
                  <a:moveTo>
                    <a:pt x="0" y="1"/>
                  </a:moveTo>
                  <a:lnTo>
                    <a:pt x="0" y="17"/>
                  </a:lnTo>
                  <a:lnTo>
                    <a:pt x="16" y="17"/>
                  </a:lnTo>
                  <a:cubicBezTo>
                    <a:pt x="21" y="12"/>
                    <a:pt x="27" y="10"/>
                    <a:pt x="34" y="10"/>
                  </a:cubicBezTo>
                  <a:cubicBezTo>
                    <a:pt x="53" y="10"/>
                    <a:pt x="78" y="23"/>
                    <a:pt x="101" y="37"/>
                  </a:cubicBezTo>
                  <a:lnTo>
                    <a:pt x="133" y="37"/>
                  </a:lnTo>
                  <a:cubicBezTo>
                    <a:pt x="150" y="53"/>
                    <a:pt x="170" y="53"/>
                    <a:pt x="186" y="53"/>
                  </a:cubicBezTo>
                  <a:cubicBezTo>
                    <a:pt x="218" y="70"/>
                    <a:pt x="234" y="70"/>
                    <a:pt x="251" y="86"/>
                  </a:cubicBezTo>
                  <a:cubicBezTo>
                    <a:pt x="287" y="86"/>
                    <a:pt x="335" y="102"/>
                    <a:pt x="372" y="118"/>
                  </a:cubicBezTo>
                  <a:cubicBezTo>
                    <a:pt x="388" y="118"/>
                    <a:pt x="420" y="138"/>
                    <a:pt x="436" y="138"/>
                  </a:cubicBezTo>
                  <a:cubicBezTo>
                    <a:pt x="489" y="154"/>
                    <a:pt x="537" y="171"/>
                    <a:pt x="590" y="187"/>
                  </a:cubicBezTo>
                  <a:cubicBezTo>
                    <a:pt x="606" y="187"/>
                    <a:pt x="622" y="187"/>
                    <a:pt x="638" y="203"/>
                  </a:cubicBezTo>
                  <a:lnTo>
                    <a:pt x="707" y="203"/>
                  </a:lnTo>
                  <a:cubicBezTo>
                    <a:pt x="707" y="203"/>
                    <a:pt x="691" y="203"/>
                    <a:pt x="691" y="187"/>
                  </a:cubicBezTo>
                  <a:lnTo>
                    <a:pt x="638" y="187"/>
                  </a:lnTo>
                  <a:cubicBezTo>
                    <a:pt x="622" y="187"/>
                    <a:pt x="606" y="171"/>
                    <a:pt x="606" y="171"/>
                  </a:cubicBezTo>
                  <a:cubicBezTo>
                    <a:pt x="554" y="154"/>
                    <a:pt x="505" y="138"/>
                    <a:pt x="453" y="118"/>
                  </a:cubicBezTo>
                  <a:cubicBezTo>
                    <a:pt x="420" y="118"/>
                    <a:pt x="388" y="102"/>
                    <a:pt x="372" y="102"/>
                  </a:cubicBezTo>
                  <a:cubicBezTo>
                    <a:pt x="335" y="86"/>
                    <a:pt x="303" y="70"/>
                    <a:pt x="251" y="70"/>
                  </a:cubicBezTo>
                  <a:cubicBezTo>
                    <a:pt x="234" y="70"/>
                    <a:pt x="218" y="53"/>
                    <a:pt x="202" y="53"/>
                  </a:cubicBezTo>
                  <a:cubicBezTo>
                    <a:pt x="186" y="37"/>
                    <a:pt x="170" y="37"/>
                    <a:pt x="150" y="37"/>
                  </a:cubicBezTo>
                  <a:cubicBezTo>
                    <a:pt x="133" y="37"/>
                    <a:pt x="117" y="17"/>
                    <a:pt x="101" y="17"/>
                  </a:cubicBezTo>
                  <a:cubicBezTo>
                    <a:pt x="69" y="1"/>
                    <a:pt x="32" y="1"/>
                    <a:pt x="0" y="1"/>
                  </a:cubicBezTo>
                  <a:close/>
                  <a:moveTo>
                    <a:pt x="707" y="203"/>
                  </a:moveTo>
                  <a:cubicBezTo>
                    <a:pt x="723" y="219"/>
                    <a:pt x="755" y="239"/>
                    <a:pt x="776" y="255"/>
                  </a:cubicBezTo>
                  <a:lnTo>
                    <a:pt x="776" y="304"/>
                  </a:lnTo>
                  <a:cubicBezTo>
                    <a:pt x="792" y="288"/>
                    <a:pt x="792" y="255"/>
                    <a:pt x="776" y="239"/>
                  </a:cubicBezTo>
                  <a:cubicBezTo>
                    <a:pt x="755" y="219"/>
                    <a:pt x="723" y="203"/>
                    <a:pt x="707"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0"/>
            <p:cNvSpPr/>
            <p:nvPr/>
          </p:nvSpPr>
          <p:spPr>
            <a:xfrm>
              <a:off x="1679117" y="442588"/>
              <a:ext cx="60290" cy="46981"/>
            </a:xfrm>
            <a:custGeom>
              <a:rect b="b" l="l" r="r" t="t"/>
              <a:pathLst>
                <a:path extrusionOk="0" h="473" w="607">
                  <a:moveTo>
                    <a:pt x="607" y="0"/>
                  </a:moveTo>
                  <a:cubicBezTo>
                    <a:pt x="590" y="0"/>
                    <a:pt x="570" y="0"/>
                    <a:pt x="554" y="16"/>
                  </a:cubicBezTo>
                  <a:cubicBezTo>
                    <a:pt x="506" y="69"/>
                    <a:pt x="453" y="101"/>
                    <a:pt x="405" y="138"/>
                  </a:cubicBezTo>
                  <a:cubicBezTo>
                    <a:pt x="287" y="239"/>
                    <a:pt x="166" y="339"/>
                    <a:pt x="33" y="420"/>
                  </a:cubicBezTo>
                  <a:cubicBezTo>
                    <a:pt x="17" y="440"/>
                    <a:pt x="17" y="440"/>
                    <a:pt x="1" y="457"/>
                  </a:cubicBezTo>
                  <a:lnTo>
                    <a:pt x="1" y="473"/>
                  </a:lnTo>
                  <a:lnTo>
                    <a:pt x="17" y="457"/>
                  </a:lnTo>
                  <a:cubicBezTo>
                    <a:pt x="33" y="457"/>
                    <a:pt x="33" y="440"/>
                    <a:pt x="49" y="440"/>
                  </a:cubicBezTo>
                  <a:cubicBezTo>
                    <a:pt x="166" y="339"/>
                    <a:pt x="287" y="239"/>
                    <a:pt x="421" y="154"/>
                  </a:cubicBezTo>
                  <a:cubicBezTo>
                    <a:pt x="453" y="101"/>
                    <a:pt x="506" y="69"/>
                    <a:pt x="554" y="37"/>
                  </a:cubicBezTo>
                  <a:cubicBezTo>
                    <a:pt x="566" y="22"/>
                    <a:pt x="579" y="10"/>
                    <a:pt x="592" y="10"/>
                  </a:cubicBezTo>
                  <a:cubicBezTo>
                    <a:pt x="597" y="10"/>
                    <a:pt x="602" y="12"/>
                    <a:pt x="607" y="16"/>
                  </a:cubicBezTo>
                  <a:lnTo>
                    <a:pt x="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0"/>
            <p:cNvSpPr/>
            <p:nvPr/>
          </p:nvSpPr>
          <p:spPr>
            <a:xfrm>
              <a:off x="2528147" y="680074"/>
              <a:ext cx="12118" cy="3278"/>
            </a:xfrm>
            <a:custGeom>
              <a:rect b="b" l="l" r="r" t="t"/>
              <a:pathLst>
                <a:path extrusionOk="0" h="33" w="122">
                  <a:moveTo>
                    <a:pt x="1" y="1"/>
                  </a:moveTo>
                  <a:lnTo>
                    <a:pt x="1" y="17"/>
                  </a:lnTo>
                  <a:lnTo>
                    <a:pt x="122" y="3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0"/>
            <p:cNvSpPr/>
            <p:nvPr/>
          </p:nvSpPr>
          <p:spPr>
            <a:xfrm>
              <a:off x="2270995" y="569724"/>
              <a:ext cx="4867" cy="21752"/>
            </a:xfrm>
            <a:custGeom>
              <a:rect b="b" l="l" r="r" t="t"/>
              <a:pathLst>
                <a:path extrusionOk="0" h="219" w="49">
                  <a:moveTo>
                    <a:pt x="33" y="1"/>
                  </a:moveTo>
                  <a:cubicBezTo>
                    <a:pt x="0" y="17"/>
                    <a:pt x="16" y="33"/>
                    <a:pt x="16" y="49"/>
                  </a:cubicBezTo>
                  <a:lnTo>
                    <a:pt x="16" y="69"/>
                  </a:lnTo>
                  <a:lnTo>
                    <a:pt x="16" y="134"/>
                  </a:lnTo>
                  <a:lnTo>
                    <a:pt x="16" y="170"/>
                  </a:lnTo>
                  <a:cubicBezTo>
                    <a:pt x="16" y="187"/>
                    <a:pt x="16" y="219"/>
                    <a:pt x="49" y="219"/>
                  </a:cubicBezTo>
                  <a:lnTo>
                    <a:pt x="49" y="203"/>
                  </a:lnTo>
                  <a:cubicBezTo>
                    <a:pt x="33" y="203"/>
                    <a:pt x="33" y="187"/>
                    <a:pt x="33" y="187"/>
                  </a:cubicBezTo>
                  <a:lnTo>
                    <a:pt x="33" y="170"/>
                  </a:lnTo>
                  <a:lnTo>
                    <a:pt x="33" y="134"/>
                  </a:lnTo>
                  <a:lnTo>
                    <a:pt x="33" y="69"/>
                  </a:lnTo>
                  <a:lnTo>
                    <a:pt x="33" y="49"/>
                  </a:lnTo>
                  <a:cubicBezTo>
                    <a:pt x="16" y="33"/>
                    <a:pt x="16" y="17"/>
                    <a:pt x="33" y="17"/>
                  </a:cubicBez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0"/>
            <p:cNvSpPr/>
            <p:nvPr/>
          </p:nvSpPr>
          <p:spPr>
            <a:xfrm>
              <a:off x="2299501" y="477849"/>
              <a:ext cx="11720" cy="4966"/>
            </a:xfrm>
            <a:custGeom>
              <a:rect b="b" l="l" r="r" t="t"/>
              <a:pathLst>
                <a:path extrusionOk="0" h="50" w="118">
                  <a:moveTo>
                    <a:pt x="0" y="1"/>
                  </a:moveTo>
                  <a:lnTo>
                    <a:pt x="117" y="49"/>
                  </a:lnTo>
                  <a:lnTo>
                    <a:pt x="117"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0"/>
            <p:cNvSpPr/>
            <p:nvPr/>
          </p:nvSpPr>
          <p:spPr>
            <a:xfrm>
              <a:off x="2130549" y="295687"/>
              <a:ext cx="135281" cy="439513"/>
            </a:xfrm>
            <a:custGeom>
              <a:rect b="b" l="l" r="r" t="t"/>
              <a:pathLst>
                <a:path extrusionOk="0" h="4425" w="1362">
                  <a:moveTo>
                    <a:pt x="0" y="1"/>
                  </a:moveTo>
                  <a:lnTo>
                    <a:pt x="0" y="49"/>
                  </a:lnTo>
                  <a:lnTo>
                    <a:pt x="0" y="65"/>
                  </a:lnTo>
                  <a:lnTo>
                    <a:pt x="0" y="81"/>
                  </a:lnTo>
                  <a:cubicBezTo>
                    <a:pt x="0" y="134"/>
                    <a:pt x="0" y="182"/>
                    <a:pt x="16" y="251"/>
                  </a:cubicBezTo>
                  <a:lnTo>
                    <a:pt x="16" y="235"/>
                  </a:lnTo>
                  <a:lnTo>
                    <a:pt x="16" y="81"/>
                  </a:lnTo>
                  <a:lnTo>
                    <a:pt x="16" y="65"/>
                  </a:lnTo>
                  <a:lnTo>
                    <a:pt x="16" y="49"/>
                  </a:lnTo>
                  <a:lnTo>
                    <a:pt x="16" y="1"/>
                  </a:lnTo>
                  <a:close/>
                  <a:moveTo>
                    <a:pt x="16" y="304"/>
                  </a:moveTo>
                  <a:lnTo>
                    <a:pt x="16" y="352"/>
                  </a:lnTo>
                  <a:cubicBezTo>
                    <a:pt x="16" y="453"/>
                    <a:pt x="16" y="554"/>
                    <a:pt x="33" y="655"/>
                  </a:cubicBezTo>
                  <a:lnTo>
                    <a:pt x="33" y="352"/>
                  </a:lnTo>
                  <a:cubicBezTo>
                    <a:pt x="16" y="336"/>
                    <a:pt x="16" y="320"/>
                    <a:pt x="16" y="304"/>
                  </a:cubicBezTo>
                  <a:close/>
                  <a:moveTo>
                    <a:pt x="33" y="655"/>
                  </a:moveTo>
                  <a:lnTo>
                    <a:pt x="33" y="926"/>
                  </a:lnTo>
                  <a:cubicBezTo>
                    <a:pt x="49" y="974"/>
                    <a:pt x="49" y="1043"/>
                    <a:pt x="49" y="1091"/>
                  </a:cubicBezTo>
                  <a:lnTo>
                    <a:pt x="49" y="1261"/>
                  </a:lnTo>
                  <a:cubicBezTo>
                    <a:pt x="65" y="1330"/>
                    <a:pt x="65" y="1415"/>
                    <a:pt x="65" y="1495"/>
                  </a:cubicBezTo>
                  <a:cubicBezTo>
                    <a:pt x="65" y="1564"/>
                    <a:pt x="85" y="1649"/>
                    <a:pt x="85" y="1734"/>
                  </a:cubicBezTo>
                  <a:lnTo>
                    <a:pt x="85" y="1899"/>
                  </a:lnTo>
                  <a:cubicBezTo>
                    <a:pt x="101" y="2037"/>
                    <a:pt x="101" y="2170"/>
                    <a:pt x="117" y="2303"/>
                  </a:cubicBezTo>
                  <a:lnTo>
                    <a:pt x="117" y="2457"/>
                  </a:lnTo>
                  <a:cubicBezTo>
                    <a:pt x="117" y="2525"/>
                    <a:pt x="134" y="2590"/>
                    <a:pt x="134" y="2675"/>
                  </a:cubicBezTo>
                  <a:cubicBezTo>
                    <a:pt x="134" y="2792"/>
                    <a:pt x="134" y="2929"/>
                    <a:pt x="150" y="3063"/>
                  </a:cubicBezTo>
                  <a:lnTo>
                    <a:pt x="150" y="3095"/>
                  </a:lnTo>
                  <a:lnTo>
                    <a:pt x="150" y="3180"/>
                  </a:lnTo>
                  <a:cubicBezTo>
                    <a:pt x="150" y="3212"/>
                    <a:pt x="166" y="3249"/>
                    <a:pt x="166" y="3281"/>
                  </a:cubicBezTo>
                  <a:lnTo>
                    <a:pt x="166" y="3180"/>
                  </a:lnTo>
                  <a:lnTo>
                    <a:pt x="166" y="3095"/>
                  </a:lnTo>
                  <a:lnTo>
                    <a:pt x="166" y="3063"/>
                  </a:lnTo>
                  <a:cubicBezTo>
                    <a:pt x="150" y="2929"/>
                    <a:pt x="150" y="2792"/>
                    <a:pt x="150" y="2675"/>
                  </a:cubicBezTo>
                  <a:cubicBezTo>
                    <a:pt x="134" y="2590"/>
                    <a:pt x="134" y="2525"/>
                    <a:pt x="134" y="2457"/>
                  </a:cubicBezTo>
                  <a:cubicBezTo>
                    <a:pt x="134" y="2404"/>
                    <a:pt x="117" y="2356"/>
                    <a:pt x="117" y="2287"/>
                  </a:cubicBezTo>
                  <a:cubicBezTo>
                    <a:pt x="117" y="2170"/>
                    <a:pt x="117" y="2037"/>
                    <a:pt x="101" y="1899"/>
                  </a:cubicBezTo>
                  <a:lnTo>
                    <a:pt x="101" y="1734"/>
                  </a:lnTo>
                  <a:cubicBezTo>
                    <a:pt x="85" y="1649"/>
                    <a:pt x="85" y="1564"/>
                    <a:pt x="85" y="1495"/>
                  </a:cubicBezTo>
                  <a:cubicBezTo>
                    <a:pt x="85" y="1415"/>
                    <a:pt x="85" y="1330"/>
                    <a:pt x="65" y="1261"/>
                  </a:cubicBezTo>
                  <a:lnTo>
                    <a:pt x="65" y="1091"/>
                  </a:lnTo>
                  <a:cubicBezTo>
                    <a:pt x="65" y="1043"/>
                    <a:pt x="49" y="974"/>
                    <a:pt x="49" y="926"/>
                  </a:cubicBezTo>
                  <a:cubicBezTo>
                    <a:pt x="49" y="841"/>
                    <a:pt x="49" y="740"/>
                    <a:pt x="33" y="655"/>
                  </a:cubicBezTo>
                  <a:close/>
                  <a:moveTo>
                    <a:pt x="166" y="3281"/>
                  </a:moveTo>
                  <a:lnTo>
                    <a:pt x="166" y="3366"/>
                  </a:lnTo>
                  <a:cubicBezTo>
                    <a:pt x="166" y="3467"/>
                    <a:pt x="166" y="3568"/>
                    <a:pt x="186" y="3685"/>
                  </a:cubicBezTo>
                  <a:cubicBezTo>
                    <a:pt x="186" y="3786"/>
                    <a:pt x="202" y="3887"/>
                    <a:pt x="202" y="4040"/>
                  </a:cubicBezTo>
                  <a:cubicBezTo>
                    <a:pt x="202" y="4056"/>
                    <a:pt x="202" y="4073"/>
                    <a:pt x="235" y="4073"/>
                  </a:cubicBezTo>
                  <a:cubicBezTo>
                    <a:pt x="218" y="4056"/>
                    <a:pt x="218" y="4056"/>
                    <a:pt x="218" y="4040"/>
                  </a:cubicBezTo>
                  <a:cubicBezTo>
                    <a:pt x="202" y="3887"/>
                    <a:pt x="202" y="3786"/>
                    <a:pt x="202" y="3685"/>
                  </a:cubicBezTo>
                  <a:cubicBezTo>
                    <a:pt x="186" y="3568"/>
                    <a:pt x="186" y="3467"/>
                    <a:pt x="186" y="3366"/>
                  </a:cubicBezTo>
                  <a:cubicBezTo>
                    <a:pt x="186" y="3333"/>
                    <a:pt x="186" y="3313"/>
                    <a:pt x="166" y="3281"/>
                  </a:cubicBezTo>
                  <a:close/>
                  <a:moveTo>
                    <a:pt x="235" y="4073"/>
                  </a:moveTo>
                  <a:cubicBezTo>
                    <a:pt x="267" y="4089"/>
                    <a:pt x="303" y="4105"/>
                    <a:pt x="336" y="4121"/>
                  </a:cubicBezTo>
                  <a:cubicBezTo>
                    <a:pt x="352" y="4121"/>
                    <a:pt x="368" y="4121"/>
                    <a:pt x="388" y="4141"/>
                  </a:cubicBezTo>
                  <a:cubicBezTo>
                    <a:pt x="453" y="4157"/>
                    <a:pt x="521" y="4174"/>
                    <a:pt x="606" y="4190"/>
                  </a:cubicBezTo>
                  <a:cubicBezTo>
                    <a:pt x="521" y="4157"/>
                    <a:pt x="453" y="4141"/>
                    <a:pt x="404" y="4121"/>
                  </a:cubicBezTo>
                  <a:cubicBezTo>
                    <a:pt x="368" y="4121"/>
                    <a:pt x="352" y="4105"/>
                    <a:pt x="336" y="4105"/>
                  </a:cubicBezTo>
                  <a:cubicBezTo>
                    <a:pt x="303" y="4089"/>
                    <a:pt x="267" y="4089"/>
                    <a:pt x="235" y="4073"/>
                  </a:cubicBezTo>
                  <a:close/>
                  <a:moveTo>
                    <a:pt x="606" y="4190"/>
                  </a:moveTo>
                  <a:cubicBezTo>
                    <a:pt x="639" y="4206"/>
                    <a:pt x="671" y="4222"/>
                    <a:pt x="707" y="4222"/>
                  </a:cubicBezTo>
                  <a:cubicBezTo>
                    <a:pt x="671" y="4206"/>
                    <a:pt x="639" y="4190"/>
                    <a:pt x="606" y="4190"/>
                  </a:cubicBezTo>
                  <a:close/>
                  <a:moveTo>
                    <a:pt x="707" y="4222"/>
                  </a:moveTo>
                  <a:cubicBezTo>
                    <a:pt x="740" y="4242"/>
                    <a:pt x="792" y="4258"/>
                    <a:pt x="824" y="4275"/>
                  </a:cubicBezTo>
                  <a:lnTo>
                    <a:pt x="857" y="4275"/>
                  </a:lnTo>
                  <a:cubicBezTo>
                    <a:pt x="925" y="4291"/>
                    <a:pt x="994" y="4307"/>
                    <a:pt x="1059" y="4343"/>
                  </a:cubicBezTo>
                  <a:lnTo>
                    <a:pt x="1111" y="4343"/>
                  </a:lnTo>
                  <a:cubicBezTo>
                    <a:pt x="1095" y="4343"/>
                    <a:pt x="1095" y="4323"/>
                    <a:pt x="1075" y="4323"/>
                  </a:cubicBezTo>
                  <a:cubicBezTo>
                    <a:pt x="994" y="4307"/>
                    <a:pt x="925" y="4275"/>
                    <a:pt x="857" y="4258"/>
                  </a:cubicBezTo>
                  <a:lnTo>
                    <a:pt x="841" y="4258"/>
                  </a:lnTo>
                  <a:cubicBezTo>
                    <a:pt x="792" y="4242"/>
                    <a:pt x="756" y="4222"/>
                    <a:pt x="707" y="4222"/>
                  </a:cubicBezTo>
                  <a:close/>
                  <a:moveTo>
                    <a:pt x="1111" y="4343"/>
                  </a:moveTo>
                  <a:cubicBezTo>
                    <a:pt x="1127" y="4359"/>
                    <a:pt x="1144" y="4359"/>
                    <a:pt x="1160" y="4359"/>
                  </a:cubicBezTo>
                  <a:cubicBezTo>
                    <a:pt x="1176" y="4376"/>
                    <a:pt x="1212" y="4376"/>
                    <a:pt x="1228" y="4392"/>
                  </a:cubicBezTo>
                  <a:lnTo>
                    <a:pt x="1261" y="4392"/>
                  </a:lnTo>
                  <a:cubicBezTo>
                    <a:pt x="1261" y="4376"/>
                    <a:pt x="1245" y="4376"/>
                    <a:pt x="1228" y="4376"/>
                  </a:cubicBezTo>
                  <a:cubicBezTo>
                    <a:pt x="1212" y="4359"/>
                    <a:pt x="1196" y="4359"/>
                    <a:pt x="1160" y="4343"/>
                  </a:cubicBezTo>
                  <a:close/>
                  <a:moveTo>
                    <a:pt x="1261" y="4392"/>
                  </a:moveTo>
                  <a:cubicBezTo>
                    <a:pt x="1297" y="4408"/>
                    <a:pt x="1329" y="4424"/>
                    <a:pt x="1362" y="4424"/>
                  </a:cubicBezTo>
                  <a:lnTo>
                    <a:pt x="1362" y="4408"/>
                  </a:lnTo>
                  <a:cubicBezTo>
                    <a:pt x="1329" y="4408"/>
                    <a:pt x="1297" y="4392"/>
                    <a:pt x="1261" y="43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0"/>
            <p:cNvSpPr/>
            <p:nvPr/>
          </p:nvSpPr>
          <p:spPr>
            <a:xfrm>
              <a:off x="1679117" y="477849"/>
              <a:ext cx="55125" cy="41816"/>
            </a:xfrm>
            <a:custGeom>
              <a:rect b="b" l="l" r="r" t="t"/>
              <a:pathLst>
                <a:path extrusionOk="0" h="421" w="555">
                  <a:moveTo>
                    <a:pt x="538" y="1"/>
                  </a:moveTo>
                  <a:cubicBezTo>
                    <a:pt x="469" y="49"/>
                    <a:pt x="405" y="102"/>
                    <a:pt x="352" y="150"/>
                  </a:cubicBezTo>
                  <a:cubicBezTo>
                    <a:pt x="267" y="203"/>
                    <a:pt x="203" y="267"/>
                    <a:pt x="118" y="320"/>
                  </a:cubicBezTo>
                  <a:cubicBezTo>
                    <a:pt x="86" y="336"/>
                    <a:pt x="65" y="368"/>
                    <a:pt x="33" y="388"/>
                  </a:cubicBezTo>
                  <a:lnTo>
                    <a:pt x="17" y="405"/>
                  </a:lnTo>
                  <a:lnTo>
                    <a:pt x="1" y="421"/>
                  </a:lnTo>
                  <a:lnTo>
                    <a:pt x="17" y="421"/>
                  </a:lnTo>
                  <a:cubicBezTo>
                    <a:pt x="33" y="405"/>
                    <a:pt x="33" y="405"/>
                    <a:pt x="49" y="388"/>
                  </a:cubicBezTo>
                  <a:cubicBezTo>
                    <a:pt x="65" y="368"/>
                    <a:pt x="102" y="352"/>
                    <a:pt x="134" y="336"/>
                  </a:cubicBezTo>
                  <a:cubicBezTo>
                    <a:pt x="203" y="287"/>
                    <a:pt x="287" y="219"/>
                    <a:pt x="352" y="166"/>
                  </a:cubicBezTo>
                  <a:cubicBezTo>
                    <a:pt x="421" y="118"/>
                    <a:pt x="489" y="65"/>
                    <a:pt x="554" y="17"/>
                  </a:cubicBezTo>
                  <a:lnTo>
                    <a:pt x="5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0"/>
            <p:cNvSpPr/>
            <p:nvPr/>
          </p:nvSpPr>
          <p:spPr>
            <a:xfrm>
              <a:off x="2533412" y="454209"/>
              <a:ext cx="6853" cy="3675"/>
            </a:xfrm>
            <a:custGeom>
              <a:rect b="b" l="l" r="r" t="t"/>
              <a:pathLst>
                <a:path extrusionOk="0" h="37" w="69">
                  <a:moveTo>
                    <a:pt x="0" y="0"/>
                  </a:moveTo>
                  <a:lnTo>
                    <a:pt x="0" y="21"/>
                  </a:lnTo>
                  <a:cubicBezTo>
                    <a:pt x="16" y="21"/>
                    <a:pt x="32" y="21"/>
                    <a:pt x="32" y="37"/>
                  </a:cubicBezTo>
                  <a:lnTo>
                    <a:pt x="69" y="37"/>
                  </a:lnTo>
                  <a:cubicBezTo>
                    <a:pt x="69" y="37"/>
                    <a:pt x="49" y="21"/>
                    <a:pt x="32" y="21"/>
                  </a:cubicBezTo>
                  <a:cubicBezTo>
                    <a:pt x="32" y="21"/>
                    <a:pt x="16"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0"/>
            <p:cNvSpPr/>
            <p:nvPr/>
          </p:nvSpPr>
          <p:spPr>
            <a:xfrm>
              <a:off x="2595192" y="969408"/>
              <a:ext cx="3278" cy="11720"/>
            </a:xfrm>
            <a:custGeom>
              <a:rect b="b" l="l" r="r" t="t"/>
              <a:pathLst>
                <a:path extrusionOk="0" h="118" w="33">
                  <a:moveTo>
                    <a:pt x="16" y="0"/>
                  </a:moveTo>
                  <a:cubicBezTo>
                    <a:pt x="0" y="16"/>
                    <a:pt x="0" y="49"/>
                    <a:pt x="16" y="65"/>
                  </a:cubicBezTo>
                  <a:cubicBezTo>
                    <a:pt x="16" y="49"/>
                    <a:pt x="16" y="33"/>
                    <a:pt x="33" y="0"/>
                  </a:cubicBezTo>
                  <a:close/>
                  <a:moveTo>
                    <a:pt x="16" y="65"/>
                  </a:moveTo>
                  <a:lnTo>
                    <a:pt x="16" y="101"/>
                  </a:lnTo>
                  <a:lnTo>
                    <a:pt x="16" y="117"/>
                  </a:lnTo>
                  <a:lnTo>
                    <a:pt x="33" y="117"/>
                  </a:lnTo>
                  <a:lnTo>
                    <a:pt x="33" y="101"/>
                  </a:lnTo>
                  <a:cubicBezTo>
                    <a:pt x="16" y="85"/>
                    <a:pt x="16" y="85"/>
                    <a:pt x="16"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0"/>
            <p:cNvSpPr/>
            <p:nvPr/>
          </p:nvSpPr>
          <p:spPr>
            <a:xfrm>
              <a:off x="2483252" y="939313"/>
              <a:ext cx="3278" cy="41816"/>
            </a:xfrm>
            <a:custGeom>
              <a:rect b="b" l="l" r="r" t="t"/>
              <a:pathLst>
                <a:path extrusionOk="0" h="421" w="33">
                  <a:moveTo>
                    <a:pt x="16" y="0"/>
                  </a:moveTo>
                  <a:cubicBezTo>
                    <a:pt x="0" y="33"/>
                    <a:pt x="0" y="65"/>
                    <a:pt x="0" y="101"/>
                  </a:cubicBezTo>
                  <a:lnTo>
                    <a:pt x="0" y="150"/>
                  </a:lnTo>
                  <a:cubicBezTo>
                    <a:pt x="0" y="166"/>
                    <a:pt x="0" y="186"/>
                    <a:pt x="16" y="202"/>
                  </a:cubicBezTo>
                  <a:lnTo>
                    <a:pt x="16" y="150"/>
                  </a:lnTo>
                  <a:lnTo>
                    <a:pt x="16" y="101"/>
                  </a:lnTo>
                  <a:lnTo>
                    <a:pt x="16" y="0"/>
                  </a:lnTo>
                  <a:close/>
                  <a:moveTo>
                    <a:pt x="16" y="202"/>
                  </a:moveTo>
                  <a:lnTo>
                    <a:pt x="16" y="235"/>
                  </a:lnTo>
                  <a:lnTo>
                    <a:pt x="16" y="352"/>
                  </a:lnTo>
                  <a:lnTo>
                    <a:pt x="16" y="420"/>
                  </a:lnTo>
                  <a:lnTo>
                    <a:pt x="32" y="420"/>
                  </a:lnTo>
                  <a:lnTo>
                    <a:pt x="32" y="352"/>
                  </a:lnTo>
                  <a:lnTo>
                    <a:pt x="32" y="235"/>
                  </a:lnTo>
                  <a:cubicBezTo>
                    <a:pt x="16" y="218"/>
                    <a:pt x="16" y="218"/>
                    <a:pt x="16" y="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0"/>
            <p:cNvSpPr/>
            <p:nvPr/>
          </p:nvSpPr>
          <p:spPr>
            <a:xfrm>
              <a:off x="2553475" y="460963"/>
              <a:ext cx="53437" cy="443089"/>
            </a:xfrm>
            <a:custGeom>
              <a:rect b="b" l="l" r="r" t="t"/>
              <a:pathLst>
                <a:path extrusionOk="0" h="4461" w="538">
                  <a:moveTo>
                    <a:pt x="16" y="1"/>
                  </a:moveTo>
                  <a:cubicBezTo>
                    <a:pt x="0" y="17"/>
                    <a:pt x="16" y="54"/>
                    <a:pt x="16" y="70"/>
                  </a:cubicBezTo>
                  <a:lnTo>
                    <a:pt x="16" y="134"/>
                  </a:lnTo>
                  <a:lnTo>
                    <a:pt x="16" y="171"/>
                  </a:lnTo>
                  <a:lnTo>
                    <a:pt x="32" y="187"/>
                  </a:lnTo>
                  <a:lnTo>
                    <a:pt x="32" y="171"/>
                  </a:lnTo>
                  <a:lnTo>
                    <a:pt x="32" y="134"/>
                  </a:lnTo>
                  <a:lnTo>
                    <a:pt x="32" y="70"/>
                  </a:lnTo>
                  <a:cubicBezTo>
                    <a:pt x="16" y="54"/>
                    <a:pt x="16" y="33"/>
                    <a:pt x="32" y="17"/>
                  </a:cubicBezTo>
                  <a:lnTo>
                    <a:pt x="69" y="17"/>
                  </a:lnTo>
                  <a:lnTo>
                    <a:pt x="69" y="1"/>
                  </a:lnTo>
                  <a:close/>
                  <a:moveTo>
                    <a:pt x="69" y="17"/>
                  </a:moveTo>
                  <a:lnTo>
                    <a:pt x="85" y="33"/>
                  </a:lnTo>
                  <a:cubicBezTo>
                    <a:pt x="186" y="70"/>
                    <a:pt x="303" y="118"/>
                    <a:pt x="404" y="154"/>
                  </a:cubicBezTo>
                  <a:cubicBezTo>
                    <a:pt x="420" y="171"/>
                    <a:pt x="436" y="171"/>
                    <a:pt x="436" y="171"/>
                  </a:cubicBezTo>
                  <a:cubicBezTo>
                    <a:pt x="473" y="187"/>
                    <a:pt x="505" y="187"/>
                    <a:pt x="521" y="203"/>
                  </a:cubicBezTo>
                  <a:lnTo>
                    <a:pt x="537" y="203"/>
                  </a:lnTo>
                  <a:cubicBezTo>
                    <a:pt x="505" y="171"/>
                    <a:pt x="473" y="171"/>
                    <a:pt x="453" y="154"/>
                  </a:cubicBezTo>
                  <a:lnTo>
                    <a:pt x="420" y="154"/>
                  </a:lnTo>
                  <a:cubicBezTo>
                    <a:pt x="303" y="102"/>
                    <a:pt x="202" y="54"/>
                    <a:pt x="85" y="17"/>
                  </a:cubicBezTo>
                  <a:close/>
                  <a:moveTo>
                    <a:pt x="32" y="187"/>
                  </a:moveTo>
                  <a:lnTo>
                    <a:pt x="32" y="272"/>
                  </a:lnTo>
                  <a:cubicBezTo>
                    <a:pt x="32" y="288"/>
                    <a:pt x="32" y="320"/>
                    <a:pt x="49" y="336"/>
                  </a:cubicBezTo>
                  <a:lnTo>
                    <a:pt x="49" y="272"/>
                  </a:lnTo>
                  <a:cubicBezTo>
                    <a:pt x="49" y="235"/>
                    <a:pt x="49" y="203"/>
                    <a:pt x="32" y="187"/>
                  </a:cubicBezTo>
                  <a:close/>
                  <a:moveTo>
                    <a:pt x="49" y="336"/>
                  </a:moveTo>
                  <a:lnTo>
                    <a:pt x="49" y="437"/>
                  </a:lnTo>
                  <a:lnTo>
                    <a:pt x="49" y="490"/>
                  </a:lnTo>
                  <a:cubicBezTo>
                    <a:pt x="69" y="558"/>
                    <a:pt x="69" y="639"/>
                    <a:pt x="85" y="724"/>
                  </a:cubicBezTo>
                  <a:cubicBezTo>
                    <a:pt x="85" y="760"/>
                    <a:pt x="85" y="793"/>
                    <a:pt x="101" y="841"/>
                  </a:cubicBezTo>
                  <a:lnTo>
                    <a:pt x="101" y="708"/>
                  </a:lnTo>
                  <a:cubicBezTo>
                    <a:pt x="85" y="639"/>
                    <a:pt x="85" y="558"/>
                    <a:pt x="69" y="490"/>
                  </a:cubicBezTo>
                  <a:lnTo>
                    <a:pt x="69" y="437"/>
                  </a:lnTo>
                  <a:cubicBezTo>
                    <a:pt x="69" y="405"/>
                    <a:pt x="69" y="373"/>
                    <a:pt x="49" y="336"/>
                  </a:cubicBezTo>
                  <a:close/>
                  <a:moveTo>
                    <a:pt x="101" y="841"/>
                  </a:moveTo>
                  <a:lnTo>
                    <a:pt x="101" y="926"/>
                  </a:lnTo>
                  <a:cubicBezTo>
                    <a:pt x="101" y="962"/>
                    <a:pt x="117" y="995"/>
                    <a:pt x="117" y="1027"/>
                  </a:cubicBezTo>
                  <a:lnTo>
                    <a:pt x="117" y="1144"/>
                  </a:lnTo>
                  <a:cubicBezTo>
                    <a:pt x="133" y="1181"/>
                    <a:pt x="133" y="1213"/>
                    <a:pt x="133" y="1265"/>
                  </a:cubicBezTo>
                  <a:cubicBezTo>
                    <a:pt x="133" y="1298"/>
                    <a:pt x="150" y="1330"/>
                    <a:pt x="150" y="1366"/>
                  </a:cubicBezTo>
                  <a:cubicBezTo>
                    <a:pt x="150" y="1399"/>
                    <a:pt x="150" y="1447"/>
                    <a:pt x="170" y="1484"/>
                  </a:cubicBezTo>
                  <a:lnTo>
                    <a:pt x="170" y="1366"/>
                  </a:lnTo>
                  <a:cubicBezTo>
                    <a:pt x="150" y="1330"/>
                    <a:pt x="150" y="1298"/>
                    <a:pt x="150" y="1265"/>
                  </a:cubicBezTo>
                  <a:cubicBezTo>
                    <a:pt x="150" y="1213"/>
                    <a:pt x="150" y="1181"/>
                    <a:pt x="133" y="1144"/>
                  </a:cubicBezTo>
                  <a:lnTo>
                    <a:pt x="133" y="1011"/>
                  </a:lnTo>
                  <a:cubicBezTo>
                    <a:pt x="117" y="995"/>
                    <a:pt x="117" y="962"/>
                    <a:pt x="117" y="926"/>
                  </a:cubicBezTo>
                  <a:cubicBezTo>
                    <a:pt x="117" y="894"/>
                    <a:pt x="117" y="861"/>
                    <a:pt x="101" y="841"/>
                  </a:cubicBezTo>
                  <a:close/>
                  <a:moveTo>
                    <a:pt x="170" y="1484"/>
                  </a:moveTo>
                  <a:lnTo>
                    <a:pt x="170" y="1516"/>
                  </a:lnTo>
                  <a:lnTo>
                    <a:pt x="170" y="1617"/>
                  </a:lnTo>
                  <a:lnTo>
                    <a:pt x="186" y="1669"/>
                  </a:lnTo>
                  <a:lnTo>
                    <a:pt x="186" y="1617"/>
                  </a:lnTo>
                  <a:lnTo>
                    <a:pt x="186" y="1516"/>
                  </a:lnTo>
                  <a:lnTo>
                    <a:pt x="170" y="1484"/>
                  </a:lnTo>
                  <a:close/>
                  <a:moveTo>
                    <a:pt x="186" y="1669"/>
                  </a:moveTo>
                  <a:lnTo>
                    <a:pt x="186" y="1718"/>
                  </a:lnTo>
                  <a:cubicBezTo>
                    <a:pt x="186" y="1770"/>
                    <a:pt x="186" y="1803"/>
                    <a:pt x="202" y="1835"/>
                  </a:cubicBezTo>
                  <a:lnTo>
                    <a:pt x="202" y="1718"/>
                  </a:lnTo>
                  <a:cubicBezTo>
                    <a:pt x="202" y="1702"/>
                    <a:pt x="202" y="1686"/>
                    <a:pt x="186" y="1669"/>
                  </a:cubicBezTo>
                  <a:close/>
                  <a:moveTo>
                    <a:pt x="202" y="1835"/>
                  </a:moveTo>
                  <a:lnTo>
                    <a:pt x="202" y="1936"/>
                  </a:lnTo>
                  <a:cubicBezTo>
                    <a:pt x="202" y="1972"/>
                    <a:pt x="218" y="2005"/>
                    <a:pt x="218" y="2053"/>
                  </a:cubicBezTo>
                  <a:lnTo>
                    <a:pt x="218" y="2089"/>
                  </a:lnTo>
                  <a:cubicBezTo>
                    <a:pt x="218" y="2106"/>
                    <a:pt x="218" y="2106"/>
                    <a:pt x="234" y="2122"/>
                  </a:cubicBezTo>
                  <a:lnTo>
                    <a:pt x="234" y="2089"/>
                  </a:lnTo>
                  <a:lnTo>
                    <a:pt x="234" y="2053"/>
                  </a:lnTo>
                  <a:cubicBezTo>
                    <a:pt x="218" y="2005"/>
                    <a:pt x="218" y="1972"/>
                    <a:pt x="218" y="1920"/>
                  </a:cubicBezTo>
                  <a:cubicBezTo>
                    <a:pt x="218" y="1904"/>
                    <a:pt x="218" y="1871"/>
                    <a:pt x="202" y="1835"/>
                  </a:cubicBezTo>
                  <a:close/>
                  <a:moveTo>
                    <a:pt x="234" y="2122"/>
                  </a:moveTo>
                  <a:lnTo>
                    <a:pt x="234" y="2291"/>
                  </a:lnTo>
                  <a:cubicBezTo>
                    <a:pt x="251" y="2324"/>
                    <a:pt x="251" y="2376"/>
                    <a:pt x="251" y="2409"/>
                  </a:cubicBezTo>
                  <a:cubicBezTo>
                    <a:pt x="251" y="2477"/>
                    <a:pt x="271" y="2526"/>
                    <a:pt x="271" y="2594"/>
                  </a:cubicBezTo>
                  <a:cubicBezTo>
                    <a:pt x="287" y="2643"/>
                    <a:pt x="287" y="2695"/>
                    <a:pt x="287" y="2744"/>
                  </a:cubicBezTo>
                  <a:cubicBezTo>
                    <a:pt x="303" y="2780"/>
                    <a:pt x="303" y="2813"/>
                    <a:pt x="303" y="2829"/>
                  </a:cubicBezTo>
                  <a:lnTo>
                    <a:pt x="303" y="2914"/>
                  </a:lnTo>
                  <a:cubicBezTo>
                    <a:pt x="303" y="2962"/>
                    <a:pt x="319" y="2998"/>
                    <a:pt x="319" y="3047"/>
                  </a:cubicBezTo>
                  <a:cubicBezTo>
                    <a:pt x="319" y="3099"/>
                    <a:pt x="335" y="3132"/>
                    <a:pt x="335" y="3164"/>
                  </a:cubicBezTo>
                  <a:lnTo>
                    <a:pt x="335" y="3265"/>
                  </a:lnTo>
                  <a:cubicBezTo>
                    <a:pt x="352" y="3285"/>
                    <a:pt x="352" y="3318"/>
                    <a:pt x="352" y="3350"/>
                  </a:cubicBezTo>
                  <a:cubicBezTo>
                    <a:pt x="352" y="3451"/>
                    <a:pt x="372" y="3552"/>
                    <a:pt x="388" y="3669"/>
                  </a:cubicBezTo>
                  <a:lnTo>
                    <a:pt x="388" y="3705"/>
                  </a:lnTo>
                  <a:cubicBezTo>
                    <a:pt x="388" y="3722"/>
                    <a:pt x="404" y="3738"/>
                    <a:pt x="404" y="3754"/>
                  </a:cubicBezTo>
                  <a:lnTo>
                    <a:pt x="404" y="3705"/>
                  </a:lnTo>
                  <a:lnTo>
                    <a:pt x="404" y="3669"/>
                  </a:lnTo>
                  <a:cubicBezTo>
                    <a:pt x="388" y="3552"/>
                    <a:pt x="372" y="3451"/>
                    <a:pt x="372" y="3350"/>
                  </a:cubicBezTo>
                  <a:cubicBezTo>
                    <a:pt x="352" y="3318"/>
                    <a:pt x="352" y="3285"/>
                    <a:pt x="352" y="3265"/>
                  </a:cubicBezTo>
                  <a:lnTo>
                    <a:pt x="352" y="3164"/>
                  </a:lnTo>
                  <a:cubicBezTo>
                    <a:pt x="335" y="3132"/>
                    <a:pt x="335" y="3099"/>
                    <a:pt x="335" y="3047"/>
                  </a:cubicBezTo>
                  <a:cubicBezTo>
                    <a:pt x="335" y="2998"/>
                    <a:pt x="319" y="2962"/>
                    <a:pt x="319" y="2914"/>
                  </a:cubicBezTo>
                  <a:lnTo>
                    <a:pt x="319" y="2829"/>
                  </a:lnTo>
                  <a:cubicBezTo>
                    <a:pt x="303" y="2813"/>
                    <a:pt x="303" y="2780"/>
                    <a:pt x="303" y="2744"/>
                  </a:cubicBezTo>
                  <a:cubicBezTo>
                    <a:pt x="303" y="2695"/>
                    <a:pt x="287" y="2643"/>
                    <a:pt x="287" y="2594"/>
                  </a:cubicBezTo>
                  <a:cubicBezTo>
                    <a:pt x="287" y="2526"/>
                    <a:pt x="271" y="2477"/>
                    <a:pt x="271" y="2409"/>
                  </a:cubicBezTo>
                  <a:cubicBezTo>
                    <a:pt x="271" y="2376"/>
                    <a:pt x="251" y="2324"/>
                    <a:pt x="251" y="2291"/>
                  </a:cubicBezTo>
                  <a:cubicBezTo>
                    <a:pt x="251" y="2223"/>
                    <a:pt x="251" y="2174"/>
                    <a:pt x="234" y="2122"/>
                  </a:cubicBezTo>
                  <a:close/>
                  <a:moveTo>
                    <a:pt x="404" y="3754"/>
                  </a:moveTo>
                  <a:lnTo>
                    <a:pt x="404" y="3790"/>
                  </a:lnTo>
                  <a:cubicBezTo>
                    <a:pt x="404" y="3806"/>
                    <a:pt x="420" y="3823"/>
                    <a:pt x="404" y="3839"/>
                  </a:cubicBezTo>
                  <a:cubicBezTo>
                    <a:pt x="404" y="3891"/>
                    <a:pt x="404" y="3924"/>
                    <a:pt x="420" y="3956"/>
                  </a:cubicBezTo>
                  <a:lnTo>
                    <a:pt x="420" y="3839"/>
                  </a:lnTo>
                  <a:lnTo>
                    <a:pt x="420" y="3790"/>
                  </a:lnTo>
                  <a:cubicBezTo>
                    <a:pt x="420" y="3770"/>
                    <a:pt x="420" y="3770"/>
                    <a:pt x="404" y="3754"/>
                  </a:cubicBezTo>
                  <a:close/>
                  <a:moveTo>
                    <a:pt x="420" y="3956"/>
                  </a:moveTo>
                  <a:lnTo>
                    <a:pt x="420" y="4073"/>
                  </a:lnTo>
                  <a:cubicBezTo>
                    <a:pt x="420" y="4093"/>
                    <a:pt x="436" y="4109"/>
                    <a:pt x="436" y="4125"/>
                  </a:cubicBezTo>
                  <a:lnTo>
                    <a:pt x="436" y="4073"/>
                  </a:lnTo>
                  <a:cubicBezTo>
                    <a:pt x="436" y="4041"/>
                    <a:pt x="436" y="3992"/>
                    <a:pt x="420" y="3956"/>
                  </a:cubicBezTo>
                  <a:close/>
                  <a:moveTo>
                    <a:pt x="436" y="4125"/>
                  </a:moveTo>
                  <a:lnTo>
                    <a:pt x="436" y="4174"/>
                  </a:lnTo>
                  <a:cubicBezTo>
                    <a:pt x="436" y="4226"/>
                    <a:pt x="436" y="4259"/>
                    <a:pt x="453" y="4295"/>
                  </a:cubicBezTo>
                  <a:lnTo>
                    <a:pt x="453" y="4174"/>
                  </a:lnTo>
                  <a:lnTo>
                    <a:pt x="436" y="4125"/>
                  </a:lnTo>
                  <a:close/>
                  <a:moveTo>
                    <a:pt x="453" y="4311"/>
                  </a:moveTo>
                  <a:lnTo>
                    <a:pt x="453" y="4376"/>
                  </a:lnTo>
                  <a:lnTo>
                    <a:pt x="453" y="4428"/>
                  </a:lnTo>
                  <a:lnTo>
                    <a:pt x="453" y="4445"/>
                  </a:lnTo>
                  <a:lnTo>
                    <a:pt x="473" y="4461"/>
                  </a:lnTo>
                  <a:lnTo>
                    <a:pt x="473" y="4445"/>
                  </a:lnTo>
                  <a:lnTo>
                    <a:pt x="473" y="4428"/>
                  </a:lnTo>
                  <a:lnTo>
                    <a:pt x="473" y="4376"/>
                  </a:lnTo>
                  <a:cubicBezTo>
                    <a:pt x="473" y="4360"/>
                    <a:pt x="473" y="4327"/>
                    <a:pt x="453" y="43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0"/>
            <p:cNvSpPr/>
            <p:nvPr/>
          </p:nvSpPr>
          <p:spPr>
            <a:xfrm>
              <a:off x="1672363" y="674909"/>
              <a:ext cx="63469" cy="40227"/>
            </a:xfrm>
            <a:custGeom>
              <a:rect b="b" l="l" r="r" t="t"/>
              <a:pathLst>
                <a:path extrusionOk="0" h="405" w="639">
                  <a:moveTo>
                    <a:pt x="622" y="0"/>
                  </a:moveTo>
                  <a:cubicBezTo>
                    <a:pt x="590" y="0"/>
                    <a:pt x="574" y="20"/>
                    <a:pt x="557" y="36"/>
                  </a:cubicBezTo>
                  <a:cubicBezTo>
                    <a:pt x="574" y="36"/>
                    <a:pt x="606" y="20"/>
                    <a:pt x="622" y="20"/>
                  </a:cubicBezTo>
                  <a:lnTo>
                    <a:pt x="638" y="0"/>
                  </a:lnTo>
                  <a:close/>
                  <a:moveTo>
                    <a:pt x="537" y="53"/>
                  </a:moveTo>
                  <a:lnTo>
                    <a:pt x="537" y="53"/>
                  </a:lnTo>
                  <a:cubicBezTo>
                    <a:pt x="420" y="121"/>
                    <a:pt x="319" y="186"/>
                    <a:pt x="202" y="255"/>
                  </a:cubicBezTo>
                  <a:cubicBezTo>
                    <a:pt x="170" y="287"/>
                    <a:pt x="117" y="303"/>
                    <a:pt x="85" y="339"/>
                  </a:cubicBezTo>
                  <a:cubicBezTo>
                    <a:pt x="69" y="356"/>
                    <a:pt x="32" y="372"/>
                    <a:pt x="16" y="372"/>
                  </a:cubicBezTo>
                  <a:cubicBezTo>
                    <a:pt x="16" y="388"/>
                    <a:pt x="0" y="388"/>
                    <a:pt x="0" y="404"/>
                  </a:cubicBezTo>
                  <a:cubicBezTo>
                    <a:pt x="16" y="404"/>
                    <a:pt x="16" y="388"/>
                    <a:pt x="32" y="388"/>
                  </a:cubicBezTo>
                  <a:cubicBezTo>
                    <a:pt x="53" y="372"/>
                    <a:pt x="69" y="356"/>
                    <a:pt x="85" y="356"/>
                  </a:cubicBezTo>
                  <a:cubicBezTo>
                    <a:pt x="133" y="323"/>
                    <a:pt x="170" y="287"/>
                    <a:pt x="218" y="271"/>
                  </a:cubicBezTo>
                  <a:cubicBezTo>
                    <a:pt x="319" y="202"/>
                    <a:pt x="436" y="121"/>
                    <a:pt x="537"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0"/>
            <p:cNvSpPr/>
            <p:nvPr/>
          </p:nvSpPr>
          <p:spPr>
            <a:xfrm>
              <a:off x="2688657" y="514400"/>
              <a:ext cx="52245" cy="22149"/>
            </a:xfrm>
            <a:custGeom>
              <a:rect b="b" l="l" r="r" t="t"/>
              <a:pathLst>
                <a:path extrusionOk="0" h="223" w="526">
                  <a:moveTo>
                    <a:pt x="0" y="0"/>
                  </a:moveTo>
                  <a:lnTo>
                    <a:pt x="21" y="20"/>
                  </a:lnTo>
                  <a:cubicBezTo>
                    <a:pt x="69" y="20"/>
                    <a:pt x="101" y="37"/>
                    <a:pt x="154" y="69"/>
                  </a:cubicBezTo>
                  <a:cubicBezTo>
                    <a:pt x="170" y="69"/>
                    <a:pt x="186" y="85"/>
                    <a:pt x="202" y="85"/>
                  </a:cubicBezTo>
                  <a:cubicBezTo>
                    <a:pt x="239" y="101"/>
                    <a:pt x="271" y="121"/>
                    <a:pt x="303" y="138"/>
                  </a:cubicBezTo>
                  <a:cubicBezTo>
                    <a:pt x="372" y="154"/>
                    <a:pt x="441" y="170"/>
                    <a:pt x="489" y="202"/>
                  </a:cubicBezTo>
                  <a:lnTo>
                    <a:pt x="505" y="202"/>
                  </a:lnTo>
                  <a:lnTo>
                    <a:pt x="505" y="222"/>
                  </a:lnTo>
                  <a:lnTo>
                    <a:pt x="526" y="222"/>
                  </a:lnTo>
                  <a:cubicBezTo>
                    <a:pt x="526" y="202"/>
                    <a:pt x="526" y="186"/>
                    <a:pt x="505" y="186"/>
                  </a:cubicBezTo>
                  <a:cubicBezTo>
                    <a:pt x="441" y="170"/>
                    <a:pt x="372" y="138"/>
                    <a:pt x="324" y="121"/>
                  </a:cubicBezTo>
                  <a:cubicBezTo>
                    <a:pt x="287" y="101"/>
                    <a:pt x="255" y="85"/>
                    <a:pt x="202" y="69"/>
                  </a:cubicBezTo>
                  <a:cubicBezTo>
                    <a:pt x="186" y="69"/>
                    <a:pt x="170" y="53"/>
                    <a:pt x="154" y="53"/>
                  </a:cubicBezTo>
                  <a:cubicBezTo>
                    <a:pt x="122" y="37"/>
                    <a:pt x="69" y="2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0"/>
            <p:cNvSpPr/>
            <p:nvPr/>
          </p:nvSpPr>
          <p:spPr>
            <a:xfrm>
              <a:off x="1663920" y="780393"/>
              <a:ext cx="68634" cy="40227"/>
            </a:xfrm>
            <a:custGeom>
              <a:rect b="b" l="l" r="r" t="t"/>
              <a:pathLst>
                <a:path extrusionOk="0" h="405" w="691">
                  <a:moveTo>
                    <a:pt x="691" y="1"/>
                  </a:moveTo>
                  <a:cubicBezTo>
                    <a:pt x="659" y="1"/>
                    <a:pt x="642" y="17"/>
                    <a:pt x="622" y="17"/>
                  </a:cubicBezTo>
                  <a:lnTo>
                    <a:pt x="590" y="33"/>
                  </a:lnTo>
                  <a:cubicBezTo>
                    <a:pt x="473" y="118"/>
                    <a:pt x="356" y="186"/>
                    <a:pt x="255" y="235"/>
                  </a:cubicBezTo>
                  <a:cubicBezTo>
                    <a:pt x="186" y="287"/>
                    <a:pt x="117" y="320"/>
                    <a:pt x="53" y="372"/>
                  </a:cubicBezTo>
                  <a:cubicBezTo>
                    <a:pt x="37" y="388"/>
                    <a:pt x="16" y="388"/>
                    <a:pt x="0" y="388"/>
                  </a:cubicBezTo>
                  <a:lnTo>
                    <a:pt x="0" y="405"/>
                  </a:lnTo>
                  <a:lnTo>
                    <a:pt x="16" y="405"/>
                  </a:lnTo>
                  <a:cubicBezTo>
                    <a:pt x="37" y="405"/>
                    <a:pt x="37" y="388"/>
                    <a:pt x="53" y="388"/>
                  </a:cubicBezTo>
                  <a:cubicBezTo>
                    <a:pt x="117" y="336"/>
                    <a:pt x="202" y="287"/>
                    <a:pt x="271" y="251"/>
                  </a:cubicBezTo>
                  <a:cubicBezTo>
                    <a:pt x="356" y="203"/>
                    <a:pt x="473" y="118"/>
                    <a:pt x="606" y="49"/>
                  </a:cubicBezTo>
                  <a:lnTo>
                    <a:pt x="622" y="33"/>
                  </a:lnTo>
                  <a:cubicBezTo>
                    <a:pt x="642" y="17"/>
                    <a:pt x="659" y="1"/>
                    <a:pt x="6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0"/>
            <p:cNvSpPr/>
            <p:nvPr/>
          </p:nvSpPr>
          <p:spPr>
            <a:xfrm>
              <a:off x="1672363" y="661600"/>
              <a:ext cx="63469" cy="41816"/>
            </a:xfrm>
            <a:custGeom>
              <a:rect b="b" l="l" r="r" t="t"/>
              <a:pathLst>
                <a:path extrusionOk="0" h="421" w="639">
                  <a:moveTo>
                    <a:pt x="622" y="1"/>
                  </a:moveTo>
                  <a:cubicBezTo>
                    <a:pt x="606" y="1"/>
                    <a:pt x="590" y="17"/>
                    <a:pt x="574" y="33"/>
                  </a:cubicBezTo>
                  <a:cubicBezTo>
                    <a:pt x="590" y="33"/>
                    <a:pt x="606" y="17"/>
                    <a:pt x="622" y="17"/>
                  </a:cubicBezTo>
                  <a:lnTo>
                    <a:pt x="638" y="17"/>
                  </a:lnTo>
                  <a:lnTo>
                    <a:pt x="622" y="1"/>
                  </a:lnTo>
                  <a:close/>
                  <a:moveTo>
                    <a:pt x="557" y="33"/>
                  </a:moveTo>
                  <a:cubicBezTo>
                    <a:pt x="420" y="118"/>
                    <a:pt x="287" y="219"/>
                    <a:pt x="170" y="304"/>
                  </a:cubicBezTo>
                  <a:cubicBezTo>
                    <a:pt x="303" y="219"/>
                    <a:pt x="420" y="134"/>
                    <a:pt x="557" y="53"/>
                  </a:cubicBezTo>
                  <a:lnTo>
                    <a:pt x="574" y="33"/>
                  </a:lnTo>
                  <a:close/>
                  <a:moveTo>
                    <a:pt x="16" y="389"/>
                  </a:moveTo>
                  <a:lnTo>
                    <a:pt x="0" y="405"/>
                  </a:lnTo>
                  <a:lnTo>
                    <a:pt x="0" y="421"/>
                  </a:lnTo>
                  <a:lnTo>
                    <a:pt x="16" y="405"/>
                  </a:lnTo>
                  <a:cubicBezTo>
                    <a:pt x="32" y="405"/>
                    <a:pt x="32" y="405"/>
                    <a:pt x="32" y="38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0"/>
            <p:cNvSpPr/>
            <p:nvPr/>
          </p:nvSpPr>
          <p:spPr>
            <a:xfrm>
              <a:off x="1712391" y="562970"/>
              <a:ext cx="6953" cy="6853"/>
            </a:xfrm>
            <a:custGeom>
              <a:rect b="b" l="l" r="r" t="t"/>
              <a:pathLst>
                <a:path extrusionOk="0" h="69" w="70">
                  <a:moveTo>
                    <a:pt x="70" y="0"/>
                  </a:moveTo>
                  <a:lnTo>
                    <a:pt x="1" y="53"/>
                  </a:lnTo>
                  <a:lnTo>
                    <a:pt x="1" y="69"/>
                  </a:lnTo>
                  <a:lnTo>
                    <a:pt x="70" y="16"/>
                  </a:lnTo>
                  <a:lnTo>
                    <a:pt x="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0"/>
            <p:cNvSpPr/>
            <p:nvPr/>
          </p:nvSpPr>
          <p:spPr>
            <a:xfrm>
              <a:off x="2508084" y="660011"/>
              <a:ext cx="60290" cy="20163"/>
            </a:xfrm>
            <a:custGeom>
              <a:rect b="b" l="l" r="r" t="t"/>
              <a:pathLst>
                <a:path extrusionOk="0" h="203" w="607">
                  <a:moveTo>
                    <a:pt x="1" y="1"/>
                  </a:moveTo>
                  <a:lnTo>
                    <a:pt x="1" y="17"/>
                  </a:lnTo>
                  <a:cubicBezTo>
                    <a:pt x="21" y="33"/>
                    <a:pt x="53" y="33"/>
                    <a:pt x="69" y="33"/>
                  </a:cubicBezTo>
                  <a:cubicBezTo>
                    <a:pt x="53" y="17"/>
                    <a:pt x="37" y="17"/>
                    <a:pt x="1" y="1"/>
                  </a:cubicBezTo>
                  <a:close/>
                  <a:moveTo>
                    <a:pt x="70" y="33"/>
                  </a:moveTo>
                  <a:lnTo>
                    <a:pt x="70" y="33"/>
                  </a:lnTo>
                  <a:cubicBezTo>
                    <a:pt x="138" y="49"/>
                    <a:pt x="187" y="69"/>
                    <a:pt x="239" y="102"/>
                  </a:cubicBezTo>
                  <a:cubicBezTo>
                    <a:pt x="271" y="102"/>
                    <a:pt x="324" y="118"/>
                    <a:pt x="356" y="134"/>
                  </a:cubicBezTo>
                  <a:cubicBezTo>
                    <a:pt x="405" y="150"/>
                    <a:pt x="457" y="170"/>
                    <a:pt x="506" y="186"/>
                  </a:cubicBezTo>
                  <a:lnTo>
                    <a:pt x="526" y="186"/>
                  </a:lnTo>
                  <a:cubicBezTo>
                    <a:pt x="542" y="186"/>
                    <a:pt x="574" y="203"/>
                    <a:pt x="590" y="203"/>
                  </a:cubicBezTo>
                  <a:lnTo>
                    <a:pt x="607" y="203"/>
                  </a:lnTo>
                  <a:lnTo>
                    <a:pt x="607" y="186"/>
                  </a:lnTo>
                  <a:cubicBezTo>
                    <a:pt x="574" y="186"/>
                    <a:pt x="558" y="186"/>
                    <a:pt x="526" y="170"/>
                  </a:cubicBezTo>
                  <a:lnTo>
                    <a:pt x="506" y="170"/>
                  </a:lnTo>
                  <a:cubicBezTo>
                    <a:pt x="457" y="150"/>
                    <a:pt x="405" y="134"/>
                    <a:pt x="356" y="118"/>
                  </a:cubicBezTo>
                  <a:cubicBezTo>
                    <a:pt x="324" y="102"/>
                    <a:pt x="287" y="85"/>
                    <a:pt x="239" y="85"/>
                  </a:cubicBezTo>
                  <a:cubicBezTo>
                    <a:pt x="187" y="69"/>
                    <a:pt x="138" y="49"/>
                    <a:pt x="70"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0"/>
            <p:cNvSpPr/>
            <p:nvPr/>
          </p:nvSpPr>
          <p:spPr>
            <a:xfrm>
              <a:off x="2257288" y="338992"/>
              <a:ext cx="13806" cy="199147"/>
            </a:xfrm>
            <a:custGeom>
              <a:rect b="b" l="l" r="r" t="t"/>
              <a:pathLst>
                <a:path extrusionOk="0" h="2005" w="139">
                  <a:moveTo>
                    <a:pt x="21" y="1"/>
                  </a:moveTo>
                  <a:lnTo>
                    <a:pt x="21" y="17"/>
                  </a:lnTo>
                  <a:cubicBezTo>
                    <a:pt x="1" y="49"/>
                    <a:pt x="1" y="102"/>
                    <a:pt x="21" y="150"/>
                  </a:cubicBezTo>
                  <a:cubicBezTo>
                    <a:pt x="21" y="102"/>
                    <a:pt x="21" y="49"/>
                    <a:pt x="37" y="17"/>
                  </a:cubicBezTo>
                  <a:lnTo>
                    <a:pt x="21" y="1"/>
                  </a:lnTo>
                  <a:close/>
                  <a:moveTo>
                    <a:pt x="21" y="150"/>
                  </a:moveTo>
                  <a:lnTo>
                    <a:pt x="21" y="272"/>
                  </a:lnTo>
                  <a:lnTo>
                    <a:pt x="21" y="304"/>
                  </a:lnTo>
                  <a:cubicBezTo>
                    <a:pt x="21" y="320"/>
                    <a:pt x="21" y="352"/>
                    <a:pt x="37" y="389"/>
                  </a:cubicBezTo>
                  <a:lnTo>
                    <a:pt x="37" y="304"/>
                  </a:lnTo>
                  <a:lnTo>
                    <a:pt x="37" y="272"/>
                  </a:lnTo>
                  <a:cubicBezTo>
                    <a:pt x="37" y="235"/>
                    <a:pt x="37" y="187"/>
                    <a:pt x="21" y="150"/>
                  </a:cubicBezTo>
                  <a:close/>
                  <a:moveTo>
                    <a:pt x="37" y="389"/>
                  </a:moveTo>
                  <a:lnTo>
                    <a:pt x="37" y="538"/>
                  </a:lnTo>
                  <a:lnTo>
                    <a:pt x="37" y="591"/>
                  </a:lnTo>
                  <a:lnTo>
                    <a:pt x="37" y="623"/>
                  </a:lnTo>
                  <a:cubicBezTo>
                    <a:pt x="37" y="655"/>
                    <a:pt x="53" y="692"/>
                    <a:pt x="53" y="724"/>
                  </a:cubicBezTo>
                  <a:lnTo>
                    <a:pt x="53" y="623"/>
                  </a:lnTo>
                  <a:lnTo>
                    <a:pt x="53" y="591"/>
                  </a:lnTo>
                  <a:lnTo>
                    <a:pt x="53" y="538"/>
                  </a:lnTo>
                  <a:cubicBezTo>
                    <a:pt x="53" y="490"/>
                    <a:pt x="53" y="437"/>
                    <a:pt x="37" y="389"/>
                  </a:cubicBezTo>
                  <a:close/>
                  <a:moveTo>
                    <a:pt x="53" y="724"/>
                  </a:moveTo>
                  <a:lnTo>
                    <a:pt x="53" y="793"/>
                  </a:lnTo>
                  <a:lnTo>
                    <a:pt x="53" y="809"/>
                  </a:lnTo>
                  <a:cubicBezTo>
                    <a:pt x="53" y="841"/>
                    <a:pt x="53" y="857"/>
                    <a:pt x="70" y="894"/>
                  </a:cubicBezTo>
                  <a:lnTo>
                    <a:pt x="70" y="809"/>
                  </a:lnTo>
                  <a:lnTo>
                    <a:pt x="70" y="793"/>
                  </a:lnTo>
                  <a:cubicBezTo>
                    <a:pt x="70" y="756"/>
                    <a:pt x="70" y="740"/>
                    <a:pt x="53" y="724"/>
                  </a:cubicBezTo>
                  <a:close/>
                  <a:moveTo>
                    <a:pt x="70" y="894"/>
                  </a:moveTo>
                  <a:lnTo>
                    <a:pt x="70" y="926"/>
                  </a:lnTo>
                  <a:cubicBezTo>
                    <a:pt x="86" y="926"/>
                    <a:pt x="86" y="910"/>
                    <a:pt x="70" y="894"/>
                  </a:cubicBezTo>
                  <a:close/>
                  <a:moveTo>
                    <a:pt x="70" y="942"/>
                  </a:moveTo>
                  <a:lnTo>
                    <a:pt x="70" y="995"/>
                  </a:lnTo>
                  <a:lnTo>
                    <a:pt x="70" y="1043"/>
                  </a:lnTo>
                  <a:lnTo>
                    <a:pt x="70" y="1112"/>
                  </a:lnTo>
                  <a:lnTo>
                    <a:pt x="70" y="1144"/>
                  </a:lnTo>
                  <a:lnTo>
                    <a:pt x="70" y="1181"/>
                  </a:lnTo>
                  <a:cubicBezTo>
                    <a:pt x="86" y="1197"/>
                    <a:pt x="86" y="1213"/>
                    <a:pt x="86" y="1245"/>
                  </a:cubicBezTo>
                  <a:lnTo>
                    <a:pt x="86" y="1314"/>
                  </a:lnTo>
                  <a:lnTo>
                    <a:pt x="86" y="1415"/>
                  </a:lnTo>
                  <a:cubicBezTo>
                    <a:pt x="102" y="1431"/>
                    <a:pt x="102" y="1463"/>
                    <a:pt x="102" y="1483"/>
                  </a:cubicBezTo>
                  <a:lnTo>
                    <a:pt x="102" y="1584"/>
                  </a:lnTo>
                  <a:lnTo>
                    <a:pt x="102" y="1665"/>
                  </a:lnTo>
                  <a:lnTo>
                    <a:pt x="102" y="1685"/>
                  </a:lnTo>
                  <a:cubicBezTo>
                    <a:pt x="102" y="1718"/>
                    <a:pt x="102" y="1766"/>
                    <a:pt x="122" y="1819"/>
                  </a:cubicBezTo>
                  <a:cubicBezTo>
                    <a:pt x="102" y="1835"/>
                    <a:pt x="122" y="1851"/>
                    <a:pt x="122" y="1867"/>
                  </a:cubicBezTo>
                  <a:lnTo>
                    <a:pt x="122" y="1904"/>
                  </a:lnTo>
                  <a:lnTo>
                    <a:pt x="122" y="1936"/>
                  </a:lnTo>
                  <a:lnTo>
                    <a:pt x="122" y="1988"/>
                  </a:lnTo>
                  <a:lnTo>
                    <a:pt x="138" y="2005"/>
                  </a:lnTo>
                  <a:lnTo>
                    <a:pt x="138" y="1988"/>
                  </a:lnTo>
                  <a:lnTo>
                    <a:pt x="138" y="1936"/>
                  </a:lnTo>
                  <a:lnTo>
                    <a:pt x="138" y="1904"/>
                  </a:lnTo>
                  <a:lnTo>
                    <a:pt x="138" y="1867"/>
                  </a:lnTo>
                  <a:cubicBezTo>
                    <a:pt x="122" y="1851"/>
                    <a:pt x="122" y="1835"/>
                    <a:pt x="138" y="1819"/>
                  </a:cubicBezTo>
                  <a:cubicBezTo>
                    <a:pt x="122" y="1766"/>
                    <a:pt x="122" y="1718"/>
                    <a:pt x="122" y="1685"/>
                  </a:cubicBezTo>
                  <a:lnTo>
                    <a:pt x="122" y="1665"/>
                  </a:lnTo>
                  <a:lnTo>
                    <a:pt x="122" y="1584"/>
                  </a:lnTo>
                  <a:lnTo>
                    <a:pt x="122" y="1483"/>
                  </a:lnTo>
                  <a:cubicBezTo>
                    <a:pt x="122" y="1463"/>
                    <a:pt x="102" y="1431"/>
                    <a:pt x="102" y="1399"/>
                  </a:cubicBezTo>
                  <a:lnTo>
                    <a:pt x="102" y="1314"/>
                  </a:lnTo>
                  <a:cubicBezTo>
                    <a:pt x="102" y="1298"/>
                    <a:pt x="102" y="1261"/>
                    <a:pt x="86" y="1229"/>
                  </a:cubicBezTo>
                  <a:lnTo>
                    <a:pt x="86" y="1181"/>
                  </a:lnTo>
                  <a:lnTo>
                    <a:pt x="86" y="1144"/>
                  </a:lnTo>
                  <a:lnTo>
                    <a:pt x="86" y="1112"/>
                  </a:lnTo>
                  <a:lnTo>
                    <a:pt x="86" y="1043"/>
                  </a:lnTo>
                  <a:lnTo>
                    <a:pt x="86" y="995"/>
                  </a:lnTo>
                  <a:cubicBezTo>
                    <a:pt x="70" y="979"/>
                    <a:pt x="70" y="958"/>
                    <a:pt x="70" y="9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0"/>
            <p:cNvSpPr/>
            <p:nvPr/>
          </p:nvSpPr>
          <p:spPr>
            <a:xfrm>
              <a:off x="2553475" y="450932"/>
              <a:ext cx="3278" cy="11820"/>
            </a:xfrm>
            <a:custGeom>
              <a:rect b="b" l="l" r="r" t="t"/>
              <a:pathLst>
                <a:path extrusionOk="0" h="119" w="33">
                  <a:moveTo>
                    <a:pt x="16" y="1"/>
                  </a:moveTo>
                  <a:lnTo>
                    <a:pt x="16" y="1"/>
                  </a:lnTo>
                  <a:cubicBezTo>
                    <a:pt x="0" y="54"/>
                    <a:pt x="0" y="86"/>
                    <a:pt x="32" y="118"/>
                  </a:cubicBezTo>
                  <a:lnTo>
                    <a:pt x="32" y="102"/>
                  </a:lnTo>
                  <a:cubicBezTo>
                    <a:pt x="16" y="86"/>
                    <a:pt x="16" y="54"/>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0"/>
            <p:cNvSpPr/>
            <p:nvPr/>
          </p:nvSpPr>
          <p:spPr>
            <a:xfrm>
              <a:off x="1755796" y="369088"/>
              <a:ext cx="5264" cy="232421"/>
            </a:xfrm>
            <a:custGeom>
              <a:rect b="b" l="l" r="r" t="t"/>
              <a:pathLst>
                <a:path extrusionOk="0" h="2340" w="53">
                  <a:moveTo>
                    <a:pt x="37" y="1"/>
                  </a:moveTo>
                  <a:cubicBezTo>
                    <a:pt x="53" y="17"/>
                    <a:pt x="37" y="33"/>
                    <a:pt x="37" y="49"/>
                  </a:cubicBezTo>
                  <a:lnTo>
                    <a:pt x="37" y="70"/>
                  </a:lnTo>
                  <a:lnTo>
                    <a:pt x="37" y="304"/>
                  </a:lnTo>
                  <a:lnTo>
                    <a:pt x="37" y="336"/>
                  </a:lnTo>
                  <a:lnTo>
                    <a:pt x="37" y="490"/>
                  </a:lnTo>
                  <a:lnTo>
                    <a:pt x="37" y="655"/>
                  </a:lnTo>
                  <a:lnTo>
                    <a:pt x="37" y="809"/>
                  </a:lnTo>
                  <a:lnTo>
                    <a:pt x="37" y="910"/>
                  </a:lnTo>
                  <a:lnTo>
                    <a:pt x="53" y="809"/>
                  </a:lnTo>
                  <a:lnTo>
                    <a:pt x="53" y="655"/>
                  </a:lnTo>
                  <a:lnTo>
                    <a:pt x="53" y="490"/>
                  </a:lnTo>
                  <a:lnTo>
                    <a:pt x="53" y="336"/>
                  </a:lnTo>
                  <a:lnTo>
                    <a:pt x="53" y="304"/>
                  </a:lnTo>
                  <a:lnTo>
                    <a:pt x="53" y="70"/>
                  </a:lnTo>
                  <a:lnTo>
                    <a:pt x="53" y="49"/>
                  </a:lnTo>
                  <a:lnTo>
                    <a:pt x="53" y="1"/>
                  </a:lnTo>
                  <a:close/>
                  <a:moveTo>
                    <a:pt x="37" y="1059"/>
                  </a:moveTo>
                  <a:cubicBezTo>
                    <a:pt x="37" y="1180"/>
                    <a:pt x="37" y="1298"/>
                    <a:pt x="20" y="1431"/>
                  </a:cubicBezTo>
                  <a:lnTo>
                    <a:pt x="20" y="1617"/>
                  </a:lnTo>
                  <a:lnTo>
                    <a:pt x="20" y="1819"/>
                  </a:lnTo>
                  <a:lnTo>
                    <a:pt x="20" y="2154"/>
                  </a:lnTo>
                  <a:cubicBezTo>
                    <a:pt x="20" y="2053"/>
                    <a:pt x="20" y="1936"/>
                    <a:pt x="37" y="1819"/>
                  </a:cubicBezTo>
                  <a:lnTo>
                    <a:pt x="37" y="1617"/>
                  </a:lnTo>
                  <a:lnTo>
                    <a:pt x="37" y="1431"/>
                  </a:lnTo>
                  <a:lnTo>
                    <a:pt x="37" y="1059"/>
                  </a:lnTo>
                  <a:close/>
                  <a:moveTo>
                    <a:pt x="20" y="2291"/>
                  </a:moveTo>
                  <a:lnTo>
                    <a:pt x="0" y="2308"/>
                  </a:lnTo>
                  <a:lnTo>
                    <a:pt x="0" y="2324"/>
                  </a:lnTo>
                  <a:lnTo>
                    <a:pt x="20" y="2340"/>
                  </a:lnTo>
                  <a:lnTo>
                    <a:pt x="20" y="2324"/>
                  </a:lnTo>
                  <a:lnTo>
                    <a:pt x="20" y="229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0"/>
            <p:cNvSpPr/>
            <p:nvPr/>
          </p:nvSpPr>
          <p:spPr>
            <a:xfrm>
              <a:off x="1653889" y="726161"/>
              <a:ext cx="292611" cy="163092"/>
            </a:xfrm>
            <a:custGeom>
              <a:rect b="b" l="l" r="r" t="t"/>
              <a:pathLst>
                <a:path extrusionOk="0" h="1642" w="2946">
                  <a:moveTo>
                    <a:pt x="2916" y="1"/>
                  </a:moveTo>
                  <a:cubicBezTo>
                    <a:pt x="2893" y="1"/>
                    <a:pt x="2870" y="14"/>
                    <a:pt x="2844" y="25"/>
                  </a:cubicBezTo>
                  <a:lnTo>
                    <a:pt x="2844" y="42"/>
                  </a:lnTo>
                  <a:lnTo>
                    <a:pt x="2864" y="42"/>
                  </a:lnTo>
                  <a:cubicBezTo>
                    <a:pt x="2880" y="25"/>
                    <a:pt x="2913" y="9"/>
                    <a:pt x="2945" y="9"/>
                  </a:cubicBezTo>
                  <a:cubicBezTo>
                    <a:pt x="2935" y="3"/>
                    <a:pt x="2926" y="1"/>
                    <a:pt x="2916" y="1"/>
                  </a:cubicBezTo>
                  <a:close/>
                  <a:moveTo>
                    <a:pt x="2844" y="42"/>
                  </a:moveTo>
                  <a:lnTo>
                    <a:pt x="2844" y="42"/>
                  </a:lnTo>
                  <a:cubicBezTo>
                    <a:pt x="2678" y="126"/>
                    <a:pt x="2509" y="227"/>
                    <a:pt x="2323" y="328"/>
                  </a:cubicBezTo>
                  <a:cubicBezTo>
                    <a:pt x="2206" y="393"/>
                    <a:pt x="2105" y="462"/>
                    <a:pt x="1988" y="514"/>
                  </a:cubicBezTo>
                  <a:cubicBezTo>
                    <a:pt x="1919" y="547"/>
                    <a:pt x="1871" y="579"/>
                    <a:pt x="1802" y="615"/>
                  </a:cubicBezTo>
                  <a:cubicBezTo>
                    <a:pt x="1733" y="664"/>
                    <a:pt x="1669" y="696"/>
                    <a:pt x="1584" y="749"/>
                  </a:cubicBezTo>
                  <a:cubicBezTo>
                    <a:pt x="1531" y="781"/>
                    <a:pt x="1467" y="817"/>
                    <a:pt x="1398" y="850"/>
                  </a:cubicBezTo>
                  <a:cubicBezTo>
                    <a:pt x="1366" y="866"/>
                    <a:pt x="1329" y="882"/>
                    <a:pt x="1297" y="898"/>
                  </a:cubicBezTo>
                  <a:cubicBezTo>
                    <a:pt x="1228" y="951"/>
                    <a:pt x="1147" y="999"/>
                    <a:pt x="1079" y="1035"/>
                  </a:cubicBezTo>
                  <a:cubicBezTo>
                    <a:pt x="1063" y="1035"/>
                    <a:pt x="1046" y="1052"/>
                    <a:pt x="1026" y="1068"/>
                  </a:cubicBezTo>
                  <a:cubicBezTo>
                    <a:pt x="994" y="1084"/>
                    <a:pt x="978" y="1100"/>
                    <a:pt x="925" y="1100"/>
                  </a:cubicBezTo>
                  <a:lnTo>
                    <a:pt x="909" y="1100"/>
                  </a:lnTo>
                  <a:cubicBezTo>
                    <a:pt x="877" y="1153"/>
                    <a:pt x="824" y="1185"/>
                    <a:pt x="776" y="1201"/>
                  </a:cubicBezTo>
                  <a:cubicBezTo>
                    <a:pt x="760" y="1221"/>
                    <a:pt x="743" y="1221"/>
                    <a:pt x="707" y="1237"/>
                  </a:cubicBezTo>
                  <a:cubicBezTo>
                    <a:pt x="590" y="1322"/>
                    <a:pt x="457" y="1387"/>
                    <a:pt x="319" y="1455"/>
                  </a:cubicBezTo>
                  <a:cubicBezTo>
                    <a:pt x="239" y="1504"/>
                    <a:pt x="154" y="1556"/>
                    <a:pt x="69" y="1605"/>
                  </a:cubicBezTo>
                  <a:lnTo>
                    <a:pt x="37" y="1605"/>
                  </a:lnTo>
                  <a:cubicBezTo>
                    <a:pt x="37" y="1625"/>
                    <a:pt x="16" y="1625"/>
                    <a:pt x="0" y="1641"/>
                  </a:cubicBezTo>
                  <a:lnTo>
                    <a:pt x="16" y="1641"/>
                  </a:lnTo>
                  <a:cubicBezTo>
                    <a:pt x="16" y="1641"/>
                    <a:pt x="37" y="1625"/>
                    <a:pt x="53" y="1625"/>
                  </a:cubicBezTo>
                  <a:lnTo>
                    <a:pt x="69" y="1625"/>
                  </a:lnTo>
                  <a:cubicBezTo>
                    <a:pt x="154" y="1573"/>
                    <a:pt x="239" y="1524"/>
                    <a:pt x="319" y="1472"/>
                  </a:cubicBezTo>
                  <a:cubicBezTo>
                    <a:pt x="457" y="1403"/>
                    <a:pt x="590" y="1322"/>
                    <a:pt x="723" y="1254"/>
                  </a:cubicBezTo>
                  <a:cubicBezTo>
                    <a:pt x="743" y="1237"/>
                    <a:pt x="760" y="1221"/>
                    <a:pt x="776" y="1221"/>
                  </a:cubicBezTo>
                  <a:cubicBezTo>
                    <a:pt x="824" y="1185"/>
                    <a:pt x="893" y="1169"/>
                    <a:pt x="925" y="1120"/>
                  </a:cubicBezTo>
                  <a:cubicBezTo>
                    <a:pt x="978" y="1120"/>
                    <a:pt x="1010" y="1084"/>
                    <a:pt x="1046" y="1068"/>
                  </a:cubicBezTo>
                  <a:cubicBezTo>
                    <a:pt x="1046" y="1068"/>
                    <a:pt x="1063" y="1052"/>
                    <a:pt x="1079" y="1052"/>
                  </a:cubicBezTo>
                  <a:cubicBezTo>
                    <a:pt x="1164" y="999"/>
                    <a:pt x="1228" y="967"/>
                    <a:pt x="1313" y="918"/>
                  </a:cubicBezTo>
                  <a:cubicBezTo>
                    <a:pt x="1349" y="898"/>
                    <a:pt x="1382" y="882"/>
                    <a:pt x="1414" y="866"/>
                  </a:cubicBezTo>
                  <a:cubicBezTo>
                    <a:pt x="1467" y="833"/>
                    <a:pt x="1531" y="797"/>
                    <a:pt x="1600" y="749"/>
                  </a:cubicBezTo>
                  <a:cubicBezTo>
                    <a:pt x="1669" y="716"/>
                    <a:pt x="1733" y="680"/>
                    <a:pt x="1818" y="631"/>
                  </a:cubicBezTo>
                  <a:cubicBezTo>
                    <a:pt x="1871" y="595"/>
                    <a:pt x="1935" y="563"/>
                    <a:pt x="1988" y="530"/>
                  </a:cubicBezTo>
                  <a:cubicBezTo>
                    <a:pt x="2105" y="462"/>
                    <a:pt x="2222" y="393"/>
                    <a:pt x="2323" y="345"/>
                  </a:cubicBezTo>
                  <a:cubicBezTo>
                    <a:pt x="2525" y="227"/>
                    <a:pt x="2695" y="143"/>
                    <a:pt x="2844" y="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0"/>
            <p:cNvSpPr/>
            <p:nvPr/>
          </p:nvSpPr>
          <p:spPr>
            <a:xfrm>
              <a:off x="2541755" y="564559"/>
              <a:ext cx="11820" cy="5264"/>
            </a:xfrm>
            <a:custGeom>
              <a:rect b="b" l="l" r="r" t="t"/>
              <a:pathLst>
                <a:path extrusionOk="0" h="53" w="119">
                  <a:moveTo>
                    <a:pt x="1" y="0"/>
                  </a:moveTo>
                  <a:lnTo>
                    <a:pt x="1" y="20"/>
                  </a:lnTo>
                  <a:cubicBezTo>
                    <a:pt x="33" y="20"/>
                    <a:pt x="66" y="37"/>
                    <a:pt x="118" y="53"/>
                  </a:cubicBezTo>
                  <a:lnTo>
                    <a:pt x="118" y="37"/>
                  </a:lnTo>
                  <a:cubicBezTo>
                    <a:pt x="86" y="20"/>
                    <a:pt x="4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0"/>
            <p:cNvSpPr/>
            <p:nvPr/>
          </p:nvSpPr>
          <p:spPr>
            <a:xfrm>
              <a:off x="2324332" y="619883"/>
              <a:ext cx="41816" cy="14998"/>
            </a:xfrm>
            <a:custGeom>
              <a:rect b="b" l="l" r="r" t="t"/>
              <a:pathLst>
                <a:path extrusionOk="0" h="151" w="421">
                  <a:moveTo>
                    <a:pt x="0" y="1"/>
                  </a:moveTo>
                  <a:lnTo>
                    <a:pt x="17" y="17"/>
                  </a:lnTo>
                  <a:lnTo>
                    <a:pt x="101" y="49"/>
                  </a:lnTo>
                  <a:cubicBezTo>
                    <a:pt x="170" y="69"/>
                    <a:pt x="255" y="102"/>
                    <a:pt x="336" y="118"/>
                  </a:cubicBezTo>
                  <a:cubicBezTo>
                    <a:pt x="255" y="86"/>
                    <a:pt x="186" y="49"/>
                    <a:pt x="101" y="33"/>
                  </a:cubicBezTo>
                  <a:lnTo>
                    <a:pt x="17" y="1"/>
                  </a:lnTo>
                  <a:close/>
                  <a:moveTo>
                    <a:pt x="336" y="118"/>
                  </a:moveTo>
                  <a:cubicBezTo>
                    <a:pt x="356" y="134"/>
                    <a:pt x="372" y="134"/>
                    <a:pt x="388" y="134"/>
                  </a:cubicBezTo>
                  <a:cubicBezTo>
                    <a:pt x="404" y="150"/>
                    <a:pt x="404" y="150"/>
                    <a:pt x="421" y="150"/>
                  </a:cubicBezTo>
                  <a:lnTo>
                    <a:pt x="421" y="134"/>
                  </a:lnTo>
                  <a:lnTo>
                    <a:pt x="404" y="134"/>
                  </a:lnTo>
                  <a:cubicBezTo>
                    <a:pt x="372" y="118"/>
                    <a:pt x="356" y="118"/>
                    <a:pt x="336"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0"/>
            <p:cNvSpPr/>
            <p:nvPr/>
          </p:nvSpPr>
          <p:spPr>
            <a:xfrm>
              <a:off x="1682296" y="668453"/>
              <a:ext cx="53536" cy="34962"/>
            </a:xfrm>
            <a:custGeom>
              <a:rect b="b" l="l" r="r" t="t"/>
              <a:pathLst>
                <a:path extrusionOk="0" h="352" w="539">
                  <a:moveTo>
                    <a:pt x="522" y="0"/>
                  </a:moveTo>
                  <a:cubicBezTo>
                    <a:pt x="506" y="0"/>
                    <a:pt x="474" y="17"/>
                    <a:pt x="457" y="33"/>
                  </a:cubicBezTo>
                  <a:lnTo>
                    <a:pt x="437" y="49"/>
                  </a:lnTo>
                  <a:cubicBezTo>
                    <a:pt x="356" y="101"/>
                    <a:pt x="255" y="166"/>
                    <a:pt x="187" y="219"/>
                  </a:cubicBezTo>
                  <a:cubicBezTo>
                    <a:pt x="134" y="235"/>
                    <a:pt x="102" y="267"/>
                    <a:pt x="54" y="303"/>
                  </a:cubicBezTo>
                  <a:lnTo>
                    <a:pt x="33" y="303"/>
                  </a:lnTo>
                  <a:cubicBezTo>
                    <a:pt x="17" y="320"/>
                    <a:pt x="17" y="336"/>
                    <a:pt x="1" y="336"/>
                  </a:cubicBezTo>
                  <a:lnTo>
                    <a:pt x="1" y="352"/>
                  </a:lnTo>
                  <a:cubicBezTo>
                    <a:pt x="17" y="336"/>
                    <a:pt x="33" y="336"/>
                    <a:pt x="54" y="320"/>
                  </a:cubicBezTo>
                  <a:cubicBezTo>
                    <a:pt x="54" y="320"/>
                    <a:pt x="54" y="303"/>
                    <a:pt x="70" y="303"/>
                  </a:cubicBezTo>
                  <a:cubicBezTo>
                    <a:pt x="102" y="287"/>
                    <a:pt x="154" y="251"/>
                    <a:pt x="187" y="235"/>
                  </a:cubicBezTo>
                  <a:cubicBezTo>
                    <a:pt x="272" y="166"/>
                    <a:pt x="356" y="118"/>
                    <a:pt x="437" y="65"/>
                  </a:cubicBezTo>
                  <a:lnTo>
                    <a:pt x="457" y="49"/>
                  </a:lnTo>
                  <a:cubicBezTo>
                    <a:pt x="490" y="33"/>
                    <a:pt x="506" y="17"/>
                    <a:pt x="522" y="17"/>
                  </a:cubicBezTo>
                  <a:lnTo>
                    <a:pt x="538" y="17"/>
                  </a:lnTo>
                  <a:lnTo>
                    <a:pt x="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0"/>
            <p:cNvSpPr/>
            <p:nvPr/>
          </p:nvSpPr>
          <p:spPr>
            <a:xfrm>
              <a:off x="2222425" y="915574"/>
              <a:ext cx="95153" cy="27016"/>
            </a:xfrm>
            <a:custGeom>
              <a:rect b="b" l="l" r="r" t="t"/>
              <a:pathLst>
                <a:path extrusionOk="0" h="272" w="958">
                  <a:moveTo>
                    <a:pt x="0" y="1"/>
                  </a:moveTo>
                  <a:lnTo>
                    <a:pt x="17" y="21"/>
                  </a:lnTo>
                  <a:lnTo>
                    <a:pt x="101" y="37"/>
                  </a:lnTo>
                  <a:cubicBezTo>
                    <a:pt x="150" y="53"/>
                    <a:pt x="219" y="70"/>
                    <a:pt x="271" y="86"/>
                  </a:cubicBezTo>
                  <a:cubicBezTo>
                    <a:pt x="336" y="102"/>
                    <a:pt x="388" y="122"/>
                    <a:pt x="437" y="138"/>
                  </a:cubicBezTo>
                  <a:cubicBezTo>
                    <a:pt x="489" y="154"/>
                    <a:pt x="554" y="154"/>
                    <a:pt x="606" y="171"/>
                  </a:cubicBezTo>
                  <a:cubicBezTo>
                    <a:pt x="554" y="154"/>
                    <a:pt x="505" y="138"/>
                    <a:pt x="437" y="122"/>
                  </a:cubicBezTo>
                  <a:cubicBezTo>
                    <a:pt x="388" y="102"/>
                    <a:pt x="336" y="86"/>
                    <a:pt x="271" y="70"/>
                  </a:cubicBezTo>
                  <a:cubicBezTo>
                    <a:pt x="219" y="53"/>
                    <a:pt x="170" y="37"/>
                    <a:pt x="101" y="21"/>
                  </a:cubicBezTo>
                  <a:lnTo>
                    <a:pt x="17" y="1"/>
                  </a:lnTo>
                  <a:close/>
                  <a:moveTo>
                    <a:pt x="606" y="171"/>
                  </a:moveTo>
                  <a:cubicBezTo>
                    <a:pt x="622" y="187"/>
                    <a:pt x="655" y="187"/>
                    <a:pt x="675" y="203"/>
                  </a:cubicBezTo>
                  <a:cubicBezTo>
                    <a:pt x="723" y="203"/>
                    <a:pt x="792" y="223"/>
                    <a:pt x="841" y="239"/>
                  </a:cubicBezTo>
                  <a:cubicBezTo>
                    <a:pt x="792" y="223"/>
                    <a:pt x="740" y="203"/>
                    <a:pt x="675" y="187"/>
                  </a:cubicBezTo>
                  <a:cubicBezTo>
                    <a:pt x="655" y="171"/>
                    <a:pt x="639" y="171"/>
                    <a:pt x="606" y="171"/>
                  </a:cubicBezTo>
                  <a:close/>
                  <a:moveTo>
                    <a:pt x="841" y="239"/>
                  </a:moveTo>
                  <a:lnTo>
                    <a:pt x="857" y="255"/>
                  </a:lnTo>
                  <a:cubicBezTo>
                    <a:pt x="877" y="255"/>
                    <a:pt x="909" y="272"/>
                    <a:pt x="942" y="272"/>
                  </a:cubicBezTo>
                  <a:lnTo>
                    <a:pt x="958" y="272"/>
                  </a:lnTo>
                  <a:lnTo>
                    <a:pt x="958" y="255"/>
                  </a:lnTo>
                  <a:cubicBezTo>
                    <a:pt x="925" y="255"/>
                    <a:pt x="893" y="255"/>
                    <a:pt x="857" y="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0"/>
            <p:cNvSpPr/>
            <p:nvPr/>
          </p:nvSpPr>
          <p:spPr>
            <a:xfrm>
              <a:off x="2277352" y="671632"/>
              <a:ext cx="5364" cy="35459"/>
            </a:xfrm>
            <a:custGeom>
              <a:rect b="b" l="l" r="r" t="t"/>
              <a:pathLst>
                <a:path extrusionOk="0" h="357" w="54">
                  <a:moveTo>
                    <a:pt x="37" y="1"/>
                  </a:moveTo>
                  <a:cubicBezTo>
                    <a:pt x="1" y="1"/>
                    <a:pt x="1" y="33"/>
                    <a:pt x="21" y="33"/>
                  </a:cubicBezTo>
                  <a:cubicBezTo>
                    <a:pt x="21" y="17"/>
                    <a:pt x="21" y="17"/>
                    <a:pt x="37" y="17"/>
                  </a:cubicBezTo>
                  <a:lnTo>
                    <a:pt x="37" y="1"/>
                  </a:lnTo>
                  <a:close/>
                  <a:moveTo>
                    <a:pt x="21" y="33"/>
                  </a:moveTo>
                  <a:lnTo>
                    <a:pt x="21" y="53"/>
                  </a:lnTo>
                  <a:lnTo>
                    <a:pt x="21" y="102"/>
                  </a:lnTo>
                  <a:lnTo>
                    <a:pt x="21" y="170"/>
                  </a:lnTo>
                  <a:lnTo>
                    <a:pt x="21" y="255"/>
                  </a:lnTo>
                  <a:cubicBezTo>
                    <a:pt x="21" y="271"/>
                    <a:pt x="37" y="304"/>
                    <a:pt x="37" y="336"/>
                  </a:cubicBezTo>
                  <a:cubicBezTo>
                    <a:pt x="37" y="356"/>
                    <a:pt x="37" y="356"/>
                    <a:pt x="53" y="356"/>
                  </a:cubicBezTo>
                  <a:lnTo>
                    <a:pt x="53" y="336"/>
                  </a:lnTo>
                  <a:cubicBezTo>
                    <a:pt x="37" y="304"/>
                    <a:pt x="37" y="271"/>
                    <a:pt x="37" y="255"/>
                  </a:cubicBezTo>
                  <a:lnTo>
                    <a:pt x="37" y="170"/>
                  </a:lnTo>
                  <a:lnTo>
                    <a:pt x="37" y="102"/>
                  </a:lnTo>
                  <a:cubicBezTo>
                    <a:pt x="37" y="86"/>
                    <a:pt x="21" y="69"/>
                    <a:pt x="2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0"/>
            <p:cNvSpPr/>
            <p:nvPr/>
          </p:nvSpPr>
          <p:spPr>
            <a:xfrm>
              <a:off x="2312711" y="446164"/>
              <a:ext cx="51848" cy="20163"/>
            </a:xfrm>
            <a:custGeom>
              <a:rect b="b" l="l" r="r" t="t"/>
              <a:pathLst>
                <a:path extrusionOk="0" h="203" w="522">
                  <a:moveTo>
                    <a:pt x="16" y="1"/>
                  </a:moveTo>
                  <a:lnTo>
                    <a:pt x="0" y="17"/>
                  </a:lnTo>
                  <a:lnTo>
                    <a:pt x="16" y="17"/>
                  </a:lnTo>
                  <a:cubicBezTo>
                    <a:pt x="33" y="17"/>
                    <a:pt x="33" y="17"/>
                    <a:pt x="49" y="33"/>
                  </a:cubicBezTo>
                  <a:lnTo>
                    <a:pt x="69" y="33"/>
                  </a:lnTo>
                  <a:cubicBezTo>
                    <a:pt x="117" y="49"/>
                    <a:pt x="170" y="65"/>
                    <a:pt x="202" y="81"/>
                  </a:cubicBezTo>
                  <a:cubicBezTo>
                    <a:pt x="235" y="102"/>
                    <a:pt x="271" y="118"/>
                    <a:pt x="303" y="118"/>
                  </a:cubicBezTo>
                  <a:cubicBezTo>
                    <a:pt x="336" y="134"/>
                    <a:pt x="388" y="150"/>
                    <a:pt x="420" y="166"/>
                  </a:cubicBezTo>
                  <a:cubicBezTo>
                    <a:pt x="420" y="166"/>
                    <a:pt x="437" y="166"/>
                    <a:pt x="437" y="182"/>
                  </a:cubicBezTo>
                  <a:cubicBezTo>
                    <a:pt x="453" y="182"/>
                    <a:pt x="489" y="203"/>
                    <a:pt x="505" y="203"/>
                  </a:cubicBezTo>
                  <a:lnTo>
                    <a:pt x="521" y="182"/>
                  </a:lnTo>
                  <a:lnTo>
                    <a:pt x="505" y="182"/>
                  </a:lnTo>
                  <a:cubicBezTo>
                    <a:pt x="489" y="182"/>
                    <a:pt x="473" y="166"/>
                    <a:pt x="437" y="166"/>
                  </a:cubicBezTo>
                  <a:cubicBezTo>
                    <a:pt x="437" y="166"/>
                    <a:pt x="420" y="166"/>
                    <a:pt x="420" y="150"/>
                  </a:cubicBezTo>
                  <a:cubicBezTo>
                    <a:pt x="388" y="134"/>
                    <a:pt x="352" y="134"/>
                    <a:pt x="319" y="118"/>
                  </a:cubicBezTo>
                  <a:cubicBezTo>
                    <a:pt x="287" y="102"/>
                    <a:pt x="251" y="81"/>
                    <a:pt x="218" y="81"/>
                  </a:cubicBezTo>
                  <a:cubicBezTo>
                    <a:pt x="170" y="65"/>
                    <a:pt x="117" y="33"/>
                    <a:pt x="85" y="33"/>
                  </a:cubicBezTo>
                  <a:cubicBezTo>
                    <a:pt x="69" y="17"/>
                    <a:pt x="69" y="17"/>
                    <a:pt x="49" y="17"/>
                  </a:cubicBezTo>
                  <a:cubicBezTo>
                    <a:pt x="49"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0"/>
            <p:cNvSpPr/>
            <p:nvPr/>
          </p:nvSpPr>
          <p:spPr>
            <a:xfrm>
              <a:off x="1787878" y="977851"/>
              <a:ext cx="13310" cy="6456"/>
            </a:xfrm>
            <a:custGeom>
              <a:rect b="b" l="l" r="r" t="t"/>
              <a:pathLst>
                <a:path extrusionOk="0" h="65" w="134">
                  <a:moveTo>
                    <a:pt x="134" y="0"/>
                  </a:moveTo>
                  <a:lnTo>
                    <a:pt x="0" y="49"/>
                  </a:lnTo>
                  <a:lnTo>
                    <a:pt x="0" y="65"/>
                  </a:lnTo>
                  <a:lnTo>
                    <a:pt x="17" y="65"/>
                  </a:lnTo>
                  <a:lnTo>
                    <a:pt x="1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0"/>
            <p:cNvSpPr/>
            <p:nvPr/>
          </p:nvSpPr>
          <p:spPr>
            <a:xfrm>
              <a:off x="1677528" y="519565"/>
              <a:ext cx="60290" cy="43504"/>
            </a:xfrm>
            <a:custGeom>
              <a:rect b="b" l="l" r="r" t="t"/>
              <a:pathLst>
                <a:path extrusionOk="0" h="438" w="607">
                  <a:moveTo>
                    <a:pt x="606" y="1"/>
                  </a:moveTo>
                  <a:cubicBezTo>
                    <a:pt x="570" y="1"/>
                    <a:pt x="538" y="17"/>
                    <a:pt x="522" y="33"/>
                  </a:cubicBezTo>
                  <a:cubicBezTo>
                    <a:pt x="522" y="49"/>
                    <a:pt x="505" y="49"/>
                    <a:pt x="505" y="69"/>
                  </a:cubicBezTo>
                  <a:cubicBezTo>
                    <a:pt x="522" y="69"/>
                    <a:pt x="522" y="49"/>
                    <a:pt x="538" y="49"/>
                  </a:cubicBezTo>
                  <a:cubicBezTo>
                    <a:pt x="554" y="33"/>
                    <a:pt x="570" y="17"/>
                    <a:pt x="606" y="1"/>
                  </a:cubicBezTo>
                  <a:close/>
                  <a:moveTo>
                    <a:pt x="505" y="69"/>
                  </a:moveTo>
                  <a:lnTo>
                    <a:pt x="505" y="69"/>
                  </a:lnTo>
                  <a:cubicBezTo>
                    <a:pt x="421" y="118"/>
                    <a:pt x="320" y="187"/>
                    <a:pt x="219" y="271"/>
                  </a:cubicBezTo>
                  <a:lnTo>
                    <a:pt x="166" y="304"/>
                  </a:lnTo>
                  <a:cubicBezTo>
                    <a:pt x="118" y="336"/>
                    <a:pt x="49" y="389"/>
                    <a:pt x="1" y="421"/>
                  </a:cubicBezTo>
                  <a:lnTo>
                    <a:pt x="1" y="437"/>
                  </a:lnTo>
                  <a:cubicBezTo>
                    <a:pt x="65" y="405"/>
                    <a:pt x="118" y="352"/>
                    <a:pt x="166" y="320"/>
                  </a:cubicBezTo>
                  <a:lnTo>
                    <a:pt x="219" y="288"/>
                  </a:lnTo>
                  <a:cubicBezTo>
                    <a:pt x="320" y="203"/>
                    <a:pt x="421" y="134"/>
                    <a:pt x="505" y="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0"/>
            <p:cNvSpPr/>
            <p:nvPr/>
          </p:nvSpPr>
          <p:spPr>
            <a:xfrm>
              <a:off x="2284205" y="434146"/>
              <a:ext cx="11720" cy="5264"/>
            </a:xfrm>
            <a:custGeom>
              <a:rect b="b" l="l" r="r" t="t"/>
              <a:pathLst>
                <a:path extrusionOk="0" h="53" w="118">
                  <a:moveTo>
                    <a:pt x="0" y="0"/>
                  </a:moveTo>
                  <a:lnTo>
                    <a:pt x="0" y="21"/>
                  </a:lnTo>
                  <a:lnTo>
                    <a:pt x="118" y="53"/>
                  </a:lnTo>
                  <a:lnTo>
                    <a:pt x="118" y="53"/>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0"/>
            <p:cNvSpPr/>
            <p:nvPr/>
          </p:nvSpPr>
          <p:spPr>
            <a:xfrm>
              <a:off x="2376081" y="802045"/>
              <a:ext cx="10131" cy="3377"/>
            </a:xfrm>
            <a:custGeom>
              <a:rect b="b" l="l" r="r" t="t"/>
              <a:pathLst>
                <a:path extrusionOk="0" h="34" w="102">
                  <a:moveTo>
                    <a:pt x="1" y="1"/>
                  </a:moveTo>
                  <a:lnTo>
                    <a:pt x="1" y="17"/>
                  </a:lnTo>
                  <a:cubicBezTo>
                    <a:pt x="17" y="17"/>
                    <a:pt x="37" y="17"/>
                    <a:pt x="53" y="33"/>
                  </a:cubicBezTo>
                  <a:lnTo>
                    <a:pt x="102" y="33"/>
                  </a:lnTo>
                  <a:cubicBezTo>
                    <a:pt x="85" y="17"/>
                    <a:pt x="69" y="17"/>
                    <a:pt x="53" y="17"/>
                  </a:cubicBezTo>
                  <a:cubicBezTo>
                    <a:pt x="37"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0"/>
            <p:cNvSpPr/>
            <p:nvPr/>
          </p:nvSpPr>
          <p:spPr>
            <a:xfrm>
              <a:off x="1672363" y="635875"/>
              <a:ext cx="63469" cy="42710"/>
            </a:xfrm>
            <a:custGeom>
              <a:rect b="b" l="l" r="r" t="t"/>
              <a:pathLst>
                <a:path extrusionOk="0" h="430" w="639">
                  <a:moveTo>
                    <a:pt x="613" y="1"/>
                  </a:moveTo>
                  <a:cubicBezTo>
                    <a:pt x="596" y="1"/>
                    <a:pt x="585" y="14"/>
                    <a:pt x="574" y="26"/>
                  </a:cubicBezTo>
                  <a:lnTo>
                    <a:pt x="557" y="42"/>
                  </a:lnTo>
                  <a:cubicBezTo>
                    <a:pt x="456" y="110"/>
                    <a:pt x="355" y="175"/>
                    <a:pt x="254" y="244"/>
                  </a:cubicBezTo>
                  <a:lnTo>
                    <a:pt x="186" y="292"/>
                  </a:lnTo>
                  <a:cubicBezTo>
                    <a:pt x="133" y="312"/>
                    <a:pt x="101" y="345"/>
                    <a:pt x="69" y="377"/>
                  </a:cubicBezTo>
                  <a:cubicBezTo>
                    <a:pt x="101" y="361"/>
                    <a:pt x="154" y="328"/>
                    <a:pt x="186" y="312"/>
                  </a:cubicBezTo>
                  <a:lnTo>
                    <a:pt x="271" y="244"/>
                  </a:lnTo>
                  <a:cubicBezTo>
                    <a:pt x="355" y="191"/>
                    <a:pt x="456" y="127"/>
                    <a:pt x="557" y="58"/>
                  </a:cubicBezTo>
                  <a:lnTo>
                    <a:pt x="574" y="42"/>
                  </a:lnTo>
                  <a:cubicBezTo>
                    <a:pt x="590" y="26"/>
                    <a:pt x="606" y="9"/>
                    <a:pt x="638" y="9"/>
                  </a:cubicBezTo>
                  <a:cubicBezTo>
                    <a:pt x="629" y="3"/>
                    <a:pt x="620" y="1"/>
                    <a:pt x="613" y="1"/>
                  </a:cubicBezTo>
                  <a:close/>
                  <a:moveTo>
                    <a:pt x="69" y="377"/>
                  </a:moveTo>
                  <a:lnTo>
                    <a:pt x="0" y="413"/>
                  </a:lnTo>
                  <a:lnTo>
                    <a:pt x="0" y="429"/>
                  </a:lnTo>
                  <a:lnTo>
                    <a:pt x="16" y="429"/>
                  </a:lnTo>
                  <a:lnTo>
                    <a:pt x="69" y="37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0"/>
            <p:cNvSpPr/>
            <p:nvPr/>
          </p:nvSpPr>
          <p:spPr>
            <a:xfrm>
              <a:off x="2235635" y="940902"/>
              <a:ext cx="15395" cy="4867"/>
            </a:xfrm>
            <a:custGeom>
              <a:rect b="b" l="l" r="r" t="t"/>
              <a:pathLst>
                <a:path extrusionOk="0" h="49" w="155">
                  <a:moveTo>
                    <a:pt x="1" y="0"/>
                  </a:moveTo>
                  <a:lnTo>
                    <a:pt x="17" y="17"/>
                  </a:lnTo>
                  <a:cubicBezTo>
                    <a:pt x="37" y="17"/>
                    <a:pt x="53" y="17"/>
                    <a:pt x="69" y="33"/>
                  </a:cubicBezTo>
                  <a:cubicBezTo>
                    <a:pt x="102" y="33"/>
                    <a:pt x="118" y="49"/>
                    <a:pt x="138" y="49"/>
                  </a:cubicBezTo>
                  <a:lnTo>
                    <a:pt x="154" y="33"/>
                  </a:lnTo>
                  <a:cubicBezTo>
                    <a:pt x="118" y="33"/>
                    <a:pt x="102" y="17"/>
                    <a:pt x="69" y="17"/>
                  </a:cubicBezTo>
                  <a:cubicBezTo>
                    <a:pt x="53" y="17"/>
                    <a:pt x="3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0"/>
            <p:cNvSpPr/>
            <p:nvPr/>
          </p:nvSpPr>
          <p:spPr>
            <a:xfrm>
              <a:off x="1762550" y="934048"/>
              <a:ext cx="41915" cy="18574"/>
            </a:xfrm>
            <a:custGeom>
              <a:rect b="b" l="l" r="r" t="t"/>
              <a:pathLst>
                <a:path extrusionOk="0" h="187" w="422">
                  <a:moveTo>
                    <a:pt x="421" y="1"/>
                  </a:moveTo>
                  <a:lnTo>
                    <a:pt x="356" y="17"/>
                  </a:lnTo>
                  <a:cubicBezTo>
                    <a:pt x="320" y="37"/>
                    <a:pt x="272" y="53"/>
                    <a:pt x="235" y="69"/>
                  </a:cubicBezTo>
                  <a:cubicBezTo>
                    <a:pt x="171" y="102"/>
                    <a:pt x="102" y="138"/>
                    <a:pt x="33" y="170"/>
                  </a:cubicBezTo>
                  <a:cubicBezTo>
                    <a:pt x="102" y="154"/>
                    <a:pt x="171" y="118"/>
                    <a:pt x="235" y="86"/>
                  </a:cubicBezTo>
                  <a:cubicBezTo>
                    <a:pt x="288" y="69"/>
                    <a:pt x="320" y="53"/>
                    <a:pt x="356" y="37"/>
                  </a:cubicBezTo>
                  <a:lnTo>
                    <a:pt x="421" y="1"/>
                  </a:lnTo>
                  <a:close/>
                  <a:moveTo>
                    <a:pt x="1" y="170"/>
                  </a:moveTo>
                  <a:lnTo>
                    <a:pt x="17" y="187"/>
                  </a:lnTo>
                  <a:lnTo>
                    <a:pt x="33" y="17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0"/>
            <p:cNvSpPr/>
            <p:nvPr/>
          </p:nvSpPr>
          <p:spPr>
            <a:xfrm>
              <a:off x="2466367" y="460963"/>
              <a:ext cx="6953" cy="3377"/>
            </a:xfrm>
            <a:custGeom>
              <a:rect b="b" l="l" r="r" t="t"/>
              <a:pathLst>
                <a:path extrusionOk="0" h="34" w="70">
                  <a:moveTo>
                    <a:pt x="1" y="1"/>
                  </a:moveTo>
                  <a:lnTo>
                    <a:pt x="69" y="33"/>
                  </a:lnTo>
                  <a:lnTo>
                    <a:pt x="69" y="17"/>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0"/>
            <p:cNvSpPr/>
            <p:nvPr/>
          </p:nvSpPr>
          <p:spPr>
            <a:xfrm>
              <a:off x="2322743" y="579756"/>
              <a:ext cx="11720" cy="4966"/>
            </a:xfrm>
            <a:custGeom>
              <a:rect b="b" l="l" r="r" t="t"/>
              <a:pathLst>
                <a:path extrusionOk="0" h="50" w="118">
                  <a:moveTo>
                    <a:pt x="0" y="1"/>
                  </a:moveTo>
                  <a:lnTo>
                    <a:pt x="0" y="17"/>
                  </a:lnTo>
                  <a:lnTo>
                    <a:pt x="101" y="49"/>
                  </a:lnTo>
                  <a:lnTo>
                    <a:pt x="117" y="49"/>
                  </a:lnTo>
                  <a:lnTo>
                    <a:pt x="101"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0"/>
            <p:cNvSpPr/>
            <p:nvPr/>
          </p:nvSpPr>
          <p:spPr>
            <a:xfrm>
              <a:off x="2311122" y="596641"/>
              <a:ext cx="51848" cy="16587"/>
            </a:xfrm>
            <a:custGeom>
              <a:rect b="b" l="l" r="r" t="t"/>
              <a:pathLst>
                <a:path extrusionOk="0" h="167" w="522">
                  <a:moveTo>
                    <a:pt x="0" y="0"/>
                  </a:moveTo>
                  <a:cubicBezTo>
                    <a:pt x="49" y="17"/>
                    <a:pt x="101" y="33"/>
                    <a:pt x="150" y="49"/>
                  </a:cubicBezTo>
                  <a:cubicBezTo>
                    <a:pt x="166" y="49"/>
                    <a:pt x="166" y="65"/>
                    <a:pt x="186" y="65"/>
                  </a:cubicBezTo>
                  <a:cubicBezTo>
                    <a:pt x="218" y="81"/>
                    <a:pt x="234" y="81"/>
                    <a:pt x="251" y="81"/>
                  </a:cubicBezTo>
                  <a:cubicBezTo>
                    <a:pt x="234" y="65"/>
                    <a:pt x="218" y="65"/>
                    <a:pt x="202" y="49"/>
                  </a:cubicBezTo>
                  <a:cubicBezTo>
                    <a:pt x="186" y="49"/>
                    <a:pt x="166" y="49"/>
                    <a:pt x="150" y="33"/>
                  </a:cubicBezTo>
                  <a:cubicBezTo>
                    <a:pt x="101" y="17"/>
                    <a:pt x="49" y="0"/>
                    <a:pt x="0" y="0"/>
                  </a:cubicBezTo>
                  <a:close/>
                  <a:moveTo>
                    <a:pt x="251" y="81"/>
                  </a:moveTo>
                  <a:cubicBezTo>
                    <a:pt x="267" y="101"/>
                    <a:pt x="303" y="101"/>
                    <a:pt x="319" y="118"/>
                  </a:cubicBezTo>
                  <a:cubicBezTo>
                    <a:pt x="335" y="118"/>
                    <a:pt x="352" y="118"/>
                    <a:pt x="368" y="134"/>
                  </a:cubicBezTo>
                  <a:cubicBezTo>
                    <a:pt x="420" y="150"/>
                    <a:pt x="469" y="166"/>
                    <a:pt x="505" y="166"/>
                  </a:cubicBezTo>
                  <a:lnTo>
                    <a:pt x="521" y="166"/>
                  </a:lnTo>
                  <a:cubicBezTo>
                    <a:pt x="469" y="150"/>
                    <a:pt x="420" y="134"/>
                    <a:pt x="388" y="118"/>
                  </a:cubicBezTo>
                  <a:cubicBezTo>
                    <a:pt x="352" y="118"/>
                    <a:pt x="335" y="101"/>
                    <a:pt x="319" y="101"/>
                  </a:cubicBezTo>
                  <a:cubicBezTo>
                    <a:pt x="303" y="101"/>
                    <a:pt x="287" y="81"/>
                    <a:pt x="251" y="8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0"/>
            <p:cNvSpPr/>
            <p:nvPr/>
          </p:nvSpPr>
          <p:spPr>
            <a:xfrm>
              <a:off x="1673952" y="558103"/>
              <a:ext cx="63866" cy="45094"/>
            </a:xfrm>
            <a:custGeom>
              <a:rect b="b" l="l" r="r" t="t"/>
              <a:pathLst>
                <a:path extrusionOk="0" h="454" w="643">
                  <a:moveTo>
                    <a:pt x="642" y="1"/>
                  </a:moveTo>
                  <a:cubicBezTo>
                    <a:pt x="606" y="1"/>
                    <a:pt x="606" y="1"/>
                    <a:pt x="590" y="17"/>
                  </a:cubicBezTo>
                  <a:cubicBezTo>
                    <a:pt x="521" y="65"/>
                    <a:pt x="457" y="102"/>
                    <a:pt x="404" y="150"/>
                  </a:cubicBezTo>
                  <a:cubicBezTo>
                    <a:pt x="319" y="203"/>
                    <a:pt x="255" y="251"/>
                    <a:pt x="186" y="304"/>
                  </a:cubicBezTo>
                  <a:cubicBezTo>
                    <a:pt x="154" y="336"/>
                    <a:pt x="101" y="368"/>
                    <a:pt x="69" y="405"/>
                  </a:cubicBezTo>
                  <a:cubicBezTo>
                    <a:pt x="117" y="388"/>
                    <a:pt x="154" y="352"/>
                    <a:pt x="186" y="320"/>
                  </a:cubicBezTo>
                  <a:cubicBezTo>
                    <a:pt x="271" y="267"/>
                    <a:pt x="339" y="219"/>
                    <a:pt x="404" y="166"/>
                  </a:cubicBezTo>
                  <a:cubicBezTo>
                    <a:pt x="473" y="118"/>
                    <a:pt x="521" y="65"/>
                    <a:pt x="590" y="33"/>
                  </a:cubicBezTo>
                  <a:cubicBezTo>
                    <a:pt x="606" y="17"/>
                    <a:pt x="622" y="17"/>
                    <a:pt x="642" y="17"/>
                  </a:cubicBezTo>
                  <a:lnTo>
                    <a:pt x="642" y="1"/>
                  </a:lnTo>
                  <a:close/>
                  <a:moveTo>
                    <a:pt x="69" y="405"/>
                  </a:moveTo>
                  <a:lnTo>
                    <a:pt x="0" y="437"/>
                  </a:lnTo>
                  <a:lnTo>
                    <a:pt x="0" y="453"/>
                  </a:lnTo>
                  <a:lnTo>
                    <a:pt x="16" y="453"/>
                  </a:lnTo>
                  <a:lnTo>
                    <a:pt x="69" y="4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0"/>
            <p:cNvSpPr/>
            <p:nvPr/>
          </p:nvSpPr>
          <p:spPr>
            <a:xfrm>
              <a:off x="1739308" y="885478"/>
              <a:ext cx="70322" cy="35459"/>
            </a:xfrm>
            <a:custGeom>
              <a:rect b="b" l="l" r="r" t="t"/>
              <a:pathLst>
                <a:path extrusionOk="0" h="357" w="708">
                  <a:moveTo>
                    <a:pt x="691" y="1"/>
                  </a:moveTo>
                  <a:cubicBezTo>
                    <a:pt x="671" y="1"/>
                    <a:pt x="655" y="21"/>
                    <a:pt x="639" y="21"/>
                  </a:cubicBezTo>
                  <a:cubicBezTo>
                    <a:pt x="623" y="21"/>
                    <a:pt x="623" y="37"/>
                    <a:pt x="607" y="37"/>
                  </a:cubicBezTo>
                  <a:lnTo>
                    <a:pt x="506" y="86"/>
                  </a:lnTo>
                  <a:cubicBezTo>
                    <a:pt x="352" y="171"/>
                    <a:pt x="203" y="239"/>
                    <a:pt x="49" y="324"/>
                  </a:cubicBezTo>
                  <a:cubicBezTo>
                    <a:pt x="33" y="324"/>
                    <a:pt x="33" y="324"/>
                    <a:pt x="17" y="340"/>
                  </a:cubicBezTo>
                  <a:lnTo>
                    <a:pt x="1" y="356"/>
                  </a:lnTo>
                  <a:lnTo>
                    <a:pt x="17" y="356"/>
                  </a:lnTo>
                  <a:lnTo>
                    <a:pt x="33" y="340"/>
                  </a:lnTo>
                  <a:lnTo>
                    <a:pt x="49" y="340"/>
                  </a:lnTo>
                  <a:cubicBezTo>
                    <a:pt x="203" y="255"/>
                    <a:pt x="368" y="171"/>
                    <a:pt x="522" y="102"/>
                  </a:cubicBezTo>
                  <a:lnTo>
                    <a:pt x="623" y="37"/>
                  </a:lnTo>
                  <a:lnTo>
                    <a:pt x="639" y="37"/>
                  </a:lnTo>
                  <a:cubicBezTo>
                    <a:pt x="655" y="21"/>
                    <a:pt x="671" y="21"/>
                    <a:pt x="691" y="21"/>
                  </a:cubicBezTo>
                  <a:lnTo>
                    <a:pt x="708" y="21"/>
                  </a:ln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0"/>
            <p:cNvSpPr/>
            <p:nvPr/>
          </p:nvSpPr>
          <p:spPr>
            <a:xfrm>
              <a:off x="2483252" y="447753"/>
              <a:ext cx="14899" cy="6555"/>
            </a:xfrm>
            <a:custGeom>
              <a:rect b="b" l="l" r="r" t="t"/>
              <a:pathLst>
                <a:path extrusionOk="0" h="66" w="150">
                  <a:moveTo>
                    <a:pt x="0" y="1"/>
                  </a:moveTo>
                  <a:lnTo>
                    <a:pt x="16" y="17"/>
                  </a:lnTo>
                  <a:lnTo>
                    <a:pt x="49" y="17"/>
                  </a:lnTo>
                  <a:cubicBezTo>
                    <a:pt x="49" y="1"/>
                    <a:pt x="32" y="1"/>
                    <a:pt x="32" y="1"/>
                  </a:cubicBezTo>
                  <a:close/>
                  <a:moveTo>
                    <a:pt x="49" y="17"/>
                  </a:moveTo>
                  <a:lnTo>
                    <a:pt x="49" y="33"/>
                  </a:lnTo>
                  <a:cubicBezTo>
                    <a:pt x="85" y="33"/>
                    <a:pt x="101" y="49"/>
                    <a:pt x="133" y="65"/>
                  </a:cubicBezTo>
                  <a:lnTo>
                    <a:pt x="150" y="49"/>
                  </a:lnTo>
                  <a:lnTo>
                    <a:pt x="133" y="49"/>
                  </a:lnTo>
                  <a:cubicBezTo>
                    <a:pt x="117" y="33"/>
                    <a:pt x="85" y="33"/>
                    <a:pt x="4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0"/>
            <p:cNvSpPr/>
            <p:nvPr/>
          </p:nvSpPr>
          <p:spPr>
            <a:xfrm>
              <a:off x="2304269" y="504368"/>
              <a:ext cx="45392" cy="16885"/>
            </a:xfrm>
            <a:custGeom>
              <a:rect b="b" l="l" r="r" t="t"/>
              <a:pathLst>
                <a:path extrusionOk="0" h="170" w="457">
                  <a:moveTo>
                    <a:pt x="17" y="0"/>
                  </a:moveTo>
                  <a:lnTo>
                    <a:pt x="0" y="20"/>
                  </a:lnTo>
                  <a:cubicBezTo>
                    <a:pt x="33" y="20"/>
                    <a:pt x="53" y="37"/>
                    <a:pt x="69" y="37"/>
                  </a:cubicBezTo>
                  <a:cubicBezTo>
                    <a:pt x="85" y="37"/>
                    <a:pt x="85" y="53"/>
                    <a:pt x="101" y="53"/>
                  </a:cubicBezTo>
                  <a:cubicBezTo>
                    <a:pt x="154" y="69"/>
                    <a:pt x="202" y="85"/>
                    <a:pt x="255" y="101"/>
                  </a:cubicBezTo>
                  <a:cubicBezTo>
                    <a:pt x="271" y="101"/>
                    <a:pt x="287" y="121"/>
                    <a:pt x="320" y="121"/>
                  </a:cubicBezTo>
                  <a:cubicBezTo>
                    <a:pt x="303" y="101"/>
                    <a:pt x="287" y="101"/>
                    <a:pt x="255" y="85"/>
                  </a:cubicBezTo>
                  <a:cubicBezTo>
                    <a:pt x="202" y="69"/>
                    <a:pt x="154" y="53"/>
                    <a:pt x="101" y="37"/>
                  </a:cubicBezTo>
                  <a:cubicBezTo>
                    <a:pt x="101" y="37"/>
                    <a:pt x="85" y="37"/>
                    <a:pt x="69" y="20"/>
                  </a:cubicBezTo>
                  <a:cubicBezTo>
                    <a:pt x="53" y="20"/>
                    <a:pt x="33" y="0"/>
                    <a:pt x="17" y="0"/>
                  </a:cubicBezTo>
                  <a:close/>
                  <a:moveTo>
                    <a:pt x="320" y="121"/>
                  </a:moveTo>
                  <a:cubicBezTo>
                    <a:pt x="356" y="138"/>
                    <a:pt x="404" y="154"/>
                    <a:pt x="457" y="170"/>
                  </a:cubicBezTo>
                  <a:cubicBezTo>
                    <a:pt x="404" y="154"/>
                    <a:pt x="372" y="138"/>
                    <a:pt x="320"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0"/>
            <p:cNvSpPr/>
            <p:nvPr/>
          </p:nvSpPr>
          <p:spPr>
            <a:xfrm>
              <a:off x="2469943" y="506355"/>
              <a:ext cx="80354" cy="31784"/>
            </a:xfrm>
            <a:custGeom>
              <a:rect b="b" l="l" r="r" t="t"/>
              <a:pathLst>
                <a:path extrusionOk="0" h="320" w="809">
                  <a:moveTo>
                    <a:pt x="1" y="0"/>
                  </a:moveTo>
                  <a:lnTo>
                    <a:pt x="1" y="17"/>
                  </a:lnTo>
                  <a:lnTo>
                    <a:pt x="203" y="81"/>
                  </a:lnTo>
                  <a:cubicBezTo>
                    <a:pt x="251" y="101"/>
                    <a:pt x="304" y="134"/>
                    <a:pt x="368" y="150"/>
                  </a:cubicBezTo>
                  <a:cubicBezTo>
                    <a:pt x="421" y="166"/>
                    <a:pt x="453" y="182"/>
                    <a:pt x="506" y="202"/>
                  </a:cubicBezTo>
                  <a:cubicBezTo>
                    <a:pt x="554" y="219"/>
                    <a:pt x="607" y="235"/>
                    <a:pt x="655" y="251"/>
                  </a:cubicBezTo>
                  <a:cubicBezTo>
                    <a:pt x="607" y="235"/>
                    <a:pt x="554" y="202"/>
                    <a:pt x="506" y="182"/>
                  </a:cubicBezTo>
                  <a:cubicBezTo>
                    <a:pt x="469" y="166"/>
                    <a:pt x="421" y="150"/>
                    <a:pt x="368" y="134"/>
                  </a:cubicBezTo>
                  <a:cubicBezTo>
                    <a:pt x="320" y="118"/>
                    <a:pt x="251" y="101"/>
                    <a:pt x="203" y="65"/>
                  </a:cubicBezTo>
                  <a:lnTo>
                    <a:pt x="1" y="0"/>
                  </a:lnTo>
                  <a:close/>
                  <a:moveTo>
                    <a:pt x="655" y="251"/>
                  </a:moveTo>
                  <a:cubicBezTo>
                    <a:pt x="688" y="267"/>
                    <a:pt x="724" y="283"/>
                    <a:pt x="756" y="303"/>
                  </a:cubicBezTo>
                  <a:lnTo>
                    <a:pt x="789" y="320"/>
                  </a:lnTo>
                  <a:lnTo>
                    <a:pt x="809" y="320"/>
                  </a:lnTo>
                  <a:lnTo>
                    <a:pt x="809" y="303"/>
                  </a:lnTo>
                  <a:lnTo>
                    <a:pt x="756" y="283"/>
                  </a:lnTo>
                  <a:cubicBezTo>
                    <a:pt x="724" y="267"/>
                    <a:pt x="688" y="251"/>
                    <a:pt x="655" y="2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0"/>
            <p:cNvSpPr/>
            <p:nvPr/>
          </p:nvSpPr>
          <p:spPr>
            <a:xfrm>
              <a:off x="1673952" y="609852"/>
              <a:ext cx="60290" cy="43405"/>
            </a:xfrm>
            <a:custGeom>
              <a:rect b="b" l="l" r="r" t="t"/>
              <a:pathLst>
                <a:path extrusionOk="0" h="437" w="607">
                  <a:moveTo>
                    <a:pt x="590" y="1"/>
                  </a:moveTo>
                  <a:cubicBezTo>
                    <a:pt x="574" y="17"/>
                    <a:pt x="558" y="33"/>
                    <a:pt x="521" y="49"/>
                  </a:cubicBezTo>
                  <a:cubicBezTo>
                    <a:pt x="521" y="49"/>
                    <a:pt x="505" y="49"/>
                    <a:pt x="505" y="69"/>
                  </a:cubicBezTo>
                  <a:cubicBezTo>
                    <a:pt x="521" y="69"/>
                    <a:pt x="521" y="69"/>
                    <a:pt x="541" y="49"/>
                  </a:cubicBezTo>
                  <a:cubicBezTo>
                    <a:pt x="558" y="33"/>
                    <a:pt x="574" y="17"/>
                    <a:pt x="606" y="17"/>
                  </a:cubicBezTo>
                  <a:lnTo>
                    <a:pt x="606" y="1"/>
                  </a:lnTo>
                  <a:close/>
                  <a:moveTo>
                    <a:pt x="505" y="69"/>
                  </a:moveTo>
                  <a:lnTo>
                    <a:pt x="505" y="69"/>
                  </a:lnTo>
                  <a:cubicBezTo>
                    <a:pt x="356" y="170"/>
                    <a:pt x="218" y="271"/>
                    <a:pt x="69" y="372"/>
                  </a:cubicBezTo>
                  <a:lnTo>
                    <a:pt x="0" y="421"/>
                  </a:lnTo>
                  <a:lnTo>
                    <a:pt x="0" y="437"/>
                  </a:lnTo>
                  <a:lnTo>
                    <a:pt x="85" y="389"/>
                  </a:lnTo>
                  <a:cubicBezTo>
                    <a:pt x="218" y="288"/>
                    <a:pt x="372" y="170"/>
                    <a:pt x="505" y="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0"/>
            <p:cNvSpPr/>
            <p:nvPr/>
          </p:nvSpPr>
          <p:spPr>
            <a:xfrm>
              <a:off x="2351249" y="795291"/>
              <a:ext cx="11720" cy="3675"/>
            </a:xfrm>
            <a:custGeom>
              <a:rect b="b" l="l" r="r" t="t"/>
              <a:pathLst>
                <a:path extrusionOk="0" h="37" w="118">
                  <a:moveTo>
                    <a:pt x="0" y="0"/>
                  </a:moveTo>
                  <a:lnTo>
                    <a:pt x="0" y="20"/>
                  </a:lnTo>
                  <a:lnTo>
                    <a:pt x="101" y="36"/>
                  </a:lnTo>
                  <a:lnTo>
                    <a:pt x="117" y="36"/>
                  </a:lnTo>
                  <a:lnTo>
                    <a:pt x="117" y="20"/>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0"/>
            <p:cNvSpPr/>
            <p:nvPr/>
          </p:nvSpPr>
          <p:spPr>
            <a:xfrm>
              <a:off x="2282616" y="735100"/>
              <a:ext cx="3278" cy="22149"/>
            </a:xfrm>
            <a:custGeom>
              <a:rect b="b" l="l" r="r" t="t"/>
              <a:pathLst>
                <a:path extrusionOk="0" h="223" w="33">
                  <a:moveTo>
                    <a:pt x="0" y="0"/>
                  </a:moveTo>
                  <a:cubicBezTo>
                    <a:pt x="0" y="53"/>
                    <a:pt x="0" y="85"/>
                    <a:pt x="16" y="137"/>
                  </a:cubicBezTo>
                  <a:lnTo>
                    <a:pt x="16" y="0"/>
                  </a:lnTo>
                  <a:close/>
                  <a:moveTo>
                    <a:pt x="16" y="154"/>
                  </a:moveTo>
                  <a:cubicBezTo>
                    <a:pt x="0" y="170"/>
                    <a:pt x="0" y="186"/>
                    <a:pt x="16" y="202"/>
                  </a:cubicBezTo>
                  <a:cubicBezTo>
                    <a:pt x="16" y="202"/>
                    <a:pt x="16" y="222"/>
                    <a:pt x="33" y="222"/>
                  </a:cubicBezTo>
                  <a:lnTo>
                    <a:pt x="33" y="202"/>
                  </a:lnTo>
                  <a:cubicBezTo>
                    <a:pt x="16" y="186"/>
                    <a:pt x="16" y="170"/>
                    <a:pt x="16" y="15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0"/>
            <p:cNvSpPr/>
            <p:nvPr/>
          </p:nvSpPr>
          <p:spPr>
            <a:xfrm>
              <a:off x="2324332" y="606673"/>
              <a:ext cx="15296" cy="4867"/>
            </a:xfrm>
            <a:custGeom>
              <a:rect b="b" l="l" r="r" t="t"/>
              <a:pathLst>
                <a:path extrusionOk="0" h="49" w="154">
                  <a:moveTo>
                    <a:pt x="0" y="0"/>
                  </a:moveTo>
                  <a:lnTo>
                    <a:pt x="17" y="17"/>
                  </a:lnTo>
                  <a:lnTo>
                    <a:pt x="134" y="49"/>
                  </a:lnTo>
                  <a:lnTo>
                    <a:pt x="154" y="49"/>
                  </a:lnTo>
                  <a:lnTo>
                    <a:pt x="134"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0"/>
            <p:cNvSpPr/>
            <p:nvPr/>
          </p:nvSpPr>
          <p:spPr>
            <a:xfrm>
              <a:off x="2339529" y="644814"/>
              <a:ext cx="40227" cy="13707"/>
            </a:xfrm>
            <a:custGeom>
              <a:rect b="b" l="l" r="r" t="t"/>
              <a:pathLst>
                <a:path extrusionOk="0" h="138" w="405">
                  <a:moveTo>
                    <a:pt x="1" y="0"/>
                  </a:moveTo>
                  <a:cubicBezTo>
                    <a:pt x="33" y="20"/>
                    <a:pt x="49" y="37"/>
                    <a:pt x="82" y="37"/>
                  </a:cubicBezTo>
                  <a:cubicBezTo>
                    <a:pt x="150" y="53"/>
                    <a:pt x="219" y="85"/>
                    <a:pt x="284" y="101"/>
                  </a:cubicBezTo>
                  <a:cubicBezTo>
                    <a:pt x="304" y="101"/>
                    <a:pt x="304" y="101"/>
                    <a:pt x="320" y="121"/>
                  </a:cubicBezTo>
                  <a:cubicBezTo>
                    <a:pt x="336" y="121"/>
                    <a:pt x="369" y="138"/>
                    <a:pt x="405" y="138"/>
                  </a:cubicBezTo>
                  <a:lnTo>
                    <a:pt x="405" y="121"/>
                  </a:lnTo>
                  <a:cubicBezTo>
                    <a:pt x="369" y="121"/>
                    <a:pt x="352" y="101"/>
                    <a:pt x="320" y="101"/>
                  </a:cubicBezTo>
                  <a:cubicBezTo>
                    <a:pt x="304" y="101"/>
                    <a:pt x="304" y="85"/>
                    <a:pt x="284" y="85"/>
                  </a:cubicBezTo>
                  <a:cubicBezTo>
                    <a:pt x="219" y="69"/>
                    <a:pt x="150" y="53"/>
                    <a:pt x="82" y="20"/>
                  </a:cubicBezTo>
                  <a:cubicBezTo>
                    <a:pt x="66" y="20"/>
                    <a:pt x="33"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0"/>
            <p:cNvSpPr/>
            <p:nvPr/>
          </p:nvSpPr>
          <p:spPr>
            <a:xfrm>
              <a:off x="2720738" y="649979"/>
              <a:ext cx="11720" cy="3278"/>
            </a:xfrm>
            <a:custGeom>
              <a:rect b="b" l="l" r="r" t="t"/>
              <a:pathLst>
                <a:path extrusionOk="0" h="33" w="118">
                  <a:moveTo>
                    <a:pt x="1" y="1"/>
                  </a:moveTo>
                  <a:lnTo>
                    <a:pt x="1" y="17"/>
                  </a:lnTo>
                  <a:lnTo>
                    <a:pt x="118" y="33"/>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0"/>
            <p:cNvSpPr/>
            <p:nvPr/>
          </p:nvSpPr>
          <p:spPr>
            <a:xfrm>
              <a:off x="1672363" y="628326"/>
              <a:ext cx="63469" cy="43405"/>
            </a:xfrm>
            <a:custGeom>
              <a:rect b="b" l="l" r="r" t="t"/>
              <a:pathLst>
                <a:path extrusionOk="0" h="437" w="639">
                  <a:moveTo>
                    <a:pt x="638" y="1"/>
                  </a:moveTo>
                  <a:cubicBezTo>
                    <a:pt x="622" y="1"/>
                    <a:pt x="606" y="17"/>
                    <a:pt x="590" y="17"/>
                  </a:cubicBezTo>
                  <a:cubicBezTo>
                    <a:pt x="404" y="150"/>
                    <a:pt x="218" y="287"/>
                    <a:pt x="32" y="404"/>
                  </a:cubicBezTo>
                  <a:cubicBezTo>
                    <a:pt x="16" y="421"/>
                    <a:pt x="16" y="421"/>
                    <a:pt x="0" y="421"/>
                  </a:cubicBezTo>
                  <a:lnTo>
                    <a:pt x="0" y="437"/>
                  </a:lnTo>
                  <a:lnTo>
                    <a:pt x="16" y="437"/>
                  </a:lnTo>
                  <a:lnTo>
                    <a:pt x="32" y="421"/>
                  </a:lnTo>
                  <a:lnTo>
                    <a:pt x="53" y="421"/>
                  </a:lnTo>
                  <a:cubicBezTo>
                    <a:pt x="218" y="287"/>
                    <a:pt x="404" y="150"/>
                    <a:pt x="590" y="33"/>
                  </a:cubicBezTo>
                  <a:cubicBezTo>
                    <a:pt x="606" y="17"/>
                    <a:pt x="622" y="17"/>
                    <a:pt x="638" y="17"/>
                  </a:cubicBezTo>
                  <a:lnTo>
                    <a:pt x="6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0"/>
            <p:cNvSpPr/>
            <p:nvPr/>
          </p:nvSpPr>
          <p:spPr>
            <a:xfrm>
              <a:off x="2269406" y="416068"/>
              <a:ext cx="95153" cy="43405"/>
            </a:xfrm>
            <a:custGeom>
              <a:rect b="b" l="l" r="r" t="t"/>
              <a:pathLst>
                <a:path extrusionOk="0" h="437" w="958">
                  <a:moveTo>
                    <a:pt x="0" y="1"/>
                  </a:moveTo>
                  <a:lnTo>
                    <a:pt x="0" y="17"/>
                  </a:lnTo>
                  <a:cubicBezTo>
                    <a:pt x="81" y="33"/>
                    <a:pt x="165" y="65"/>
                    <a:pt x="249" y="101"/>
                  </a:cubicBezTo>
                  <a:lnTo>
                    <a:pt x="249" y="101"/>
                  </a:lnTo>
                  <a:cubicBezTo>
                    <a:pt x="165" y="65"/>
                    <a:pt x="81" y="33"/>
                    <a:pt x="0" y="1"/>
                  </a:cubicBezTo>
                  <a:close/>
                  <a:moveTo>
                    <a:pt x="250" y="102"/>
                  </a:moveTo>
                  <a:lnTo>
                    <a:pt x="303" y="134"/>
                  </a:lnTo>
                  <a:cubicBezTo>
                    <a:pt x="335" y="150"/>
                    <a:pt x="384" y="166"/>
                    <a:pt x="436" y="166"/>
                  </a:cubicBezTo>
                  <a:cubicBezTo>
                    <a:pt x="384" y="150"/>
                    <a:pt x="351" y="134"/>
                    <a:pt x="303" y="118"/>
                  </a:cubicBezTo>
                  <a:lnTo>
                    <a:pt x="250" y="102"/>
                  </a:lnTo>
                  <a:close/>
                  <a:moveTo>
                    <a:pt x="436" y="166"/>
                  </a:moveTo>
                  <a:lnTo>
                    <a:pt x="436" y="166"/>
                  </a:lnTo>
                  <a:cubicBezTo>
                    <a:pt x="485" y="203"/>
                    <a:pt x="553" y="219"/>
                    <a:pt x="606" y="251"/>
                  </a:cubicBezTo>
                  <a:cubicBezTo>
                    <a:pt x="707" y="283"/>
                    <a:pt x="808" y="320"/>
                    <a:pt x="909" y="368"/>
                  </a:cubicBezTo>
                  <a:lnTo>
                    <a:pt x="925" y="368"/>
                  </a:lnTo>
                  <a:cubicBezTo>
                    <a:pt x="941" y="368"/>
                    <a:pt x="941" y="384"/>
                    <a:pt x="941" y="405"/>
                  </a:cubicBezTo>
                  <a:lnTo>
                    <a:pt x="941" y="421"/>
                  </a:lnTo>
                  <a:lnTo>
                    <a:pt x="925" y="421"/>
                  </a:lnTo>
                  <a:lnTo>
                    <a:pt x="925" y="437"/>
                  </a:lnTo>
                  <a:lnTo>
                    <a:pt x="941" y="437"/>
                  </a:lnTo>
                  <a:cubicBezTo>
                    <a:pt x="957" y="437"/>
                    <a:pt x="957" y="421"/>
                    <a:pt x="957" y="405"/>
                  </a:cubicBezTo>
                  <a:cubicBezTo>
                    <a:pt x="957" y="368"/>
                    <a:pt x="941" y="368"/>
                    <a:pt x="925" y="352"/>
                  </a:cubicBezTo>
                  <a:lnTo>
                    <a:pt x="909" y="352"/>
                  </a:lnTo>
                  <a:cubicBezTo>
                    <a:pt x="808" y="320"/>
                    <a:pt x="707" y="267"/>
                    <a:pt x="606" y="235"/>
                  </a:cubicBezTo>
                  <a:cubicBezTo>
                    <a:pt x="553" y="203"/>
                    <a:pt x="485" y="182"/>
                    <a:pt x="436"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0"/>
            <p:cNvSpPr/>
            <p:nvPr/>
          </p:nvSpPr>
          <p:spPr>
            <a:xfrm>
              <a:off x="2553475" y="706991"/>
              <a:ext cx="13310" cy="4867"/>
            </a:xfrm>
            <a:custGeom>
              <a:rect b="b" l="l" r="r" t="t"/>
              <a:pathLst>
                <a:path extrusionOk="0" h="49" w="134">
                  <a:moveTo>
                    <a:pt x="16" y="0"/>
                  </a:moveTo>
                  <a:lnTo>
                    <a:pt x="0" y="16"/>
                  </a:lnTo>
                  <a:lnTo>
                    <a:pt x="133" y="49"/>
                  </a:lnTo>
                  <a:lnTo>
                    <a:pt x="133" y="49"/>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0"/>
            <p:cNvSpPr/>
            <p:nvPr/>
          </p:nvSpPr>
          <p:spPr>
            <a:xfrm>
              <a:off x="2270995" y="434146"/>
              <a:ext cx="11720" cy="6953"/>
            </a:xfrm>
            <a:custGeom>
              <a:rect b="b" l="l" r="r" t="t"/>
              <a:pathLst>
                <a:path extrusionOk="0" h="70" w="118">
                  <a:moveTo>
                    <a:pt x="0" y="0"/>
                  </a:moveTo>
                  <a:lnTo>
                    <a:pt x="0" y="21"/>
                  </a:lnTo>
                  <a:lnTo>
                    <a:pt x="101" y="53"/>
                  </a:lnTo>
                  <a:lnTo>
                    <a:pt x="0" y="0"/>
                  </a:lnTo>
                  <a:close/>
                  <a:moveTo>
                    <a:pt x="101" y="53"/>
                  </a:moveTo>
                  <a:lnTo>
                    <a:pt x="101" y="69"/>
                  </a:lnTo>
                  <a:lnTo>
                    <a:pt x="117" y="5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0"/>
            <p:cNvSpPr/>
            <p:nvPr/>
          </p:nvSpPr>
          <p:spPr>
            <a:xfrm>
              <a:off x="2319465" y="502779"/>
              <a:ext cx="48272" cy="18474"/>
            </a:xfrm>
            <a:custGeom>
              <a:rect b="b" l="l" r="r" t="t"/>
              <a:pathLst>
                <a:path extrusionOk="0" h="186" w="486">
                  <a:moveTo>
                    <a:pt x="1" y="0"/>
                  </a:moveTo>
                  <a:lnTo>
                    <a:pt x="1" y="16"/>
                  </a:lnTo>
                  <a:cubicBezTo>
                    <a:pt x="66" y="36"/>
                    <a:pt x="134" y="69"/>
                    <a:pt x="183" y="85"/>
                  </a:cubicBezTo>
                  <a:cubicBezTo>
                    <a:pt x="219" y="101"/>
                    <a:pt x="251" y="117"/>
                    <a:pt x="304" y="117"/>
                  </a:cubicBezTo>
                  <a:cubicBezTo>
                    <a:pt x="268" y="101"/>
                    <a:pt x="235" y="85"/>
                    <a:pt x="203" y="69"/>
                  </a:cubicBezTo>
                  <a:cubicBezTo>
                    <a:pt x="134" y="53"/>
                    <a:pt x="66" y="36"/>
                    <a:pt x="1" y="0"/>
                  </a:cubicBezTo>
                  <a:close/>
                  <a:moveTo>
                    <a:pt x="304" y="117"/>
                  </a:moveTo>
                  <a:cubicBezTo>
                    <a:pt x="320" y="137"/>
                    <a:pt x="336" y="137"/>
                    <a:pt x="369" y="154"/>
                  </a:cubicBezTo>
                  <a:cubicBezTo>
                    <a:pt x="405" y="170"/>
                    <a:pt x="453" y="186"/>
                    <a:pt x="486" y="186"/>
                  </a:cubicBezTo>
                  <a:cubicBezTo>
                    <a:pt x="453" y="170"/>
                    <a:pt x="405" y="154"/>
                    <a:pt x="369" y="137"/>
                  </a:cubicBezTo>
                  <a:cubicBezTo>
                    <a:pt x="352" y="137"/>
                    <a:pt x="320" y="117"/>
                    <a:pt x="304" y="1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0"/>
            <p:cNvSpPr/>
            <p:nvPr/>
          </p:nvSpPr>
          <p:spPr>
            <a:xfrm>
              <a:off x="1673952" y="614718"/>
              <a:ext cx="61879" cy="43802"/>
            </a:xfrm>
            <a:custGeom>
              <a:rect b="b" l="l" r="r" t="t"/>
              <a:pathLst>
                <a:path extrusionOk="0" h="441" w="623">
                  <a:moveTo>
                    <a:pt x="622" y="0"/>
                  </a:moveTo>
                  <a:cubicBezTo>
                    <a:pt x="606" y="20"/>
                    <a:pt x="590" y="20"/>
                    <a:pt x="574" y="20"/>
                  </a:cubicBezTo>
                  <a:cubicBezTo>
                    <a:pt x="489" y="85"/>
                    <a:pt x="388" y="154"/>
                    <a:pt x="303" y="222"/>
                  </a:cubicBezTo>
                  <a:cubicBezTo>
                    <a:pt x="271" y="239"/>
                    <a:pt x="238" y="255"/>
                    <a:pt x="202" y="287"/>
                  </a:cubicBezTo>
                  <a:cubicBezTo>
                    <a:pt x="154" y="323"/>
                    <a:pt x="117" y="356"/>
                    <a:pt x="69" y="388"/>
                  </a:cubicBezTo>
                  <a:lnTo>
                    <a:pt x="0" y="441"/>
                  </a:lnTo>
                  <a:lnTo>
                    <a:pt x="69" y="404"/>
                  </a:lnTo>
                  <a:cubicBezTo>
                    <a:pt x="117" y="372"/>
                    <a:pt x="170" y="323"/>
                    <a:pt x="218" y="287"/>
                  </a:cubicBezTo>
                  <a:cubicBezTo>
                    <a:pt x="255" y="271"/>
                    <a:pt x="287" y="255"/>
                    <a:pt x="319" y="222"/>
                  </a:cubicBezTo>
                  <a:cubicBezTo>
                    <a:pt x="404" y="170"/>
                    <a:pt x="489" y="101"/>
                    <a:pt x="590" y="37"/>
                  </a:cubicBezTo>
                  <a:cubicBezTo>
                    <a:pt x="606" y="20"/>
                    <a:pt x="606" y="20"/>
                    <a:pt x="622" y="20"/>
                  </a:cubicBezTo>
                  <a:lnTo>
                    <a:pt x="6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0"/>
            <p:cNvSpPr/>
            <p:nvPr/>
          </p:nvSpPr>
          <p:spPr>
            <a:xfrm>
              <a:off x="2282616" y="599820"/>
              <a:ext cx="51848" cy="18574"/>
            </a:xfrm>
            <a:custGeom>
              <a:rect b="b" l="l" r="r" t="t"/>
              <a:pathLst>
                <a:path extrusionOk="0" h="187" w="522">
                  <a:moveTo>
                    <a:pt x="0" y="1"/>
                  </a:moveTo>
                  <a:lnTo>
                    <a:pt x="16" y="17"/>
                  </a:lnTo>
                  <a:cubicBezTo>
                    <a:pt x="33" y="17"/>
                    <a:pt x="49" y="17"/>
                    <a:pt x="69" y="33"/>
                  </a:cubicBezTo>
                  <a:cubicBezTo>
                    <a:pt x="117" y="49"/>
                    <a:pt x="170" y="69"/>
                    <a:pt x="218" y="86"/>
                  </a:cubicBezTo>
                  <a:cubicBezTo>
                    <a:pt x="251" y="86"/>
                    <a:pt x="303" y="102"/>
                    <a:pt x="336" y="118"/>
                  </a:cubicBezTo>
                  <a:cubicBezTo>
                    <a:pt x="388" y="134"/>
                    <a:pt x="420" y="150"/>
                    <a:pt x="473" y="170"/>
                  </a:cubicBezTo>
                  <a:cubicBezTo>
                    <a:pt x="489" y="170"/>
                    <a:pt x="505" y="170"/>
                    <a:pt x="521" y="187"/>
                  </a:cubicBezTo>
                  <a:lnTo>
                    <a:pt x="521" y="170"/>
                  </a:lnTo>
                  <a:cubicBezTo>
                    <a:pt x="505" y="170"/>
                    <a:pt x="489" y="150"/>
                    <a:pt x="473" y="150"/>
                  </a:cubicBezTo>
                  <a:cubicBezTo>
                    <a:pt x="437" y="134"/>
                    <a:pt x="388" y="118"/>
                    <a:pt x="336" y="102"/>
                  </a:cubicBezTo>
                  <a:cubicBezTo>
                    <a:pt x="303" y="86"/>
                    <a:pt x="251" y="86"/>
                    <a:pt x="218" y="69"/>
                  </a:cubicBezTo>
                  <a:cubicBezTo>
                    <a:pt x="170" y="49"/>
                    <a:pt x="117" y="33"/>
                    <a:pt x="85" y="17"/>
                  </a:cubicBezTo>
                  <a:cubicBezTo>
                    <a:pt x="49"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0"/>
            <p:cNvSpPr/>
            <p:nvPr/>
          </p:nvSpPr>
          <p:spPr>
            <a:xfrm>
              <a:off x="1705637" y="947755"/>
              <a:ext cx="3675" cy="40227"/>
            </a:xfrm>
            <a:custGeom>
              <a:rect b="b" l="l" r="r" t="t"/>
              <a:pathLst>
                <a:path extrusionOk="0" h="405" w="37">
                  <a:moveTo>
                    <a:pt x="20" y="0"/>
                  </a:moveTo>
                  <a:lnTo>
                    <a:pt x="20" y="49"/>
                  </a:lnTo>
                  <a:cubicBezTo>
                    <a:pt x="20" y="133"/>
                    <a:pt x="20" y="218"/>
                    <a:pt x="0" y="303"/>
                  </a:cubicBezTo>
                  <a:lnTo>
                    <a:pt x="0" y="404"/>
                  </a:lnTo>
                  <a:lnTo>
                    <a:pt x="20" y="404"/>
                  </a:lnTo>
                  <a:lnTo>
                    <a:pt x="20" y="303"/>
                  </a:lnTo>
                  <a:cubicBezTo>
                    <a:pt x="20" y="218"/>
                    <a:pt x="37" y="133"/>
                    <a:pt x="37" y="49"/>
                  </a:cubicBezTo>
                  <a:cubicBezTo>
                    <a:pt x="37" y="32"/>
                    <a:pt x="37" y="16"/>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0"/>
            <p:cNvSpPr/>
            <p:nvPr/>
          </p:nvSpPr>
          <p:spPr>
            <a:xfrm>
              <a:off x="2486431" y="558103"/>
              <a:ext cx="68733" cy="25030"/>
            </a:xfrm>
            <a:custGeom>
              <a:rect b="b" l="l" r="r" t="t"/>
              <a:pathLst>
                <a:path extrusionOk="0" h="252" w="692">
                  <a:moveTo>
                    <a:pt x="0" y="1"/>
                  </a:moveTo>
                  <a:cubicBezTo>
                    <a:pt x="69" y="33"/>
                    <a:pt x="138" y="49"/>
                    <a:pt x="202" y="85"/>
                  </a:cubicBezTo>
                  <a:cubicBezTo>
                    <a:pt x="271" y="102"/>
                    <a:pt x="320" y="118"/>
                    <a:pt x="372" y="134"/>
                  </a:cubicBezTo>
                  <a:cubicBezTo>
                    <a:pt x="421" y="150"/>
                    <a:pt x="457" y="166"/>
                    <a:pt x="489" y="186"/>
                  </a:cubicBezTo>
                  <a:cubicBezTo>
                    <a:pt x="558" y="203"/>
                    <a:pt x="623" y="219"/>
                    <a:pt x="675" y="251"/>
                  </a:cubicBezTo>
                  <a:lnTo>
                    <a:pt x="691" y="251"/>
                  </a:lnTo>
                  <a:lnTo>
                    <a:pt x="691" y="235"/>
                  </a:lnTo>
                  <a:cubicBezTo>
                    <a:pt x="623" y="203"/>
                    <a:pt x="558" y="186"/>
                    <a:pt x="505" y="166"/>
                  </a:cubicBezTo>
                  <a:cubicBezTo>
                    <a:pt x="457" y="150"/>
                    <a:pt x="421" y="134"/>
                    <a:pt x="372" y="118"/>
                  </a:cubicBezTo>
                  <a:cubicBezTo>
                    <a:pt x="320" y="102"/>
                    <a:pt x="271" y="85"/>
                    <a:pt x="219" y="65"/>
                  </a:cubicBezTo>
                  <a:cubicBezTo>
                    <a:pt x="154" y="33"/>
                    <a:pt x="85"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0"/>
            <p:cNvSpPr/>
            <p:nvPr/>
          </p:nvSpPr>
          <p:spPr>
            <a:xfrm>
              <a:off x="2294237" y="494337"/>
              <a:ext cx="15296" cy="6853"/>
            </a:xfrm>
            <a:custGeom>
              <a:rect b="b" l="l" r="r" t="t"/>
              <a:pathLst>
                <a:path extrusionOk="0" h="69" w="154">
                  <a:moveTo>
                    <a:pt x="0" y="0"/>
                  </a:moveTo>
                  <a:lnTo>
                    <a:pt x="17" y="20"/>
                  </a:lnTo>
                  <a:lnTo>
                    <a:pt x="134" y="69"/>
                  </a:lnTo>
                  <a:lnTo>
                    <a:pt x="154" y="53"/>
                  </a:lnTo>
                  <a:lnTo>
                    <a:pt x="134" y="5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0"/>
            <p:cNvSpPr/>
            <p:nvPr/>
          </p:nvSpPr>
          <p:spPr>
            <a:xfrm>
              <a:off x="1677528" y="524432"/>
              <a:ext cx="60290" cy="45392"/>
            </a:xfrm>
            <a:custGeom>
              <a:rect b="b" l="l" r="r" t="t"/>
              <a:pathLst>
                <a:path extrusionOk="0" h="457" w="607">
                  <a:moveTo>
                    <a:pt x="606" y="0"/>
                  </a:moveTo>
                  <a:cubicBezTo>
                    <a:pt x="570" y="0"/>
                    <a:pt x="554" y="20"/>
                    <a:pt x="554" y="37"/>
                  </a:cubicBezTo>
                  <a:cubicBezTo>
                    <a:pt x="570" y="37"/>
                    <a:pt x="586" y="20"/>
                    <a:pt x="606" y="20"/>
                  </a:cubicBezTo>
                  <a:lnTo>
                    <a:pt x="606" y="0"/>
                  </a:lnTo>
                  <a:close/>
                  <a:moveTo>
                    <a:pt x="538" y="53"/>
                  </a:moveTo>
                  <a:cubicBezTo>
                    <a:pt x="404" y="154"/>
                    <a:pt x="251" y="255"/>
                    <a:pt x="118" y="356"/>
                  </a:cubicBezTo>
                  <a:lnTo>
                    <a:pt x="1" y="441"/>
                  </a:lnTo>
                  <a:lnTo>
                    <a:pt x="1" y="457"/>
                  </a:lnTo>
                  <a:lnTo>
                    <a:pt x="134" y="372"/>
                  </a:lnTo>
                  <a:cubicBezTo>
                    <a:pt x="267" y="255"/>
                    <a:pt x="404" y="154"/>
                    <a:pt x="538"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0"/>
            <p:cNvSpPr/>
            <p:nvPr/>
          </p:nvSpPr>
          <p:spPr>
            <a:xfrm>
              <a:off x="1677528" y="529597"/>
              <a:ext cx="10131" cy="10131"/>
            </a:xfrm>
            <a:custGeom>
              <a:rect b="b" l="l" r="r" t="t"/>
              <a:pathLst>
                <a:path extrusionOk="0" h="102" w="102">
                  <a:moveTo>
                    <a:pt x="102" y="1"/>
                  </a:moveTo>
                  <a:cubicBezTo>
                    <a:pt x="81" y="17"/>
                    <a:pt x="65" y="17"/>
                    <a:pt x="49" y="33"/>
                  </a:cubicBezTo>
                  <a:cubicBezTo>
                    <a:pt x="33" y="49"/>
                    <a:pt x="17" y="69"/>
                    <a:pt x="1" y="86"/>
                  </a:cubicBezTo>
                  <a:lnTo>
                    <a:pt x="1" y="102"/>
                  </a:lnTo>
                  <a:lnTo>
                    <a:pt x="17" y="86"/>
                  </a:lnTo>
                  <a:cubicBezTo>
                    <a:pt x="17" y="69"/>
                    <a:pt x="49" y="49"/>
                    <a:pt x="65" y="49"/>
                  </a:cubicBezTo>
                  <a:lnTo>
                    <a:pt x="102"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0"/>
            <p:cNvSpPr/>
            <p:nvPr/>
          </p:nvSpPr>
          <p:spPr>
            <a:xfrm>
              <a:off x="1936369" y="-4"/>
              <a:ext cx="804533" cy="369191"/>
            </a:xfrm>
            <a:custGeom>
              <a:rect b="b" l="l" r="r" t="t"/>
              <a:pathLst>
                <a:path extrusionOk="0" h="3717" w="8100">
                  <a:moveTo>
                    <a:pt x="20" y="65"/>
                  </a:moveTo>
                  <a:lnTo>
                    <a:pt x="20" y="114"/>
                  </a:lnTo>
                  <a:cubicBezTo>
                    <a:pt x="20" y="150"/>
                    <a:pt x="20" y="182"/>
                    <a:pt x="36" y="215"/>
                  </a:cubicBezTo>
                  <a:lnTo>
                    <a:pt x="53" y="215"/>
                  </a:lnTo>
                  <a:lnTo>
                    <a:pt x="53" y="198"/>
                  </a:lnTo>
                  <a:cubicBezTo>
                    <a:pt x="36" y="166"/>
                    <a:pt x="36" y="150"/>
                    <a:pt x="36" y="114"/>
                  </a:cubicBezTo>
                  <a:cubicBezTo>
                    <a:pt x="36" y="97"/>
                    <a:pt x="36" y="81"/>
                    <a:pt x="20" y="65"/>
                  </a:cubicBezTo>
                  <a:close/>
                  <a:moveTo>
                    <a:pt x="45" y="0"/>
                  </a:moveTo>
                  <a:cubicBezTo>
                    <a:pt x="36" y="0"/>
                    <a:pt x="28" y="4"/>
                    <a:pt x="20" y="13"/>
                  </a:cubicBezTo>
                  <a:cubicBezTo>
                    <a:pt x="0" y="29"/>
                    <a:pt x="0" y="49"/>
                    <a:pt x="20" y="65"/>
                  </a:cubicBezTo>
                  <a:cubicBezTo>
                    <a:pt x="20" y="49"/>
                    <a:pt x="20" y="29"/>
                    <a:pt x="36" y="29"/>
                  </a:cubicBezTo>
                  <a:cubicBezTo>
                    <a:pt x="36" y="21"/>
                    <a:pt x="40" y="17"/>
                    <a:pt x="47" y="17"/>
                  </a:cubicBezTo>
                  <a:cubicBezTo>
                    <a:pt x="53" y="17"/>
                    <a:pt x="61" y="21"/>
                    <a:pt x="69" y="29"/>
                  </a:cubicBezTo>
                  <a:cubicBezTo>
                    <a:pt x="137" y="65"/>
                    <a:pt x="202" y="97"/>
                    <a:pt x="287" y="130"/>
                  </a:cubicBezTo>
                  <a:cubicBezTo>
                    <a:pt x="303" y="150"/>
                    <a:pt x="339" y="150"/>
                    <a:pt x="372" y="166"/>
                  </a:cubicBezTo>
                  <a:cubicBezTo>
                    <a:pt x="424" y="198"/>
                    <a:pt x="489" y="215"/>
                    <a:pt x="541" y="251"/>
                  </a:cubicBezTo>
                  <a:cubicBezTo>
                    <a:pt x="659" y="299"/>
                    <a:pt x="776" y="352"/>
                    <a:pt x="877" y="400"/>
                  </a:cubicBezTo>
                  <a:cubicBezTo>
                    <a:pt x="929" y="416"/>
                    <a:pt x="978" y="453"/>
                    <a:pt x="1030" y="469"/>
                  </a:cubicBezTo>
                  <a:cubicBezTo>
                    <a:pt x="1079" y="501"/>
                    <a:pt x="1147" y="517"/>
                    <a:pt x="1196" y="554"/>
                  </a:cubicBezTo>
                  <a:cubicBezTo>
                    <a:pt x="1297" y="586"/>
                    <a:pt x="1398" y="635"/>
                    <a:pt x="1499" y="687"/>
                  </a:cubicBezTo>
                  <a:cubicBezTo>
                    <a:pt x="1567" y="703"/>
                    <a:pt x="1636" y="736"/>
                    <a:pt x="1685" y="772"/>
                  </a:cubicBezTo>
                  <a:cubicBezTo>
                    <a:pt x="1769" y="804"/>
                    <a:pt x="1838" y="837"/>
                    <a:pt x="1919" y="873"/>
                  </a:cubicBezTo>
                  <a:cubicBezTo>
                    <a:pt x="1971" y="905"/>
                    <a:pt x="2040" y="921"/>
                    <a:pt x="2105" y="958"/>
                  </a:cubicBezTo>
                  <a:cubicBezTo>
                    <a:pt x="2173" y="990"/>
                    <a:pt x="2242" y="1022"/>
                    <a:pt x="2323" y="1059"/>
                  </a:cubicBezTo>
                  <a:cubicBezTo>
                    <a:pt x="2375" y="1075"/>
                    <a:pt x="2408" y="1107"/>
                    <a:pt x="2460" y="1123"/>
                  </a:cubicBezTo>
                  <a:lnTo>
                    <a:pt x="2561" y="1176"/>
                  </a:lnTo>
                  <a:cubicBezTo>
                    <a:pt x="2711" y="1224"/>
                    <a:pt x="2848" y="1293"/>
                    <a:pt x="2998" y="1362"/>
                  </a:cubicBezTo>
                  <a:cubicBezTo>
                    <a:pt x="2864" y="1293"/>
                    <a:pt x="2711" y="1224"/>
                    <a:pt x="2577" y="1160"/>
                  </a:cubicBezTo>
                  <a:lnTo>
                    <a:pt x="2476" y="1107"/>
                  </a:lnTo>
                  <a:cubicBezTo>
                    <a:pt x="2424" y="1091"/>
                    <a:pt x="2375" y="1075"/>
                    <a:pt x="2323" y="1039"/>
                  </a:cubicBezTo>
                  <a:cubicBezTo>
                    <a:pt x="2258" y="1006"/>
                    <a:pt x="2173" y="974"/>
                    <a:pt x="2105" y="938"/>
                  </a:cubicBezTo>
                  <a:cubicBezTo>
                    <a:pt x="2040" y="921"/>
                    <a:pt x="1988" y="889"/>
                    <a:pt x="1919" y="857"/>
                  </a:cubicBezTo>
                  <a:cubicBezTo>
                    <a:pt x="1854" y="820"/>
                    <a:pt x="1769" y="788"/>
                    <a:pt x="1701" y="756"/>
                  </a:cubicBezTo>
                  <a:cubicBezTo>
                    <a:pt x="1636" y="719"/>
                    <a:pt x="1567" y="703"/>
                    <a:pt x="1499" y="671"/>
                  </a:cubicBezTo>
                  <a:cubicBezTo>
                    <a:pt x="1398" y="618"/>
                    <a:pt x="1297" y="586"/>
                    <a:pt x="1212" y="534"/>
                  </a:cubicBezTo>
                  <a:cubicBezTo>
                    <a:pt x="1147" y="501"/>
                    <a:pt x="1095" y="485"/>
                    <a:pt x="1030" y="453"/>
                  </a:cubicBezTo>
                  <a:cubicBezTo>
                    <a:pt x="978" y="433"/>
                    <a:pt x="929" y="416"/>
                    <a:pt x="893" y="384"/>
                  </a:cubicBezTo>
                  <a:cubicBezTo>
                    <a:pt x="776" y="332"/>
                    <a:pt x="659" y="283"/>
                    <a:pt x="541" y="231"/>
                  </a:cubicBezTo>
                  <a:cubicBezTo>
                    <a:pt x="489" y="215"/>
                    <a:pt x="440" y="182"/>
                    <a:pt x="372" y="150"/>
                  </a:cubicBezTo>
                  <a:cubicBezTo>
                    <a:pt x="356" y="150"/>
                    <a:pt x="323" y="130"/>
                    <a:pt x="287" y="114"/>
                  </a:cubicBezTo>
                  <a:cubicBezTo>
                    <a:pt x="222" y="81"/>
                    <a:pt x="137" y="49"/>
                    <a:pt x="69" y="13"/>
                  </a:cubicBezTo>
                  <a:cubicBezTo>
                    <a:pt x="61" y="4"/>
                    <a:pt x="53" y="0"/>
                    <a:pt x="45" y="0"/>
                  </a:cubicBezTo>
                  <a:close/>
                  <a:moveTo>
                    <a:pt x="2998" y="1362"/>
                  </a:moveTo>
                  <a:lnTo>
                    <a:pt x="3301" y="1511"/>
                  </a:lnTo>
                  <a:lnTo>
                    <a:pt x="3454" y="1580"/>
                  </a:lnTo>
                  <a:cubicBezTo>
                    <a:pt x="3519" y="1596"/>
                    <a:pt x="3571" y="1628"/>
                    <a:pt x="3620" y="1645"/>
                  </a:cubicBezTo>
                  <a:cubicBezTo>
                    <a:pt x="3721" y="1697"/>
                    <a:pt x="3805" y="1729"/>
                    <a:pt x="3890" y="1782"/>
                  </a:cubicBezTo>
                  <a:cubicBezTo>
                    <a:pt x="3959" y="1798"/>
                    <a:pt x="4040" y="1830"/>
                    <a:pt x="4108" y="1867"/>
                  </a:cubicBezTo>
                  <a:cubicBezTo>
                    <a:pt x="4040" y="1830"/>
                    <a:pt x="3975" y="1798"/>
                    <a:pt x="3906" y="1766"/>
                  </a:cubicBezTo>
                  <a:cubicBezTo>
                    <a:pt x="3805" y="1729"/>
                    <a:pt x="3721" y="1681"/>
                    <a:pt x="3636" y="1645"/>
                  </a:cubicBezTo>
                  <a:cubicBezTo>
                    <a:pt x="3571" y="1612"/>
                    <a:pt x="3519" y="1596"/>
                    <a:pt x="3470" y="1564"/>
                  </a:cubicBezTo>
                  <a:lnTo>
                    <a:pt x="3317" y="1495"/>
                  </a:lnTo>
                  <a:cubicBezTo>
                    <a:pt x="3200" y="1443"/>
                    <a:pt x="3099" y="1394"/>
                    <a:pt x="2998" y="1362"/>
                  </a:cubicBezTo>
                  <a:close/>
                  <a:moveTo>
                    <a:pt x="4108" y="1867"/>
                  </a:moveTo>
                  <a:lnTo>
                    <a:pt x="4108" y="1867"/>
                  </a:lnTo>
                  <a:cubicBezTo>
                    <a:pt x="4226" y="1931"/>
                    <a:pt x="4343" y="1984"/>
                    <a:pt x="4464" y="2032"/>
                  </a:cubicBezTo>
                  <a:cubicBezTo>
                    <a:pt x="4529" y="2069"/>
                    <a:pt x="4597" y="2085"/>
                    <a:pt x="4646" y="2117"/>
                  </a:cubicBezTo>
                  <a:cubicBezTo>
                    <a:pt x="4682" y="2133"/>
                    <a:pt x="4714" y="2150"/>
                    <a:pt x="4747" y="2170"/>
                  </a:cubicBezTo>
                  <a:cubicBezTo>
                    <a:pt x="4969" y="2271"/>
                    <a:pt x="5203" y="2372"/>
                    <a:pt x="5421" y="2473"/>
                  </a:cubicBezTo>
                  <a:cubicBezTo>
                    <a:pt x="5591" y="2553"/>
                    <a:pt x="5757" y="2622"/>
                    <a:pt x="5942" y="2707"/>
                  </a:cubicBezTo>
                  <a:cubicBezTo>
                    <a:pt x="6043" y="2755"/>
                    <a:pt x="6161" y="2808"/>
                    <a:pt x="6282" y="2856"/>
                  </a:cubicBezTo>
                  <a:cubicBezTo>
                    <a:pt x="6161" y="2808"/>
                    <a:pt x="6060" y="2739"/>
                    <a:pt x="5942" y="2691"/>
                  </a:cubicBezTo>
                  <a:cubicBezTo>
                    <a:pt x="5777" y="2622"/>
                    <a:pt x="5591" y="2537"/>
                    <a:pt x="5421" y="2452"/>
                  </a:cubicBezTo>
                  <a:cubicBezTo>
                    <a:pt x="5203" y="2351"/>
                    <a:pt x="4985" y="2250"/>
                    <a:pt x="4767" y="2150"/>
                  </a:cubicBezTo>
                  <a:cubicBezTo>
                    <a:pt x="4731" y="2133"/>
                    <a:pt x="4698" y="2117"/>
                    <a:pt x="4666" y="2117"/>
                  </a:cubicBezTo>
                  <a:cubicBezTo>
                    <a:pt x="4597" y="2085"/>
                    <a:pt x="4529" y="2049"/>
                    <a:pt x="4464" y="2016"/>
                  </a:cubicBezTo>
                  <a:cubicBezTo>
                    <a:pt x="4343" y="1968"/>
                    <a:pt x="4226" y="1915"/>
                    <a:pt x="4108" y="1867"/>
                  </a:cubicBezTo>
                  <a:close/>
                  <a:moveTo>
                    <a:pt x="6282" y="2856"/>
                  </a:moveTo>
                  <a:cubicBezTo>
                    <a:pt x="6383" y="2909"/>
                    <a:pt x="6464" y="2957"/>
                    <a:pt x="6565" y="2994"/>
                  </a:cubicBezTo>
                  <a:cubicBezTo>
                    <a:pt x="6649" y="3026"/>
                    <a:pt x="6718" y="3058"/>
                    <a:pt x="6803" y="3095"/>
                  </a:cubicBezTo>
                  <a:cubicBezTo>
                    <a:pt x="6734" y="3058"/>
                    <a:pt x="6649" y="3026"/>
                    <a:pt x="6585" y="2994"/>
                  </a:cubicBezTo>
                  <a:cubicBezTo>
                    <a:pt x="6484" y="2941"/>
                    <a:pt x="6383" y="2893"/>
                    <a:pt x="6282" y="2856"/>
                  </a:cubicBezTo>
                  <a:close/>
                  <a:moveTo>
                    <a:pt x="6803" y="3095"/>
                  </a:moveTo>
                  <a:lnTo>
                    <a:pt x="6803" y="3095"/>
                  </a:lnTo>
                  <a:cubicBezTo>
                    <a:pt x="7005" y="3196"/>
                    <a:pt x="7207" y="3281"/>
                    <a:pt x="7393" y="3382"/>
                  </a:cubicBezTo>
                  <a:cubicBezTo>
                    <a:pt x="7457" y="3398"/>
                    <a:pt x="7526" y="3430"/>
                    <a:pt x="7595" y="3462"/>
                  </a:cubicBezTo>
                  <a:cubicBezTo>
                    <a:pt x="7712" y="3515"/>
                    <a:pt x="7813" y="3563"/>
                    <a:pt x="7930" y="3616"/>
                  </a:cubicBezTo>
                  <a:cubicBezTo>
                    <a:pt x="7962" y="3632"/>
                    <a:pt x="7999" y="3648"/>
                    <a:pt x="8031" y="3664"/>
                  </a:cubicBezTo>
                  <a:cubicBezTo>
                    <a:pt x="8047" y="3664"/>
                    <a:pt x="8063" y="3685"/>
                    <a:pt x="8079" y="3685"/>
                  </a:cubicBezTo>
                  <a:lnTo>
                    <a:pt x="8079" y="3717"/>
                  </a:lnTo>
                  <a:lnTo>
                    <a:pt x="8100" y="3717"/>
                  </a:lnTo>
                  <a:lnTo>
                    <a:pt x="8100" y="3685"/>
                  </a:lnTo>
                  <a:lnTo>
                    <a:pt x="8079" y="3664"/>
                  </a:lnTo>
                  <a:cubicBezTo>
                    <a:pt x="8063" y="3664"/>
                    <a:pt x="8047" y="3664"/>
                    <a:pt x="8047" y="3648"/>
                  </a:cubicBezTo>
                  <a:cubicBezTo>
                    <a:pt x="7999" y="3632"/>
                    <a:pt x="7962" y="3616"/>
                    <a:pt x="7930" y="3600"/>
                  </a:cubicBezTo>
                  <a:cubicBezTo>
                    <a:pt x="7829" y="3547"/>
                    <a:pt x="7712" y="3499"/>
                    <a:pt x="7595" y="3446"/>
                  </a:cubicBezTo>
                  <a:cubicBezTo>
                    <a:pt x="7542" y="3414"/>
                    <a:pt x="7473" y="3398"/>
                    <a:pt x="7409" y="3361"/>
                  </a:cubicBezTo>
                  <a:cubicBezTo>
                    <a:pt x="7207" y="3260"/>
                    <a:pt x="7005" y="3180"/>
                    <a:pt x="6803" y="30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0"/>
            <p:cNvSpPr/>
            <p:nvPr/>
          </p:nvSpPr>
          <p:spPr>
            <a:xfrm>
              <a:off x="2371313" y="571313"/>
              <a:ext cx="8443" cy="67144"/>
            </a:xfrm>
            <a:custGeom>
              <a:rect b="b" l="l" r="r" t="t"/>
              <a:pathLst>
                <a:path extrusionOk="0" h="676" w="85">
                  <a:moveTo>
                    <a:pt x="0" y="1"/>
                  </a:moveTo>
                  <a:lnTo>
                    <a:pt x="0" y="17"/>
                  </a:lnTo>
                  <a:cubicBezTo>
                    <a:pt x="16" y="17"/>
                    <a:pt x="16" y="17"/>
                    <a:pt x="16" y="33"/>
                  </a:cubicBezTo>
                  <a:lnTo>
                    <a:pt x="16" y="53"/>
                  </a:lnTo>
                  <a:lnTo>
                    <a:pt x="16" y="118"/>
                  </a:lnTo>
                  <a:cubicBezTo>
                    <a:pt x="16" y="134"/>
                    <a:pt x="16" y="154"/>
                    <a:pt x="32" y="154"/>
                  </a:cubicBezTo>
                  <a:lnTo>
                    <a:pt x="32" y="118"/>
                  </a:lnTo>
                  <a:lnTo>
                    <a:pt x="32" y="53"/>
                  </a:lnTo>
                  <a:lnTo>
                    <a:pt x="32" y="33"/>
                  </a:lnTo>
                  <a:cubicBezTo>
                    <a:pt x="32" y="17"/>
                    <a:pt x="32" y="1"/>
                    <a:pt x="0" y="1"/>
                  </a:cubicBezTo>
                  <a:close/>
                  <a:moveTo>
                    <a:pt x="32" y="187"/>
                  </a:moveTo>
                  <a:lnTo>
                    <a:pt x="32" y="272"/>
                  </a:lnTo>
                  <a:lnTo>
                    <a:pt x="32" y="288"/>
                  </a:lnTo>
                  <a:cubicBezTo>
                    <a:pt x="32" y="304"/>
                    <a:pt x="49" y="320"/>
                    <a:pt x="32" y="320"/>
                  </a:cubicBezTo>
                  <a:lnTo>
                    <a:pt x="32" y="336"/>
                  </a:lnTo>
                  <a:cubicBezTo>
                    <a:pt x="49" y="356"/>
                    <a:pt x="49" y="373"/>
                    <a:pt x="49" y="389"/>
                  </a:cubicBezTo>
                  <a:lnTo>
                    <a:pt x="49" y="336"/>
                  </a:lnTo>
                  <a:lnTo>
                    <a:pt x="49" y="288"/>
                  </a:lnTo>
                  <a:lnTo>
                    <a:pt x="49" y="272"/>
                  </a:lnTo>
                  <a:cubicBezTo>
                    <a:pt x="49" y="235"/>
                    <a:pt x="49" y="203"/>
                    <a:pt x="32" y="187"/>
                  </a:cubicBezTo>
                  <a:close/>
                  <a:moveTo>
                    <a:pt x="49" y="389"/>
                  </a:moveTo>
                  <a:lnTo>
                    <a:pt x="49" y="421"/>
                  </a:lnTo>
                  <a:lnTo>
                    <a:pt x="49" y="457"/>
                  </a:lnTo>
                  <a:lnTo>
                    <a:pt x="49" y="490"/>
                  </a:lnTo>
                  <a:lnTo>
                    <a:pt x="49" y="591"/>
                  </a:lnTo>
                  <a:lnTo>
                    <a:pt x="65" y="607"/>
                  </a:lnTo>
                  <a:lnTo>
                    <a:pt x="65" y="591"/>
                  </a:lnTo>
                  <a:lnTo>
                    <a:pt x="65" y="490"/>
                  </a:lnTo>
                  <a:lnTo>
                    <a:pt x="65" y="457"/>
                  </a:lnTo>
                  <a:lnTo>
                    <a:pt x="65" y="421"/>
                  </a:lnTo>
                  <a:cubicBezTo>
                    <a:pt x="49" y="405"/>
                    <a:pt x="49" y="405"/>
                    <a:pt x="49" y="389"/>
                  </a:cubicBezTo>
                  <a:close/>
                  <a:moveTo>
                    <a:pt x="65" y="607"/>
                  </a:moveTo>
                  <a:lnTo>
                    <a:pt x="65" y="659"/>
                  </a:lnTo>
                  <a:lnTo>
                    <a:pt x="65" y="676"/>
                  </a:lnTo>
                  <a:cubicBezTo>
                    <a:pt x="85" y="659"/>
                    <a:pt x="85" y="623"/>
                    <a:pt x="65" y="6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0"/>
            <p:cNvSpPr/>
            <p:nvPr/>
          </p:nvSpPr>
          <p:spPr>
            <a:xfrm>
              <a:off x="1943123" y="296680"/>
              <a:ext cx="190704" cy="70918"/>
            </a:xfrm>
            <a:custGeom>
              <a:rect b="b" l="l" r="r" t="t"/>
              <a:pathLst>
                <a:path extrusionOk="0" h="714" w="1920">
                  <a:moveTo>
                    <a:pt x="27" y="0"/>
                  </a:moveTo>
                  <a:cubicBezTo>
                    <a:pt x="19" y="0"/>
                    <a:pt x="10" y="2"/>
                    <a:pt x="1" y="7"/>
                  </a:cubicBezTo>
                  <a:cubicBezTo>
                    <a:pt x="33" y="7"/>
                    <a:pt x="53" y="23"/>
                    <a:pt x="86" y="39"/>
                  </a:cubicBezTo>
                  <a:lnTo>
                    <a:pt x="102" y="39"/>
                  </a:lnTo>
                  <a:cubicBezTo>
                    <a:pt x="170" y="71"/>
                    <a:pt x="235" y="92"/>
                    <a:pt x="304" y="124"/>
                  </a:cubicBezTo>
                  <a:cubicBezTo>
                    <a:pt x="389" y="156"/>
                    <a:pt x="490" y="193"/>
                    <a:pt x="574" y="225"/>
                  </a:cubicBezTo>
                  <a:cubicBezTo>
                    <a:pt x="623" y="241"/>
                    <a:pt x="675" y="257"/>
                    <a:pt x="708" y="273"/>
                  </a:cubicBezTo>
                  <a:cubicBezTo>
                    <a:pt x="776" y="294"/>
                    <a:pt x="861" y="326"/>
                    <a:pt x="926" y="342"/>
                  </a:cubicBezTo>
                  <a:cubicBezTo>
                    <a:pt x="995" y="374"/>
                    <a:pt x="1063" y="395"/>
                    <a:pt x="1128" y="427"/>
                  </a:cubicBezTo>
                  <a:cubicBezTo>
                    <a:pt x="1180" y="443"/>
                    <a:pt x="1213" y="459"/>
                    <a:pt x="1265" y="475"/>
                  </a:cubicBezTo>
                  <a:cubicBezTo>
                    <a:pt x="1314" y="496"/>
                    <a:pt x="1366" y="512"/>
                    <a:pt x="1399" y="528"/>
                  </a:cubicBezTo>
                  <a:cubicBezTo>
                    <a:pt x="1447" y="544"/>
                    <a:pt x="1499" y="560"/>
                    <a:pt x="1568" y="576"/>
                  </a:cubicBezTo>
                  <a:cubicBezTo>
                    <a:pt x="1516" y="544"/>
                    <a:pt x="1467" y="528"/>
                    <a:pt x="1399" y="512"/>
                  </a:cubicBezTo>
                  <a:cubicBezTo>
                    <a:pt x="1366" y="496"/>
                    <a:pt x="1314" y="475"/>
                    <a:pt x="1265" y="459"/>
                  </a:cubicBezTo>
                  <a:cubicBezTo>
                    <a:pt x="1229" y="443"/>
                    <a:pt x="1180" y="427"/>
                    <a:pt x="1144" y="411"/>
                  </a:cubicBezTo>
                  <a:cubicBezTo>
                    <a:pt x="1063" y="395"/>
                    <a:pt x="995" y="358"/>
                    <a:pt x="926" y="326"/>
                  </a:cubicBezTo>
                  <a:cubicBezTo>
                    <a:pt x="861" y="310"/>
                    <a:pt x="793" y="273"/>
                    <a:pt x="724" y="257"/>
                  </a:cubicBezTo>
                  <a:cubicBezTo>
                    <a:pt x="675" y="241"/>
                    <a:pt x="623" y="225"/>
                    <a:pt x="574" y="209"/>
                  </a:cubicBezTo>
                  <a:cubicBezTo>
                    <a:pt x="490" y="172"/>
                    <a:pt x="389" y="140"/>
                    <a:pt x="304" y="108"/>
                  </a:cubicBezTo>
                  <a:cubicBezTo>
                    <a:pt x="235" y="71"/>
                    <a:pt x="187" y="55"/>
                    <a:pt x="118" y="39"/>
                  </a:cubicBezTo>
                  <a:cubicBezTo>
                    <a:pt x="102" y="23"/>
                    <a:pt x="102" y="23"/>
                    <a:pt x="86" y="23"/>
                  </a:cubicBezTo>
                  <a:cubicBezTo>
                    <a:pt x="63" y="12"/>
                    <a:pt x="46" y="0"/>
                    <a:pt x="27" y="0"/>
                  </a:cubicBezTo>
                  <a:close/>
                  <a:moveTo>
                    <a:pt x="1568" y="576"/>
                  </a:moveTo>
                  <a:cubicBezTo>
                    <a:pt x="1584" y="597"/>
                    <a:pt x="1617" y="613"/>
                    <a:pt x="1633" y="613"/>
                  </a:cubicBezTo>
                  <a:cubicBezTo>
                    <a:pt x="1718" y="645"/>
                    <a:pt x="1786" y="677"/>
                    <a:pt x="1871" y="698"/>
                  </a:cubicBezTo>
                  <a:cubicBezTo>
                    <a:pt x="1802" y="661"/>
                    <a:pt x="1718" y="629"/>
                    <a:pt x="1633" y="597"/>
                  </a:cubicBezTo>
                  <a:cubicBezTo>
                    <a:pt x="1617" y="597"/>
                    <a:pt x="1584" y="576"/>
                    <a:pt x="1568" y="576"/>
                  </a:cubicBezTo>
                  <a:close/>
                  <a:moveTo>
                    <a:pt x="1871" y="698"/>
                  </a:moveTo>
                  <a:cubicBezTo>
                    <a:pt x="1887" y="714"/>
                    <a:pt x="1903" y="714"/>
                    <a:pt x="1920" y="714"/>
                  </a:cubicBezTo>
                  <a:lnTo>
                    <a:pt x="1920" y="69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0"/>
            <p:cNvSpPr/>
            <p:nvPr/>
          </p:nvSpPr>
          <p:spPr>
            <a:xfrm>
              <a:off x="2543443" y="972586"/>
              <a:ext cx="11720" cy="3278"/>
            </a:xfrm>
            <a:custGeom>
              <a:rect b="b" l="l" r="r" t="t"/>
              <a:pathLst>
                <a:path extrusionOk="0" h="33" w="118">
                  <a:moveTo>
                    <a:pt x="0" y="1"/>
                  </a:moveTo>
                  <a:cubicBezTo>
                    <a:pt x="16" y="1"/>
                    <a:pt x="32" y="17"/>
                    <a:pt x="49" y="17"/>
                  </a:cubicBezTo>
                  <a:cubicBezTo>
                    <a:pt x="69" y="17"/>
                    <a:pt x="85" y="33"/>
                    <a:pt x="101" y="33"/>
                  </a:cubicBezTo>
                  <a:lnTo>
                    <a:pt x="117" y="17"/>
                  </a:lnTo>
                  <a:lnTo>
                    <a:pt x="101" y="17"/>
                  </a:lnTo>
                  <a:cubicBezTo>
                    <a:pt x="85" y="17"/>
                    <a:pt x="69" y="17"/>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0"/>
            <p:cNvSpPr/>
            <p:nvPr/>
          </p:nvSpPr>
          <p:spPr>
            <a:xfrm>
              <a:off x="1680706" y="404050"/>
              <a:ext cx="48669" cy="40227"/>
            </a:xfrm>
            <a:custGeom>
              <a:rect b="b" l="l" r="r" t="t"/>
              <a:pathLst>
                <a:path extrusionOk="0" h="405" w="490">
                  <a:moveTo>
                    <a:pt x="473" y="0"/>
                  </a:moveTo>
                  <a:lnTo>
                    <a:pt x="372" y="85"/>
                  </a:lnTo>
                  <a:cubicBezTo>
                    <a:pt x="271" y="170"/>
                    <a:pt x="170" y="255"/>
                    <a:pt x="86" y="324"/>
                  </a:cubicBezTo>
                  <a:cubicBezTo>
                    <a:pt x="49" y="340"/>
                    <a:pt x="33" y="356"/>
                    <a:pt x="17" y="372"/>
                  </a:cubicBezTo>
                  <a:cubicBezTo>
                    <a:pt x="17" y="388"/>
                    <a:pt x="1" y="388"/>
                    <a:pt x="1" y="404"/>
                  </a:cubicBezTo>
                  <a:cubicBezTo>
                    <a:pt x="17" y="404"/>
                    <a:pt x="17" y="388"/>
                    <a:pt x="33" y="388"/>
                  </a:cubicBezTo>
                  <a:cubicBezTo>
                    <a:pt x="49" y="372"/>
                    <a:pt x="70" y="356"/>
                    <a:pt x="86" y="340"/>
                  </a:cubicBezTo>
                  <a:cubicBezTo>
                    <a:pt x="187" y="255"/>
                    <a:pt x="288" y="170"/>
                    <a:pt x="389" y="101"/>
                  </a:cubicBezTo>
                  <a:lnTo>
                    <a:pt x="490" y="21"/>
                  </a:lnTo>
                  <a:lnTo>
                    <a:pt x="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0"/>
            <p:cNvSpPr/>
            <p:nvPr/>
          </p:nvSpPr>
          <p:spPr>
            <a:xfrm>
              <a:off x="1673952" y="591377"/>
              <a:ext cx="61879" cy="43504"/>
            </a:xfrm>
            <a:custGeom>
              <a:rect b="b" l="l" r="r" t="t"/>
              <a:pathLst>
                <a:path extrusionOk="0" h="438" w="623">
                  <a:moveTo>
                    <a:pt x="622" y="1"/>
                  </a:moveTo>
                  <a:cubicBezTo>
                    <a:pt x="590" y="1"/>
                    <a:pt x="574" y="17"/>
                    <a:pt x="558" y="33"/>
                  </a:cubicBezTo>
                  <a:cubicBezTo>
                    <a:pt x="590" y="17"/>
                    <a:pt x="606" y="1"/>
                    <a:pt x="622" y="1"/>
                  </a:cubicBezTo>
                  <a:close/>
                  <a:moveTo>
                    <a:pt x="541" y="33"/>
                  </a:moveTo>
                  <a:cubicBezTo>
                    <a:pt x="473" y="86"/>
                    <a:pt x="420" y="118"/>
                    <a:pt x="356" y="171"/>
                  </a:cubicBezTo>
                  <a:cubicBezTo>
                    <a:pt x="271" y="235"/>
                    <a:pt x="170" y="304"/>
                    <a:pt x="69" y="373"/>
                  </a:cubicBezTo>
                  <a:cubicBezTo>
                    <a:pt x="37" y="389"/>
                    <a:pt x="16" y="405"/>
                    <a:pt x="0" y="421"/>
                  </a:cubicBezTo>
                  <a:lnTo>
                    <a:pt x="0" y="437"/>
                  </a:lnTo>
                  <a:cubicBezTo>
                    <a:pt x="16" y="405"/>
                    <a:pt x="53" y="389"/>
                    <a:pt x="69" y="389"/>
                  </a:cubicBezTo>
                  <a:lnTo>
                    <a:pt x="85" y="373"/>
                  </a:lnTo>
                  <a:cubicBezTo>
                    <a:pt x="170" y="304"/>
                    <a:pt x="271" y="235"/>
                    <a:pt x="356" y="187"/>
                  </a:cubicBezTo>
                  <a:cubicBezTo>
                    <a:pt x="420" y="134"/>
                    <a:pt x="489" y="86"/>
                    <a:pt x="541" y="53"/>
                  </a:cubicBezTo>
                  <a:lnTo>
                    <a:pt x="558" y="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0"/>
            <p:cNvSpPr/>
            <p:nvPr/>
          </p:nvSpPr>
          <p:spPr>
            <a:xfrm>
              <a:off x="2285794" y="777214"/>
              <a:ext cx="1689" cy="20163"/>
            </a:xfrm>
            <a:custGeom>
              <a:rect b="b" l="l" r="r" t="t"/>
              <a:pathLst>
                <a:path extrusionOk="0" h="203" w="17">
                  <a:moveTo>
                    <a:pt x="1" y="0"/>
                  </a:moveTo>
                  <a:lnTo>
                    <a:pt x="1" y="65"/>
                  </a:lnTo>
                  <a:cubicBezTo>
                    <a:pt x="1" y="117"/>
                    <a:pt x="1" y="150"/>
                    <a:pt x="17" y="202"/>
                  </a:cubicBezTo>
                  <a:lnTo>
                    <a:pt x="17" y="182"/>
                  </a:lnTo>
                  <a:lnTo>
                    <a:pt x="17" y="65"/>
                  </a:lnTo>
                  <a:cubicBezTo>
                    <a:pt x="17" y="49"/>
                    <a:pt x="17" y="1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0"/>
            <p:cNvSpPr/>
            <p:nvPr/>
          </p:nvSpPr>
          <p:spPr>
            <a:xfrm>
              <a:off x="2155381" y="852205"/>
              <a:ext cx="3774" cy="105682"/>
            </a:xfrm>
            <a:custGeom>
              <a:rect b="b" l="l" r="r" t="t"/>
              <a:pathLst>
                <a:path extrusionOk="0" h="1064" w="38">
                  <a:moveTo>
                    <a:pt x="17" y="1"/>
                  </a:moveTo>
                  <a:cubicBezTo>
                    <a:pt x="1" y="17"/>
                    <a:pt x="1" y="33"/>
                    <a:pt x="1" y="53"/>
                  </a:cubicBezTo>
                  <a:lnTo>
                    <a:pt x="1" y="69"/>
                  </a:lnTo>
                  <a:cubicBezTo>
                    <a:pt x="17" y="304"/>
                    <a:pt x="17" y="538"/>
                    <a:pt x="1" y="760"/>
                  </a:cubicBezTo>
                  <a:cubicBezTo>
                    <a:pt x="1" y="776"/>
                    <a:pt x="1" y="809"/>
                    <a:pt x="17" y="825"/>
                  </a:cubicBezTo>
                  <a:lnTo>
                    <a:pt x="17" y="760"/>
                  </a:lnTo>
                  <a:lnTo>
                    <a:pt x="17" y="69"/>
                  </a:lnTo>
                  <a:lnTo>
                    <a:pt x="17" y="53"/>
                  </a:lnTo>
                  <a:cubicBezTo>
                    <a:pt x="17" y="33"/>
                    <a:pt x="17" y="17"/>
                    <a:pt x="37" y="1"/>
                  </a:cubicBezTo>
                  <a:close/>
                  <a:moveTo>
                    <a:pt x="17" y="926"/>
                  </a:moveTo>
                  <a:cubicBezTo>
                    <a:pt x="1" y="978"/>
                    <a:pt x="1" y="1011"/>
                    <a:pt x="17" y="1063"/>
                  </a:cubicBezTo>
                  <a:lnTo>
                    <a:pt x="17" y="92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0"/>
            <p:cNvSpPr/>
            <p:nvPr/>
          </p:nvSpPr>
          <p:spPr>
            <a:xfrm>
              <a:off x="2324332" y="492747"/>
              <a:ext cx="38637" cy="15296"/>
            </a:xfrm>
            <a:custGeom>
              <a:rect b="b" l="l" r="r" t="t"/>
              <a:pathLst>
                <a:path extrusionOk="0" h="154" w="389">
                  <a:moveTo>
                    <a:pt x="0" y="0"/>
                  </a:moveTo>
                  <a:lnTo>
                    <a:pt x="0" y="16"/>
                  </a:lnTo>
                  <a:lnTo>
                    <a:pt x="53" y="36"/>
                  </a:lnTo>
                  <a:cubicBezTo>
                    <a:pt x="101" y="53"/>
                    <a:pt x="134" y="69"/>
                    <a:pt x="186" y="85"/>
                  </a:cubicBezTo>
                  <a:cubicBezTo>
                    <a:pt x="235" y="85"/>
                    <a:pt x="271" y="101"/>
                    <a:pt x="320" y="117"/>
                  </a:cubicBezTo>
                  <a:cubicBezTo>
                    <a:pt x="287" y="101"/>
                    <a:pt x="235" y="85"/>
                    <a:pt x="186" y="69"/>
                  </a:cubicBezTo>
                  <a:cubicBezTo>
                    <a:pt x="154" y="53"/>
                    <a:pt x="101" y="36"/>
                    <a:pt x="69" y="16"/>
                  </a:cubicBezTo>
                  <a:lnTo>
                    <a:pt x="0" y="0"/>
                  </a:lnTo>
                  <a:close/>
                  <a:moveTo>
                    <a:pt x="320" y="117"/>
                  </a:moveTo>
                  <a:lnTo>
                    <a:pt x="372" y="154"/>
                  </a:lnTo>
                  <a:lnTo>
                    <a:pt x="388" y="154"/>
                  </a:lnTo>
                  <a:lnTo>
                    <a:pt x="388" y="137"/>
                  </a:lnTo>
                  <a:lnTo>
                    <a:pt x="320" y="1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0"/>
            <p:cNvSpPr/>
            <p:nvPr/>
          </p:nvSpPr>
          <p:spPr>
            <a:xfrm>
              <a:off x="2325922" y="807310"/>
              <a:ext cx="11720" cy="3278"/>
            </a:xfrm>
            <a:custGeom>
              <a:rect b="b" l="l" r="r" t="t"/>
              <a:pathLst>
                <a:path extrusionOk="0" h="33" w="118">
                  <a:moveTo>
                    <a:pt x="1" y="0"/>
                  </a:moveTo>
                  <a:lnTo>
                    <a:pt x="17" y="16"/>
                  </a:lnTo>
                  <a:cubicBezTo>
                    <a:pt x="37" y="16"/>
                    <a:pt x="53" y="16"/>
                    <a:pt x="69" y="33"/>
                  </a:cubicBezTo>
                  <a:lnTo>
                    <a:pt x="118" y="33"/>
                  </a:lnTo>
                  <a:cubicBezTo>
                    <a:pt x="102" y="33"/>
                    <a:pt x="85" y="16"/>
                    <a:pt x="69" y="16"/>
                  </a:cubicBezTo>
                  <a:cubicBezTo>
                    <a:pt x="53" y="0"/>
                    <a:pt x="3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0"/>
            <p:cNvSpPr/>
            <p:nvPr/>
          </p:nvSpPr>
          <p:spPr>
            <a:xfrm>
              <a:off x="1673952" y="583034"/>
              <a:ext cx="63866" cy="45392"/>
            </a:xfrm>
            <a:custGeom>
              <a:rect b="b" l="l" r="r" t="t"/>
              <a:pathLst>
                <a:path extrusionOk="0" h="457" w="643">
                  <a:moveTo>
                    <a:pt x="642" y="0"/>
                  </a:moveTo>
                  <a:cubicBezTo>
                    <a:pt x="606" y="0"/>
                    <a:pt x="590" y="16"/>
                    <a:pt x="574" y="36"/>
                  </a:cubicBezTo>
                  <a:cubicBezTo>
                    <a:pt x="590" y="36"/>
                    <a:pt x="606" y="16"/>
                    <a:pt x="622" y="16"/>
                  </a:cubicBezTo>
                  <a:lnTo>
                    <a:pt x="642" y="16"/>
                  </a:lnTo>
                  <a:lnTo>
                    <a:pt x="642" y="0"/>
                  </a:lnTo>
                  <a:close/>
                  <a:moveTo>
                    <a:pt x="574" y="36"/>
                  </a:moveTo>
                  <a:lnTo>
                    <a:pt x="574" y="36"/>
                  </a:lnTo>
                  <a:cubicBezTo>
                    <a:pt x="473" y="101"/>
                    <a:pt x="372" y="170"/>
                    <a:pt x="287" y="238"/>
                  </a:cubicBezTo>
                  <a:cubicBezTo>
                    <a:pt x="388" y="186"/>
                    <a:pt x="489" y="117"/>
                    <a:pt x="574" y="36"/>
                  </a:cubicBezTo>
                  <a:close/>
                  <a:moveTo>
                    <a:pt x="287" y="238"/>
                  </a:moveTo>
                  <a:lnTo>
                    <a:pt x="287" y="238"/>
                  </a:lnTo>
                  <a:cubicBezTo>
                    <a:pt x="238" y="271"/>
                    <a:pt x="186" y="303"/>
                    <a:pt x="138" y="356"/>
                  </a:cubicBezTo>
                  <a:cubicBezTo>
                    <a:pt x="186" y="319"/>
                    <a:pt x="238" y="287"/>
                    <a:pt x="287" y="238"/>
                  </a:cubicBezTo>
                  <a:close/>
                  <a:moveTo>
                    <a:pt x="138" y="356"/>
                  </a:moveTo>
                  <a:cubicBezTo>
                    <a:pt x="101" y="356"/>
                    <a:pt x="85" y="372"/>
                    <a:pt x="69" y="388"/>
                  </a:cubicBezTo>
                  <a:cubicBezTo>
                    <a:pt x="53" y="404"/>
                    <a:pt x="16" y="420"/>
                    <a:pt x="0" y="440"/>
                  </a:cubicBezTo>
                  <a:lnTo>
                    <a:pt x="16" y="457"/>
                  </a:lnTo>
                  <a:lnTo>
                    <a:pt x="69" y="404"/>
                  </a:lnTo>
                  <a:cubicBezTo>
                    <a:pt x="85" y="388"/>
                    <a:pt x="117" y="372"/>
                    <a:pt x="138"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0"/>
            <p:cNvSpPr/>
            <p:nvPr/>
          </p:nvSpPr>
          <p:spPr>
            <a:xfrm>
              <a:off x="2376081" y="636769"/>
              <a:ext cx="6953" cy="34962"/>
            </a:xfrm>
            <a:custGeom>
              <a:rect b="b" l="l" r="r" t="t"/>
              <a:pathLst>
                <a:path extrusionOk="0" h="352" w="70">
                  <a:moveTo>
                    <a:pt x="1" y="0"/>
                  </a:moveTo>
                  <a:lnTo>
                    <a:pt x="1" y="17"/>
                  </a:lnTo>
                  <a:cubicBezTo>
                    <a:pt x="17" y="17"/>
                    <a:pt x="17" y="33"/>
                    <a:pt x="17" y="49"/>
                  </a:cubicBezTo>
                  <a:cubicBezTo>
                    <a:pt x="17" y="65"/>
                    <a:pt x="17" y="81"/>
                    <a:pt x="37" y="101"/>
                  </a:cubicBezTo>
                  <a:lnTo>
                    <a:pt x="37" y="49"/>
                  </a:lnTo>
                  <a:cubicBezTo>
                    <a:pt x="37" y="33"/>
                    <a:pt x="37" y="17"/>
                    <a:pt x="1" y="0"/>
                  </a:cubicBezTo>
                  <a:close/>
                  <a:moveTo>
                    <a:pt x="37" y="101"/>
                  </a:moveTo>
                  <a:lnTo>
                    <a:pt x="37" y="118"/>
                  </a:lnTo>
                  <a:lnTo>
                    <a:pt x="53" y="118"/>
                  </a:lnTo>
                  <a:cubicBezTo>
                    <a:pt x="53" y="118"/>
                    <a:pt x="53" y="101"/>
                    <a:pt x="37" y="101"/>
                  </a:cubicBezTo>
                  <a:close/>
                  <a:moveTo>
                    <a:pt x="37" y="118"/>
                  </a:moveTo>
                  <a:lnTo>
                    <a:pt x="37" y="219"/>
                  </a:lnTo>
                  <a:lnTo>
                    <a:pt x="37" y="235"/>
                  </a:lnTo>
                  <a:lnTo>
                    <a:pt x="37" y="267"/>
                  </a:lnTo>
                  <a:cubicBezTo>
                    <a:pt x="53" y="283"/>
                    <a:pt x="53" y="319"/>
                    <a:pt x="37" y="336"/>
                  </a:cubicBezTo>
                  <a:lnTo>
                    <a:pt x="53" y="352"/>
                  </a:lnTo>
                  <a:cubicBezTo>
                    <a:pt x="69" y="319"/>
                    <a:pt x="53" y="283"/>
                    <a:pt x="53" y="267"/>
                  </a:cubicBezTo>
                  <a:lnTo>
                    <a:pt x="53" y="235"/>
                  </a:lnTo>
                  <a:lnTo>
                    <a:pt x="53" y="219"/>
                  </a:lnTo>
                  <a:cubicBezTo>
                    <a:pt x="53" y="182"/>
                    <a:pt x="37" y="150"/>
                    <a:pt x="37"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0"/>
            <p:cNvSpPr/>
            <p:nvPr/>
          </p:nvSpPr>
          <p:spPr>
            <a:xfrm>
              <a:off x="1344491" y="757151"/>
              <a:ext cx="67144" cy="50258"/>
            </a:xfrm>
            <a:custGeom>
              <a:rect b="b" l="l" r="r" t="t"/>
              <a:pathLst>
                <a:path extrusionOk="0" h="506" w="676">
                  <a:moveTo>
                    <a:pt x="675" y="0"/>
                  </a:moveTo>
                  <a:cubicBezTo>
                    <a:pt x="659" y="0"/>
                    <a:pt x="643" y="0"/>
                    <a:pt x="627" y="16"/>
                  </a:cubicBezTo>
                  <a:cubicBezTo>
                    <a:pt x="489" y="117"/>
                    <a:pt x="356" y="218"/>
                    <a:pt x="223" y="303"/>
                  </a:cubicBezTo>
                  <a:lnTo>
                    <a:pt x="37" y="453"/>
                  </a:lnTo>
                  <a:cubicBezTo>
                    <a:pt x="21" y="453"/>
                    <a:pt x="1" y="469"/>
                    <a:pt x="1" y="485"/>
                  </a:cubicBezTo>
                  <a:lnTo>
                    <a:pt x="1" y="505"/>
                  </a:lnTo>
                  <a:lnTo>
                    <a:pt x="21" y="505"/>
                  </a:lnTo>
                  <a:cubicBezTo>
                    <a:pt x="21" y="485"/>
                    <a:pt x="21" y="469"/>
                    <a:pt x="37" y="469"/>
                  </a:cubicBezTo>
                  <a:lnTo>
                    <a:pt x="239" y="319"/>
                  </a:lnTo>
                  <a:cubicBezTo>
                    <a:pt x="372" y="218"/>
                    <a:pt x="506" y="117"/>
                    <a:pt x="643" y="16"/>
                  </a:cubicBezTo>
                  <a:lnTo>
                    <a:pt x="675" y="16"/>
                  </a:lnTo>
                  <a:lnTo>
                    <a:pt x="6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0"/>
            <p:cNvSpPr/>
            <p:nvPr/>
          </p:nvSpPr>
          <p:spPr>
            <a:xfrm>
              <a:off x="1673952" y="598231"/>
              <a:ext cx="60290" cy="41816"/>
            </a:xfrm>
            <a:custGeom>
              <a:rect b="b" l="l" r="r" t="t"/>
              <a:pathLst>
                <a:path extrusionOk="0" h="421" w="607">
                  <a:moveTo>
                    <a:pt x="590" y="1"/>
                  </a:moveTo>
                  <a:lnTo>
                    <a:pt x="505" y="49"/>
                  </a:lnTo>
                  <a:cubicBezTo>
                    <a:pt x="457" y="85"/>
                    <a:pt x="404" y="134"/>
                    <a:pt x="339" y="166"/>
                  </a:cubicBezTo>
                  <a:cubicBezTo>
                    <a:pt x="271" y="219"/>
                    <a:pt x="202" y="267"/>
                    <a:pt x="117" y="320"/>
                  </a:cubicBezTo>
                  <a:lnTo>
                    <a:pt x="0" y="405"/>
                  </a:lnTo>
                  <a:lnTo>
                    <a:pt x="0" y="421"/>
                  </a:lnTo>
                  <a:lnTo>
                    <a:pt x="16" y="421"/>
                  </a:lnTo>
                  <a:lnTo>
                    <a:pt x="138" y="336"/>
                  </a:lnTo>
                  <a:cubicBezTo>
                    <a:pt x="202" y="287"/>
                    <a:pt x="271" y="235"/>
                    <a:pt x="356" y="186"/>
                  </a:cubicBezTo>
                  <a:cubicBezTo>
                    <a:pt x="404" y="134"/>
                    <a:pt x="473" y="102"/>
                    <a:pt x="521" y="65"/>
                  </a:cubicBezTo>
                  <a:lnTo>
                    <a:pt x="6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0"/>
            <p:cNvSpPr/>
            <p:nvPr/>
          </p:nvSpPr>
          <p:spPr>
            <a:xfrm>
              <a:off x="2351249" y="472684"/>
              <a:ext cx="13310" cy="5264"/>
            </a:xfrm>
            <a:custGeom>
              <a:rect b="b" l="l" r="r" t="t"/>
              <a:pathLst>
                <a:path extrusionOk="0" h="53" w="134">
                  <a:moveTo>
                    <a:pt x="0" y="0"/>
                  </a:moveTo>
                  <a:cubicBezTo>
                    <a:pt x="16" y="16"/>
                    <a:pt x="16" y="16"/>
                    <a:pt x="32" y="16"/>
                  </a:cubicBezTo>
                  <a:cubicBezTo>
                    <a:pt x="49" y="16"/>
                    <a:pt x="65" y="36"/>
                    <a:pt x="85" y="36"/>
                  </a:cubicBezTo>
                  <a:cubicBezTo>
                    <a:pt x="101" y="53"/>
                    <a:pt x="101" y="53"/>
                    <a:pt x="117" y="53"/>
                  </a:cubicBezTo>
                  <a:lnTo>
                    <a:pt x="133" y="53"/>
                  </a:lnTo>
                  <a:lnTo>
                    <a:pt x="133" y="36"/>
                  </a:lnTo>
                  <a:lnTo>
                    <a:pt x="101" y="36"/>
                  </a:lnTo>
                  <a:cubicBezTo>
                    <a:pt x="65" y="16"/>
                    <a:pt x="49" y="16"/>
                    <a:pt x="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0"/>
            <p:cNvSpPr/>
            <p:nvPr/>
          </p:nvSpPr>
          <p:spPr>
            <a:xfrm>
              <a:off x="2490007" y="668453"/>
              <a:ext cx="10131" cy="3278"/>
            </a:xfrm>
            <a:custGeom>
              <a:rect b="b" l="l" r="r" t="t"/>
              <a:pathLst>
                <a:path extrusionOk="0" h="33" w="102">
                  <a:moveTo>
                    <a:pt x="1" y="0"/>
                  </a:moveTo>
                  <a:cubicBezTo>
                    <a:pt x="1" y="0"/>
                    <a:pt x="17" y="17"/>
                    <a:pt x="33" y="17"/>
                  </a:cubicBezTo>
                  <a:cubicBezTo>
                    <a:pt x="49" y="17"/>
                    <a:pt x="65" y="33"/>
                    <a:pt x="102" y="33"/>
                  </a:cubicBezTo>
                  <a:lnTo>
                    <a:pt x="102" y="17"/>
                  </a:lnTo>
                  <a:cubicBezTo>
                    <a:pt x="65" y="17"/>
                    <a:pt x="49" y="17"/>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0"/>
            <p:cNvSpPr/>
            <p:nvPr/>
          </p:nvSpPr>
          <p:spPr>
            <a:xfrm>
              <a:off x="2555064" y="720202"/>
              <a:ext cx="13310" cy="4966"/>
            </a:xfrm>
            <a:custGeom>
              <a:rect b="b" l="l" r="r" t="t"/>
              <a:pathLst>
                <a:path extrusionOk="0" h="50" w="134">
                  <a:moveTo>
                    <a:pt x="16" y="1"/>
                  </a:moveTo>
                  <a:lnTo>
                    <a:pt x="0" y="17"/>
                  </a:lnTo>
                  <a:lnTo>
                    <a:pt x="16" y="17"/>
                  </a:lnTo>
                  <a:lnTo>
                    <a:pt x="134" y="49"/>
                  </a:lnTo>
                  <a:lnTo>
                    <a:pt x="134" y="33"/>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0"/>
            <p:cNvSpPr/>
            <p:nvPr/>
          </p:nvSpPr>
          <p:spPr>
            <a:xfrm>
              <a:off x="2702264" y="599820"/>
              <a:ext cx="36651" cy="13409"/>
            </a:xfrm>
            <a:custGeom>
              <a:rect b="b" l="l" r="r" t="t"/>
              <a:pathLst>
                <a:path extrusionOk="0" h="135" w="369">
                  <a:moveTo>
                    <a:pt x="1" y="1"/>
                  </a:moveTo>
                  <a:lnTo>
                    <a:pt x="1" y="17"/>
                  </a:lnTo>
                  <a:lnTo>
                    <a:pt x="33" y="17"/>
                  </a:lnTo>
                  <a:cubicBezTo>
                    <a:pt x="65" y="33"/>
                    <a:pt x="102" y="33"/>
                    <a:pt x="118" y="49"/>
                  </a:cubicBezTo>
                  <a:cubicBezTo>
                    <a:pt x="150" y="69"/>
                    <a:pt x="203" y="86"/>
                    <a:pt x="235" y="102"/>
                  </a:cubicBezTo>
                  <a:lnTo>
                    <a:pt x="267" y="102"/>
                  </a:lnTo>
                  <a:cubicBezTo>
                    <a:pt x="267" y="86"/>
                    <a:pt x="251" y="86"/>
                    <a:pt x="235" y="86"/>
                  </a:cubicBezTo>
                  <a:cubicBezTo>
                    <a:pt x="203" y="69"/>
                    <a:pt x="166" y="49"/>
                    <a:pt x="134" y="33"/>
                  </a:cubicBezTo>
                  <a:cubicBezTo>
                    <a:pt x="102" y="33"/>
                    <a:pt x="65" y="17"/>
                    <a:pt x="33" y="1"/>
                  </a:cubicBezTo>
                  <a:close/>
                  <a:moveTo>
                    <a:pt x="267" y="102"/>
                  </a:moveTo>
                  <a:cubicBezTo>
                    <a:pt x="304" y="118"/>
                    <a:pt x="336" y="134"/>
                    <a:pt x="368" y="134"/>
                  </a:cubicBezTo>
                  <a:cubicBezTo>
                    <a:pt x="336" y="118"/>
                    <a:pt x="304" y="102"/>
                    <a:pt x="267" y="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0"/>
            <p:cNvSpPr/>
            <p:nvPr/>
          </p:nvSpPr>
          <p:spPr>
            <a:xfrm>
              <a:off x="2277352" y="651568"/>
              <a:ext cx="3774" cy="21752"/>
            </a:xfrm>
            <a:custGeom>
              <a:rect b="b" l="l" r="r" t="t"/>
              <a:pathLst>
                <a:path extrusionOk="0" h="219" w="38">
                  <a:moveTo>
                    <a:pt x="1" y="1"/>
                  </a:moveTo>
                  <a:lnTo>
                    <a:pt x="1" y="17"/>
                  </a:lnTo>
                  <a:lnTo>
                    <a:pt x="1" y="33"/>
                  </a:lnTo>
                  <a:lnTo>
                    <a:pt x="1" y="118"/>
                  </a:lnTo>
                  <a:lnTo>
                    <a:pt x="1" y="154"/>
                  </a:lnTo>
                  <a:cubicBezTo>
                    <a:pt x="1" y="170"/>
                    <a:pt x="1" y="187"/>
                    <a:pt x="21" y="203"/>
                  </a:cubicBezTo>
                  <a:lnTo>
                    <a:pt x="21" y="219"/>
                  </a:lnTo>
                  <a:lnTo>
                    <a:pt x="37" y="219"/>
                  </a:lnTo>
                  <a:lnTo>
                    <a:pt x="37" y="203"/>
                  </a:lnTo>
                  <a:cubicBezTo>
                    <a:pt x="21" y="187"/>
                    <a:pt x="21" y="170"/>
                    <a:pt x="21" y="154"/>
                  </a:cubicBezTo>
                  <a:lnTo>
                    <a:pt x="21" y="118"/>
                  </a:lnTo>
                  <a:lnTo>
                    <a:pt x="21" y="33"/>
                  </a:lnTo>
                  <a:lnTo>
                    <a:pt x="21" y="17"/>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0"/>
            <p:cNvSpPr/>
            <p:nvPr/>
          </p:nvSpPr>
          <p:spPr>
            <a:xfrm>
              <a:off x="1737719" y="952523"/>
              <a:ext cx="11720" cy="5364"/>
            </a:xfrm>
            <a:custGeom>
              <a:rect b="b" l="l" r="r" t="t"/>
              <a:pathLst>
                <a:path extrusionOk="0" h="54" w="118">
                  <a:moveTo>
                    <a:pt x="101" y="1"/>
                  </a:moveTo>
                  <a:cubicBezTo>
                    <a:pt x="81" y="1"/>
                    <a:pt x="49" y="17"/>
                    <a:pt x="33" y="33"/>
                  </a:cubicBezTo>
                  <a:cubicBezTo>
                    <a:pt x="65" y="33"/>
                    <a:pt x="81" y="17"/>
                    <a:pt x="118" y="1"/>
                  </a:cubicBezTo>
                  <a:close/>
                  <a:moveTo>
                    <a:pt x="17" y="33"/>
                  </a:moveTo>
                  <a:lnTo>
                    <a:pt x="0" y="53"/>
                  </a:lnTo>
                  <a:lnTo>
                    <a:pt x="17" y="53"/>
                  </a:lnTo>
                  <a:lnTo>
                    <a:pt x="33" y="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0"/>
            <p:cNvSpPr/>
            <p:nvPr/>
          </p:nvSpPr>
          <p:spPr>
            <a:xfrm>
              <a:off x="1234141" y="641536"/>
              <a:ext cx="25427" cy="344360"/>
            </a:xfrm>
            <a:custGeom>
              <a:rect b="b" l="l" r="r" t="t"/>
              <a:pathLst>
                <a:path extrusionOk="0" h="3467" w="256">
                  <a:moveTo>
                    <a:pt x="223" y="1"/>
                  </a:moveTo>
                  <a:cubicBezTo>
                    <a:pt x="239" y="33"/>
                    <a:pt x="239" y="53"/>
                    <a:pt x="239" y="86"/>
                  </a:cubicBezTo>
                  <a:lnTo>
                    <a:pt x="239" y="118"/>
                  </a:lnTo>
                  <a:cubicBezTo>
                    <a:pt x="239" y="102"/>
                    <a:pt x="239" y="102"/>
                    <a:pt x="255" y="86"/>
                  </a:cubicBezTo>
                  <a:cubicBezTo>
                    <a:pt x="255" y="53"/>
                    <a:pt x="255" y="33"/>
                    <a:pt x="239" y="1"/>
                  </a:cubicBezTo>
                  <a:close/>
                  <a:moveTo>
                    <a:pt x="239" y="118"/>
                  </a:moveTo>
                  <a:cubicBezTo>
                    <a:pt x="223" y="187"/>
                    <a:pt x="223" y="235"/>
                    <a:pt x="223" y="304"/>
                  </a:cubicBezTo>
                  <a:cubicBezTo>
                    <a:pt x="223" y="320"/>
                    <a:pt x="223" y="356"/>
                    <a:pt x="203" y="372"/>
                  </a:cubicBezTo>
                  <a:lnTo>
                    <a:pt x="203" y="457"/>
                  </a:lnTo>
                  <a:cubicBezTo>
                    <a:pt x="203" y="538"/>
                    <a:pt x="187" y="607"/>
                    <a:pt x="187" y="692"/>
                  </a:cubicBezTo>
                  <a:lnTo>
                    <a:pt x="187" y="809"/>
                  </a:lnTo>
                  <a:cubicBezTo>
                    <a:pt x="187" y="841"/>
                    <a:pt x="187" y="894"/>
                    <a:pt x="170" y="926"/>
                  </a:cubicBezTo>
                  <a:lnTo>
                    <a:pt x="170" y="1043"/>
                  </a:lnTo>
                  <a:cubicBezTo>
                    <a:pt x="170" y="1079"/>
                    <a:pt x="154" y="1128"/>
                    <a:pt x="154" y="1164"/>
                  </a:cubicBezTo>
                  <a:lnTo>
                    <a:pt x="154" y="1180"/>
                  </a:lnTo>
                  <a:lnTo>
                    <a:pt x="154" y="1265"/>
                  </a:lnTo>
                  <a:lnTo>
                    <a:pt x="154" y="1366"/>
                  </a:lnTo>
                  <a:cubicBezTo>
                    <a:pt x="170" y="1330"/>
                    <a:pt x="170" y="1298"/>
                    <a:pt x="170" y="1265"/>
                  </a:cubicBezTo>
                  <a:lnTo>
                    <a:pt x="170" y="1180"/>
                  </a:lnTo>
                  <a:lnTo>
                    <a:pt x="170" y="1164"/>
                  </a:lnTo>
                  <a:cubicBezTo>
                    <a:pt x="170" y="1128"/>
                    <a:pt x="170" y="1079"/>
                    <a:pt x="187" y="1043"/>
                  </a:cubicBezTo>
                  <a:lnTo>
                    <a:pt x="187" y="926"/>
                  </a:lnTo>
                  <a:cubicBezTo>
                    <a:pt x="187" y="894"/>
                    <a:pt x="187" y="841"/>
                    <a:pt x="203" y="809"/>
                  </a:cubicBezTo>
                  <a:lnTo>
                    <a:pt x="203" y="692"/>
                  </a:lnTo>
                  <a:cubicBezTo>
                    <a:pt x="203" y="607"/>
                    <a:pt x="223" y="538"/>
                    <a:pt x="223" y="457"/>
                  </a:cubicBezTo>
                  <a:lnTo>
                    <a:pt x="223" y="372"/>
                  </a:lnTo>
                  <a:cubicBezTo>
                    <a:pt x="223" y="356"/>
                    <a:pt x="223" y="320"/>
                    <a:pt x="239" y="304"/>
                  </a:cubicBezTo>
                  <a:lnTo>
                    <a:pt x="239" y="118"/>
                  </a:lnTo>
                  <a:close/>
                  <a:moveTo>
                    <a:pt x="154" y="1366"/>
                  </a:moveTo>
                  <a:cubicBezTo>
                    <a:pt x="154" y="1382"/>
                    <a:pt x="138" y="1399"/>
                    <a:pt x="138" y="1431"/>
                  </a:cubicBezTo>
                  <a:lnTo>
                    <a:pt x="138" y="1568"/>
                  </a:lnTo>
                  <a:lnTo>
                    <a:pt x="122" y="1685"/>
                  </a:lnTo>
                  <a:lnTo>
                    <a:pt x="122" y="1803"/>
                  </a:lnTo>
                  <a:cubicBezTo>
                    <a:pt x="122" y="1871"/>
                    <a:pt x="102" y="1936"/>
                    <a:pt x="102" y="2005"/>
                  </a:cubicBezTo>
                  <a:lnTo>
                    <a:pt x="102" y="2106"/>
                  </a:lnTo>
                  <a:cubicBezTo>
                    <a:pt x="122" y="2073"/>
                    <a:pt x="122" y="2037"/>
                    <a:pt x="122" y="2005"/>
                  </a:cubicBezTo>
                  <a:cubicBezTo>
                    <a:pt x="122" y="1936"/>
                    <a:pt x="122" y="1871"/>
                    <a:pt x="138" y="1819"/>
                  </a:cubicBezTo>
                  <a:lnTo>
                    <a:pt x="138" y="1685"/>
                  </a:lnTo>
                  <a:lnTo>
                    <a:pt x="154" y="1568"/>
                  </a:lnTo>
                  <a:lnTo>
                    <a:pt x="154" y="1431"/>
                  </a:lnTo>
                  <a:lnTo>
                    <a:pt x="154" y="1366"/>
                  </a:lnTo>
                  <a:close/>
                  <a:moveTo>
                    <a:pt x="102" y="2106"/>
                  </a:moveTo>
                  <a:cubicBezTo>
                    <a:pt x="86" y="2154"/>
                    <a:pt x="86" y="2223"/>
                    <a:pt x="86" y="2275"/>
                  </a:cubicBezTo>
                  <a:cubicBezTo>
                    <a:pt x="86" y="2340"/>
                    <a:pt x="69" y="2392"/>
                    <a:pt x="69" y="2441"/>
                  </a:cubicBezTo>
                  <a:cubicBezTo>
                    <a:pt x="69" y="2526"/>
                    <a:pt x="69" y="2594"/>
                    <a:pt x="53" y="2659"/>
                  </a:cubicBezTo>
                  <a:lnTo>
                    <a:pt x="53" y="2861"/>
                  </a:lnTo>
                  <a:cubicBezTo>
                    <a:pt x="69" y="2796"/>
                    <a:pt x="69" y="2728"/>
                    <a:pt x="69" y="2659"/>
                  </a:cubicBezTo>
                  <a:cubicBezTo>
                    <a:pt x="69" y="2594"/>
                    <a:pt x="86" y="2526"/>
                    <a:pt x="86" y="2441"/>
                  </a:cubicBezTo>
                  <a:cubicBezTo>
                    <a:pt x="86" y="2392"/>
                    <a:pt x="102" y="2340"/>
                    <a:pt x="102" y="2275"/>
                  </a:cubicBezTo>
                  <a:lnTo>
                    <a:pt x="102" y="2106"/>
                  </a:lnTo>
                  <a:close/>
                  <a:moveTo>
                    <a:pt x="53" y="2861"/>
                  </a:moveTo>
                  <a:cubicBezTo>
                    <a:pt x="37" y="2913"/>
                    <a:pt x="37" y="2962"/>
                    <a:pt x="37" y="3014"/>
                  </a:cubicBezTo>
                  <a:lnTo>
                    <a:pt x="37" y="3031"/>
                  </a:lnTo>
                  <a:cubicBezTo>
                    <a:pt x="37" y="3099"/>
                    <a:pt x="37" y="3164"/>
                    <a:pt x="21" y="3216"/>
                  </a:cubicBezTo>
                  <a:cubicBezTo>
                    <a:pt x="1" y="3233"/>
                    <a:pt x="1" y="3265"/>
                    <a:pt x="1" y="3285"/>
                  </a:cubicBezTo>
                  <a:cubicBezTo>
                    <a:pt x="1" y="3301"/>
                    <a:pt x="21" y="3301"/>
                    <a:pt x="1" y="3317"/>
                  </a:cubicBezTo>
                  <a:lnTo>
                    <a:pt x="1" y="3418"/>
                  </a:lnTo>
                  <a:lnTo>
                    <a:pt x="1" y="3467"/>
                  </a:lnTo>
                  <a:lnTo>
                    <a:pt x="21" y="3467"/>
                  </a:lnTo>
                  <a:lnTo>
                    <a:pt x="21" y="3418"/>
                  </a:lnTo>
                  <a:lnTo>
                    <a:pt x="21" y="3317"/>
                  </a:lnTo>
                  <a:lnTo>
                    <a:pt x="21" y="3285"/>
                  </a:lnTo>
                  <a:lnTo>
                    <a:pt x="21" y="3233"/>
                  </a:lnTo>
                  <a:cubicBezTo>
                    <a:pt x="37" y="3164"/>
                    <a:pt x="37" y="3099"/>
                    <a:pt x="53" y="3031"/>
                  </a:cubicBezTo>
                  <a:lnTo>
                    <a:pt x="53" y="3014"/>
                  </a:lnTo>
                  <a:lnTo>
                    <a:pt x="53" y="286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0"/>
            <p:cNvSpPr/>
            <p:nvPr/>
          </p:nvSpPr>
          <p:spPr>
            <a:xfrm>
              <a:off x="2321154" y="417658"/>
              <a:ext cx="13310" cy="6555"/>
            </a:xfrm>
            <a:custGeom>
              <a:rect b="b" l="l" r="r" t="t"/>
              <a:pathLst>
                <a:path extrusionOk="0" h="66" w="134">
                  <a:moveTo>
                    <a:pt x="0" y="1"/>
                  </a:moveTo>
                  <a:lnTo>
                    <a:pt x="0" y="17"/>
                  </a:lnTo>
                  <a:lnTo>
                    <a:pt x="133" y="65"/>
                  </a:lnTo>
                  <a:lnTo>
                    <a:pt x="133" y="49"/>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0"/>
            <p:cNvSpPr/>
            <p:nvPr/>
          </p:nvSpPr>
          <p:spPr>
            <a:xfrm>
              <a:off x="2281027" y="728644"/>
              <a:ext cx="3278" cy="8542"/>
            </a:xfrm>
            <a:custGeom>
              <a:rect b="b" l="l" r="r" t="t"/>
              <a:pathLst>
                <a:path extrusionOk="0" h="86" w="33">
                  <a:moveTo>
                    <a:pt x="16" y="0"/>
                  </a:moveTo>
                  <a:cubicBezTo>
                    <a:pt x="0" y="17"/>
                    <a:pt x="16" y="33"/>
                    <a:pt x="16" y="49"/>
                  </a:cubicBezTo>
                  <a:lnTo>
                    <a:pt x="16" y="65"/>
                  </a:lnTo>
                  <a:lnTo>
                    <a:pt x="32" y="85"/>
                  </a:lnTo>
                  <a:lnTo>
                    <a:pt x="32" y="65"/>
                  </a:lnTo>
                  <a:lnTo>
                    <a:pt x="32" y="49"/>
                  </a:lnTo>
                  <a:cubicBezTo>
                    <a:pt x="16" y="33"/>
                    <a:pt x="16" y="17"/>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0"/>
            <p:cNvSpPr/>
            <p:nvPr/>
          </p:nvSpPr>
          <p:spPr>
            <a:xfrm>
              <a:off x="1690738" y="436132"/>
              <a:ext cx="48669" cy="36651"/>
            </a:xfrm>
            <a:custGeom>
              <a:rect b="b" l="l" r="r" t="t"/>
              <a:pathLst>
                <a:path extrusionOk="0" h="369" w="490">
                  <a:moveTo>
                    <a:pt x="490" y="1"/>
                  </a:moveTo>
                  <a:cubicBezTo>
                    <a:pt x="473" y="1"/>
                    <a:pt x="453" y="1"/>
                    <a:pt x="437" y="17"/>
                  </a:cubicBezTo>
                  <a:cubicBezTo>
                    <a:pt x="336" y="102"/>
                    <a:pt x="219" y="203"/>
                    <a:pt x="102" y="283"/>
                  </a:cubicBezTo>
                  <a:lnTo>
                    <a:pt x="1" y="368"/>
                  </a:lnTo>
                  <a:lnTo>
                    <a:pt x="17" y="368"/>
                  </a:lnTo>
                  <a:lnTo>
                    <a:pt x="102" y="304"/>
                  </a:lnTo>
                  <a:cubicBezTo>
                    <a:pt x="219" y="203"/>
                    <a:pt x="336" y="118"/>
                    <a:pt x="453" y="17"/>
                  </a:cubicBezTo>
                  <a:lnTo>
                    <a:pt x="490" y="17"/>
                  </a:lnTo>
                  <a:lnTo>
                    <a:pt x="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0"/>
            <p:cNvSpPr/>
            <p:nvPr/>
          </p:nvSpPr>
          <p:spPr>
            <a:xfrm>
              <a:off x="2284205" y="606673"/>
              <a:ext cx="10131" cy="3278"/>
            </a:xfrm>
            <a:custGeom>
              <a:rect b="b" l="l" r="r" t="t"/>
              <a:pathLst>
                <a:path extrusionOk="0" h="33" w="102">
                  <a:moveTo>
                    <a:pt x="0" y="0"/>
                  </a:moveTo>
                  <a:lnTo>
                    <a:pt x="0" y="17"/>
                  </a:lnTo>
                  <a:cubicBezTo>
                    <a:pt x="17" y="17"/>
                    <a:pt x="33" y="17"/>
                    <a:pt x="53" y="33"/>
                  </a:cubicBezTo>
                  <a:lnTo>
                    <a:pt x="101" y="33"/>
                  </a:lnTo>
                  <a:cubicBezTo>
                    <a:pt x="85" y="33"/>
                    <a:pt x="69" y="17"/>
                    <a:pt x="53" y="17"/>
                  </a:cubicBezTo>
                  <a:cubicBezTo>
                    <a:pt x="33" y="17"/>
                    <a:pt x="1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0"/>
            <p:cNvSpPr/>
            <p:nvPr/>
          </p:nvSpPr>
          <p:spPr>
            <a:xfrm>
              <a:off x="1672363" y="641536"/>
              <a:ext cx="63469" cy="41816"/>
            </a:xfrm>
            <a:custGeom>
              <a:rect b="b" l="l" r="r" t="t"/>
              <a:pathLst>
                <a:path extrusionOk="0" h="421" w="639">
                  <a:moveTo>
                    <a:pt x="638" y="1"/>
                  </a:moveTo>
                  <a:cubicBezTo>
                    <a:pt x="622" y="1"/>
                    <a:pt x="606" y="17"/>
                    <a:pt x="590" y="17"/>
                  </a:cubicBezTo>
                  <a:lnTo>
                    <a:pt x="590" y="33"/>
                  </a:lnTo>
                  <a:cubicBezTo>
                    <a:pt x="606" y="17"/>
                    <a:pt x="622" y="17"/>
                    <a:pt x="638" y="17"/>
                  </a:cubicBezTo>
                  <a:lnTo>
                    <a:pt x="638" y="1"/>
                  </a:lnTo>
                  <a:close/>
                  <a:moveTo>
                    <a:pt x="590" y="33"/>
                  </a:moveTo>
                  <a:lnTo>
                    <a:pt x="590" y="33"/>
                  </a:lnTo>
                  <a:cubicBezTo>
                    <a:pt x="420" y="134"/>
                    <a:pt x="271" y="235"/>
                    <a:pt x="117" y="336"/>
                  </a:cubicBezTo>
                  <a:lnTo>
                    <a:pt x="0" y="405"/>
                  </a:lnTo>
                  <a:lnTo>
                    <a:pt x="0" y="421"/>
                  </a:lnTo>
                  <a:lnTo>
                    <a:pt x="16" y="421"/>
                  </a:lnTo>
                  <a:lnTo>
                    <a:pt x="117" y="356"/>
                  </a:lnTo>
                  <a:cubicBezTo>
                    <a:pt x="271" y="255"/>
                    <a:pt x="436" y="134"/>
                    <a:pt x="590"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0"/>
            <p:cNvSpPr/>
            <p:nvPr/>
          </p:nvSpPr>
          <p:spPr>
            <a:xfrm>
              <a:off x="2673857" y="501091"/>
              <a:ext cx="6853" cy="5364"/>
            </a:xfrm>
            <a:custGeom>
              <a:rect b="b" l="l" r="r" t="t"/>
              <a:pathLst>
                <a:path extrusionOk="0" h="54" w="69">
                  <a:moveTo>
                    <a:pt x="48" y="1"/>
                  </a:moveTo>
                  <a:cubicBezTo>
                    <a:pt x="48" y="17"/>
                    <a:pt x="32" y="17"/>
                    <a:pt x="16" y="33"/>
                  </a:cubicBezTo>
                  <a:cubicBezTo>
                    <a:pt x="16" y="33"/>
                    <a:pt x="0" y="33"/>
                    <a:pt x="0" y="53"/>
                  </a:cubicBezTo>
                  <a:cubicBezTo>
                    <a:pt x="16" y="53"/>
                    <a:pt x="16" y="53"/>
                    <a:pt x="32" y="33"/>
                  </a:cubicBezTo>
                  <a:lnTo>
                    <a:pt x="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0"/>
            <p:cNvSpPr/>
            <p:nvPr/>
          </p:nvSpPr>
          <p:spPr>
            <a:xfrm>
              <a:off x="2469943" y="436132"/>
              <a:ext cx="11820" cy="4966"/>
            </a:xfrm>
            <a:custGeom>
              <a:rect b="b" l="l" r="r" t="t"/>
              <a:pathLst>
                <a:path extrusionOk="0" h="50" w="119">
                  <a:moveTo>
                    <a:pt x="1" y="1"/>
                  </a:moveTo>
                  <a:lnTo>
                    <a:pt x="1" y="17"/>
                  </a:lnTo>
                  <a:lnTo>
                    <a:pt x="118" y="49"/>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0"/>
            <p:cNvSpPr/>
            <p:nvPr/>
          </p:nvSpPr>
          <p:spPr>
            <a:xfrm>
              <a:off x="2279438" y="909217"/>
              <a:ext cx="38141" cy="11720"/>
            </a:xfrm>
            <a:custGeom>
              <a:rect b="b" l="l" r="r" t="t"/>
              <a:pathLst>
                <a:path extrusionOk="0" h="118" w="384">
                  <a:moveTo>
                    <a:pt x="0" y="0"/>
                  </a:moveTo>
                  <a:lnTo>
                    <a:pt x="0" y="16"/>
                  </a:lnTo>
                  <a:lnTo>
                    <a:pt x="48" y="33"/>
                  </a:lnTo>
                  <a:cubicBezTo>
                    <a:pt x="101" y="33"/>
                    <a:pt x="133" y="49"/>
                    <a:pt x="182" y="65"/>
                  </a:cubicBezTo>
                  <a:cubicBezTo>
                    <a:pt x="202" y="65"/>
                    <a:pt x="218" y="65"/>
                    <a:pt x="234" y="85"/>
                  </a:cubicBezTo>
                  <a:cubicBezTo>
                    <a:pt x="283" y="85"/>
                    <a:pt x="319" y="101"/>
                    <a:pt x="368" y="117"/>
                  </a:cubicBezTo>
                  <a:lnTo>
                    <a:pt x="384" y="101"/>
                  </a:lnTo>
                  <a:lnTo>
                    <a:pt x="368" y="101"/>
                  </a:lnTo>
                  <a:cubicBezTo>
                    <a:pt x="335" y="85"/>
                    <a:pt x="283" y="85"/>
                    <a:pt x="234" y="65"/>
                  </a:cubicBezTo>
                  <a:cubicBezTo>
                    <a:pt x="218" y="49"/>
                    <a:pt x="202" y="49"/>
                    <a:pt x="182" y="49"/>
                  </a:cubicBezTo>
                  <a:cubicBezTo>
                    <a:pt x="149" y="33"/>
                    <a:pt x="101" y="33"/>
                    <a:pt x="65" y="16"/>
                  </a:cubicBez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0"/>
            <p:cNvSpPr/>
            <p:nvPr/>
          </p:nvSpPr>
          <p:spPr>
            <a:xfrm>
              <a:off x="2399720" y="783571"/>
              <a:ext cx="78367" cy="23838"/>
            </a:xfrm>
            <a:custGeom>
              <a:rect b="b" l="l" r="r" t="t"/>
              <a:pathLst>
                <a:path extrusionOk="0" h="240" w="789">
                  <a:moveTo>
                    <a:pt x="1" y="1"/>
                  </a:moveTo>
                  <a:lnTo>
                    <a:pt x="1" y="17"/>
                  </a:lnTo>
                  <a:lnTo>
                    <a:pt x="33" y="17"/>
                  </a:lnTo>
                  <a:cubicBezTo>
                    <a:pt x="82" y="37"/>
                    <a:pt x="118" y="53"/>
                    <a:pt x="150" y="53"/>
                  </a:cubicBezTo>
                  <a:cubicBezTo>
                    <a:pt x="219" y="70"/>
                    <a:pt x="268" y="86"/>
                    <a:pt x="320" y="102"/>
                  </a:cubicBezTo>
                  <a:cubicBezTo>
                    <a:pt x="385" y="138"/>
                    <a:pt x="453" y="154"/>
                    <a:pt x="506" y="171"/>
                  </a:cubicBezTo>
                  <a:cubicBezTo>
                    <a:pt x="554" y="187"/>
                    <a:pt x="607" y="187"/>
                    <a:pt x="655" y="203"/>
                  </a:cubicBezTo>
                  <a:cubicBezTo>
                    <a:pt x="672" y="219"/>
                    <a:pt x="672" y="219"/>
                    <a:pt x="688" y="219"/>
                  </a:cubicBezTo>
                  <a:cubicBezTo>
                    <a:pt x="724" y="239"/>
                    <a:pt x="740" y="239"/>
                    <a:pt x="772" y="239"/>
                  </a:cubicBezTo>
                  <a:lnTo>
                    <a:pt x="789" y="239"/>
                  </a:lnTo>
                  <a:lnTo>
                    <a:pt x="789" y="219"/>
                  </a:lnTo>
                  <a:cubicBezTo>
                    <a:pt x="779" y="225"/>
                    <a:pt x="769" y="227"/>
                    <a:pt x="760" y="227"/>
                  </a:cubicBezTo>
                  <a:cubicBezTo>
                    <a:pt x="737" y="227"/>
                    <a:pt x="713" y="214"/>
                    <a:pt x="688" y="203"/>
                  </a:cubicBezTo>
                  <a:lnTo>
                    <a:pt x="672" y="203"/>
                  </a:lnTo>
                  <a:cubicBezTo>
                    <a:pt x="623" y="187"/>
                    <a:pt x="571" y="171"/>
                    <a:pt x="522" y="154"/>
                  </a:cubicBezTo>
                  <a:cubicBezTo>
                    <a:pt x="453" y="138"/>
                    <a:pt x="385" y="118"/>
                    <a:pt x="336" y="102"/>
                  </a:cubicBezTo>
                  <a:cubicBezTo>
                    <a:pt x="268" y="86"/>
                    <a:pt x="219" y="70"/>
                    <a:pt x="167" y="53"/>
                  </a:cubicBezTo>
                  <a:cubicBezTo>
                    <a:pt x="118" y="37"/>
                    <a:pt x="82" y="17"/>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0"/>
            <p:cNvSpPr/>
            <p:nvPr/>
          </p:nvSpPr>
          <p:spPr>
            <a:xfrm>
              <a:off x="2496463" y="606673"/>
              <a:ext cx="10131" cy="3278"/>
            </a:xfrm>
            <a:custGeom>
              <a:rect b="b" l="l" r="r" t="t"/>
              <a:pathLst>
                <a:path extrusionOk="0" h="33" w="102">
                  <a:moveTo>
                    <a:pt x="0" y="0"/>
                  </a:moveTo>
                  <a:lnTo>
                    <a:pt x="0" y="17"/>
                  </a:lnTo>
                  <a:cubicBezTo>
                    <a:pt x="17" y="17"/>
                    <a:pt x="37" y="17"/>
                    <a:pt x="53" y="33"/>
                  </a:cubicBezTo>
                  <a:lnTo>
                    <a:pt x="101" y="33"/>
                  </a:lnTo>
                  <a:cubicBezTo>
                    <a:pt x="85" y="33"/>
                    <a:pt x="69" y="17"/>
                    <a:pt x="53" y="17"/>
                  </a:cubicBezTo>
                  <a:cubicBezTo>
                    <a:pt x="37" y="17"/>
                    <a:pt x="1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0"/>
            <p:cNvSpPr/>
            <p:nvPr/>
          </p:nvSpPr>
          <p:spPr>
            <a:xfrm>
              <a:off x="1682296" y="460963"/>
              <a:ext cx="57112" cy="43504"/>
            </a:xfrm>
            <a:custGeom>
              <a:rect b="b" l="l" r="r" t="t"/>
              <a:pathLst>
                <a:path extrusionOk="0" h="438" w="575">
                  <a:moveTo>
                    <a:pt x="575" y="1"/>
                  </a:moveTo>
                  <a:cubicBezTo>
                    <a:pt x="558" y="1"/>
                    <a:pt x="538" y="17"/>
                    <a:pt x="522" y="17"/>
                  </a:cubicBezTo>
                  <a:cubicBezTo>
                    <a:pt x="373" y="134"/>
                    <a:pt x="219" y="255"/>
                    <a:pt x="102" y="356"/>
                  </a:cubicBezTo>
                  <a:cubicBezTo>
                    <a:pt x="235" y="255"/>
                    <a:pt x="389" y="154"/>
                    <a:pt x="522" y="33"/>
                  </a:cubicBezTo>
                  <a:cubicBezTo>
                    <a:pt x="538" y="17"/>
                    <a:pt x="558" y="17"/>
                    <a:pt x="575" y="17"/>
                  </a:cubicBezTo>
                  <a:lnTo>
                    <a:pt x="575" y="1"/>
                  </a:lnTo>
                  <a:close/>
                  <a:moveTo>
                    <a:pt x="102" y="356"/>
                  </a:moveTo>
                  <a:cubicBezTo>
                    <a:pt x="70" y="373"/>
                    <a:pt x="33" y="405"/>
                    <a:pt x="1" y="437"/>
                  </a:cubicBezTo>
                  <a:cubicBezTo>
                    <a:pt x="33" y="421"/>
                    <a:pt x="70" y="389"/>
                    <a:pt x="102"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0"/>
            <p:cNvSpPr/>
            <p:nvPr/>
          </p:nvSpPr>
          <p:spPr>
            <a:xfrm>
              <a:off x="1679117" y="531186"/>
              <a:ext cx="58701" cy="43504"/>
            </a:xfrm>
            <a:custGeom>
              <a:rect b="b" l="l" r="r" t="t"/>
              <a:pathLst>
                <a:path extrusionOk="0" h="438" w="591">
                  <a:moveTo>
                    <a:pt x="590" y="1"/>
                  </a:moveTo>
                  <a:cubicBezTo>
                    <a:pt x="570" y="1"/>
                    <a:pt x="538" y="17"/>
                    <a:pt x="522" y="33"/>
                  </a:cubicBezTo>
                  <a:lnTo>
                    <a:pt x="522" y="53"/>
                  </a:lnTo>
                  <a:lnTo>
                    <a:pt x="538" y="53"/>
                  </a:lnTo>
                  <a:cubicBezTo>
                    <a:pt x="554" y="33"/>
                    <a:pt x="570" y="17"/>
                    <a:pt x="590" y="17"/>
                  </a:cubicBezTo>
                  <a:lnTo>
                    <a:pt x="590" y="1"/>
                  </a:lnTo>
                  <a:close/>
                  <a:moveTo>
                    <a:pt x="522" y="53"/>
                  </a:moveTo>
                  <a:lnTo>
                    <a:pt x="522" y="53"/>
                  </a:lnTo>
                  <a:cubicBezTo>
                    <a:pt x="421" y="118"/>
                    <a:pt x="336" y="187"/>
                    <a:pt x="235" y="255"/>
                  </a:cubicBezTo>
                  <a:cubicBezTo>
                    <a:pt x="203" y="272"/>
                    <a:pt x="150" y="304"/>
                    <a:pt x="118" y="336"/>
                  </a:cubicBezTo>
                  <a:cubicBezTo>
                    <a:pt x="86" y="356"/>
                    <a:pt x="65" y="373"/>
                    <a:pt x="33" y="389"/>
                  </a:cubicBezTo>
                  <a:lnTo>
                    <a:pt x="1" y="421"/>
                  </a:lnTo>
                  <a:lnTo>
                    <a:pt x="1" y="437"/>
                  </a:lnTo>
                  <a:lnTo>
                    <a:pt x="17" y="437"/>
                  </a:lnTo>
                  <a:lnTo>
                    <a:pt x="49" y="405"/>
                  </a:lnTo>
                  <a:cubicBezTo>
                    <a:pt x="65" y="389"/>
                    <a:pt x="102" y="373"/>
                    <a:pt x="134" y="356"/>
                  </a:cubicBezTo>
                  <a:cubicBezTo>
                    <a:pt x="166" y="320"/>
                    <a:pt x="203" y="288"/>
                    <a:pt x="251" y="255"/>
                  </a:cubicBezTo>
                  <a:cubicBezTo>
                    <a:pt x="336" y="187"/>
                    <a:pt x="437" y="118"/>
                    <a:pt x="522"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0"/>
            <p:cNvSpPr/>
            <p:nvPr/>
          </p:nvSpPr>
          <p:spPr>
            <a:xfrm>
              <a:off x="2240899" y="327371"/>
              <a:ext cx="10131" cy="8542"/>
            </a:xfrm>
            <a:custGeom>
              <a:rect b="b" l="l" r="r" t="t"/>
              <a:pathLst>
                <a:path extrusionOk="0" h="86" w="102">
                  <a:moveTo>
                    <a:pt x="85" y="1"/>
                  </a:moveTo>
                  <a:cubicBezTo>
                    <a:pt x="85" y="17"/>
                    <a:pt x="65" y="33"/>
                    <a:pt x="49" y="33"/>
                  </a:cubicBezTo>
                  <a:cubicBezTo>
                    <a:pt x="33" y="33"/>
                    <a:pt x="33" y="49"/>
                    <a:pt x="16" y="65"/>
                  </a:cubicBezTo>
                  <a:lnTo>
                    <a:pt x="0" y="86"/>
                  </a:lnTo>
                  <a:lnTo>
                    <a:pt x="16" y="86"/>
                  </a:lnTo>
                  <a:cubicBezTo>
                    <a:pt x="16" y="86"/>
                    <a:pt x="33" y="86"/>
                    <a:pt x="33" y="65"/>
                  </a:cubicBezTo>
                  <a:cubicBezTo>
                    <a:pt x="33" y="65"/>
                    <a:pt x="49" y="49"/>
                    <a:pt x="65" y="49"/>
                  </a:cubicBezTo>
                  <a:cubicBezTo>
                    <a:pt x="85" y="33"/>
                    <a:pt x="101" y="17"/>
                    <a:pt x="1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0"/>
            <p:cNvSpPr/>
            <p:nvPr/>
          </p:nvSpPr>
          <p:spPr>
            <a:xfrm>
              <a:off x="1669085" y="569724"/>
              <a:ext cx="68733" cy="47080"/>
            </a:xfrm>
            <a:custGeom>
              <a:rect b="b" l="l" r="r" t="t"/>
              <a:pathLst>
                <a:path extrusionOk="0" h="474" w="692">
                  <a:moveTo>
                    <a:pt x="691" y="1"/>
                  </a:moveTo>
                  <a:cubicBezTo>
                    <a:pt x="655" y="1"/>
                    <a:pt x="639" y="17"/>
                    <a:pt x="623" y="33"/>
                  </a:cubicBezTo>
                  <a:lnTo>
                    <a:pt x="607" y="49"/>
                  </a:lnTo>
                  <a:cubicBezTo>
                    <a:pt x="489" y="134"/>
                    <a:pt x="368" y="219"/>
                    <a:pt x="251" y="304"/>
                  </a:cubicBezTo>
                  <a:cubicBezTo>
                    <a:pt x="203" y="352"/>
                    <a:pt x="150" y="389"/>
                    <a:pt x="102" y="421"/>
                  </a:cubicBezTo>
                  <a:cubicBezTo>
                    <a:pt x="86" y="421"/>
                    <a:pt x="86" y="421"/>
                    <a:pt x="86" y="437"/>
                  </a:cubicBezTo>
                  <a:lnTo>
                    <a:pt x="102" y="437"/>
                  </a:lnTo>
                  <a:cubicBezTo>
                    <a:pt x="150" y="389"/>
                    <a:pt x="203" y="352"/>
                    <a:pt x="251" y="320"/>
                  </a:cubicBezTo>
                  <a:cubicBezTo>
                    <a:pt x="368" y="235"/>
                    <a:pt x="489" y="134"/>
                    <a:pt x="623" y="49"/>
                  </a:cubicBezTo>
                  <a:cubicBezTo>
                    <a:pt x="639" y="33"/>
                    <a:pt x="655" y="17"/>
                    <a:pt x="671" y="17"/>
                  </a:cubicBezTo>
                  <a:lnTo>
                    <a:pt x="691" y="17"/>
                  </a:lnTo>
                  <a:lnTo>
                    <a:pt x="691" y="1"/>
                  </a:lnTo>
                  <a:close/>
                  <a:moveTo>
                    <a:pt x="86" y="437"/>
                  </a:moveTo>
                  <a:cubicBezTo>
                    <a:pt x="65" y="437"/>
                    <a:pt x="49" y="453"/>
                    <a:pt x="49" y="453"/>
                  </a:cubicBezTo>
                  <a:lnTo>
                    <a:pt x="17" y="453"/>
                  </a:lnTo>
                  <a:lnTo>
                    <a:pt x="1" y="473"/>
                  </a:lnTo>
                  <a:lnTo>
                    <a:pt x="49" y="473"/>
                  </a:lnTo>
                  <a:cubicBezTo>
                    <a:pt x="65" y="453"/>
                    <a:pt x="65" y="453"/>
                    <a:pt x="86" y="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0"/>
            <p:cNvSpPr/>
            <p:nvPr/>
          </p:nvSpPr>
          <p:spPr>
            <a:xfrm>
              <a:off x="2341218" y="611441"/>
              <a:ext cx="8443" cy="3377"/>
            </a:xfrm>
            <a:custGeom>
              <a:rect b="b" l="l" r="r" t="t"/>
              <a:pathLst>
                <a:path extrusionOk="0" h="34" w="85">
                  <a:moveTo>
                    <a:pt x="0" y="1"/>
                  </a:moveTo>
                  <a:lnTo>
                    <a:pt x="0" y="17"/>
                  </a:lnTo>
                  <a:lnTo>
                    <a:pt x="85"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0"/>
            <p:cNvSpPr/>
            <p:nvPr/>
          </p:nvSpPr>
          <p:spPr>
            <a:xfrm>
              <a:off x="2516526" y="708581"/>
              <a:ext cx="10131" cy="4867"/>
            </a:xfrm>
            <a:custGeom>
              <a:rect b="b" l="l" r="r" t="t"/>
              <a:pathLst>
                <a:path extrusionOk="0" h="49" w="102">
                  <a:moveTo>
                    <a:pt x="17" y="0"/>
                  </a:moveTo>
                  <a:lnTo>
                    <a:pt x="0" y="17"/>
                  </a:lnTo>
                  <a:lnTo>
                    <a:pt x="17" y="17"/>
                  </a:lnTo>
                  <a:lnTo>
                    <a:pt x="101" y="49"/>
                  </a:lnTo>
                  <a:lnTo>
                    <a:pt x="101"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0"/>
            <p:cNvSpPr/>
            <p:nvPr/>
          </p:nvSpPr>
          <p:spPr>
            <a:xfrm>
              <a:off x="2281027" y="489470"/>
              <a:ext cx="13310" cy="4966"/>
            </a:xfrm>
            <a:custGeom>
              <a:rect b="b" l="l" r="r" t="t"/>
              <a:pathLst>
                <a:path extrusionOk="0" h="50" w="134">
                  <a:moveTo>
                    <a:pt x="16" y="1"/>
                  </a:moveTo>
                  <a:lnTo>
                    <a:pt x="0" y="17"/>
                  </a:lnTo>
                  <a:lnTo>
                    <a:pt x="16" y="17"/>
                  </a:lnTo>
                  <a:cubicBezTo>
                    <a:pt x="32" y="17"/>
                    <a:pt x="49" y="33"/>
                    <a:pt x="85" y="33"/>
                  </a:cubicBezTo>
                  <a:cubicBezTo>
                    <a:pt x="65" y="17"/>
                    <a:pt x="32" y="1"/>
                    <a:pt x="16" y="1"/>
                  </a:cubicBezTo>
                  <a:close/>
                  <a:moveTo>
                    <a:pt x="85" y="33"/>
                  </a:moveTo>
                  <a:cubicBezTo>
                    <a:pt x="101" y="49"/>
                    <a:pt x="117" y="49"/>
                    <a:pt x="133" y="49"/>
                  </a:cubicBezTo>
                  <a:cubicBezTo>
                    <a:pt x="117" y="33"/>
                    <a:pt x="101" y="33"/>
                    <a:pt x="85"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0"/>
            <p:cNvSpPr/>
            <p:nvPr/>
          </p:nvSpPr>
          <p:spPr>
            <a:xfrm>
              <a:off x="2329497" y="974176"/>
              <a:ext cx="1788" cy="8542"/>
            </a:xfrm>
            <a:custGeom>
              <a:rect b="b" l="l" r="r" t="t"/>
              <a:pathLst>
                <a:path extrusionOk="0" h="86" w="18">
                  <a:moveTo>
                    <a:pt x="17" y="1"/>
                  </a:moveTo>
                  <a:cubicBezTo>
                    <a:pt x="1" y="17"/>
                    <a:pt x="1" y="53"/>
                    <a:pt x="1" y="69"/>
                  </a:cubicBezTo>
                  <a:lnTo>
                    <a:pt x="17" y="86"/>
                  </a:lnTo>
                  <a:lnTo>
                    <a:pt x="17" y="69"/>
                  </a:lnTo>
                  <a:lnTo>
                    <a:pt x="17"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0"/>
            <p:cNvSpPr/>
            <p:nvPr/>
          </p:nvSpPr>
          <p:spPr>
            <a:xfrm>
              <a:off x="2145349" y="698549"/>
              <a:ext cx="5364" cy="8542"/>
            </a:xfrm>
            <a:custGeom>
              <a:rect b="b" l="l" r="r" t="t"/>
              <a:pathLst>
                <a:path extrusionOk="0" h="86" w="54">
                  <a:moveTo>
                    <a:pt x="53" y="0"/>
                  </a:moveTo>
                  <a:lnTo>
                    <a:pt x="53" y="0"/>
                  </a:lnTo>
                  <a:cubicBezTo>
                    <a:pt x="1" y="17"/>
                    <a:pt x="17" y="49"/>
                    <a:pt x="17" y="85"/>
                  </a:cubicBezTo>
                  <a:lnTo>
                    <a:pt x="37" y="85"/>
                  </a:lnTo>
                  <a:cubicBezTo>
                    <a:pt x="17" y="49"/>
                    <a:pt x="17" y="1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0"/>
            <p:cNvSpPr/>
            <p:nvPr/>
          </p:nvSpPr>
          <p:spPr>
            <a:xfrm>
              <a:off x="2299501" y="611441"/>
              <a:ext cx="10032" cy="3377"/>
            </a:xfrm>
            <a:custGeom>
              <a:rect b="b" l="l" r="r" t="t"/>
              <a:pathLst>
                <a:path extrusionOk="0" h="34" w="101">
                  <a:moveTo>
                    <a:pt x="16" y="1"/>
                  </a:moveTo>
                  <a:lnTo>
                    <a:pt x="0" y="17"/>
                  </a:lnTo>
                  <a:lnTo>
                    <a:pt x="16" y="17"/>
                  </a:lnTo>
                  <a:cubicBezTo>
                    <a:pt x="16" y="17"/>
                    <a:pt x="32" y="17"/>
                    <a:pt x="48" y="33"/>
                  </a:cubicBezTo>
                  <a:lnTo>
                    <a:pt x="101" y="33"/>
                  </a:lnTo>
                  <a:cubicBezTo>
                    <a:pt x="81" y="33"/>
                    <a:pt x="65" y="17"/>
                    <a:pt x="48" y="17"/>
                  </a:cubicBezTo>
                  <a:cubicBezTo>
                    <a:pt x="32" y="17"/>
                    <a:pt x="32"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0"/>
            <p:cNvSpPr/>
            <p:nvPr/>
          </p:nvSpPr>
          <p:spPr>
            <a:xfrm>
              <a:off x="2498052" y="690106"/>
              <a:ext cx="37048" cy="11720"/>
            </a:xfrm>
            <a:custGeom>
              <a:rect b="b" l="l" r="r" t="t"/>
              <a:pathLst>
                <a:path extrusionOk="0" h="118" w="373">
                  <a:moveTo>
                    <a:pt x="1" y="1"/>
                  </a:moveTo>
                  <a:lnTo>
                    <a:pt x="1" y="17"/>
                  </a:lnTo>
                  <a:lnTo>
                    <a:pt x="21" y="17"/>
                  </a:lnTo>
                  <a:lnTo>
                    <a:pt x="21" y="1"/>
                  </a:lnTo>
                  <a:close/>
                  <a:moveTo>
                    <a:pt x="21" y="17"/>
                  </a:moveTo>
                  <a:cubicBezTo>
                    <a:pt x="102" y="49"/>
                    <a:pt x="154" y="69"/>
                    <a:pt x="223" y="85"/>
                  </a:cubicBezTo>
                  <a:cubicBezTo>
                    <a:pt x="255" y="85"/>
                    <a:pt x="287" y="102"/>
                    <a:pt x="324" y="118"/>
                  </a:cubicBezTo>
                  <a:lnTo>
                    <a:pt x="372" y="118"/>
                  </a:lnTo>
                  <a:lnTo>
                    <a:pt x="372" y="102"/>
                  </a:lnTo>
                  <a:lnTo>
                    <a:pt x="324" y="102"/>
                  </a:lnTo>
                  <a:cubicBezTo>
                    <a:pt x="287" y="85"/>
                    <a:pt x="255" y="85"/>
                    <a:pt x="223" y="69"/>
                  </a:cubicBezTo>
                  <a:cubicBezTo>
                    <a:pt x="170" y="49"/>
                    <a:pt x="102" y="33"/>
                    <a:pt x="21"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0"/>
            <p:cNvSpPr/>
            <p:nvPr/>
          </p:nvSpPr>
          <p:spPr>
            <a:xfrm>
              <a:off x="1679117" y="472684"/>
              <a:ext cx="11720" cy="10131"/>
            </a:xfrm>
            <a:custGeom>
              <a:rect b="b" l="l" r="r" t="t"/>
              <a:pathLst>
                <a:path extrusionOk="0" h="102" w="118">
                  <a:moveTo>
                    <a:pt x="118" y="0"/>
                  </a:moveTo>
                  <a:lnTo>
                    <a:pt x="1" y="85"/>
                  </a:lnTo>
                  <a:lnTo>
                    <a:pt x="1" y="101"/>
                  </a:lnTo>
                  <a:lnTo>
                    <a:pt x="118" y="16"/>
                  </a:lnTo>
                  <a:lnTo>
                    <a:pt x="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0"/>
            <p:cNvSpPr/>
            <p:nvPr/>
          </p:nvSpPr>
          <p:spPr>
            <a:xfrm>
              <a:off x="1720834" y="907628"/>
              <a:ext cx="4966" cy="80354"/>
            </a:xfrm>
            <a:custGeom>
              <a:rect b="b" l="l" r="r" t="t"/>
              <a:pathLst>
                <a:path extrusionOk="0" h="809" w="50">
                  <a:moveTo>
                    <a:pt x="33" y="0"/>
                  </a:moveTo>
                  <a:lnTo>
                    <a:pt x="33" y="16"/>
                  </a:lnTo>
                  <a:lnTo>
                    <a:pt x="33" y="81"/>
                  </a:lnTo>
                  <a:lnTo>
                    <a:pt x="33" y="133"/>
                  </a:lnTo>
                  <a:lnTo>
                    <a:pt x="33" y="267"/>
                  </a:lnTo>
                  <a:cubicBezTo>
                    <a:pt x="17" y="319"/>
                    <a:pt x="17" y="368"/>
                    <a:pt x="17" y="420"/>
                  </a:cubicBezTo>
                  <a:lnTo>
                    <a:pt x="17" y="521"/>
                  </a:lnTo>
                  <a:lnTo>
                    <a:pt x="17" y="687"/>
                  </a:lnTo>
                  <a:cubicBezTo>
                    <a:pt x="33" y="638"/>
                    <a:pt x="33" y="586"/>
                    <a:pt x="33" y="521"/>
                  </a:cubicBezTo>
                  <a:lnTo>
                    <a:pt x="33" y="420"/>
                  </a:lnTo>
                  <a:lnTo>
                    <a:pt x="33" y="283"/>
                  </a:lnTo>
                  <a:cubicBezTo>
                    <a:pt x="49" y="234"/>
                    <a:pt x="49" y="182"/>
                    <a:pt x="49" y="133"/>
                  </a:cubicBezTo>
                  <a:lnTo>
                    <a:pt x="49" y="81"/>
                  </a:lnTo>
                  <a:cubicBezTo>
                    <a:pt x="49" y="49"/>
                    <a:pt x="49" y="32"/>
                    <a:pt x="33" y="0"/>
                  </a:cubicBezTo>
                  <a:close/>
                  <a:moveTo>
                    <a:pt x="17" y="687"/>
                  </a:moveTo>
                  <a:cubicBezTo>
                    <a:pt x="17" y="723"/>
                    <a:pt x="17" y="739"/>
                    <a:pt x="1" y="772"/>
                  </a:cubicBezTo>
                  <a:lnTo>
                    <a:pt x="1" y="788"/>
                  </a:lnTo>
                  <a:lnTo>
                    <a:pt x="1" y="808"/>
                  </a:lnTo>
                  <a:lnTo>
                    <a:pt x="17" y="808"/>
                  </a:lnTo>
                  <a:lnTo>
                    <a:pt x="17" y="788"/>
                  </a:lnTo>
                  <a:lnTo>
                    <a:pt x="17" y="772"/>
                  </a:lnTo>
                  <a:lnTo>
                    <a:pt x="17" y="68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0"/>
            <p:cNvSpPr/>
            <p:nvPr/>
          </p:nvSpPr>
          <p:spPr>
            <a:xfrm>
              <a:off x="2707131" y="532875"/>
              <a:ext cx="10131" cy="5264"/>
            </a:xfrm>
            <a:custGeom>
              <a:rect b="b" l="l" r="r" t="t"/>
              <a:pathLst>
                <a:path extrusionOk="0" h="53" w="102">
                  <a:moveTo>
                    <a:pt x="0" y="0"/>
                  </a:moveTo>
                  <a:lnTo>
                    <a:pt x="0" y="16"/>
                  </a:lnTo>
                  <a:lnTo>
                    <a:pt x="85" y="53"/>
                  </a:lnTo>
                  <a:lnTo>
                    <a:pt x="101" y="53"/>
                  </a:lnTo>
                  <a:lnTo>
                    <a:pt x="101" y="36"/>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0"/>
            <p:cNvSpPr/>
            <p:nvPr/>
          </p:nvSpPr>
          <p:spPr>
            <a:xfrm>
              <a:off x="2230868" y="977851"/>
              <a:ext cx="8542" cy="3278"/>
            </a:xfrm>
            <a:custGeom>
              <a:rect b="b" l="l" r="r" t="t"/>
              <a:pathLst>
                <a:path extrusionOk="0" h="33" w="86">
                  <a:moveTo>
                    <a:pt x="0" y="0"/>
                  </a:moveTo>
                  <a:cubicBezTo>
                    <a:pt x="0" y="0"/>
                    <a:pt x="16" y="16"/>
                    <a:pt x="33" y="16"/>
                  </a:cubicBezTo>
                  <a:cubicBezTo>
                    <a:pt x="33" y="16"/>
                    <a:pt x="49" y="32"/>
                    <a:pt x="65" y="32"/>
                  </a:cubicBezTo>
                  <a:lnTo>
                    <a:pt x="85" y="32"/>
                  </a:lnTo>
                  <a:lnTo>
                    <a:pt x="85" y="16"/>
                  </a:lnTo>
                  <a:cubicBezTo>
                    <a:pt x="65" y="16"/>
                    <a:pt x="49" y="0"/>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0"/>
            <p:cNvSpPr/>
            <p:nvPr/>
          </p:nvSpPr>
          <p:spPr>
            <a:xfrm>
              <a:off x="1672363" y="476259"/>
              <a:ext cx="5264" cy="21752"/>
            </a:xfrm>
            <a:custGeom>
              <a:rect b="b" l="l" r="r" t="t"/>
              <a:pathLst>
                <a:path extrusionOk="0" h="219" w="53">
                  <a:moveTo>
                    <a:pt x="53" y="0"/>
                  </a:moveTo>
                  <a:cubicBezTo>
                    <a:pt x="16" y="0"/>
                    <a:pt x="16" y="33"/>
                    <a:pt x="16" y="49"/>
                  </a:cubicBezTo>
                  <a:lnTo>
                    <a:pt x="16" y="65"/>
                  </a:lnTo>
                  <a:lnTo>
                    <a:pt x="16" y="101"/>
                  </a:lnTo>
                  <a:cubicBezTo>
                    <a:pt x="16" y="81"/>
                    <a:pt x="16" y="65"/>
                    <a:pt x="32" y="65"/>
                  </a:cubicBezTo>
                  <a:lnTo>
                    <a:pt x="32" y="49"/>
                  </a:lnTo>
                  <a:cubicBezTo>
                    <a:pt x="16" y="33"/>
                    <a:pt x="32" y="17"/>
                    <a:pt x="53" y="17"/>
                  </a:cubicBezTo>
                  <a:lnTo>
                    <a:pt x="53" y="0"/>
                  </a:lnTo>
                  <a:close/>
                  <a:moveTo>
                    <a:pt x="16" y="166"/>
                  </a:moveTo>
                  <a:cubicBezTo>
                    <a:pt x="0" y="182"/>
                    <a:pt x="0" y="202"/>
                    <a:pt x="16" y="219"/>
                  </a:cubicBezTo>
                  <a:lnTo>
                    <a:pt x="16" y="202"/>
                  </a:lnTo>
                  <a:lnTo>
                    <a:pt x="16" y="16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0"/>
            <p:cNvSpPr/>
            <p:nvPr/>
          </p:nvSpPr>
          <p:spPr>
            <a:xfrm>
              <a:off x="2291059" y="583034"/>
              <a:ext cx="10131" cy="3675"/>
            </a:xfrm>
            <a:custGeom>
              <a:rect b="b" l="l" r="r" t="t"/>
              <a:pathLst>
                <a:path extrusionOk="0" h="37" w="102">
                  <a:moveTo>
                    <a:pt x="0" y="0"/>
                  </a:moveTo>
                  <a:cubicBezTo>
                    <a:pt x="16" y="0"/>
                    <a:pt x="32" y="16"/>
                    <a:pt x="49" y="16"/>
                  </a:cubicBezTo>
                  <a:cubicBezTo>
                    <a:pt x="65" y="16"/>
                    <a:pt x="85" y="36"/>
                    <a:pt x="101" y="36"/>
                  </a:cubicBezTo>
                  <a:lnTo>
                    <a:pt x="101" y="16"/>
                  </a:lnTo>
                  <a:cubicBezTo>
                    <a:pt x="85" y="16"/>
                    <a:pt x="65" y="16"/>
                    <a:pt x="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0"/>
            <p:cNvSpPr/>
            <p:nvPr/>
          </p:nvSpPr>
          <p:spPr>
            <a:xfrm>
              <a:off x="2356017" y="616705"/>
              <a:ext cx="8542" cy="4867"/>
            </a:xfrm>
            <a:custGeom>
              <a:rect b="b" l="l" r="r" t="t"/>
              <a:pathLst>
                <a:path extrusionOk="0" h="49" w="86">
                  <a:moveTo>
                    <a:pt x="1" y="0"/>
                  </a:moveTo>
                  <a:lnTo>
                    <a:pt x="1" y="17"/>
                  </a:lnTo>
                  <a:lnTo>
                    <a:pt x="85" y="49"/>
                  </a:lnTo>
                  <a:lnTo>
                    <a:pt x="85" y="3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0"/>
            <p:cNvSpPr/>
            <p:nvPr/>
          </p:nvSpPr>
          <p:spPr>
            <a:xfrm>
              <a:off x="2289469" y="373955"/>
              <a:ext cx="10032" cy="5264"/>
            </a:xfrm>
            <a:custGeom>
              <a:rect b="b" l="l" r="r" t="t"/>
              <a:pathLst>
                <a:path extrusionOk="0" h="53" w="101">
                  <a:moveTo>
                    <a:pt x="0" y="0"/>
                  </a:moveTo>
                  <a:lnTo>
                    <a:pt x="0" y="21"/>
                  </a:lnTo>
                  <a:cubicBezTo>
                    <a:pt x="16" y="21"/>
                    <a:pt x="48" y="37"/>
                    <a:pt x="65" y="37"/>
                  </a:cubicBezTo>
                  <a:cubicBezTo>
                    <a:pt x="48" y="21"/>
                    <a:pt x="32" y="21"/>
                    <a:pt x="0" y="0"/>
                  </a:cubicBezTo>
                  <a:close/>
                  <a:moveTo>
                    <a:pt x="65" y="37"/>
                  </a:moveTo>
                  <a:lnTo>
                    <a:pt x="81" y="53"/>
                  </a:lnTo>
                  <a:lnTo>
                    <a:pt x="101" y="3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0"/>
            <p:cNvSpPr/>
            <p:nvPr/>
          </p:nvSpPr>
          <p:spPr>
            <a:xfrm>
              <a:off x="2275762" y="638358"/>
              <a:ext cx="3774" cy="14899"/>
            </a:xfrm>
            <a:custGeom>
              <a:rect b="b" l="l" r="r" t="t"/>
              <a:pathLst>
                <a:path extrusionOk="0" h="150" w="38">
                  <a:moveTo>
                    <a:pt x="37" y="1"/>
                  </a:moveTo>
                  <a:lnTo>
                    <a:pt x="17" y="17"/>
                  </a:lnTo>
                  <a:lnTo>
                    <a:pt x="37" y="17"/>
                  </a:lnTo>
                  <a:lnTo>
                    <a:pt x="37" y="1"/>
                  </a:lnTo>
                  <a:close/>
                  <a:moveTo>
                    <a:pt x="17" y="65"/>
                  </a:moveTo>
                  <a:cubicBezTo>
                    <a:pt x="17" y="85"/>
                    <a:pt x="1" y="118"/>
                    <a:pt x="17" y="134"/>
                  </a:cubicBezTo>
                  <a:lnTo>
                    <a:pt x="37" y="150"/>
                  </a:lnTo>
                  <a:lnTo>
                    <a:pt x="37" y="134"/>
                  </a:lnTo>
                  <a:cubicBezTo>
                    <a:pt x="17" y="118"/>
                    <a:pt x="17" y="85"/>
                    <a:pt x="17"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0"/>
            <p:cNvSpPr/>
            <p:nvPr/>
          </p:nvSpPr>
          <p:spPr>
            <a:xfrm>
              <a:off x="2520102" y="690106"/>
              <a:ext cx="35062" cy="11720"/>
            </a:xfrm>
            <a:custGeom>
              <a:rect b="b" l="l" r="r" t="t"/>
              <a:pathLst>
                <a:path extrusionOk="0" h="118" w="353">
                  <a:moveTo>
                    <a:pt x="1" y="1"/>
                  </a:moveTo>
                  <a:lnTo>
                    <a:pt x="1" y="17"/>
                  </a:lnTo>
                  <a:cubicBezTo>
                    <a:pt x="17" y="17"/>
                    <a:pt x="17" y="17"/>
                    <a:pt x="33" y="33"/>
                  </a:cubicBezTo>
                  <a:cubicBezTo>
                    <a:pt x="49" y="33"/>
                    <a:pt x="65" y="33"/>
                    <a:pt x="102" y="49"/>
                  </a:cubicBezTo>
                  <a:cubicBezTo>
                    <a:pt x="150" y="69"/>
                    <a:pt x="219" y="85"/>
                    <a:pt x="284" y="102"/>
                  </a:cubicBezTo>
                  <a:lnTo>
                    <a:pt x="352" y="118"/>
                  </a:lnTo>
                  <a:lnTo>
                    <a:pt x="352" y="102"/>
                  </a:lnTo>
                  <a:lnTo>
                    <a:pt x="284" y="85"/>
                  </a:lnTo>
                  <a:cubicBezTo>
                    <a:pt x="219" y="69"/>
                    <a:pt x="166" y="49"/>
                    <a:pt x="102" y="33"/>
                  </a:cubicBezTo>
                  <a:cubicBezTo>
                    <a:pt x="82" y="33"/>
                    <a:pt x="49" y="17"/>
                    <a:pt x="33" y="17"/>
                  </a:cubicBezTo>
                  <a:cubicBezTo>
                    <a:pt x="33" y="17"/>
                    <a:pt x="1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0"/>
            <p:cNvSpPr/>
            <p:nvPr/>
          </p:nvSpPr>
          <p:spPr>
            <a:xfrm>
              <a:off x="2354428" y="522843"/>
              <a:ext cx="10131" cy="3675"/>
            </a:xfrm>
            <a:custGeom>
              <a:rect b="b" l="l" r="r" t="t"/>
              <a:pathLst>
                <a:path extrusionOk="0" h="37" w="102">
                  <a:moveTo>
                    <a:pt x="0" y="0"/>
                  </a:moveTo>
                  <a:lnTo>
                    <a:pt x="17" y="16"/>
                  </a:lnTo>
                  <a:lnTo>
                    <a:pt x="33" y="16"/>
                  </a:lnTo>
                  <a:cubicBezTo>
                    <a:pt x="53" y="36"/>
                    <a:pt x="85" y="36"/>
                    <a:pt x="101" y="36"/>
                  </a:cubicBezTo>
                  <a:lnTo>
                    <a:pt x="101" y="16"/>
                  </a:lnTo>
                  <a:lnTo>
                    <a:pt x="53" y="16"/>
                  </a:lnTo>
                  <a:cubicBezTo>
                    <a:pt x="33" y="0"/>
                    <a:pt x="1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0"/>
            <p:cNvSpPr/>
            <p:nvPr/>
          </p:nvSpPr>
          <p:spPr>
            <a:xfrm>
              <a:off x="1672363" y="654846"/>
              <a:ext cx="63469" cy="42213"/>
            </a:xfrm>
            <a:custGeom>
              <a:rect b="b" l="l" r="r" t="t"/>
              <a:pathLst>
                <a:path extrusionOk="0" h="425" w="639">
                  <a:moveTo>
                    <a:pt x="622" y="0"/>
                  </a:moveTo>
                  <a:cubicBezTo>
                    <a:pt x="590" y="20"/>
                    <a:pt x="557" y="37"/>
                    <a:pt x="537" y="53"/>
                  </a:cubicBezTo>
                  <a:cubicBezTo>
                    <a:pt x="521" y="69"/>
                    <a:pt x="505" y="69"/>
                    <a:pt x="505" y="69"/>
                  </a:cubicBezTo>
                  <a:cubicBezTo>
                    <a:pt x="420" y="137"/>
                    <a:pt x="335" y="186"/>
                    <a:pt x="254" y="238"/>
                  </a:cubicBezTo>
                  <a:lnTo>
                    <a:pt x="170" y="287"/>
                  </a:lnTo>
                  <a:cubicBezTo>
                    <a:pt x="133" y="323"/>
                    <a:pt x="101" y="339"/>
                    <a:pt x="69" y="372"/>
                  </a:cubicBezTo>
                  <a:cubicBezTo>
                    <a:pt x="101" y="356"/>
                    <a:pt x="154" y="323"/>
                    <a:pt x="186" y="303"/>
                  </a:cubicBezTo>
                  <a:lnTo>
                    <a:pt x="254" y="255"/>
                  </a:lnTo>
                  <a:cubicBezTo>
                    <a:pt x="335" y="202"/>
                    <a:pt x="420" y="137"/>
                    <a:pt x="505" y="85"/>
                  </a:cubicBezTo>
                  <a:cubicBezTo>
                    <a:pt x="521" y="85"/>
                    <a:pt x="537" y="69"/>
                    <a:pt x="537" y="69"/>
                  </a:cubicBezTo>
                  <a:cubicBezTo>
                    <a:pt x="574" y="53"/>
                    <a:pt x="590" y="20"/>
                    <a:pt x="622" y="20"/>
                  </a:cubicBezTo>
                  <a:lnTo>
                    <a:pt x="638" y="20"/>
                  </a:lnTo>
                  <a:lnTo>
                    <a:pt x="622" y="0"/>
                  </a:lnTo>
                  <a:close/>
                  <a:moveTo>
                    <a:pt x="69" y="372"/>
                  </a:moveTo>
                  <a:lnTo>
                    <a:pt x="0" y="404"/>
                  </a:lnTo>
                  <a:lnTo>
                    <a:pt x="0" y="424"/>
                  </a:lnTo>
                  <a:lnTo>
                    <a:pt x="16" y="424"/>
                  </a:lnTo>
                  <a:lnTo>
                    <a:pt x="69" y="37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0"/>
            <p:cNvSpPr/>
            <p:nvPr/>
          </p:nvSpPr>
          <p:spPr>
            <a:xfrm>
              <a:off x="1675542" y="689411"/>
              <a:ext cx="58701" cy="35757"/>
            </a:xfrm>
            <a:custGeom>
              <a:rect b="b" l="l" r="r" t="t"/>
              <a:pathLst>
                <a:path extrusionOk="0" h="360" w="591">
                  <a:moveTo>
                    <a:pt x="576" y="1"/>
                  </a:moveTo>
                  <a:cubicBezTo>
                    <a:pt x="564" y="1"/>
                    <a:pt x="553" y="12"/>
                    <a:pt x="542" y="24"/>
                  </a:cubicBezTo>
                  <a:cubicBezTo>
                    <a:pt x="558" y="24"/>
                    <a:pt x="574" y="8"/>
                    <a:pt x="590" y="8"/>
                  </a:cubicBezTo>
                  <a:cubicBezTo>
                    <a:pt x="585" y="3"/>
                    <a:pt x="581" y="1"/>
                    <a:pt x="576" y="1"/>
                  </a:cubicBezTo>
                  <a:close/>
                  <a:moveTo>
                    <a:pt x="542" y="24"/>
                  </a:moveTo>
                  <a:cubicBezTo>
                    <a:pt x="424" y="92"/>
                    <a:pt x="303" y="157"/>
                    <a:pt x="202" y="226"/>
                  </a:cubicBezTo>
                  <a:cubicBezTo>
                    <a:pt x="154" y="258"/>
                    <a:pt x="101" y="294"/>
                    <a:pt x="53" y="327"/>
                  </a:cubicBezTo>
                  <a:cubicBezTo>
                    <a:pt x="37" y="327"/>
                    <a:pt x="37" y="343"/>
                    <a:pt x="21" y="343"/>
                  </a:cubicBezTo>
                  <a:lnTo>
                    <a:pt x="0" y="343"/>
                  </a:lnTo>
                  <a:lnTo>
                    <a:pt x="0" y="359"/>
                  </a:lnTo>
                  <a:lnTo>
                    <a:pt x="21" y="359"/>
                  </a:lnTo>
                  <a:cubicBezTo>
                    <a:pt x="37" y="343"/>
                    <a:pt x="53" y="343"/>
                    <a:pt x="53" y="343"/>
                  </a:cubicBezTo>
                  <a:cubicBezTo>
                    <a:pt x="101" y="311"/>
                    <a:pt x="154" y="278"/>
                    <a:pt x="202" y="242"/>
                  </a:cubicBezTo>
                  <a:cubicBezTo>
                    <a:pt x="323" y="177"/>
                    <a:pt x="424" y="109"/>
                    <a:pt x="54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0"/>
            <p:cNvSpPr/>
            <p:nvPr/>
          </p:nvSpPr>
          <p:spPr>
            <a:xfrm>
              <a:off x="2357606" y="781982"/>
              <a:ext cx="8542" cy="3377"/>
            </a:xfrm>
            <a:custGeom>
              <a:rect b="b" l="l" r="r" t="t"/>
              <a:pathLst>
                <a:path extrusionOk="0" h="34" w="86">
                  <a:moveTo>
                    <a:pt x="1" y="1"/>
                  </a:moveTo>
                  <a:lnTo>
                    <a:pt x="1" y="17"/>
                  </a:lnTo>
                  <a:cubicBezTo>
                    <a:pt x="21" y="33"/>
                    <a:pt x="37" y="33"/>
                    <a:pt x="69" y="33"/>
                  </a:cubicBezTo>
                  <a:lnTo>
                    <a:pt x="86" y="33"/>
                  </a:lnTo>
                  <a:lnTo>
                    <a:pt x="69" y="17"/>
                  </a:lnTo>
                  <a:cubicBezTo>
                    <a:pt x="53" y="17"/>
                    <a:pt x="3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0"/>
            <p:cNvSpPr/>
            <p:nvPr/>
          </p:nvSpPr>
          <p:spPr>
            <a:xfrm>
              <a:off x="2613666" y="486291"/>
              <a:ext cx="11720" cy="66746"/>
            </a:xfrm>
            <a:custGeom>
              <a:rect b="b" l="l" r="r" t="t"/>
              <a:pathLst>
                <a:path extrusionOk="0" h="672" w="118">
                  <a:moveTo>
                    <a:pt x="16" y="0"/>
                  </a:moveTo>
                  <a:cubicBezTo>
                    <a:pt x="0" y="17"/>
                    <a:pt x="16" y="49"/>
                    <a:pt x="16" y="65"/>
                  </a:cubicBezTo>
                  <a:lnTo>
                    <a:pt x="16" y="81"/>
                  </a:lnTo>
                  <a:cubicBezTo>
                    <a:pt x="32" y="118"/>
                    <a:pt x="32" y="150"/>
                    <a:pt x="32" y="166"/>
                  </a:cubicBezTo>
                  <a:cubicBezTo>
                    <a:pt x="32" y="202"/>
                    <a:pt x="49" y="235"/>
                    <a:pt x="49" y="283"/>
                  </a:cubicBezTo>
                  <a:cubicBezTo>
                    <a:pt x="49" y="320"/>
                    <a:pt x="69" y="368"/>
                    <a:pt x="69" y="404"/>
                  </a:cubicBezTo>
                  <a:cubicBezTo>
                    <a:pt x="69" y="437"/>
                    <a:pt x="69" y="469"/>
                    <a:pt x="85" y="485"/>
                  </a:cubicBezTo>
                  <a:lnTo>
                    <a:pt x="85" y="404"/>
                  </a:lnTo>
                  <a:cubicBezTo>
                    <a:pt x="69" y="368"/>
                    <a:pt x="69" y="320"/>
                    <a:pt x="69" y="283"/>
                  </a:cubicBezTo>
                  <a:cubicBezTo>
                    <a:pt x="49" y="235"/>
                    <a:pt x="49" y="202"/>
                    <a:pt x="49" y="166"/>
                  </a:cubicBezTo>
                  <a:cubicBezTo>
                    <a:pt x="49" y="134"/>
                    <a:pt x="32" y="118"/>
                    <a:pt x="32" y="81"/>
                  </a:cubicBezTo>
                  <a:lnTo>
                    <a:pt x="32" y="65"/>
                  </a:lnTo>
                  <a:cubicBezTo>
                    <a:pt x="32" y="33"/>
                    <a:pt x="16" y="17"/>
                    <a:pt x="32" y="0"/>
                  </a:cubicBezTo>
                  <a:close/>
                  <a:moveTo>
                    <a:pt x="85" y="485"/>
                  </a:moveTo>
                  <a:lnTo>
                    <a:pt x="85" y="586"/>
                  </a:lnTo>
                  <a:lnTo>
                    <a:pt x="101" y="606"/>
                  </a:lnTo>
                  <a:lnTo>
                    <a:pt x="101" y="586"/>
                  </a:lnTo>
                  <a:cubicBezTo>
                    <a:pt x="101" y="554"/>
                    <a:pt x="101" y="522"/>
                    <a:pt x="85" y="485"/>
                  </a:cubicBezTo>
                  <a:close/>
                  <a:moveTo>
                    <a:pt x="101" y="606"/>
                  </a:moveTo>
                  <a:lnTo>
                    <a:pt x="101" y="655"/>
                  </a:lnTo>
                  <a:lnTo>
                    <a:pt x="117" y="671"/>
                  </a:lnTo>
                  <a:lnTo>
                    <a:pt x="117" y="655"/>
                  </a:lnTo>
                  <a:cubicBezTo>
                    <a:pt x="117" y="639"/>
                    <a:pt x="101" y="623"/>
                    <a:pt x="101" y="60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0"/>
            <p:cNvSpPr/>
            <p:nvPr/>
          </p:nvSpPr>
          <p:spPr>
            <a:xfrm>
              <a:off x="1665510" y="195368"/>
              <a:ext cx="274534" cy="237287"/>
            </a:xfrm>
            <a:custGeom>
              <a:rect b="b" l="l" r="r" t="t"/>
              <a:pathLst>
                <a:path extrusionOk="0" h="2389" w="2764">
                  <a:moveTo>
                    <a:pt x="2763" y="1"/>
                  </a:moveTo>
                  <a:cubicBezTo>
                    <a:pt x="2727" y="1"/>
                    <a:pt x="2695" y="17"/>
                    <a:pt x="2679" y="49"/>
                  </a:cubicBezTo>
                  <a:cubicBezTo>
                    <a:pt x="2711" y="33"/>
                    <a:pt x="2727" y="17"/>
                    <a:pt x="2763" y="17"/>
                  </a:cubicBezTo>
                  <a:lnTo>
                    <a:pt x="2763" y="1"/>
                  </a:lnTo>
                  <a:close/>
                  <a:moveTo>
                    <a:pt x="2662" y="65"/>
                  </a:moveTo>
                  <a:lnTo>
                    <a:pt x="2662" y="65"/>
                  </a:lnTo>
                  <a:cubicBezTo>
                    <a:pt x="2561" y="134"/>
                    <a:pt x="2477" y="219"/>
                    <a:pt x="2392" y="283"/>
                  </a:cubicBezTo>
                  <a:lnTo>
                    <a:pt x="2323" y="336"/>
                  </a:lnTo>
                  <a:cubicBezTo>
                    <a:pt x="2291" y="368"/>
                    <a:pt x="2242" y="405"/>
                    <a:pt x="2206" y="437"/>
                  </a:cubicBezTo>
                  <a:cubicBezTo>
                    <a:pt x="2141" y="506"/>
                    <a:pt x="2073" y="554"/>
                    <a:pt x="2004" y="607"/>
                  </a:cubicBezTo>
                  <a:cubicBezTo>
                    <a:pt x="1939" y="655"/>
                    <a:pt x="1871" y="724"/>
                    <a:pt x="1802" y="772"/>
                  </a:cubicBezTo>
                  <a:cubicBezTo>
                    <a:pt x="1737" y="825"/>
                    <a:pt x="1669" y="889"/>
                    <a:pt x="1600" y="942"/>
                  </a:cubicBezTo>
                  <a:cubicBezTo>
                    <a:pt x="1552" y="990"/>
                    <a:pt x="1515" y="1027"/>
                    <a:pt x="1467" y="1059"/>
                  </a:cubicBezTo>
                  <a:cubicBezTo>
                    <a:pt x="1398" y="1112"/>
                    <a:pt x="1350" y="1160"/>
                    <a:pt x="1281" y="1213"/>
                  </a:cubicBezTo>
                  <a:cubicBezTo>
                    <a:pt x="1232" y="1261"/>
                    <a:pt x="1180" y="1314"/>
                    <a:pt x="1111" y="1346"/>
                  </a:cubicBezTo>
                  <a:cubicBezTo>
                    <a:pt x="1030" y="1431"/>
                    <a:pt x="946" y="1495"/>
                    <a:pt x="861" y="1564"/>
                  </a:cubicBezTo>
                  <a:cubicBezTo>
                    <a:pt x="808" y="1617"/>
                    <a:pt x="760" y="1649"/>
                    <a:pt x="707" y="1697"/>
                  </a:cubicBezTo>
                  <a:cubicBezTo>
                    <a:pt x="675" y="1734"/>
                    <a:pt x="626" y="1766"/>
                    <a:pt x="590" y="1798"/>
                  </a:cubicBezTo>
                  <a:cubicBezTo>
                    <a:pt x="525" y="1851"/>
                    <a:pt x="473" y="1899"/>
                    <a:pt x="404" y="1952"/>
                  </a:cubicBezTo>
                  <a:cubicBezTo>
                    <a:pt x="356" y="1984"/>
                    <a:pt x="303" y="2037"/>
                    <a:pt x="255" y="2085"/>
                  </a:cubicBezTo>
                  <a:cubicBezTo>
                    <a:pt x="323" y="2053"/>
                    <a:pt x="372" y="2000"/>
                    <a:pt x="424" y="1952"/>
                  </a:cubicBezTo>
                  <a:cubicBezTo>
                    <a:pt x="473" y="1899"/>
                    <a:pt x="542" y="1851"/>
                    <a:pt x="590" y="1819"/>
                  </a:cubicBezTo>
                  <a:cubicBezTo>
                    <a:pt x="643" y="1766"/>
                    <a:pt x="675" y="1734"/>
                    <a:pt x="727" y="1697"/>
                  </a:cubicBezTo>
                  <a:cubicBezTo>
                    <a:pt x="776" y="1665"/>
                    <a:pt x="808" y="1617"/>
                    <a:pt x="861" y="1580"/>
                  </a:cubicBezTo>
                  <a:cubicBezTo>
                    <a:pt x="962" y="1516"/>
                    <a:pt x="1047" y="1431"/>
                    <a:pt x="1131" y="1362"/>
                  </a:cubicBezTo>
                  <a:cubicBezTo>
                    <a:pt x="1180" y="1314"/>
                    <a:pt x="1232" y="1277"/>
                    <a:pt x="1297" y="1229"/>
                  </a:cubicBezTo>
                  <a:cubicBezTo>
                    <a:pt x="1350" y="1176"/>
                    <a:pt x="1414" y="1128"/>
                    <a:pt x="1467" y="1075"/>
                  </a:cubicBezTo>
                  <a:cubicBezTo>
                    <a:pt x="1515" y="1027"/>
                    <a:pt x="1568" y="990"/>
                    <a:pt x="1616" y="958"/>
                  </a:cubicBezTo>
                  <a:cubicBezTo>
                    <a:pt x="1685" y="889"/>
                    <a:pt x="1754" y="841"/>
                    <a:pt x="1818" y="788"/>
                  </a:cubicBezTo>
                  <a:cubicBezTo>
                    <a:pt x="1887" y="724"/>
                    <a:pt x="1956" y="671"/>
                    <a:pt x="2020" y="623"/>
                  </a:cubicBezTo>
                  <a:cubicBezTo>
                    <a:pt x="2089" y="554"/>
                    <a:pt x="2141" y="506"/>
                    <a:pt x="2206" y="453"/>
                  </a:cubicBezTo>
                  <a:cubicBezTo>
                    <a:pt x="2259" y="421"/>
                    <a:pt x="2291" y="384"/>
                    <a:pt x="2343" y="352"/>
                  </a:cubicBezTo>
                  <a:lnTo>
                    <a:pt x="2392" y="304"/>
                  </a:lnTo>
                  <a:cubicBezTo>
                    <a:pt x="2493" y="219"/>
                    <a:pt x="2578" y="150"/>
                    <a:pt x="2662" y="65"/>
                  </a:cubicBezTo>
                  <a:close/>
                  <a:moveTo>
                    <a:pt x="255" y="2085"/>
                  </a:moveTo>
                  <a:lnTo>
                    <a:pt x="255" y="2085"/>
                  </a:lnTo>
                  <a:cubicBezTo>
                    <a:pt x="186" y="2138"/>
                    <a:pt x="122" y="2186"/>
                    <a:pt x="69" y="2239"/>
                  </a:cubicBezTo>
                  <a:lnTo>
                    <a:pt x="21" y="2271"/>
                  </a:lnTo>
                  <a:cubicBezTo>
                    <a:pt x="21" y="2287"/>
                    <a:pt x="0" y="2287"/>
                    <a:pt x="0" y="2303"/>
                  </a:cubicBezTo>
                  <a:lnTo>
                    <a:pt x="0" y="2340"/>
                  </a:lnTo>
                  <a:cubicBezTo>
                    <a:pt x="0" y="2356"/>
                    <a:pt x="0" y="2372"/>
                    <a:pt x="21" y="2388"/>
                  </a:cubicBezTo>
                  <a:lnTo>
                    <a:pt x="21" y="2340"/>
                  </a:lnTo>
                  <a:lnTo>
                    <a:pt x="21" y="2303"/>
                  </a:lnTo>
                  <a:lnTo>
                    <a:pt x="21" y="2287"/>
                  </a:lnTo>
                  <a:lnTo>
                    <a:pt x="69" y="2255"/>
                  </a:lnTo>
                  <a:cubicBezTo>
                    <a:pt x="138" y="2186"/>
                    <a:pt x="202" y="2138"/>
                    <a:pt x="255" y="20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0"/>
            <p:cNvSpPr/>
            <p:nvPr/>
          </p:nvSpPr>
          <p:spPr>
            <a:xfrm>
              <a:off x="1760961" y="960965"/>
              <a:ext cx="47080" cy="20163"/>
            </a:xfrm>
            <a:custGeom>
              <a:rect b="b" l="l" r="r" t="t"/>
              <a:pathLst>
                <a:path extrusionOk="0" h="203" w="474">
                  <a:moveTo>
                    <a:pt x="473" y="0"/>
                  </a:moveTo>
                  <a:cubicBezTo>
                    <a:pt x="437" y="0"/>
                    <a:pt x="405" y="17"/>
                    <a:pt x="372" y="33"/>
                  </a:cubicBezTo>
                  <a:cubicBezTo>
                    <a:pt x="352" y="33"/>
                    <a:pt x="352" y="33"/>
                    <a:pt x="336" y="49"/>
                  </a:cubicBezTo>
                  <a:cubicBezTo>
                    <a:pt x="304" y="69"/>
                    <a:pt x="271" y="85"/>
                    <a:pt x="219" y="101"/>
                  </a:cubicBezTo>
                  <a:cubicBezTo>
                    <a:pt x="203" y="101"/>
                    <a:pt x="170" y="118"/>
                    <a:pt x="150" y="134"/>
                  </a:cubicBezTo>
                  <a:cubicBezTo>
                    <a:pt x="187" y="134"/>
                    <a:pt x="203" y="118"/>
                    <a:pt x="235" y="101"/>
                  </a:cubicBezTo>
                  <a:cubicBezTo>
                    <a:pt x="271" y="85"/>
                    <a:pt x="304" y="69"/>
                    <a:pt x="352" y="49"/>
                  </a:cubicBezTo>
                  <a:lnTo>
                    <a:pt x="372" y="49"/>
                  </a:lnTo>
                  <a:cubicBezTo>
                    <a:pt x="405" y="33"/>
                    <a:pt x="437" y="17"/>
                    <a:pt x="473" y="17"/>
                  </a:cubicBezTo>
                  <a:lnTo>
                    <a:pt x="473" y="0"/>
                  </a:lnTo>
                  <a:close/>
                  <a:moveTo>
                    <a:pt x="150" y="134"/>
                  </a:moveTo>
                  <a:cubicBezTo>
                    <a:pt x="118" y="134"/>
                    <a:pt x="86" y="150"/>
                    <a:pt x="49" y="170"/>
                  </a:cubicBezTo>
                  <a:lnTo>
                    <a:pt x="1" y="186"/>
                  </a:lnTo>
                  <a:lnTo>
                    <a:pt x="1" y="202"/>
                  </a:lnTo>
                  <a:lnTo>
                    <a:pt x="17" y="202"/>
                  </a:lnTo>
                  <a:lnTo>
                    <a:pt x="49" y="186"/>
                  </a:lnTo>
                  <a:cubicBezTo>
                    <a:pt x="86" y="170"/>
                    <a:pt x="118" y="150"/>
                    <a:pt x="150"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0"/>
            <p:cNvSpPr/>
            <p:nvPr/>
          </p:nvSpPr>
          <p:spPr>
            <a:xfrm>
              <a:off x="2369625" y="558103"/>
              <a:ext cx="4966" cy="13310"/>
            </a:xfrm>
            <a:custGeom>
              <a:rect b="b" l="l" r="r" t="t"/>
              <a:pathLst>
                <a:path extrusionOk="0" h="134" w="50">
                  <a:moveTo>
                    <a:pt x="17" y="1"/>
                  </a:moveTo>
                  <a:lnTo>
                    <a:pt x="1" y="17"/>
                  </a:lnTo>
                  <a:cubicBezTo>
                    <a:pt x="17" y="17"/>
                    <a:pt x="17" y="33"/>
                    <a:pt x="17" y="49"/>
                  </a:cubicBezTo>
                  <a:cubicBezTo>
                    <a:pt x="17" y="65"/>
                    <a:pt x="17" y="102"/>
                    <a:pt x="33" y="118"/>
                  </a:cubicBezTo>
                  <a:lnTo>
                    <a:pt x="33" y="134"/>
                  </a:lnTo>
                  <a:cubicBezTo>
                    <a:pt x="49" y="134"/>
                    <a:pt x="49" y="118"/>
                    <a:pt x="49" y="118"/>
                  </a:cubicBezTo>
                  <a:cubicBezTo>
                    <a:pt x="33" y="102"/>
                    <a:pt x="33" y="65"/>
                    <a:pt x="33" y="49"/>
                  </a:cubicBezTo>
                  <a:cubicBezTo>
                    <a:pt x="33" y="17"/>
                    <a:pt x="33"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0"/>
            <p:cNvSpPr/>
            <p:nvPr/>
          </p:nvSpPr>
          <p:spPr>
            <a:xfrm>
              <a:off x="2703853" y="583034"/>
              <a:ext cx="37048" cy="13707"/>
            </a:xfrm>
            <a:custGeom>
              <a:rect b="b" l="l" r="r" t="t"/>
              <a:pathLst>
                <a:path extrusionOk="0" h="138" w="373">
                  <a:moveTo>
                    <a:pt x="1" y="0"/>
                  </a:moveTo>
                  <a:lnTo>
                    <a:pt x="86" y="36"/>
                  </a:lnTo>
                  <a:cubicBezTo>
                    <a:pt x="150" y="69"/>
                    <a:pt x="219" y="85"/>
                    <a:pt x="288" y="101"/>
                  </a:cubicBezTo>
                  <a:cubicBezTo>
                    <a:pt x="219" y="69"/>
                    <a:pt x="171" y="53"/>
                    <a:pt x="102" y="16"/>
                  </a:cubicBezTo>
                  <a:lnTo>
                    <a:pt x="17" y="0"/>
                  </a:lnTo>
                  <a:close/>
                  <a:moveTo>
                    <a:pt x="288" y="101"/>
                  </a:moveTo>
                  <a:cubicBezTo>
                    <a:pt x="304" y="117"/>
                    <a:pt x="320" y="117"/>
                    <a:pt x="336" y="117"/>
                  </a:cubicBezTo>
                  <a:cubicBezTo>
                    <a:pt x="320" y="101"/>
                    <a:pt x="304" y="101"/>
                    <a:pt x="288" y="101"/>
                  </a:cubicBezTo>
                  <a:close/>
                  <a:moveTo>
                    <a:pt x="336" y="117"/>
                  </a:moveTo>
                  <a:cubicBezTo>
                    <a:pt x="336" y="137"/>
                    <a:pt x="352" y="137"/>
                    <a:pt x="352" y="137"/>
                  </a:cubicBezTo>
                  <a:lnTo>
                    <a:pt x="373" y="137"/>
                  </a:lnTo>
                  <a:lnTo>
                    <a:pt x="352" y="1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0"/>
            <p:cNvSpPr/>
            <p:nvPr/>
          </p:nvSpPr>
          <p:spPr>
            <a:xfrm>
              <a:off x="2732360" y="664878"/>
              <a:ext cx="6555" cy="3675"/>
            </a:xfrm>
            <a:custGeom>
              <a:rect b="b" l="l" r="r" t="t"/>
              <a:pathLst>
                <a:path extrusionOk="0" h="37" w="66">
                  <a:moveTo>
                    <a:pt x="17" y="0"/>
                  </a:moveTo>
                  <a:lnTo>
                    <a:pt x="1" y="20"/>
                  </a:lnTo>
                  <a:cubicBezTo>
                    <a:pt x="17" y="20"/>
                    <a:pt x="17" y="36"/>
                    <a:pt x="33" y="36"/>
                  </a:cubicBezTo>
                  <a:lnTo>
                    <a:pt x="65" y="36"/>
                  </a:lnTo>
                  <a:cubicBezTo>
                    <a:pt x="65" y="20"/>
                    <a:pt x="49" y="20"/>
                    <a:pt x="33" y="20"/>
                  </a:cubicBezTo>
                  <a:cubicBezTo>
                    <a:pt x="33" y="20"/>
                    <a:pt x="17" y="2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0"/>
            <p:cNvSpPr/>
            <p:nvPr/>
          </p:nvSpPr>
          <p:spPr>
            <a:xfrm>
              <a:off x="2369625" y="546482"/>
              <a:ext cx="3377" cy="8145"/>
            </a:xfrm>
            <a:custGeom>
              <a:rect b="b" l="l" r="r" t="t"/>
              <a:pathLst>
                <a:path extrusionOk="0" h="82" w="34">
                  <a:moveTo>
                    <a:pt x="17" y="0"/>
                  </a:moveTo>
                  <a:lnTo>
                    <a:pt x="1" y="17"/>
                  </a:lnTo>
                  <a:cubicBezTo>
                    <a:pt x="17" y="17"/>
                    <a:pt x="17" y="33"/>
                    <a:pt x="17" y="33"/>
                  </a:cubicBezTo>
                  <a:lnTo>
                    <a:pt x="17" y="65"/>
                  </a:lnTo>
                  <a:lnTo>
                    <a:pt x="1" y="65"/>
                  </a:lnTo>
                  <a:lnTo>
                    <a:pt x="1" y="81"/>
                  </a:lnTo>
                  <a:lnTo>
                    <a:pt x="17" y="81"/>
                  </a:lnTo>
                  <a:lnTo>
                    <a:pt x="33" y="65"/>
                  </a:lnTo>
                  <a:lnTo>
                    <a:pt x="33" y="33"/>
                  </a:lnTo>
                  <a:cubicBezTo>
                    <a:pt x="33" y="33"/>
                    <a:pt x="33" y="17"/>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0"/>
            <p:cNvSpPr/>
            <p:nvPr/>
          </p:nvSpPr>
          <p:spPr>
            <a:xfrm>
              <a:off x="2581882" y="863826"/>
              <a:ext cx="6555" cy="1689"/>
            </a:xfrm>
            <a:custGeom>
              <a:rect b="b" l="l" r="r" t="t"/>
              <a:pathLst>
                <a:path extrusionOk="0" h="17" w="66">
                  <a:moveTo>
                    <a:pt x="1" y="1"/>
                  </a:moveTo>
                  <a:lnTo>
                    <a:pt x="17" y="17"/>
                  </a:lnTo>
                  <a:lnTo>
                    <a:pt x="49" y="17"/>
                  </a:lnTo>
                  <a:lnTo>
                    <a:pt x="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0"/>
            <p:cNvSpPr/>
            <p:nvPr/>
          </p:nvSpPr>
          <p:spPr>
            <a:xfrm>
              <a:off x="2583571" y="875447"/>
              <a:ext cx="6853" cy="2185"/>
            </a:xfrm>
            <a:custGeom>
              <a:rect b="b" l="l" r="r" t="t"/>
              <a:pathLst>
                <a:path extrusionOk="0" h="22" w="69">
                  <a:moveTo>
                    <a:pt x="0" y="1"/>
                  </a:moveTo>
                  <a:lnTo>
                    <a:pt x="16" y="21"/>
                  </a:lnTo>
                  <a:lnTo>
                    <a:pt x="49" y="21"/>
                  </a:lnTo>
                  <a:lnTo>
                    <a:pt x="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0"/>
            <p:cNvSpPr/>
            <p:nvPr/>
          </p:nvSpPr>
          <p:spPr>
            <a:xfrm>
              <a:off x="1750929" y="918554"/>
              <a:ext cx="58701" cy="27215"/>
            </a:xfrm>
            <a:custGeom>
              <a:rect b="b" l="l" r="r" t="t"/>
              <a:pathLst>
                <a:path extrusionOk="0" h="274" w="591">
                  <a:moveTo>
                    <a:pt x="560" y="1"/>
                  </a:moveTo>
                  <a:cubicBezTo>
                    <a:pt x="537" y="1"/>
                    <a:pt x="517" y="12"/>
                    <a:pt x="506" y="23"/>
                  </a:cubicBezTo>
                  <a:cubicBezTo>
                    <a:pt x="490" y="23"/>
                    <a:pt x="490" y="40"/>
                    <a:pt x="473" y="40"/>
                  </a:cubicBezTo>
                  <a:cubicBezTo>
                    <a:pt x="405" y="72"/>
                    <a:pt x="336" y="108"/>
                    <a:pt x="271" y="141"/>
                  </a:cubicBezTo>
                  <a:lnTo>
                    <a:pt x="203" y="173"/>
                  </a:lnTo>
                  <a:cubicBezTo>
                    <a:pt x="187" y="173"/>
                    <a:pt x="170" y="193"/>
                    <a:pt x="134" y="193"/>
                  </a:cubicBezTo>
                  <a:cubicBezTo>
                    <a:pt x="118" y="209"/>
                    <a:pt x="86" y="225"/>
                    <a:pt x="49" y="242"/>
                  </a:cubicBezTo>
                  <a:cubicBezTo>
                    <a:pt x="33" y="242"/>
                    <a:pt x="33" y="258"/>
                    <a:pt x="17" y="258"/>
                  </a:cubicBezTo>
                  <a:lnTo>
                    <a:pt x="1" y="258"/>
                  </a:lnTo>
                  <a:lnTo>
                    <a:pt x="1" y="274"/>
                  </a:lnTo>
                  <a:lnTo>
                    <a:pt x="17" y="274"/>
                  </a:lnTo>
                  <a:cubicBezTo>
                    <a:pt x="33" y="258"/>
                    <a:pt x="33" y="258"/>
                    <a:pt x="49" y="258"/>
                  </a:cubicBezTo>
                  <a:cubicBezTo>
                    <a:pt x="86" y="242"/>
                    <a:pt x="118" y="225"/>
                    <a:pt x="150" y="209"/>
                  </a:cubicBezTo>
                  <a:cubicBezTo>
                    <a:pt x="170" y="193"/>
                    <a:pt x="187" y="193"/>
                    <a:pt x="219" y="173"/>
                  </a:cubicBezTo>
                  <a:lnTo>
                    <a:pt x="288" y="141"/>
                  </a:lnTo>
                  <a:cubicBezTo>
                    <a:pt x="352" y="108"/>
                    <a:pt x="421" y="72"/>
                    <a:pt x="490" y="56"/>
                  </a:cubicBezTo>
                  <a:cubicBezTo>
                    <a:pt x="490" y="40"/>
                    <a:pt x="506" y="40"/>
                    <a:pt x="506" y="40"/>
                  </a:cubicBezTo>
                  <a:cubicBezTo>
                    <a:pt x="538" y="23"/>
                    <a:pt x="554" y="7"/>
                    <a:pt x="591" y="7"/>
                  </a:cubicBezTo>
                  <a:cubicBezTo>
                    <a:pt x="580" y="3"/>
                    <a:pt x="570" y="1"/>
                    <a:pt x="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0"/>
            <p:cNvSpPr/>
            <p:nvPr/>
          </p:nvSpPr>
          <p:spPr>
            <a:xfrm>
              <a:off x="2312711" y="969408"/>
              <a:ext cx="4867" cy="1689"/>
            </a:xfrm>
            <a:custGeom>
              <a:rect b="b" l="l" r="r" t="t"/>
              <a:pathLst>
                <a:path extrusionOk="0" h="17" w="49">
                  <a:moveTo>
                    <a:pt x="0" y="0"/>
                  </a:moveTo>
                  <a:lnTo>
                    <a:pt x="0" y="16"/>
                  </a:lnTo>
                  <a:lnTo>
                    <a:pt x="49" y="16"/>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0"/>
            <p:cNvSpPr/>
            <p:nvPr/>
          </p:nvSpPr>
          <p:spPr>
            <a:xfrm>
              <a:off x="2382934" y="750297"/>
              <a:ext cx="4867" cy="1689"/>
            </a:xfrm>
            <a:custGeom>
              <a:rect b="b" l="l" r="r" t="t"/>
              <a:pathLst>
                <a:path extrusionOk="0" h="17" w="49">
                  <a:moveTo>
                    <a:pt x="0" y="1"/>
                  </a:moveTo>
                  <a:lnTo>
                    <a:pt x="0" y="17"/>
                  </a:lnTo>
                  <a:lnTo>
                    <a:pt x="49" y="17"/>
                  </a:lnTo>
                  <a:lnTo>
                    <a:pt x="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0"/>
            <p:cNvSpPr/>
            <p:nvPr/>
          </p:nvSpPr>
          <p:spPr>
            <a:xfrm>
              <a:off x="1675542" y="538040"/>
              <a:ext cx="62277" cy="45094"/>
            </a:xfrm>
            <a:custGeom>
              <a:rect b="b" l="l" r="r" t="t"/>
              <a:pathLst>
                <a:path extrusionOk="0" h="454" w="627">
                  <a:moveTo>
                    <a:pt x="626" y="1"/>
                  </a:moveTo>
                  <a:cubicBezTo>
                    <a:pt x="590" y="1"/>
                    <a:pt x="574" y="17"/>
                    <a:pt x="558" y="17"/>
                  </a:cubicBezTo>
                  <a:lnTo>
                    <a:pt x="558" y="33"/>
                  </a:lnTo>
                  <a:cubicBezTo>
                    <a:pt x="441" y="118"/>
                    <a:pt x="340" y="203"/>
                    <a:pt x="239" y="267"/>
                  </a:cubicBezTo>
                  <a:cubicBezTo>
                    <a:pt x="154" y="336"/>
                    <a:pt x="85" y="388"/>
                    <a:pt x="0" y="437"/>
                  </a:cubicBezTo>
                  <a:lnTo>
                    <a:pt x="0" y="453"/>
                  </a:lnTo>
                  <a:lnTo>
                    <a:pt x="21" y="453"/>
                  </a:lnTo>
                  <a:cubicBezTo>
                    <a:pt x="85" y="405"/>
                    <a:pt x="170" y="336"/>
                    <a:pt x="239" y="287"/>
                  </a:cubicBezTo>
                  <a:cubicBezTo>
                    <a:pt x="340" y="203"/>
                    <a:pt x="457" y="118"/>
                    <a:pt x="558" y="49"/>
                  </a:cubicBezTo>
                  <a:lnTo>
                    <a:pt x="574" y="33"/>
                  </a:lnTo>
                  <a:cubicBezTo>
                    <a:pt x="590" y="17"/>
                    <a:pt x="606" y="17"/>
                    <a:pt x="626" y="17"/>
                  </a:cubicBezTo>
                  <a:lnTo>
                    <a:pt x="6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0"/>
            <p:cNvSpPr/>
            <p:nvPr/>
          </p:nvSpPr>
          <p:spPr>
            <a:xfrm>
              <a:off x="2356017" y="426100"/>
              <a:ext cx="5364" cy="1689"/>
            </a:xfrm>
            <a:custGeom>
              <a:rect b="b" l="l" r="r" t="t"/>
              <a:pathLst>
                <a:path extrusionOk="0" h="17" w="54">
                  <a:moveTo>
                    <a:pt x="1" y="1"/>
                  </a:moveTo>
                  <a:lnTo>
                    <a:pt x="37" y="17"/>
                  </a:lnTo>
                  <a:lnTo>
                    <a:pt x="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0"/>
            <p:cNvSpPr/>
            <p:nvPr/>
          </p:nvSpPr>
          <p:spPr>
            <a:xfrm>
              <a:off x="1757783" y="910806"/>
              <a:ext cx="46683" cy="23341"/>
            </a:xfrm>
            <a:custGeom>
              <a:rect b="b" l="l" r="r" t="t"/>
              <a:pathLst>
                <a:path extrusionOk="0" h="235" w="470">
                  <a:moveTo>
                    <a:pt x="469" y="0"/>
                  </a:moveTo>
                  <a:cubicBezTo>
                    <a:pt x="421" y="33"/>
                    <a:pt x="352" y="49"/>
                    <a:pt x="320" y="69"/>
                  </a:cubicBezTo>
                  <a:cubicBezTo>
                    <a:pt x="251" y="101"/>
                    <a:pt x="202" y="134"/>
                    <a:pt x="134" y="150"/>
                  </a:cubicBezTo>
                  <a:cubicBezTo>
                    <a:pt x="81" y="170"/>
                    <a:pt x="49" y="202"/>
                    <a:pt x="0" y="219"/>
                  </a:cubicBezTo>
                  <a:lnTo>
                    <a:pt x="17" y="235"/>
                  </a:lnTo>
                  <a:cubicBezTo>
                    <a:pt x="49" y="202"/>
                    <a:pt x="101" y="186"/>
                    <a:pt x="134" y="170"/>
                  </a:cubicBezTo>
                  <a:cubicBezTo>
                    <a:pt x="202" y="134"/>
                    <a:pt x="251" y="118"/>
                    <a:pt x="320" y="85"/>
                  </a:cubicBezTo>
                  <a:cubicBezTo>
                    <a:pt x="368" y="69"/>
                    <a:pt x="421" y="33"/>
                    <a:pt x="469" y="17"/>
                  </a:cubicBez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0"/>
            <p:cNvSpPr/>
            <p:nvPr/>
          </p:nvSpPr>
          <p:spPr>
            <a:xfrm>
              <a:off x="1732455" y="551250"/>
              <a:ext cx="5364" cy="3377"/>
            </a:xfrm>
            <a:custGeom>
              <a:rect b="b" l="l" r="r" t="t"/>
              <a:pathLst>
                <a:path extrusionOk="0" h="34" w="54">
                  <a:moveTo>
                    <a:pt x="53" y="1"/>
                  </a:moveTo>
                  <a:cubicBezTo>
                    <a:pt x="33" y="1"/>
                    <a:pt x="33" y="17"/>
                    <a:pt x="17" y="17"/>
                  </a:cubicBezTo>
                  <a:lnTo>
                    <a:pt x="53" y="17"/>
                  </a:lnTo>
                  <a:lnTo>
                    <a:pt x="53" y="1"/>
                  </a:lnTo>
                  <a:close/>
                  <a:moveTo>
                    <a:pt x="1" y="17"/>
                  </a:moveTo>
                  <a:lnTo>
                    <a:pt x="17" y="33"/>
                  </a:lnTo>
                  <a:lnTo>
                    <a:pt x="17" y="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0"/>
            <p:cNvSpPr/>
            <p:nvPr/>
          </p:nvSpPr>
          <p:spPr>
            <a:xfrm>
              <a:off x="2289469" y="442588"/>
              <a:ext cx="66647" cy="26917"/>
            </a:xfrm>
            <a:custGeom>
              <a:rect b="b" l="l" r="r" t="t"/>
              <a:pathLst>
                <a:path extrusionOk="0" h="271" w="671">
                  <a:moveTo>
                    <a:pt x="0" y="0"/>
                  </a:moveTo>
                  <a:lnTo>
                    <a:pt x="16" y="16"/>
                  </a:lnTo>
                  <a:cubicBezTo>
                    <a:pt x="48" y="16"/>
                    <a:pt x="101" y="53"/>
                    <a:pt x="149" y="69"/>
                  </a:cubicBezTo>
                  <a:cubicBezTo>
                    <a:pt x="166" y="69"/>
                    <a:pt x="202" y="85"/>
                    <a:pt x="218" y="101"/>
                  </a:cubicBezTo>
                  <a:cubicBezTo>
                    <a:pt x="234" y="101"/>
                    <a:pt x="267" y="101"/>
                    <a:pt x="283" y="117"/>
                  </a:cubicBezTo>
                  <a:cubicBezTo>
                    <a:pt x="303" y="117"/>
                    <a:pt x="319" y="138"/>
                    <a:pt x="335" y="138"/>
                  </a:cubicBezTo>
                  <a:cubicBezTo>
                    <a:pt x="368" y="154"/>
                    <a:pt x="404" y="170"/>
                    <a:pt x="436" y="170"/>
                  </a:cubicBezTo>
                  <a:cubicBezTo>
                    <a:pt x="404" y="154"/>
                    <a:pt x="368" y="138"/>
                    <a:pt x="335" y="117"/>
                  </a:cubicBezTo>
                  <a:cubicBezTo>
                    <a:pt x="319" y="117"/>
                    <a:pt x="303" y="117"/>
                    <a:pt x="283" y="101"/>
                  </a:cubicBezTo>
                  <a:cubicBezTo>
                    <a:pt x="267" y="101"/>
                    <a:pt x="250" y="85"/>
                    <a:pt x="234" y="85"/>
                  </a:cubicBezTo>
                  <a:cubicBezTo>
                    <a:pt x="202" y="69"/>
                    <a:pt x="166" y="69"/>
                    <a:pt x="149" y="53"/>
                  </a:cubicBezTo>
                  <a:cubicBezTo>
                    <a:pt x="101" y="37"/>
                    <a:pt x="65" y="16"/>
                    <a:pt x="16" y="0"/>
                  </a:cubicBezTo>
                  <a:close/>
                  <a:moveTo>
                    <a:pt x="437" y="170"/>
                  </a:moveTo>
                  <a:cubicBezTo>
                    <a:pt x="469" y="186"/>
                    <a:pt x="521" y="202"/>
                    <a:pt x="553" y="218"/>
                  </a:cubicBezTo>
                  <a:cubicBezTo>
                    <a:pt x="570" y="239"/>
                    <a:pt x="586" y="239"/>
                    <a:pt x="606" y="239"/>
                  </a:cubicBezTo>
                  <a:cubicBezTo>
                    <a:pt x="606" y="218"/>
                    <a:pt x="586" y="218"/>
                    <a:pt x="570" y="218"/>
                  </a:cubicBezTo>
                  <a:cubicBezTo>
                    <a:pt x="521" y="202"/>
                    <a:pt x="469" y="186"/>
                    <a:pt x="437" y="170"/>
                  </a:cubicBezTo>
                  <a:close/>
                  <a:moveTo>
                    <a:pt x="606" y="239"/>
                  </a:moveTo>
                  <a:cubicBezTo>
                    <a:pt x="622" y="255"/>
                    <a:pt x="654" y="255"/>
                    <a:pt x="671" y="271"/>
                  </a:cubicBezTo>
                  <a:lnTo>
                    <a:pt x="671" y="255"/>
                  </a:lnTo>
                  <a:cubicBezTo>
                    <a:pt x="654" y="255"/>
                    <a:pt x="638" y="239"/>
                    <a:pt x="606" y="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0"/>
            <p:cNvSpPr/>
            <p:nvPr/>
          </p:nvSpPr>
          <p:spPr>
            <a:xfrm>
              <a:off x="2553475" y="574591"/>
              <a:ext cx="4867" cy="2086"/>
            </a:xfrm>
            <a:custGeom>
              <a:rect b="b" l="l" r="r" t="t"/>
              <a:pathLst>
                <a:path extrusionOk="0" h="21" w="49">
                  <a:moveTo>
                    <a:pt x="16" y="0"/>
                  </a:moveTo>
                  <a:lnTo>
                    <a:pt x="0" y="20"/>
                  </a:lnTo>
                  <a:lnTo>
                    <a:pt x="49" y="20"/>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0"/>
            <p:cNvSpPr/>
            <p:nvPr/>
          </p:nvSpPr>
          <p:spPr>
            <a:xfrm>
              <a:off x="1804366" y="910806"/>
              <a:ext cx="1689" cy="1689"/>
            </a:xfrm>
            <a:custGeom>
              <a:rect b="b" l="l" r="r" t="t"/>
              <a:pathLst>
                <a:path extrusionOk="0" h="17" w="17">
                  <a:moveTo>
                    <a:pt x="0" y="0"/>
                  </a:moveTo>
                  <a:lnTo>
                    <a:pt x="16" y="17"/>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0"/>
            <p:cNvSpPr/>
            <p:nvPr/>
          </p:nvSpPr>
          <p:spPr>
            <a:xfrm>
              <a:off x="1729276" y="721096"/>
              <a:ext cx="4966" cy="2384"/>
            </a:xfrm>
            <a:custGeom>
              <a:rect b="b" l="l" r="r" t="t"/>
              <a:pathLst>
                <a:path extrusionOk="0" h="24" w="50">
                  <a:moveTo>
                    <a:pt x="37" y="1"/>
                  </a:moveTo>
                  <a:cubicBezTo>
                    <a:pt x="31" y="1"/>
                    <a:pt x="28" y="8"/>
                    <a:pt x="17" y="8"/>
                  </a:cubicBezTo>
                  <a:lnTo>
                    <a:pt x="1" y="24"/>
                  </a:lnTo>
                  <a:lnTo>
                    <a:pt x="17" y="24"/>
                  </a:lnTo>
                  <a:cubicBezTo>
                    <a:pt x="33" y="8"/>
                    <a:pt x="33" y="8"/>
                    <a:pt x="49" y="8"/>
                  </a:cubicBezTo>
                  <a:cubicBezTo>
                    <a:pt x="44" y="2"/>
                    <a:pt x="40"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0"/>
            <p:cNvSpPr/>
            <p:nvPr/>
          </p:nvSpPr>
          <p:spPr>
            <a:xfrm>
              <a:off x="2692232" y="528008"/>
              <a:ext cx="3377" cy="1689"/>
            </a:xfrm>
            <a:custGeom>
              <a:rect b="b" l="l" r="r" t="t"/>
              <a:pathLst>
                <a:path extrusionOk="0" h="17" w="34">
                  <a:moveTo>
                    <a:pt x="1" y="1"/>
                  </a:moveTo>
                  <a:lnTo>
                    <a:pt x="1" y="17"/>
                  </a:lnTo>
                  <a:lnTo>
                    <a:pt x="33"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0"/>
            <p:cNvSpPr/>
            <p:nvPr/>
          </p:nvSpPr>
          <p:spPr>
            <a:xfrm>
              <a:off x="2700675" y="593066"/>
              <a:ext cx="4966" cy="1689"/>
            </a:xfrm>
            <a:custGeom>
              <a:rect b="b" l="l" r="r" t="t"/>
              <a:pathLst>
                <a:path extrusionOk="0" h="17" w="50">
                  <a:moveTo>
                    <a:pt x="1" y="0"/>
                  </a:moveTo>
                  <a:lnTo>
                    <a:pt x="1" y="16"/>
                  </a:lnTo>
                  <a:lnTo>
                    <a:pt x="49" y="16"/>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0"/>
            <p:cNvSpPr/>
            <p:nvPr/>
          </p:nvSpPr>
          <p:spPr>
            <a:xfrm>
              <a:off x="1669085" y="660011"/>
              <a:ext cx="3278" cy="1689"/>
            </a:xfrm>
            <a:custGeom>
              <a:rect b="b" l="l" r="r" t="t"/>
              <a:pathLst>
                <a:path extrusionOk="0" h="17" w="33">
                  <a:moveTo>
                    <a:pt x="1" y="1"/>
                  </a:moveTo>
                  <a:lnTo>
                    <a:pt x="1"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0"/>
            <p:cNvSpPr/>
            <p:nvPr/>
          </p:nvSpPr>
          <p:spPr>
            <a:xfrm>
              <a:off x="2335953" y="616705"/>
              <a:ext cx="35459" cy="13310"/>
            </a:xfrm>
            <a:custGeom>
              <a:rect b="b" l="l" r="r" t="t"/>
              <a:pathLst>
                <a:path extrusionOk="0" h="134" w="357">
                  <a:moveTo>
                    <a:pt x="1" y="0"/>
                  </a:moveTo>
                  <a:lnTo>
                    <a:pt x="1" y="17"/>
                  </a:lnTo>
                  <a:lnTo>
                    <a:pt x="37" y="17"/>
                  </a:lnTo>
                  <a:cubicBezTo>
                    <a:pt x="37" y="17"/>
                    <a:pt x="17" y="17"/>
                    <a:pt x="17" y="0"/>
                  </a:cubicBezTo>
                  <a:close/>
                  <a:moveTo>
                    <a:pt x="37" y="17"/>
                  </a:moveTo>
                  <a:cubicBezTo>
                    <a:pt x="102" y="49"/>
                    <a:pt x="170" y="65"/>
                    <a:pt x="239" y="101"/>
                  </a:cubicBezTo>
                  <a:cubicBezTo>
                    <a:pt x="271" y="101"/>
                    <a:pt x="304" y="118"/>
                    <a:pt x="340" y="134"/>
                  </a:cubicBezTo>
                  <a:lnTo>
                    <a:pt x="356" y="118"/>
                  </a:lnTo>
                  <a:lnTo>
                    <a:pt x="340" y="118"/>
                  </a:lnTo>
                  <a:cubicBezTo>
                    <a:pt x="304" y="101"/>
                    <a:pt x="271" y="101"/>
                    <a:pt x="239" y="81"/>
                  </a:cubicBezTo>
                  <a:cubicBezTo>
                    <a:pt x="170" y="65"/>
                    <a:pt x="102" y="33"/>
                    <a:pt x="37"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0"/>
            <p:cNvSpPr/>
            <p:nvPr/>
          </p:nvSpPr>
          <p:spPr>
            <a:xfrm>
              <a:off x="1673952" y="604687"/>
              <a:ext cx="58602" cy="42213"/>
            </a:xfrm>
            <a:custGeom>
              <a:rect b="b" l="l" r="r" t="t"/>
              <a:pathLst>
                <a:path extrusionOk="0" h="425" w="590">
                  <a:moveTo>
                    <a:pt x="590" y="0"/>
                  </a:moveTo>
                  <a:cubicBezTo>
                    <a:pt x="541" y="20"/>
                    <a:pt x="505" y="53"/>
                    <a:pt x="473" y="69"/>
                  </a:cubicBezTo>
                  <a:cubicBezTo>
                    <a:pt x="473" y="85"/>
                    <a:pt x="457" y="85"/>
                    <a:pt x="440" y="101"/>
                  </a:cubicBezTo>
                  <a:cubicBezTo>
                    <a:pt x="457" y="101"/>
                    <a:pt x="473" y="85"/>
                    <a:pt x="489" y="85"/>
                  </a:cubicBezTo>
                  <a:cubicBezTo>
                    <a:pt x="521" y="53"/>
                    <a:pt x="558" y="37"/>
                    <a:pt x="590" y="20"/>
                  </a:cubicBezTo>
                  <a:lnTo>
                    <a:pt x="590" y="0"/>
                  </a:lnTo>
                  <a:close/>
                  <a:moveTo>
                    <a:pt x="440" y="101"/>
                  </a:moveTo>
                  <a:lnTo>
                    <a:pt x="440" y="101"/>
                  </a:lnTo>
                  <a:cubicBezTo>
                    <a:pt x="339" y="170"/>
                    <a:pt x="255" y="239"/>
                    <a:pt x="170" y="303"/>
                  </a:cubicBezTo>
                  <a:cubicBezTo>
                    <a:pt x="255" y="239"/>
                    <a:pt x="356" y="170"/>
                    <a:pt x="440" y="101"/>
                  </a:cubicBezTo>
                  <a:close/>
                  <a:moveTo>
                    <a:pt x="170" y="303"/>
                  </a:moveTo>
                  <a:cubicBezTo>
                    <a:pt x="138" y="323"/>
                    <a:pt x="85" y="356"/>
                    <a:pt x="53" y="372"/>
                  </a:cubicBezTo>
                  <a:cubicBezTo>
                    <a:pt x="53" y="388"/>
                    <a:pt x="37" y="388"/>
                    <a:pt x="16" y="404"/>
                  </a:cubicBezTo>
                  <a:lnTo>
                    <a:pt x="0" y="404"/>
                  </a:lnTo>
                  <a:lnTo>
                    <a:pt x="0" y="424"/>
                  </a:lnTo>
                  <a:lnTo>
                    <a:pt x="16" y="424"/>
                  </a:lnTo>
                  <a:lnTo>
                    <a:pt x="37" y="404"/>
                  </a:lnTo>
                  <a:cubicBezTo>
                    <a:pt x="37" y="404"/>
                    <a:pt x="53" y="388"/>
                    <a:pt x="69" y="388"/>
                  </a:cubicBezTo>
                  <a:cubicBezTo>
                    <a:pt x="101" y="356"/>
                    <a:pt x="138" y="340"/>
                    <a:pt x="170" y="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0"/>
            <p:cNvSpPr/>
            <p:nvPr/>
          </p:nvSpPr>
          <p:spPr>
            <a:xfrm>
              <a:off x="2387702" y="805323"/>
              <a:ext cx="5364" cy="2086"/>
            </a:xfrm>
            <a:custGeom>
              <a:rect b="b" l="l" r="r" t="t"/>
              <a:pathLst>
                <a:path extrusionOk="0" h="21" w="54">
                  <a:moveTo>
                    <a:pt x="21" y="0"/>
                  </a:moveTo>
                  <a:lnTo>
                    <a:pt x="1" y="20"/>
                  </a:lnTo>
                  <a:lnTo>
                    <a:pt x="53" y="20"/>
                  </a:lnTo>
                  <a:lnTo>
                    <a:pt x="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0"/>
            <p:cNvSpPr/>
            <p:nvPr/>
          </p:nvSpPr>
          <p:spPr>
            <a:xfrm>
              <a:off x="2364460" y="387562"/>
              <a:ext cx="40227" cy="461563"/>
            </a:xfrm>
            <a:custGeom>
              <a:rect b="b" l="l" r="r" t="t"/>
              <a:pathLst>
                <a:path extrusionOk="0" h="4647" w="405">
                  <a:moveTo>
                    <a:pt x="17" y="1"/>
                  </a:moveTo>
                  <a:cubicBezTo>
                    <a:pt x="0" y="17"/>
                    <a:pt x="0" y="49"/>
                    <a:pt x="17" y="65"/>
                  </a:cubicBezTo>
                  <a:cubicBezTo>
                    <a:pt x="17" y="49"/>
                    <a:pt x="17" y="17"/>
                    <a:pt x="33" y="1"/>
                  </a:cubicBezTo>
                  <a:close/>
                  <a:moveTo>
                    <a:pt x="17" y="65"/>
                  </a:moveTo>
                  <a:lnTo>
                    <a:pt x="17" y="86"/>
                  </a:lnTo>
                  <a:cubicBezTo>
                    <a:pt x="17" y="166"/>
                    <a:pt x="17" y="251"/>
                    <a:pt x="33" y="320"/>
                  </a:cubicBezTo>
                  <a:lnTo>
                    <a:pt x="33" y="389"/>
                  </a:lnTo>
                  <a:cubicBezTo>
                    <a:pt x="33" y="421"/>
                    <a:pt x="53" y="453"/>
                    <a:pt x="53" y="469"/>
                  </a:cubicBezTo>
                  <a:lnTo>
                    <a:pt x="53" y="389"/>
                  </a:lnTo>
                  <a:lnTo>
                    <a:pt x="53" y="320"/>
                  </a:lnTo>
                  <a:cubicBezTo>
                    <a:pt x="33" y="251"/>
                    <a:pt x="33" y="166"/>
                    <a:pt x="33" y="86"/>
                  </a:cubicBezTo>
                  <a:cubicBezTo>
                    <a:pt x="17" y="86"/>
                    <a:pt x="17" y="65"/>
                    <a:pt x="17" y="65"/>
                  </a:cubicBezTo>
                  <a:close/>
                  <a:moveTo>
                    <a:pt x="53" y="469"/>
                  </a:moveTo>
                  <a:lnTo>
                    <a:pt x="53" y="623"/>
                  </a:lnTo>
                  <a:cubicBezTo>
                    <a:pt x="69" y="655"/>
                    <a:pt x="69" y="671"/>
                    <a:pt x="69" y="692"/>
                  </a:cubicBezTo>
                  <a:lnTo>
                    <a:pt x="69" y="756"/>
                  </a:lnTo>
                  <a:lnTo>
                    <a:pt x="69" y="772"/>
                  </a:lnTo>
                  <a:cubicBezTo>
                    <a:pt x="69" y="825"/>
                    <a:pt x="85" y="873"/>
                    <a:pt x="85" y="942"/>
                  </a:cubicBezTo>
                  <a:lnTo>
                    <a:pt x="85" y="974"/>
                  </a:lnTo>
                  <a:lnTo>
                    <a:pt x="85" y="1027"/>
                  </a:lnTo>
                  <a:cubicBezTo>
                    <a:pt x="101" y="1075"/>
                    <a:pt x="101" y="1112"/>
                    <a:pt x="101" y="1144"/>
                  </a:cubicBezTo>
                  <a:cubicBezTo>
                    <a:pt x="101" y="1176"/>
                    <a:pt x="101" y="1213"/>
                    <a:pt x="118" y="1245"/>
                  </a:cubicBezTo>
                  <a:lnTo>
                    <a:pt x="118" y="1144"/>
                  </a:lnTo>
                  <a:cubicBezTo>
                    <a:pt x="118" y="1112"/>
                    <a:pt x="118" y="1075"/>
                    <a:pt x="101" y="1027"/>
                  </a:cubicBezTo>
                  <a:lnTo>
                    <a:pt x="101" y="974"/>
                  </a:lnTo>
                  <a:lnTo>
                    <a:pt x="101" y="926"/>
                  </a:lnTo>
                  <a:cubicBezTo>
                    <a:pt x="85" y="873"/>
                    <a:pt x="85" y="825"/>
                    <a:pt x="85" y="772"/>
                  </a:cubicBezTo>
                  <a:lnTo>
                    <a:pt x="85" y="740"/>
                  </a:lnTo>
                  <a:lnTo>
                    <a:pt x="85" y="692"/>
                  </a:lnTo>
                  <a:cubicBezTo>
                    <a:pt x="69" y="671"/>
                    <a:pt x="69" y="655"/>
                    <a:pt x="69" y="623"/>
                  </a:cubicBezTo>
                  <a:cubicBezTo>
                    <a:pt x="69" y="570"/>
                    <a:pt x="69" y="522"/>
                    <a:pt x="53" y="469"/>
                  </a:cubicBezTo>
                  <a:close/>
                  <a:moveTo>
                    <a:pt x="118" y="1245"/>
                  </a:moveTo>
                  <a:lnTo>
                    <a:pt x="118" y="1346"/>
                  </a:lnTo>
                  <a:cubicBezTo>
                    <a:pt x="118" y="1398"/>
                    <a:pt x="118" y="1431"/>
                    <a:pt x="134" y="1463"/>
                  </a:cubicBezTo>
                  <a:lnTo>
                    <a:pt x="134" y="1479"/>
                  </a:lnTo>
                  <a:lnTo>
                    <a:pt x="134" y="1499"/>
                  </a:lnTo>
                  <a:cubicBezTo>
                    <a:pt x="134" y="1564"/>
                    <a:pt x="134" y="1649"/>
                    <a:pt x="154" y="1701"/>
                  </a:cubicBezTo>
                  <a:lnTo>
                    <a:pt x="154" y="1499"/>
                  </a:lnTo>
                  <a:lnTo>
                    <a:pt x="154" y="1479"/>
                  </a:lnTo>
                  <a:lnTo>
                    <a:pt x="154" y="1463"/>
                  </a:lnTo>
                  <a:cubicBezTo>
                    <a:pt x="134" y="1431"/>
                    <a:pt x="134" y="1398"/>
                    <a:pt x="134" y="1346"/>
                  </a:cubicBezTo>
                  <a:cubicBezTo>
                    <a:pt x="134" y="1314"/>
                    <a:pt x="134" y="1277"/>
                    <a:pt x="118" y="1245"/>
                  </a:cubicBezTo>
                  <a:close/>
                  <a:moveTo>
                    <a:pt x="154" y="1701"/>
                  </a:moveTo>
                  <a:lnTo>
                    <a:pt x="154" y="1802"/>
                  </a:lnTo>
                  <a:cubicBezTo>
                    <a:pt x="154" y="1819"/>
                    <a:pt x="170" y="1851"/>
                    <a:pt x="170" y="1883"/>
                  </a:cubicBezTo>
                  <a:lnTo>
                    <a:pt x="170" y="1802"/>
                  </a:lnTo>
                  <a:cubicBezTo>
                    <a:pt x="170" y="1766"/>
                    <a:pt x="170" y="1734"/>
                    <a:pt x="154" y="1701"/>
                  </a:cubicBezTo>
                  <a:close/>
                  <a:moveTo>
                    <a:pt x="170" y="1883"/>
                  </a:moveTo>
                  <a:lnTo>
                    <a:pt x="170" y="2004"/>
                  </a:lnTo>
                  <a:cubicBezTo>
                    <a:pt x="170" y="2037"/>
                    <a:pt x="170" y="2069"/>
                    <a:pt x="186" y="2105"/>
                  </a:cubicBezTo>
                  <a:lnTo>
                    <a:pt x="186" y="2004"/>
                  </a:lnTo>
                  <a:cubicBezTo>
                    <a:pt x="186" y="1968"/>
                    <a:pt x="186" y="1920"/>
                    <a:pt x="170" y="1883"/>
                  </a:cubicBezTo>
                  <a:close/>
                  <a:moveTo>
                    <a:pt x="186" y="2105"/>
                  </a:moveTo>
                  <a:lnTo>
                    <a:pt x="186" y="2154"/>
                  </a:lnTo>
                  <a:lnTo>
                    <a:pt x="186" y="2206"/>
                  </a:lnTo>
                  <a:lnTo>
                    <a:pt x="186" y="2223"/>
                  </a:lnTo>
                  <a:cubicBezTo>
                    <a:pt x="186" y="2239"/>
                    <a:pt x="186" y="2255"/>
                    <a:pt x="202" y="2255"/>
                  </a:cubicBezTo>
                  <a:lnTo>
                    <a:pt x="202" y="2223"/>
                  </a:lnTo>
                  <a:lnTo>
                    <a:pt x="202" y="2206"/>
                  </a:lnTo>
                  <a:lnTo>
                    <a:pt x="202" y="2138"/>
                  </a:lnTo>
                  <a:cubicBezTo>
                    <a:pt x="202" y="2138"/>
                    <a:pt x="186" y="2122"/>
                    <a:pt x="186" y="2105"/>
                  </a:cubicBezTo>
                  <a:close/>
                  <a:moveTo>
                    <a:pt x="202" y="2255"/>
                  </a:moveTo>
                  <a:lnTo>
                    <a:pt x="202" y="2271"/>
                  </a:lnTo>
                  <a:cubicBezTo>
                    <a:pt x="202" y="2340"/>
                    <a:pt x="202" y="2408"/>
                    <a:pt x="219" y="2473"/>
                  </a:cubicBezTo>
                  <a:cubicBezTo>
                    <a:pt x="219" y="2408"/>
                    <a:pt x="202" y="2340"/>
                    <a:pt x="219" y="2271"/>
                  </a:cubicBezTo>
                  <a:cubicBezTo>
                    <a:pt x="219" y="2271"/>
                    <a:pt x="219" y="2255"/>
                    <a:pt x="202" y="2255"/>
                  </a:cubicBezTo>
                  <a:close/>
                  <a:moveTo>
                    <a:pt x="219" y="2473"/>
                  </a:moveTo>
                  <a:lnTo>
                    <a:pt x="219" y="2574"/>
                  </a:lnTo>
                  <a:lnTo>
                    <a:pt x="219" y="2643"/>
                  </a:lnTo>
                  <a:cubicBezTo>
                    <a:pt x="235" y="2776"/>
                    <a:pt x="255" y="2913"/>
                    <a:pt x="255" y="3030"/>
                  </a:cubicBezTo>
                  <a:cubicBezTo>
                    <a:pt x="271" y="3079"/>
                    <a:pt x="271" y="3131"/>
                    <a:pt x="271" y="3164"/>
                  </a:cubicBezTo>
                  <a:cubicBezTo>
                    <a:pt x="271" y="3232"/>
                    <a:pt x="271" y="3281"/>
                    <a:pt x="287" y="3350"/>
                  </a:cubicBezTo>
                  <a:cubicBezTo>
                    <a:pt x="287" y="3398"/>
                    <a:pt x="303" y="3467"/>
                    <a:pt x="303" y="3535"/>
                  </a:cubicBezTo>
                  <a:lnTo>
                    <a:pt x="303" y="3653"/>
                  </a:lnTo>
                  <a:cubicBezTo>
                    <a:pt x="320" y="3754"/>
                    <a:pt x="320" y="3838"/>
                    <a:pt x="336" y="3923"/>
                  </a:cubicBezTo>
                  <a:lnTo>
                    <a:pt x="336" y="4040"/>
                  </a:lnTo>
                  <a:cubicBezTo>
                    <a:pt x="336" y="4057"/>
                    <a:pt x="356" y="4089"/>
                    <a:pt x="356" y="4105"/>
                  </a:cubicBezTo>
                  <a:lnTo>
                    <a:pt x="356" y="4040"/>
                  </a:lnTo>
                  <a:lnTo>
                    <a:pt x="356" y="3903"/>
                  </a:lnTo>
                  <a:cubicBezTo>
                    <a:pt x="336" y="3838"/>
                    <a:pt x="336" y="3754"/>
                    <a:pt x="320" y="3653"/>
                  </a:cubicBezTo>
                  <a:lnTo>
                    <a:pt x="320" y="3535"/>
                  </a:lnTo>
                  <a:cubicBezTo>
                    <a:pt x="303" y="3467"/>
                    <a:pt x="303" y="3398"/>
                    <a:pt x="303" y="3350"/>
                  </a:cubicBezTo>
                  <a:cubicBezTo>
                    <a:pt x="287" y="3281"/>
                    <a:pt x="287" y="3232"/>
                    <a:pt x="287" y="3164"/>
                  </a:cubicBezTo>
                  <a:cubicBezTo>
                    <a:pt x="287" y="3131"/>
                    <a:pt x="271" y="3079"/>
                    <a:pt x="271" y="3030"/>
                  </a:cubicBezTo>
                  <a:cubicBezTo>
                    <a:pt x="255" y="2913"/>
                    <a:pt x="255" y="2776"/>
                    <a:pt x="235" y="2643"/>
                  </a:cubicBezTo>
                  <a:lnTo>
                    <a:pt x="235" y="2574"/>
                  </a:lnTo>
                  <a:cubicBezTo>
                    <a:pt x="235" y="2542"/>
                    <a:pt x="235" y="2509"/>
                    <a:pt x="219" y="2473"/>
                  </a:cubicBezTo>
                  <a:close/>
                  <a:moveTo>
                    <a:pt x="356" y="4105"/>
                  </a:moveTo>
                  <a:cubicBezTo>
                    <a:pt x="356" y="4174"/>
                    <a:pt x="356" y="4242"/>
                    <a:pt x="372" y="4307"/>
                  </a:cubicBezTo>
                  <a:cubicBezTo>
                    <a:pt x="372" y="4242"/>
                    <a:pt x="372" y="4174"/>
                    <a:pt x="356" y="4105"/>
                  </a:cubicBezTo>
                  <a:close/>
                  <a:moveTo>
                    <a:pt x="372" y="4307"/>
                  </a:moveTo>
                  <a:lnTo>
                    <a:pt x="372" y="4360"/>
                  </a:lnTo>
                  <a:lnTo>
                    <a:pt x="372" y="4428"/>
                  </a:lnTo>
                  <a:cubicBezTo>
                    <a:pt x="388" y="4477"/>
                    <a:pt x="388" y="4545"/>
                    <a:pt x="388" y="4594"/>
                  </a:cubicBezTo>
                  <a:lnTo>
                    <a:pt x="388" y="4630"/>
                  </a:lnTo>
                  <a:lnTo>
                    <a:pt x="388" y="4646"/>
                  </a:lnTo>
                  <a:lnTo>
                    <a:pt x="404" y="4630"/>
                  </a:lnTo>
                  <a:lnTo>
                    <a:pt x="404" y="4594"/>
                  </a:lnTo>
                  <a:cubicBezTo>
                    <a:pt x="404" y="4529"/>
                    <a:pt x="388" y="4477"/>
                    <a:pt x="388" y="4428"/>
                  </a:cubicBezTo>
                  <a:lnTo>
                    <a:pt x="388" y="4360"/>
                  </a:lnTo>
                  <a:lnTo>
                    <a:pt x="372" y="430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0"/>
            <p:cNvSpPr/>
            <p:nvPr/>
          </p:nvSpPr>
          <p:spPr>
            <a:xfrm>
              <a:off x="2464778" y="511123"/>
              <a:ext cx="5264" cy="1788"/>
            </a:xfrm>
            <a:custGeom>
              <a:rect b="b" l="l" r="r" t="t"/>
              <a:pathLst>
                <a:path extrusionOk="0" h="18" w="53">
                  <a:moveTo>
                    <a:pt x="0" y="1"/>
                  </a:moveTo>
                  <a:lnTo>
                    <a:pt x="17" y="17"/>
                  </a:lnTo>
                  <a:lnTo>
                    <a:pt x="33" y="17"/>
                  </a:lnTo>
                  <a:lnTo>
                    <a:pt x="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0"/>
            <p:cNvSpPr/>
            <p:nvPr/>
          </p:nvSpPr>
          <p:spPr>
            <a:xfrm>
              <a:off x="1807942" y="877532"/>
              <a:ext cx="3278" cy="110449"/>
            </a:xfrm>
            <a:custGeom>
              <a:rect b="b" l="l" r="r" t="t"/>
              <a:pathLst>
                <a:path extrusionOk="0" h="1112" w="33">
                  <a:moveTo>
                    <a:pt x="17" y="0"/>
                  </a:moveTo>
                  <a:lnTo>
                    <a:pt x="17" y="16"/>
                  </a:lnTo>
                  <a:lnTo>
                    <a:pt x="17" y="49"/>
                  </a:lnTo>
                  <a:lnTo>
                    <a:pt x="17" y="150"/>
                  </a:lnTo>
                  <a:lnTo>
                    <a:pt x="17" y="218"/>
                  </a:lnTo>
                  <a:lnTo>
                    <a:pt x="17" y="303"/>
                  </a:lnTo>
                  <a:cubicBezTo>
                    <a:pt x="17" y="267"/>
                    <a:pt x="33" y="234"/>
                    <a:pt x="33" y="218"/>
                  </a:cubicBezTo>
                  <a:lnTo>
                    <a:pt x="33" y="150"/>
                  </a:lnTo>
                  <a:cubicBezTo>
                    <a:pt x="33" y="117"/>
                    <a:pt x="17" y="81"/>
                    <a:pt x="33" y="49"/>
                  </a:cubicBezTo>
                  <a:cubicBezTo>
                    <a:pt x="33" y="32"/>
                    <a:pt x="33" y="16"/>
                    <a:pt x="17" y="0"/>
                  </a:cubicBezTo>
                  <a:close/>
                  <a:moveTo>
                    <a:pt x="17" y="303"/>
                  </a:moveTo>
                  <a:cubicBezTo>
                    <a:pt x="17" y="335"/>
                    <a:pt x="0" y="368"/>
                    <a:pt x="0" y="420"/>
                  </a:cubicBezTo>
                  <a:lnTo>
                    <a:pt x="0" y="505"/>
                  </a:lnTo>
                  <a:lnTo>
                    <a:pt x="0" y="586"/>
                  </a:lnTo>
                  <a:lnTo>
                    <a:pt x="0" y="638"/>
                  </a:lnTo>
                  <a:lnTo>
                    <a:pt x="0" y="707"/>
                  </a:lnTo>
                  <a:lnTo>
                    <a:pt x="0" y="772"/>
                  </a:lnTo>
                  <a:lnTo>
                    <a:pt x="0" y="873"/>
                  </a:lnTo>
                  <a:lnTo>
                    <a:pt x="0" y="1010"/>
                  </a:lnTo>
                  <a:lnTo>
                    <a:pt x="0" y="1042"/>
                  </a:lnTo>
                  <a:lnTo>
                    <a:pt x="0" y="1059"/>
                  </a:lnTo>
                  <a:lnTo>
                    <a:pt x="0" y="1111"/>
                  </a:lnTo>
                  <a:cubicBezTo>
                    <a:pt x="17" y="1091"/>
                    <a:pt x="17" y="1075"/>
                    <a:pt x="17" y="1059"/>
                  </a:cubicBezTo>
                  <a:lnTo>
                    <a:pt x="17" y="1042"/>
                  </a:lnTo>
                  <a:lnTo>
                    <a:pt x="17" y="1010"/>
                  </a:lnTo>
                  <a:lnTo>
                    <a:pt x="17" y="873"/>
                  </a:lnTo>
                  <a:lnTo>
                    <a:pt x="17" y="772"/>
                  </a:lnTo>
                  <a:lnTo>
                    <a:pt x="17" y="707"/>
                  </a:lnTo>
                  <a:lnTo>
                    <a:pt x="17" y="638"/>
                  </a:lnTo>
                  <a:lnTo>
                    <a:pt x="17" y="586"/>
                  </a:lnTo>
                  <a:lnTo>
                    <a:pt x="17" y="505"/>
                  </a:lnTo>
                  <a:lnTo>
                    <a:pt x="17" y="420"/>
                  </a:lnTo>
                  <a:lnTo>
                    <a:pt x="17" y="30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0"/>
            <p:cNvSpPr/>
            <p:nvPr/>
          </p:nvSpPr>
          <p:spPr>
            <a:xfrm>
              <a:off x="1675542" y="544496"/>
              <a:ext cx="62277" cy="45392"/>
            </a:xfrm>
            <a:custGeom>
              <a:rect b="b" l="l" r="r" t="t"/>
              <a:pathLst>
                <a:path extrusionOk="0" h="457" w="627">
                  <a:moveTo>
                    <a:pt x="626" y="0"/>
                  </a:moveTo>
                  <a:cubicBezTo>
                    <a:pt x="590" y="0"/>
                    <a:pt x="574" y="20"/>
                    <a:pt x="558" y="37"/>
                  </a:cubicBezTo>
                  <a:cubicBezTo>
                    <a:pt x="372" y="170"/>
                    <a:pt x="170" y="323"/>
                    <a:pt x="0" y="441"/>
                  </a:cubicBezTo>
                  <a:lnTo>
                    <a:pt x="0" y="457"/>
                  </a:lnTo>
                  <a:cubicBezTo>
                    <a:pt x="186" y="323"/>
                    <a:pt x="372" y="186"/>
                    <a:pt x="558" y="53"/>
                  </a:cubicBezTo>
                  <a:lnTo>
                    <a:pt x="574" y="37"/>
                  </a:lnTo>
                  <a:cubicBezTo>
                    <a:pt x="590" y="20"/>
                    <a:pt x="606" y="20"/>
                    <a:pt x="626" y="20"/>
                  </a:cubicBezTo>
                  <a:lnTo>
                    <a:pt x="6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0"/>
            <p:cNvSpPr/>
            <p:nvPr/>
          </p:nvSpPr>
          <p:spPr>
            <a:xfrm>
              <a:off x="2359593" y="444177"/>
              <a:ext cx="3377" cy="2086"/>
            </a:xfrm>
            <a:custGeom>
              <a:rect b="b" l="l" r="r" t="t"/>
              <a:pathLst>
                <a:path extrusionOk="0" h="21" w="34">
                  <a:moveTo>
                    <a:pt x="1" y="0"/>
                  </a:moveTo>
                  <a:lnTo>
                    <a:pt x="1" y="21"/>
                  </a:lnTo>
                  <a:lnTo>
                    <a:pt x="33" y="21"/>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0"/>
            <p:cNvSpPr/>
            <p:nvPr/>
          </p:nvSpPr>
          <p:spPr>
            <a:xfrm>
              <a:off x="2374492" y="629915"/>
              <a:ext cx="3278" cy="1689"/>
            </a:xfrm>
            <a:custGeom>
              <a:rect b="b" l="l" r="r" t="t"/>
              <a:pathLst>
                <a:path extrusionOk="0" h="17" w="33">
                  <a:moveTo>
                    <a:pt x="0" y="1"/>
                  </a:moveTo>
                  <a:lnTo>
                    <a:pt x="0" y="17"/>
                  </a:lnTo>
                  <a:lnTo>
                    <a:pt x="33"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0"/>
            <p:cNvSpPr/>
            <p:nvPr/>
          </p:nvSpPr>
          <p:spPr>
            <a:xfrm>
              <a:off x="1690738" y="740265"/>
              <a:ext cx="10131" cy="6953"/>
            </a:xfrm>
            <a:custGeom>
              <a:rect b="b" l="l" r="r" t="t"/>
              <a:pathLst>
                <a:path extrusionOk="0" h="70" w="102">
                  <a:moveTo>
                    <a:pt x="86" y="1"/>
                  </a:moveTo>
                  <a:lnTo>
                    <a:pt x="1" y="49"/>
                  </a:lnTo>
                  <a:lnTo>
                    <a:pt x="1" y="69"/>
                  </a:lnTo>
                  <a:lnTo>
                    <a:pt x="17" y="69"/>
                  </a:lnTo>
                  <a:lnTo>
                    <a:pt x="102"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0"/>
            <p:cNvSpPr/>
            <p:nvPr/>
          </p:nvSpPr>
          <p:spPr>
            <a:xfrm>
              <a:off x="2364460" y="507944"/>
              <a:ext cx="1689" cy="1689"/>
            </a:xfrm>
            <a:custGeom>
              <a:rect b="b" l="l" r="r" t="t"/>
              <a:pathLst>
                <a:path extrusionOk="0" h="17" w="17">
                  <a:moveTo>
                    <a:pt x="0" y="1"/>
                  </a:moveTo>
                  <a:lnTo>
                    <a:pt x="0"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0"/>
            <p:cNvSpPr/>
            <p:nvPr/>
          </p:nvSpPr>
          <p:spPr>
            <a:xfrm>
              <a:off x="2382934" y="737087"/>
              <a:ext cx="3278" cy="99"/>
            </a:xfrm>
            <a:custGeom>
              <a:rect b="b" l="l" r="r" t="t"/>
              <a:pathLst>
                <a:path extrusionOk="0" h="1" w="33">
                  <a:moveTo>
                    <a:pt x="33" y="0"/>
                  </a:moveTo>
                  <a:lnTo>
                    <a:pt x="33" y="0"/>
                  </a:lnTo>
                  <a:lnTo>
                    <a:pt x="16" y="0"/>
                  </a:lnTo>
                  <a:lnTo>
                    <a:pt x="0" y="0"/>
                  </a:lnTo>
                  <a:lnTo>
                    <a:pt x="16" y="0"/>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0"/>
            <p:cNvSpPr/>
            <p:nvPr/>
          </p:nvSpPr>
          <p:spPr>
            <a:xfrm>
              <a:off x="2526558" y="559692"/>
              <a:ext cx="10131" cy="3377"/>
            </a:xfrm>
            <a:custGeom>
              <a:rect b="b" l="l" r="r" t="t"/>
              <a:pathLst>
                <a:path extrusionOk="0" h="34" w="102">
                  <a:moveTo>
                    <a:pt x="0" y="1"/>
                  </a:moveTo>
                  <a:lnTo>
                    <a:pt x="0" y="17"/>
                  </a:lnTo>
                  <a:lnTo>
                    <a:pt x="85" y="33"/>
                  </a:lnTo>
                  <a:lnTo>
                    <a:pt x="101" y="33"/>
                  </a:lnTo>
                  <a:lnTo>
                    <a:pt x="101"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0"/>
            <p:cNvSpPr/>
            <p:nvPr/>
          </p:nvSpPr>
          <p:spPr>
            <a:xfrm>
              <a:off x="2705542" y="593066"/>
              <a:ext cx="33373" cy="13707"/>
            </a:xfrm>
            <a:custGeom>
              <a:rect b="b" l="l" r="r" t="t"/>
              <a:pathLst>
                <a:path extrusionOk="0" h="138" w="336">
                  <a:moveTo>
                    <a:pt x="0" y="0"/>
                  </a:moveTo>
                  <a:lnTo>
                    <a:pt x="0" y="16"/>
                  </a:lnTo>
                  <a:cubicBezTo>
                    <a:pt x="16" y="36"/>
                    <a:pt x="53" y="36"/>
                    <a:pt x="85" y="53"/>
                  </a:cubicBezTo>
                  <a:cubicBezTo>
                    <a:pt x="101" y="53"/>
                    <a:pt x="117" y="69"/>
                    <a:pt x="133" y="69"/>
                  </a:cubicBezTo>
                  <a:cubicBezTo>
                    <a:pt x="154" y="85"/>
                    <a:pt x="186" y="85"/>
                    <a:pt x="218" y="101"/>
                  </a:cubicBezTo>
                  <a:cubicBezTo>
                    <a:pt x="234" y="101"/>
                    <a:pt x="271" y="117"/>
                    <a:pt x="303" y="137"/>
                  </a:cubicBezTo>
                  <a:lnTo>
                    <a:pt x="335" y="137"/>
                  </a:lnTo>
                  <a:cubicBezTo>
                    <a:pt x="335" y="117"/>
                    <a:pt x="319" y="117"/>
                    <a:pt x="319" y="117"/>
                  </a:cubicBezTo>
                  <a:lnTo>
                    <a:pt x="303" y="117"/>
                  </a:lnTo>
                  <a:cubicBezTo>
                    <a:pt x="271" y="101"/>
                    <a:pt x="255" y="101"/>
                    <a:pt x="218" y="85"/>
                  </a:cubicBezTo>
                  <a:cubicBezTo>
                    <a:pt x="186" y="69"/>
                    <a:pt x="170" y="69"/>
                    <a:pt x="133" y="53"/>
                  </a:cubicBezTo>
                  <a:cubicBezTo>
                    <a:pt x="117" y="53"/>
                    <a:pt x="101" y="36"/>
                    <a:pt x="85" y="36"/>
                  </a:cubicBezTo>
                  <a:cubicBezTo>
                    <a:pt x="53" y="36"/>
                    <a:pt x="32" y="1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0"/>
            <p:cNvSpPr/>
            <p:nvPr/>
          </p:nvSpPr>
          <p:spPr>
            <a:xfrm>
              <a:off x="2633730" y="623161"/>
              <a:ext cx="58602" cy="20064"/>
            </a:xfrm>
            <a:custGeom>
              <a:rect b="b" l="l" r="r" t="t"/>
              <a:pathLst>
                <a:path extrusionOk="0" h="202" w="590">
                  <a:moveTo>
                    <a:pt x="0" y="0"/>
                  </a:moveTo>
                  <a:lnTo>
                    <a:pt x="0" y="16"/>
                  </a:lnTo>
                  <a:cubicBezTo>
                    <a:pt x="32" y="16"/>
                    <a:pt x="69" y="16"/>
                    <a:pt x="101" y="36"/>
                  </a:cubicBezTo>
                  <a:cubicBezTo>
                    <a:pt x="117" y="36"/>
                    <a:pt x="117" y="53"/>
                    <a:pt x="133" y="53"/>
                  </a:cubicBezTo>
                  <a:cubicBezTo>
                    <a:pt x="271" y="101"/>
                    <a:pt x="388" y="137"/>
                    <a:pt x="489" y="170"/>
                  </a:cubicBezTo>
                  <a:cubicBezTo>
                    <a:pt x="388" y="117"/>
                    <a:pt x="271" y="85"/>
                    <a:pt x="133" y="36"/>
                  </a:cubicBezTo>
                  <a:cubicBezTo>
                    <a:pt x="133" y="36"/>
                    <a:pt x="117" y="36"/>
                    <a:pt x="101" y="16"/>
                  </a:cubicBezTo>
                  <a:cubicBezTo>
                    <a:pt x="69" y="16"/>
                    <a:pt x="49" y="0"/>
                    <a:pt x="0" y="0"/>
                  </a:cubicBezTo>
                  <a:close/>
                  <a:moveTo>
                    <a:pt x="489" y="170"/>
                  </a:moveTo>
                  <a:lnTo>
                    <a:pt x="505" y="186"/>
                  </a:lnTo>
                  <a:cubicBezTo>
                    <a:pt x="521" y="186"/>
                    <a:pt x="537" y="202"/>
                    <a:pt x="553" y="202"/>
                  </a:cubicBezTo>
                  <a:lnTo>
                    <a:pt x="574" y="202"/>
                  </a:lnTo>
                  <a:lnTo>
                    <a:pt x="590" y="186"/>
                  </a:lnTo>
                  <a:lnTo>
                    <a:pt x="574" y="186"/>
                  </a:lnTo>
                  <a:cubicBezTo>
                    <a:pt x="553" y="186"/>
                    <a:pt x="521" y="186"/>
                    <a:pt x="505" y="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0"/>
            <p:cNvSpPr/>
            <p:nvPr/>
          </p:nvSpPr>
          <p:spPr>
            <a:xfrm>
              <a:off x="2457925" y="452620"/>
              <a:ext cx="18574" cy="168952"/>
            </a:xfrm>
            <a:custGeom>
              <a:rect b="b" l="l" r="r" t="t"/>
              <a:pathLst>
                <a:path extrusionOk="0" h="1701" w="187">
                  <a:moveTo>
                    <a:pt x="21" y="0"/>
                  </a:moveTo>
                  <a:cubicBezTo>
                    <a:pt x="1" y="0"/>
                    <a:pt x="1" y="16"/>
                    <a:pt x="21" y="37"/>
                  </a:cubicBezTo>
                  <a:cubicBezTo>
                    <a:pt x="21" y="16"/>
                    <a:pt x="21" y="16"/>
                    <a:pt x="37" y="16"/>
                  </a:cubicBezTo>
                  <a:lnTo>
                    <a:pt x="37" y="0"/>
                  </a:lnTo>
                  <a:close/>
                  <a:moveTo>
                    <a:pt x="21" y="53"/>
                  </a:moveTo>
                  <a:lnTo>
                    <a:pt x="21" y="170"/>
                  </a:lnTo>
                  <a:cubicBezTo>
                    <a:pt x="37" y="218"/>
                    <a:pt x="37" y="271"/>
                    <a:pt x="37" y="303"/>
                  </a:cubicBezTo>
                  <a:lnTo>
                    <a:pt x="37" y="319"/>
                  </a:lnTo>
                  <a:cubicBezTo>
                    <a:pt x="37" y="339"/>
                    <a:pt x="53" y="356"/>
                    <a:pt x="53" y="372"/>
                  </a:cubicBezTo>
                  <a:lnTo>
                    <a:pt x="53" y="440"/>
                  </a:lnTo>
                  <a:lnTo>
                    <a:pt x="53" y="541"/>
                  </a:lnTo>
                  <a:cubicBezTo>
                    <a:pt x="69" y="558"/>
                    <a:pt x="69" y="558"/>
                    <a:pt x="69" y="574"/>
                  </a:cubicBezTo>
                  <a:lnTo>
                    <a:pt x="69" y="541"/>
                  </a:lnTo>
                  <a:lnTo>
                    <a:pt x="69" y="440"/>
                  </a:lnTo>
                  <a:cubicBezTo>
                    <a:pt x="69" y="404"/>
                    <a:pt x="69" y="388"/>
                    <a:pt x="53" y="356"/>
                  </a:cubicBezTo>
                  <a:lnTo>
                    <a:pt x="53" y="319"/>
                  </a:lnTo>
                  <a:lnTo>
                    <a:pt x="53" y="303"/>
                  </a:lnTo>
                  <a:cubicBezTo>
                    <a:pt x="53" y="255"/>
                    <a:pt x="53" y="218"/>
                    <a:pt x="37" y="170"/>
                  </a:cubicBezTo>
                  <a:cubicBezTo>
                    <a:pt x="37" y="138"/>
                    <a:pt x="37" y="85"/>
                    <a:pt x="21" y="53"/>
                  </a:cubicBezTo>
                  <a:close/>
                  <a:moveTo>
                    <a:pt x="69" y="574"/>
                  </a:moveTo>
                  <a:lnTo>
                    <a:pt x="69" y="691"/>
                  </a:lnTo>
                  <a:cubicBezTo>
                    <a:pt x="69" y="707"/>
                    <a:pt x="69" y="723"/>
                    <a:pt x="86" y="743"/>
                  </a:cubicBezTo>
                  <a:lnTo>
                    <a:pt x="86" y="691"/>
                  </a:lnTo>
                  <a:cubicBezTo>
                    <a:pt x="86" y="659"/>
                    <a:pt x="86" y="606"/>
                    <a:pt x="69" y="574"/>
                  </a:cubicBezTo>
                  <a:close/>
                  <a:moveTo>
                    <a:pt x="86" y="743"/>
                  </a:moveTo>
                  <a:lnTo>
                    <a:pt x="86" y="776"/>
                  </a:lnTo>
                  <a:cubicBezTo>
                    <a:pt x="86" y="824"/>
                    <a:pt x="86" y="877"/>
                    <a:pt x="102" y="909"/>
                  </a:cubicBezTo>
                  <a:lnTo>
                    <a:pt x="102" y="776"/>
                  </a:lnTo>
                  <a:cubicBezTo>
                    <a:pt x="102" y="760"/>
                    <a:pt x="86" y="743"/>
                    <a:pt x="86" y="743"/>
                  </a:cubicBezTo>
                  <a:close/>
                  <a:moveTo>
                    <a:pt x="102" y="909"/>
                  </a:moveTo>
                  <a:lnTo>
                    <a:pt x="102" y="978"/>
                  </a:lnTo>
                  <a:lnTo>
                    <a:pt x="102" y="1046"/>
                  </a:lnTo>
                  <a:cubicBezTo>
                    <a:pt x="102" y="1095"/>
                    <a:pt x="122" y="1147"/>
                    <a:pt x="122" y="1180"/>
                  </a:cubicBezTo>
                  <a:cubicBezTo>
                    <a:pt x="138" y="1212"/>
                    <a:pt x="138" y="1228"/>
                    <a:pt x="138" y="1265"/>
                  </a:cubicBezTo>
                  <a:lnTo>
                    <a:pt x="138" y="1180"/>
                  </a:lnTo>
                  <a:cubicBezTo>
                    <a:pt x="122" y="1127"/>
                    <a:pt x="122" y="1095"/>
                    <a:pt x="122" y="1046"/>
                  </a:cubicBezTo>
                  <a:lnTo>
                    <a:pt x="122" y="978"/>
                  </a:lnTo>
                  <a:cubicBezTo>
                    <a:pt x="122" y="962"/>
                    <a:pt x="122" y="925"/>
                    <a:pt x="102" y="909"/>
                  </a:cubicBezTo>
                  <a:close/>
                  <a:moveTo>
                    <a:pt x="138" y="1265"/>
                  </a:moveTo>
                  <a:lnTo>
                    <a:pt x="138" y="1349"/>
                  </a:lnTo>
                  <a:cubicBezTo>
                    <a:pt x="154" y="1366"/>
                    <a:pt x="154" y="1398"/>
                    <a:pt x="154" y="1414"/>
                  </a:cubicBezTo>
                  <a:cubicBezTo>
                    <a:pt x="138" y="1430"/>
                    <a:pt x="138" y="1430"/>
                    <a:pt x="138" y="1450"/>
                  </a:cubicBezTo>
                  <a:cubicBezTo>
                    <a:pt x="154" y="1499"/>
                    <a:pt x="154" y="1551"/>
                    <a:pt x="170" y="1616"/>
                  </a:cubicBezTo>
                  <a:cubicBezTo>
                    <a:pt x="170" y="1551"/>
                    <a:pt x="170" y="1499"/>
                    <a:pt x="154" y="1450"/>
                  </a:cubicBezTo>
                  <a:lnTo>
                    <a:pt x="154" y="1430"/>
                  </a:lnTo>
                  <a:cubicBezTo>
                    <a:pt x="170" y="1398"/>
                    <a:pt x="154" y="1366"/>
                    <a:pt x="154" y="1349"/>
                  </a:cubicBezTo>
                  <a:cubicBezTo>
                    <a:pt x="154" y="1313"/>
                    <a:pt x="138" y="1281"/>
                    <a:pt x="138" y="1265"/>
                  </a:cubicBezTo>
                  <a:close/>
                  <a:moveTo>
                    <a:pt x="170" y="1616"/>
                  </a:moveTo>
                  <a:lnTo>
                    <a:pt x="170" y="1652"/>
                  </a:lnTo>
                  <a:cubicBezTo>
                    <a:pt x="170" y="1669"/>
                    <a:pt x="170" y="1685"/>
                    <a:pt x="186" y="1701"/>
                  </a:cubicBezTo>
                  <a:lnTo>
                    <a:pt x="186" y="1685"/>
                  </a:lnTo>
                  <a:lnTo>
                    <a:pt x="186" y="1652"/>
                  </a:lnTo>
                  <a:cubicBezTo>
                    <a:pt x="186" y="1632"/>
                    <a:pt x="170" y="1632"/>
                    <a:pt x="170" y="16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0"/>
            <p:cNvSpPr/>
            <p:nvPr/>
          </p:nvSpPr>
          <p:spPr>
            <a:xfrm>
              <a:off x="2287384" y="454209"/>
              <a:ext cx="8542" cy="5264"/>
            </a:xfrm>
            <a:custGeom>
              <a:rect b="b" l="l" r="r" t="t"/>
              <a:pathLst>
                <a:path extrusionOk="0" h="53" w="86">
                  <a:moveTo>
                    <a:pt x="1" y="0"/>
                  </a:moveTo>
                  <a:lnTo>
                    <a:pt x="1" y="21"/>
                  </a:lnTo>
                  <a:cubicBezTo>
                    <a:pt x="21" y="21"/>
                    <a:pt x="37" y="21"/>
                    <a:pt x="53" y="37"/>
                  </a:cubicBezTo>
                  <a:cubicBezTo>
                    <a:pt x="53" y="37"/>
                    <a:pt x="69" y="37"/>
                    <a:pt x="86" y="53"/>
                  </a:cubicBezTo>
                  <a:lnTo>
                    <a:pt x="86" y="37"/>
                  </a:lnTo>
                  <a:cubicBezTo>
                    <a:pt x="69" y="37"/>
                    <a:pt x="69" y="21"/>
                    <a:pt x="53" y="21"/>
                  </a:cubicBezTo>
                  <a:cubicBezTo>
                    <a:pt x="37" y="21"/>
                    <a:pt x="2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0"/>
            <p:cNvSpPr/>
            <p:nvPr/>
          </p:nvSpPr>
          <p:spPr>
            <a:xfrm>
              <a:off x="2456335" y="419247"/>
              <a:ext cx="135678" cy="473184"/>
            </a:xfrm>
            <a:custGeom>
              <a:rect b="b" l="l" r="r" t="t"/>
              <a:pathLst>
                <a:path extrusionOk="0" h="4764" w="1366">
                  <a:moveTo>
                    <a:pt x="1" y="1"/>
                  </a:moveTo>
                  <a:lnTo>
                    <a:pt x="1" y="17"/>
                  </a:lnTo>
                  <a:lnTo>
                    <a:pt x="53" y="17"/>
                  </a:lnTo>
                  <a:cubicBezTo>
                    <a:pt x="186" y="86"/>
                    <a:pt x="340" y="134"/>
                    <a:pt x="473" y="187"/>
                  </a:cubicBezTo>
                  <a:lnTo>
                    <a:pt x="861" y="336"/>
                  </a:lnTo>
                  <a:lnTo>
                    <a:pt x="489" y="187"/>
                  </a:lnTo>
                  <a:cubicBezTo>
                    <a:pt x="340" y="118"/>
                    <a:pt x="202" y="70"/>
                    <a:pt x="53" y="1"/>
                  </a:cubicBezTo>
                  <a:close/>
                  <a:moveTo>
                    <a:pt x="861" y="336"/>
                  </a:moveTo>
                  <a:cubicBezTo>
                    <a:pt x="893" y="352"/>
                    <a:pt x="909" y="373"/>
                    <a:pt x="893" y="405"/>
                  </a:cubicBezTo>
                  <a:cubicBezTo>
                    <a:pt x="893" y="421"/>
                    <a:pt x="893" y="437"/>
                    <a:pt x="909" y="474"/>
                  </a:cubicBezTo>
                  <a:lnTo>
                    <a:pt x="909" y="405"/>
                  </a:lnTo>
                  <a:cubicBezTo>
                    <a:pt x="909" y="352"/>
                    <a:pt x="893" y="336"/>
                    <a:pt x="861" y="336"/>
                  </a:cubicBezTo>
                  <a:close/>
                  <a:moveTo>
                    <a:pt x="909" y="474"/>
                  </a:moveTo>
                  <a:lnTo>
                    <a:pt x="909" y="522"/>
                  </a:lnTo>
                  <a:cubicBezTo>
                    <a:pt x="909" y="538"/>
                    <a:pt x="909" y="574"/>
                    <a:pt x="926" y="607"/>
                  </a:cubicBezTo>
                  <a:lnTo>
                    <a:pt x="926" y="522"/>
                  </a:lnTo>
                  <a:cubicBezTo>
                    <a:pt x="926" y="506"/>
                    <a:pt x="926" y="490"/>
                    <a:pt x="909" y="474"/>
                  </a:cubicBezTo>
                  <a:close/>
                  <a:moveTo>
                    <a:pt x="926" y="607"/>
                  </a:moveTo>
                  <a:lnTo>
                    <a:pt x="926" y="675"/>
                  </a:lnTo>
                  <a:cubicBezTo>
                    <a:pt x="926" y="724"/>
                    <a:pt x="946" y="756"/>
                    <a:pt x="926" y="809"/>
                  </a:cubicBezTo>
                  <a:cubicBezTo>
                    <a:pt x="926" y="809"/>
                    <a:pt x="946" y="809"/>
                    <a:pt x="946" y="825"/>
                  </a:cubicBezTo>
                  <a:cubicBezTo>
                    <a:pt x="962" y="825"/>
                    <a:pt x="946" y="841"/>
                    <a:pt x="946" y="857"/>
                  </a:cubicBezTo>
                  <a:lnTo>
                    <a:pt x="946" y="926"/>
                  </a:lnTo>
                  <a:cubicBezTo>
                    <a:pt x="962" y="926"/>
                    <a:pt x="962" y="926"/>
                    <a:pt x="962" y="942"/>
                  </a:cubicBezTo>
                  <a:lnTo>
                    <a:pt x="962" y="910"/>
                  </a:lnTo>
                  <a:lnTo>
                    <a:pt x="962" y="857"/>
                  </a:lnTo>
                  <a:lnTo>
                    <a:pt x="962" y="809"/>
                  </a:lnTo>
                  <a:lnTo>
                    <a:pt x="946" y="809"/>
                  </a:lnTo>
                  <a:lnTo>
                    <a:pt x="946" y="675"/>
                  </a:lnTo>
                  <a:cubicBezTo>
                    <a:pt x="946" y="655"/>
                    <a:pt x="926" y="623"/>
                    <a:pt x="926" y="607"/>
                  </a:cubicBezTo>
                  <a:close/>
                  <a:moveTo>
                    <a:pt x="962" y="942"/>
                  </a:moveTo>
                  <a:lnTo>
                    <a:pt x="962" y="995"/>
                  </a:lnTo>
                  <a:lnTo>
                    <a:pt x="962" y="1027"/>
                  </a:lnTo>
                  <a:cubicBezTo>
                    <a:pt x="978" y="1059"/>
                    <a:pt x="978" y="1096"/>
                    <a:pt x="978" y="1128"/>
                  </a:cubicBezTo>
                  <a:lnTo>
                    <a:pt x="978" y="1213"/>
                  </a:lnTo>
                  <a:lnTo>
                    <a:pt x="978" y="1229"/>
                  </a:lnTo>
                  <a:cubicBezTo>
                    <a:pt x="994" y="1261"/>
                    <a:pt x="994" y="1281"/>
                    <a:pt x="994" y="1298"/>
                  </a:cubicBezTo>
                  <a:lnTo>
                    <a:pt x="994" y="1382"/>
                  </a:lnTo>
                  <a:cubicBezTo>
                    <a:pt x="1010" y="1415"/>
                    <a:pt x="1010" y="1447"/>
                    <a:pt x="1010" y="1463"/>
                  </a:cubicBezTo>
                  <a:lnTo>
                    <a:pt x="1010" y="1548"/>
                  </a:lnTo>
                  <a:cubicBezTo>
                    <a:pt x="1027" y="1564"/>
                    <a:pt x="1027" y="1584"/>
                    <a:pt x="1027" y="1601"/>
                  </a:cubicBezTo>
                  <a:lnTo>
                    <a:pt x="1027" y="1548"/>
                  </a:lnTo>
                  <a:lnTo>
                    <a:pt x="1027" y="1463"/>
                  </a:lnTo>
                  <a:cubicBezTo>
                    <a:pt x="1027" y="1447"/>
                    <a:pt x="1010" y="1415"/>
                    <a:pt x="1010" y="1382"/>
                  </a:cubicBezTo>
                  <a:lnTo>
                    <a:pt x="1010" y="1298"/>
                  </a:lnTo>
                  <a:cubicBezTo>
                    <a:pt x="1010" y="1281"/>
                    <a:pt x="994" y="1261"/>
                    <a:pt x="994" y="1229"/>
                  </a:cubicBezTo>
                  <a:lnTo>
                    <a:pt x="994" y="1213"/>
                  </a:lnTo>
                  <a:lnTo>
                    <a:pt x="994" y="1128"/>
                  </a:lnTo>
                  <a:cubicBezTo>
                    <a:pt x="978" y="1096"/>
                    <a:pt x="978" y="1059"/>
                    <a:pt x="978" y="1027"/>
                  </a:cubicBezTo>
                  <a:lnTo>
                    <a:pt x="978" y="995"/>
                  </a:lnTo>
                  <a:cubicBezTo>
                    <a:pt x="978" y="978"/>
                    <a:pt x="978" y="958"/>
                    <a:pt x="962" y="942"/>
                  </a:cubicBezTo>
                  <a:close/>
                  <a:moveTo>
                    <a:pt x="1027" y="1601"/>
                  </a:moveTo>
                  <a:lnTo>
                    <a:pt x="1027" y="1649"/>
                  </a:lnTo>
                  <a:cubicBezTo>
                    <a:pt x="1027" y="1665"/>
                    <a:pt x="1027" y="1685"/>
                    <a:pt x="1047" y="1718"/>
                  </a:cubicBezTo>
                  <a:lnTo>
                    <a:pt x="1047" y="1649"/>
                  </a:lnTo>
                  <a:cubicBezTo>
                    <a:pt x="1047" y="1633"/>
                    <a:pt x="1027" y="1617"/>
                    <a:pt x="1027" y="1601"/>
                  </a:cubicBezTo>
                  <a:close/>
                  <a:moveTo>
                    <a:pt x="1047" y="1718"/>
                  </a:moveTo>
                  <a:lnTo>
                    <a:pt x="1047" y="1750"/>
                  </a:lnTo>
                  <a:lnTo>
                    <a:pt x="1047" y="1835"/>
                  </a:lnTo>
                  <a:lnTo>
                    <a:pt x="1047" y="1867"/>
                  </a:lnTo>
                  <a:cubicBezTo>
                    <a:pt x="1063" y="1887"/>
                    <a:pt x="1063" y="1887"/>
                    <a:pt x="1063" y="1904"/>
                  </a:cubicBezTo>
                  <a:lnTo>
                    <a:pt x="1063" y="1968"/>
                  </a:lnTo>
                  <a:lnTo>
                    <a:pt x="1063" y="2037"/>
                  </a:lnTo>
                  <a:cubicBezTo>
                    <a:pt x="1079" y="2037"/>
                    <a:pt x="1079" y="2053"/>
                    <a:pt x="1079" y="2053"/>
                  </a:cubicBezTo>
                  <a:lnTo>
                    <a:pt x="1079" y="2037"/>
                  </a:lnTo>
                  <a:lnTo>
                    <a:pt x="1079" y="1968"/>
                  </a:lnTo>
                  <a:lnTo>
                    <a:pt x="1079" y="1904"/>
                  </a:lnTo>
                  <a:cubicBezTo>
                    <a:pt x="1063" y="1887"/>
                    <a:pt x="1063" y="1867"/>
                    <a:pt x="1063" y="1867"/>
                  </a:cubicBezTo>
                  <a:lnTo>
                    <a:pt x="1063" y="1835"/>
                  </a:lnTo>
                  <a:lnTo>
                    <a:pt x="1063" y="1750"/>
                  </a:lnTo>
                  <a:cubicBezTo>
                    <a:pt x="1047" y="1734"/>
                    <a:pt x="1047" y="1718"/>
                    <a:pt x="1047" y="1718"/>
                  </a:cubicBezTo>
                  <a:close/>
                  <a:moveTo>
                    <a:pt x="219" y="2021"/>
                  </a:moveTo>
                  <a:cubicBezTo>
                    <a:pt x="202" y="2021"/>
                    <a:pt x="202" y="2021"/>
                    <a:pt x="186" y="2037"/>
                  </a:cubicBezTo>
                  <a:lnTo>
                    <a:pt x="186" y="2053"/>
                  </a:lnTo>
                  <a:lnTo>
                    <a:pt x="186" y="2069"/>
                  </a:lnTo>
                  <a:cubicBezTo>
                    <a:pt x="186" y="2089"/>
                    <a:pt x="186" y="2089"/>
                    <a:pt x="202" y="2106"/>
                  </a:cubicBezTo>
                  <a:lnTo>
                    <a:pt x="202" y="2069"/>
                  </a:lnTo>
                  <a:lnTo>
                    <a:pt x="202" y="2053"/>
                  </a:lnTo>
                  <a:lnTo>
                    <a:pt x="202" y="2037"/>
                  </a:lnTo>
                  <a:lnTo>
                    <a:pt x="219" y="2037"/>
                  </a:lnTo>
                  <a:lnTo>
                    <a:pt x="219" y="2021"/>
                  </a:lnTo>
                  <a:close/>
                  <a:moveTo>
                    <a:pt x="1079" y="2053"/>
                  </a:moveTo>
                  <a:lnTo>
                    <a:pt x="1079" y="2089"/>
                  </a:lnTo>
                  <a:lnTo>
                    <a:pt x="1079" y="2154"/>
                  </a:lnTo>
                  <a:cubicBezTo>
                    <a:pt x="1079" y="2170"/>
                    <a:pt x="1079" y="2190"/>
                    <a:pt x="1095" y="2207"/>
                  </a:cubicBezTo>
                  <a:lnTo>
                    <a:pt x="1095" y="2138"/>
                  </a:lnTo>
                  <a:lnTo>
                    <a:pt x="1095" y="2089"/>
                  </a:lnTo>
                  <a:cubicBezTo>
                    <a:pt x="1095" y="2089"/>
                    <a:pt x="1095" y="2069"/>
                    <a:pt x="1079" y="2053"/>
                  </a:cubicBezTo>
                  <a:close/>
                  <a:moveTo>
                    <a:pt x="202" y="2106"/>
                  </a:moveTo>
                  <a:lnTo>
                    <a:pt x="202" y="2154"/>
                  </a:lnTo>
                  <a:lnTo>
                    <a:pt x="202" y="2190"/>
                  </a:lnTo>
                  <a:lnTo>
                    <a:pt x="202" y="2255"/>
                  </a:lnTo>
                  <a:cubicBezTo>
                    <a:pt x="202" y="2271"/>
                    <a:pt x="219" y="2291"/>
                    <a:pt x="219" y="2291"/>
                  </a:cubicBezTo>
                  <a:lnTo>
                    <a:pt x="219" y="2255"/>
                  </a:lnTo>
                  <a:lnTo>
                    <a:pt x="219" y="2190"/>
                  </a:lnTo>
                  <a:lnTo>
                    <a:pt x="219" y="2154"/>
                  </a:lnTo>
                  <a:cubicBezTo>
                    <a:pt x="219" y="2138"/>
                    <a:pt x="219" y="2122"/>
                    <a:pt x="202" y="2106"/>
                  </a:cubicBezTo>
                  <a:close/>
                  <a:moveTo>
                    <a:pt x="1095" y="2207"/>
                  </a:moveTo>
                  <a:lnTo>
                    <a:pt x="1095" y="2255"/>
                  </a:lnTo>
                  <a:lnTo>
                    <a:pt x="1095" y="2340"/>
                  </a:lnTo>
                  <a:cubicBezTo>
                    <a:pt x="1095" y="2356"/>
                    <a:pt x="1095" y="2372"/>
                    <a:pt x="1111" y="2392"/>
                  </a:cubicBezTo>
                  <a:lnTo>
                    <a:pt x="1111" y="2340"/>
                  </a:lnTo>
                  <a:lnTo>
                    <a:pt x="1111" y="2255"/>
                  </a:lnTo>
                  <a:cubicBezTo>
                    <a:pt x="1111" y="2239"/>
                    <a:pt x="1095" y="2223"/>
                    <a:pt x="1095" y="2207"/>
                  </a:cubicBezTo>
                  <a:close/>
                  <a:moveTo>
                    <a:pt x="219" y="2291"/>
                  </a:moveTo>
                  <a:lnTo>
                    <a:pt x="219" y="2372"/>
                  </a:lnTo>
                  <a:cubicBezTo>
                    <a:pt x="219" y="2409"/>
                    <a:pt x="219" y="2441"/>
                    <a:pt x="239" y="2473"/>
                  </a:cubicBezTo>
                  <a:lnTo>
                    <a:pt x="239" y="2372"/>
                  </a:lnTo>
                  <a:cubicBezTo>
                    <a:pt x="239" y="2356"/>
                    <a:pt x="219" y="2324"/>
                    <a:pt x="219" y="2291"/>
                  </a:cubicBezTo>
                  <a:close/>
                  <a:moveTo>
                    <a:pt x="239" y="2473"/>
                  </a:moveTo>
                  <a:lnTo>
                    <a:pt x="239" y="2542"/>
                  </a:lnTo>
                  <a:lnTo>
                    <a:pt x="239" y="2558"/>
                  </a:lnTo>
                  <a:cubicBezTo>
                    <a:pt x="239" y="2594"/>
                    <a:pt x="255" y="2627"/>
                    <a:pt x="255" y="2643"/>
                  </a:cubicBezTo>
                  <a:lnTo>
                    <a:pt x="255" y="2558"/>
                  </a:lnTo>
                  <a:lnTo>
                    <a:pt x="255" y="2542"/>
                  </a:lnTo>
                  <a:cubicBezTo>
                    <a:pt x="255" y="2526"/>
                    <a:pt x="255" y="2493"/>
                    <a:pt x="239" y="2473"/>
                  </a:cubicBezTo>
                  <a:close/>
                  <a:moveTo>
                    <a:pt x="1111" y="2392"/>
                  </a:moveTo>
                  <a:lnTo>
                    <a:pt x="1111" y="2425"/>
                  </a:lnTo>
                  <a:lnTo>
                    <a:pt x="1111" y="2509"/>
                  </a:lnTo>
                  <a:lnTo>
                    <a:pt x="1111" y="2526"/>
                  </a:lnTo>
                  <a:cubicBezTo>
                    <a:pt x="1128" y="2558"/>
                    <a:pt x="1128" y="2574"/>
                    <a:pt x="1128" y="2610"/>
                  </a:cubicBezTo>
                  <a:lnTo>
                    <a:pt x="1128" y="2695"/>
                  </a:lnTo>
                  <a:cubicBezTo>
                    <a:pt x="1148" y="2711"/>
                    <a:pt x="1148" y="2728"/>
                    <a:pt x="1148" y="2744"/>
                  </a:cubicBezTo>
                  <a:lnTo>
                    <a:pt x="1148" y="2695"/>
                  </a:lnTo>
                  <a:lnTo>
                    <a:pt x="1148" y="2610"/>
                  </a:lnTo>
                  <a:cubicBezTo>
                    <a:pt x="1148" y="2574"/>
                    <a:pt x="1128" y="2558"/>
                    <a:pt x="1128" y="2526"/>
                  </a:cubicBezTo>
                  <a:lnTo>
                    <a:pt x="1128" y="2509"/>
                  </a:lnTo>
                  <a:lnTo>
                    <a:pt x="1128" y="2425"/>
                  </a:lnTo>
                  <a:cubicBezTo>
                    <a:pt x="1128" y="2409"/>
                    <a:pt x="1111" y="2392"/>
                    <a:pt x="1111" y="2392"/>
                  </a:cubicBezTo>
                  <a:close/>
                  <a:moveTo>
                    <a:pt x="255" y="2643"/>
                  </a:moveTo>
                  <a:lnTo>
                    <a:pt x="255" y="2695"/>
                  </a:lnTo>
                  <a:lnTo>
                    <a:pt x="255" y="2728"/>
                  </a:lnTo>
                  <a:cubicBezTo>
                    <a:pt x="255" y="2776"/>
                    <a:pt x="271" y="2829"/>
                    <a:pt x="271" y="2877"/>
                  </a:cubicBezTo>
                  <a:lnTo>
                    <a:pt x="271" y="2913"/>
                  </a:lnTo>
                  <a:cubicBezTo>
                    <a:pt x="271" y="2930"/>
                    <a:pt x="271" y="2946"/>
                    <a:pt x="287" y="2962"/>
                  </a:cubicBezTo>
                  <a:lnTo>
                    <a:pt x="287" y="2913"/>
                  </a:lnTo>
                  <a:lnTo>
                    <a:pt x="287" y="2877"/>
                  </a:lnTo>
                  <a:cubicBezTo>
                    <a:pt x="271" y="2829"/>
                    <a:pt x="271" y="2776"/>
                    <a:pt x="271" y="2728"/>
                  </a:cubicBezTo>
                  <a:lnTo>
                    <a:pt x="271" y="2695"/>
                  </a:lnTo>
                  <a:cubicBezTo>
                    <a:pt x="255" y="2675"/>
                    <a:pt x="255" y="2659"/>
                    <a:pt x="255" y="2643"/>
                  </a:cubicBezTo>
                  <a:close/>
                  <a:moveTo>
                    <a:pt x="287" y="2962"/>
                  </a:moveTo>
                  <a:lnTo>
                    <a:pt x="287" y="3079"/>
                  </a:lnTo>
                  <a:cubicBezTo>
                    <a:pt x="287" y="3115"/>
                    <a:pt x="287" y="3148"/>
                    <a:pt x="303" y="3180"/>
                  </a:cubicBezTo>
                  <a:lnTo>
                    <a:pt x="303" y="3079"/>
                  </a:lnTo>
                  <a:cubicBezTo>
                    <a:pt x="303" y="3047"/>
                    <a:pt x="303" y="2998"/>
                    <a:pt x="287" y="2962"/>
                  </a:cubicBezTo>
                  <a:close/>
                  <a:moveTo>
                    <a:pt x="1148" y="2744"/>
                  </a:moveTo>
                  <a:lnTo>
                    <a:pt x="1148" y="2776"/>
                  </a:lnTo>
                  <a:cubicBezTo>
                    <a:pt x="1148" y="2829"/>
                    <a:pt x="1164" y="2877"/>
                    <a:pt x="1164" y="2913"/>
                  </a:cubicBezTo>
                  <a:lnTo>
                    <a:pt x="1164" y="2998"/>
                  </a:lnTo>
                  <a:cubicBezTo>
                    <a:pt x="1180" y="3031"/>
                    <a:pt x="1180" y="3063"/>
                    <a:pt x="1180" y="3099"/>
                  </a:cubicBezTo>
                  <a:cubicBezTo>
                    <a:pt x="1180" y="3132"/>
                    <a:pt x="1180" y="3180"/>
                    <a:pt x="1196" y="3216"/>
                  </a:cubicBezTo>
                  <a:lnTo>
                    <a:pt x="1196" y="3099"/>
                  </a:lnTo>
                  <a:cubicBezTo>
                    <a:pt x="1196" y="3063"/>
                    <a:pt x="1180" y="3031"/>
                    <a:pt x="1180" y="2998"/>
                  </a:cubicBezTo>
                  <a:lnTo>
                    <a:pt x="1180" y="2913"/>
                  </a:lnTo>
                  <a:cubicBezTo>
                    <a:pt x="1164" y="2877"/>
                    <a:pt x="1164" y="2829"/>
                    <a:pt x="1164" y="2776"/>
                  </a:cubicBezTo>
                  <a:cubicBezTo>
                    <a:pt x="1164" y="2760"/>
                    <a:pt x="1164" y="2744"/>
                    <a:pt x="1148" y="2744"/>
                  </a:cubicBezTo>
                  <a:close/>
                  <a:moveTo>
                    <a:pt x="303" y="3180"/>
                  </a:moveTo>
                  <a:lnTo>
                    <a:pt x="303" y="3317"/>
                  </a:lnTo>
                  <a:cubicBezTo>
                    <a:pt x="303" y="3350"/>
                    <a:pt x="303" y="3366"/>
                    <a:pt x="320" y="3382"/>
                  </a:cubicBezTo>
                  <a:lnTo>
                    <a:pt x="320" y="3317"/>
                  </a:lnTo>
                  <a:cubicBezTo>
                    <a:pt x="320" y="3265"/>
                    <a:pt x="320" y="3233"/>
                    <a:pt x="303" y="3180"/>
                  </a:cubicBezTo>
                  <a:close/>
                  <a:moveTo>
                    <a:pt x="1196" y="3216"/>
                  </a:moveTo>
                  <a:lnTo>
                    <a:pt x="1196" y="3265"/>
                  </a:lnTo>
                  <a:lnTo>
                    <a:pt x="1196" y="3317"/>
                  </a:lnTo>
                  <a:cubicBezTo>
                    <a:pt x="1212" y="3334"/>
                    <a:pt x="1212" y="3366"/>
                    <a:pt x="1212" y="3382"/>
                  </a:cubicBezTo>
                  <a:cubicBezTo>
                    <a:pt x="1212" y="3435"/>
                    <a:pt x="1212" y="3467"/>
                    <a:pt x="1229" y="3503"/>
                  </a:cubicBezTo>
                  <a:lnTo>
                    <a:pt x="1229" y="3382"/>
                  </a:lnTo>
                  <a:cubicBezTo>
                    <a:pt x="1229" y="3350"/>
                    <a:pt x="1212" y="3334"/>
                    <a:pt x="1212" y="3317"/>
                  </a:cubicBezTo>
                  <a:lnTo>
                    <a:pt x="1212" y="3265"/>
                  </a:lnTo>
                  <a:cubicBezTo>
                    <a:pt x="1212" y="3249"/>
                    <a:pt x="1212" y="3233"/>
                    <a:pt x="1196" y="3216"/>
                  </a:cubicBezTo>
                  <a:close/>
                  <a:moveTo>
                    <a:pt x="1229" y="3503"/>
                  </a:moveTo>
                  <a:lnTo>
                    <a:pt x="1229" y="3536"/>
                  </a:lnTo>
                  <a:lnTo>
                    <a:pt x="1229" y="3584"/>
                  </a:lnTo>
                  <a:lnTo>
                    <a:pt x="1229" y="3669"/>
                  </a:lnTo>
                  <a:lnTo>
                    <a:pt x="1249" y="3669"/>
                  </a:lnTo>
                  <a:lnTo>
                    <a:pt x="1249" y="3653"/>
                  </a:lnTo>
                  <a:lnTo>
                    <a:pt x="1249" y="3584"/>
                  </a:lnTo>
                  <a:lnTo>
                    <a:pt x="1249" y="3536"/>
                  </a:lnTo>
                  <a:cubicBezTo>
                    <a:pt x="1229" y="3519"/>
                    <a:pt x="1229" y="3519"/>
                    <a:pt x="1229" y="3503"/>
                  </a:cubicBezTo>
                  <a:close/>
                  <a:moveTo>
                    <a:pt x="1249" y="3669"/>
                  </a:moveTo>
                  <a:lnTo>
                    <a:pt x="1249" y="3738"/>
                  </a:lnTo>
                  <a:lnTo>
                    <a:pt x="1249" y="3770"/>
                  </a:lnTo>
                  <a:lnTo>
                    <a:pt x="1249" y="3806"/>
                  </a:lnTo>
                  <a:cubicBezTo>
                    <a:pt x="1265" y="3822"/>
                    <a:pt x="1265" y="3855"/>
                    <a:pt x="1265" y="3871"/>
                  </a:cubicBezTo>
                  <a:lnTo>
                    <a:pt x="1265" y="3806"/>
                  </a:lnTo>
                  <a:lnTo>
                    <a:pt x="1265" y="3770"/>
                  </a:lnTo>
                  <a:lnTo>
                    <a:pt x="1265" y="3738"/>
                  </a:lnTo>
                  <a:cubicBezTo>
                    <a:pt x="1265" y="3721"/>
                    <a:pt x="1265" y="3705"/>
                    <a:pt x="1249" y="3669"/>
                  </a:cubicBezTo>
                  <a:close/>
                  <a:moveTo>
                    <a:pt x="1265" y="3871"/>
                  </a:moveTo>
                  <a:lnTo>
                    <a:pt x="1265" y="3940"/>
                  </a:lnTo>
                  <a:cubicBezTo>
                    <a:pt x="1281" y="3972"/>
                    <a:pt x="1281" y="4024"/>
                    <a:pt x="1281" y="4057"/>
                  </a:cubicBezTo>
                  <a:cubicBezTo>
                    <a:pt x="1281" y="4089"/>
                    <a:pt x="1281" y="4125"/>
                    <a:pt x="1297" y="4158"/>
                  </a:cubicBezTo>
                  <a:lnTo>
                    <a:pt x="1297" y="4057"/>
                  </a:lnTo>
                  <a:cubicBezTo>
                    <a:pt x="1297" y="4008"/>
                    <a:pt x="1281" y="3972"/>
                    <a:pt x="1281" y="3940"/>
                  </a:cubicBezTo>
                  <a:cubicBezTo>
                    <a:pt x="1265" y="3923"/>
                    <a:pt x="1265" y="3907"/>
                    <a:pt x="1265" y="3871"/>
                  </a:cubicBezTo>
                  <a:close/>
                  <a:moveTo>
                    <a:pt x="320" y="3382"/>
                  </a:moveTo>
                  <a:lnTo>
                    <a:pt x="320" y="3402"/>
                  </a:lnTo>
                  <a:cubicBezTo>
                    <a:pt x="320" y="3451"/>
                    <a:pt x="340" y="3519"/>
                    <a:pt x="340" y="3568"/>
                  </a:cubicBezTo>
                  <a:lnTo>
                    <a:pt x="340" y="3637"/>
                  </a:lnTo>
                  <a:cubicBezTo>
                    <a:pt x="356" y="3705"/>
                    <a:pt x="356" y="3770"/>
                    <a:pt x="356" y="3822"/>
                  </a:cubicBezTo>
                  <a:cubicBezTo>
                    <a:pt x="372" y="3907"/>
                    <a:pt x="372" y="3988"/>
                    <a:pt x="388" y="4073"/>
                  </a:cubicBezTo>
                  <a:lnTo>
                    <a:pt x="388" y="4142"/>
                  </a:lnTo>
                  <a:cubicBezTo>
                    <a:pt x="388" y="4174"/>
                    <a:pt x="388" y="4210"/>
                    <a:pt x="404" y="4243"/>
                  </a:cubicBezTo>
                  <a:lnTo>
                    <a:pt x="404" y="4142"/>
                  </a:lnTo>
                  <a:lnTo>
                    <a:pt x="404" y="4073"/>
                  </a:lnTo>
                  <a:cubicBezTo>
                    <a:pt x="388" y="3988"/>
                    <a:pt x="388" y="3907"/>
                    <a:pt x="372" y="3822"/>
                  </a:cubicBezTo>
                  <a:cubicBezTo>
                    <a:pt x="372" y="3770"/>
                    <a:pt x="372" y="3705"/>
                    <a:pt x="356" y="3637"/>
                  </a:cubicBezTo>
                  <a:lnTo>
                    <a:pt x="356" y="3568"/>
                  </a:lnTo>
                  <a:cubicBezTo>
                    <a:pt x="340" y="3519"/>
                    <a:pt x="340" y="3451"/>
                    <a:pt x="340" y="3402"/>
                  </a:cubicBezTo>
                  <a:lnTo>
                    <a:pt x="320" y="3382"/>
                  </a:lnTo>
                  <a:close/>
                  <a:moveTo>
                    <a:pt x="404" y="4243"/>
                  </a:moveTo>
                  <a:lnTo>
                    <a:pt x="404" y="4344"/>
                  </a:lnTo>
                  <a:cubicBezTo>
                    <a:pt x="404" y="4360"/>
                    <a:pt x="421" y="4376"/>
                    <a:pt x="421" y="4392"/>
                  </a:cubicBezTo>
                  <a:lnTo>
                    <a:pt x="421" y="4344"/>
                  </a:lnTo>
                  <a:cubicBezTo>
                    <a:pt x="421" y="4311"/>
                    <a:pt x="421" y="4275"/>
                    <a:pt x="404" y="4243"/>
                  </a:cubicBezTo>
                  <a:close/>
                  <a:moveTo>
                    <a:pt x="421" y="4392"/>
                  </a:moveTo>
                  <a:lnTo>
                    <a:pt x="421" y="4428"/>
                  </a:lnTo>
                  <a:cubicBezTo>
                    <a:pt x="421" y="4445"/>
                    <a:pt x="441" y="4461"/>
                    <a:pt x="421" y="4493"/>
                  </a:cubicBezTo>
                  <a:cubicBezTo>
                    <a:pt x="441" y="4529"/>
                    <a:pt x="473" y="4529"/>
                    <a:pt x="489" y="4529"/>
                  </a:cubicBezTo>
                  <a:cubicBezTo>
                    <a:pt x="473" y="4513"/>
                    <a:pt x="457" y="4513"/>
                    <a:pt x="441" y="4493"/>
                  </a:cubicBezTo>
                  <a:lnTo>
                    <a:pt x="441" y="4412"/>
                  </a:lnTo>
                  <a:lnTo>
                    <a:pt x="421" y="4392"/>
                  </a:lnTo>
                  <a:close/>
                  <a:moveTo>
                    <a:pt x="489" y="4529"/>
                  </a:moveTo>
                  <a:cubicBezTo>
                    <a:pt x="606" y="4562"/>
                    <a:pt x="744" y="4594"/>
                    <a:pt x="877" y="4630"/>
                  </a:cubicBezTo>
                  <a:cubicBezTo>
                    <a:pt x="744" y="4594"/>
                    <a:pt x="623" y="4562"/>
                    <a:pt x="489" y="4529"/>
                  </a:cubicBezTo>
                  <a:close/>
                  <a:moveTo>
                    <a:pt x="877" y="4630"/>
                  </a:moveTo>
                  <a:lnTo>
                    <a:pt x="962" y="4663"/>
                  </a:lnTo>
                  <a:cubicBezTo>
                    <a:pt x="1010" y="4679"/>
                    <a:pt x="1063" y="4695"/>
                    <a:pt x="1111" y="4695"/>
                  </a:cubicBezTo>
                  <a:cubicBezTo>
                    <a:pt x="1063" y="4679"/>
                    <a:pt x="1010" y="4663"/>
                    <a:pt x="962" y="4646"/>
                  </a:cubicBezTo>
                  <a:lnTo>
                    <a:pt x="877" y="4630"/>
                  </a:lnTo>
                  <a:close/>
                  <a:moveTo>
                    <a:pt x="1297" y="4158"/>
                  </a:moveTo>
                  <a:lnTo>
                    <a:pt x="1297" y="4291"/>
                  </a:lnTo>
                  <a:cubicBezTo>
                    <a:pt x="1297" y="4311"/>
                    <a:pt x="1313" y="4344"/>
                    <a:pt x="1313" y="4360"/>
                  </a:cubicBezTo>
                  <a:lnTo>
                    <a:pt x="1313" y="4477"/>
                  </a:lnTo>
                  <a:lnTo>
                    <a:pt x="1313" y="4493"/>
                  </a:lnTo>
                  <a:cubicBezTo>
                    <a:pt x="1330" y="4513"/>
                    <a:pt x="1330" y="4529"/>
                    <a:pt x="1330" y="4545"/>
                  </a:cubicBezTo>
                  <a:lnTo>
                    <a:pt x="1330" y="4594"/>
                  </a:lnTo>
                  <a:lnTo>
                    <a:pt x="1330" y="4630"/>
                  </a:lnTo>
                  <a:cubicBezTo>
                    <a:pt x="1330" y="4663"/>
                    <a:pt x="1330" y="4679"/>
                    <a:pt x="1350" y="4695"/>
                  </a:cubicBezTo>
                  <a:cubicBezTo>
                    <a:pt x="1366" y="4715"/>
                    <a:pt x="1350" y="4731"/>
                    <a:pt x="1350" y="4747"/>
                  </a:cubicBezTo>
                  <a:cubicBezTo>
                    <a:pt x="1366" y="4731"/>
                    <a:pt x="1366" y="4715"/>
                    <a:pt x="1366" y="4695"/>
                  </a:cubicBezTo>
                  <a:cubicBezTo>
                    <a:pt x="1350" y="4679"/>
                    <a:pt x="1350" y="4663"/>
                    <a:pt x="1350" y="4630"/>
                  </a:cubicBezTo>
                  <a:lnTo>
                    <a:pt x="1350" y="4594"/>
                  </a:lnTo>
                  <a:lnTo>
                    <a:pt x="1350" y="4545"/>
                  </a:lnTo>
                  <a:cubicBezTo>
                    <a:pt x="1350" y="4529"/>
                    <a:pt x="1350" y="4513"/>
                    <a:pt x="1330" y="4493"/>
                  </a:cubicBezTo>
                  <a:lnTo>
                    <a:pt x="1330" y="4477"/>
                  </a:lnTo>
                  <a:lnTo>
                    <a:pt x="1330" y="4360"/>
                  </a:lnTo>
                  <a:cubicBezTo>
                    <a:pt x="1313" y="4344"/>
                    <a:pt x="1313" y="4311"/>
                    <a:pt x="1313" y="4291"/>
                  </a:cubicBezTo>
                  <a:cubicBezTo>
                    <a:pt x="1313" y="4243"/>
                    <a:pt x="1313" y="4210"/>
                    <a:pt x="1297" y="4158"/>
                  </a:cubicBezTo>
                  <a:close/>
                  <a:moveTo>
                    <a:pt x="1112" y="4695"/>
                  </a:moveTo>
                  <a:cubicBezTo>
                    <a:pt x="1181" y="4715"/>
                    <a:pt x="1249" y="4731"/>
                    <a:pt x="1313" y="4764"/>
                  </a:cubicBezTo>
                  <a:lnTo>
                    <a:pt x="1330" y="4764"/>
                  </a:lnTo>
                  <a:cubicBezTo>
                    <a:pt x="1350" y="4764"/>
                    <a:pt x="1350" y="4764"/>
                    <a:pt x="1350" y="4747"/>
                  </a:cubicBezTo>
                  <a:lnTo>
                    <a:pt x="1313" y="4747"/>
                  </a:lnTo>
                  <a:cubicBezTo>
                    <a:pt x="1249" y="4731"/>
                    <a:pt x="1181" y="4715"/>
                    <a:pt x="1112" y="46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0"/>
            <p:cNvSpPr/>
            <p:nvPr/>
          </p:nvSpPr>
          <p:spPr>
            <a:xfrm>
              <a:off x="1311217" y="793603"/>
              <a:ext cx="40227" cy="81943"/>
            </a:xfrm>
            <a:custGeom>
              <a:rect b="b" l="l" r="r" t="t"/>
              <a:pathLst>
                <a:path extrusionOk="0" h="825" w="405">
                  <a:moveTo>
                    <a:pt x="0" y="1"/>
                  </a:moveTo>
                  <a:lnTo>
                    <a:pt x="0" y="17"/>
                  </a:lnTo>
                  <a:cubicBezTo>
                    <a:pt x="33" y="53"/>
                    <a:pt x="69" y="53"/>
                    <a:pt x="101" y="70"/>
                  </a:cubicBezTo>
                  <a:lnTo>
                    <a:pt x="134" y="70"/>
                  </a:lnTo>
                  <a:cubicBezTo>
                    <a:pt x="117" y="53"/>
                    <a:pt x="117" y="53"/>
                    <a:pt x="101" y="53"/>
                  </a:cubicBezTo>
                  <a:cubicBezTo>
                    <a:pt x="69" y="37"/>
                    <a:pt x="33" y="37"/>
                    <a:pt x="16" y="1"/>
                  </a:cubicBezTo>
                  <a:close/>
                  <a:moveTo>
                    <a:pt x="134" y="70"/>
                  </a:moveTo>
                  <a:lnTo>
                    <a:pt x="134" y="70"/>
                  </a:lnTo>
                  <a:cubicBezTo>
                    <a:pt x="186" y="86"/>
                    <a:pt x="235" y="118"/>
                    <a:pt x="303" y="138"/>
                  </a:cubicBezTo>
                  <a:lnTo>
                    <a:pt x="319" y="138"/>
                  </a:lnTo>
                  <a:cubicBezTo>
                    <a:pt x="336" y="138"/>
                    <a:pt x="356" y="138"/>
                    <a:pt x="372" y="154"/>
                  </a:cubicBezTo>
                  <a:cubicBezTo>
                    <a:pt x="388" y="171"/>
                    <a:pt x="388" y="187"/>
                    <a:pt x="388" y="187"/>
                  </a:cubicBezTo>
                  <a:cubicBezTo>
                    <a:pt x="372" y="219"/>
                    <a:pt x="372" y="272"/>
                    <a:pt x="372" y="304"/>
                  </a:cubicBezTo>
                  <a:lnTo>
                    <a:pt x="372" y="340"/>
                  </a:lnTo>
                  <a:cubicBezTo>
                    <a:pt x="372" y="389"/>
                    <a:pt x="372" y="441"/>
                    <a:pt x="356" y="490"/>
                  </a:cubicBezTo>
                  <a:lnTo>
                    <a:pt x="356" y="591"/>
                  </a:lnTo>
                  <a:lnTo>
                    <a:pt x="356" y="659"/>
                  </a:lnTo>
                  <a:lnTo>
                    <a:pt x="356" y="708"/>
                  </a:lnTo>
                  <a:cubicBezTo>
                    <a:pt x="356" y="692"/>
                    <a:pt x="356" y="676"/>
                    <a:pt x="372" y="659"/>
                  </a:cubicBezTo>
                  <a:lnTo>
                    <a:pt x="372" y="591"/>
                  </a:lnTo>
                  <a:lnTo>
                    <a:pt x="372" y="490"/>
                  </a:lnTo>
                  <a:cubicBezTo>
                    <a:pt x="372" y="441"/>
                    <a:pt x="388" y="389"/>
                    <a:pt x="388" y="340"/>
                  </a:cubicBezTo>
                  <a:lnTo>
                    <a:pt x="388" y="304"/>
                  </a:lnTo>
                  <a:cubicBezTo>
                    <a:pt x="388" y="272"/>
                    <a:pt x="388" y="239"/>
                    <a:pt x="404" y="203"/>
                  </a:cubicBezTo>
                  <a:cubicBezTo>
                    <a:pt x="404" y="187"/>
                    <a:pt x="388" y="171"/>
                    <a:pt x="388" y="154"/>
                  </a:cubicBezTo>
                  <a:cubicBezTo>
                    <a:pt x="356" y="138"/>
                    <a:pt x="336" y="118"/>
                    <a:pt x="319" y="118"/>
                  </a:cubicBezTo>
                  <a:lnTo>
                    <a:pt x="303" y="118"/>
                  </a:lnTo>
                  <a:cubicBezTo>
                    <a:pt x="255" y="102"/>
                    <a:pt x="186" y="86"/>
                    <a:pt x="134" y="70"/>
                  </a:cubicBezTo>
                  <a:close/>
                  <a:moveTo>
                    <a:pt x="356" y="708"/>
                  </a:moveTo>
                  <a:cubicBezTo>
                    <a:pt x="336" y="708"/>
                    <a:pt x="336" y="724"/>
                    <a:pt x="336" y="724"/>
                  </a:cubicBezTo>
                  <a:lnTo>
                    <a:pt x="336" y="776"/>
                  </a:lnTo>
                  <a:cubicBezTo>
                    <a:pt x="336" y="793"/>
                    <a:pt x="336" y="809"/>
                    <a:pt x="356" y="825"/>
                  </a:cubicBezTo>
                  <a:lnTo>
                    <a:pt x="356" y="776"/>
                  </a:lnTo>
                  <a:lnTo>
                    <a:pt x="356" y="724"/>
                  </a:lnTo>
                  <a:lnTo>
                    <a:pt x="356" y="70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0"/>
            <p:cNvSpPr/>
            <p:nvPr/>
          </p:nvSpPr>
          <p:spPr>
            <a:xfrm>
              <a:off x="1939945" y="220299"/>
              <a:ext cx="299465" cy="152166"/>
            </a:xfrm>
            <a:custGeom>
              <a:rect b="b" l="l" r="r" t="t"/>
              <a:pathLst>
                <a:path extrusionOk="0" h="1532" w="3015">
                  <a:moveTo>
                    <a:pt x="49" y="0"/>
                  </a:moveTo>
                  <a:cubicBezTo>
                    <a:pt x="33" y="0"/>
                    <a:pt x="17" y="0"/>
                    <a:pt x="0" y="16"/>
                  </a:cubicBezTo>
                  <a:lnTo>
                    <a:pt x="0" y="53"/>
                  </a:lnTo>
                  <a:cubicBezTo>
                    <a:pt x="17" y="69"/>
                    <a:pt x="17" y="101"/>
                    <a:pt x="17" y="117"/>
                  </a:cubicBezTo>
                  <a:lnTo>
                    <a:pt x="17" y="53"/>
                  </a:lnTo>
                  <a:lnTo>
                    <a:pt x="17" y="16"/>
                  </a:lnTo>
                  <a:lnTo>
                    <a:pt x="49" y="16"/>
                  </a:lnTo>
                  <a:cubicBezTo>
                    <a:pt x="65" y="16"/>
                    <a:pt x="85" y="16"/>
                    <a:pt x="85" y="32"/>
                  </a:cubicBezTo>
                  <a:lnTo>
                    <a:pt x="101" y="32"/>
                  </a:lnTo>
                  <a:cubicBezTo>
                    <a:pt x="251" y="101"/>
                    <a:pt x="404" y="154"/>
                    <a:pt x="570" y="218"/>
                  </a:cubicBezTo>
                  <a:cubicBezTo>
                    <a:pt x="655" y="255"/>
                    <a:pt x="740" y="287"/>
                    <a:pt x="825" y="319"/>
                  </a:cubicBezTo>
                  <a:cubicBezTo>
                    <a:pt x="893" y="356"/>
                    <a:pt x="974" y="372"/>
                    <a:pt x="1059" y="404"/>
                  </a:cubicBezTo>
                  <a:cubicBezTo>
                    <a:pt x="1111" y="436"/>
                    <a:pt x="1176" y="457"/>
                    <a:pt x="1245" y="489"/>
                  </a:cubicBezTo>
                  <a:cubicBezTo>
                    <a:pt x="1330" y="505"/>
                    <a:pt x="1398" y="537"/>
                    <a:pt x="1479" y="574"/>
                  </a:cubicBezTo>
                  <a:cubicBezTo>
                    <a:pt x="1515" y="590"/>
                    <a:pt x="1531" y="606"/>
                    <a:pt x="1564" y="606"/>
                  </a:cubicBezTo>
                  <a:cubicBezTo>
                    <a:pt x="1616" y="622"/>
                    <a:pt x="1665" y="659"/>
                    <a:pt x="1717" y="675"/>
                  </a:cubicBezTo>
                  <a:cubicBezTo>
                    <a:pt x="1766" y="691"/>
                    <a:pt x="1802" y="707"/>
                    <a:pt x="1851" y="723"/>
                  </a:cubicBezTo>
                  <a:cubicBezTo>
                    <a:pt x="1883" y="739"/>
                    <a:pt x="1919" y="760"/>
                    <a:pt x="1968" y="760"/>
                  </a:cubicBezTo>
                  <a:cubicBezTo>
                    <a:pt x="1935" y="739"/>
                    <a:pt x="1883" y="723"/>
                    <a:pt x="1851" y="707"/>
                  </a:cubicBezTo>
                  <a:cubicBezTo>
                    <a:pt x="1818" y="691"/>
                    <a:pt x="1766" y="675"/>
                    <a:pt x="1733" y="659"/>
                  </a:cubicBezTo>
                  <a:cubicBezTo>
                    <a:pt x="1681" y="638"/>
                    <a:pt x="1616" y="622"/>
                    <a:pt x="1564" y="590"/>
                  </a:cubicBezTo>
                  <a:cubicBezTo>
                    <a:pt x="1548" y="590"/>
                    <a:pt x="1515" y="574"/>
                    <a:pt x="1479" y="558"/>
                  </a:cubicBezTo>
                  <a:cubicBezTo>
                    <a:pt x="1414" y="537"/>
                    <a:pt x="1330" y="505"/>
                    <a:pt x="1245" y="473"/>
                  </a:cubicBezTo>
                  <a:cubicBezTo>
                    <a:pt x="1176" y="436"/>
                    <a:pt x="1128" y="420"/>
                    <a:pt x="1059" y="388"/>
                  </a:cubicBezTo>
                  <a:cubicBezTo>
                    <a:pt x="974" y="372"/>
                    <a:pt x="909" y="335"/>
                    <a:pt x="825" y="303"/>
                  </a:cubicBezTo>
                  <a:cubicBezTo>
                    <a:pt x="740" y="271"/>
                    <a:pt x="655" y="234"/>
                    <a:pt x="570" y="202"/>
                  </a:cubicBezTo>
                  <a:cubicBezTo>
                    <a:pt x="421" y="154"/>
                    <a:pt x="251" y="85"/>
                    <a:pt x="101" y="16"/>
                  </a:cubicBezTo>
                  <a:cubicBezTo>
                    <a:pt x="85" y="16"/>
                    <a:pt x="65" y="0"/>
                    <a:pt x="49" y="0"/>
                  </a:cubicBezTo>
                  <a:close/>
                  <a:moveTo>
                    <a:pt x="1968" y="760"/>
                  </a:moveTo>
                  <a:cubicBezTo>
                    <a:pt x="2069" y="808"/>
                    <a:pt x="2170" y="840"/>
                    <a:pt x="2271" y="893"/>
                  </a:cubicBezTo>
                  <a:cubicBezTo>
                    <a:pt x="2323" y="909"/>
                    <a:pt x="2372" y="925"/>
                    <a:pt x="2408" y="941"/>
                  </a:cubicBezTo>
                  <a:cubicBezTo>
                    <a:pt x="2457" y="962"/>
                    <a:pt x="2489" y="978"/>
                    <a:pt x="2541" y="994"/>
                  </a:cubicBezTo>
                  <a:cubicBezTo>
                    <a:pt x="2659" y="1026"/>
                    <a:pt x="2776" y="1079"/>
                    <a:pt x="2893" y="1127"/>
                  </a:cubicBezTo>
                  <a:cubicBezTo>
                    <a:pt x="2893" y="1127"/>
                    <a:pt x="2913" y="1127"/>
                    <a:pt x="2929" y="1143"/>
                  </a:cubicBezTo>
                  <a:cubicBezTo>
                    <a:pt x="2945" y="1143"/>
                    <a:pt x="2978" y="1164"/>
                    <a:pt x="2994" y="1180"/>
                  </a:cubicBezTo>
                  <a:lnTo>
                    <a:pt x="3014" y="1180"/>
                  </a:lnTo>
                  <a:lnTo>
                    <a:pt x="3014" y="1164"/>
                  </a:lnTo>
                  <a:cubicBezTo>
                    <a:pt x="2978" y="1143"/>
                    <a:pt x="2962" y="1127"/>
                    <a:pt x="2929" y="1127"/>
                  </a:cubicBezTo>
                  <a:cubicBezTo>
                    <a:pt x="2913" y="1127"/>
                    <a:pt x="2893" y="1127"/>
                    <a:pt x="2893" y="1111"/>
                  </a:cubicBezTo>
                  <a:cubicBezTo>
                    <a:pt x="2776" y="1063"/>
                    <a:pt x="2659" y="1026"/>
                    <a:pt x="2541" y="978"/>
                  </a:cubicBezTo>
                  <a:cubicBezTo>
                    <a:pt x="2509" y="962"/>
                    <a:pt x="2457" y="941"/>
                    <a:pt x="2408" y="925"/>
                  </a:cubicBezTo>
                  <a:cubicBezTo>
                    <a:pt x="2372" y="909"/>
                    <a:pt x="2323" y="893"/>
                    <a:pt x="2287" y="877"/>
                  </a:cubicBezTo>
                  <a:cubicBezTo>
                    <a:pt x="2186" y="840"/>
                    <a:pt x="2069" y="792"/>
                    <a:pt x="1968" y="760"/>
                  </a:cubicBezTo>
                  <a:close/>
                  <a:moveTo>
                    <a:pt x="17" y="117"/>
                  </a:moveTo>
                  <a:lnTo>
                    <a:pt x="17" y="388"/>
                  </a:lnTo>
                  <a:lnTo>
                    <a:pt x="17" y="521"/>
                  </a:lnTo>
                  <a:lnTo>
                    <a:pt x="17" y="622"/>
                  </a:lnTo>
                  <a:lnTo>
                    <a:pt x="17" y="723"/>
                  </a:lnTo>
                  <a:lnTo>
                    <a:pt x="17" y="792"/>
                  </a:lnTo>
                  <a:lnTo>
                    <a:pt x="17" y="1026"/>
                  </a:lnTo>
                  <a:lnTo>
                    <a:pt x="17" y="1313"/>
                  </a:lnTo>
                  <a:lnTo>
                    <a:pt x="17" y="1515"/>
                  </a:lnTo>
                  <a:lnTo>
                    <a:pt x="17" y="1531"/>
                  </a:lnTo>
                  <a:lnTo>
                    <a:pt x="33" y="1531"/>
                  </a:lnTo>
                  <a:lnTo>
                    <a:pt x="33" y="1515"/>
                  </a:lnTo>
                  <a:lnTo>
                    <a:pt x="33" y="1313"/>
                  </a:lnTo>
                  <a:lnTo>
                    <a:pt x="33" y="1026"/>
                  </a:lnTo>
                  <a:lnTo>
                    <a:pt x="33" y="792"/>
                  </a:lnTo>
                  <a:lnTo>
                    <a:pt x="33" y="723"/>
                  </a:lnTo>
                  <a:lnTo>
                    <a:pt x="33" y="622"/>
                  </a:lnTo>
                  <a:lnTo>
                    <a:pt x="33" y="521"/>
                  </a:lnTo>
                  <a:lnTo>
                    <a:pt x="33" y="388"/>
                  </a:lnTo>
                  <a:cubicBezTo>
                    <a:pt x="17" y="303"/>
                    <a:pt x="17" y="202"/>
                    <a:pt x="17" y="1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0"/>
            <p:cNvSpPr/>
            <p:nvPr/>
          </p:nvSpPr>
          <p:spPr>
            <a:xfrm>
              <a:off x="2530134" y="674909"/>
              <a:ext cx="33473" cy="10131"/>
            </a:xfrm>
            <a:custGeom>
              <a:rect b="b" l="l" r="r" t="t"/>
              <a:pathLst>
                <a:path extrusionOk="0" h="102" w="337">
                  <a:moveTo>
                    <a:pt x="1" y="0"/>
                  </a:moveTo>
                  <a:lnTo>
                    <a:pt x="1" y="20"/>
                  </a:lnTo>
                  <a:cubicBezTo>
                    <a:pt x="49" y="20"/>
                    <a:pt x="82" y="36"/>
                    <a:pt x="118" y="53"/>
                  </a:cubicBezTo>
                  <a:cubicBezTo>
                    <a:pt x="134" y="53"/>
                    <a:pt x="150" y="53"/>
                    <a:pt x="183" y="69"/>
                  </a:cubicBezTo>
                  <a:lnTo>
                    <a:pt x="203" y="69"/>
                  </a:lnTo>
                  <a:cubicBezTo>
                    <a:pt x="251" y="85"/>
                    <a:pt x="284" y="101"/>
                    <a:pt x="320" y="101"/>
                  </a:cubicBezTo>
                  <a:lnTo>
                    <a:pt x="336" y="101"/>
                  </a:lnTo>
                  <a:cubicBezTo>
                    <a:pt x="284" y="85"/>
                    <a:pt x="251" y="69"/>
                    <a:pt x="219" y="53"/>
                  </a:cubicBezTo>
                  <a:lnTo>
                    <a:pt x="183" y="53"/>
                  </a:lnTo>
                  <a:cubicBezTo>
                    <a:pt x="166" y="53"/>
                    <a:pt x="134" y="36"/>
                    <a:pt x="118" y="36"/>
                  </a:cubicBezTo>
                  <a:cubicBezTo>
                    <a:pt x="82" y="20"/>
                    <a:pt x="4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0"/>
            <p:cNvSpPr/>
            <p:nvPr/>
          </p:nvSpPr>
          <p:spPr>
            <a:xfrm>
              <a:off x="2344396" y="588199"/>
              <a:ext cx="8542" cy="3278"/>
            </a:xfrm>
            <a:custGeom>
              <a:rect b="b" l="l" r="r" t="t"/>
              <a:pathLst>
                <a:path extrusionOk="0" h="33" w="86">
                  <a:moveTo>
                    <a:pt x="0" y="1"/>
                  </a:moveTo>
                  <a:cubicBezTo>
                    <a:pt x="0" y="17"/>
                    <a:pt x="17" y="17"/>
                    <a:pt x="33" y="17"/>
                  </a:cubicBezTo>
                  <a:cubicBezTo>
                    <a:pt x="53" y="17"/>
                    <a:pt x="69" y="33"/>
                    <a:pt x="85" y="33"/>
                  </a:cubicBezTo>
                  <a:lnTo>
                    <a:pt x="85" y="17"/>
                  </a:lnTo>
                  <a:cubicBezTo>
                    <a:pt x="69" y="17"/>
                    <a:pt x="53" y="17"/>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0"/>
            <p:cNvSpPr/>
            <p:nvPr/>
          </p:nvSpPr>
          <p:spPr>
            <a:xfrm>
              <a:off x="1941534" y="372365"/>
              <a:ext cx="6953" cy="352802"/>
            </a:xfrm>
            <a:custGeom>
              <a:rect b="b" l="l" r="r" t="t"/>
              <a:pathLst>
                <a:path extrusionOk="0" h="3552" w="70">
                  <a:moveTo>
                    <a:pt x="1" y="0"/>
                  </a:moveTo>
                  <a:lnTo>
                    <a:pt x="1" y="37"/>
                  </a:lnTo>
                  <a:cubicBezTo>
                    <a:pt x="17" y="53"/>
                    <a:pt x="17" y="85"/>
                    <a:pt x="17" y="117"/>
                  </a:cubicBezTo>
                  <a:cubicBezTo>
                    <a:pt x="33" y="85"/>
                    <a:pt x="33" y="53"/>
                    <a:pt x="17" y="16"/>
                  </a:cubicBezTo>
                  <a:lnTo>
                    <a:pt x="33" y="0"/>
                  </a:lnTo>
                  <a:close/>
                  <a:moveTo>
                    <a:pt x="17" y="154"/>
                  </a:moveTo>
                  <a:lnTo>
                    <a:pt x="17" y="303"/>
                  </a:lnTo>
                  <a:cubicBezTo>
                    <a:pt x="33" y="255"/>
                    <a:pt x="33" y="202"/>
                    <a:pt x="17" y="154"/>
                  </a:cubicBezTo>
                  <a:close/>
                  <a:moveTo>
                    <a:pt x="17" y="303"/>
                  </a:moveTo>
                  <a:lnTo>
                    <a:pt x="17" y="441"/>
                  </a:lnTo>
                  <a:lnTo>
                    <a:pt x="17" y="574"/>
                  </a:lnTo>
                  <a:lnTo>
                    <a:pt x="17" y="744"/>
                  </a:lnTo>
                  <a:lnTo>
                    <a:pt x="17" y="845"/>
                  </a:lnTo>
                  <a:lnTo>
                    <a:pt x="17" y="909"/>
                  </a:lnTo>
                  <a:lnTo>
                    <a:pt x="17" y="946"/>
                  </a:lnTo>
                  <a:lnTo>
                    <a:pt x="17" y="1095"/>
                  </a:lnTo>
                  <a:lnTo>
                    <a:pt x="17" y="1164"/>
                  </a:lnTo>
                  <a:lnTo>
                    <a:pt x="17" y="1281"/>
                  </a:lnTo>
                  <a:lnTo>
                    <a:pt x="17" y="1467"/>
                  </a:lnTo>
                  <a:cubicBezTo>
                    <a:pt x="17" y="1531"/>
                    <a:pt x="17" y="1600"/>
                    <a:pt x="33" y="1652"/>
                  </a:cubicBezTo>
                  <a:lnTo>
                    <a:pt x="33" y="1467"/>
                  </a:lnTo>
                  <a:lnTo>
                    <a:pt x="33" y="1281"/>
                  </a:lnTo>
                  <a:lnTo>
                    <a:pt x="33" y="1164"/>
                  </a:lnTo>
                  <a:lnTo>
                    <a:pt x="33" y="1095"/>
                  </a:lnTo>
                  <a:lnTo>
                    <a:pt x="33" y="925"/>
                  </a:lnTo>
                  <a:lnTo>
                    <a:pt x="33" y="909"/>
                  </a:lnTo>
                  <a:lnTo>
                    <a:pt x="33" y="845"/>
                  </a:lnTo>
                  <a:lnTo>
                    <a:pt x="33" y="744"/>
                  </a:lnTo>
                  <a:lnTo>
                    <a:pt x="33" y="574"/>
                  </a:lnTo>
                  <a:lnTo>
                    <a:pt x="33" y="441"/>
                  </a:lnTo>
                  <a:cubicBezTo>
                    <a:pt x="17" y="388"/>
                    <a:pt x="17" y="356"/>
                    <a:pt x="17" y="303"/>
                  </a:cubicBezTo>
                  <a:close/>
                  <a:moveTo>
                    <a:pt x="33" y="1717"/>
                  </a:moveTo>
                  <a:lnTo>
                    <a:pt x="33" y="1834"/>
                  </a:lnTo>
                  <a:lnTo>
                    <a:pt x="33" y="1887"/>
                  </a:lnTo>
                  <a:lnTo>
                    <a:pt x="33" y="1919"/>
                  </a:lnTo>
                  <a:lnTo>
                    <a:pt x="33" y="2073"/>
                  </a:lnTo>
                  <a:lnTo>
                    <a:pt x="33" y="2323"/>
                  </a:lnTo>
                  <a:lnTo>
                    <a:pt x="33" y="2541"/>
                  </a:lnTo>
                  <a:lnTo>
                    <a:pt x="33" y="2743"/>
                  </a:lnTo>
                  <a:cubicBezTo>
                    <a:pt x="49" y="2929"/>
                    <a:pt x="49" y="3099"/>
                    <a:pt x="49" y="3284"/>
                  </a:cubicBezTo>
                  <a:lnTo>
                    <a:pt x="49" y="2743"/>
                  </a:lnTo>
                  <a:lnTo>
                    <a:pt x="49" y="2541"/>
                  </a:lnTo>
                  <a:lnTo>
                    <a:pt x="49" y="2323"/>
                  </a:lnTo>
                  <a:lnTo>
                    <a:pt x="49" y="2073"/>
                  </a:lnTo>
                  <a:lnTo>
                    <a:pt x="49" y="1919"/>
                  </a:lnTo>
                  <a:lnTo>
                    <a:pt x="49" y="1887"/>
                  </a:lnTo>
                  <a:lnTo>
                    <a:pt x="49" y="1834"/>
                  </a:lnTo>
                  <a:cubicBezTo>
                    <a:pt x="33" y="1802"/>
                    <a:pt x="33" y="1753"/>
                    <a:pt x="33" y="1717"/>
                  </a:cubicBezTo>
                  <a:close/>
                  <a:moveTo>
                    <a:pt x="49" y="3284"/>
                  </a:moveTo>
                  <a:lnTo>
                    <a:pt x="49" y="3470"/>
                  </a:lnTo>
                  <a:lnTo>
                    <a:pt x="49" y="3551"/>
                  </a:lnTo>
                  <a:lnTo>
                    <a:pt x="69" y="3551"/>
                  </a:lnTo>
                  <a:lnTo>
                    <a:pt x="69" y="3470"/>
                  </a:lnTo>
                  <a:cubicBezTo>
                    <a:pt x="69" y="3418"/>
                    <a:pt x="49" y="3349"/>
                    <a:pt x="49" y="32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0"/>
            <p:cNvSpPr/>
            <p:nvPr/>
          </p:nvSpPr>
          <p:spPr>
            <a:xfrm>
              <a:off x="1672363" y="649979"/>
              <a:ext cx="63469" cy="40227"/>
            </a:xfrm>
            <a:custGeom>
              <a:rect b="b" l="l" r="r" t="t"/>
              <a:pathLst>
                <a:path extrusionOk="0" h="405" w="639">
                  <a:moveTo>
                    <a:pt x="622" y="1"/>
                  </a:moveTo>
                  <a:cubicBezTo>
                    <a:pt x="590" y="1"/>
                    <a:pt x="557" y="33"/>
                    <a:pt x="521" y="49"/>
                  </a:cubicBezTo>
                  <a:lnTo>
                    <a:pt x="505" y="69"/>
                  </a:lnTo>
                  <a:cubicBezTo>
                    <a:pt x="420" y="118"/>
                    <a:pt x="355" y="170"/>
                    <a:pt x="287" y="203"/>
                  </a:cubicBezTo>
                  <a:cubicBezTo>
                    <a:pt x="271" y="219"/>
                    <a:pt x="234" y="235"/>
                    <a:pt x="218" y="251"/>
                  </a:cubicBezTo>
                  <a:cubicBezTo>
                    <a:pt x="170" y="287"/>
                    <a:pt x="117" y="320"/>
                    <a:pt x="69" y="352"/>
                  </a:cubicBezTo>
                  <a:lnTo>
                    <a:pt x="16" y="388"/>
                  </a:lnTo>
                  <a:lnTo>
                    <a:pt x="0" y="405"/>
                  </a:lnTo>
                  <a:lnTo>
                    <a:pt x="16" y="405"/>
                  </a:lnTo>
                  <a:lnTo>
                    <a:pt x="85" y="372"/>
                  </a:lnTo>
                  <a:cubicBezTo>
                    <a:pt x="133" y="336"/>
                    <a:pt x="170" y="304"/>
                    <a:pt x="218" y="271"/>
                  </a:cubicBezTo>
                  <a:cubicBezTo>
                    <a:pt x="254" y="251"/>
                    <a:pt x="271" y="235"/>
                    <a:pt x="303" y="219"/>
                  </a:cubicBezTo>
                  <a:cubicBezTo>
                    <a:pt x="372" y="170"/>
                    <a:pt x="436" y="118"/>
                    <a:pt x="505" y="86"/>
                  </a:cubicBezTo>
                  <a:cubicBezTo>
                    <a:pt x="521" y="69"/>
                    <a:pt x="521" y="69"/>
                    <a:pt x="537" y="49"/>
                  </a:cubicBezTo>
                  <a:cubicBezTo>
                    <a:pt x="574" y="33"/>
                    <a:pt x="590" y="17"/>
                    <a:pt x="622" y="17"/>
                  </a:cubicBezTo>
                  <a:lnTo>
                    <a:pt x="6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0"/>
            <p:cNvSpPr/>
            <p:nvPr/>
          </p:nvSpPr>
          <p:spPr>
            <a:xfrm>
              <a:off x="1675542" y="576578"/>
              <a:ext cx="62277" cy="43405"/>
            </a:xfrm>
            <a:custGeom>
              <a:rect b="b" l="l" r="r" t="t"/>
              <a:pathLst>
                <a:path extrusionOk="0" h="437" w="627">
                  <a:moveTo>
                    <a:pt x="606" y="0"/>
                  </a:moveTo>
                  <a:cubicBezTo>
                    <a:pt x="590" y="0"/>
                    <a:pt x="574" y="17"/>
                    <a:pt x="542" y="33"/>
                  </a:cubicBezTo>
                  <a:lnTo>
                    <a:pt x="542" y="49"/>
                  </a:lnTo>
                  <a:cubicBezTo>
                    <a:pt x="404" y="134"/>
                    <a:pt x="271" y="235"/>
                    <a:pt x="138" y="336"/>
                  </a:cubicBezTo>
                  <a:lnTo>
                    <a:pt x="21" y="421"/>
                  </a:lnTo>
                  <a:lnTo>
                    <a:pt x="0" y="437"/>
                  </a:lnTo>
                  <a:lnTo>
                    <a:pt x="21" y="437"/>
                  </a:lnTo>
                  <a:lnTo>
                    <a:pt x="138" y="352"/>
                  </a:lnTo>
                  <a:cubicBezTo>
                    <a:pt x="271" y="251"/>
                    <a:pt x="404" y="150"/>
                    <a:pt x="558" y="49"/>
                  </a:cubicBezTo>
                  <a:cubicBezTo>
                    <a:pt x="574" y="33"/>
                    <a:pt x="590" y="17"/>
                    <a:pt x="626" y="17"/>
                  </a:cubicBezTo>
                  <a:lnTo>
                    <a:pt x="6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0"/>
            <p:cNvSpPr/>
            <p:nvPr/>
          </p:nvSpPr>
          <p:spPr>
            <a:xfrm>
              <a:off x="2269406" y="422525"/>
              <a:ext cx="91975" cy="36949"/>
            </a:xfrm>
            <a:custGeom>
              <a:rect b="b" l="l" r="r" t="t"/>
              <a:pathLst>
                <a:path extrusionOk="0" h="372" w="926">
                  <a:moveTo>
                    <a:pt x="0" y="0"/>
                  </a:moveTo>
                  <a:lnTo>
                    <a:pt x="0" y="16"/>
                  </a:lnTo>
                  <a:cubicBezTo>
                    <a:pt x="49" y="37"/>
                    <a:pt x="81" y="53"/>
                    <a:pt x="117" y="53"/>
                  </a:cubicBezTo>
                  <a:cubicBezTo>
                    <a:pt x="81" y="37"/>
                    <a:pt x="49" y="16"/>
                    <a:pt x="0" y="0"/>
                  </a:cubicBezTo>
                  <a:close/>
                  <a:moveTo>
                    <a:pt x="117" y="53"/>
                  </a:moveTo>
                  <a:cubicBezTo>
                    <a:pt x="133" y="69"/>
                    <a:pt x="149" y="69"/>
                    <a:pt x="166" y="85"/>
                  </a:cubicBezTo>
                  <a:cubicBezTo>
                    <a:pt x="202" y="85"/>
                    <a:pt x="234" y="101"/>
                    <a:pt x="283" y="117"/>
                  </a:cubicBezTo>
                  <a:cubicBezTo>
                    <a:pt x="319" y="138"/>
                    <a:pt x="351" y="154"/>
                    <a:pt x="404" y="170"/>
                  </a:cubicBezTo>
                  <a:cubicBezTo>
                    <a:pt x="521" y="218"/>
                    <a:pt x="638" y="271"/>
                    <a:pt x="739" y="303"/>
                  </a:cubicBezTo>
                  <a:cubicBezTo>
                    <a:pt x="788" y="319"/>
                    <a:pt x="824" y="340"/>
                    <a:pt x="856" y="356"/>
                  </a:cubicBezTo>
                  <a:cubicBezTo>
                    <a:pt x="873" y="356"/>
                    <a:pt x="909" y="356"/>
                    <a:pt x="925" y="372"/>
                  </a:cubicBezTo>
                  <a:lnTo>
                    <a:pt x="925" y="356"/>
                  </a:lnTo>
                  <a:cubicBezTo>
                    <a:pt x="909" y="356"/>
                    <a:pt x="889" y="340"/>
                    <a:pt x="873" y="340"/>
                  </a:cubicBezTo>
                  <a:cubicBezTo>
                    <a:pt x="824" y="319"/>
                    <a:pt x="788" y="303"/>
                    <a:pt x="755" y="287"/>
                  </a:cubicBezTo>
                  <a:cubicBezTo>
                    <a:pt x="638" y="255"/>
                    <a:pt x="521" y="202"/>
                    <a:pt x="404" y="154"/>
                  </a:cubicBezTo>
                  <a:cubicBezTo>
                    <a:pt x="368" y="138"/>
                    <a:pt x="319" y="117"/>
                    <a:pt x="283" y="101"/>
                  </a:cubicBezTo>
                  <a:cubicBezTo>
                    <a:pt x="250" y="101"/>
                    <a:pt x="202" y="85"/>
                    <a:pt x="166" y="69"/>
                  </a:cubicBezTo>
                  <a:cubicBezTo>
                    <a:pt x="149" y="69"/>
                    <a:pt x="133" y="53"/>
                    <a:pt x="117"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0"/>
            <p:cNvSpPr/>
            <p:nvPr/>
          </p:nvSpPr>
          <p:spPr>
            <a:xfrm>
              <a:off x="2558243" y="482716"/>
              <a:ext cx="67144" cy="359556"/>
            </a:xfrm>
            <a:custGeom>
              <a:rect b="b" l="l" r="r" t="t"/>
              <a:pathLst>
                <a:path extrusionOk="0" h="3620" w="676">
                  <a:moveTo>
                    <a:pt x="1" y="0"/>
                  </a:moveTo>
                  <a:cubicBezTo>
                    <a:pt x="21" y="0"/>
                    <a:pt x="53" y="16"/>
                    <a:pt x="69" y="16"/>
                  </a:cubicBezTo>
                  <a:cubicBezTo>
                    <a:pt x="53" y="0"/>
                    <a:pt x="37" y="0"/>
                    <a:pt x="1" y="0"/>
                  </a:cubicBezTo>
                  <a:close/>
                  <a:moveTo>
                    <a:pt x="69" y="16"/>
                  </a:moveTo>
                  <a:cubicBezTo>
                    <a:pt x="69" y="36"/>
                    <a:pt x="85" y="36"/>
                    <a:pt x="85" y="36"/>
                  </a:cubicBezTo>
                  <a:cubicBezTo>
                    <a:pt x="122" y="53"/>
                    <a:pt x="154" y="69"/>
                    <a:pt x="186" y="69"/>
                  </a:cubicBezTo>
                  <a:cubicBezTo>
                    <a:pt x="154" y="53"/>
                    <a:pt x="122" y="36"/>
                    <a:pt x="102" y="16"/>
                  </a:cubicBezTo>
                  <a:close/>
                  <a:moveTo>
                    <a:pt x="186" y="69"/>
                  </a:moveTo>
                  <a:cubicBezTo>
                    <a:pt x="203" y="85"/>
                    <a:pt x="223" y="85"/>
                    <a:pt x="239" y="101"/>
                  </a:cubicBezTo>
                  <a:cubicBezTo>
                    <a:pt x="255" y="101"/>
                    <a:pt x="271" y="137"/>
                    <a:pt x="271" y="154"/>
                  </a:cubicBezTo>
                  <a:cubicBezTo>
                    <a:pt x="271" y="271"/>
                    <a:pt x="287" y="356"/>
                    <a:pt x="304" y="440"/>
                  </a:cubicBezTo>
                  <a:cubicBezTo>
                    <a:pt x="304" y="356"/>
                    <a:pt x="287" y="255"/>
                    <a:pt x="287" y="154"/>
                  </a:cubicBezTo>
                  <a:cubicBezTo>
                    <a:pt x="271" y="117"/>
                    <a:pt x="271" y="101"/>
                    <a:pt x="239" y="85"/>
                  </a:cubicBezTo>
                  <a:cubicBezTo>
                    <a:pt x="223" y="69"/>
                    <a:pt x="203" y="69"/>
                    <a:pt x="186" y="69"/>
                  </a:cubicBezTo>
                  <a:close/>
                  <a:moveTo>
                    <a:pt x="304" y="440"/>
                  </a:moveTo>
                  <a:lnTo>
                    <a:pt x="304" y="558"/>
                  </a:lnTo>
                  <a:cubicBezTo>
                    <a:pt x="324" y="590"/>
                    <a:pt x="324" y="622"/>
                    <a:pt x="324" y="659"/>
                  </a:cubicBezTo>
                  <a:cubicBezTo>
                    <a:pt x="324" y="691"/>
                    <a:pt x="324" y="707"/>
                    <a:pt x="340" y="743"/>
                  </a:cubicBezTo>
                  <a:lnTo>
                    <a:pt x="340" y="659"/>
                  </a:lnTo>
                  <a:cubicBezTo>
                    <a:pt x="340" y="622"/>
                    <a:pt x="324" y="590"/>
                    <a:pt x="324" y="558"/>
                  </a:cubicBezTo>
                  <a:cubicBezTo>
                    <a:pt x="324" y="505"/>
                    <a:pt x="324" y="473"/>
                    <a:pt x="304" y="440"/>
                  </a:cubicBezTo>
                  <a:close/>
                  <a:moveTo>
                    <a:pt x="340" y="743"/>
                  </a:moveTo>
                  <a:lnTo>
                    <a:pt x="340" y="824"/>
                  </a:lnTo>
                  <a:cubicBezTo>
                    <a:pt x="356" y="861"/>
                    <a:pt x="356" y="893"/>
                    <a:pt x="356" y="925"/>
                  </a:cubicBezTo>
                  <a:lnTo>
                    <a:pt x="356" y="994"/>
                  </a:lnTo>
                  <a:cubicBezTo>
                    <a:pt x="372" y="1095"/>
                    <a:pt x="372" y="1180"/>
                    <a:pt x="388" y="1265"/>
                  </a:cubicBezTo>
                  <a:cubicBezTo>
                    <a:pt x="405" y="1329"/>
                    <a:pt x="405" y="1398"/>
                    <a:pt x="425" y="1467"/>
                  </a:cubicBezTo>
                  <a:cubicBezTo>
                    <a:pt x="425" y="1398"/>
                    <a:pt x="405" y="1329"/>
                    <a:pt x="405" y="1265"/>
                  </a:cubicBezTo>
                  <a:cubicBezTo>
                    <a:pt x="388" y="1164"/>
                    <a:pt x="388" y="1079"/>
                    <a:pt x="372" y="994"/>
                  </a:cubicBezTo>
                  <a:lnTo>
                    <a:pt x="372" y="925"/>
                  </a:lnTo>
                  <a:cubicBezTo>
                    <a:pt x="372" y="893"/>
                    <a:pt x="356" y="861"/>
                    <a:pt x="356" y="824"/>
                  </a:cubicBezTo>
                  <a:cubicBezTo>
                    <a:pt x="356" y="792"/>
                    <a:pt x="356" y="776"/>
                    <a:pt x="340" y="743"/>
                  </a:cubicBezTo>
                  <a:close/>
                  <a:moveTo>
                    <a:pt x="425" y="1467"/>
                  </a:moveTo>
                  <a:cubicBezTo>
                    <a:pt x="425" y="1551"/>
                    <a:pt x="441" y="1632"/>
                    <a:pt x="441" y="1701"/>
                  </a:cubicBezTo>
                  <a:cubicBezTo>
                    <a:pt x="441" y="1753"/>
                    <a:pt x="457" y="1818"/>
                    <a:pt x="457" y="1870"/>
                  </a:cubicBezTo>
                  <a:cubicBezTo>
                    <a:pt x="457" y="1887"/>
                    <a:pt x="457" y="1919"/>
                    <a:pt x="473" y="1935"/>
                  </a:cubicBezTo>
                  <a:lnTo>
                    <a:pt x="473" y="1854"/>
                  </a:lnTo>
                  <a:cubicBezTo>
                    <a:pt x="457" y="1802"/>
                    <a:pt x="457" y="1753"/>
                    <a:pt x="457" y="1701"/>
                  </a:cubicBezTo>
                  <a:cubicBezTo>
                    <a:pt x="441" y="1632"/>
                    <a:pt x="441" y="1551"/>
                    <a:pt x="425" y="1467"/>
                  </a:cubicBezTo>
                  <a:close/>
                  <a:moveTo>
                    <a:pt x="473" y="1935"/>
                  </a:moveTo>
                  <a:cubicBezTo>
                    <a:pt x="473" y="2004"/>
                    <a:pt x="473" y="2089"/>
                    <a:pt x="489" y="2157"/>
                  </a:cubicBezTo>
                  <a:cubicBezTo>
                    <a:pt x="506" y="2206"/>
                    <a:pt x="506" y="2258"/>
                    <a:pt x="506" y="2323"/>
                  </a:cubicBezTo>
                  <a:cubicBezTo>
                    <a:pt x="526" y="2359"/>
                    <a:pt x="526" y="2392"/>
                    <a:pt x="526" y="2440"/>
                  </a:cubicBezTo>
                  <a:cubicBezTo>
                    <a:pt x="526" y="2476"/>
                    <a:pt x="526" y="2509"/>
                    <a:pt x="542" y="2525"/>
                  </a:cubicBezTo>
                  <a:lnTo>
                    <a:pt x="542" y="2440"/>
                  </a:lnTo>
                  <a:cubicBezTo>
                    <a:pt x="542" y="2392"/>
                    <a:pt x="526" y="2359"/>
                    <a:pt x="526" y="2323"/>
                  </a:cubicBezTo>
                  <a:cubicBezTo>
                    <a:pt x="526" y="2258"/>
                    <a:pt x="506" y="2206"/>
                    <a:pt x="506" y="2157"/>
                  </a:cubicBezTo>
                  <a:cubicBezTo>
                    <a:pt x="489" y="2072"/>
                    <a:pt x="489" y="2004"/>
                    <a:pt x="473" y="1935"/>
                  </a:cubicBezTo>
                  <a:close/>
                  <a:moveTo>
                    <a:pt x="542" y="2525"/>
                  </a:moveTo>
                  <a:cubicBezTo>
                    <a:pt x="542" y="2626"/>
                    <a:pt x="558" y="2727"/>
                    <a:pt x="558" y="2812"/>
                  </a:cubicBezTo>
                  <a:cubicBezTo>
                    <a:pt x="574" y="2897"/>
                    <a:pt x="590" y="2981"/>
                    <a:pt x="590" y="3082"/>
                  </a:cubicBezTo>
                  <a:cubicBezTo>
                    <a:pt x="607" y="3131"/>
                    <a:pt x="607" y="3167"/>
                    <a:pt x="607" y="3216"/>
                  </a:cubicBezTo>
                  <a:cubicBezTo>
                    <a:pt x="627" y="3284"/>
                    <a:pt x="627" y="3333"/>
                    <a:pt x="643" y="3402"/>
                  </a:cubicBezTo>
                  <a:cubicBezTo>
                    <a:pt x="643" y="3333"/>
                    <a:pt x="627" y="3284"/>
                    <a:pt x="627" y="3216"/>
                  </a:cubicBezTo>
                  <a:cubicBezTo>
                    <a:pt x="627" y="3167"/>
                    <a:pt x="607" y="3115"/>
                    <a:pt x="607" y="3082"/>
                  </a:cubicBezTo>
                  <a:cubicBezTo>
                    <a:pt x="590" y="2981"/>
                    <a:pt x="590" y="2897"/>
                    <a:pt x="574" y="2812"/>
                  </a:cubicBezTo>
                  <a:cubicBezTo>
                    <a:pt x="574" y="2727"/>
                    <a:pt x="558" y="2626"/>
                    <a:pt x="542" y="2525"/>
                  </a:cubicBezTo>
                  <a:close/>
                  <a:moveTo>
                    <a:pt x="643" y="3402"/>
                  </a:moveTo>
                  <a:lnTo>
                    <a:pt x="643" y="3486"/>
                  </a:lnTo>
                  <a:cubicBezTo>
                    <a:pt x="643" y="3519"/>
                    <a:pt x="659" y="3551"/>
                    <a:pt x="659" y="3587"/>
                  </a:cubicBezTo>
                  <a:lnTo>
                    <a:pt x="659" y="3604"/>
                  </a:lnTo>
                  <a:lnTo>
                    <a:pt x="675" y="3587"/>
                  </a:lnTo>
                  <a:cubicBezTo>
                    <a:pt x="659" y="3551"/>
                    <a:pt x="659" y="3519"/>
                    <a:pt x="659" y="3486"/>
                  </a:cubicBezTo>
                  <a:cubicBezTo>
                    <a:pt x="659" y="3450"/>
                    <a:pt x="659" y="3434"/>
                    <a:pt x="643" y="3402"/>
                  </a:cubicBezTo>
                  <a:close/>
                  <a:moveTo>
                    <a:pt x="643" y="3604"/>
                  </a:moveTo>
                  <a:lnTo>
                    <a:pt x="659" y="3620"/>
                  </a:lnTo>
                  <a:lnTo>
                    <a:pt x="659" y="360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0"/>
            <p:cNvSpPr/>
            <p:nvPr/>
          </p:nvSpPr>
          <p:spPr>
            <a:xfrm>
              <a:off x="2601946" y="623161"/>
              <a:ext cx="31883" cy="15296"/>
            </a:xfrm>
            <a:custGeom>
              <a:rect b="b" l="l" r="r" t="t"/>
              <a:pathLst>
                <a:path extrusionOk="0" h="154" w="321">
                  <a:moveTo>
                    <a:pt x="320" y="0"/>
                  </a:moveTo>
                  <a:cubicBezTo>
                    <a:pt x="288" y="0"/>
                    <a:pt x="268" y="16"/>
                    <a:pt x="235" y="36"/>
                  </a:cubicBezTo>
                  <a:lnTo>
                    <a:pt x="219" y="36"/>
                  </a:lnTo>
                  <a:cubicBezTo>
                    <a:pt x="187" y="53"/>
                    <a:pt x="134" y="85"/>
                    <a:pt x="102" y="101"/>
                  </a:cubicBezTo>
                  <a:cubicBezTo>
                    <a:pt x="86" y="101"/>
                    <a:pt x="66" y="117"/>
                    <a:pt x="33" y="137"/>
                  </a:cubicBezTo>
                  <a:lnTo>
                    <a:pt x="1" y="137"/>
                  </a:lnTo>
                  <a:lnTo>
                    <a:pt x="1" y="154"/>
                  </a:lnTo>
                  <a:lnTo>
                    <a:pt x="17" y="154"/>
                  </a:lnTo>
                  <a:cubicBezTo>
                    <a:pt x="33" y="154"/>
                    <a:pt x="33" y="154"/>
                    <a:pt x="49" y="137"/>
                  </a:cubicBezTo>
                  <a:cubicBezTo>
                    <a:pt x="66" y="137"/>
                    <a:pt x="86" y="117"/>
                    <a:pt x="118" y="101"/>
                  </a:cubicBezTo>
                  <a:cubicBezTo>
                    <a:pt x="150" y="85"/>
                    <a:pt x="187" y="69"/>
                    <a:pt x="219" y="53"/>
                  </a:cubicBezTo>
                  <a:cubicBezTo>
                    <a:pt x="235" y="53"/>
                    <a:pt x="235" y="53"/>
                    <a:pt x="251" y="36"/>
                  </a:cubicBezTo>
                  <a:cubicBezTo>
                    <a:pt x="268" y="36"/>
                    <a:pt x="288" y="16"/>
                    <a:pt x="320" y="16"/>
                  </a:cubicBezTo>
                  <a:lnTo>
                    <a:pt x="3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0"/>
            <p:cNvSpPr/>
            <p:nvPr/>
          </p:nvSpPr>
          <p:spPr>
            <a:xfrm>
              <a:off x="1948387" y="795291"/>
              <a:ext cx="244042" cy="67044"/>
            </a:xfrm>
            <a:custGeom>
              <a:rect b="b" l="l" r="r" t="t"/>
              <a:pathLst>
                <a:path extrusionOk="0" h="675" w="2457">
                  <a:moveTo>
                    <a:pt x="0" y="0"/>
                  </a:moveTo>
                  <a:lnTo>
                    <a:pt x="0" y="20"/>
                  </a:lnTo>
                  <a:lnTo>
                    <a:pt x="49" y="20"/>
                  </a:lnTo>
                  <a:cubicBezTo>
                    <a:pt x="134" y="36"/>
                    <a:pt x="202" y="53"/>
                    <a:pt x="283" y="85"/>
                  </a:cubicBezTo>
                  <a:cubicBezTo>
                    <a:pt x="368" y="101"/>
                    <a:pt x="469" y="137"/>
                    <a:pt x="554" y="154"/>
                  </a:cubicBezTo>
                  <a:cubicBezTo>
                    <a:pt x="622" y="170"/>
                    <a:pt x="671" y="186"/>
                    <a:pt x="740" y="202"/>
                  </a:cubicBezTo>
                  <a:lnTo>
                    <a:pt x="788" y="222"/>
                  </a:lnTo>
                  <a:cubicBezTo>
                    <a:pt x="873" y="238"/>
                    <a:pt x="974" y="271"/>
                    <a:pt x="1059" y="287"/>
                  </a:cubicBezTo>
                  <a:cubicBezTo>
                    <a:pt x="1091" y="303"/>
                    <a:pt x="1144" y="303"/>
                    <a:pt x="1176" y="323"/>
                  </a:cubicBezTo>
                  <a:cubicBezTo>
                    <a:pt x="1212" y="339"/>
                    <a:pt x="1245" y="339"/>
                    <a:pt x="1277" y="356"/>
                  </a:cubicBezTo>
                  <a:cubicBezTo>
                    <a:pt x="1378" y="372"/>
                    <a:pt x="1479" y="404"/>
                    <a:pt x="1580" y="440"/>
                  </a:cubicBezTo>
                  <a:lnTo>
                    <a:pt x="1648" y="440"/>
                  </a:lnTo>
                  <a:lnTo>
                    <a:pt x="1596" y="424"/>
                  </a:lnTo>
                  <a:cubicBezTo>
                    <a:pt x="1495" y="388"/>
                    <a:pt x="1378" y="372"/>
                    <a:pt x="1277" y="339"/>
                  </a:cubicBezTo>
                  <a:cubicBezTo>
                    <a:pt x="1245" y="323"/>
                    <a:pt x="1212" y="323"/>
                    <a:pt x="1176" y="303"/>
                  </a:cubicBezTo>
                  <a:cubicBezTo>
                    <a:pt x="1144" y="303"/>
                    <a:pt x="1111" y="287"/>
                    <a:pt x="1059" y="271"/>
                  </a:cubicBezTo>
                  <a:cubicBezTo>
                    <a:pt x="974" y="255"/>
                    <a:pt x="873" y="222"/>
                    <a:pt x="788" y="202"/>
                  </a:cubicBezTo>
                  <a:lnTo>
                    <a:pt x="740" y="186"/>
                  </a:lnTo>
                  <a:cubicBezTo>
                    <a:pt x="687" y="170"/>
                    <a:pt x="622" y="154"/>
                    <a:pt x="554" y="137"/>
                  </a:cubicBezTo>
                  <a:cubicBezTo>
                    <a:pt x="469" y="121"/>
                    <a:pt x="368" y="85"/>
                    <a:pt x="283" y="69"/>
                  </a:cubicBezTo>
                  <a:cubicBezTo>
                    <a:pt x="218" y="53"/>
                    <a:pt x="134" y="20"/>
                    <a:pt x="65" y="0"/>
                  </a:cubicBezTo>
                  <a:close/>
                  <a:moveTo>
                    <a:pt x="1648" y="440"/>
                  </a:moveTo>
                  <a:cubicBezTo>
                    <a:pt x="1681" y="457"/>
                    <a:pt x="1717" y="473"/>
                    <a:pt x="1749" y="473"/>
                  </a:cubicBezTo>
                  <a:cubicBezTo>
                    <a:pt x="1798" y="489"/>
                    <a:pt x="1834" y="505"/>
                    <a:pt x="1883" y="505"/>
                  </a:cubicBezTo>
                  <a:cubicBezTo>
                    <a:pt x="1919" y="525"/>
                    <a:pt x="1951" y="525"/>
                    <a:pt x="1984" y="541"/>
                  </a:cubicBezTo>
                  <a:cubicBezTo>
                    <a:pt x="2036" y="558"/>
                    <a:pt x="2085" y="574"/>
                    <a:pt x="2153" y="574"/>
                  </a:cubicBezTo>
                  <a:cubicBezTo>
                    <a:pt x="2101" y="558"/>
                    <a:pt x="2036" y="541"/>
                    <a:pt x="1984" y="525"/>
                  </a:cubicBezTo>
                  <a:cubicBezTo>
                    <a:pt x="1951" y="505"/>
                    <a:pt x="1919" y="505"/>
                    <a:pt x="1883" y="489"/>
                  </a:cubicBezTo>
                  <a:cubicBezTo>
                    <a:pt x="1850" y="489"/>
                    <a:pt x="1798" y="473"/>
                    <a:pt x="1766" y="457"/>
                  </a:cubicBezTo>
                  <a:cubicBezTo>
                    <a:pt x="1717" y="457"/>
                    <a:pt x="1681" y="440"/>
                    <a:pt x="1648" y="440"/>
                  </a:cubicBezTo>
                  <a:close/>
                  <a:moveTo>
                    <a:pt x="2153" y="574"/>
                  </a:moveTo>
                  <a:cubicBezTo>
                    <a:pt x="2186" y="590"/>
                    <a:pt x="2238" y="606"/>
                    <a:pt x="2287" y="626"/>
                  </a:cubicBezTo>
                  <a:lnTo>
                    <a:pt x="2339" y="626"/>
                  </a:lnTo>
                  <a:cubicBezTo>
                    <a:pt x="2323" y="606"/>
                    <a:pt x="2303" y="606"/>
                    <a:pt x="2287" y="606"/>
                  </a:cubicBezTo>
                  <a:cubicBezTo>
                    <a:pt x="2238" y="590"/>
                    <a:pt x="2186" y="574"/>
                    <a:pt x="2153" y="574"/>
                  </a:cubicBezTo>
                  <a:close/>
                  <a:moveTo>
                    <a:pt x="2339" y="626"/>
                  </a:moveTo>
                  <a:cubicBezTo>
                    <a:pt x="2388" y="642"/>
                    <a:pt x="2424" y="642"/>
                    <a:pt x="2456" y="675"/>
                  </a:cubicBezTo>
                  <a:lnTo>
                    <a:pt x="2456" y="659"/>
                  </a:lnTo>
                  <a:cubicBezTo>
                    <a:pt x="2424" y="642"/>
                    <a:pt x="2388" y="626"/>
                    <a:pt x="2339" y="6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0"/>
            <p:cNvSpPr/>
            <p:nvPr/>
          </p:nvSpPr>
          <p:spPr>
            <a:xfrm>
              <a:off x="2387702" y="763507"/>
              <a:ext cx="6953" cy="57112"/>
            </a:xfrm>
            <a:custGeom>
              <a:rect b="b" l="l" r="r" t="t"/>
              <a:pathLst>
                <a:path extrusionOk="0" h="575" w="70">
                  <a:moveTo>
                    <a:pt x="1" y="1"/>
                  </a:moveTo>
                  <a:lnTo>
                    <a:pt x="1" y="17"/>
                  </a:lnTo>
                  <a:cubicBezTo>
                    <a:pt x="21" y="17"/>
                    <a:pt x="21" y="37"/>
                    <a:pt x="21" y="53"/>
                  </a:cubicBezTo>
                  <a:cubicBezTo>
                    <a:pt x="21" y="37"/>
                    <a:pt x="37" y="1"/>
                    <a:pt x="1" y="1"/>
                  </a:cubicBezTo>
                  <a:close/>
                  <a:moveTo>
                    <a:pt x="21" y="53"/>
                  </a:moveTo>
                  <a:lnTo>
                    <a:pt x="21" y="154"/>
                  </a:lnTo>
                  <a:lnTo>
                    <a:pt x="21" y="219"/>
                  </a:lnTo>
                  <a:cubicBezTo>
                    <a:pt x="21" y="255"/>
                    <a:pt x="37" y="288"/>
                    <a:pt x="37" y="320"/>
                  </a:cubicBezTo>
                  <a:lnTo>
                    <a:pt x="37" y="373"/>
                  </a:lnTo>
                  <a:lnTo>
                    <a:pt x="37" y="441"/>
                  </a:lnTo>
                  <a:lnTo>
                    <a:pt x="37" y="474"/>
                  </a:lnTo>
                  <a:cubicBezTo>
                    <a:pt x="37" y="490"/>
                    <a:pt x="37" y="506"/>
                    <a:pt x="53" y="522"/>
                  </a:cubicBezTo>
                  <a:lnTo>
                    <a:pt x="53" y="558"/>
                  </a:lnTo>
                  <a:lnTo>
                    <a:pt x="53" y="575"/>
                  </a:lnTo>
                  <a:lnTo>
                    <a:pt x="69" y="558"/>
                  </a:lnTo>
                  <a:cubicBezTo>
                    <a:pt x="69" y="542"/>
                    <a:pt x="69" y="522"/>
                    <a:pt x="53" y="506"/>
                  </a:cubicBezTo>
                  <a:lnTo>
                    <a:pt x="53" y="474"/>
                  </a:lnTo>
                  <a:lnTo>
                    <a:pt x="53" y="421"/>
                  </a:lnTo>
                  <a:lnTo>
                    <a:pt x="53" y="373"/>
                  </a:lnTo>
                  <a:lnTo>
                    <a:pt x="53" y="320"/>
                  </a:lnTo>
                  <a:cubicBezTo>
                    <a:pt x="37" y="288"/>
                    <a:pt x="37" y="255"/>
                    <a:pt x="37" y="219"/>
                  </a:cubicBezTo>
                  <a:lnTo>
                    <a:pt x="37" y="154"/>
                  </a:lnTo>
                  <a:cubicBezTo>
                    <a:pt x="21" y="102"/>
                    <a:pt x="21" y="86"/>
                    <a:pt x="2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0"/>
            <p:cNvSpPr/>
            <p:nvPr/>
          </p:nvSpPr>
          <p:spPr>
            <a:xfrm>
              <a:off x="1408258" y="767182"/>
              <a:ext cx="4966" cy="65058"/>
            </a:xfrm>
            <a:custGeom>
              <a:rect b="b" l="l" r="r" t="t"/>
              <a:pathLst>
                <a:path extrusionOk="0" h="655" w="50">
                  <a:moveTo>
                    <a:pt x="17" y="0"/>
                  </a:moveTo>
                  <a:cubicBezTo>
                    <a:pt x="33" y="16"/>
                    <a:pt x="33" y="49"/>
                    <a:pt x="33" y="65"/>
                  </a:cubicBezTo>
                  <a:lnTo>
                    <a:pt x="33" y="81"/>
                  </a:lnTo>
                  <a:cubicBezTo>
                    <a:pt x="49" y="49"/>
                    <a:pt x="49" y="16"/>
                    <a:pt x="33" y="0"/>
                  </a:cubicBezTo>
                  <a:close/>
                  <a:moveTo>
                    <a:pt x="33" y="101"/>
                  </a:moveTo>
                  <a:cubicBezTo>
                    <a:pt x="33" y="134"/>
                    <a:pt x="17" y="166"/>
                    <a:pt x="17" y="218"/>
                  </a:cubicBezTo>
                  <a:lnTo>
                    <a:pt x="17" y="283"/>
                  </a:lnTo>
                  <a:lnTo>
                    <a:pt x="17" y="368"/>
                  </a:lnTo>
                  <a:lnTo>
                    <a:pt x="17" y="505"/>
                  </a:lnTo>
                  <a:cubicBezTo>
                    <a:pt x="33" y="453"/>
                    <a:pt x="33" y="404"/>
                    <a:pt x="33" y="368"/>
                  </a:cubicBezTo>
                  <a:lnTo>
                    <a:pt x="33" y="283"/>
                  </a:lnTo>
                  <a:lnTo>
                    <a:pt x="33" y="218"/>
                  </a:lnTo>
                  <a:lnTo>
                    <a:pt x="33" y="101"/>
                  </a:lnTo>
                  <a:close/>
                  <a:moveTo>
                    <a:pt x="17" y="554"/>
                  </a:moveTo>
                  <a:cubicBezTo>
                    <a:pt x="17" y="586"/>
                    <a:pt x="17" y="622"/>
                    <a:pt x="1" y="655"/>
                  </a:cubicBezTo>
                  <a:lnTo>
                    <a:pt x="17" y="655"/>
                  </a:lnTo>
                  <a:lnTo>
                    <a:pt x="17" y="55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0"/>
            <p:cNvSpPr/>
            <p:nvPr/>
          </p:nvSpPr>
          <p:spPr>
            <a:xfrm>
              <a:off x="2610388" y="698549"/>
              <a:ext cx="91975" cy="18574"/>
            </a:xfrm>
            <a:custGeom>
              <a:rect b="b" l="l" r="r" t="t"/>
              <a:pathLst>
                <a:path extrusionOk="0" h="187" w="926">
                  <a:moveTo>
                    <a:pt x="352" y="0"/>
                  </a:moveTo>
                  <a:cubicBezTo>
                    <a:pt x="320" y="0"/>
                    <a:pt x="284" y="17"/>
                    <a:pt x="267" y="17"/>
                  </a:cubicBezTo>
                  <a:lnTo>
                    <a:pt x="251" y="33"/>
                  </a:lnTo>
                  <a:cubicBezTo>
                    <a:pt x="183" y="49"/>
                    <a:pt x="134" y="85"/>
                    <a:pt x="82" y="101"/>
                  </a:cubicBezTo>
                  <a:cubicBezTo>
                    <a:pt x="65" y="118"/>
                    <a:pt x="49" y="134"/>
                    <a:pt x="17" y="134"/>
                  </a:cubicBezTo>
                  <a:lnTo>
                    <a:pt x="1" y="134"/>
                  </a:lnTo>
                  <a:lnTo>
                    <a:pt x="1" y="150"/>
                  </a:lnTo>
                  <a:lnTo>
                    <a:pt x="17" y="150"/>
                  </a:lnTo>
                  <a:cubicBezTo>
                    <a:pt x="49" y="134"/>
                    <a:pt x="65" y="134"/>
                    <a:pt x="102" y="118"/>
                  </a:cubicBezTo>
                  <a:cubicBezTo>
                    <a:pt x="150" y="85"/>
                    <a:pt x="203" y="65"/>
                    <a:pt x="251" y="49"/>
                  </a:cubicBezTo>
                  <a:cubicBezTo>
                    <a:pt x="251" y="33"/>
                    <a:pt x="267" y="33"/>
                    <a:pt x="267" y="33"/>
                  </a:cubicBezTo>
                  <a:cubicBezTo>
                    <a:pt x="304" y="17"/>
                    <a:pt x="320" y="17"/>
                    <a:pt x="352" y="17"/>
                  </a:cubicBezTo>
                  <a:cubicBezTo>
                    <a:pt x="368" y="17"/>
                    <a:pt x="385" y="17"/>
                    <a:pt x="421" y="33"/>
                  </a:cubicBezTo>
                  <a:cubicBezTo>
                    <a:pt x="469" y="49"/>
                    <a:pt x="522" y="65"/>
                    <a:pt x="570" y="85"/>
                  </a:cubicBezTo>
                  <a:cubicBezTo>
                    <a:pt x="671" y="118"/>
                    <a:pt x="756" y="150"/>
                    <a:pt x="841" y="166"/>
                  </a:cubicBezTo>
                  <a:cubicBezTo>
                    <a:pt x="756" y="134"/>
                    <a:pt x="671" y="101"/>
                    <a:pt x="586" y="65"/>
                  </a:cubicBezTo>
                  <a:cubicBezTo>
                    <a:pt x="522" y="49"/>
                    <a:pt x="469" y="33"/>
                    <a:pt x="421" y="17"/>
                  </a:cubicBezTo>
                  <a:cubicBezTo>
                    <a:pt x="405" y="17"/>
                    <a:pt x="368" y="0"/>
                    <a:pt x="352" y="0"/>
                  </a:cubicBezTo>
                  <a:close/>
                  <a:moveTo>
                    <a:pt x="841" y="166"/>
                  </a:moveTo>
                  <a:lnTo>
                    <a:pt x="857" y="186"/>
                  </a:lnTo>
                  <a:lnTo>
                    <a:pt x="926" y="186"/>
                  </a:lnTo>
                  <a:lnTo>
                    <a:pt x="910" y="166"/>
                  </a:lnTo>
                  <a:cubicBezTo>
                    <a:pt x="903" y="173"/>
                    <a:pt x="897" y="175"/>
                    <a:pt x="891" y="175"/>
                  </a:cubicBezTo>
                  <a:cubicBezTo>
                    <a:pt x="879" y="175"/>
                    <a:pt x="868" y="166"/>
                    <a:pt x="857"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0"/>
            <p:cNvSpPr/>
            <p:nvPr/>
          </p:nvSpPr>
          <p:spPr>
            <a:xfrm>
              <a:off x="2501628" y="531186"/>
              <a:ext cx="31883" cy="13409"/>
            </a:xfrm>
            <a:custGeom>
              <a:rect b="b" l="l" r="r" t="t"/>
              <a:pathLst>
                <a:path extrusionOk="0" h="135" w="321">
                  <a:moveTo>
                    <a:pt x="1" y="1"/>
                  </a:moveTo>
                  <a:lnTo>
                    <a:pt x="1" y="17"/>
                  </a:lnTo>
                  <a:cubicBezTo>
                    <a:pt x="49" y="33"/>
                    <a:pt x="118" y="53"/>
                    <a:pt x="167" y="70"/>
                  </a:cubicBezTo>
                  <a:cubicBezTo>
                    <a:pt x="118" y="33"/>
                    <a:pt x="66" y="17"/>
                    <a:pt x="1" y="1"/>
                  </a:cubicBezTo>
                  <a:close/>
                  <a:moveTo>
                    <a:pt x="167" y="70"/>
                  </a:moveTo>
                  <a:cubicBezTo>
                    <a:pt x="187" y="86"/>
                    <a:pt x="203" y="86"/>
                    <a:pt x="235" y="102"/>
                  </a:cubicBezTo>
                  <a:cubicBezTo>
                    <a:pt x="251" y="102"/>
                    <a:pt x="268" y="118"/>
                    <a:pt x="288" y="118"/>
                  </a:cubicBezTo>
                  <a:lnTo>
                    <a:pt x="320" y="134"/>
                  </a:lnTo>
                  <a:lnTo>
                    <a:pt x="320" y="118"/>
                  </a:lnTo>
                  <a:lnTo>
                    <a:pt x="304" y="102"/>
                  </a:lnTo>
                  <a:cubicBezTo>
                    <a:pt x="268" y="102"/>
                    <a:pt x="251" y="102"/>
                    <a:pt x="235" y="86"/>
                  </a:cubicBezTo>
                  <a:cubicBezTo>
                    <a:pt x="219" y="86"/>
                    <a:pt x="187" y="70"/>
                    <a:pt x="167" y="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0"/>
            <p:cNvSpPr/>
            <p:nvPr/>
          </p:nvSpPr>
          <p:spPr>
            <a:xfrm>
              <a:off x="1717655" y="725069"/>
              <a:ext cx="8145" cy="5264"/>
            </a:xfrm>
            <a:custGeom>
              <a:rect b="b" l="l" r="r" t="t"/>
              <a:pathLst>
                <a:path extrusionOk="0" h="53" w="82">
                  <a:moveTo>
                    <a:pt x="65" y="0"/>
                  </a:moveTo>
                  <a:lnTo>
                    <a:pt x="0" y="53"/>
                  </a:lnTo>
                  <a:lnTo>
                    <a:pt x="81" y="20"/>
                  </a:lnTo>
                  <a:lnTo>
                    <a:pt x="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0"/>
            <p:cNvSpPr/>
            <p:nvPr/>
          </p:nvSpPr>
          <p:spPr>
            <a:xfrm>
              <a:off x="1679117" y="406037"/>
              <a:ext cx="56715" cy="46683"/>
            </a:xfrm>
            <a:custGeom>
              <a:rect b="b" l="l" r="r" t="t"/>
              <a:pathLst>
                <a:path extrusionOk="0" h="470" w="571">
                  <a:moveTo>
                    <a:pt x="554" y="1"/>
                  </a:moveTo>
                  <a:lnTo>
                    <a:pt x="489" y="65"/>
                  </a:lnTo>
                  <a:lnTo>
                    <a:pt x="570" y="1"/>
                  </a:lnTo>
                  <a:close/>
                  <a:moveTo>
                    <a:pt x="489" y="65"/>
                  </a:moveTo>
                  <a:cubicBezTo>
                    <a:pt x="421" y="118"/>
                    <a:pt x="368" y="166"/>
                    <a:pt x="304" y="219"/>
                  </a:cubicBezTo>
                  <a:cubicBezTo>
                    <a:pt x="368" y="166"/>
                    <a:pt x="437" y="118"/>
                    <a:pt x="489" y="65"/>
                  </a:cubicBezTo>
                  <a:close/>
                  <a:moveTo>
                    <a:pt x="304" y="219"/>
                  </a:moveTo>
                  <a:cubicBezTo>
                    <a:pt x="235" y="267"/>
                    <a:pt x="166" y="336"/>
                    <a:pt x="86" y="384"/>
                  </a:cubicBezTo>
                  <a:lnTo>
                    <a:pt x="1" y="453"/>
                  </a:lnTo>
                  <a:lnTo>
                    <a:pt x="1" y="469"/>
                  </a:lnTo>
                  <a:lnTo>
                    <a:pt x="102" y="405"/>
                  </a:lnTo>
                  <a:cubicBezTo>
                    <a:pt x="166" y="336"/>
                    <a:pt x="235" y="283"/>
                    <a:pt x="304" y="2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0"/>
            <p:cNvSpPr/>
            <p:nvPr/>
          </p:nvSpPr>
          <p:spPr>
            <a:xfrm>
              <a:off x="1677528" y="519565"/>
              <a:ext cx="10131" cy="6953"/>
            </a:xfrm>
            <a:custGeom>
              <a:rect b="b" l="l" r="r" t="t"/>
              <a:pathLst>
                <a:path extrusionOk="0" h="70" w="102">
                  <a:moveTo>
                    <a:pt x="81" y="1"/>
                  </a:moveTo>
                  <a:lnTo>
                    <a:pt x="1" y="69"/>
                  </a:lnTo>
                  <a:lnTo>
                    <a:pt x="17" y="69"/>
                  </a:lnTo>
                  <a:lnTo>
                    <a:pt x="81"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0"/>
            <p:cNvSpPr/>
            <p:nvPr/>
          </p:nvSpPr>
          <p:spPr>
            <a:xfrm>
              <a:off x="1675542" y="562970"/>
              <a:ext cx="62277" cy="43802"/>
            </a:xfrm>
            <a:custGeom>
              <a:rect b="b" l="l" r="r" t="t"/>
              <a:pathLst>
                <a:path extrusionOk="0" h="441" w="627">
                  <a:moveTo>
                    <a:pt x="606" y="0"/>
                  </a:moveTo>
                  <a:cubicBezTo>
                    <a:pt x="590" y="16"/>
                    <a:pt x="558" y="36"/>
                    <a:pt x="542" y="53"/>
                  </a:cubicBezTo>
                  <a:cubicBezTo>
                    <a:pt x="542" y="53"/>
                    <a:pt x="525" y="53"/>
                    <a:pt x="525" y="69"/>
                  </a:cubicBezTo>
                  <a:cubicBezTo>
                    <a:pt x="542" y="69"/>
                    <a:pt x="542" y="69"/>
                    <a:pt x="558" y="53"/>
                  </a:cubicBezTo>
                  <a:cubicBezTo>
                    <a:pt x="574" y="36"/>
                    <a:pt x="590" y="16"/>
                    <a:pt x="626" y="16"/>
                  </a:cubicBezTo>
                  <a:lnTo>
                    <a:pt x="606" y="0"/>
                  </a:lnTo>
                  <a:close/>
                  <a:moveTo>
                    <a:pt x="525" y="69"/>
                  </a:moveTo>
                  <a:cubicBezTo>
                    <a:pt x="424" y="117"/>
                    <a:pt x="340" y="186"/>
                    <a:pt x="255" y="255"/>
                  </a:cubicBezTo>
                  <a:cubicBezTo>
                    <a:pt x="202" y="303"/>
                    <a:pt x="138" y="339"/>
                    <a:pt x="85" y="372"/>
                  </a:cubicBezTo>
                  <a:lnTo>
                    <a:pt x="37" y="420"/>
                  </a:lnTo>
                  <a:cubicBezTo>
                    <a:pt x="53" y="404"/>
                    <a:pt x="85" y="404"/>
                    <a:pt x="101" y="388"/>
                  </a:cubicBezTo>
                  <a:cubicBezTo>
                    <a:pt x="154" y="356"/>
                    <a:pt x="202" y="303"/>
                    <a:pt x="255" y="271"/>
                  </a:cubicBezTo>
                  <a:cubicBezTo>
                    <a:pt x="340" y="202"/>
                    <a:pt x="441" y="137"/>
                    <a:pt x="525" y="69"/>
                  </a:cubicBezTo>
                  <a:close/>
                  <a:moveTo>
                    <a:pt x="37" y="420"/>
                  </a:moveTo>
                  <a:cubicBezTo>
                    <a:pt x="21" y="420"/>
                    <a:pt x="21" y="420"/>
                    <a:pt x="0" y="440"/>
                  </a:cubicBezTo>
                  <a:cubicBezTo>
                    <a:pt x="21" y="440"/>
                    <a:pt x="37" y="440"/>
                    <a:pt x="37" y="4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0"/>
            <p:cNvSpPr/>
            <p:nvPr/>
          </p:nvSpPr>
          <p:spPr>
            <a:xfrm>
              <a:off x="2490007" y="552938"/>
              <a:ext cx="8145" cy="3675"/>
            </a:xfrm>
            <a:custGeom>
              <a:rect b="b" l="l" r="r" t="t"/>
              <a:pathLst>
                <a:path extrusionOk="0" h="37" w="82">
                  <a:moveTo>
                    <a:pt x="1" y="0"/>
                  </a:moveTo>
                  <a:cubicBezTo>
                    <a:pt x="33" y="16"/>
                    <a:pt x="49" y="16"/>
                    <a:pt x="82" y="36"/>
                  </a:cubicBezTo>
                  <a:lnTo>
                    <a:pt x="82" y="16"/>
                  </a:lnTo>
                  <a:cubicBezTo>
                    <a:pt x="65" y="0"/>
                    <a:pt x="33"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0"/>
            <p:cNvSpPr/>
            <p:nvPr/>
          </p:nvSpPr>
          <p:spPr>
            <a:xfrm>
              <a:off x="2463189" y="484305"/>
              <a:ext cx="85122" cy="33770"/>
            </a:xfrm>
            <a:custGeom>
              <a:rect b="b" l="l" r="r" t="t"/>
              <a:pathLst>
                <a:path extrusionOk="0" h="340" w="857">
                  <a:moveTo>
                    <a:pt x="0" y="0"/>
                  </a:moveTo>
                  <a:lnTo>
                    <a:pt x="0" y="20"/>
                  </a:lnTo>
                  <a:cubicBezTo>
                    <a:pt x="33" y="20"/>
                    <a:pt x="49" y="37"/>
                    <a:pt x="85" y="37"/>
                  </a:cubicBezTo>
                  <a:cubicBezTo>
                    <a:pt x="69" y="20"/>
                    <a:pt x="33" y="0"/>
                    <a:pt x="0" y="0"/>
                  </a:cubicBezTo>
                  <a:close/>
                  <a:moveTo>
                    <a:pt x="85" y="37"/>
                  </a:moveTo>
                  <a:cubicBezTo>
                    <a:pt x="101" y="53"/>
                    <a:pt x="117" y="53"/>
                    <a:pt x="117" y="53"/>
                  </a:cubicBezTo>
                  <a:cubicBezTo>
                    <a:pt x="170" y="69"/>
                    <a:pt x="202" y="85"/>
                    <a:pt x="234" y="101"/>
                  </a:cubicBezTo>
                  <a:cubicBezTo>
                    <a:pt x="251" y="101"/>
                    <a:pt x="271" y="121"/>
                    <a:pt x="287" y="121"/>
                  </a:cubicBezTo>
                  <a:cubicBezTo>
                    <a:pt x="319" y="138"/>
                    <a:pt x="335" y="154"/>
                    <a:pt x="372" y="154"/>
                  </a:cubicBezTo>
                  <a:cubicBezTo>
                    <a:pt x="436" y="186"/>
                    <a:pt x="505" y="202"/>
                    <a:pt x="574" y="239"/>
                  </a:cubicBezTo>
                  <a:cubicBezTo>
                    <a:pt x="638" y="255"/>
                    <a:pt x="707" y="287"/>
                    <a:pt x="756" y="303"/>
                  </a:cubicBezTo>
                  <a:cubicBezTo>
                    <a:pt x="792" y="323"/>
                    <a:pt x="824" y="340"/>
                    <a:pt x="857" y="340"/>
                  </a:cubicBezTo>
                  <a:cubicBezTo>
                    <a:pt x="824" y="323"/>
                    <a:pt x="792" y="303"/>
                    <a:pt x="776" y="287"/>
                  </a:cubicBezTo>
                  <a:cubicBezTo>
                    <a:pt x="707" y="271"/>
                    <a:pt x="638" y="239"/>
                    <a:pt x="574" y="222"/>
                  </a:cubicBezTo>
                  <a:cubicBezTo>
                    <a:pt x="505" y="186"/>
                    <a:pt x="436" y="170"/>
                    <a:pt x="372" y="138"/>
                  </a:cubicBezTo>
                  <a:cubicBezTo>
                    <a:pt x="352" y="138"/>
                    <a:pt x="319" y="121"/>
                    <a:pt x="303" y="121"/>
                  </a:cubicBezTo>
                  <a:cubicBezTo>
                    <a:pt x="271" y="101"/>
                    <a:pt x="251" y="101"/>
                    <a:pt x="234" y="85"/>
                  </a:cubicBezTo>
                  <a:cubicBezTo>
                    <a:pt x="202" y="69"/>
                    <a:pt x="170" y="53"/>
                    <a:pt x="133" y="53"/>
                  </a:cubicBezTo>
                  <a:cubicBezTo>
                    <a:pt x="117" y="37"/>
                    <a:pt x="101"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0"/>
            <p:cNvSpPr/>
            <p:nvPr/>
          </p:nvSpPr>
          <p:spPr>
            <a:xfrm>
              <a:off x="1673952" y="751886"/>
              <a:ext cx="8443" cy="5364"/>
            </a:xfrm>
            <a:custGeom>
              <a:rect b="b" l="l" r="r" t="t"/>
              <a:pathLst>
                <a:path extrusionOk="0" h="54" w="85">
                  <a:moveTo>
                    <a:pt x="85" y="1"/>
                  </a:moveTo>
                  <a:lnTo>
                    <a:pt x="16" y="33"/>
                  </a:lnTo>
                  <a:lnTo>
                    <a:pt x="0" y="53"/>
                  </a:lnTo>
                  <a:lnTo>
                    <a:pt x="16" y="53"/>
                  </a:lnTo>
                  <a:lnTo>
                    <a:pt x="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0"/>
            <p:cNvSpPr/>
            <p:nvPr/>
          </p:nvSpPr>
          <p:spPr>
            <a:xfrm>
              <a:off x="2287384" y="594655"/>
              <a:ext cx="32181" cy="10131"/>
            </a:xfrm>
            <a:custGeom>
              <a:rect b="b" l="l" r="r" t="t"/>
              <a:pathLst>
                <a:path extrusionOk="0" h="102" w="324">
                  <a:moveTo>
                    <a:pt x="1" y="0"/>
                  </a:moveTo>
                  <a:lnTo>
                    <a:pt x="21" y="20"/>
                  </a:lnTo>
                  <a:cubicBezTo>
                    <a:pt x="53" y="20"/>
                    <a:pt x="102" y="37"/>
                    <a:pt x="138" y="53"/>
                  </a:cubicBezTo>
                  <a:cubicBezTo>
                    <a:pt x="154" y="53"/>
                    <a:pt x="154" y="53"/>
                    <a:pt x="170" y="69"/>
                  </a:cubicBezTo>
                  <a:cubicBezTo>
                    <a:pt x="203" y="69"/>
                    <a:pt x="239" y="85"/>
                    <a:pt x="271" y="101"/>
                  </a:cubicBezTo>
                  <a:lnTo>
                    <a:pt x="324" y="101"/>
                  </a:lnTo>
                  <a:cubicBezTo>
                    <a:pt x="304" y="85"/>
                    <a:pt x="288" y="85"/>
                    <a:pt x="271" y="85"/>
                  </a:cubicBezTo>
                  <a:cubicBezTo>
                    <a:pt x="239" y="69"/>
                    <a:pt x="203" y="69"/>
                    <a:pt x="170" y="53"/>
                  </a:cubicBezTo>
                  <a:cubicBezTo>
                    <a:pt x="170" y="53"/>
                    <a:pt x="154" y="37"/>
                    <a:pt x="138" y="37"/>
                  </a:cubicBezTo>
                  <a:cubicBezTo>
                    <a:pt x="102" y="20"/>
                    <a:pt x="69" y="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0"/>
            <p:cNvSpPr/>
            <p:nvPr/>
          </p:nvSpPr>
          <p:spPr>
            <a:xfrm>
              <a:off x="2132139" y="318929"/>
              <a:ext cx="91975" cy="35062"/>
            </a:xfrm>
            <a:custGeom>
              <a:rect b="b" l="l" r="r" t="t"/>
              <a:pathLst>
                <a:path extrusionOk="0" h="353" w="926">
                  <a:moveTo>
                    <a:pt x="17" y="1"/>
                  </a:moveTo>
                  <a:lnTo>
                    <a:pt x="0" y="17"/>
                  </a:lnTo>
                  <a:lnTo>
                    <a:pt x="17" y="17"/>
                  </a:lnTo>
                  <a:cubicBezTo>
                    <a:pt x="49" y="17"/>
                    <a:pt x="85" y="33"/>
                    <a:pt x="118" y="49"/>
                  </a:cubicBezTo>
                  <a:cubicBezTo>
                    <a:pt x="134" y="49"/>
                    <a:pt x="150" y="70"/>
                    <a:pt x="170" y="70"/>
                  </a:cubicBezTo>
                  <a:cubicBezTo>
                    <a:pt x="251" y="102"/>
                    <a:pt x="320" y="118"/>
                    <a:pt x="404" y="150"/>
                  </a:cubicBezTo>
                  <a:cubicBezTo>
                    <a:pt x="437" y="171"/>
                    <a:pt x="489" y="187"/>
                    <a:pt x="522" y="203"/>
                  </a:cubicBezTo>
                  <a:cubicBezTo>
                    <a:pt x="623" y="235"/>
                    <a:pt x="724" y="272"/>
                    <a:pt x="808" y="320"/>
                  </a:cubicBezTo>
                  <a:lnTo>
                    <a:pt x="893" y="336"/>
                  </a:lnTo>
                  <a:lnTo>
                    <a:pt x="909" y="336"/>
                  </a:lnTo>
                  <a:lnTo>
                    <a:pt x="893" y="320"/>
                  </a:lnTo>
                  <a:lnTo>
                    <a:pt x="825" y="304"/>
                  </a:lnTo>
                  <a:cubicBezTo>
                    <a:pt x="724" y="272"/>
                    <a:pt x="623" y="235"/>
                    <a:pt x="522" y="187"/>
                  </a:cubicBezTo>
                  <a:cubicBezTo>
                    <a:pt x="489" y="171"/>
                    <a:pt x="437" y="150"/>
                    <a:pt x="404" y="134"/>
                  </a:cubicBezTo>
                  <a:cubicBezTo>
                    <a:pt x="320" y="118"/>
                    <a:pt x="251" y="86"/>
                    <a:pt x="170" y="49"/>
                  </a:cubicBezTo>
                  <a:cubicBezTo>
                    <a:pt x="150" y="49"/>
                    <a:pt x="150" y="49"/>
                    <a:pt x="134" y="33"/>
                  </a:cubicBezTo>
                  <a:cubicBezTo>
                    <a:pt x="85" y="17"/>
                    <a:pt x="49" y="1"/>
                    <a:pt x="17" y="1"/>
                  </a:cubicBezTo>
                  <a:close/>
                  <a:moveTo>
                    <a:pt x="909" y="336"/>
                  </a:moveTo>
                  <a:lnTo>
                    <a:pt x="909" y="352"/>
                  </a:lnTo>
                  <a:lnTo>
                    <a:pt x="926" y="3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0"/>
            <p:cNvSpPr/>
            <p:nvPr/>
          </p:nvSpPr>
          <p:spPr>
            <a:xfrm>
              <a:off x="2274173" y="449342"/>
              <a:ext cx="8542" cy="4966"/>
            </a:xfrm>
            <a:custGeom>
              <a:rect b="b" l="l" r="r" t="t"/>
              <a:pathLst>
                <a:path extrusionOk="0" h="50" w="86">
                  <a:moveTo>
                    <a:pt x="1" y="1"/>
                  </a:moveTo>
                  <a:lnTo>
                    <a:pt x="1" y="17"/>
                  </a:lnTo>
                  <a:lnTo>
                    <a:pt x="85" y="49"/>
                  </a:lnTo>
                  <a:lnTo>
                    <a:pt x="85" y="3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0"/>
            <p:cNvSpPr/>
            <p:nvPr/>
          </p:nvSpPr>
          <p:spPr>
            <a:xfrm>
              <a:off x="2484842" y="517976"/>
              <a:ext cx="67044" cy="26619"/>
            </a:xfrm>
            <a:custGeom>
              <a:rect b="b" l="l" r="r" t="t"/>
              <a:pathLst>
                <a:path extrusionOk="0" h="268" w="675">
                  <a:moveTo>
                    <a:pt x="0" y="1"/>
                  </a:moveTo>
                  <a:lnTo>
                    <a:pt x="0" y="17"/>
                  </a:lnTo>
                  <a:cubicBezTo>
                    <a:pt x="69" y="33"/>
                    <a:pt x="117" y="65"/>
                    <a:pt x="186" y="85"/>
                  </a:cubicBezTo>
                  <a:cubicBezTo>
                    <a:pt x="271" y="118"/>
                    <a:pt x="336" y="134"/>
                    <a:pt x="388" y="166"/>
                  </a:cubicBezTo>
                  <a:cubicBezTo>
                    <a:pt x="420" y="166"/>
                    <a:pt x="437" y="186"/>
                    <a:pt x="457" y="186"/>
                  </a:cubicBezTo>
                  <a:cubicBezTo>
                    <a:pt x="521" y="203"/>
                    <a:pt x="590" y="235"/>
                    <a:pt x="639" y="251"/>
                  </a:cubicBezTo>
                  <a:lnTo>
                    <a:pt x="659" y="251"/>
                  </a:lnTo>
                  <a:lnTo>
                    <a:pt x="639" y="235"/>
                  </a:lnTo>
                  <a:cubicBezTo>
                    <a:pt x="590" y="219"/>
                    <a:pt x="521" y="203"/>
                    <a:pt x="473" y="166"/>
                  </a:cubicBezTo>
                  <a:cubicBezTo>
                    <a:pt x="437" y="166"/>
                    <a:pt x="420" y="150"/>
                    <a:pt x="404" y="150"/>
                  </a:cubicBezTo>
                  <a:cubicBezTo>
                    <a:pt x="336" y="118"/>
                    <a:pt x="271" y="102"/>
                    <a:pt x="186" y="65"/>
                  </a:cubicBezTo>
                  <a:cubicBezTo>
                    <a:pt x="134" y="49"/>
                    <a:pt x="69" y="17"/>
                    <a:pt x="0" y="1"/>
                  </a:cubicBezTo>
                  <a:close/>
                  <a:moveTo>
                    <a:pt x="659" y="251"/>
                  </a:moveTo>
                  <a:lnTo>
                    <a:pt x="659" y="267"/>
                  </a:lnTo>
                  <a:lnTo>
                    <a:pt x="675" y="25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0"/>
            <p:cNvSpPr/>
            <p:nvPr/>
          </p:nvSpPr>
          <p:spPr>
            <a:xfrm>
              <a:off x="2305858" y="373955"/>
              <a:ext cx="8542" cy="5264"/>
            </a:xfrm>
            <a:custGeom>
              <a:rect b="b" l="l" r="r" t="t"/>
              <a:pathLst>
                <a:path extrusionOk="0" h="53" w="86">
                  <a:moveTo>
                    <a:pt x="1" y="0"/>
                  </a:moveTo>
                  <a:lnTo>
                    <a:pt x="1" y="21"/>
                  </a:lnTo>
                  <a:lnTo>
                    <a:pt x="85" y="53"/>
                  </a:lnTo>
                  <a:lnTo>
                    <a:pt x="85" y="37"/>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0"/>
            <p:cNvSpPr/>
            <p:nvPr/>
          </p:nvSpPr>
          <p:spPr>
            <a:xfrm>
              <a:off x="2653793" y="775228"/>
              <a:ext cx="11720" cy="78665"/>
            </a:xfrm>
            <a:custGeom>
              <a:rect b="b" l="l" r="r" t="t"/>
              <a:pathLst>
                <a:path extrusionOk="0" h="792" w="118">
                  <a:moveTo>
                    <a:pt x="0" y="0"/>
                  </a:moveTo>
                  <a:lnTo>
                    <a:pt x="0" y="20"/>
                  </a:lnTo>
                  <a:lnTo>
                    <a:pt x="0" y="53"/>
                  </a:lnTo>
                  <a:cubicBezTo>
                    <a:pt x="16" y="101"/>
                    <a:pt x="16" y="137"/>
                    <a:pt x="16" y="170"/>
                  </a:cubicBezTo>
                  <a:cubicBezTo>
                    <a:pt x="32" y="222"/>
                    <a:pt x="32" y="271"/>
                    <a:pt x="32" y="303"/>
                  </a:cubicBezTo>
                  <a:cubicBezTo>
                    <a:pt x="49" y="372"/>
                    <a:pt x="49" y="424"/>
                    <a:pt x="69" y="473"/>
                  </a:cubicBezTo>
                  <a:cubicBezTo>
                    <a:pt x="69" y="424"/>
                    <a:pt x="69" y="356"/>
                    <a:pt x="49" y="303"/>
                  </a:cubicBezTo>
                  <a:cubicBezTo>
                    <a:pt x="49" y="271"/>
                    <a:pt x="32" y="222"/>
                    <a:pt x="32" y="170"/>
                  </a:cubicBezTo>
                  <a:cubicBezTo>
                    <a:pt x="32" y="137"/>
                    <a:pt x="16" y="101"/>
                    <a:pt x="16" y="53"/>
                  </a:cubicBezTo>
                  <a:lnTo>
                    <a:pt x="16" y="0"/>
                  </a:lnTo>
                  <a:close/>
                  <a:moveTo>
                    <a:pt x="69" y="473"/>
                  </a:moveTo>
                  <a:cubicBezTo>
                    <a:pt x="69" y="525"/>
                    <a:pt x="85" y="574"/>
                    <a:pt x="85" y="626"/>
                  </a:cubicBezTo>
                  <a:lnTo>
                    <a:pt x="85" y="691"/>
                  </a:lnTo>
                  <a:cubicBezTo>
                    <a:pt x="85" y="707"/>
                    <a:pt x="101" y="727"/>
                    <a:pt x="101" y="727"/>
                  </a:cubicBezTo>
                  <a:lnTo>
                    <a:pt x="101" y="691"/>
                  </a:lnTo>
                  <a:lnTo>
                    <a:pt x="101" y="626"/>
                  </a:lnTo>
                  <a:cubicBezTo>
                    <a:pt x="85" y="574"/>
                    <a:pt x="85" y="525"/>
                    <a:pt x="69" y="473"/>
                  </a:cubicBezTo>
                  <a:close/>
                  <a:moveTo>
                    <a:pt x="101" y="727"/>
                  </a:moveTo>
                  <a:lnTo>
                    <a:pt x="101" y="792"/>
                  </a:lnTo>
                  <a:lnTo>
                    <a:pt x="117" y="792"/>
                  </a:lnTo>
                  <a:cubicBezTo>
                    <a:pt x="117" y="760"/>
                    <a:pt x="117" y="743"/>
                    <a:pt x="101" y="7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0"/>
            <p:cNvSpPr/>
            <p:nvPr/>
          </p:nvSpPr>
          <p:spPr>
            <a:xfrm>
              <a:off x="2493284" y="950934"/>
              <a:ext cx="95153" cy="30195"/>
            </a:xfrm>
            <a:custGeom>
              <a:rect b="b" l="l" r="r" t="t"/>
              <a:pathLst>
                <a:path extrusionOk="0" h="304" w="958">
                  <a:moveTo>
                    <a:pt x="16" y="287"/>
                  </a:moveTo>
                  <a:lnTo>
                    <a:pt x="16" y="303"/>
                  </a:lnTo>
                  <a:lnTo>
                    <a:pt x="32" y="303"/>
                  </a:lnTo>
                  <a:lnTo>
                    <a:pt x="49" y="287"/>
                  </a:lnTo>
                  <a:close/>
                  <a:moveTo>
                    <a:pt x="0" y="0"/>
                  </a:moveTo>
                  <a:lnTo>
                    <a:pt x="0" y="69"/>
                  </a:lnTo>
                  <a:lnTo>
                    <a:pt x="0" y="134"/>
                  </a:lnTo>
                  <a:lnTo>
                    <a:pt x="0" y="150"/>
                  </a:lnTo>
                  <a:lnTo>
                    <a:pt x="0" y="186"/>
                  </a:lnTo>
                  <a:cubicBezTo>
                    <a:pt x="0" y="219"/>
                    <a:pt x="0" y="251"/>
                    <a:pt x="16" y="287"/>
                  </a:cubicBezTo>
                  <a:lnTo>
                    <a:pt x="16" y="186"/>
                  </a:lnTo>
                  <a:lnTo>
                    <a:pt x="16" y="150"/>
                  </a:lnTo>
                  <a:lnTo>
                    <a:pt x="16" y="134"/>
                  </a:lnTo>
                  <a:lnTo>
                    <a:pt x="16" y="69"/>
                  </a:lnTo>
                  <a:cubicBezTo>
                    <a:pt x="0" y="33"/>
                    <a:pt x="16" y="17"/>
                    <a:pt x="16" y="17"/>
                  </a:cubicBezTo>
                  <a:lnTo>
                    <a:pt x="49" y="17"/>
                  </a:lnTo>
                  <a:cubicBezTo>
                    <a:pt x="133" y="33"/>
                    <a:pt x="202" y="69"/>
                    <a:pt x="287" y="85"/>
                  </a:cubicBezTo>
                  <a:cubicBezTo>
                    <a:pt x="335" y="101"/>
                    <a:pt x="404" y="118"/>
                    <a:pt x="453" y="134"/>
                  </a:cubicBezTo>
                  <a:cubicBezTo>
                    <a:pt x="505" y="150"/>
                    <a:pt x="554" y="150"/>
                    <a:pt x="606" y="170"/>
                  </a:cubicBezTo>
                  <a:cubicBezTo>
                    <a:pt x="655" y="186"/>
                    <a:pt x="707" y="202"/>
                    <a:pt x="756" y="219"/>
                  </a:cubicBezTo>
                  <a:cubicBezTo>
                    <a:pt x="776" y="219"/>
                    <a:pt x="792" y="219"/>
                    <a:pt x="808" y="235"/>
                  </a:cubicBezTo>
                  <a:cubicBezTo>
                    <a:pt x="840" y="235"/>
                    <a:pt x="893" y="251"/>
                    <a:pt x="925" y="271"/>
                  </a:cubicBezTo>
                  <a:cubicBezTo>
                    <a:pt x="941" y="271"/>
                    <a:pt x="958" y="287"/>
                    <a:pt x="941" y="303"/>
                  </a:cubicBezTo>
                  <a:lnTo>
                    <a:pt x="958" y="303"/>
                  </a:lnTo>
                  <a:cubicBezTo>
                    <a:pt x="958" y="271"/>
                    <a:pt x="941" y="251"/>
                    <a:pt x="925" y="251"/>
                  </a:cubicBezTo>
                  <a:cubicBezTo>
                    <a:pt x="893" y="235"/>
                    <a:pt x="857" y="219"/>
                    <a:pt x="808" y="219"/>
                  </a:cubicBezTo>
                  <a:cubicBezTo>
                    <a:pt x="792" y="219"/>
                    <a:pt x="776" y="202"/>
                    <a:pt x="756" y="202"/>
                  </a:cubicBezTo>
                  <a:cubicBezTo>
                    <a:pt x="707" y="186"/>
                    <a:pt x="655" y="170"/>
                    <a:pt x="606" y="150"/>
                  </a:cubicBezTo>
                  <a:cubicBezTo>
                    <a:pt x="554" y="150"/>
                    <a:pt x="505" y="134"/>
                    <a:pt x="473" y="118"/>
                  </a:cubicBezTo>
                  <a:cubicBezTo>
                    <a:pt x="404" y="101"/>
                    <a:pt x="352" y="85"/>
                    <a:pt x="287" y="69"/>
                  </a:cubicBezTo>
                  <a:cubicBezTo>
                    <a:pt x="218" y="49"/>
                    <a:pt x="133" y="33"/>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0"/>
            <p:cNvSpPr/>
            <p:nvPr/>
          </p:nvSpPr>
          <p:spPr>
            <a:xfrm>
              <a:off x="2474810" y="514400"/>
              <a:ext cx="10131" cy="3675"/>
            </a:xfrm>
            <a:custGeom>
              <a:rect b="b" l="l" r="r" t="t"/>
              <a:pathLst>
                <a:path extrusionOk="0" h="37" w="102">
                  <a:moveTo>
                    <a:pt x="0" y="0"/>
                  </a:moveTo>
                  <a:lnTo>
                    <a:pt x="16" y="20"/>
                  </a:lnTo>
                  <a:lnTo>
                    <a:pt x="53" y="20"/>
                  </a:lnTo>
                  <a:cubicBezTo>
                    <a:pt x="53" y="0"/>
                    <a:pt x="33" y="0"/>
                    <a:pt x="16" y="0"/>
                  </a:cubicBezTo>
                  <a:close/>
                  <a:moveTo>
                    <a:pt x="53" y="20"/>
                  </a:moveTo>
                  <a:cubicBezTo>
                    <a:pt x="69" y="37"/>
                    <a:pt x="85" y="37"/>
                    <a:pt x="85" y="37"/>
                  </a:cubicBezTo>
                  <a:lnTo>
                    <a:pt x="101" y="37"/>
                  </a:lnTo>
                  <a:lnTo>
                    <a:pt x="85" y="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0"/>
            <p:cNvSpPr/>
            <p:nvPr/>
          </p:nvSpPr>
          <p:spPr>
            <a:xfrm>
              <a:off x="2488020" y="544496"/>
              <a:ext cx="28606" cy="12118"/>
            </a:xfrm>
            <a:custGeom>
              <a:rect b="b" l="l" r="r" t="t"/>
              <a:pathLst>
                <a:path extrusionOk="0" h="122" w="288">
                  <a:moveTo>
                    <a:pt x="1" y="0"/>
                  </a:moveTo>
                  <a:lnTo>
                    <a:pt x="1" y="20"/>
                  </a:lnTo>
                  <a:lnTo>
                    <a:pt x="53" y="37"/>
                  </a:lnTo>
                  <a:cubicBezTo>
                    <a:pt x="102" y="53"/>
                    <a:pt x="154" y="69"/>
                    <a:pt x="203" y="85"/>
                  </a:cubicBezTo>
                  <a:cubicBezTo>
                    <a:pt x="223" y="101"/>
                    <a:pt x="239" y="101"/>
                    <a:pt x="255" y="101"/>
                  </a:cubicBezTo>
                  <a:cubicBezTo>
                    <a:pt x="239" y="85"/>
                    <a:pt x="239" y="85"/>
                    <a:pt x="223" y="85"/>
                  </a:cubicBezTo>
                  <a:cubicBezTo>
                    <a:pt x="170" y="69"/>
                    <a:pt x="122" y="53"/>
                    <a:pt x="69" y="37"/>
                  </a:cubicBezTo>
                  <a:lnTo>
                    <a:pt x="1" y="0"/>
                  </a:lnTo>
                  <a:close/>
                  <a:moveTo>
                    <a:pt x="255" y="101"/>
                  </a:moveTo>
                  <a:lnTo>
                    <a:pt x="271" y="121"/>
                  </a:lnTo>
                  <a:lnTo>
                    <a:pt x="287" y="121"/>
                  </a:lnTo>
                  <a:lnTo>
                    <a:pt x="287" y="10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0"/>
            <p:cNvSpPr/>
            <p:nvPr/>
          </p:nvSpPr>
          <p:spPr>
            <a:xfrm>
              <a:off x="1349756" y="674909"/>
              <a:ext cx="145312" cy="135678"/>
            </a:xfrm>
            <a:custGeom>
              <a:rect b="b" l="l" r="r" t="t"/>
              <a:pathLst>
                <a:path extrusionOk="0" h="1366" w="1463">
                  <a:moveTo>
                    <a:pt x="1446" y="0"/>
                  </a:moveTo>
                  <a:cubicBezTo>
                    <a:pt x="1441" y="0"/>
                    <a:pt x="1436" y="2"/>
                    <a:pt x="1431" y="5"/>
                  </a:cubicBezTo>
                  <a:lnTo>
                    <a:pt x="1431" y="5"/>
                  </a:lnTo>
                  <a:cubicBezTo>
                    <a:pt x="1441" y="2"/>
                    <a:pt x="1452" y="0"/>
                    <a:pt x="1462" y="0"/>
                  </a:cubicBezTo>
                  <a:close/>
                  <a:moveTo>
                    <a:pt x="1431" y="5"/>
                  </a:moveTo>
                  <a:lnTo>
                    <a:pt x="1431" y="5"/>
                  </a:lnTo>
                  <a:cubicBezTo>
                    <a:pt x="1411" y="11"/>
                    <a:pt x="1393" y="20"/>
                    <a:pt x="1382" y="20"/>
                  </a:cubicBezTo>
                  <a:cubicBezTo>
                    <a:pt x="1196" y="170"/>
                    <a:pt x="1010" y="303"/>
                    <a:pt x="824" y="440"/>
                  </a:cubicBezTo>
                  <a:lnTo>
                    <a:pt x="776" y="489"/>
                  </a:lnTo>
                  <a:lnTo>
                    <a:pt x="824" y="457"/>
                  </a:lnTo>
                  <a:cubicBezTo>
                    <a:pt x="1010" y="323"/>
                    <a:pt x="1212" y="170"/>
                    <a:pt x="1398" y="36"/>
                  </a:cubicBezTo>
                  <a:cubicBezTo>
                    <a:pt x="1409" y="25"/>
                    <a:pt x="1420" y="12"/>
                    <a:pt x="1431" y="5"/>
                  </a:cubicBezTo>
                  <a:close/>
                  <a:moveTo>
                    <a:pt x="776" y="489"/>
                  </a:moveTo>
                  <a:lnTo>
                    <a:pt x="776" y="489"/>
                  </a:lnTo>
                  <a:cubicBezTo>
                    <a:pt x="723" y="505"/>
                    <a:pt x="691" y="541"/>
                    <a:pt x="655" y="574"/>
                  </a:cubicBezTo>
                  <a:cubicBezTo>
                    <a:pt x="691" y="558"/>
                    <a:pt x="739" y="525"/>
                    <a:pt x="776" y="489"/>
                  </a:cubicBezTo>
                  <a:close/>
                  <a:moveTo>
                    <a:pt x="655" y="574"/>
                  </a:moveTo>
                  <a:lnTo>
                    <a:pt x="655" y="574"/>
                  </a:lnTo>
                  <a:cubicBezTo>
                    <a:pt x="638" y="590"/>
                    <a:pt x="622" y="606"/>
                    <a:pt x="622" y="626"/>
                  </a:cubicBezTo>
                  <a:cubicBezTo>
                    <a:pt x="638" y="659"/>
                    <a:pt x="622" y="691"/>
                    <a:pt x="622" y="727"/>
                  </a:cubicBezTo>
                  <a:lnTo>
                    <a:pt x="622" y="792"/>
                  </a:lnTo>
                  <a:lnTo>
                    <a:pt x="622" y="808"/>
                  </a:lnTo>
                  <a:lnTo>
                    <a:pt x="622" y="861"/>
                  </a:lnTo>
                  <a:cubicBezTo>
                    <a:pt x="622" y="893"/>
                    <a:pt x="622" y="909"/>
                    <a:pt x="590" y="929"/>
                  </a:cubicBezTo>
                  <a:cubicBezTo>
                    <a:pt x="554" y="945"/>
                    <a:pt x="537" y="962"/>
                    <a:pt x="505" y="978"/>
                  </a:cubicBezTo>
                  <a:cubicBezTo>
                    <a:pt x="505" y="978"/>
                    <a:pt x="489" y="994"/>
                    <a:pt x="473" y="994"/>
                  </a:cubicBezTo>
                  <a:cubicBezTo>
                    <a:pt x="372" y="1079"/>
                    <a:pt x="271" y="1147"/>
                    <a:pt x="186" y="1212"/>
                  </a:cubicBezTo>
                  <a:lnTo>
                    <a:pt x="101" y="1281"/>
                  </a:lnTo>
                  <a:lnTo>
                    <a:pt x="186" y="1232"/>
                  </a:lnTo>
                  <a:cubicBezTo>
                    <a:pt x="287" y="1164"/>
                    <a:pt x="388" y="1079"/>
                    <a:pt x="489" y="1010"/>
                  </a:cubicBezTo>
                  <a:cubicBezTo>
                    <a:pt x="505" y="1010"/>
                    <a:pt x="505" y="994"/>
                    <a:pt x="521" y="978"/>
                  </a:cubicBezTo>
                  <a:cubicBezTo>
                    <a:pt x="537" y="962"/>
                    <a:pt x="574" y="945"/>
                    <a:pt x="590" y="945"/>
                  </a:cubicBezTo>
                  <a:cubicBezTo>
                    <a:pt x="622" y="929"/>
                    <a:pt x="638" y="893"/>
                    <a:pt x="638" y="861"/>
                  </a:cubicBezTo>
                  <a:lnTo>
                    <a:pt x="638" y="808"/>
                  </a:lnTo>
                  <a:lnTo>
                    <a:pt x="638" y="792"/>
                  </a:lnTo>
                  <a:lnTo>
                    <a:pt x="638" y="727"/>
                  </a:lnTo>
                  <a:lnTo>
                    <a:pt x="638" y="626"/>
                  </a:lnTo>
                  <a:cubicBezTo>
                    <a:pt x="638" y="606"/>
                    <a:pt x="638" y="590"/>
                    <a:pt x="655" y="574"/>
                  </a:cubicBezTo>
                  <a:close/>
                  <a:moveTo>
                    <a:pt x="101" y="1281"/>
                  </a:moveTo>
                  <a:lnTo>
                    <a:pt x="101" y="1281"/>
                  </a:lnTo>
                  <a:cubicBezTo>
                    <a:pt x="69" y="1297"/>
                    <a:pt x="49" y="1313"/>
                    <a:pt x="32" y="1333"/>
                  </a:cubicBezTo>
                  <a:cubicBezTo>
                    <a:pt x="49" y="1313"/>
                    <a:pt x="85" y="1297"/>
                    <a:pt x="101" y="1281"/>
                  </a:cubicBezTo>
                  <a:close/>
                  <a:moveTo>
                    <a:pt x="32" y="1333"/>
                  </a:moveTo>
                  <a:lnTo>
                    <a:pt x="0" y="1349"/>
                  </a:lnTo>
                  <a:lnTo>
                    <a:pt x="0" y="1366"/>
                  </a:lnTo>
                  <a:lnTo>
                    <a:pt x="32" y="13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0"/>
            <p:cNvSpPr/>
            <p:nvPr/>
          </p:nvSpPr>
          <p:spPr>
            <a:xfrm>
              <a:off x="2618434" y="774532"/>
              <a:ext cx="93961" cy="17581"/>
            </a:xfrm>
            <a:custGeom>
              <a:rect b="b" l="l" r="r" t="t"/>
              <a:pathLst>
                <a:path extrusionOk="0" h="177" w="946">
                  <a:moveTo>
                    <a:pt x="355" y="0"/>
                  </a:moveTo>
                  <a:cubicBezTo>
                    <a:pt x="343" y="0"/>
                    <a:pt x="333" y="2"/>
                    <a:pt x="324" y="7"/>
                  </a:cubicBezTo>
                  <a:cubicBezTo>
                    <a:pt x="255" y="43"/>
                    <a:pt x="186" y="92"/>
                    <a:pt x="102" y="128"/>
                  </a:cubicBezTo>
                  <a:lnTo>
                    <a:pt x="69" y="128"/>
                  </a:lnTo>
                  <a:cubicBezTo>
                    <a:pt x="53" y="144"/>
                    <a:pt x="37" y="161"/>
                    <a:pt x="1" y="161"/>
                  </a:cubicBezTo>
                  <a:lnTo>
                    <a:pt x="21" y="177"/>
                  </a:lnTo>
                  <a:cubicBezTo>
                    <a:pt x="37" y="177"/>
                    <a:pt x="69" y="161"/>
                    <a:pt x="85" y="144"/>
                  </a:cubicBezTo>
                  <a:cubicBezTo>
                    <a:pt x="85" y="144"/>
                    <a:pt x="102" y="144"/>
                    <a:pt x="122" y="128"/>
                  </a:cubicBezTo>
                  <a:cubicBezTo>
                    <a:pt x="186" y="92"/>
                    <a:pt x="255" y="60"/>
                    <a:pt x="324" y="27"/>
                  </a:cubicBezTo>
                  <a:cubicBezTo>
                    <a:pt x="340" y="17"/>
                    <a:pt x="360" y="12"/>
                    <a:pt x="381" y="12"/>
                  </a:cubicBezTo>
                  <a:cubicBezTo>
                    <a:pt x="401" y="12"/>
                    <a:pt x="423" y="17"/>
                    <a:pt x="441" y="27"/>
                  </a:cubicBezTo>
                  <a:cubicBezTo>
                    <a:pt x="415" y="13"/>
                    <a:pt x="383" y="0"/>
                    <a:pt x="355" y="0"/>
                  </a:cubicBezTo>
                  <a:close/>
                  <a:moveTo>
                    <a:pt x="441" y="27"/>
                  </a:moveTo>
                  <a:lnTo>
                    <a:pt x="441" y="27"/>
                  </a:lnTo>
                  <a:cubicBezTo>
                    <a:pt x="526" y="60"/>
                    <a:pt x="606" y="76"/>
                    <a:pt x="675" y="108"/>
                  </a:cubicBezTo>
                  <a:cubicBezTo>
                    <a:pt x="760" y="128"/>
                    <a:pt x="829" y="144"/>
                    <a:pt x="893" y="177"/>
                  </a:cubicBezTo>
                  <a:lnTo>
                    <a:pt x="946" y="177"/>
                  </a:lnTo>
                  <a:lnTo>
                    <a:pt x="930" y="161"/>
                  </a:lnTo>
                  <a:lnTo>
                    <a:pt x="893" y="161"/>
                  </a:lnTo>
                  <a:cubicBezTo>
                    <a:pt x="829" y="144"/>
                    <a:pt x="760" y="108"/>
                    <a:pt x="691" y="92"/>
                  </a:cubicBezTo>
                  <a:cubicBezTo>
                    <a:pt x="606" y="76"/>
                    <a:pt x="526" y="43"/>
                    <a:pt x="44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0"/>
            <p:cNvSpPr/>
            <p:nvPr/>
          </p:nvSpPr>
          <p:spPr>
            <a:xfrm>
              <a:off x="2510070" y="477849"/>
              <a:ext cx="30195" cy="11720"/>
            </a:xfrm>
            <a:custGeom>
              <a:rect b="b" l="l" r="r" t="t"/>
              <a:pathLst>
                <a:path extrusionOk="0" h="118" w="304">
                  <a:moveTo>
                    <a:pt x="1" y="1"/>
                  </a:moveTo>
                  <a:lnTo>
                    <a:pt x="17" y="17"/>
                  </a:lnTo>
                  <a:cubicBezTo>
                    <a:pt x="17" y="17"/>
                    <a:pt x="33" y="17"/>
                    <a:pt x="49" y="33"/>
                  </a:cubicBezTo>
                  <a:cubicBezTo>
                    <a:pt x="65" y="33"/>
                    <a:pt x="102" y="49"/>
                    <a:pt x="134" y="49"/>
                  </a:cubicBezTo>
                  <a:cubicBezTo>
                    <a:pt x="102" y="33"/>
                    <a:pt x="82" y="17"/>
                    <a:pt x="49" y="17"/>
                  </a:cubicBezTo>
                  <a:cubicBezTo>
                    <a:pt x="33" y="17"/>
                    <a:pt x="33" y="1"/>
                    <a:pt x="17" y="1"/>
                  </a:cubicBezTo>
                  <a:close/>
                  <a:moveTo>
                    <a:pt x="134" y="49"/>
                  </a:moveTo>
                  <a:cubicBezTo>
                    <a:pt x="150" y="65"/>
                    <a:pt x="166" y="65"/>
                    <a:pt x="183" y="85"/>
                  </a:cubicBezTo>
                  <a:cubicBezTo>
                    <a:pt x="219" y="85"/>
                    <a:pt x="251" y="102"/>
                    <a:pt x="284" y="118"/>
                  </a:cubicBezTo>
                  <a:lnTo>
                    <a:pt x="304" y="118"/>
                  </a:lnTo>
                  <a:lnTo>
                    <a:pt x="284" y="102"/>
                  </a:lnTo>
                  <a:cubicBezTo>
                    <a:pt x="251" y="102"/>
                    <a:pt x="219" y="85"/>
                    <a:pt x="183" y="65"/>
                  </a:cubicBezTo>
                  <a:cubicBezTo>
                    <a:pt x="166" y="49"/>
                    <a:pt x="150" y="49"/>
                    <a:pt x="134"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0"/>
            <p:cNvSpPr/>
            <p:nvPr/>
          </p:nvSpPr>
          <p:spPr>
            <a:xfrm>
              <a:off x="1755796" y="651568"/>
              <a:ext cx="190704" cy="117303"/>
            </a:xfrm>
            <a:custGeom>
              <a:rect b="b" l="l" r="r" t="t"/>
              <a:pathLst>
                <a:path extrusionOk="0" h="1181" w="1920">
                  <a:moveTo>
                    <a:pt x="1903" y="1"/>
                  </a:moveTo>
                  <a:cubicBezTo>
                    <a:pt x="1871" y="1"/>
                    <a:pt x="1854" y="17"/>
                    <a:pt x="1818" y="33"/>
                  </a:cubicBezTo>
                  <a:lnTo>
                    <a:pt x="1802" y="53"/>
                  </a:lnTo>
                  <a:cubicBezTo>
                    <a:pt x="1753" y="86"/>
                    <a:pt x="1701" y="118"/>
                    <a:pt x="1652" y="134"/>
                  </a:cubicBezTo>
                  <a:cubicBezTo>
                    <a:pt x="1584" y="187"/>
                    <a:pt x="1515" y="235"/>
                    <a:pt x="1434" y="288"/>
                  </a:cubicBezTo>
                  <a:cubicBezTo>
                    <a:pt x="1382" y="304"/>
                    <a:pt x="1333" y="336"/>
                    <a:pt x="1281" y="372"/>
                  </a:cubicBezTo>
                  <a:cubicBezTo>
                    <a:pt x="1249" y="389"/>
                    <a:pt x="1232" y="421"/>
                    <a:pt x="1196" y="437"/>
                  </a:cubicBezTo>
                  <a:cubicBezTo>
                    <a:pt x="1232" y="421"/>
                    <a:pt x="1265" y="405"/>
                    <a:pt x="1297" y="389"/>
                  </a:cubicBezTo>
                  <a:cubicBezTo>
                    <a:pt x="1350" y="356"/>
                    <a:pt x="1398" y="320"/>
                    <a:pt x="1450" y="288"/>
                  </a:cubicBezTo>
                  <a:cubicBezTo>
                    <a:pt x="1515" y="255"/>
                    <a:pt x="1584" y="203"/>
                    <a:pt x="1669" y="154"/>
                  </a:cubicBezTo>
                  <a:cubicBezTo>
                    <a:pt x="1701" y="118"/>
                    <a:pt x="1753" y="86"/>
                    <a:pt x="1802" y="70"/>
                  </a:cubicBezTo>
                  <a:cubicBezTo>
                    <a:pt x="1818" y="53"/>
                    <a:pt x="1818" y="53"/>
                    <a:pt x="1838" y="53"/>
                  </a:cubicBezTo>
                  <a:cubicBezTo>
                    <a:pt x="1854" y="33"/>
                    <a:pt x="1871" y="17"/>
                    <a:pt x="1903" y="17"/>
                  </a:cubicBezTo>
                  <a:lnTo>
                    <a:pt x="1919" y="17"/>
                  </a:lnTo>
                  <a:lnTo>
                    <a:pt x="1903" y="1"/>
                  </a:lnTo>
                  <a:close/>
                  <a:moveTo>
                    <a:pt x="1196" y="437"/>
                  </a:moveTo>
                  <a:cubicBezTo>
                    <a:pt x="1131" y="473"/>
                    <a:pt x="1079" y="506"/>
                    <a:pt x="1010" y="538"/>
                  </a:cubicBezTo>
                  <a:cubicBezTo>
                    <a:pt x="978" y="574"/>
                    <a:pt x="929" y="607"/>
                    <a:pt x="877" y="639"/>
                  </a:cubicBezTo>
                  <a:cubicBezTo>
                    <a:pt x="929" y="607"/>
                    <a:pt x="978" y="591"/>
                    <a:pt x="1030" y="558"/>
                  </a:cubicBezTo>
                  <a:cubicBezTo>
                    <a:pt x="1079" y="522"/>
                    <a:pt x="1148" y="490"/>
                    <a:pt x="1196" y="437"/>
                  </a:cubicBezTo>
                  <a:close/>
                  <a:moveTo>
                    <a:pt x="877" y="639"/>
                  </a:moveTo>
                  <a:cubicBezTo>
                    <a:pt x="675" y="760"/>
                    <a:pt x="457" y="894"/>
                    <a:pt x="255" y="1027"/>
                  </a:cubicBezTo>
                  <a:cubicBezTo>
                    <a:pt x="239" y="1043"/>
                    <a:pt x="202" y="1063"/>
                    <a:pt x="186" y="1079"/>
                  </a:cubicBezTo>
                  <a:cubicBezTo>
                    <a:pt x="222" y="1063"/>
                    <a:pt x="239" y="1043"/>
                    <a:pt x="271" y="1027"/>
                  </a:cubicBezTo>
                  <a:cubicBezTo>
                    <a:pt x="473" y="910"/>
                    <a:pt x="675" y="776"/>
                    <a:pt x="877" y="639"/>
                  </a:cubicBezTo>
                  <a:close/>
                  <a:moveTo>
                    <a:pt x="186" y="1079"/>
                  </a:moveTo>
                  <a:lnTo>
                    <a:pt x="186" y="1079"/>
                  </a:lnTo>
                  <a:cubicBezTo>
                    <a:pt x="138" y="1096"/>
                    <a:pt x="101" y="1128"/>
                    <a:pt x="53" y="1144"/>
                  </a:cubicBezTo>
                  <a:lnTo>
                    <a:pt x="53" y="1164"/>
                  </a:lnTo>
                  <a:cubicBezTo>
                    <a:pt x="101" y="1128"/>
                    <a:pt x="154" y="1112"/>
                    <a:pt x="186" y="1079"/>
                  </a:cubicBezTo>
                  <a:close/>
                  <a:moveTo>
                    <a:pt x="53" y="1164"/>
                  </a:moveTo>
                  <a:cubicBezTo>
                    <a:pt x="37" y="1164"/>
                    <a:pt x="20" y="1180"/>
                    <a:pt x="0" y="1180"/>
                  </a:cubicBezTo>
                  <a:cubicBezTo>
                    <a:pt x="20" y="1180"/>
                    <a:pt x="37" y="1180"/>
                    <a:pt x="53" y="11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0"/>
            <p:cNvSpPr/>
            <p:nvPr/>
          </p:nvSpPr>
          <p:spPr>
            <a:xfrm>
              <a:off x="2476399" y="566546"/>
              <a:ext cx="83930" cy="30195"/>
            </a:xfrm>
            <a:custGeom>
              <a:rect b="b" l="l" r="r" t="t"/>
              <a:pathLst>
                <a:path extrusionOk="0" h="304" w="845">
                  <a:moveTo>
                    <a:pt x="0" y="0"/>
                  </a:moveTo>
                  <a:lnTo>
                    <a:pt x="0" y="17"/>
                  </a:lnTo>
                  <a:cubicBezTo>
                    <a:pt x="37" y="33"/>
                    <a:pt x="69" y="49"/>
                    <a:pt x="101" y="49"/>
                  </a:cubicBezTo>
                  <a:cubicBezTo>
                    <a:pt x="69" y="33"/>
                    <a:pt x="37" y="17"/>
                    <a:pt x="0" y="0"/>
                  </a:cubicBezTo>
                  <a:close/>
                  <a:moveTo>
                    <a:pt x="101" y="49"/>
                  </a:moveTo>
                  <a:cubicBezTo>
                    <a:pt x="170" y="81"/>
                    <a:pt x="255" y="101"/>
                    <a:pt x="340" y="134"/>
                  </a:cubicBezTo>
                  <a:cubicBezTo>
                    <a:pt x="473" y="182"/>
                    <a:pt x="590" y="219"/>
                    <a:pt x="707" y="267"/>
                  </a:cubicBezTo>
                  <a:lnTo>
                    <a:pt x="744" y="267"/>
                  </a:lnTo>
                  <a:cubicBezTo>
                    <a:pt x="744" y="267"/>
                    <a:pt x="724" y="251"/>
                    <a:pt x="707" y="251"/>
                  </a:cubicBezTo>
                  <a:cubicBezTo>
                    <a:pt x="590" y="202"/>
                    <a:pt x="473" y="166"/>
                    <a:pt x="340" y="118"/>
                  </a:cubicBezTo>
                  <a:cubicBezTo>
                    <a:pt x="255" y="101"/>
                    <a:pt x="186" y="65"/>
                    <a:pt x="101" y="49"/>
                  </a:cubicBezTo>
                  <a:close/>
                  <a:moveTo>
                    <a:pt x="744" y="267"/>
                  </a:moveTo>
                  <a:lnTo>
                    <a:pt x="744" y="267"/>
                  </a:lnTo>
                  <a:cubicBezTo>
                    <a:pt x="776" y="283"/>
                    <a:pt x="808" y="303"/>
                    <a:pt x="845" y="303"/>
                  </a:cubicBezTo>
                  <a:lnTo>
                    <a:pt x="845" y="283"/>
                  </a:lnTo>
                  <a:cubicBezTo>
                    <a:pt x="808" y="283"/>
                    <a:pt x="776" y="283"/>
                    <a:pt x="744" y="2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0"/>
            <p:cNvSpPr/>
            <p:nvPr/>
          </p:nvSpPr>
          <p:spPr>
            <a:xfrm>
              <a:off x="2688657" y="516387"/>
              <a:ext cx="52245" cy="369191"/>
            </a:xfrm>
            <a:custGeom>
              <a:rect b="b" l="l" r="r" t="t"/>
              <a:pathLst>
                <a:path extrusionOk="0" h="3717" w="526">
                  <a:moveTo>
                    <a:pt x="21" y="0"/>
                  </a:moveTo>
                  <a:cubicBezTo>
                    <a:pt x="0" y="17"/>
                    <a:pt x="0" y="33"/>
                    <a:pt x="21" y="49"/>
                  </a:cubicBezTo>
                  <a:lnTo>
                    <a:pt x="21" y="134"/>
                  </a:lnTo>
                  <a:cubicBezTo>
                    <a:pt x="21" y="150"/>
                    <a:pt x="37" y="166"/>
                    <a:pt x="37" y="182"/>
                  </a:cubicBezTo>
                  <a:lnTo>
                    <a:pt x="37" y="235"/>
                  </a:lnTo>
                  <a:cubicBezTo>
                    <a:pt x="37" y="267"/>
                    <a:pt x="53" y="303"/>
                    <a:pt x="53" y="320"/>
                  </a:cubicBezTo>
                  <a:lnTo>
                    <a:pt x="53" y="352"/>
                  </a:lnTo>
                  <a:cubicBezTo>
                    <a:pt x="53" y="368"/>
                    <a:pt x="53" y="384"/>
                    <a:pt x="69" y="404"/>
                  </a:cubicBezTo>
                  <a:lnTo>
                    <a:pt x="69" y="352"/>
                  </a:lnTo>
                  <a:lnTo>
                    <a:pt x="69" y="320"/>
                  </a:lnTo>
                  <a:cubicBezTo>
                    <a:pt x="53" y="283"/>
                    <a:pt x="53" y="267"/>
                    <a:pt x="53" y="235"/>
                  </a:cubicBezTo>
                  <a:lnTo>
                    <a:pt x="53" y="182"/>
                  </a:lnTo>
                  <a:cubicBezTo>
                    <a:pt x="37" y="166"/>
                    <a:pt x="37" y="150"/>
                    <a:pt x="37" y="134"/>
                  </a:cubicBezTo>
                  <a:lnTo>
                    <a:pt x="37" y="49"/>
                  </a:lnTo>
                  <a:cubicBezTo>
                    <a:pt x="21" y="33"/>
                    <a:pt x="21" y="17"/>
                    <a:pt x="37" y="0"/>
                  </a:cubicBezTo>
                  <a:close/>
                  <a:moveTo>
                    <a:pt x="69" y="404"/>
                  </a:moveTo>
                  <a:lnTo>
                    <a:pt x="69" y="437"/>
                  </a:lnTo>
                  <a:cubicBezTo>
                    <a:pt x="69" y="469"/>
                    <a:pt x="69" y="505"/>
                    <a:pt x="85" y="538"/>
                  </a:cubicBezTo>
                  <a:lnTo>
                    <a:pt x="85" y="437"/>
                  </a:lnTo>
                  <a:cubicBezTo>
                    <a:pt x="85" y="421"/>
                    <a:pt x="69" y="404"/>
                    <a:pt x="69" y="404"/>
                  </a:cubicBezTo>
                  <a:close/>
                  <a:moveTo>
                    <a:pt x="85" y="538"/>
                  </a:moveTo>
                  <a:lnTo>
                    <a:pt x="85" y="623"/>
                  </a:lnTo>
                  <a:cubicBezTo>
                    <a:pt x="101" y="639"/>
                    <a:pt x="101" y="655"/>
                    <a:pt x="101" y="687"/>
                  </a:cubicBezTo>
                  <a:cubicBezTo>
                    <a:pt x="101" y="707"/>
                    <a:pt x="101" y="740"/>
                    <a:pt x="122" y="756"/>
                  </a:cubicBezTo>
                  <a:lnTo>
                    <a:pt x="122" y="687"/>
                  </a:lnTo>
                  <a:cubicBezTo>
                    <a:pt x="122" y="655"/>
                    <a:pt x="101" y="639"/>
                    <a:pt x="101" y="623"/>
                  </a:cubicBezTo>
                  <a:lnTo>
                    <a:pt x="85" y="538"/>
                  </a:lnTo>
                  <a:close/>
                  <a:moveTo>
                    <a:pt x="122" y="756"/>
                  </a:moveTo>
                  <a:lnTo>
                    <a:pt x="122" y="825"/>
                  </a:lnTo>
                  <a:cubicBezTo>
                    <a:pt x="122" y="857"/>
                    <a:pt x="138" y="909"/>
                    <a:pt x="138" y="942"/>
                  </a:cubicBezTo>
                  <a:cubicBezTo>
                    <a:pt x="138" y="974"/>
                    <a:pt x="154" y="1010"/>
                    <a:pt x="154" y="1043"/>
                  </a:cubicBezTo>
                  <a:cubicBezTo>
                    <a:pt x="154" y="1059"/>
                    <a:pt x="154" y="1091"/>
                    <a:pt x="170" y="1111"/>
                  </a:cubicBezTo>
                  <a:lnTo>
                    <a:pt x="170" y="1043"/>
                  </a:lnTo>
                  <a:cubicBezTo>
                    <a:pt x="170" y="1010"/>
                    <a:pt x="154" y="974"/>
                    <a:pt x="154" y="942"/>
                  </a:cubicBezTo>
                  <a:cubicBezTo>
                    <a:pt x="138" y="909"/>
                    <a:pt x="138" y="857"/>
                    <a:pt x="138" y="808"/>
                  </a:cubicBezTo>
                  <a:cubicBezTo>
                    <a:pt x="138" y="788"/>
                    <a:pt x="122" y="772"/>
                    <a:pt x="122" y="756"/>
                  </a:cubicBezTo>
                  <a:close/>
                  <a:moveTo>
                    <a:pt x="170" y="1111"/>
                  </a:moveTo>
                  <a:cubicBezTo>
                    <a:pt x="170" y="1160"/>
                    <a:pt x="186" y="1212"/>
                    <a:pt x="186" y="1261"/>
                  </a:cubicBezTo>
                  <a:lnTo>
                    <a:pt x="186" y="1313"/>
                  </a:lnTo>
                  <a:lnTo>
                    <a:pt x="186" y="1330"/>
                  </a:lnTo>
                  <a:cubicBezTo>
                    <a:pt x="202" y="1362"/>
                    <a:pt x="202" y="1394"/>
                    <a:pt x="202" y="1414"/>
                  </a:cubicBezTo>
                  <a:cubicBezTo>
                    <a:pt x="202" y="1447"/>
                    <a:pt x="223" y="1463"/>
                    <a:pt x="223" y="1495"/>
                  </a:cubicBezTo>
                  <a:lnTo>
                    <a:pt x="223" y="1414"/>
                  </a:lnTo>
                  <a:cubicBezTo>
                    <a:pt x="223" y="1394"/>
                    <a:pt x="202" y="1362"/>
                    <a:pt x="202" y="1330"/>
                  </a:cubicBezTo>
                  <a:lnTo>
                    <a:pt x="202" y="1293"/>
                  </a:lnTo>
                  <a:lnTo>
                    <a:pt x="202" y="1261"/>
                  </a:lnTo>
                  <a:cubicBezTo>
                    <a:pt x="186" y="1212"/>
                    <a:pt x="186" y="1160"/>
                    <a:pt x="170" y="1111"/>
                  </a:cubicBezTo>
                  <a:close/>
                  <a:moveTo>
                    <a:pt x="223" y="1495"/>
                  </a:moveTo>
                  <a:lnTo>
                    <a:pt x="223" y="1580"/>
                  </a:lnTo>
                  <a:cubicBezTo>
                    <a:pt x="239" y="1616"/>
                    <a:pt x="239" y="1632"/>
                    <a:pt x="239" y="1665"/>
                  </a:cubicBezTo>
                  <a:cubicBezTo>
                    <a:pt x="239" y="1697"/>
                    <a:pt x="255" y="1733"/>
                    <a:pt x="255" y="1766"/>
                  </a:cubicBezTo>
                  <a:lnTo>
                    <a:pt x="255" y="1818"/>
                  </a:lnTo>
                  <a:cubicBezTo>
                    <a:pt x="255" y="1834"/>
                    <a:pt x="271" y="1851"/>
                    <a:pt x="271" y="1867"/>
                  </a:cubicBezTo>
                  <a:lnTo>
                    <a:pt x="271" y="1818"/>
                  </a:lnTo>
                  <a:lnTo>
                    <a:pt x="271" y="1766"/>
                  </a:lnTo>
                  <a:cubicBezTo>
                    <a:pt x="255" y="1733"/>
                    <a:pt x="255" y="1697"/>
                    <a:pt x="255" y="1665"/>
                  </a:cubicBezTo>
                  <a:cubicBezTo>
                    <a:pt x="255" y="1632"/>
                    <a:pt x="239" y="1616"/>
                    <a:pt x="239" y="1580"/>
                  </a:cubicBezTo>
                  <a:cubicBezTo>
                    <a:pt x="239" y="1548"/>
                    <a:pt x="239" y="1531"/>
                    <a:pt x="223" y="1495"/>
                  </a:cubicBezTo>
                  <a:close/>
                  <a:moveTo>
                    <a:pt x="271" y="1867"/>
                  </a:moveTo>
                  <a:cubicBezTo>
                    <a:pt x="271" y="1899"/>
                    <a:pt x="271" y="1952"/>
                    <a:pt x="287" y="2000"/>
                  </a:cubicBezTo>
                  <a:cubicBezTo>
                    <a:pt x="287" y="2036"/>
                    <a:pt x="303" y="2069"/>
                    <a:pt x="303" y="2085"/>
                  </a:cubicBezTo>
                  <a:lnTo>
                    <a:pt x="303" y="2000"/>
                  </a:lnTo>
                  <a:cubicBezTo>
                    <a:pt x="287" y="1952"/>
                    <a:pt x="287" y="1899"/>
                    <a:pt x="271" y="1867"/>
                  </a:cubicBezTo>
                  <a:close/>
                  <a:moveTo>
                    <a:pt x="303" y="2085"/>
                  </a:moveTo>
                  <a:cubicBezTo>
                    <a:pt x="303" y="2121"/>
                    <a:pt x="303" y="2154"/>
                    <a:pt x="324" y="2186"/>
                  </a:cubicBezTo>
                  <a:cubicBezTo>
                    <a:pt x="324" y="2154"/>
                    <a:pt x="324" y="2121"/>
                    <a:pt x="303" y="2085"/>
                  </a:cubicBezTo>
                  <a:close/>
                  <a:moveTo>
                    <a:pt x="324" y="2186"/>
                  </a:moveTo>
                  <a:lnTo>
                    <a:pt x="324" y="2303"/>
                  </a:lnTo>
                  <a:cubicBezTo>
                    <a:pt x="340" y="2323"/>
                    <a:pt x="340" y="2339"/>
                    <a:pt x="340" y="2372"/>
                  </a:cubicBezTo>
                  <a:lnTo>
                    <a:pt x="340" y="2424"/>
                  </a:lnTo>
                  <a:cubicBezTo>
                    <a:pt x="356" y="2440"/>
                    <a:pt x="356" y="2473"/>
                    <a:pt x="356" y="2505"/>
                  </a:cubicBezTo>
                  <a:lnTo>
                    <a:pt x="356" y="2541"/>
                  </a:lnTo>
                  <a:cubicBezTo>
                    <a:pt x="372" y="2558"/>
                    <a:pt x="372" y="2574"/>
                    <a:pt x="372" y="2590"/>
                  </a:cubicBezTo>
                  <a:lnTo>
                    <a:pt x="372" y="2541"/>
                  </a:lnTo>
                  <a:lnTo>
                    <a:pt x="372" y="2505"/>
                  </a:lnTo>
                  <a:cubicBezTo>
                    <a:pt x="372" y="2473"/>
                    <a:pt x="356" y="2440"/>
                    <a:pt x="356" y="2404"/>
                  </a:cubicBezTo>
                  <a:lnTo>
                    <a:pt x="356" y="2372"/>
                  </a:lnTo>
                  <a:cubicBezTo>
                    <a:pt x="356" y="2339"/>
                    <a:pt x="340" y="2323"/>
                    <a:pt x="340" y="2303"/>
                  </a:cubicBezTo>
                  <a:cubicBezTo>
                    <a:pt x="340" y="2255"/>
                    <a:pt x="340" y="2222"/>
                    <a:pt x="324" y="2186"/>
                  </a:cubicBezTo>
                  <a:close/>
                  <a:moveTo>
                    <a:pt x="372" y="2590"/>
                  </a:moveTo>
                  <a:lnTo>
                    <a:pt x="372" y="2642"/>
                  </a:lnTo>
                  <a:cubicBezTo>
                    <a:pt x="372" y="2659"/>
                    <a:pt x="388" y="2675"/>
                    <a:pt x="388" y="2691"/>
                  </a:cubicBezTo>
                  <a:lnTo>
                    <a:pt x="388" y="2642"/>
                  </a:lnTo>
                  <a:cubicBezTo>
                    <a:pt x="388" y="2626"/>
                    <a:pt x="388" y="2606"/>
                    <a:pt x="372" y="2590"/>
                  </a:cubicBezTo>
                  <a:close/>
                  <a:moveTo>
                    <a:pt x="388" y="2691"/>
                  </a:moveTo>
                  <a:cubicBezTo>
                    <a:pt x="388" y="2743"/>
                    <a:pt x="388" y="2776"/>
                    <a:pt x="404" y="2828"/>
                  </a:cubicBezTo>
                  <a:cubicBezTo>
                    <a:pt x="404" y="2776"/>
                    <a:pt x="404" y="2727"/>
                    <a:pt x="388" y="2691"/>
                  </a:cubicBezTo>
                  <a:close/>
                  <a:moveTo>
                    <a:pt x="404" y="2828"/>
                  </a:moveTo>
                  <a:lnTo>
                    <a:pt x="404" y="2877"/>
                  </a:lnTo>
                  <a:cubicBezTo>
                    <a:pt x="404" y="2893"/>
                    <a:pt x="404" y="2909"/>
                    <a:pt x="425" y="2929"/>
                  </a:cubicBezTo>
                  <a:lnTo>
                    <a:pt x="425" y="2877"/>
                  </a:lnTo>
                  <a:cubicBezTo>
                    <a:pt x="425" y="2861"/>
                    <a:pt x="425" y="2844"/>
                    <a:pt x="404" y="2828"/>
                  </a:cubicBezTo>
                  <a:close/>
                  <a:moveTo>
                    <a:pt x="425" y="2929"/>
                  </a:moveTo>
                  <a:cubicBezTo>
                    <a:pt x="425" y="2978"/>
                    <a:pt x="425" y="3030"/>
                    <a:pt x="441" y="3063"/>
                  </a:cubicBezTo>
                  <a:lnTo>
                    <a:pt x="441" y="3131"/>
                  </a:lnTo>
                  <a:lnTo>
                    <a:pt x="441" y="3147"/>
                  </a:lnTo>
                  <a:cubicBezTo>
                    <a:pt x="441" y="3180"/>
                    <a:pt x="457" y="3212"/>
                    <a:pt x="457" y="3232"/>
                  </a:cubicBezTo>
                  <a:lnTo>
                    <a:pt x="457" y="3248"/>
                  </a:lnTo>
                  <a:lnTo>
                    <a:pt x="457" y="3265"/>
                  </a:lnTo>
                  <a:cubicBezTo>
                    <a:pt x="457" y="3297"/>
                    <a:pt x="473" y="3333"/>
                    <a:pt x="489" y="3366"/>
                  </a:cubicBezTo>
                  <a:cubicBezTo>
                    <a:pt x="505" y="3366"/>
                    <a:pt x="505" y="3382"/>
                    <a:pt x="505" y="3398"/>
                  </a:cubicBezTo>
                  <a:lnTo>
                    <a:pt x="505" y="3600"/>
                  </a:lnTo>
                  <a:lnTo>
                    <a:pt x="505" y="3701"/>
                  </a:lnTo>
                  <a:lnTo>
                    <a:pt x="505" y="3717"/>
                  </a:lnTo>
                  <a:lnTo>
                    <a:pt x="526" y="3701"/>
                  </a:lnTo>
                  <a:lnTo>
                    <a:pt x="526" y="3600"/>
                  </a:lnTo>
                  <a:lnTo>
                    <a:pt x="526" y="3398"/>
                  </a:lnTo>
                  <a:cubicBezTo>
                    <a:pt x="526" y="3382"/>
                    <a:pt x="526" y="3366"/>
                    <a:pt x="505" y="3349"/>
                  </a:cubicBezTo>
                  <a:cubicBezTo>
                    <a:pt x="489" y="3333"/>
                    <a:pt x="473" y="3297"/>
                    <a:pt x="473" y="3265"/>
                  </a:cubicBezTo>
                  <a:lnTo>
                    <a:pt x="473" y="3248"/>
                  </a:lnTo>
                  <a:lnTo>
                    <a:pt x="473" y="3232"/>
                  </a:lnTo>
                  <a:cubicBezTo>
                    <a:pt x="473" y="3196"/>
                    <a:pt x="457" y="3180"/>
                    <a:pt x="457" y="3147"/>
                  </a:cubicBezTo>
                  <a:lnTo>
                    <a:pt x="457" y="3131"/>
                  </a:lnTo>
                  <a:lnTo>
                    <a:pt x="457" y="3063"/>
                  </a:lnTo>
                  <a:cubicBezTo>
                    <a:pt x="441" y="3010"/>
                    <a:pt x="441" y="2978"/>
                    <a:pt x="425" y="29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0"/>
            <p:cNvSpPr/>
            <p:nvPr/>
          </p:nvSpPr>
          <p:spPr>
            <a:xfrm>
              <a:off x="2331186" y="434146"/>
              <a:ext cx="21752" cy="8542"/>
            </a:xfrm>
            <a:custGeom>
              <a:rect b="b" l="l" r="r" t="t"/>
              <a:pathLst>
                <a:path extrusionOk="0" h="86" w="219">
                  <a:moveTo>
                    <a:pt x="0" y="0"/>
                  </a:moveTo>
                  <a:cubicBezTo>
                    <a:pt x="49" y="21"/>
                    <a:pt x="85" y="37"/>
                    <a:pt x="133" y="53"/>
                  </a:cubicBezTo>
                  <a:cubicBezTo>
                    <a:pt x="101" y="37"/>
                    <a:pt x="49" y="21"/>
                    <a:pt x="0" y="0"/>
                  </a:cubicBezTo>
                  <a:close/>
                  <a:moveTo>
                    <a:pt x="133" y="53"/>
                  </a:moveTo>
                  <a:cubicBezTo>
                    <a:pt x="150" y="69"/>
                    <a:pt x="166" y="69"/>
                    <a:pt x="202" y="85"/>
                  </a:cubicBezTo>
                  <a:lnTo>
                    <a:pt x="218" y="85"/>
                  </a:lnTo>
                  <a:lnTo>
                    <a:pt x="202" y="69"/>
                  </a:lnTo>
                  <a:cubicBezTo>
                    <a:pt x="186" y="69"/>
                    <a:pt x="166" y="53"/>
                    <a:pt x="133"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0"/>
            <p:cNvSpPr/>
            <p:nvPr/>
          </p:nvSpPr>
          <p:spPr>
            <a:xfrm>
              <a:off x="1944712" y="724671"/>
              <a:ext cx="322707" cy="259636"/>
            </a:xfrm>
            <a:custGeom>
              <a:rect b="b" l="l" r="r" t="t"/>
              <a:pathLst>
                <a:path extrusionOk="0" h="2614" w="3249">
                  <a:moveTo>
                    <a:pt x="31" y="1"/>
                  </a:moveTo>
                  <a:cubicBezTo>
                    <a:pt x="19" y="1"/>
                    <a:pt x="9" y="5"/>
                    <a:pt x="1" y="24"/>
                  </a:cubicBezTo>
                  <a:lnTo>
                    <a:pt x="17" y="40"/>
                  </a:lnTo>
                  <a:lnTo>
                    <a:pt x="17" y="24"/>
                  </a:lnTo>
                  <a:cubicBezTo>
                    <a:pt x="27" y="14"/>
                    <a:pt x="32" y="9"/>
                    <a:pt x="37" y="9"/>
                  </a:cubicBezTo>
                  <a:cubicBezTo>
                    <a:pt x="41" y="9"/>
                    <a:pt x="45" y="14"/>
                    <a:pt x="53" y="24"/>
                  </a:cubicBezTo>
                  <a:lnTo>
                    <a:pt x="70" y="24"/>
                  </a:lnTo>
                  <a:cubicBezTo>
                    <a:pt x="102" y="24"/>
                    <a:pt x="138" y="40"/>
                    <a:pt x="171" y="40"/>
                  </a:cubicBezTo>
                  <a:cubicBezTo>
                    <a:pt x="187" y="57"/>
                    <a:pt x="203" y="57"/>
                    <a:pt x="219" y="57"/>
                  </a:cubicBezTo>
                  <a:cubicBezTo>
                    <a:pt x="320" y="89"/>
                    <a:pt x="421" y="105"/>
                    <a:pt x="522" y="141"/>
                  </a:cubicBezTo>
                  <a:cubicBezTo>
                    <a:pt x="575" y="158"/>
                    <a:pt x="623" y="174"/>
                    <a:pt x="676" y="174"/>
                  </a:cubicBezTo>
                  <a:cubicBezTo>
                    <a:pt x="623" y="158"/>
                    <a:pt x="575" y="141"/>
                    <a:pt x="542" y="125"/>
                  </a:cubicBezTo>
                  <a:cubicBezTo>
                    <a:pt x="441" y="105"/>
                    <a:pt x="340" y="73"/>
                    <a:pt x="239" y="40"/>
                  </a:cubicBezTo>
                  <a:lnTo>
                    <a:pt x="187" y="40"/>
                  </a:lnTo>
                  <a:cubicBezTo>
                    <a:pt x="138" y="24"/>
                    <a:pt x="102" y="4"/>
                    <a:pt x="70" y="4"/>
                  </a:cubicBezTo>
                  <a:cubicBezTo>
                    <a:pt x="54" y="4"/>
                    <a:pt x="42" y="1"/>
                    <a:pt x="31" y="1"/>
                  </a:cubicBezTo>
                  <a:close/>
                  <a:moveTo>
                    <a:pt x="17" y="40"/>
                  </a:moveTo>
                  <a:lnTo>
                    <a:pt x="17" y="73"/>
                  </a:lnTo>
                  <a:lnTo>
                    <a:pt x="17" y="327"/>
                  </a:lnTo>
                  <a:lnTo>
                    <a:pt x="17" y="360"/>
                  </a:lnTo>
                  <a:lnTo>
                    <a:pt x="17" y="461"/>
                  </a:lnTo>
                  <a:cubicBezTo>
                    <a:pt x="37" y="477"/>
                    <a:pt x="37" y="493"/>
                    <a:pt x="17" y="509"/>
                  </a:cubicBezTo>
                  <a:cubicBezTo>
                    <a:pt x="53" y="493"/>
                    <a:pt x="37" y="477"/>
                    <a:pt x="37" y="461"/>
                  </a:cubicBezTo>
                  <a:lnTo>
                    <a:pt x="37" y="444"/>
                  </a:lnTo>
                  <a:lnTo>
                    <a:pt x="37" y="360"/>
                  </a:lnTo>
                  <a:lnTo>
                    <a:pt x="37" y="327"/>
                  </a:lnTo>
                  <a:lnTo>
                    <a:pt x="37" y="73"/>
                  </a:lnTo>
                  <a:cubicBezTo>
                    <a:pt x="37" y="57"/>
                    <a:pt x="37" y="40"/>
                    <a:pt x="17" y="40"/>
                  </a:cubicBezTo>
                  <a:close/>
                  <a:moveTo>
                    <a:pt x="17" y="509"/>
                  </a:moveTo>
                  <a:cubicBezTo>
                    <a:pt x="1" y="509"/>
                    <a:pt x="17" y="529"/>
                    <a:pt x="17" y="529"/>
                  </a:cubicBezTo>
                  <a:cubicBezTo>
                    <a:pt x="37" y="562"/>
                    <a:pt x="37" y="610"/>
                    <a:pt x="17" y="646"/>
                  </a:cubicBezTo>
                  <a:lnTo>
                    <a:pt x="37" y="646"/>
                  </a:lnTo>
                  <a:lnTo>
                    <a:pt x="37" y="529"/>
                  </a:lnTo>
                  <a:lnTo>
                    <a:pt x="17" y="509"/>
                  </a:lnTo>
                  <a:close/>
                  <a:moveTo>
                    <a:pt x="676" y="174"/>
                  </a:moveTo>
                  <a:lnTo>
                    <a:pt x="676" y="174"/>
                  </a:lnTo>
                  <a:cubicBezTo>
                    <a:pt x="809" y="226"/>
                    <a:pt x="962" y="259"/>
                    <a:pt x="1096" y="291"/>
                  </a:cubicBezTo>
                  <a:cubicBezTo>
                    <a:pt x="1213" y="327"/>
                    <a:pt x="1314" y="360"/>
                    <a:pt x="1431" y="392"/>
                  </a:cubicBezTo>
                  <a:lnTo>
                    <a:pt x="1734" y="477"/>
                  </a:lnTo>
                  <a:cubicBezTo>
                    <a:pt x="1904" y="509"/>
                    <a:pt x="2057" y="562"/>
                    <a:pt x="2223" y="610"/>
                  </a:cubicBezTo>
                  <a:cubicBezTo>
                    <a:pt x="2425" y="663"/>
                    <a:pt x="2643" y="731"/>
                    <a:pt x="2845" y="780"/>
                  </a:cubicBezTo>
                  <a:cubicBezTo>
                    <a:pt x="2881" y="796"/>
                    <a:pt x="2914" y="796"/>
                    <a:pt x="2946" y="812"/>
                  </a:cubicBezTo>
                  <a:cubicBezTo>
                    <a:pt x="3015" y="832"/>
                    <a:pt x="3083" y="848"/>
                    <a:pt x="3148" y="865"/>
                  </a:cubicBezTo>
                  <a:lnTo>
                    <a:pt x="3184" y="865"/>
                  </a:lnTo>
                  <a:cubicBezTo>
                    <a:pt x="3184" y="865"/>
                    <a:pt x="3168" y="848"/>
                    <a:pt x="3148" y="848"/>
                  </a:cubicBezTo>
                  <a:cubicBezTo>
                    <a:pt x="3083" y="832"/>
                    <a:pt x="3015" y="812"/>
                    <a:pt x="2946" y="796"/>
                  </a:cubicBezTo>
                  <a:cubicBezTo>
                    <a:pt x="2914" y="780"/>
                    <a:pt x="2881" y="780"/>
                    <a:pt x="2845" y="764"/>
                  </a:cubicBezTo>
                  <a:cubicBezTo>
                    <a:pt x="2643" y="711"/>
                    <a:pt x="2425" y="646"/>
                    <a:pt x="2223" y="594"/>
                  </a:cubicBezTo>
                  <a:cubicBezTo>
                    <a:pt x="2057" y="545"/>
                    <a:pt x="1904" y="509"/>
                    <a:pt x="1734" y="461"/>
                  </a:cubicBezTo>
                  <a:lnTo>
                    <a:pt x="1431" y="376"/>
                  </a:lnTo>
                  <a:cubicBezTo>
                    <a:pt x="1314" y="343"/>
                    <a:pt x="1213" y="307"/>
                    <a:pt x="1112" y="291"/>
                  </a:cubicBezTo>
                  <a:cubicBezTo>
                    <a:pt x="962" y="242"/>
                    <a:pt x="809" y="206"/>
                    <a:pt x="676" y="174"/>
                  </a:cubicBezTo>
                  <a:close/>
                  <a:moveTo>
                    <a:pt x="3184" y="865"/>
                  </a:moveTo>
                  <a:cubicBezTo>
                    <a:pt x="3200" y="881"/>
                    <a:pt x="3217" y="881"/>
                    <a:pt x="3249" y="881"/>
                  </a:cubicBezTo>
                  <a:cubicBezTo>
                    <a:pt x="3233" y="881"/>
                    <a:pt x="3200" y="865"/>
                    <a:pt x="3184" y="865"/>
                  </a:cubicBezTo>
                  <a:close/>
                  <a:moveTo>
                    <a:pt x="17" y="646"/>
                  </a:moveTo>
                  <a:lnTo>
                    <a:pt x="17" y="663"/>
                  </a:lnTo>
                  <a:lnTo>
                    <a:pt x="17" y="747"/>
                  </a:lnTo>
                  <a:cubicBezTo>
                    <a:pt x="17" y="832"/>
                    <a:pt x="17" y="897"/>
                    <a:pt x="37" y="966"/>
                  </a:cubicBezTo>
                  <a:lnTo>
                    <a:pt x="37" y="747"/>
                  </a:lnTo>
                  <a:cubicBezTo>
                    <a:pt x="37" y="711"/>
                    <a:pt x="37" y="679"/>
                    <a:pt x="17" y="646"/>
                  </a:cubicBezTo>
                  <a:close/>
                  <a:moveTo>
                    <a:pt x="37" y="966"/>
                  </a:moveTo>
                  <a:lnTo>
                    <a:pt x="37" y="1099"/>
                  </a:lnTo>
                  <a:lnTo>
                    <a:pt x="37" y="1418"/>
                  </a:lnTo>
                  <a:lnTo>
                    <a:pt x="37" y="1539"/>
                  </a:lnTo>
                  <a:lnTo>
                    <a:pt x="37" y="1604"/>
                  </a:lnTo>
                  <a:lnTo>
                    <a:pt x="37" y="1689"/>
                  </a:lnTo>
                  <a:lnTo>
                    <a:pt x="37" y="1822"/>
                  </a:lnTo>
                  <a:lnTo>
                    <a:pt x="37" y="1992"/>
                  </a:lnTo>
                  <a:lnTo>
                    <a:pt x="37" y="2125"/>
                  </a:lnTo>
                  <a:lnTo>
                    <a:pt x="37" y="2363"/>
                  </a:lnTo>
                  <a:lnTo>
                    <a:pt x="37" y="2396"/>
                  </a:lnTo>
                  <a:cubicBezTo>
                    <a:pt x="53" y="2464"/>
                    <a:pt x="53" y="2529"/>
                    <a:pt x="53" y="2614"/>
                  </a:cubicBezTo>
                  <a:cubicBezTo>
                    <a:pt x="70" y="2529"/>
                    <a:pt x="53" y="2464"/>
                    <a:pt x="53" y="2396"/>
                  </a:cubicBezTo>
                  <a:lnTo>
                    <a:pt x="53" y="2347"/>
                  </a:lnTo>
                  <a:lnTo>
                    <a:pt x="53" y="2125"/>
                  </a:lnTo>
                  <a:lnTo>
                    <a:pt x="53" y="1992"/>
                  </a:lnTo>
                  <a:lnTo>
                    <a:pt x="53" y="1822"/>
                  </a:lnTo>
                  <a:lnTo>
                    <a:pt x="53" y="1689"/>
                  </a:lnTo>
                  <a:lnTo>
                    <a:pt x="53" y="1604"/>
                  </a:lnTo>
                  <a:lnTo>
                    <a:pt x="53" y="1539"/>
                  </a:lnTo>
                  <a:lnTo>
                    <a:pt x="53" y="1418"/>
                  </a:lnTo>
                  <a:lnTo>
                    <a:pt x="53" y="1099"/>
                  </a:lnTo>
                  <a:cubicBezTo>
                    <a:pt x="37" y="1067"/>
                    <a:pt x="37" y="1014"/>
                    <a:pt x="37" y="9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0"/>
            <p:cNvSpPr/>
            <p:nvPr/>
          </p:nvSpPr>
          <p:spPr>
            <a:xfrm>
              <a:off x="2392966" y="693285"/>
              <a:ext cx="77076" cy="23838"/>
            </a:xfrm>
            <a:custGeom>
              <a:rect b="b" l="l" r="r" t="t"/>
              <a:pathLst>
                <a:path extrusionOk="0" h="240" w="776">
                  <a:moveTo>
                    <a:pt x="0" y="1"/>
                  </a:moveTo>
                  <a:cubicBezTo>
                    <a:pt x="16" y="1"/>
                    <a:pt x="16" y="17"/>
                    <a:pt x="33" y="17"/>
                  </a:cubicBezTo>
                  <a:lnTo>
                    <a:pt x="49" y="17"/>
                  </a:lnTo>
                  <a:cubicBezTo>
                    <a:pt x="202" y="70"/>
                    <a:pt x="352" y="118"/>
                    <a:pt x="521" y="171"/>
                  </a:cubicBezTo>
                  <a:lnTo>
                    <a:pt x="707" y="219"/>
                  </a:lnTo>
                  <a:lnTo>
                    <a:pt x="521" y="154"/>
                  </a:lnTo>
                  <a:cubicBezTo>
                    <a:pt x="372" y="102"/>
                    <a:pt x="202" y="53"/>
                    <a:pt x="49" y="1"/>
                  </a:cubicBezTo>
                  <a:close/>
                  <a:moveTo>
                    <a:pt x="707" y="219"/>
                  </a:moveTo>
                  <a:cubicBezTo>
                    <a:pt x="723" y="239"/>
                    <a:pt x="740" y="239"/>
                    <a:pt x="740" y="239"/>
                  </a:cubicBezTo>
                  <a:lnTo>
                    <a:pt x="756" y="239"/>
                  </a:lnTo>
                  <a:lnTo>
                    <a:pt x="776" y="2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0"/>
            <p:cNvSpPr/>
            <p:nvPr/>
          </p:nvSpPr>
          <p:spPr>
            <a:xfrm>
              <a:off x="2327511" y="897596"/>
              <a:ext cx="32181" cy="83532"/>
            </a:xfrm>
            <a:custGeom>
              <a:rect b="b" l="l" r="r" t="t"/>
              <a:pathLst>
                <a:path extrusionOk="0" h="841" w="324">
                  <a:moveTo>
                    <a:pt x="21" y="0"/>
                  </a:moveTo>
                  <a:cubicBezTo>
                    <a:pt x="1" y="32"/>
                    <a:pt x="1" y="49"/>
                    <a:pt x="1" y="81"/>
                  </a:cubicBezTo>
                  <a:cubicBezTo>
                    <a:pt x="21" y="81"/>
                    <a:pt x="21" y="81"/>
                    <a:pt x="21" y="101"/>
                  </a:cubicBezTo>
                  <a:lnTo>
                    <a:pt x="21" y="65"/>
                  </a:lnTo>
                  <a:cubicBezTo>
                    <a:pt x="21" y="49"/>
                    <a:pt x="21" y="32"/>
                    <a:pt x="37" y="0"/>
                  </a:cubicBezTo>
                  <a:close/>
                  <a:moveTo>
                    <a:pt x="21" y="267"/>
                  </a:moveTo>
                  <a:lnTo>
                    <a:pt x="21" y="739"/>
                  </a:lnTo>
                  <a:cubicBezTo>
                    <a:pt x="21" y="772"/>
                    <a:pt x="37" y="788"/>
                    <a:pt x="53" y="788"/>
                  </a:cubicBezTo>
                  <a:cubicBezTo>
                    <a:pt x="102" y="788"/>
                    <a:pt x="154" y="808"/>
                    <a:pt x="187" y="824"/>
                  </a:cubicBezTo>
                  <a:cubicBezTo>
                    <a:pt x="223" y="824"/>
                    <a:pt x="239" y="824"/>
                    <a:pt x="271" y="840"/>
                  </a:cubicBezTo>
                  <a:lnTo>
                    <a:pt x="324" y="840"/>
                  </a:lnTo>
                  <a:cubicBezTo>
                    <a:pt x="304" y="824"/>
                    <a:pt x="288" y="824"/>
                    <a:pt x="271" y="824"/>
                  </a:cubicBezTo>
                  <a:cubicBezTo>
                    <a:pt x="255" y="824"/>
                    <a:pt x="223" y="808"/>
                    <a:pt x="187" y="808"/>
                  </a:cubicBezTo>
                  <a:cubicBezTo>
                    <a:pt x="154" y="788"/>
                    <a:pt x="102" y="788"/>
                    <a:pt x="69" y="772"/>
                  </a:cubicBezTo>
                  <a:cubicBezTo>
                    <a:pt x="37" y="772"/>
                    <a:pt x="37" y="756"/>
                    <a:pt x="37" y="739"/>
                  </a:cubicBezTo>
                  <a:cubicBezTo>
                    <a:pt x="37" y="570"/>
                    <a:pt x="37" y="404"/>
                    <a:pt x="21" y="2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0"/>
            <p:cNvSpPr/>
            <p:nvPr/>
          </p:nvSpPr>
          <p:spPr>
            <a:xfrm>
              <a:off x="1673952" y="383987"/>
              <a:ext cx="67044" cy="93961"/>
            </a:xfrm>
            <a:custGeom>
              <a:rect b="b" l="l" r="r" t="t"/>
              <a:pathLst>
                <a:path extrusionOk="0" h="946" w="675">
                  <a:moveTo>
                    <a:pt x="675" y="0"/>
                  </a:moveTo>
                  <a:cubicBezTo>
                    <a:pt x="606" y="37"/>
                    <a:pt x="558" y="69"/>
                    <a:pt x="521" y="122"/>
                  </a:cubicBezTo>
                  <a:cubicBezTo>
                    <a:pt x="574" y="85"/>
                    <a:pt x="622" y="53"/>
                    <a:pt x="675" y="21"/>
                  </a:cubicBezTo>
                  <a:lnTo>
                    <a:pt x="675" y="0"/>
                  </a:lnTo>
                  <a:close/>
                  <a:moveTo>
                    <a:pt x="521" y="122"/>
                  </a:moveTo>
                  <a:cubicBezTo>
                    <a:pt x="489" y="138"/>
                    <a:pt x="473" y="154"/>
                    <a:pt x="457" y="170"/>
                  </a:cubicBezTo>
                  <a:cubicBezTo>
                    <a:pt x="489" y="170"/>
                    <a:pt x="505" y="138"/>
                    <a:pt x="521" y="122"/>
                  </a:cubicBezTo>
                  <a:close/>
                  <a:moveTo>
                    <a:pt x="457" y="170"/>
                  </a:moveTo>
                  <a:cubicBezTo>
                    <a:pt x="388" y="223"/>
                    <a:pt x="303" y="287"/>
                    <a:pt x="238" y="340"/>
                  </a:cubicBezTo>
                  <a:cubicBezTo>
                    <a:pt x="170" y="388"/>
                    <a:pt x="117" y="441"/>
                    <a:pt x="53" y="489"/>
                  </a:cubicBezTo>
                  <a:cubicBezTo>
                    <a:pt x="16" y="526"/>
                    <a:pt x="0" y="558"/>
                    <a:pt x="0" y="590"/>
                  </a:cubicBezTo>
                  <a:lnTo>
                    <a:pt x="0" y="728"/>
                  </a:lnTo>
                  <a:lnTo>
                    <a:pt x="0" y="792"/>
                  </a:lnTo>
                  <a:lnTo>
                    <a:pt x="0" y="808"/>
                  </a:lnTo>
                  <a:lnTo>
                    <a:pt x="0" y="946"/>
                  </a:lnTo>
                  <a:lnTo>
                    <a:pt x="16" y="946"/>
                  </a:lnTo>
                  <a:cubicBezTo>
                    <a:pt x="0" y="893"/>
                    <a:pt x="16" y="861"/>
                    <a:pt x="16" y="808"/>
                  </a:cubicBezTo>
                  <a:lnTo>
                    <a:pt x="16" y="792"/>
                  </a:lnTo>
                  <a:lnTo>
                    <a:pt x="16" y="728"/>
                  </a:lnTo>
                  <a:lnTo>
                    <a:pt x="16" y="590"/>
                  </a:lnTo>
                  <a:cubicBezTo>
                    <a:pt x="16" y="558"/>
                    <a:pt x="37" y="526"/>
                    <a:pt x="53" y="505"/>
                  </a:cubicBezTo>
                  <a:cubicBezTo>
                    <a:pt x="117" y="457"/>
                    <a:pt x="186" y="404"/>
                    <a:pt x="255" y="356"/>
                  </a:cubicBezTo>
                  <a:cubicBezTo>
                    <a:pt x="319" y="287"/>
                    <a:pt x="388" y="239"/>
                    <a:pt x="457" y="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0"/>
            <p:cNvSpPr/>
            <p:nvPr/>
          </p:nvSpPr>
          <p:spPr>
            <a:xfrm>
              <a:off x="1948387" y="879122"/>
              <a:ext cx="208682" cy="51848"/>
            </a:xfrm>
            <a:custGeom>
              <a:rect b="b" l="l" r="r" t="t"/>
              <a:pathLst>
                <a:path extrusionOk="0" h="522" w="2101">
                  <a:moveTo>
                    <a:pt x="16" y="0"/>
                  </a:moveTo>
                  <a:lnTo>
                    <a:pt x="0" y="16"/>
                  </a:lnTo>
                  <a:lnTo>
                    <a:pt x="16" y="16"/>
                  </a:lnTo>
                  <a:cubicBezTo>
                    <a:pt x="49" y="16"/>
                    <a:pt x="81" y="33"/>
                    <a:pt x="134" y="33"/>
                  </a:cubicBezTo>
                  <a:lnTo>
                    <a:pt x="134" y="16"/>
                  </a:lnTo>
                  <a:cubicBezTo>
                    <a:pt x="101" y="16"/>
                    <a:pt x="49" y="0"/>
                    <a:pt x="16" y="0"/>
                  </a:cubicBezTo>
                  <a:close/>
                  <a:moveTo>
                    <a:pt x="134" y="33"/>
                  </a:moveTo>
                  <a:lnTo>
                    <a:pt x="134" y="33"/>
                  </a:lnTo>
                  <a:cubicBezTo>
                    <a:pt x="218" y="65"/>
                    <a:pt x="283" y="85"/>
                    <a:pt x="352" y="101"/>
                  </a:cubicBezTo>
                  <a:cubicBezTo>
                    <a:pt x="384" y="101"/>
                    <a:pt x="420" y="117"/>
                    <a:pt x="453" y="117"/>
                  </a:cubicBezTo>
                  <a:cubicBezTo>
                    <a:pt x="521" y="134"/>
                    <a:pt x="586" y="150"/>
                    <a:pt x="655" y="166"/>
                  </a:cubicBezTo>
                  <a:cubicBezTo>
                    <a:pt x="723" y="186"/>
                    <a:pt x="772" y="202"/>
                    <a:pt x="841" y="218"/>
                  </a:cubicBezTo>
                  <a:cubicBezTo>
                    <a:pt x="974" y="251"/>
                    <a:pt x="1091" y="287"/>
                    <a:pt x="1212" y="303"/>
                  </a:cubicBezTo>
                  <a:cubicBezTo>
                    <a:pt x="1091" y="267"/>
                    <a:pt x="974" y="235"/>
                    <a:pt x="841" y="202"/>
                  </a:cubicBezTo>
                  <a:cubicBezTo>
                    <a:pt x="772" y="186"/>
                    <a:pt x="723" y="166"/>
                    <a:pt x="655" y="150"/>
                  </a:cubicBezTo>
                  <a:cubicBezTo>
                    <a:pt x="586" y="134"/>
                    <a:pt x="521" y="117"/>
                    <a:pt x="453" y="101"/>
                  </a:cubicBezTo>
                  <a:cubicBezTo>
                    <a:pt x="420" y="101"/>
                    <a:pt x="384" y="85"/>
                    <a:pt x="368" y="85"/>
                  </a:cubicBezTo>
                  <a:cubicBezTo>
                    <a:pt x="283" y="65"/>
                    <a:pt x="218" y="49"/>
                    <a:pt x="134" y="33"/>
                  </a:cubicBezTo>
                  <a:close/>
                  <a:moveTo>
                    <a:pt x="1212" y="303"/>
                  </a:moveTo>
                  <a:cubicBezTo>
                    <a:pt x="1346" y="352"/>
                    <a:pt x="1495" y="388"/>
                    <a:pt x="1648" y="420"/>
                  </a:cubicBezTo>
                  <a:cubicBezTo>
                    <a:pt x="1697" y="437"/>
                    <a:pt x="1749" y="437"/>
                    <a:pt x="1798" y="453"/>
                  </a:cubicBezTo>
                  <a:cubicBezTo>
                    <a:pt x="1834" y="453"/>
                    <a:pt x="1850" y="469"/>
                    <a:pt x="1883" y="469"/>
                  </a:cubicBezTo>
                  <a:cubicBezTo>
                    <a:pt x="1867" y="453"/>
                    <a:pt x="1834" y="453"/>
                    <a:pt x="1798" y="437"/>
                  </a:cubicBezTo>
                  <a:cubicBezTo>
                    <a:pt x="1749" y="437"/>
                    <a:pt x="1697" y="420"/>
                    <a:pt x="1648" y="404"/>
                  </a:cubicBezTo>
                  <a:cubicBezTo>
                    <a:pt x="1495" y="368"/>
                    <a:pt x="1346" y="336"/>
                    <a:pt x="1212" y="303"/>
                  </a:cubicBezTo>
                  <a:close/>
                  <a:moveTo>
                    <a:pt x="1883" y="469"/>
                  </a:moveTo>
                  <a:lnTo>
                    <a:pt x="1883" y="469"/>
                  </a:lnTo>
                  <a:cubicBezTo>
                    <a:pt x="1951" y="489"/>
                    <a:pt x="2020" y="521"/>
                    <a:pt x="2085" y="521"/>
                  </a:cubicBezTo>
                  <a:lnTo>
                    <a:pt x="2101" y="521"/>
                  </a:lnTo>
                  <a:lnTo>
                    <a:pt x="2085" y="505"/>
                  </a:lnTo>
                  <a:cubicBezTo>
                    <a:pt x="2020" y="505"/>
                    <a:pt x="1951" y="489"/>
                    <a:pt x="1883" y="4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0"/>
            <p:cNvSpPr/>
            <p:nvPr/>
          </p:nvSpPr>
          <p:spPr>
            <a:xfrm>
              <a:off x="1689149" y="470995"/>
              <a:ext cx="28606" cy="21852"/>
            </a:xfrm>
            <a:custGeom>
              <a:rect b="b" l="l" r="r" t="t"/>
              <a:pathLst>
                <a:path extrusionOk="0" h="220" w="288">
                  <a:moveTo>
                    <a:pt x="267" y="1"/>
                  </a:moveTo>
                  <a:lnTo>
                    <a:pt x="1" y="219"/>
                  </a:lnTo>
                  <a:lnTo>
                    <a:pt x="287" y="17"/>
                  </a:lnTo>
                  <a:lnTo>
                    <a:pt x="2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0"/>
            <p:cNvSpPr/>
            <p:nvPr/>
          </p:nvSpPr>
          <p:spPr>
            <a:xfrm>
              <a:off x="2213982" y="927692"/>
              <a:ext cx="103596" cy="30195"/>
            </a:xfrm>
            <a:custGeom>
              <a:rect b="b" l="l" r="r" t="t"/>
              <a:pathLst>
                <a:path extrusionOk="0" h="304" w="1043">
                  <a:moveTo>
                    <a:pt x="1" y="0"/>
                  </a:moveTo>
                  <a:lnTo>
                    <a:pt x="1" y="16"/>
                  </a:lnTo>
                  <a:lnTo>
                    <a:pt x="154" y="49"/>
                  </a:lnTo>
                  <a:lnTo>
                    <a:pt x="1" y="0"/>
                  </a:lnTo>
                  <a:close/>
                  <a:moveTo>
                    <a:pt x="154" y="49"/>
                  </a:moveTo>
                  <a:lnTo>
                    <a:pt x="154" y="49"/>
                  </a:lnTo>
                  <a:cubicBezTo>
                    <a:pt x="271" y="81"/>
                    <a:pt x="405" y="133"/>
                    <a:pt x="522" y="166"/>
                  </a:cubicBezTo>
                  <a:cubicBezTo>
                    <a:pt x="558" y="166"/>
                    <a:pt x="590" y="182"/>
                    <a:pt x="623" y="182"/>
                  </a:cubicBezTo>
                  <a:cubicBezTo>
                    <a:pt x="590" y="166"/>
                    <a:pt x="558" y="166"/>
                    <a:pt x="522" y="150"/>
                  </a:cubicBezTo>
                  <a:cubicBezTo>
                    <a:pt x="405" y="117"/>
                    <a:pt x="287" y="81"/>
                    <a:pt x="154" y="49"/>
                  </a:cubicBezTo>
                  <a:close/>
                  <a:moveTo>
                    <a:pt x="623" y="182"/>
                  </a:moveTo>
                  <a:cubicBezTo>
                    <a:pt x="659" y="202"/>
                    <a:pt x="691" y="218"/>
                    <a:pt x="740" y="218"/>
                  </a:cubicBezTo>
                  <a:cubicBezTo>
                    <a:pt x="707" y="202"/>
                    <a:pt x="659" y="182"/>
                    <a:pt x="623" y="182"/>
                  </a:cubicBezTo>
                  <a:close/>
                  <a:moveTo>
                    <a:pt x="740" y="218"/>
                  </a:moveTo>
                  <a:cubicBezTo>
                    <a:pt x="760" y="234"/>
                    <a:pt x="776" y="234"/>
                    <a:pt x="792" y="234"/>
                  </a:cubicBezTo>
                  <a:cubicBezTo>
                    <a:pt x="776" y="218"/>
                    <a:pt x="760" y="218"/>
                    <a:pt x="740" y="218"/>
                  </a:cubicBezTo>
                  <a:close/>
                  <a:moveTo>
                    <a:pt x="792" y="234"/>
                  </a:moveTo>
                  <a:cubicBezTo>
                    <a:pt x="825" y="251"/>
                    <a:pt x="861" y="251"/>
                    <a:pt x="877" y="267"/>
                  </a:cubicBezTo>
                  <a:cubicBezTo>
                    <a:pt x="926" y="283"/>
                    <a:pt x="978" y="303"/>
                    <a:pt x="1010" y="303"/>
                  </a:cubicBezTo>
                  <a:lnTo>
                    <a:pt x="1043" y="303"/>
                  </a:lnTo>
                  <a:lnTo>
                    <a:pt x="1043" y="283"/>
                  </a:lnTo>
                  <a:lnTo>
                    <a:pt x="1010" y="283"/>
                  </a:lnTo>
                  <a:cubicBezTo>
                    <a:pt x="978" y="283"/>
                    <a:pt x="926" y="267"/>
                    <a:pt x="893" y="251"/>
                  </a:cubicBezTo>
                  <a:cubicBezTo>
                    <a:pt x="861" y="251"/>
                    <a:pt x="825" y="234"/>
                    <a:pt x="792" y="2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0"/>
            <p:cNvSpPr/>
            <p:nvPr/>
          </p:nvSpPr>
          <p:spPr>
            <a:xfrm>
              <a:off x="2593602" y="551250"/>
              <a:ext cx="88697" cy="20163"/>
            </a:xfrm>
            <a:custGeom>
              <a:rect b="b" l="l" r="r" t="t"/>
              <a:pathLst>
                <a:path extrusionOk="0" h="203" w="893">
                  <a:moveTo>
                    <a:pt x="218" y="53"/>
                  </a:moveTo>
                  <a:cubicBezTo>
                    <a:pt x="186" y="53"/>
                    <a:pt x="170" y="70"/>
                    <a:pt x="133" y="86"/>
                  </a:cubicBezTo>
                  <a:cubicBezTo>
                    <a:pt x="117" y="86"/>
                    <a:pt x="101" y="102"/>
                    <a:pt x="85" y="102"/>
                  </a:cubicBezTo>
                  <a:cubicBezTo>
                    <a:pt x="49" y="118"/>
                    <a:pt x="32" y="134"/>
                    <a:pt x="0" y="134"/>
                  </a:cubicBezTo>
                  <a:lnTo>
                    <a:pt x="0" y="154"/>
                  </a:lnTo>
                  <a:cubicBezTo>
                    <a:pt x="32" y="154"/>
                    <a:pt x="69" y="134"/>
                    <a:pt x="85" y="118"/>
                  </a:cubicBezTo>
                  <a:cubicBezTo>
                    <a:pt x="101" y="102"/>
                    <a:pt x="117" y="102"/>
                    <a:pt x="150" y="86"/>
                  </a:cubicBezTo>
                  <a:cubicBezTo>
                    <a:pt x="170" y="86"/>
                    <a:pt x="202" y="70"/>
                    <a:pt x="218" y="53"/>
                  </a:cubicBezTo>
                  <a:close/>
                  <a:moveTo>
                    <a:pt x="303" y="1"/>
                  </a:moveTo>
                  <a:cubicBezTo>
                    <a:pt x="271" y="17"/>
                    <a:pt x="234" y="33"/>
                    <a:pt x="218" y="53"/>
                  </a:cubicBezTo>
                  <a:cubicBezTo>
                    <a:pt x="251" y="53"/>
                    <a:pt x="287" y="33"/>
                    <a:pt x="303" y="17"/>
                  </a:cubicBezTo>
                  <a:cubicBezTo>
                    <a:pt x="335" y="17"/>
                    <a:pt x="352" y="17"/>
                    <a:pt x="388" y="33"/>
                  </a:cubicBezTo>
                  <a:lnTo>
                    <a:pt x="404" y="33"/>
                  </a:lnTo>
                  <a:cubicBezTo>
                    <a:pt x="521" y="86"/>
                    <a:pt x="655" y="134"/>
                    <a:pt x="792" y="187"/>
                  </a:cubicBezTo>
                  <a:lnTo>
                    <a:pt x="840" y="203"/>
                  </a:lnTo>
                  <a:lnTo>
                    <a:pt x="893" y="203"/>
                  </a:lnTo>
                  <a:lnTo>
                    <a:pt x="893" y="187"/>
                  </a:lnTo>
                  <a:cubicBezTo>
                    <a:pt x="885" y="195"/>
                    <a:pt x="876" y="199"/>
                    <a:pt x="867" y="199"/>
                  </a:cubicBezTo>
                  <a:cubicBezTo>
                    <a:pt x="857" y="199"/>
                    <a:pt x="848" y="195"/>
                    <a:pt x="840" y="187"/>
                  </a:cubicBezTo>
                  <a:lnTo>
                    <a:pt x="792" y="171"/>
                  </a:lnTo>
                  <a:cubicBezTo>
                    <a:pt x="675" y="118"/>
                    <a:pt x="537" y="70"/>
                    <a:pt x="404" y="17"/>
                  </a:cubicBezTo>
                  <a:lnTo>
                    <a:pt x="388" y="17"/>
                  </a:lnTo>
                  <a:cubicBezTo>
                    <a:pt x="372" y="1"/>
                    <a:pt x="335"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0"/>
            <p:cNvSpPr/>
            <p:nvPr/>
          </p:nvSpPr>
          <p:spPr>
            <a:xfrm>
              <a:off x="1762550" y="939313"/>
              <a:ext cx="47080" cy="20163"/>
            </a:xfrm>
            <a:custGeom>
              <a:rect b="b" l="l" r="r" t="t"/>
              <a:pathLst>
                <a:path extrusionOk="0" h="203" w="474">
                  <a:moveTo>
                    <a:pt x="457" y="0"/>
                  </a:moveTo>
                  <a:cubicBezTo>
                    <a:pt x="437" y="0"/>
                    <a:pt x="405" y="16"/>
                    <a:pt x="389" y="33"/>
                  </a:cubicBezTo>
                  <a:cubicBezTo>
                    <a:pt x="405" y="33"/>
                    <a:pt x="437" y="16"/>
                    <a:pt x="457" y="16"/>
                  </a:cubicBezTo>
                  <a:lnTo>
                    <a:pt x="474" y="16"/>
                  </a:lnTo>
                  <a:lnTo>
                    <a:pt x="457" y="0"/>
                  </a:lnTo>
                  <a:close/>
                  <a:moveTo>
                    <a:pt x="373" y="33"/>
                  </a:moveTo>
                  <a:cubicBezTo>
                    <a:pt x="336" y="49"/>
                    <a:pt x="304" y="65"/>
                    <a:pt x="288" y="65"/>
                  </a:cubicBezTo>
                  <a:cubicBezTo>
                    <a:pt x="255" y="85"/>
                    <a:pt x="219" y="101"/>
                    <a:pt x="171" y="117"/>
                  </a:cubicBezTo>
                  <a:cubicBezTo>
                    <a:pt x="134" y="134"/>
                    <a:pt x="102" y="150"/>
                    <a:pt x="86" y="166"/>
                  </a:cubicBezTo>
                  <a:cubicBezTo>
                    <a:pt x="118" y="166"/>
                    <a:pt x="154" y="150"/>
                    <a:pt x="187" y="134"/>
                  </a:cubicBezTo>
                  <a:cubicBezTo>
                    <a:pt x="219" y="117"/>
                    <a:pt x="255" y="101"/>
                    <a:pt x="288" y="85"/>
                  </a:cubicBezTo>
                  <a:cubicBezTo>
                    <a:pt x="320" y="65"/>
                    <a:pt x="336" y="65"/>
                    <a:pt x="373" y="49"/>
                  </a:cubicBezTo>
                  <a:cubicBezTo>
                    <a:pt x="373" y="49"/>
                    <a:pt x="389" y="49"/>
                    <a:pt x="389" y="33"/>
                  </a:cubicBezTo>
                  <a:close/>
                  <a:moveTo>
                    <a:pt x="86" y="166"/>
                  </a:moveTo>
                  <a:cubicBezTo>
                    <a:pt x="70" y="166"/>
                    <a:pt x="53" y="186"/>
                    <a:pt x="33" y="186"/>
                  </a:cubicBezTo>
                  <a:lnTo>
                    <a:pt x="17" y="186"/>
                  </a:lnTo>
                  <a:lnTo>
                    <a:pt x="1" y="202"/>
                  </a:lnTo>
                  <a:lnTo>
                    <a:pt x="33" y="202"/>
                  </a:lnTo>
                  <a:cubicBezTo>
                    <a:pt x="53" y="186"/>
                    <a:pt x="70" y="186"/>
                    <a:pt x="86"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0"/>
            <p:cNvSpPr/>
            <p:nvPr/>
          </p:nvSpPr>
          <p:spPr>
            <a:xfrm>
              <a:off x="2213982" y="949344"/>
              <a:ext cx="103596" cy="30195"/>
            </a:xfrm>
            <a:custGeom>
              <a:rect b="b" l="l" r="r" t="t"/>
              <a:pathLst>
                <a:path extrusionOk="0" h="304" w="1043">
                  <a:moveTo>
                    <a:pt x="1" y="0"/>
                  </a:moveTo>
                  <a:lnTo>
                    <a:pt x="1" y="16"/>
                  </a:lnTo>
                  <a:cubicBezTo>
                    <a:pt x="53" y="16"/>
                    <a:pt x="85" y="33"/>
                    <a:pt x="134" y="49"/>
                  </a:cubicBezTo>
                  <a:cubicBezTo>
                    <a:pt x="154" y="49"/>
                    <a:pt x="170" y="49"/>
                    <a:pt x="186" y="65"/>
                  </a:cubicBezTo>
                  <a:cubicBezTo>
                    <a:pt x="203" y="65"/>
                    <a:pt x="235" y="85"/>
                    <a:pt x="271" y="85"/>
                  </a:cubicBezTo>
                  <a:cubicBezTo>
                    <a:pt x="287" y="85"/>
                    <a:pt x="304" y="101"/>
                    <a:pt x="320" y="101"/>
                  </a:cubicBezTo>
                  <a:cubicBezTo>
                    <a:pt x="372" y="117"/>
                    <a:pt x="405" y="117"/>
                    <a:pt x="437" y="134"/>
                  </a:cubicBezTo>
                  <a:cubicBezTo>
                    <a:pt x="473" y="150"/>
                    <a:pt x="506" y="150"/>
                    <a:pt x="538" y="166"/>
                  </a:cubicBezTo>
                  <a:cubicBezTo>
                    <a:pt x="574" y="166"/>
                    <a:pt x="590" y="186"/>
                    <a:pt x="607" y="186"/>
                  </a:cubicBezTo>
                  <a:cubicBezTo>
                    <a:pt x="659" y="202"/>
                    <a:pt x="707" y="218"/>
                    <a:pt x="760" y="218"/>
                  </a:cubicBezTo>
                  <a:cubicBezTo>
                    <a:pt x="707" y="202"/>
                    <a:pt x="659" y="186"/>
                    <a:pt x="623" y="166"/>
                  </a:cubicBezTo>
                  <a:cubicBezTo>
                    <a:pt x="590" y="166"/>
                    <a:pt x="574" y="150"/>
                    <a:pt x="538" y="150"/>
                  </a:cubicBezTo>
                  <a:cubicBezTo>
                    <a:pt x="506" y="134"/>
                    <a:pt x="473" y="134"/>
                    <a:pt x="437" y="117"/>
                  </a:cubicBezTo>
                  <a:cubicBezTo>
                    <a:pt x="405" y="117"/>
                    <a:pt x="372" y="101"/>
                    <a:pt x="336" y="85"/>
                  </a:cubicBezTo>
                  <a:cubicBezTo>
                    <a:pt x="304" y="85"/>
                    <a:pt x="287" y="85"/>
                    <a:pt x="271" y="65"/>
                  </a:cubicBezTo>
                  <a:cubicBezTo>
                    <a:pt x="235" y="65"/>
                    <a:pt x="219" y="49"/>
                    <a:pt x="186" y="49"/>
                  </a:cubicBezTo>
                  <a:cubicBezTo>
                    <a:pt x="170" y="49"/>
                    <a:pt x="154" y="33"/>
                    <a:pt x="134" y="33"/>
                  </a:cubicBezTo>
                  <a:cubicBezTo>
                    <a:pt x="85" y="16"/>
                    <a:pt x="53" y="0"/>
                    <a:pt x="1" y="0"/>
                  </a:cubicBezTo>
                  <a:close/>
                  <a:moveTo>
                    <a:pt x="760" y="218"/>
                  </a:moveTo>
                  <a:lnTo>
                    <a:pt x="760" y="218"/>
                  </a:lnTo>
                  <a:cubicBezTo>
                    <a:pt x="825" y="251"/>
                    <a:pt x="909" y="267"/>
                    <a:pt x="978" y="287"/>
                  </a:cubicBezTo>
                  <a:cubicBezTo>
                    <a:pt x="994" y="303"/>
                    <a:pt x="1027" y="303"/>
                    <a:pt x="1043" y="303"/>
                  </a:cubicBezTo>
                  <a:lnTo>
                    <a:pt x="1043" y="287"/>
                  </a:lnTo>
                  <a:cubicBezTo>
                    <a:pt x="1027" y="287"/>
                    <a:pt x="994" y="287"/>
                    <a:pt x="978" y="267"/>
                  </a:cubicBezTo>
                  <a:cubicBezTo>
                    <a:pt x="909" y="251"/>
                    <a:pt x="825" y="235"/>
                    <a:pt x="760" y="2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0"/>
            <p:cNvSpPr/>
            <p:nvPr/>
          </p:nvSpPr>
          <p:spPr>
            <a:xfrm>
              <a:off x="2518115" y="499501"/>
              <a:ext cx="28606" cy="11720"/>
            </a:xfrm>
            <a:custGeom>
              <a:rect b="b" l="l" r="r" t="t"/>
              <a:pathLst>
                <a:path extrusionOk="0" h="118" w="288">
                  <a:moveTo>
                    <a:pt x="1" y="1"/>
                  </a:moveTo>
                  <a:lnTo>
                    <a:pt x="1" y="17"/>
                  </a:lnTo>
                  <a:cubicBezTo>
                    <a:pt x="37" y="33"/>
                    <a:pt x="69" y="33"/>
                    <a:pt x="102" y="49"/>
                  </a:cubicBezTo>
                  <a:cubicBezTo>
                    <a:pt x="154" y="69"/>
                    <a:pt x="203" y="86"/>
                    <a:pt x="255" y="118"/>
                  </a:cubicBezTo>
                  <a:lnTo>
                    <a:pt x="287" y="118"/>
                  </a:lnTo>
                  <a:lnTo>
                    <a:pt x="287" y="102"/>
                  </a:lnTo>
                  <a:lnTo>
                    <a:pt x="271" y="102"/>
                  </a:lnTo>
                  <a:cubicBezTo>
                    <a:pt x="203" y="86"/>
                    <a:pt x="154" y="69"/>
                    <a:pt x="102" y="33"/>
                  </a:cubicBezTo>
                  <a:cubicBezTo>
                    <a:pt x="69" y="33"/>
                    <a:pt x="3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0"/>
            <p:cNvSpPr/>
            <p:nvPr/>
          </p:nvSpPr>
          <p:spPr>
            <a:xfrm>
              <a:off x="1679117" y="511123"/>
              <a:ext cx="26619" cy="20163"/>
            </a:xfrm>
            <a:custGeom>
              <a:rect b="b" l="l" r="r" t="t"/>
              <a:pathLst>
                <a:path extrusionOk="0" h="203" w="268">
                  <a:moveTo>
                    <a:pt x="251" y="1"/>
                  </a:moveTo>
                  <a:lnTo>
                    <a:pt x="1" y="203"/>
                  </a:lnTo>
                  <a:lnTo>
                    <a:pt x="267" y="17"/>
                  </a:lnTo>
                  <a:lnTo>
                    <a:pt x="2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0"/>
            <p:cNvSpPr/>
            <p:nvPr/>
          </p:nvSpPr>
          <p:spPr>
            <a:xfrm>
              <a:off x="2504905" y="558103"/>
              <a:ext cx="28606" cy="10131"/>
            </a:xfrm>
            <a:custGeom>
              <a:rect b="b" l="l" r="r" t="t"/>
              <a:pathLst>
                <a:path extrusionOk="0" h="102" w="288">
                  <a:moveTo>
                    <a:pt x="0" y="1"/>
                  </a:moveTo>
                  <a:lnTo>
                    <a:pt x="53" y="33"/>
                  </a:lnTo>
                  <a:cubicBezTo>
                    <a:pt x="101" y="49"/>
                    <a:pt x="154" y="65"/>
                    <a:pt x="202" y="85"/>
                  </a:cubicBezTo>
                  <a:cubicBezTo>
                    <a:pt x="218" y="85"/>
                    <a:pt x="235" y="85"/>
                    <a:pt x="255" y="102"/>
                  </a:cubicBezTo>
                  <a:lnTo>
                    <a:pt x="287" y="102"/>
                  </a:lnTo>
                  <a:lnTo>
                    <a:pt x="287" y="85"/>
                  </a:lnTo>
                  <a:lnTo>
                    <a:pt x="255" y="85"/>
                  </a:lnTo>
                  <a:cubicBezTo>
                    <a:pt x="235" y="85"/>
                    <a:pt x="218" y="65"/>
                    <a:pt x="202" y="65"/>
                  </a:cubicBezTo>
                  <a:cubicBezTo>
                    <a:pt x="154" y="49"/>
                    <a:pt x="101" y="33"/>
                    <a:pt x="53" y="17"/>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0"/>
            <p:cNvSpPr/>
            <p:nvPr/>
          </p:nvSpPr>
          <p:spPr>
            <a:xfrm>
              <a:off x="2469943" y="476259"/>
              <a:ext cx="76778" cy="30195"/>
            </a:xfrm>
            <a:custGeom>
              <a:rect b="b" l="l" r="r" t="t"/>
              <a:pathLst>
                <a:path extrusionOk="0" h="304" w="773">
                  <a:moveTo>
                    <a:pt x="1" y="0"/>
                  </a:moveTo>
                  <a:lnTo>
                    <a:pt x="1" y="0"/>
                  </a:lnTo>
                  <a:cubicBezTo>
                    <a:pt x="82" y="33"/>
                    <a:pt x="150" y="65"/>
                    <a:pt x="235" y="101"/>
                  </a:cubicBezTo>
                  <a:cubicBezTo>
                    <a:pt x="284" y="118"/>
                    <a:pt x="320" y="134"/>
                    <a:pt x="368" y="150"/>
                  </a:cubicBezTo>
                  <a:lnTo>
                    <a:pt x="437" y="166"/>
                  </a:lnTo>
                  <a:lnTo>
                    <a:pt x="368" y="134"/>
                  </a:lnTo>
                  <a:cubicBezTo>
                    <a:pt x="336" y="118"/>
                    <a:pt x="284" y="101"/>
                    <a:pt x="235" y="81"/>
                  </a:cubicBezTo>
                  <a:cubicBezTo>
                    <a:pt x="166" y="49"/>
                    <a:pt x="82" y="17"/>
                    <a:pt x="1" y="0"/>
                  </a:cubicBezTo>
                  <a:close/>
                  <a:moveTo>
                    <a:pt x="437" y="166"/>
                  </a:moveTo>
                  <a:lnTo>
                    <a:pt x="437" y="166"/>
                  </a:lnTo>
                  <a:cubicBezTo>
                    <a:pt x="538" y="219"/>
                    <a:pt x="639" y="251"/>
                    <a:pt x="740" y="283"/>
                  </a:cubicBezTo>
                  <a:cubicBezTo>
                    <a:pt x="639" y="235"/>
                    <a:pt x="538" y="202"/>
                    <a:pt x="437" y="166"/>
                  </a:cubicBezTo>
                  <a:close/>
                  <a:moveTo>
                    <a:pt x="740" y="283"/>
                  </a:moveTo>
                  <a:lnTo>
                    <a:pt x="756" y="303"/>
                  </a:lnTo>
                  <a:lnTo>
                    <a:pt x="772" y="303"/>
                  </a:lnTo>
                  <a:lnTo>
                    <a:pt x="772" y="28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0"/>
            <p:cNvSpPr/>
            <p:nvPr/>
          </p:nvSpPr>
          <p:spPr>
            <a:xfrm>
              <a:off x="2219247" y="959376"/>
              <a:ext cx="78268" cy="21752"/>
            </a:xfrm>
            <a:custGeom>
              <a:rect b="b" l="l" r="r" t="t"/>
              <a:pathLst>
                <a:path extrusionOk="0" h="219" w="788">
                  <a:moveTo>
                    <a:pt x="0" y="0"/>
                  </a:moveTo>
                  <a:lnTo>
                    <a:pt x="0" y="16"/>
                  </a:lnTo>
                  <a:cubicBezTo>
                    <a:pt x="32" y="16"/>
                    <a:pt x="49" y="16"/>
                    <a:pt x="65" y="33"/>
                  </a:cubicBezTo>
                  <a:lnTo>
                    <a:pt x="117" y="33"/>
                  </a:lnTo>
                  <a:cubicBezTo>
                    <a:pt x="150" y="49"/>
                    <a:pt x="182" y="49"/>
                    <a:pt x="218" y="65"/>
                  </a:cubicBezTo>
                  <a:cubicBezTo>
                    <a:pt x="234" y="65"/>
                    <a:pt x="251" y="85"/>
                    <a:pt x="267" y="85"/>
                  </a:cubicBezTo>
                  <a:cubicBezTo>
                    <a:pt x="335" y="101"/>
                    <a:pt x="404" y="117"/>
                    <a:pt x="469" y="134"/>
                  </a:cubicBezTo>
                  <a:lnTo>
                    <a:pt x="521" y="150"/>
                  </a:lnTo>
                  <a:cubicBezTo>
                    <a:pt x="586" y="166"/>
                    <a:pt x="654" y="186"/>
                    <a:pt x="723" y="202"/>
                  </a:cubicBezTo>
                  <a:lnTo>
                    <a:pt x="772" y="218"/>
                  </a:lnTo>
                  <a:lnTo>
                    <a:pt x="788" y="218"/>
                  </a:lnTo>
                  <a:lnTo>
                    <a:pt x="788" y="202"/>
                  </a:lnTo>
                  <a:lnTo>
                    <a:pt x="723" y="186"/>
                  </a:lnTo>
                  <a:cubicBezTo>
                    <a:pt x="654" y="166"/>
                    <a:pt x="586" y="150"/>
                    <a:pt x="521" y="134"/>
                  </a:cubicBezTo>
                  <a:lnTo>
                    <a:pt x="469" y="117"/>
                  </a:lnTo>
                  <a:cubicBezTo>
                    <a:pt x="404" y="101"/>
                    <a:pt x="335" y="85"/>
                    <a:pt x="267" y="65"/>
                  </a:cubicBezTo>
                  <a:cubicBezTo>
                    <a:pt x="251" y="65"/>
                    <a:pt x="234" y="65"/>
                    <a:pt x="218" y="49"/>
                  </a:cubicBezTo>
                  <a:cubicBezTo>
                    <a:pt x="182" y="49"/>
                    <a:pt x="150" y="33"/>
                    <a:pt x="117" y="16"/>
                  </a:cubicBezTo>
                  <a:lnTo>
                    <a:pt x="81" y="16"/>
                  </a:lnTo>
                  <a:cubicBezTo>
                    <a:pt x="49" y="0"/>
                    <a:pt x="32"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0"/>
            <p:cNvSpPr/>
            <p:nvPr/>
          </p:nvSpPr>
          <p:spPr>
            <a:xfrm>
              <a:off x="1824430" y="855383"/>
              <a:ext cx="6853" cy="87207"/>
            </a:xfrm>
            <a:custGeom>
              <a:rect b="b" l="l" r="r" t="t"/>
              <a:pathLst>
                <a:path extrusionOk="0" h="878" w="69">
                  <a:moveTo>
                    <a:pt x="0" y="1"/>
                  </a:moveTo>
                  <a:lnTo>
                    <a:pt x="0" y="21"/>
                  </a:lnTo>
                  <a:cubicBezTo>
                    <a:pt x="36" y="37"/>
                    <a:pt x="53" y="70"/>
                    <a:pt x="53" y="86"/>
                  </a:cubicBezTo>
                  <a:cubicBezTo>
                    <a:pt x="36" y="138"/>
                    <a:pt x="36" y="171"/>
                    <a:pt x="53" y="203"/>
                  </a:cubicBezTo>
                  <a:cubicBezTo>
                    <a:pt x="53" y="171"/>
                    <a:pt x="53" y="138"/>
                    <a:pt x="69" y="102"/>
                  </a:cubicBezTo>
                  <a:cubicBezTo>
                    <a:pt x="69" y="54"/>
                    <a:pt x="53" y="37"/>
                    <a:pt x="0" y="1"/>
                  </a:cubicBezTo>
                  <a:close/>
                  <a:moveTo>
                    <a:pt x="53" y="255"/>
                  </a:moveTo>
                  <a:cubicBezTo>
                    <a:pt x="36" y="389"/>
                    <a:pt x="36" y="526"/>
                    <a:pt x="36" y="676"/>
                  </a:cubicBezTo>
                  <a:lnTo>
                    <a:pt x="36" y="829"/>
                  </a:lnTo>
                  <a:lnTo>
                    <a:pt x="53" y="676"/>
                  </a:lnTo>
                  <a:lnTo>
                    <a:pt x="53" y="255"/>
                  </a:lnTo>
                  <a:close/>
                  <a:moveTo>
                    <a:pt x="36" y="829"/>
                  </a:moveTo>
                  <a:cubicBezTo>
                    <a:pt x="36" y="845"/>
                    <a:pt x="16" y="861"/>
                    <a:pt x="36" y="878"/>
                  </a:cubicBezTo>
                  <a:lnTo>
                    <a:pt x="53" y="861"/>
                  </a:lnTo>
                  <a:cubicBezTo>
                    <a:pt x="36" y="845"/>
                    <a:pt x="36" y="845"/>
                    <a:pt x="36" y="8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0"/>
            <p:cNvSpPr/>
            <p:nvPr/>
          </p:nvSpPr>
          <p:spPr>
            <a:xfrm>
              <a:off x="1667496" y="793603"/>
              <a:ext cx="65058" cy="38637"/>
            </a:xfrm>
            <a:custGeom>
              <a:rect b="b" l="l" r="r" t="t"/>
              <a:pathLst>
                <a:path extrusionOk="0" h="389" w="655">
                  <a:moveTo>
                    <a:pt x="655" y="1"/>
                  </a:moveTo>
                  <a:cubicBezTo>
                    <a:pt x="623" y="1"/>
                    <a:pt x="606" y="17"/>
                    <a:pt x="570" y="37"/>
                  </a:cubicBezTo>
                  <a:lnTo>
                    <a:pt x="554" y="37"/>
                  </a:lnTo>
                  <a:cubicBezTo>
                    <a:pt x="469" y="102"/>
                    <a:pt x="368" y="154"/>
                    <a:pt x="283" y="203"/>
                  </a:cubicBezTo>
                  <a:cubicBezTo>
                    <a:pt x="203" y="255"/>
                    <a:pt x="134" y="288"/>
                    <a:pt x="65" y="340"/>
                  </a:cubicBezTo>
                  <a:cubicBezTo>
                    <a:pt x="134" y="304"/>
                    <a:pt x="219" y="255"/>
                    <a:pt x="283" y="219"/>
                  </a:cubicBezTo>
                  <a:cubicBezTo>
                    <a:pt x="384" y="171"/>
                    <a:pt x="469" y="102"/>
                    <a:pt x="570" y="53"/>
                  </a:cubicBezTo>
                  <a:lnTo>
                    <a:pt x="586" y="37"/>
                  </a:lnTo>
                  <a:cubicBezTo>
                    <a:pt x="606" y="17"/>
                    <a:pt x="623" y="17"/>
                    <a:pt x="655" y="17"/>
                  </a:cubicBezTo>
                  <a:lnTo>
                    <a:pt x="655" y="1"/>
                  </a:lnTo>
                  <a:close/>
                  <a:moveTo>
                    <a:pt x="65" y="340"/>
                  </a:moveTo>
                  <a:cubicBezTo>
                    <a:pt x="49" y="340"/>
                    <a:pt x="49" y="340"/>
                    <a:pt x="33" y="356"/>
                  </a:cubicBezTo>
                  <a:cubicBezTo>
                    <a:pt x="17" y="356"/>
                    <a:pt x="17" y="373"/>
                    <a:pt x="1" y="373"/>
                  </a:cubicBezTo>
                  <a:lnTo>
                    <a:pt x="1" y="389"/>
                  </a:lnTo>
                  <a:cubicBezTo>
                    <a:pt x="17" y="373"/>
                    <a:pt x="33" y="373"/>
                    <a:pt x="49" y="356"/>
                  </a:cubicBezTo>
                  <a:lnTo>
                    <a:pt x="65" y="34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0"/>
            <p:cNvSpPr/>
            <p:nvPr/>
          </p:nvSpPr>
          <p:spPr>
            <a:xfrm>
              <a:off x="1941534" y="191793"/>
              <a:ext cx="799368" cy="324693"/>
            </a:xfrm>
            <a:custGeom>
              <a:rect b="b" l="l" r="r" t="t"/>
              <a:pathLst>
                <a:path extrusionOk="0" h="3269" w="8048">
                  <a:moveTo>
                    <a:pt x="1" y="0"/>
                  </a:moveTo>
                  <a:lnTo>
                    <a:pt x="1" y="17"/>
                  </a:lnTo>
                  <a:cubicBezTo>
                    <a:pt x="49" y="17"/>
                    <a:pt x="69" y="17"/>
                    <a:pt x="102" y="37"/>
                  </a:cubicBezTo>
                  <a:cubicBezTo>
                    <a:pt x="118" y="53"/>
                    <a:pt x="134" y="53"/>
                    <a:pt x="134" y="53"/>
                  </a:cubicBezTo>
                  <a:cubicBezTo>
                    <a:pt x="287" y="101"/>
                    <a:pt x="421" y="170"/>
                    <a:pt x="554" y="219"/>
                  </a:cubicBezTo>
                  <a:lnTo>
                    <a:pt x="675" y="271"/>
                  </a:lnTo>
                  <a:cubicBezTo>
                    <a:pt x="776" y="303"/>
                    <a:pt x="893" y="356"/>
                    <a:pt x="994" y="404"/>
                  </a:cubicBezTo>
                  <a:lnTo>
                    <a:pt x="1128" y="457"/>
                  </a:lnTo>
                  <a:cubicBezTo>
                    <a:pt x="1245" y="505"/>
                    <a:pt x="1346" y="542"/>
                    <a:pt x="1463" y="590"/>
                  </a:cubicBezTo>
                  <a:cubicBezTo>
                    <a:pt x="1532" y="622"/>
                    <a:pt x="1600" y="643"/>
                    <a:pt x="1665" y="675"/>
                  </a:cubicBezTo>
                  <a:cubicBezTo>
                    <a:pt x="1835" y="744"/>
                    <a:pt x="2020" y="808"/>
                    <a:pt x="2206" y="893"/>
                  </a:cubicBezTo>
                  <a:cubicBezTo>
                    <a:pt x="2372" y="962"/>
                    <a:pt x="2542" y="1026"/>
                    <a:pt x="2711" y="1095"/>
                  </a:cubicBezTo>
                  <a:cubicBezTo>
                    <a:pt x="2796" y="1127"/>
                    <a:pt x="2861" y="1164"/>
                    <a:pt x="2929" y="1180"/>
                  </a:cubicBezTo>
                  <a:cubicBezTo>
                    <a:pt x="3131" y="1265"/>
                    <a:pt x="3333" y="1350"/>
                    <a:pt x="3535" y="1414"/>
                  </a:cubicBezTo>
                  <a:cubicBezTo>
                    <a:pt x="3333" y="1329"/>
                    <a:pt x="3131" y="1249"/>
                    <a:pt x="2946" y="1180"/>
                  </a:cubicBezTo>
                  <a:cubicBezTo>
                    <a:pt x="2861" y="1148"/>
                    <a:pt x="2796" y="1111"/>
                    <a:pt x="2711" y="1079"/>
                  </a:cubicBezTo>
                  <a:cubicBezTo>
                    <a:pt x="2542" y="1010"/>
                    <a:pt x="2372" y="946"/>
                    <a:pt x="2206" y="877"/>
                  </a:cubicBezTo>
                  <a:cubicBezTo>
                    <a:pt x="2020" y="808"/>
                    <a:pt x="1851" y="723"/>
                    <a:pt x="1685" y="659"/>
                  </a:cubicBezTo>
                  <a:cubicBezTo>
                    <a:pt x="1616" y="643"/>
                    <a:pt x="1532" y="606"/>
                    <a:pt x="1463" y="574"/>
                  </a:cubicBezTo>
                  <a:cubicBezTo>
                    <a:pt x="1362" y="542"/>
                    <a:pt x="1245" y="489"/>
                    <a:pt x="1128" y="441"/>
                  </a:cubicBezTo>
                  <a:lnTo>
                    <a:pt x="1011" y="388"/>
                  </a:lnTo>
                  <a:cubicBezTo>
                    <a:pt x="893" y="340"/>
                    <a:pt x="776" y="303"/>
                    <a:pt x="675" y="255"/>
                  </a:cubicBezTo>
                  <a:lnTo>
                    <a:pt x="574" y="202"/>
                  </a:lnTo>
                  <a:cubicBezTo>
                    <a:pt x="421" y="154"/>
                    <a:pt x="287" y="101"/>
                    <a:pt x="134" y="37"/>
                  </a:cubicBezTo>
                  <a:lnTo>
                    <a:pt x="118" y="37"/>
                  </a:lnTo>
                  <a:cubicBezTo>
                    <a:pt x="85" y="17"/>
                    <a:pt x="49" y="0"/>
                    <a:pt x="1" y="0"/>
                  </a:cubicBezTo>
                  <a:close/>
                  <a:moveTo>
                    <a:pt x="3535" y="1414"/>
                  </a:moveTo>
                  <a:lnTo>
                    <a:pt x="3636" y="1467"/>
                  </a:lnTo>
                  <a:cubicBezTo>
                    <a:pt x="3737" y="1499"/>
                    <a:pt x="3838" y="1552"/>
                    <a:pt x="3939" y="1584"/>
                  </a:cubicBezTo>
                  <a:cubicBezTo>
                    <a:pt x="4008" y="1616"/>
                    <a:pt x="4056" y="1632"/>
                    <a:pt x="4109" y="1669"/>
                  </a:cubicBezTo>
                  <a:cubicBezTo>
                    <a:pt x="4226" y="1701"/>
                    <a:pt x="4327" y="1754"/>
                    <a:pt x="4428" y="1786"/>
                  </a:cubicBezTo>
                  <a:cubicBezTo>
                    <a:pt x="4327" y="1733"/>
                    <a:pt x="4226" y="1701"/>
                    <a:pt x="4125" y="1653"/>
                  </a:cubicBezTo>
                  <a:cubicBezTo>
                    <a:pt x="4056" y="1632"/>
                    <a:pt x="4008" y="1600"/>
                    <a:pt x="3955" y="1584"/>
                  </a:cubicBezTo>
                  <a:cubicBezTo>
                    <a:pt x="3854" y="1531"/>
                    <a:pt x="3737" y="1499"/>
                    <a:pt x="3636" y="1451"/>
                  </a:cubicBezTo>
                  <a:lnTo>
                    <a:pt x="3535" y="1414"/>
                  </a:lnTo>
                  <a:close/>
                  <a:moveTo>
                    <a:pt x="4428" y="1786"/>
                  </a:moveTo>
                  <a:lnTo>
                    <a:pt x="4428" y="1786"/>
                  </a:lnTo>
                  <a:cubicBezTo>
                    <a:pt x="4513" y="1818"/>
                    <a:pt x="4594" y="1855"/>
                    <a:pt x="4679" y="1887"/>
                  </a:cubicBezTo>
                  <a:cubicBezTo>
                    <a:pt x="4715" y="1903"/>
                    <a:pt x="4747" y="1919"/>
                    <a:pt x="4780" y="1919"/>
                  </a:cubicBezTo>
                  <a:cubicBezTo>
                    <a:pt x="4747" y="1903"/>
                    <a:pt x="4715" y="1887"/>
                    <a:pt x="4695" y="1887"/>
                  </a:cubicBezTo>
                  <a:cubicBezTo>
                    <a:pt x="4614" y="1855"/>
                    <a:pt x="4529" y="1818"/>
                    <a:pt x="4428" y="1786"/>
                  </a:cubicBezTo>
                  <a:close/>
                  <a:moveTo>
                    <a:pt x="4780" y="1919"/>
                  </a:moveTo>
                  <a:cubicBezTo>
                    <a:pt x="4832" y="1956"/>
                    <a:pt x="4897" y="1972"/>
                    <a:pt x="4949" y="2004"/>
                  </a:cubicBezTo>
                  <a:cubicBezTo>
                    <a:pt x="5034" y="2036"/>
                    <a:pt x="5135" y="2073"/>
                    <a:pt x="5220" y="2105"/>
                  </a:cubicBezTo>
                  <a:cubicBezTo>
                    <a:pt x="5337" y="2158"/>
                    <a:pt x="5454" y="2206"/>
                    <a:pt x="5555" y="2238"/>
                  </a:cubicBezTo>
                  <a:cubicBezTo>
                    <a:pt x="5624" y="2275"/>
                    <a:pt x="5688" y="2291"/>
                    <a:pt x="5757" y="2323"/>
                  </a:cubicBezTo>
                  <a:cubicBezTo>
                    <a:pt x="5858" y="2376"/>
                    <a:pt x="5959" y="2408"/>
                    <a:pt x="6076" y="2461"/>
                  </a:cubicBezTo>
                  <a:cubicBezTo>
                    <a:pt x="6177" y="2493"/>
                    <a:pt x="6294" y="2541"/>
                    <a:pt x="6395" y="2578"/>
                  </a:cubicBezTo>
                  <a:cubicBezTo>
                    <a:pt x="6533" y="2626"/>
                    <a:pt x="6650" y="2679"/>
                    <a:pt x="6767" y="2727"/>
                  </a:cubicBezTo>
                  <a:cubicBezTo>
                    <a:pt x="6852" y="2764"/>
                    <a:pt x="6917" y="2796"/>
                    <a:pt x="7001" y="2828"/>
                  </a:cubicBezTo>
                  <a:lnTo>
                    <a:pt x="7086" y="2864"/>
                  </a:lnTo>
                  <a:cubicBezTo>
                    <a:pt x="7203" y="2913"/>
                    <a:pt x="7320" y="2965"/>
                    <a:pt x="7442" y="3014"/>
                  </a:cubicBezTo>
                  <a:cubicBezTo>
                    <a:pt x="7607" y="3083"/>
                    <a:pt x="7793" y="3147"/>
                    <a:pt x="8011" y="3232"/>
                  </a:cubicBezTo>
                  <a:cubicBezTo>
                    <a:pt x="8027" y="3232"/>
                    <a:pt x="8027" y="3248"/>
                    <a:pt x="8027" y="3268"/>
                  </a:cubicBezTo>
                  <a:lnTo>
                    <a:pt x="8048" y="3268"/>
                  </a:lnTo>
                  <a:cubicBezTo>
                    <a:pt x="8048" y="3248"/>
                    <a:pt x="8048" y="3232"/>
                    <a:pt x="8011" y="3216"/>
                  </a:cubicBezTo>
                  <a:cubicBezTo>
                    <a:pt x="7793" y="3131"/>
                    <a:pt x="7623" y="3066"/>
                    <a:pt x="7442" y="2998"/>
                  </a:cubicBezTo>
                  <a:cubicBezTo>
                    <a:pt x="7320" y="2945"/>
                    <a:pt x="7203" y="2897"/>
                    <a:pt x="7086" y="2844"/>
                  </a:cubicBezTo>
                  <a:lnTo>
                    <a:pt x="7001" y="2812"/>
                  </a:lnTo>
                  <a:cubicBezTo>
                    <a:pt x="6917" y="2780"/>
                    <a:pt x="6852" y="2743"/>
                    <a:pt x="6783" y="2727"/>
                  </a:cubicBezTo>
                  <a:cubicBezTo>
                    <a:pt x="6650" y="2679"/>
                    <a:pt x="6533" y="2626"/>
                    <a:pt x="6412" y="2578"/>
                  </a:cubicBezTo>
                  <a:cubicBezTo>
                    <a:pt x="6294" y="2525"/>
                    <a:pt x="6177" y="2477"/>
                    <a:pt x="6076" y="2440"/>
                  </a:cubicBezTo>
                  <a:cubicBezTo>
                    <a:pt x="5975" y="2392"/>
                    <a:pt x="5874" y="2360"/>
                    <a:pt x="5773" y="2307"/>
                  </a:cubicBezTo>
                  <a:cubicBezTo>
                    <a:pt x="5688" y="2291"/>
                    <a:pt x="5624" y="2259"/>
                    <a:pt x="5555" y="2222"/>
                  </a:cubicBezTo>
                  <a:cubicBezTo>
                    <a:pt x="5454" y="2190"/>
                    <a:pt x="5337" y="2137"/>
                    <a:pt x="5236" y="2089"/>
                  </a:cubicBezTo>
                  <a:cubicBezTo>
                    <a:pt x="5135" y="2057"/>
                    <a:pt x="5050" y="2020"/>
                    <a:pt x="4949" y="1988"/>
                  </a:cubicBezTo>
                  <a:cubicBezTo>
                    <a:pt x="4897" y="1972"/>
                    <a:pt x="4832" y="1935"/>
                    <a:pt x="4780" y="19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0"/>
            <p:cNvSpPr/>
            <p:nvPr/>
          </p:nvSpPr>
          <p:spPr>
            <a:xfrm>
              <a:off x="1692327" y="496323"/>
              <a:ext cx="27016" cy="20163"/>
            </a:xfrm>
            <a:custGeom>
              <a:rect b="b" l="l" r="r" t="t"/>
              <a:pathLst>
                <a:path extrusionOk="0" h="203" w="272">
                  <a:moveTo>
                    <a:pt x="255" y="0"/>
                  </a:moveTo>
                  <a:lnTo>
                    <a:pt x="1" y="182"/>
                  </a:lnTo>
                  <a:lnTo>
                    <a:pt x="1" y="202"/>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0"/>
            <p:cNvSpPr/>
            <p:nvPr/>
          </p:nvSpPr>
          <p:spPr>
            <a:xfrm>
              <a:off x="1667496" y="767182"/>
              <a:ext cx="66746" cy="38240"/>
            </a:xfrm>
            <a:custGeom>
              <a:rect b="b" l="l" r="r" t="t"/>
              <a:pathLst>
                <a:path extrusionOk="0" h="385" w="672">
                  <a:moveTo>
                    <a:pt x="655" y="0"/>
                  </a:moveTo>
                  <a:cubicBezTo>
                    <a:pt x="639" y="0"/>
                    <a:pt x="623" y="16"/>
                    <a:pt x="606" y="16"/>
                  </a:cubicBezTo>
                  <a:cubicBezTo>
                    <a:pt x="437" y="117"/>
                    <a:pt x="283" y="218"/>
                    <a:pt x="118" y="319"/>
                  </a:cubicBezTo>
                  <a:cubicBezTo>
                    <a:pt x="283" y="235"/>
                    <a:pt x="453" y="134"/>
                    <a:pt x="606" y="33"/>
                  </a:cubicBezTo>
                  <a:cubicBezTo>
                    <a:pt x="623" y="16"/>
                    <a:pt x="639" y="16"/>
                    <a:pt x="655" y="16"/>
                  </a:cubicBezTo>
                  <a:lnTo>
                    <a:pt x="671" y="16"/>
                  </a:lnTo>
                  <a:lnTo>
                    <a:pt x="655" y="0"/>
                  </a:lnTo>
                  <a:close/>
                  <a:moveTo>
                    <a:pt x="118" y="319"/>
                  </a:moveTo>
                  <a:lnTo>
                    <a:pt x="65" y="336"/>
                  </a:lnTo>
                  <a:lnTo>
                    <a:pt x="49" y="352"/>
                  </a:lnTo>
                  <a:cubicBezTo>
                    <a:pt x="33" y="368"/>
                    <a:pt x="33" y="368"/>
                    <a:pt x="17" y="368"/>
                  </a:cubicBezTo>
                  <a:lnTo>
                    <a:pt x="1" y="384"/>
                  </a:lnTo>
                  <a:lnTo>
                    <a:pt x="17" y="384"/>
                  </a:lnTo>
                  <a:cubicBezTo>
                    <a:pt x="33" y="384"/>
                    <a:pt x="49" y="368"/>
                    <a:pt x="65" y="368"/>
                  </a:cubicBezTo>
                  <a:lnTo>
                    <a:pt x="81" y="352"/>
                  </a:lnTo>
                  <a:lnTo>
                    <a:pt x="118" y="3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0"/>
            <p:cNvSpPr/>
            <p:nvPr/>
          </p:nvSpPr>
          <p:spPr>
            <a:xfrm>
              <a:off x="1705637" y="489470"/>
              <a:ext cx="26917" cy="21752"/>
            </a:xfrm>
            <a:custGeom>
              <a:rect b="b" l="l" r="r" t="t"/>
              <a:pathLst>
                <a:path extrusionOk="0" h="219" w="271">
                  <a:moveTo>
                    <a:pt x="271" y="1"/>
                  </a:moveTo>
                  <a:lnTo>
                    <a:pt x="0" y="219"/>
                  </a:lnTo>
                  <a:lnTo>
                    <a:pt x="271" y="17"/>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0"/>
            <p:cNvSpPr/>
            <p:nvPr/>
          </p:nvSpPr>
          <p:spPr>
            <a:xfrm>
              <a:off x="2257288" y="947755"/>
              <a:ext cx="55523" cy="16488"/>
            </a:xfrm>
            <a:custGeom>
              <a:rect b="b" l="l" r="r" t="t"/>
              <a:pathLst>
                <a:path extrusionOk="0" h="166" w="559">
                  <a:moveTo>
                    <a:pt x="1" y="0"/>
                  </a:moveTo>
                  <a:lnTo>
                    <a:pt x="1" y="0"/>
                  </a:lnTo>
                  <a:cubicBezTo>
                    <a:pt x="53" y="16"/>
                    <a:pt x="122" y="32"/>
                    <a:pt x="187" y="65"/>
                  </a:cubicBezTo>
                  <a:cubicBezTo>
                    <a:pt x="203" y="65"/>
                    <a:pt x="223" y="65"/>
                    <a:pt x="239" y="81"/>
                  </a:cubicBezTo>
                  <a:cubicBezTo>
                    <a:pt x="288" y="81"/>
                    <a:pt x="340" y="101"/>
                    <a:pt x="389" y="117"/>
                  </a:cubicBezTo>
                  <a:lnTo>
                    <a:pt x="425" y="133"/>
                  </a:lnTo>
                  <a:cubicBezTo>
                    <a:pt x="457" y="133"/>
                    <a:pt x="490" y="150"/>
                    <a:pt x="526" y="150"/>
                  </a:cubicBezTo>
                  <a:cubicBezTo>
                    <a:pt x="490" y="133"/>
                    <a:pt x="457" y="133"/>
                    <a:pt x="425" y="117"/>
                  </a:cubicBezTo>
                  <a:lnTo>
                    <a:pt x="389" y="101"/>
                  </a:lnTo>
                  <a:cubicBezTo>
                    <a:pt x="340" y="101"/>
                    <a:pt x="288" y="81"/>
                    <a:pt x="239" y="65"/>
                  </a:cubicBezTo>
                  <a:cubicBezTo>
                    <a:pt x="223" y="65"/>
                    <a:pt x="203" y="49"/>
                    <a:pt x="187" y="49"/>
                  </a:cubicBezTo>
                  <a:cubicBezTo>
                    <a:pt x="122" y="32"/>
                    <a:pt x="70" y="16"/>
                    <a:pt x="1" y="0"/>
                  </a:cubicBezTo>
                  <a:close/>
                  <a:moveTo>
                    <a:pt x="526" y="150"/>
                  </a:moveTo>
                  <a:lnTo>
                    <a:pt x="558" y="166"/>
                  </a:lnTo>
                  <a:lnTo>
                    <a:pt x="558" y="15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0"/>
            <p:cNvSpPr/>
            <p:nvPr/>
          </p:nvSpPr>
          <p:spPr>
            <a:xfrm>
              <a:off x="2259374" y="342270"/>
              <a:ext cx="100318" cy="46981"/>
            </a:xfrm>
            <a:custGeom>
              <a:rect b="b" l="l" r="r" t="t"/>
              <a:pathLst>
                <a:path extrusionOk="0" h="473" w="1010">
                  <a:moveTo>
                    <a:pt x="0" y="0"/>
                  </a:moveTo>
                  <a:cubicBezTo>
                    <a:pt x="32" y="0"/>
                    <a:pt x="32" y="16"/>
                    <a:pt x="49" y="16"/>
                  </a:cubicBezTo>
                  <a:cubicBezTo>
                    <a:pt x="65" y="16"/>
                    <a:pt x="65" y="37"/>
                    <a:pt x="81" y="37"/>
                  </a:cubicBezTo>
                  <a:cubicBezTo>
                    <a:pt x="150" y="53"/>
                    <a:pt x="218" y="85"/>
                    <a:pt x="283" y="117"/>
                  </a:cubicBezTo>
                  <a:cubicBezTo>
                    <a:pt x="303" y="117"/>
                    <a:pt x="335" y="138"/>
                    <a:pt x="351" y="138"/>
                  </a:cubicBezTo>
                  <a:cubicBezTo>
                    <a:pt x="335" y="117"/>
                    <a:pt x="319" y="101"/>
                    <a:pt x="283" y="101"/>
                  </a:cubicBezTo>
                  <a:cubicBezTo>
                    <a:pt x="218" y="69"/>
                    <a:pt x="150" y="53"/>
                    <a:pt x="81" y="16"/>
                  </a:cubicBezTo>
                  <a:lnTo>
                    <a:pt x="65" y="16"/>
                  </a:lnTo>
                  <a:cubicBezTo>
                    <a:pt x="49" y="0"/>
                    <a:pt x="32" y="0"/>
                    <a:pt x="0" y="0"/>
                  </a:cubicBezTo>
                  <a:close/>
                  <a:moveTo>
                    <a:pt x="351" y="138"/>
                  </a:moveTo>
                  <a:cubicBezTo>
                    <a:pt x="368" y="154"/>
                    <a:pt x="404" y="154"/>
                    <a:pt x="420" y="170"/>
                  </a:cubicBezTo>
                  <a:cubicBezTo>
                    <a:pt x="469" y="186"/>
                    <a:pt x="537" y="218"/>
                    <a:pt x="606" y="239"/>
                  </a:cubicBezTo>
                  <a:cubicBezTo>
                    <a:pt x="654" y="255"/>
                    <a:pt x="707" y="271"/>
                    <a:pt x="755" y="287"/>
                  </a:cubicBezTo>
                  <a:cubicBezTo>
                    <a:pt x="707" y="271"/>
                    <a:pt x="654" y="239"/>
                    <a:pt x="606" y="218"/>
                  </a:cubicBezTo>
                  <a:cubicBezTo>
                    <a:pt x="537" y="202"/>
                    <a:pt x="485" y="170"/>
                    <a:pt x="420" y="154"/>
                  </a:cubicBezTo>
                  <a:cubicBezTo>
                    <a:pt x="404" y="154"/>
                    <a:pt x="384" y="138"/>
                    <a:pt x="351" y="138"/>
                  </a:cubicBezTo>
                  <a:close/>
                  <a:moveTo>
                    <a:pt x="755" y="287"/>
                  </a:moveTo>
                  <a:lnTo>
                    <a:pt x="755" y="287"/>
                  </a:lnTo>
                  <a:cubicBezTo>
                    <a:pt x="808" y="319"/>
                    <a:pt x="873" y="340"/>
                    <a:pt x="925" y="372"/>
                  </a:cubicBezTo>
                  <a:lnTo>
                    <a:pt x="941" y="372"/>
                  </a:lnTo>
                  <a:cubicBezTo>
                    <a:pt x="957" y="372"/>
                    <a:pt x="974" y="372"/>
                    <a:pt x="974" y="388"/>
                  </a:cubicBezTo>
                  <a:lnTo>
                    <a:pt x="974" y="404"/>
                  </a:lnTo>
                  <a:cubicBezTo>
                    <a:pt x="990" y="420"/>
                    <a:pt x="990" y="441"/>
                    <a:pt x="974" y="457"/>
                  </a:cubicBezTo>
                  <a:lnTo>
                    <a:pt x="974" y="473"/>
                  </a:lnTo>
                  <a:lnTo>
                    <a:pt x="990" y="473"/>
                  </a:lnTo>
                  <a:cubicBezTo>
                    <a:pt x="1010" y="441"/>
                    <a:pt x="990" y="420"/>
                    <a:pt x="990" y="404"/>
                  </a:cubicBezTo>
                  <a:lnTo>
                    <a:pt x="990" y="388"/>
                  </a:lnTo>
                  <a:cubicBezTo>
                    <a:pt x="974" y="372"/>
                    <a:pt x="957" y="356"/>
                    <a:pt x="941" y="356"/>
                  </a:cubicBezTo>
                  <a:cubicBezTo>
                    <a:pt x="873" y="340"/>
                    <a:pt x="808" y="303"/>
                    <a:pt x="755" y="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0"/>
            <p:cNvSpPr/>
            <p:nvPr/>
          </p:nvSpPr>
          <p:spPr>
            <a:xfrm>
              <a:off x="2486431" y="442588"/>
              <a:ext cx="27016" cy="11720"/>
            </a:xfrm>
            <a:custGeom>
              <a:rect b="b" l="l" r="r" t="t"/>
              <a:pathLst>
                <a:path extrusionOk="0" h="118" w="272">
                  <a:moveTo>
                    <a:pt x="0" y="0"/>
                  </a:moveTo>
                  <a:lnTo>
                    <a:pt x="0" y="16"/>
                  </a:lnTo>
                  <a:cubicBezTo>
                    <a:pt x="17" y="16"/>
                    <a:pt x="37" y="16"/>
                    <a:pt x="53" y="37"/>
                  </a:cubicBezTo>
                  <a:lnTo>
                    <a:pt x="85" y="37"/>
                  </a:lnTo>
                  <a:lnTo>
                    <a:pt x="69" y="16"/>
                  </a:lnTo>
                  <a:cubicBezTo>
                    <a:pt x="53" y="16"/>
                    <a:pt x="17" y="0"/>
                    <a:pt x="0" y="0"/>
                  </a:cubicBezTo>
                  <a:close/>
                  <a:moveTo>
                    <a:pt x="85" y="37"/>
                  </a:moveTo>
                  <a:cubicBezTo>
                    <a:pt x="101" y="53"/>
                    <a:pt x="118" y="53"/>
                    <a:pt x="154" y="69"/>
                  </a:cubicBezTo>
                  <a:cubicBezTo>
                    <a:pt x="186" y="85"/>
                    <a:pt x="219" y="101"/>
                    <a:pt x="271" y="117"/>
                  </a:cubicBezTo>
                  <a:lnTo>
                    <a:pt x="271" y="101"/>
                  </a:lnTo>
                  <a:cubicBezTo>
                    <a:pt x="219" y="85"/>
                    <a:pt x="186" y="69"/>
                    <a:pt x="154" y="53"/>
                  </a:cubicBezTo>
                  <a:cubicBezTo>
                    <a:pt x="138" y="53"/>
                    <a:pt x="101"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0"/>
            <p:cNvSpPr/>
            <p:nvPr/>
          </p:nvSpPr>
          <p:spPr>
            <a:xfrm>
              <a:off x="1944712" y="554528"/>
              <a:ext cx="202325" cy="62277"/>
            </a:xfrm>
            <a:custGeom>
              <a:rect b="b" l="l" r="r" t="t"/>
              <a:pathLst>
                <a:path extrusionOk="0" h="627" w="2037">
                  <a:moveTo>
                    <a:pt x="1" y="0"/>
                  </a:moveTo>
                  <a:lnTo>
                    <a:pt x="17" y="20"/>
                  </a:lnTo>
                  <a:lnTo>
                    <a:pt x="70" y="20"/>
                  </a:lnTo>
                  <a:cubicBezTo>
                    <a:pt x="118" y="37"/>
                    <a:pt x="171" y="53"/>
                    <a:pt x="219" y="69"/>
                  </a:cubicBezTo>
                  <a:cubicBezTo>
                    <a:pt x="239" y="69"/>
                    <a:pt x="255" y="69"/>
                    <a:pt x="272" y="85"/>
                  </a:cubicBezTo>
                  <a:cubicBezTo>
                    <a:pt x="441" y="138"/>
                    <a:pt x="607" y="186"/>
                    <a:pt x="760" y="239"/>
                  </a:cubicBezTo>
                  <a:lnTo>
                    <a:pt x="926" y="287"/>
                  </a:lnTo>
                  <a:cubicBezTo>
                    <a:pt x="962" y="287"/>
                    <a:pt x="995" y="303"/>
                    <a:pt x="1027" y="323"/>
                  </a:cubicBezTo>
                  <a:cubicBezTo>
                    <a:pt x="1112" y="340"/>
                    <a:pt x="1181" y="356"/>
                    <a:pt x="1249" y="388"/>
                  </a:cubicBezTo>
                  <a:cubicBezTo>
                    <a:pt x="1330" y="404"/>
                    <a:pt x="1399" y="441"/>
                    <a:pt x="1483" y="457"/>
                  </a:cubicBezTo>
                  <a:cubicBezTo>
                    <a:pt x="1516" y="473"/>
                    <a:pt x="1568" y="489"/>
                    <a:pt x="1601" y="489"/>
                  </a:cubicBezTo>
                  <a:cubicBezTo>
                    <a:pt x="1568" y="473"/>
                    <a:pt x="1532" y="457"/>
                    <a:pt x="1483" y="441"/>
                  </a:cubicBezTo>
                  <a:cubicBezTo>
                    <a:pt x="1399" y="424"/>
                    <a:pt x="1330" y="404"/>
                    <a:pt x="1265" y="372"/>
                  </a:cubicBezTo>
                  <a:cubicBezTo>
                    <a:pt x="1181" y="356"/>
                    <a:pt x="1112" y="323"/>
                    <a:pt x="1027" y="303"/>
                  </a:cubicBezTo>
                  <a:cubicBezTo>
                    <a:pt x="995" y="287"/>
                    <a:pt x="962" y="287"/>
                    <a:pt x="926" y="271"/>
                  </a:cubicBezTo>
                  <a:lnTo>
                    <a:pt x="777" y="222"/>
                  </a:lnTo>
                  <a:cubicBezTo>
                    <a:pt x="607" y="170"/>
                    <a:pt x="441" y="121"/>
                    <a:pt x="272" y="69"/>
                  </a:cubicBezTo>
                  <a:cubicBezTo>
                    <a:pt x="255" y="69"/>
                    <a:pt x="239" y="53"/>
                    <a:pt x="219" y="53"/>
                  </a:cubicBezTo>
                  <a:cubicBezTo>
                    <a:pt x="171" y="37"/>
                    <a:pt x="118" y="20"/>
                    <a:pt x="70" y="0"/>
                  </a:cubicBezTo>
                  <a:close/>
                  <a:moveTo>
                    <a:pt x="1601" y="489"/>
                  </a:moveTo>
                  <a:lnTo>
                    <a:pt x="1633" y="505"/>
                  </a:lnTo>
                  <a:cubicBezTo>
                    <a:pt x="1669" y="505"/>
                    <a:pt x="1685" y="525"/>
                    <a:pt x="1718" y="525"/>
                  </a:cubicBezTo>
                  <a:cubicBezTo>
                    <a:pt x="1685" y="505"/>
                    <a:pt x="1669" y="505"/>
                    <a:pt x="1633" y="489"/>
                  </a:cubicBezTo>
                  <a:close/>
                  <a:moveTo>
                    <a:pt x="1718" y="525"/>
                  </a:moveTo>
                  <a:cubicBezTo>
                    <a:pt x="1754" y="542"/>
                    <a:pt x="1803" y="558"/>
                    <a:pt x="1835" y="574"/>
                  </a:cubicBezTo>
                  <a:cubicBezTo>
                    <a:pt x="1887" y="590"/>
                    <a:pt x="1920" y="590"/>
                    <a:pt x="1972" y="606"/>
                  </a:cubicBezTo>
                  <a:lnTo>
                    <a:pt x="2021" y="626"/>
                  </a:lnTo>
                  <a:lnTo>
                    <a:pt x="2037" y="626"/>
                  </a:lnTo>
                  <a:lnTo>
                    <a:pt x="2021" y="606"/>
                  </a:lnTo>
                  <a:lnTo>
                    <a:pt x="1972" y="590"/>
                  </a:lnTo>
                  <a:cubicBezTo>
                    <a:pt x="1920" y="590"/>
                    <a:pt x="1887" y="574"/>
                    <a:pt x="1835" y="558"/>
                  </a:cubicBezTo>
                  <a:cubicBezTo>
                    <a:pt x="1803" y="542"/>
                    <a:pt x="1754" y="525"/>
                    <a:pt x="1718" y="5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0"/>
            <p:cNvSpPr/>
            <p:nvPr/>
          </p:nvSpPr>
          <p:spPr>
            <a:xfrm>
              <a:off x="1946401" y="648390"/>
              <a:ext cx="321018" cy="96842"/>
            </a:xfrm>
            <a:custGeom>
              <a:rect b="b" l="l" r="r" t="t"/>
              <a:pathLst>
                <a:path extrusionOk="0" h="975" w="3232">
                  <a:moveTo>
                    <a:pt x="0" y="1"/>
                  </a:moveTo>
                  <a:lnTo>
                    <a:pt x="0" y="17"/>
                  </a:lnTo>
                  <a:cubicBezTo>
                    <a:pt x="53" y="17"/>
                    <a:pt x="85" y="33"/>
                    <a:pt x="121" y="49"/>
                  </a:cubicBezTo>
                  <a:cubicBezTo>
                    <a:pt x="137" y="49"/>
                    <a:pt x="154" y="49"/>
                    <a:pt x="170" y="65"/>
                  </a:cubicBezTo>
                  <a:cubicBezTo>
                    <a:pt x="271" y="85"/>
                    <a:pt x="372" y="118"/>
                    <a:pt x="473" y="150"/>
                  </a:cubicBezTo>
                  <a:lnTo>
                    <a:pt x="541" y="166"/>
                  </a:lnTo>
                  <a:cubicBezTo>
                    <a:pt x="626" y="202"/>
                    <a:pt x="727" y="219"/>
                    <a:pt x="808" y="251"/>
                  </a:cubicBezTo>
                  <a:cubicBezTo>
                    <a:pt x="929" y="287"/>
                    <a:pt x="1046" y="320"/>
                    <a:pt x="1164" y="352"/>
                  </a:cubicBezTo>
                  <a:cubicBezTo>
                    <a:pt x="1265" y="388"/>
                    <a:pt x="1366" y="421"/>
                    <a:pt x="1483" y="453"/>
                  </a:cubicBezTo>
                  <a:cubicBezTo>
                    <a:pt x="1551" y="469"/>
                    <a:pt x="1616" y="489"/>
                    <a:pt x="1685" y="505"/>
                  </a:cubicBezTo>
                  <a:cubicBezTo>
                    <a:pt x="1616" y="469"/>
                    <a:pt x="1551" y="453"/>
                    <a:pt x="1483" y="437"/>
                  </a:cubicBezTo>
                  <a:cubicBezTo>
                    <a:pt x="1382" y="404"/>
                    <a:pt x="1265" y="368"/>
                    <a:pt x="1164" y="336"/>
                  </a:cubicBezTo>
                  <a:cubicBezTo>
                    <a:pt x="1046" y="303"/>
                    <a:pt x="929" y="267"/>
                    <a:pt x="808" y="235"/>
                  </a:cubicBezTo>
                  <a:cubicBezTo>
                    <a:pt x="727" y="202"/>
                    <a:pt x="642" y="186"/>
                    <a:pt x="541" y="150"/>
                  </a:cubicBezTo>
                  <a:lnTo>
                    <a:pt x="473" y="134"/>
                  </a:lnTo>
                  <a:cubicBezTo>
                    <a:pt x="372" y="102"/>
                    <a:pt x="271" y="65"/>
                    <a:pt x="170" y="49"/>
                  </a:cubicBezTo>
                  <a:cubicBezTo>
                    <a:pt x="154" y="49"/>
                    <a:pt x="137" y="33"/>
                    <a:pt x="137" y="33"/>
                  </a:cubicBezTo>
                  <a:cubicBezTo>
                    <a:pt x="85" y="17"/>
                    <a:pt x="53" y="1"/>
                    <a:pt x="0" y="1"/>
                  </a:cubicBezTo>
                  <a:close/>
                  <a:moveTo>
                    <a:pt x="1685" y="505"/>
                  </a:moveTo>
                  <a:cubicBezTo>
                    <a:pt x="1701" y="522"/>
                    <a:pt x="1717" y="522"/>
                    <a:pt x="1717" y="522"/>
                  </a:cubicBezTo>
                  <a:cubicBezTo>
                    <a:pt x="1769" y="538"/>
                    <a:pt x="1818" y="554"/>
                    <a:pt x="1870" y="570"/>
                  </a:cubicBezTo>
                  <a:cubicBezTo>
                    <a:pt x="1903" y="570"/>
                    <a:pt x="1939" y="590"/>
                    <a:pt x="1971" y="590"/>
                  </a:cubicBezTo>
                  <a:cubicBezTo>
                    <a:pt x="1939" y="570"/>
                    <a:pt x="1903" y="570"/>
                    <a:pt x="1870" y="554"/>
                  </a:cubicBezTo>
                  <a:cubicBezTo>
                    <a:pt x="1818" y="538"/>
                    <a:pt x="1769" y="522"/>
                    <a:pt x="1737" y="505"/>
                  </a:cubicBezTo>
                  <a:close/>
                  <a:moveTo>
                    <a:pt x="1971" y="590"/>
                  </a:moveTo>
                  <a:cubicBezTo>
                    <a:pt x="2004" y="606"/>
                    <a:pt x="2040" y="606"/>
                    <a:pt x="2056" y="623"/>
                  </a:cubicBezTo>
                  <a:cubicBezTo>
                    <a:pt x="2173" y="655"/>
                    <a:pt x="2291" y="691"/>
                    <a:pt x="2408" y="724"/>
                  </a:cubicBezTo>
                  <a:cubicBezTo>
                    <a:pt x="2493" y="756"/>
                    <a:pt x="2561" y="772"/>
                    <a:pt x="2646" y="808"/>
                  </a:cubicBezTo>
                  <a:lnTo>
                    <a:pt x="2711" y="825"/>
                  </a:lnTo>
                  <a:cubicBezTo>
                    <a:pt x="2828" y="857"/>
                    <a:pt x="2965" y="893"/>
                    <a:pt x="3082" y="942"/>
                  </a:cubicBezTo>
                  <a:lnTo>
                    <a:pt x="3131" y="942"/>
                  </a:lnTo>
                  <a:cubicBezTo>
                    <a:pt x="3115" y="942"/>
                    <a:pt x="3099" y="926"/>
                    <a:pt x="3099" y="926"/>
                  </a:cubicBezTo>
                  <a:cubicBezTo>
                    <a:pt x="2965" y="893"/>
                    <a:pt x="2848" y="841"/>
                    <a:pt x="2711" y="808"/>
                  </a:cubicBezTo>
                  <a:lnTo>
                    <a:pt x="2646" y="792"/>
                  </a:lnTo>
                  <a:cubicBezTo>
                    <a:pt x="2577" y="756"/>
                    <a:pt x="2493" y="740"/>
                    <a:pt x="2408" y="707"/>
                  </a:cubicBezTo>
                  <a:cubicBezTo>
                    <a:pt x="2291" y="671"/>
                    <a:pt x="2173" y="639"/>
                    <a:pt x="2072" y="606"/>
                  </a:cubicBezTo>
                  <a:cubicBezTo>
                    <a:pt x="2040" y="590"/>
                    <a:pt x="2004" y="590"/>
                    <a:pt x="1971" y="590"/>
                  </a:cubicBezTo>
                  <a:close/>
                  <a:moveTo>
                    <a:pt x="3131" y="942"/>
                  </a:moveTo>
                  <a:cubicBezTo>
                    <a:pt x="3151" y="958"/>
                    <a:pt x="3183" y="974"/>
                    <a:pt x="3216" y="974"/>
                  </a:cubicBezTo>
                  <a:lnTo>
                    <a:pt x="3232" y="958"/>
                  </a:lnTo>
                  <a:lnTo>
                    <a:pt x="3216" y="958"/>
                  </a:lnTo>
                  <a:cubicBezTo>
                    <a:pt x="3183" y="958"/>
                    <a:pt x="3167" y="942"/>
                    <a:pt x="3131" y="9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0"/>
            <p:cNvSpPr/>
            <p:nvPr/>
          </p:nvSpPr>
          <p:spPr>
            <a:xfrm>
              <a:off x="2362871" y="792014"/>
              <a:ext cx="28606" cy="8542"/>
            </a:xfrm>
            <a:custGeom>
              <a:rect b="b" l="l" r="r" t="t"/>
              <a:pathLst>
                <a:path extrusionOk="0" h="86" w="288">
                  <a:moveTo>
                    <a:pt x="16" y="1"/>
                  </a:moveTo>
                  <a:lnTo>
                    <a:pt x="0" y="17"/>
                  </a:lnTo>
                  <a:lnTo>
                    <a:pt x="16" y="17"/>
                  </a:lnTo>
                  <a:cubicBezTo>
                    <a:pt x="16" y="17"/>
                    <a:pt x="33" y="17"/>
                    <a:pt x="49" y="33"/>
                  </a:cubicBezTo>
                  <a:lnTo>
                    <a:pt x="85" y="33"/>
                  </a:lnTo>
                  <a:cubicBezTo>
                    <a:pt x="101" y="33"/>
                    <a:pt x="134" y="53"/>
                    <a:pt x="150" y="53"/>
                  </a:cubicBezTo>
                  <a:cubicBezTo>
                    <a:pt x="202" y="69"/>
                    <a:pt x="235" y="86"/>
                    <a:pt x="287" y="86"/>
                  </a:cubicBezTo>
                  <a:lnTo>
                    <a:pt x="287" y="69"/>
                  </a:lnTo>
                  <a:cubicBezTo>
                    <a:pt x="235" y="69"/>
                    <a:pt x="202" y="53"/>
                    <a:pt x="170" y="53"/>
                  </a:cubicBezTo>
                  <a:cubicBezTo>
                    <a:pt x="134" y="33"/>
                    <a:pt x="101" y="33"/>
                    <a:pt x="85" y="17"/>
                  </a:cubicBezTo>
                  <a:lnTo>
                    <a:pt x="49" y="17"/>
                  </a:lnTo>
                  <a:cubicBezTo>
                    <a:pt x="33"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0"/>
            <p:cNvSpPr/>
            <p:nvPr/>
          </p:nvSpPr>
          <p:spPr>
            <a:xfrm>
              <a:off x="2386113" y="612335"/>
              <a:ext cx="75586" cy="26122"/>
            </a:xfrm>
            <a:custGeom>
              <a:rect b="b" l="l" r="r" t="t"/>
              <a:pathLst>
                <a:path extrusionOk="0" h="263" w="761">
                  <a:moveTo>
                    <a:pt x="18" y="1"/>
                  </a:moveTo>
                  <a:cubicBezTo>
                    <a:pt x="12" y="1"/>
                    <a:pt x="6" y="3"/>
                    <a:pt x="1" y="8"/>
                  </a:cubicBezTo>
                  <a:cubicBezTo>
                    <a:pt x="17" y="8"/>
                    <a:pt x="37" y="24"/>
                    <a:pt x="53" y="24"/>
                  </a:cubicBezTo>
                  <a:cubicBezTo>
                    <a:pt x="138" y="61"/>
                    <a:pt x="203" y="77"/>
                    <a:pt x="287" y="109"/>
                  </a:cubicBezTo>
                  <a:lnTo>
                    <a:pt x="421" y="145"/>
                  </a:lnTo>
                  <a:lnTo>
                    <a:pt x="287" y="93"/>
                  </a:lnTo>
                  <a:cubicBezTo>
                    <a:pt x="219" y="77"/>
                    <a:pt x="138" y="44"/>
                    <a:pt x="69" y="24"/>
                  </a:cubicBezTo>
                  <a:lnTo>
                    <a:pt x="53" y="8"/>
                  </a:lnTo>
                  <a:cubicBezTo>
                    <a:pt x="42" y="8"/>
                    <a:pt x="30" y="1"/>
                    <a:pt x="18" y="1"/>
                  </a:cubicBezTo>
                  <a:close/>
                  <a:moveTo>
                    <a:pt x="421" y="145"/>
                  </a:moveTo>
                  <a:cubicBezTo>
                    <a:pt x="522" y="178"/>
                    <a:pt x="607" y="210"/>
                    <a:pt x="708" y="246"/>
                  </a:cubicBezTo>
                  <a:cubicBezTo>
                    <a:pt x="724" y="246"/>
                    <a:pt x="724" y="263"/>
                    <a:pt x="744" y="263"/>
                  </a:cubicBezTo>
                  <a:lnTo>
                    <a:pt x="760" y="263"/>
                  </a:lnTo>
                  <a:lnTo>
                    <a:pt x="760" y="246"/>
                  </a:lnTo>
                  <a:cubicBezTo>
                    <a:pt x="744" y="246"/>
                    <a:pt x="724" y="246"/>
                    <a:pt x="708" y="226"/>
                  </a:cubicBezTo>
                  <a:cubicBezTo>
                    <a:pt x="623" y="194"/>
                    <a:pt x="522" y="178"/>
                    <a:pt x="421" y="1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0"/>
            <p:cNvSpPr/>
            <p:nvPr/>
          </p:nvSpPr>
          <p:spPr>
            <a:xfrm>
              <a:off x="1389883" y="653157"/>
              <a:ext cx="107172" cy="195968"/>
            </a:xfrm>
            <a:custGeom>
              <a:rect b="b" l="l" r="r" t="t"/>
              <a:pathLst>
                <a:path extrusionOk="0" h="1973" w="1079">
                  <a:moveTo>
                    <a:pt x="1058" y="1"/>
                  </a:moveTo>
                  <a:cubicBezTo>
                    <a:pt x="1058" y="17"/>
                    <a:pt x="1042" y="37"/>
                    <a:pt x="1058" y="70"/>
                  </a:cubicBezTo>
                  <a:lnTo>
                    <a:pt x="1058" y="86"/>
                  </a:lnTo>
                  <a:lnTo>
                    <a:pt x="1058" y="138"/>
                  </a:lnTo>
                  <a:lnTo>
                    <a:pt x="1058" y="203"/>
                  </a:lnTo>
                  <a:cubicBezTo>
                    <a:pt x="1079" y="187"/>
                    <a:pt x="1079" y="171"/>
                    <a:pt x="1079" y="138"/>
                  </a:cubicBezTo>
                  <a:lnTo>
                    <a:pt x="1079" y="86"/>
                  </a:lnTo>
                  <a:lnTo>
                    <a:pt x="1079" y="54"/>
                  </a:lnTo>
                  <a:cubicBezTo>
                    <a:pt x="1058" y="37"/>
                    <a:pt x="1079" y="37"/>
                    <a:pt x="1079" y="17"/>
                  </a:cubicBezTo>
                  <a:lnTo>
                    <a:pt x="1079" y="1"/>
                  </a:lnTo>
                  <a:close/>
                  <a:moveTo>
                    <a:pt x="1058" y="203"/>
                  </a:moveTo>
                  <a:cubicBezTo>
                    <a:pt x="1042" y="219"/>
                    <a:pt x="1058" y="219"/>
                    <a:pt x="1058" y="239"/>
                  </a:cubicBezTo>
                  <a:lnTo>
                    <a:pt x="1058" y="203"/>
                  </a:lnTo>
                  <a:close/>
                  <a:moveTo>
                    <a:pt x="1058" y="239"/>
                  </a:moveTo>
                  <a:lnTo>
                    <a:pt x="1058" y="255"/>
                  </a:lnTo>
                  <a:cubicBezTo>
                    <a:pt x="1058" y="356"/>
                    <a:pt x="1042" y="457"/>
                    <a:pt x="1042" y="558"/>
                  </a:cubicBezTo>
                  <a:lnTo>
                    <a:pt x="1042" y="708"/>
                  </a:lnTo>
                  <a:lnTo>
                    <a:pt x="1026" y="894"/>
                  </a:lnTo>
                  <a:lnTo>
                    <a:pt x="1026" y="1265"/>
                  </a:lnTo>
                  <a:cubicBezTo>
                    <a:pt x="1042" y="1148"/>
                    <a:pt x="1042" y="1011"/>
                    <a:pt x="1042" y="894"/>
                  </a:cubicBezTo>
                  <a:lnTo>
                    <a:pt x="1058" y="708"/>
                  </a:lnTo>
                  <a:lnTo>
                    <a:pt x="1058" y="558"/>
                  </a:lnTo>
                  <a:cubicBezTo>
                    <a:pt x="1058" y="457"/>
                    <a:pt x="1058" y="356"/>
                    <a:pt x="1079" y="255"/>
                  </a:cubicBezTo>
                  <a:cubicBezTo>
                    <a:pt x="1079" y="239"/>
                    <a:pt x="1079" y="239"/>
                    <a:pt x="1058" y="239"/>
                  </a:cubicBezTo>
                  <a:close/>
                  <a:moveTo>
                    <a:pt x="1026" y="1265"/>
                  </a:moveTo>
                  <a:cubicBezTo>
                    <a:pt x="1026" y="1282"/>
                    <a:pt x="1010" y="1314"/>
                    <a:pt x="994" y="1314"/>
                  </a:cubicBezTo>
                  <a:cubicBezTo>
                    <a:pt x="856" y="1415"/>
                    <a:pt x="723" y="1500"/>
                    <a:pt x="590" y="1585"/>
                  </a:cubicBezTo>
                  <a:cubicBezTo>
                    <a:pt x="554" y="1617"/>
                    <a:pt x="521" y="1633"/>
                    <a:pt x="489" y="1653"/>
                  </a:cubicBezTo>
                  <a:cubicBezTo>
                    <a:pt x="420" y="1702"/>
                    <a:pt x="335" y="1754"/>
                    <a:pt x="271" y="1803"/>
                  </a:cubicBezTo>
                  <a:cubicBezTo>
                    <a:pt x="234" y="1835"/>
                    <a:pt x="202" y="1855"/>
                    <a:pt x="170" y="1871"/>
                  </a:cubicBezTo>
                  <a:cubicBezTo>
                    <a:pt x="133" y="1904"/>
                    <a:pt x="101" y="1920"/>
                    <a:pt x="69" y="1936"/>
                  </a:cubicBezTo>
                  <a:cubicBezTo>
                    <a:pt x="49" y="1956"/>
                    <a:pt x="32" y="1956"/>
                    <a:pt x="16" y="1956"/>
                  </a:cubicBezTo>
                  <a:lnTo>
                    <a:pt x="0" y="1972"/>
                  </a:lnTo>
                  <a:lnTo>
                    <a:pt x="16" y="1972"/>
                  </a:lnTo>
                  <a:cubicBezTo>
                    <a:pt x="32" y="1972"/>
                    <a:pt x="49" y="1972"/>
                    <a:pt x="69" y="1956"/>
                  </a:cubicBezTo>
                  <a:cubicBezTo>
                    <a:pt x="101" y="1936"/>
                    <a:pt x="133" y="1904"/>
                    <a:pt x="186" y="1888"/>
                  </a:cubicBezTo>
                  <a:cubicBezTo>
                    <a:pt x="202" y="1855"/>
                    <a:pt x="234" y="1835"/>
                    <a:pt x="271" y="1819"/>
                  </a:cubicBezTo>
                  <a:cubicBezTo>
                    <a:pt x="352" y="1770"/>
                    <a:pt x="420" y="1718"/>
                    <a:pt x="505" y="1669"/>
                  </a:cubicBezTo>
                  <a:cubicBezTo>
                    <a:pt x="537" y="1653"/>
                    <a:pt x="554" y="1617"/>
                    <a:pt x="590" y="1601"/>
                  </a:cubicBezTo>
                  <a:cubicBezTo>
                    <a:pt x="723" y="1516"/>
                    <a:pt x="856" y="1415"/>
                    <a:pt x="994" y="1330"/>
                  </a:cubicBezTo>
                  <a:cubicBezTo>
                    <a:pt x="1026" y="1314"/>
                    <a:pt x="1026" y="1298"/>
                    <a:pt x="1026" y="12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0"/>
            <p:cNvSpPr/>
            <p:nvPr/>
          </p:nvSpPr>
          <p:spPr>
            <a:xfrm>
              <a:off x="2222425" y="338992"/>
              <a:ext cx="24931" cy="389751"/>
            </a:xfrm>
            <a:custGeom>
              <a:rect b="b" l="l" r="r" t="t"/>
              <a:pathLst>
                <a:path extrusionOk="0" h="3924" w="251">
                  <a:moveTo>
                    <a:pt x="150" y="1"/>
                  </a:moveTo>
                  <a:lnTo>
                    <a:pt x="0" y="134"/>
                  </a:lnTo>
                  <a:cubicBezTo>
                    <a:pt x="17" y="171"/>
                    <a:pt x="17" y="219"/>
                    <a:pt x="17" y="251"/>
                  </a:cubicBezTo>
                  <a:lnTo>
                    <a:pt x="17" y="304"/>
                  </a:lnTo>
                  <a:cubicBezTo>
                    <a:pt x="33" y="405"/>
                    <a:pt x="33" y="490"/>
                    <a:pt x="33" y="591"/>
                  </a:cubicBezTo>
                  <a:cubicBezTo>
                    <a:pt x="33" y="607"/>
                    <a:pt x="49" y="639"/>
                    <a:pt x="49" y="676"/>
                  </a:cubicBezTo>
                  <a:lnTo>
                    <a:pt x="49" y="591"/>
                  </a:lnTo>
                  <a:cubicBezTo>
                    <a:pt x="49" y="490"/>
                    <a:pt x="49" y="405"/>
                    <a:pt x="33" y="304"/>
                  </a:cubicBezTo>
                  <a:lnTo>
                    <a:pt x="33" y="251"/>
                  </a:lnTo>
                  <a:cubicBezTo>
                    <a:pt x="33" y="219"/>
                    <a:pt x="33" y="171"/>
                    <a:pt x="17" y="134"/>
                  </a:cubicBezTo>
                  <a:lnTo>
                    <a:pt x="150" y="1"/>
                  </a:lnTo>
                  <a:close/>
                  <a:moveTo>
                    <a:pt x="49" y="676"/>
                  </a:moveTo>
                  <a:lnTo>
                    <a:pt x="49" y="740"/>
                  </a:lnTo>
                  <a:lnTo>
                    <a:pt x="49" y="857"/>
                  </a:lnTo>
                  <a:cubicBezTo>
                    <a:pt x="69" y="926"/>
                    <a:pt x="69" y="995"/>
                    <a:pt x="69" y="1043"/>
                  </a:cubicBezTo>
                  <a:lnTo>
                    <a:pt x="69" y="1144"/>
                  </a:lnTo>
                  <a:cubicBezTo>
                    <a:pt x="69" y="1160"/>
                    <a:pt x="85" y="1197"/>
                    <a:pt x="85" y="1213"/>
                  </a:cubicBezTo>
                  <a:lnTo>
                    <a:pt x="85" y="1144"/>
                  </a:lnTo>
                  <a:lnTo>
                    <a:pt x="85" y="1043"/>
                  </a:lnTo>
                  <a:cubicBezTo>
                    <a:pt x="85" y="979"/>
                    <a:pt x="69" y="926"/>
                    <a:pt x="69" y="857"/>
                  </a:cubicBezTo>
                  <a:lnTo>
                    <a:pt x="69" y="740"/>
                  </a:lnTo>
                  <a:cubicBezTo>
                    <a:pt x="69" y="724"/>
                    <a:pt x="69" y="692"/>
                    <a:pt x="49" y="676"/>
                  </a:cubicBezTo>
                  <a:close/>
                  <a:moveTo>
                    <a:pt x="85" y="1213"/>
                  </a:moveTo>
                  <a:lnTo>
                    <a:pt x="85" y="1330"/>
                  </a:lnTo>
                  <a:lnTo>
                    <a:pt x="85" y="1463"/>
                  </a:lnTo>
                  <a:cubicBezTo>
                    <a:pt x="101" y="1500"/>
                    <a:pt x="101" y="1548"/>
                    <a:pt x="101" y="1584"/>
                  </a:cubicBezTo>
                  <a:lnTo>
                    <a:pt x="101" y="1702"/>
                  </a:lnTo>
                  <a:cubicBezTo>
                    <a:pt x="101" y="1734"/>
                    <a:pt x="101" y="1750"/>
                    <a:pt x="118" y="1786"/>
                  </a:cubicBezTo>
                  <a:lnTo>
                    <a:pt x="118" y="1702"/>
                  </a:lnTo>
                  <a:lnTo>
                    <a:pt x="118" y="1584"/>
                  </a:lnTo>
                  <a:cubicBezTo>
                    <a:pt x="101" y="1548"/>
                    <a:pt x="101" y="1500"/>
                    <a:pt x="101" y="1463"/>
                  </a:cubicBezTo>
                  <a:lnTo>
                    <a:pt x="101" y="1330"/>
                  </a:lnTo>
                  <a:cubicBezTo>
                    <a:pt x="101" y="1298"/>
                    <a:pt x="101" y="1261"/>
                    <a:pt x="85" y="1213"/>
                  </a:cubicBezTo>
                  <a:close/>
                  <a:moveTo>
                    <a:pt x="118" y="1786"/>
                  </a:moveTo>
                  <a:lnTo>
                    <a:pt x="118" y="1904"/>
                  </a:lnTo>
                  <a:lnTo>
                    <a:pt x="118" y="2021"/>
                  </a:lnTo>
                  <a:cubicBezTo>
                    <a:pt x="134" y="2069"/>
                    <a:pt x="134" y="2122"/>
                    <a:pt x="134" y="2190"/>
                  </a:cubicBezTo>
                  <a:lnTo>
                    <a:pt x="134" y="2308"/>
                  </a:lnTo>
                  <a:cubicBezTo>
                    <a:pt x="134" y="2324"/>
                    <a:pt x="150" y="2356"/>
                    <a:pt x="150" y="2372"/>
                  </a:cubicBezTo>
                  <a:lnTo>
                    <a:pt x="150" y="2308"/>
                  </a:lnTo>
                  <a:lnTo>
                    <a:pt x="150" y="2170"/>
                  </a:lnTo>
                  <a:cubicBezTo>
                    <a:pt x="134" y="2122"/>
                    <a:pt x="134" y="2069"/>
                    <a:pt x="134" y="2021"/>
                  </a:cubicBezTo>
                  <a:lnTo>
                    <a:pt x="134" y="1904"/>
                  </a:lnTo>
                  <a:cubicBezTo>
                    <a:pt x="134" y="1851"/>
                    <a:pt x="118" y="1819"/>
                    <a:pt x="118" y="1786"/>
                  </a:cubicBezTo>
                  <a:close/>
                  <a:moveTo>
                    <a:pt x="150" y="2372"/>
                  </a:moveTo>
                  <a:lnTo>
                    <a:pt x="150" y="2526"/>
                  </a:lnTo>
                  <a:cubicBezTo>
                    <a:pt x="170" y="2558"/>
                    <a:pt x="170" y="2594"/>
                    <a:pt x="170" y="2627"/>
                  </a:cubicBezTo>
                  <a:lnTo>
                    <a:pt x="170" y="2526"/>
                  </a:lnTo>
                  <a:cubicBezTo>
                    <a:pt x="170" y="2473"/>
                    <a:pt x="170" y="2425"/>
                    <a:pt x="150" y="2372"/>
                  </a:cubicBezTo>
                  <a:close/>
                  <a:moveTo>
                    <a:pt x="170" y="2627"/>
                  </a:moveTo>
                  <a:lnTo>
                    <a:pt x="170" y="2776"/>
                  </a:lnTo>
                  <a:lnTo>
                    <a:pt x="170" y="2897"/>
                  </a:lnTo>
                  <a:cubicBezTo>
                    <a:pt x="186" y="2946"/>
                    <a:pt x="186" y="2998"/>
                    <a:pt x="186" y="3047"/>
                  </a:cubicBezTo>
                  <a:lnTo>
                    <a:pt x="186" y="3132"/>
                  </a:lnTo>
                  <a:cubicBezTo>
                    <a:pt x="186" y="3148"/>
                    <a:pt x="186" y="3164"/>
                    <a:pt x="202" y="3180"/>
                  </a:cubicBezTo>
                  <a:lnTo>
                    <a:pt x="202" y="3132"/>
                  </a:lnTo>
                  <a:lnTo>
                    <a:pt x="202" y="3047"/>
                  </a:lnTo>
                  <a:cubicBezTo>
                    <a:pt x="186" y="2998"/>
                    <a:pt x="186" y="2946"/>
                    <a:pt x="186" y="2897"/>
                  </a:cubicBezTo>
                  <a:lnTo>
                    <a:pt x="186" y="2776"/>
                  </a:lnTo>
                  <a:cubicBezTo>
                    <a:pt x="186" y="2728"/>
                    <a:pt x="170" y="2675"/>
                    <a:pt x="170" y="2627"/>
                  </a:cubicBezTo>
                  <a:close/>
                  <a:moveTo>
                    <a:pt x="202" y="3180"/>
                  </a:moveTo>
                  <a:lnTo>
                    <a:pt x="202" y="3382"/>
                  </a:lnTo>
                  <a:cubicBezTo>
                    <a:pt x="202" y="3435"/>
                    <a:pt x="219" y="3483"/>
                    <a:pt x="219" y="3552"/>
                  </a:cubicBezTo>
                  <a:lnTo>
                    <a:pt x="219" y="3738"/>
                  </a:lnTo>
                  <a:lnTo>
                    <a:pt x="235" y="3786"/>
                  </a:lnTo>
                  <a:lnTo>
                    <a:pt x="235" y="3738"/>
                  </a:lnTo>
                  <a:lnTo>
                    <a:pt x="235" y="3552"/>
                  </a:lnTo>
                  <a:cubicBezTo>
                    <a:pt x="219" y="3483"/>
                    <a:pt x="219" y="3435"/>
                    <a:pt x="219" y="3382"/>
                  </a:cubicBezTo>
                  <a:cubicBezTo>
                    <a:pt x="219" y="3317"/>
                    <a:pt x="219" y="3249"/>
                    <a:pt x="202" y="3180"/>
                  </a:cubicBezTo>
                  <a:close/>
                  <a:moveTo>
                    <a:pt x="235" y="3806"/>
                  </a:moveTo>
                  <a:lnTo>
                    <a:pt x="235" y="3855"/>
                  </a:lnTo>
                  <a:lnTo>
                    <a:pt x="235" y="3907"/>
                  </a:lnTo>
                  <a:cubicBezTo>
                    <a:pt x="251" y="3887"/>
                    <a:pt x="251" y="3871"/>
                    <a:pt x="251" y="3855"/>
                  </a:cubicBezTo>
                  <a:cubicBezTo>
                    <a:pt x="235" y="3839"/>
                    <a:pt x="235" y="3822"/>
                    <a:pt x="235" y="3806"/>
                  </a:cubicBezTo>
                  <a:close/>
                  <a:moveTo>
                    <a:pt x="219" y="3907"/>
                  </a:moveTo>
                  <a:lnTo>
                    <a:pt x="235" y="3923"/>
                  </a:lnTo>
                  <a:lnTo>
                    <a:pt x="235" y="390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0"/>
            <p:cNvSpPr/>
            <p:nvPr/>
          </p:nvSpPr>
          <p:spPr>
            <a:xfrm>
              <a:off x="1679117" y="426100"/>
              <a:ext cx="56715" cy="44994"/>
            </a:xfrm>
            <a:custGeom>
              <a:rect b="b" l="l" r="r" t="t"/>
              <a:pathLst>
                <a:path extrusionOk="0" h="453" w="571">
                  <a:moveTo>
                    <a:pt x="554" y="1"/>
                  </a:moveTo>
                  <a:cubicBezTo>
                    <a:pt x="506" y="49"/>
                    <a:pt x="437" y="102"/>
                    <a:pt x="368" y="150"/>
                  </a:cubicBezTo>
                  <a:cubicBezTo>
                    <a:pt x="287" y="219"/>
                    <a:pt x="186" y="283"/>
                    <a:pt x="102" y="352"/>
                  </a:cubicBezTo>
                  <a:lnTo>
                    <a:pt x="86" y="368"/>
                  </a:lnTo>
                  <a:cubicBezTo>
                    <a:pt x="49" y="384"/>
                    <a:pt x="33" y="405"/>
                    <a:pt x="1" y="437"/>
                  </a:cubicBezTo>
                  <a:lnTo>
                    <a:pt x="1" y="453"/>
                  </a:lnTo>
                  <a:lnTo>
                    <a:pt x="17" y="453"/>
                  </a:lnTo>
                  <a:cubicBezTo>
                    <a:pt x="33" y="421"/>
                    <a:pt x="65" y="405"/>
                    <a:pt x="102" y="368"/>
                  </a:cubicBezTo>
                  <a:lnTo>
                    <a:pt x="118" y="368"/>
                  </a:lnTo>
                  <a:cubicBezTo>
                    <a:pt x="203" y="304"/>
                    <a:pt x="287" y="219"/>
                    <a:pt x="388" y="150"/>
                  </a:cubicBezTo>
                  <a:cubicBezTo>
                    <a:pt x="437" y="102"/>
                    <a:pt x="506" y="49"/>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0"/>
            <p:cNvSpPr/>
            <p:nvPr/>
          </p:nvSpPr>
          <p:spPr>
            <a:xfrm>
              <a:off x="1669085" y="760329"/>
              <a:ext cx="65157" cy="40227"/>
            </a:xfrm>
            <a:custGeom>
              <a:rect b="b" l="l" r="r" t="t"/>
              <a:pathLst>
                <a:path extrusionOk="0" h="405" w="656">
                  <a:moveTo>
                    <a:pt x="639" y="1"/>
                  </a:moveTo>
                  <a:cubicBezTo>
                    <a:pt x="623" y="1"/>
                    <a:pt x="607" y="17"/>
                    <a:pt x="570" y="33"/>
                  </a:cubicBezTo>
                  <a:cubicBezTo>
                    <a:pt x="421" y="134"/>
                    <a:pt x="267" y="219"/>
                    <a:pt x="118" y="320"/>
                  </a:cubicBezTo>
                  <a:cubicBezTo>
                    <a:pt x="267" y="235"/>
                    <a:pt x="421" y="134"/>
                    <a:pt x="570" y="49"/>
                  </a:cubicBezTo>
                  <a:lnTo>
                    <a:pt x="590" y="33"/>
                  </a:lnTo>
                  <a:cubicBezTo>
                    <a:pt x="607" y="33"/>
                    <a:pt x="623" y="17"/>
                    <a:pt x="639" y="17"/>
                  </a:cubicBezTo>
                  <a:lnTo>
                    <a:pt x="655" y="17"/>
                  </a:lnTo>
                  <a:lnTo>
                    <a:pt x="639" y="1"/>
                  </a:lnTo>
                  <a:close/>
                  <a:moveTo>
                    <a:pt x="118" y="320"/>
                  </a:moveTo>
                  <a:lnTo>
                    <a:pt x="17" y="372"/>
                  </a:lnTo>
                  <a:lnTo>
                    <a:pt x="1" y="388"/>
                  </a:lnTo>
                  <a:lnTo>
                    <a:pt x="1" y="405"/>
                  </a:lnTo>
                  <a:lnTo>
                    <a:pt x="17" y="388"/>
                  </a:lnTo>
                  <a:lnTo>
                    <a:pt x="118" y="3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0"/>
            <p:cNvSpPr/>
            <p:nvPr/>
          </p:nvSpPr>
          <p:spPr>
            <a:xfrm>
              <a:off x="1755796" y="964144"/>
              <a:ext cx="26917" cy="11720"/>
            </a:xfrm>
            <a:custGeom>
              <a:rect b="b" l="l" r="r" t="t"/>
              <a:pathLst>
                <a:path extrusionOk="0" h="118" w="271">
                  <a:moveTo>
                    <a:pt x="271" y="1"/>
                  </a:moveTo>
                  <a:lnTo>
                    <a:pt x="20" y="102"/>
                  </a:lnTo>
                  <a:lnTo>
                    <a:pt x="0" y="118"/>
                  </a:lnTo>
                  <a:lnTo>
                    <a:pt x="20" y="118"/>
                  </a:lnTo>
                  <a:lnTo>
                    <a:pt x="271" y="17"/>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0"/>
            <p:cNvSpPr/>
            <p:nvPr/>
          </p:nvSpPr>
          <p:spPr>
            <a:xfrm>
              <a:off x="2516526" y="454209"/>
              <a:ext cx="25328" cy="12118"/>
            </a:xfrm>
            <a:custGeom>
              <a:rect b="b" l="l" r="r" t="t"/>
              <a:pathLst>
                <a:path extrusionOk="0" h="122" w="255">
                  <a:moveTo>
                    <a:pt x="17" y="0"/>
                  </a:moveTo>
                  <a:lnTo>
                    <a:pt x="0" y="21"/>
                  </a:lnTo>
                  <a:lnTo>
                    <a:pt x="17" y="21"/>
                  </a:lnTo>
                  <a:cubicBezTo>
                    <a:pt x="37" y="21"/>
                    <a:pt x="69" y="37"/>
                    <a:pt x="85" y="53"/>
                  </a:cubicBezTo>
                  <a:cubicBezTo>
                    <a:pt x="101" y="53"/>
                    <a:pt x="118" y="69"/>
                    <a:pt x="138" y="69"/>
                  </a:cubicBezTo>
                  <a:cubicBezTo>
                    <a:pt x="170" y="85"/>
                    <a:pt x="186" y="85"/>
                    <a:pt x="219" y="101"/>
                  </a:cubicBezTo>
                  <a:cubicBezTo>
                    <a:pt x="239" y="101"/>
                    <a:pt x="239" y="101"/>
                    <a:pt x="255" y="122"/>
                  </a:cubicBezTo>
                  <a:lnTo>
                    <a:pt x="255" y="101"/>
                  </a:lnTo>
                  <a:cubicBezTo>
                    <a:pt x="255" y="101"/>
                    <a:pt x="239" y="85"/>
                    <a:pt x="219" y="85"/>
                  </a:cubicBezTo>
                  <a:cubicBezTo>
                    <a:pt x="202" y="69"/>
                    <a:pt x="170" y="69"/>
                    <a:pt x="138" y="53"/>
                  </a:cubicBezTo>
                  <a:cubicBezTo>
                    <a:pt x="118" y="53"/>
                    <a:pt x="118" y="37"/>
                    <a:pt x="101" y="37"/>
                  </a:cubicBezTo>
                  <a:cubicBezTo>
                    <a:pt x="69" y="21"/>
                    <a:pt x="37" y="21"/>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0"/>
            <p:cNvSpPr/>
            <p:nvPr/>
          </p:nvSpPr>
          <p:spPr>
            <a:xfrm>
              <a:off x="1667496" y="805323"/>
              <a:ext cx="65058" cy="38538"/>
            </a:xfrm>
            <a:custGeom>
              <a:rect b="b" l="l" r="r" t="t"/>
              <a:pathLst>
                <a:path extrusionOk="0" h="388" w="655">
                  <a:moveTo>
                    <a:pt x="655" y="0"/>
                  </a:moveTo>
                  <a:cubicBezTo>
                    <a:pt x="623" y="0"/>
                    <a:pt x="606" y="20"/>
                    <a:pt x="586" y="36"/>
                  </a:cubicBezTo>
                  <a:lnTo>
                    <a:pt x="570" y="36"/>
                  </a:lnTo>
                  <a:cubicBezTo>
                    <a:pt x="453" y="101"/>
                    <a:pt x="336" y="186"/>
                    <a:pt x="219" y="255"/>
                  </a:cubicBezTo>
                  <a:cubicBezTo>
                    <a:pt x="150" y="287"/>
                    <a:pt x="81" y="339"/>
                    <a:pt x="17" y="372"/>
                  </a:cubicBezTo>
                  <a:cubicBezTo>
                    <a:pt x="1" y="372"/>
                    <a:pt x="1" y="372"/>
                    <a:pt x="1" y="388"/>
                  </a:cubicBezTo>
                  <a:lnTo>
                    <a:pt x="17" y="388"/>
                  </a:lnTo>
                  <a:cubicBezTo>
                    <a:pt x="81" y="339"/>
                    <a:pt x="150" y="303"/>
                    <a:pt x="219" y="271"/>
                  </a:cubicBezTo>
                  <a:cubicBezTo>
                    <a:pt x="336" y="186"/>
                    <a:pt x="469" y="121"/>
                    <a:pt x="586" y="53"/>
                  </a:cubicBezTo>
                  <a:lnTo>
                    <a:pt x="606" y="36"/>
                  </a:lnTo>
                  <a:cubicBezTo>
                    <a:pt x="623" y="36"/>
                    <a:pt x="639" y="20"/>
                    <a:pt x="655" y="20"/>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0"/>
            <p:cNvSpPr/>
            <p:nvPr/>
          </p:nvSpPr>
          <p:spPr>
            <a:xfrm>
              <a:off x="2473221" y="521154"/>
              <a:ext cx="26917" cy="10131"/>
            </a:xfrm>
            <a:custGeom>
              <a:rect b="b" l="l" r="r" t="t"/>
              <a:pathLst>
                <a:path extrusionOk="0" h="102" w="271">
                  <a:moveTo>
                    <a:pt x="0" y="1"/>
                  </a:moveTo>
                  <a:lnTo>
                    <a:pt x="16" y="17"/>
                  </a:lnTo>
                  <a:lnTo>
                    <a:pt x="49" y="33"/>
                  </a:lnTo>
                  <a:cubicBezTo>
                    <a:pt x="69" y="33"/>
                    <a:pt x="101" y="53"/>
                    <a:pt x="133" y="53"/>
                  </a:cubicBezTo>
                  <a:cubicBezTo>
                    <a:pt x="101" y="33"/>
                    <a:pt x="85" y="33"/>
                    <a:pt x="49" y="17"/>
                  </a:cubicBezTo>
                  <a:lnTo>
                    <a:pt x="16" y="1"/>
                  </a:lnTo>
                  <a:close/>
                  <a:moveTo>
                    <a:pt x="133" y="53"/>
                  </a:moveTo>
                  <a:cubicBezTo>
                    <a:pt x="150" y="70"/>
                    <a:pt x="170" y="70"/>
                    <a:pt x="186" y="86"/>
                  </a:cubicBezTo>
                  <a:cubicBezTo>
                    <a:pt x="202" y="86"/>
                    <a:pt x="234" y="102"/>
                    <a:pt x="271" y="102"/>
                  </a:cubicBezTo>
                  <a:cubicBezTo>
                    <a:pt x="251" y="86"/>
                    <a:pt x="218" y="86"/>
                    <a:pt x="186" y="70"/>
                  </a:cubicBezTo>
                  <a:cubicBezTo>
                    <a:pt x="170" y="53"/>
                    <a:pt x="150" y="53"/>
                    <a:pt x="133"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0"/>
            <p:cNvSpPr/>
            <p:nvPr/>
          </p:nvSpPr>
          <p:spPr>
            <a:xfrm>
              <a:off x="2501628" y="666864"/>
              <a:ext cx="23441" cy="6456"/>
            </a:xfrm>
            <a:custGeom>
              <a:rect b="b" l="l" r="r" t="t"/>
              <a:pathLst>
                <a:path extrusionOk="0" h="65" w="236">
                  <a:moveTo>
                    <a:pt x="1" y="0"/>
                  </a:moveTo>
                  <a:lnTo>
                    <a:pt x="17" y="16"/>
                  </a:lnTo>
                  <a:lnTo>
                    <a:pt x="49" y="16"/>
                  </a:lnTo>
                  <a:cubicBezTo>
                    <a:pt x="102" y="33"/>
                    <a:pt x="167" y="49"/>
                    <a:pt x="219" y="65"/>
                  </a:cubicBezTo>
                  <a:lnTo>
                    <a:pt x="235" y="65"/>
                  </a:lnTo>
                  <a:lnTo>
                    <a:pt x="235" y="49"/>
                  </a:lnTo>
                  <a:cubicBezTo>
                    <a:pt x="167" y="33"/>
                    <a:pt x="118" y="16"/>
                    <a:pt x="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0"/>
            <p:cNvSpPr/>
            <p:nvPr/>
          </p:nvSpPr>
          <p:spPr>
            <a:xfrm>
              <a:off x="1944712" y="466228"/>
              <a:ext cx="197557" cy="65058"/>
            </a:xfrm>
            <a:custGeom>
              <a:rect b="b" l="l" r="r" t="t"/>
              <a:pathLst>
                <a:path extrusionOk="0" h="655" w="1989">
                  <a:moveTo>
                    <a:pt x="1" y="1"/>
                  </a:moveTo>
                  <a:lnTo>
                    <a:pt x="1" y="17"/>
                  </a:lnTo>
                  <a:lnTo>
                    <a:pt x="70" y="17"/>
                  </a:lnTo>
                  <a:cubicBezTo>
                    <a:pt x="53" y="1"/>
                    <a:pt x="17" y="1"/>
                    <a:pt x="1" y="1"/>
                  </a:cubicBezTo>
                  <a:close/>
                  <a:moveTo>
                    <a:pt x="70" y="17"/>
                  </a:moveTo>
                  <a:cubicBezTo>
                    <a:pt x="203" y="65"/>
                    <a:pt x="340" y="118"/>
                    <a:pt x="474" y="166"/>
                  </a:cubicBezTo>
                  <a:lnTo>
                    <a:pt x="744" y="251"/>
                  </a:lnTo>
                  <a:cubicBezTo>
                    <a:pt x="845" y="283"/>
                    <a:pt x="926" y="320"/>
                    <a:pt x="1027" y="352"/>
                  </a:cubicBezTo>
                  <a:cubicBezTo>
                    <a:pt x="1128" y="384"/>
                    <a:pt x="1229" y="421"/>
                    <a:pt x="1350" y="453"/>
                  </a:cubicBezTo>
                  <a:lnTo>
                    <a:pt x="1483" y="505"/>
                  </a:lnTo>
                  <a:cubicBezTo>
                    <a:pt x="1516" y="505"/>
                    <a:pt x="1552" y="522"/>
                    <a:pt x="1584" y="538"/>
                  </a:cubicBezTo>
                  <a:cubicBezTo>
                    <a:pt x="1669" y="554"/>
                    <a:pt x="1754" y="586"/>
                    <a:pt x="1835" y="623"/>
                  </a:cubicBezTo>
                  <a:lnTo>
                    <a:pt x="1887" y="623"/>
                  </a:lnTo>
                  <a:cubicBezTo>
                    <a:pt x="1871" y="606"/>
                    <a:pt x="1855" y="606"/>
                    <a:pt x="1835" y="606"/>
                  </a:cubicBezTo>
                  <a:cubicBezTo>
                    <a:pt x="1754" y="570"/>
                    <a:pt x="1669" y="538"/>
                    <a:pt x="1584" y="522"/>
                  </a:cubicBezTo>
                  <a:cubicBezTo>
                    <a:pt x="1552" y="505"/>
                    <a:pt x="1516" y="485"/>
                    <a:pt x="1483" y="485"/>
                  </a:cubicBezTo>
                  <a:lnTo>
                    <a:pt x="1350" y="437"/>
                  </a:lnTo>
                  <a:cubicBezTo>
                    <a:pt x="1249" y="404"/>
                    <a:pt x="1128" y="368"/>
                    <a:pt x="1027" y="336"/>
                  </a:cubicBezTo>
                  <a:cubicBezTo>
                    <a:pt x="946" y="303"/>
                    <a:pt x="845" y="267"/>
                    <a:pt x="760" y="235"/>
                  </a:cubicBezTo>
                  <a:lnTo>
                    <a:pt x="474" y="150"/>
                  </a:lnTo>
                  <a:cubicBezTo>
                    <a:pt x="340" y="102"/>
                    <a:pt x="203" y="65"/>
                    <a:pt x="70" y="17"/>
                  </a:cubicBezTo>
                  <a:close/>
                  <a:moveTo>
                    <a:pt x="1887" y="623"/>
                  </a:moveTo>
                  <a:cubicBezTo>
                    <a:pt x="1904" y="639"/>
                    <a:pt x="1936" y="655"/>
                    <a:pt x="1972" y="655"/>
                  </a:cubicBezTo>
                  <a:lnTo>
                    <a:pt x="1988" y="655"/>
                  </a:lnTo>
                  <a:lnTo>
                    <a:pt x="1988" y="639"/>
                  </a:lnTo>
                  <a:lnTo>
                    <a:pt x="1972" y="639"/>
                  </a:lnTo>
                  <a:cubicBezTo>
                    <a:pt x="1936" y="639"/>
                    <a:pt x="1920" y="623"/>
                    <a:pt x="1887" y="6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0"/>
            <p:cNvSpPr/>
            <p:nvPr/>
          </p:nvSpPr>
          <p:spPr>
            <a:xfrm>
              <a:off x="2217161" y="905542"/>
              <a:ext cx="100418" cy="30195"/>
            </a:xfrm>
            <a:custGeom>
              <a:rect b="b" l="l" r="r" t="t"/>
              <a:pathLst>
                <a:path extrusionOk="0" h="304" w="1011">
                  <a:moveTo>
                    <a:pt x="1" y="1"/>
                  </a:moveTo>
                  <a:lnTo>
                    <a:pt x="1" y="21"/>
                  </a:lnTo>
                  <a:lnTo>
                    <a:pt x="21" y="21"/>
                  </a:lnTo>
                  <a:cubicBezTo>
                    <a:pt x="154" y="53"/>
                    <a:pt x="272" y="86"/>
                    <a:pt x="373" y="122"/>
                  </a:cubicBezTo>
                  <a:cubicBezTo>
                    <a:pt x="457" y="138"/>
                    <a:pt x="542" y="171"/>
                    <a:pt x="607" y="187"/>
                  </a:cubicBezTo>
                  <a:cubicBezTo>
                    <a:pt x="542" y="154"/>
                    <a:pt x="457" y="138"/>
                    <a:pt x="389" y="102"/>
                  </a:cubicBezTo>
                  <a:cubicBezTo>
                    <a:pt x="272" y="86"/>
                    <a:pt x="154" y="53"/>
                    <a:pt x="21" y="1"/>
                  </a:cubicBezTo>
                  <a:close/>
                  <a:moveTo>
                    <a:pt x="607" y="187"/>
                  </a:moveTo>
                  <a:lnTo>
                    <a:pt x="607" y="187"/>
                  </a:lnTo>
                  <a:cubicBezTo>
                    <a:pt x="692" y="223"/>
                    <a:pt x="776" y="239"/>
                    <a:pt x="877" y="272"/>
                  </a:cubicBezTo>
                  <a:cubicBezTo>
                    <a:pt x="877" y="272"/>
                    <a:pt x="894" y="272"/>
                    <a:pt x="910" y="288"/>
                  </a:cubicBezTo>
                  <a:cubicBezTo>
                    <a:pt x="930" y="288"/>
                    <a:pt x="962" y="304"/>
                    <a:pt x="978" y="304"/>
                  </a:cubicBezTo>
                  <a:lnTo>
                    <a:pt x="995" y="304"/>
                  </a:lnTo>
                  <a:lnTo>
                    <a:pt x="1011" y="288"/>
                  </a:lnTo>
                  <a:lnTo>
                    <a:pt x="995" y="288"/>
                  </a:lnTo>
                  <a:cubicBezTo>
                    <a:pt x="962" y="288"/>
                    <a:pt x="946" y="272"/>
                    <a:pt x="910" y="272"/>
                  </a:cubicBezTo>
                  <a:cubicBezTo>
                    <a:pt x="894" y="272"/>
                    <a:pt x="877" y="255"/>
                    <a:pt x="877" y="255"/>
                  </a:cubicBezTo>
                  <a:cubicBezTo>
                    <a:pt x="793" y="239"/>
                    <a:pt x="692" y="203"/>
                    <a:pt x="607" y="1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0"/>
            <p:cNvSpPr/>
            <p:nvPr/>
          </p:nvSpPr>
          <p:spPr>
            <a:xfrm>
              <a:off x="2486431" y="680074"/>
              <a:ext cx="25328" cy="8542"/>
            </a:xfrm>
            <a:custGeom>
              <a:rect b="b" l="l" r="r" t="t"/>
              <a:pathLst>
                <a:path extrusionOk="0" h="86" w="255">
                  <a:moveTo>
                    <a:pt x="0" y="1"/>
                  </a:moveTo>
                  <a:lnTo>
                    <a:pt x="0" y="17"/>
                  </a:lnTo>
                  <a:lnTo>
                    <a:pt x="17" y="17"/>
                  </a:lnTo>
                  <a:cubicBezTo>
                    <a:pt x="17" y="1"/>
                    <a:pt x="0" y="1"/>
                    <a:pt x="0" y="1"/>
                  </a:cubicBezTo>
                  <a:close/>
                  <a:moveTo>
                    <a:pt x="17" y="17"/>
                  </a:moveTo>
                  <a:cubicBezTo>
                    <a:pt x="37" y="33"/>
                    <a:pt x="53" y="33"/>
                    <a:pt x="69" y="33"/>
                  </a:cubicBezTo>
                  <a:cubicBezTo>
                    <a:pt x="85" y="33"/>
                    <a:pt x="118" y="49"/>
                    <a:pt x="138" y="49"/>
                  </a:cubicBezTo>
                  <a:cubicBezTo>
                    <a:pt x="170" y="69"/>
                    <a:pt x="202" y="85"/>
                    <a:pt x="255" y="85"/>
                  </a:cubicBezTo>
                  <a:lnTo>
                    <a:pt x="255" y="69"/>
                  </a:lnTo>
                  <a:cubicBezTo>
                    <a:pt x="219" y="69"/>
                    <a:pt x="170" y="49"/>
                    <a:pt x="138" y="33"/>
                  </a:cubicBezTo>
                  <a:cubicBezTo>
                    <a:pt x="118" y="33"/>
                    <a:pt x="101" y="33"/>
                    <a:pt x="6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0"/>
            <p:cNvSpPr/>
            <p:nvPr/>
          </p:nvSpPr>
          <p:spPr>
            <a:xfrm>
              <a:off x="2717163" y="673221"/>
              <a:ext cx="21752" cy="8542"/>
            </a:xfrm>
            <a:custGeom>
              <a:rect b="b" l="l" r="r" t="t"/>
              <a:pathLst>
                <a:path extrusionOk="0" h="86" w="219">
                  <a:moveTo>
                    <a:pt x="0" y="1"/>
                  </a:moveTo>
                  <a:lnTo>
                    <a:pt x="0" y="17"/>
                  </a:lnTo>
                  <a:cubicBezTo>
                    <a:pt x="16" y="17"/>
                    <a:pt x="53" y="17"/>
                    <a:pt x="69" y="37"/>
                  </a:cubicBezTo>
                  <a:cubicBezTo>
                    <a:pt x="101" y="53"/>
                    <a:pt x="154" y="53"/>
                    <a:pt x="186" y="70"/>
                  </a:cubicBezTo>
                  <a:cubicBezTo>
                    <a:pt x="202" y="70"/>
                    <a:pt x="202" y="70"/>
                    <a:pt x="202" y="86"/>
                  </a:cubicBezTo>
                  <a:lnTo>
                    <a:pt x="218" y="86"/>
                  </a:lnTo>
                  <a:lnTo>
                    <a:pt x="218" y="70"/>
                  </a:lnTo>
                  <a:cubicBezTo>
                    <a:pt x="202" y="70"/>
                    <a:pt x="202" y="53"/>
                    <a:pt x="186" y="53"/>
                  </a:cubicBezTo>
                  <a:cubicBezTo>
                    <a:pt x="154" y="53"/>
                    <a:pt x="101" y="37"/>
                    <a:pt x="69" y="17"/>
                  </a:cubicBezTo>
                  <a:cubicBezTo>
                    <a:pt x="53" y="17"/>
                    <a:pt x="37"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0"/>
            <p:cNvSpPr/>
            <p:nvPr/>
          </p:nvSpPr>
          <p:spPr>
            <a:xfrm>
              <a:off x="1752518" y="925010"/>
              <a:ext cx="55523" cy="26023"/>
            </a:xfrm>
            <a:custGeom>
              <a:rect b="b" l="l" r="r" t="t"/>
              <a:pathLst>
                <a:path extrusionOk="0" h="262" w="559">
                  <a:moveTo>
                    <a:pt x="531" y="0"/>
                  </a:moveTo>
                  <a:cubicBezTo>
                    <a:pt x="511" y="0"/>
                    <a:pt x="497" y="13"/>
                    <a:pt x="474" y="27"/>
                  </a:cubicBezTo>
                  <a:lnTo>
                    <a:pt x="457" y="43"/>
                  </a:lnTo>
                  <a:lnTo>
                    <a:pt x="490" y="43"/>
                  </a:lnTo>
                  <a:cubicBezTo>
                    <a:pt x="506" y="27"/>
                    <a:pt x="538" y="7"/>
                    <a:pt x="558" y="7"/>
                  </a:cubicBezTo>
                  <a:cubicBezTo>
                    <a:pt x="548" y="2"/>
                    <a:pt x="539" y="0"/>
                    <a:pt x="531" y="0"/>
                  </a:cubicBezTo>
                  <a:close/>
                  <a:moveTo>
                    <a:pt x="457" y="43"/>
                  </a:moveTo>
                  <a:cubicBezTo>
                    <a:pt x="373" y="76"/>
                    <a:pt x="304" y="108"/>
                    <a:pt x="235" y="144"/>
                  </a:cubicBezTo>
                  <a:cubicBezTo>
                    <a:pt x="187" y="160"/>
                    <a:pt x="134" y="193"/>
                    <a:pt x="86" y="209"/>
                  </a:cubicBezTo>
                  <a:cubicBezTo>
                    <a:pt x="70" y="209"/>
                    <a:pt x="70" y="209"/>
                    <a:pt x="53" y="229"/>
                  </a:cubicBezTo>
                  <a:cubicBezTo>
                    <a:pt x="33" y="229"/>
                    <a:pt x="17" y="245"/>
                    <a:pt x="1" y="245"/>
                  </a:cubicBezTo>
                  <a:lnTo>
                    <a:pt x="1" y="261"/>
                  </a:lnTo>
                  <a:cubicBezTo>
                    <a:pt x="17" y="261"/>
                    <a:pt x="53" y="245"/>
                    <a:pt x="70" y="229"/>
                  </a:cubicBezTo>
                  <a:lnTo>
                    <a:pt x="86" y="229"/>
                  </a:lnTo>
                  <a:cubicBezTo>
                    <a:pt x="134" y="193"/>
                    <a:pt x="187" y="177"/>
                    <a:pt x="235" y="160"/>
                  </a:cubicBezTo>
                  <a:cubicBezTo>
                    <a:pt x="304" y="128"/>
                    <a:pt x="389" y="76"/>
                    <a:pt x="457" y="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0"/>
            <p:cNvSpPr/>
            <p:nvPr/>
          </p:nvSpPr>
          <p:spPr>
            <a:xfrm>
              <a:off x="1782614" y="954112"/>
              <a:ext cx="25427" cy="10131"/>
            </a:xfrm>
            <a:custGeom>
              <a:rect b="b" l="l" r="r" t="t"/>
              <a:pathLst>
                <a:path extrusionOk="0" h="102" w="256">
                  <a:moveTo>
                    <a:pt x="255" y="1"/>
                  </a:moveTo>
                  <a:cubicBezTo>
                    <a:pt x="219" y="1"/>
                    <a:pt x="203" y="1"/>
                    <a:pt x="187" y="17"/>
                  </a:cubicBezTo>
                  <a:cubicBezTo>
                    <a:pt x="187" y="17"/>
                    <a:pt x="171" y="17"/>
                    <a:pt x="171" y="37"/>
                  </a:cubicBezTo>
                  <a:lnTo>
                    <a:pt x="187" y="37"/>
                  </a:lnTo>
                  <a:cubicBezTo>
                    <a:pt x="210" y="23"/>
                    <a:pt x="225" y="10"/>
                    <a:pt x="239" y="10"/>
                  </a:cubicBezTo>
                  <a:cubicBezTo>
                    <a:pt x="244" y="10"/>
                    <a:pt x="250" y="12"/>
                    <a:pt x="255" y="17"/>
                  </a:cubicBezTo>
                  <a:lnTo>
                    <a:pt x="255" y="1"/>
                  </a:lnTo>
                  <a:close/>
                  <a:moveTo>
                    <a:pt x="171" y="37"/>
                  </a:moveTo>
                  <a:cubicBezTo>
                    <a:pt x="134" y="37"/>
                    <a:pt x="118" y="53"/>
                    <a:pt x="102" y="53"/>
                  </a:cubicBezTo>
                  <a:cubicBezTo>
                    <a:pt x="70" y="69"/>
                    <a:pt x="33" y="86"/>
                    <a:pt x="1" y="86"/>
                  </a:cubicBezTo>
                  <a:lnTo>
                    <a:pt x="1" y="102"/>
                  </a:lnTo>
                  <a:lnTo>
                    <a:pt x="17" y="102"/>
                  </a:lnTo>
                  <a:cubicBezTo>
                    <a:pt x="33" y="102"/>
                    <a:pt x="70" y="86"/>
                    <a:pt x="102" y="69"/>
                  </a:cubicBezTo>
                  <a:cubicBezTo>
                    <a:pt x="118" y="53"/>
                    <a:pt x="134" y="53"/>
                    <a:pt x="171"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0"/>
            <p:cNvSpPr/>
            <p:nvPr/>
          </p:nvSpPr>
          <p:spPr>
            <a:xfrm>
              <a:off x="1752518" y="223477"/>
              <a:ext cx="187526" cy="145710"/>
            </a:xfrm>
            <a:custGeom>
              <a:rect b="b" l="l" r="r" t="t"/>
              <a:pathLst>
                <a:path extrusionOk="0" h="1467" w="1888">
                  <a:moveTo>
                    <a:pt x="1" y="1435"/>
                  </a:moveTo>
                  <a:lnTo>
                    <a:pt x="1" y="1451"/>
                  </a:lnTo>
                  <a:lnTo>
                    <a:pt x="70" y="1467"/>
                  </a:lnTo>
                  <a:lnTo>
                    <a:pt x="70" y="1467"/>
                  </a:lnTo>
                  <a:lnTo>
                    <a:pt x="1" y="1435"/>
                  </a:lnTo>
                  <a:close/>
                  <a:moveTo>
                    <a:pt x="1887" y="0"/>
                  </a:moveTo>
                  <a:cubicBezTo>
                    <a:pt x="1835" y="0"/>
                    <a:pt x="1819" y="37"/>
                    <a:pt x="1786" y="53"/>
                  </a:cubicBezTo>
                  <a:lnTo>
                    <a:pt x="1750" y="85"/>
                  </a:lnTo>
                  <a:cubicBezTo>
                    <a:pt x="1548" y="255"/>
                    <a:pt x="1330" y="441"/>
                    <a:pt x="1112" y="606"/>
                  </a:cubicBezTo>
                  <a:lnTo>
                    <a:pt x="1096" y="627"/>
                  </a:lnTo>
                  <a:cubicBezTo>
                    <a:pt x="1027" y="675"/>
                    <a:pt x="979" y="728"/>
                    <a:pt x="926" y="760"/>
                  </a:cubicBezTo>
                  <a:cubicBezTo>
                    <a:pt x="878" y="808"/>
                    <a:pt x="825" y="845"/>
                    <a:pt x="777" y="877"/>
                  </a:cubicBezTo>
                  <a:cubicBezTo>
                    <a:pt x="724" y="930"/>
                    <a:pt x="676" y="962"/>
                    <a:pt x="623" y="994"/>
                  </a:cubicBezTo>
                  <a:cubicBezTo>
                    <a:pt x="591" y="1047"/>
                    <a:pt x="538" y="1079"/>
                    <a:pt x="490" y="1111"/>
                  </a:cubicBezTo>
                  <a:cubicBezTo>
                    <a:pt x="389" y="1196"/>
                    <a:pt x="288" y="1281"/>
                    <a:pt x="187" y="1366"/>
                  </a:cubicBezTo>
                  <a:cubicBezTo>
                    <a:pt x="154" y="1398"/>
                    <a:pt x="118" y="1435"/>
                    <a:pt x="70" y="1467"/>
                  </a:cubicBezTo>
                  <a:lnTo>
                    <a:pt x="86" y="1467"/>
                  </a:lnTo>
                  <a:cubicBezTo>
                    <a:pt x="118" y="1435"/>
                    <a:pt x="154" y="1398"/>
                    <a:pt x="203" y="1366"/>
                  </a:cubicBezTo>
                  <a:cubicBezTo>
                    <a:pt x="304" y="1297"/>
                    <a:pt x="389" y="1212"/>
                    <a:pt x="490" y="1132"/>
                  </a:cubicBezTo>
                  <a:cubicBezTo>
                    <a:pt x="538" y="1095"/>
                    <a:pt x="591" y="1047"/>
                    <a:pt x="639" y="1010"/>
                  </a:cubicBezTo>
                  <a:cubicBezTo>
                    <a:pt x="692" y="978"/>
                    <a:pt x="740" y="930"/>
                    <a:pt x="793" y="893"/>
                  </a:cubicBezTo>
                  <a:cubicBezTo>
                    <a:pt x="825" y="861"/>
                    <a:pt x="878" y="808"/>
                    <a:pt x="926" y="776"/>
                  </a:cubicBezTo>
                  <a:cubicBezTo>
                    <a:pt x="979" y="728"/>
                    <a:pt x="1043" y="675"/>
                    <a:pt x="1096" y="643"/>
                  </a:cubicBezTo>
                  <a:lnTo>
                    <a:pt x="1128" y="606"/>
                  </a:lnTo>
                  <a:cubicBezTo>
                    <a:pt x="1330" y="441"/>
                    <a:pt x="1548" y="271"/>
                    <a:pt x="1770" y="101"/>
                  </a:cubicBezTo>
                  <a:cubicBezTo>
                    <a:pt x="1770" y="85"/>
                    <a:pt x="1786" y="69"/>
                    <a:pt x="1786" y="69"/>
                  </a:cubicBezTo>
                  <a:cubicBezTo>
                    <a:pt x="1819" y="37"/>
                    <a:pt x="1851" y="21"/>
                    <a:pt x="18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0"/>
            <p:cNvSpPr/>
            <p:nvPr/>
          </p:nvSpPr>
          <p:spPr>
            <a:xfrm>
              <a:off x="2506494" y="673221"/>
              <a:ext cx="21752" cy="6953"/>
            </a:xfrm>
            <a:custGeom>
              <a:rect b="b" l="l" r="r" t="t"/>
              <a:pathLst>
                <a:path extrusionOk="0" h="70" w="219">
                  <a:moveTo>
                    <a:pt x="0" y="1"/>
                  </a:moveTo>
                  <a:lnTo>
                    <a:pt x="0" y="17"/>
                  </a:lnTo>
                  <a:lnTo>
                    <a:pt x="53" y="17"/>
                  </a:lnTo>
                  <a:lnTo>
                    <a:pt x="37" y="1"/>
                  </a:lnTo>
                  <a:close/>
                  <a:moveTo>
                    <a:pt x="53" y="17"/>
                  </a:moveTo>
                  <a:cubicBezTo>
                    <a:pt x="69" y="37"/>
                    <a:pt x="101" y="37"/>
                    <a:pt x="118" y="53"/>
                  </a:cubicBezTo>
                  <a:cubicBezTo>
                    <a:pt x="154" y="53"/>
                    <a:pt x="186" y="70"/>
                    <a:pt x="202" y="70"/>
                  </a:cubicBezTo>
                  <a:lnTo>
                    <a:pt x="219" y="70"/>
                  </a:lnTo>
                  <a:lnTo>
                    <a:pt x="219" y="53"/>
                  </a:lnTo>
                  <a:cubicBezTo>
                    <a:pt x="186" y="53"/>
                    <a:pt x="154" y="53"/>
                    <a:pt x="118" y="37"/>
                  </a:cubicBezTo>
                  <a:cubicBezTo>
                    <a:pt x="101" y="17"/>
                    <a:pt x="85" y="17"/>
                    <a:pt x="53"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0"/>
            <p:cNvSpPr/>
            <p:nvPr/>
          </p:nvSpPr>
          <p:spPr>
            <a:xfrm>
              <a:off x="1667496" y="818931"/>
              <a:ext cx="65058" cy="38637"/>
            </a:xfrm>
            <a:custGeom>
              <a:rect b="b" l="l" r="r" t="t"/>
              <a:pathLst>
                <a:path extrusionOk="0" h="389" w="655">
                  <a:moveTo>
                    <a:pt x="639" y="0"/>
                  </a:moveTo>
                  <a:cubicBezTo>
                    <a:pt x="606" y="17"/>
                    <a:pt x="570" y="33"/>
                    <a:pt x="554" y="49"/>
                  </a:cubicBezTo>
                  <a:cubicBezTo>
                    <a:pt x="538" y="65"/>
                    <a:pt x="522" y="65"/>
                    <a:pt x="505" y="65"/>
                  </a:cubicBezTo>
                  <a:cubicBezTo>
                    <a:pt x="404" y="134"/>
                    <a:pt x="283" y="202"/>
                    <a:pt x="182" y="267"/>
                  </a:cubicBezTo>
                  <a:cubicBezTo>
                    <a:pt x="303" y="219"/>
                    <a:pt x="404" y="150"/>
                    <a:pt x="522" y="85"/>
                  </a:cubicBezTo>
                  <a:cubicBezTo>
                    <a:pt x="538" y="85"/>
                    <a:pt x="538" y="65"/>
                    <a:pt x="554" y="65"/>
                  </a:cubicBezTo>
                  <a:cubicBezTo>
                    <a:pt x="586" y="49"/>
                    <a:pt x="606" y="33"/>
                    <a:pt x="655" y="17"/>
                  </a:cubicBezTo>
                  <a:lnTo>
                    <a:pt x="639" y="0"/>
                  </a:lnTo>
                  <a:close/>
                  <a:moveTo>
                    <a:pt x="182" y="267"/>
                  </a:moveTo>
                  <a:lnTo>
                    <a:pt x="118" y="303"/>
                  </a:lnTo>
                  <a:cubicBezTo>
                    <a:pt x="102" y="320"/>
                    <a:pt x="65" y="336"/>
                    <a:pt x="33" y="352"/>
                  </a:cubicBezTo>
                  <a:cubicBezTo>
                    <a:pt x="17" y="352"/>
                    <a:pt x="17" y="368"/>
                    <a:pt x="1" y="368"/>
                  </a:cubicBezTo>
                  <a:lnTo>
                    <a:pt x="1" y="388"/>
                  </a:lnTo>
                  <a:cubicBezTo>
                    <a:pt x="17" y="368"/>
                    <a:pt x="33" y="368"/>
                    <a:pt x="49" y="352"/>
                  </a:cubicBezTo>
                  <a:cubicBezTo>
                    <a:pt x="65" y="336"/>
                    <a:pt x="102" y="320"/>
                    <a:pt x="134" y="320"/>
                  </a:cubicBezTo>
                  <a:lnTo>
                    <a:pt x="182"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0"/>
            <p:cNvSpPr/>
            <p:nvPr/>
          </p:nvSpPr>
          <p:spPr>
            <a:xfrm>
              <a:off x="1752518" y="599820"/>
              <a:ext cx="6953" cy="232421"/>
            </a:xfrm>
            <a:custGeom>
              <a:rect b="b" l="l" r="r" t="t"/>
              <a:pathLst>
                <a:path extrusionOk="0" h="2340" w="70">
                  <a:moveTo>
                    <a:pt x="33" y="1"/>
                  </a:moveTo>
                  <a:lnTo>
                    <a:pt x="33" y="17"/>
                  </a:lnTo>
                  <a:cubicBezTo>
                    <a:pt x="53" y="17"/>
                    <a:pt x="53" y="33"/>
                    <a:pt x="53" y="49"/>
                  </a:cubicBezTo>
                  <a:cubicBezTo>
                    <a:pt x="70" y="17"/>
                    <a:pt x="53" y="1"/>
                    <a:pt x="33" y="1"/>
                  </a:cubicBezTo>
                  <a:close/>
                  <a:moveTo>
                    <a:pt x="53" y="49"/>
                  </a:moveTo>
                  <a:cubicBezTo>
                    <a:pt x="33" y="69"/>
                    <a:pt x="33" y="86"/>
                    <a:pt x="33" y="102"/>
                  </a:cubicBezTo>
                  <a:lnTo>
                    <a:pt x="33" y="170"/>
                  </a:lnTo>
                  <a:lnTo>
                    <a:pt x="33" y="389"/>
                  </a:lnTo>
                  <a:lnTo>
                    <a:pt x="33" y="776"/>
                  </a:lnTo>
                  <a:lnTo>
                    <a:pt x="33" y="910"/>
                  </a:lnTo>
                  <a:cubicBezTo>
                    <a:pt x="33" y="877"/>
                    <a:pt x="53" y="825"/>
                    <a:pt x="53" y="776"/>
                  </a:cubicBezTo>
                  <a:lnTo>
                    <a:pt x="53" y="389"/>
                  </a:lnTo>
                  <a:lnTo>
                    <a:pt x="53" y="170"/>
                  </a:lnTo>
                  <a:lnTo>
                    <a:pt x="53" y="102"/>
                  </a:lnTo>
                  <a:lnTo>
                    <a:pt x="53" y="49"/>
                  </a:lnTo>
                  <a:close/>
                  <a:moveTo>
                    <a:pt x="33" y="910"/>
                  </a:moveTo>
                  <a:cubicBezTo>
                    <a:pt x="17" y="958"/>
                    <a:pt x="17" y="1027"/>
                    <a:pt x="17" y="1079"/>
                  </a:cubicBezTo>
                  <a:lnTo>
                    <a:pt x="17" y="1112"/>
                  </a:lnTo>
                  <a:cubicBezTo>
                    <a:pt x="33" y="1196"/>
                    <a:pt x="33" y="1281"/>
                    <a:pt x="17" y="1362"/>
                  </a:cubicBezTo>
                  <a:lnTo>
                    <a:pt x="17" y="1548"/>
                  </a:lnTo>
                  <a:lnTo>
                    <a:pt x="17" y="1649"/>
                  </a:lnTo>
                  <a:lnTo>
                    <a:pt x="17" y="1750"/>
                  </a:lnTo>
                  <a:lnTo>
                    <a:pt x="17" y="2190"/>
                  </a:lnTo>
                  <a:cubicBezTo>
                    <a:pt x="17" y="2053"/>
                    <a:pt x="17" y="1903"/>
                    <a:pt x="33" y="1750"/>
                  </a:cubicBezTo>
                  <a:lnTo>
                    <a:pt x="33" y="1649"/>
                  </a:lnTo>
                  <a:lnTo>
                    <a:pt x="33" y="1548"/>
                  </a:lnTo>
                  <a:lnTo>
                    <a:pt x="33" y="1362"/>
                  </a:lnTo>
                  <a:lnTo>
                    <a:pt x="33" y="1112"/>
                  </a:lnTo>
                  <a:lnTo>
                    <a:pt x="33" y="1079"/>
                  </a:lnTo>
                  <a:lnTo>
                    <a:pt x="33" y="910"/>
                  </a:lnTo>
                  <a:close/>
                  <a:moveTo>
                    <a:pt x="17" y="2190"/>
                  </a:moveTo>
                  <a:cubicBezTo>
                    <a:pt x="17" y="2223"/>
                    <a:pt x="17" y="2255"/>
                    <a:pt x="1" y="2271"/>
                  </a:cubicBezTo>
                  <a:lnTo>
                    <a:pt x="1" y="2291"/>
                  </a:lnTo>
                  <a:cubicBezTo>
                    <a:pt x="1" y="2307"/>
                    <a:pt x="17" y="2324"/>
                    <a:pt x="17" y="2340"/>
                  </a:cubicBezTo>
                  <a:lnTo>
                    <a:pt x="33" y="2340"/>
                  </a:lnTo>
                  <a:lnTo>
                    <a:pt x="33" y="2324"/>
                  </a:lnTo>
                  <a:cubicBezTo>
                    <a:pt x="17" y="2324"/>
                    <a:pt x="17" y="2307"/>
                    <a:pt x="17" y="2291"/>
                  </a:cubicBezTo>
                  <a:lnTo>
                    <a:pt x="17" y="2271"/>
                  </a:lnTo>
                  <a:lnTo>
                    <a:pt x="17" y="219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0"/>
            <p:cNvSpPr/>
            <p:nvPr/>
          </p:nvSpPr>
          <p:spPr>
            <a:xfrm>
              <a:off x="1667496" y="800456"/>
              <a:ext cx="65058" cy="37048"/>
            </a:xfrm>
            <a:custGeom>
              <a:rect b="b" l="l" r="r" t="t"/>
              <a:pathLst>
                <a:path extrusionOk="0" h="373" w="655">
                  <a:moveTo>
                    <a:pt x="655" y="1"/>
                  </a:moveTo>
                  <a:cubicBezTo>
                    <a:pt x="639" y="1"/>
                    <a:pt x="623" y="1"/>
                    <a:pt x="606" y="17"/>
                  </a:cubicBezTo>
                  <a:cubicBezTo>
                    <a:pt x="485" y="85"/>
                    <a:pt x="384" y="134"/>
                    <a:pt x="283" y="203"/>
                  </a:cubicBezTo>
                  <a:cubicBezTo>
                    <a:pt x="219" y="235"/>
                    <a:pt x="150" y="271"/>
                    <a:pt x="81" y="320"/>
                  </a:cubicBezTo>
                  <a:cubicBezTo>
                    <a:pt x="65" y="320"/>
                    <a:pt x="49" y="336"/>
                    <a:pt x="33" y="352"/>
                  </a:cubicBezTo>
                  <a:cubicBezTo>
                    <a:pt x="49" y="352"/>
                    <a:pt x="81" y="336"/>
                    <a:pt x="102" y="320"/>
                  </a:cubicBezTo>
                  <a:cubicBezTo>
                    <a:pt x="150" y="287"/>
                    <a:pt x="219" y="251"/>
                    <a:pt x="283" y="219"/>
                  </a:cubicBezTo>
                  <a:cubicBezTo>
                    <a:pt x="384" y="150"/>
                    <a:pt x="505" y="85"/>
                    <a:pt x="606" y="33"/>
                  </a:cubicBezTo>
                  <a:cubicBezTo>
                    <a:pt x="623" y="17"/>
                    <a:pt x="639" y="17"/>
                    <a:pt x="655" y="17"/>
                  </a:cubicBezTo>
                  <a:lnTo>
                    <a:pt x="655" y="1"/>
                  </a:lnTo>
                  <a:close/>
                  <a:moveTo>
                    <a:pt x="33" y="352"/>
                  </a:moveTo>
                  <a:cubicBezTo>
                    <a:pt x="17" y="352"/>
                    <a:pt x="17" y="352"/>
                    <a:pt x="1" y="372"/>
                  </a:cubicBezTo>
                  <a:lnTo>
                    <a:pt x="17" y="372"/>
                  </a:lnTo>
                  <a:cubicBezTo>
                    <a:pt x="17" y="372"/>
                    <a:pt x="33" y="372"/>
                    <a:pt x="33" y="3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0"/>
            <p:cNvSpPr/>
            <p:nvPr/>
          </p:nvSpPr>
          <p:spPr>
            <a:xfrm>
              <a:off x="1704048" y="737087"/>
              <a:ext cx="23739" cy="14899"/>
            </a:xfrm>
            <a:custGeom>
              <a:rect b="b" l="l" r="r" t="t"/>
              <a:pathLst>
                <a:path extrusionOk="0" h="150" w="239">
                  <a:moveTo>
                    <a:pt x="218" y="0"/>
                  </a:moveTo>
                  <a:lnTo>
                    <a:pt x="0" y="134"/>
                  </a:lnTo>
                  <a:lnTo>
                    <a:pt x="0" y="150"/>
                  </a:lnTo>
                  <a:lnTo>
                    <a:pt x="16" y="150"/>
                  </a:lnTo>
                  <a:lnTo>
                    <a:pt x="238" y="16"/>
                  </a:lnTo>
                  <a:lnTo>
                    <a:pt x="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0"/>
            <p:cNvSpPr/>
            <p:nvPr/>
          </p:nvSpPr>
          <p:spPr>
            <a:xfrm>
              <a:off x="2213982" y="942491"/>
              <a:ext cx="98828" cy="28606"/>
            </a:xfrm>
            <a:custGeom>
              <a:rect b="b" l="l" r="r" t="t"/>
              <a:pathLst>
                <a:path extrusionOk="0" h="288" w="995">
                  <a:moveTo>
                    <a:pt x="1" y="1"/>
                  </a:moveTo>
                  <a:cubicBezTo>
                    <a:pt x="33" y="17"/>
                    <a:pt x="53" y="17"/>
                    <a:pt x="85" y="33"/>
                  </a:cubicBezTo>
                  <a:cubicBezTo>
                    <a:pt x="102" y="33"/>
                    <a:pt x="134" y="33"/>
                    <a:pt x="170" y="53"/>
                  </a:cubicBezTo>
                  <a:cubicBezTo>
                    <a:pt x="203" y="69"/>
                    <a:pt x="255" y="69"/>
                    <a:pt x="304" y="85"/>
                  </a:cubicBezTo>
                  <a:cubicBezTo>
                    <a:pt x="320" y="85"/>
                    <a:pt x="336" y="102"/>
                    <a:pt x="356" y="102"/>
                  </a:cubicBezTo>
                  <a:cubicBezTo>
                    <a:pt x="388" y="102"/>
                    <a:pt x="405" y="118"/>
                    <a:pt x="437" y="118"/>
                  </a:cubicBezTo>
                  <a:cubicBezTo>
                    <a:pt x="405" y="102"/>
                    <a:pt x="388" y="102"/>
                    <a:pt x="356" y="85"/>
                  </a:cubicBezTo>
                  <a:cubicBezTo>
                    <a:pt x="336" y="85"/>
                    <a:pt x="320" y="85"/>
                    <a:pt x="304" y="69"/>
                  </a:cubicBezTo>
                  <a:cubicBezTo>
                    <a:pt x="255" y="69"/>
                    <a:pt x="219" y="53"/>
                    <a:pt x="170" y="33"/>
                  </a:cubicBezTo>
                  <a:cubicBezTo>
                    <a:pt x="134" y="33"/>
                    <a:pt x="118" y="17"/>
                    <a:pt x="85" y="17"/>
                  </a:cubicBezTo>
                  <a:cubicBezTo>
                    <a:pt x="69" y="1"/>
                    <a:pt x="33" y="1"/>
                    <a:pt x="1" y="1"/>
                  </a:cubicBezTo>
                  <a:close/>
                  <a:moveTo>
                    <a:pt x="437" y="118"/>
                  </a:moveTo>
                  <a:cubicBezTo>
                    <a:pt x="489" y="134"/>
                    <a:pt x="558" y="154"/>
                    <a:pt x="607" y="170"/>
                  </a:cubicBezTo>
                  <a:cubicBezTo>
                    <a:pt x="639" y="186"/>
                    <a:pt x="691" y="203"/>
                    <a:pt x="724" y="203"/>
                  </a:cubicBezTo>
                  <a:cubicBezTo>
                    <a:pt x="691" y="186"/>
                    <a:pt x="639" y="170"/>
                    <a:pt x="607" y="154"/>
                  </a:cubicBezTo>
                  <a:cubicBezTo>
                    <a:pt x="558" y="134"/>
                    <a:pt x="489" y="118"/>
                    <a:pt x="437" y="118"/>
                  </a:cubicBezTo>
                  <a:close/>
                  <a:moveTo>
                    <a:pt x="724" y="203"/>
                  </a:moveTo>
                  <a:cubicBezTo>
                    <a:pt x="776" y="219"/>
                    <a:pt x="825" y="235"/>
                    <a:pt x="877" y="255"/>
                  </a:cubicBezTo>
                  <a:cubicBezTo>
                    <a:pt x="909" y="271"/>
                    <a:pt x="942" y="271"/>
                    <a:pt x="994" y="287"/>
                  </a:cubicBezTo>
                  <a:lnTo>
                    <a:pt x="994" y="271"/>
                  </a:lnTo>
                  <a:cubicBezTo>
                    <a:pt x="942" y="271"/>
                    <a:pt x="909" y="255"/>
                    <a:pt x="877" y="235"/>
                  </a:cubicBezTo>
                  <a:cubicBezTo>
                    <a:pt x="825" y="219"/>
                    <a:pt x="776" y="203"/>
                    <a:pt x="724"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0"/>
            <p:cNvSpPr/>
            <p:nvPr/>
          </p:nvSpPr>
          <p:spPr>
            <a:xfrm>
              <a:off x="2703853" y="574591"/>
              <a:ext cx="25030" cy="10131"/>
            </a:xfrm>
            <a:custGeom>
              <a:rect b="b" l="l" r="r" t="t"/>
              <a:pathLst>
                <a:path extrusionOk="0" h="102" w="252">
                  <a:moveTo>
                    <a:pt x="1" y="0"/>
                  </a:moveTo>
                  <a:lnTo>
                    <a:pt x="1" y="20"/>
                  </a:lnTo>
                  <a:lnTo>
                    <a:pt x="235" y="101"/>
                  </a:lnTo>
                  <a:lnTo>
                    <a:pt x="251" y="101"/>
                  </a:lnTo>
                  <a:lnTo>
                    <a:pt x="251" y="85"/>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0"/>
            <p:cNvSpPr/>
            <p:nvPr/>
          </p:nvSpPr>
          <p:spPr>
            <a:xfrm>
              <a:off x="2595192" y="842173"/>
              <a:ext cx="128825" cy="38637"/>
            </a:xfrm>
            <a:custGeom>
              <a:rect b="b" l="l" r="r" t="t"/>
              <a:pathLst>
                <a:path extrusionOk="0" h="389" w="1297">
                  <a:moveTo>
                    <a:pt x="0" y="1"/>
                  </a:moveTo>
                  <a:lnTo>
                    <a:pt x="0" y="17"/>
                  </a:lnTo>
                  <a:lnTo>
                    <a:pt x="53" y="17"/>
                  </a:lnTo>
                  <a:cubicBezTo>
                    <a:pt x="134" y="53"/>
                    <a:pt x="235" y="86"/>
                    <a:pt x="319" y="102"/>
                  </a:cubicBezTo>
                  <a:cubicBezTo>
                    <a:pt x="404" y="134"/>
                    <a:pt x="473" y="154"/>
                    <a:pt x="538" y="170"/>
                  </a:cubicBezTo>
                  <a:cubicBezTo>
                    <a:pt x="558" y="170"/>
                    <a:pt x="574" y="187"/>
                    <a:pt x="590" y="187"/>
                  </a:cubicBezTo>
                  <a:cubicBezTo>
                    <a:pt x="606" y="187"/>
                    <a:pt x="639" y="203"/>
                    <a:pt x="675" y="203"/>
                  </a:cubicBezTo>
                  <a:cubicBezTo>
                    <a:pt x="639" y="187"/>
                    <a:pt x="622" y="187"/>
                    <a:pt x="590" y="170"/>
                  </a:cubicBezTo>
                  <a:cubicBezTo>
                    <a:pt x="574" y="170"/>
                    <a:pt x="558" y="170"/>
                    <a:pt x="538" y="154"/>
                  </a:cubicBezTo>
                  <a:cubicBezTo>
                    <a:pt x="473" y="134"/>
                    <a:pt x="404" y="118"/>
                    <a:pt x="336" y="102"/>
                  </a:cubicBezTo>
                  <a:cubicBezTo>
                    <a:pt x="235" y="69"/>
                    <a:pt x="154" y="33"/>
                    <a:pt x="53" y="1"/>
                  </a:cubicBezTo>
                  <a:close/>
                  <a:moveTo>
                    <a:pt x="675" y="203"/>
                  </a:moveTo>
                  <a:cubicBezTo>
                    <a:pt x="691" y="219"/>
                    <a:pt x="707" y="219"/>
                    <a:pt x="723" y="219"/>
                  </a:cubicBezTo>
                  <a:cubicBezTo>
                    <a:pt x="739" y="235"/>
                    <a:pt x="776" y="235"/>
                    <a:pt x="808" y="255"/>
                  </a:cubicBezTo>
                  <a:cubicBezTo>
                    <a:pt x="840" y="271"/>
                    <a:pt x="877" y="271"/>
                    <a:pt x="909" y="287"/>
                  </a:cubicBezTo>
                  <a:cubicBezTo>
                    <a:pt x="994" y="304"/>
                    <a:pt x="1079" y="336"/>
                    <a:pt x="1164" y="356"/>
                  </a:cubicBezTo>
                  <a:cubicBezTo>
                    <a:pt x="1180" y="372"/>
                    <a:pt x="1196" y="372"/>
                    <a:pt x="1196" y="372"/>
                  </a:cubicBezTo>
                  <a:cubicBezTo>
                    <a:pt x="1228" y="388"/>
                    <a:pt x="1244" y="388"/>
                    <a:pt x="1281" y="388"/>
                  </a:cubicBezTo>
                  <a:lnTo>
                    <a:pt x="1297" y="388"/>
                  </a:lnTo>
                  <a:lnTo>
                    <a:pt x="1297" y="372"/>
                  </a:lnTo>
                  <a:cubicBezTo>
                    <a:pt x="1288" y="377"/>
                    <a:pt x="1278" y="379"/>
                    <a:pt x="1268" y="379"/>
                  </a:cubicBezTo>
                  <a:cubicBezTo>
                    <a:pt x="1245" y="379"/>
                    <a:pt x="1224" y="368"/>
                    <a:pt x="1212" y="356"/>
                  </a:cubicBezTo>
                  <a:lnTo>
                    <a:pt x="1180" y="356"/>
                  </a:lnTo>
                  <a:cubicBezTo>
                    <a:pt x="1095" y="320"/>
                    <a:pt x="994" y="304"/>
                    <a:pt x="909" y="271"/>
                  </a:cubicBezTo>
                  <a:cubicBezTo>
                    <a:pt x="877" y="271"/>
                    <a:pt x="840" y="255"/>
                    <a:pt x="808" y="235"/>
                  </a:cubicBezTo>
                  <a:cubicBezTo>
                    <a:pt x="776" y="219"/>
                    <a:pt x="760" y="219"/>
                    <a:pt x="723"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0"/>
            <p:cNvSpPr/>
            <p:nvPr/>
          </p:nvSpPr>
          <p:spPr>
            <a:xfrm>
              <a:off x="1755796" y="558103"/>
              <a:ext cx="189015" cy="126937"/>
            </a:xfrm>
            <a:custGeom>
              <a:rect b="b" l="l" r="r" t="t"/>
              <a:pathLst>
                <a:path extrusionOk="0" h="1278" w="1903">
                  <a:moveTo>
                    <a:pt x="1903" y="1"/>
                  </a:moveTo>
                  <a:cubicBezTo>
                    <a:pt x="1871" y="1"/>
                    <a:pt x="1838" y="17"/>
                    <a:pt x="1818" y="33"/>
                  </a:cubicBezTo>
                  <a:cubicBezTo>
                    <a:pt x="1753" y="85"/>
                    <a:pt x="1669" y="134"/>
                    <a:pt x="1600" y="186"/>
                  </a:cubicBezTo>
                  <a:cubicBezTo>
                    <a:pt x="1483" y="267"/>
                    <a:pt x="1366" y="352"/>
                    <a:pt x="1232" y="437"/>
                  </a:cubicBezTo>
                  <a:cubicBezTo>
                    <a:pt x="1131" y="522"/>
                    <a:pt x="1010" y="590"/>
                    <a:pt x="893" y="671"/>
                  </a:cubicBezTo>
                  <a:cubicBezTo>
                    <a:pt x="828" y="724"/>
                    <a:pt x="744" y="772"/>
                    <a:pt x="675" y="825"/>
                  </a:cubicBezTo>
                  <a:cubicBezTo>
                    <a:pt x="525" y="926"/>
                    <a:pt x="356" y="1043"/>
                    <a:pt x="202" y="1144"/>
                  </a:cubicBezTo>
                  <a:lnTo>
                    <a:pt x="69" y="1229"/>
                  </a:lnTo>
                  <a:cubicBezTo>
                    <a:pt x="53" y="1245"/>
                    <a:pt x="37" y="1261"/>
                    <a:pt x="20" y="1261"/>
                  </a:cubicBezTo>
                  <a:lnTo>
                    <a:pt x="0" y="1277"/>
                  </a:lnTo>
                  <a:lnTo>
                    <a:pt x="20" y="1277"/>
                  </a:lnTo>
                  <a:cubicBezTo>
                    <a:pt x="37" y="1277"/>
                    <a:pt x="69" y="1261"/>
                    <a:pt x="85" y="1245"/>
                  </a:cubicBezTo>
                  <a:lnTo>
                    <a:pt x="222" y="1160"/>
                  </a:lnTo>
                  <a:cubicBezTo>
                    <a:pt x="372" y="1043"/>
                    <a:pt x="525" y="942"/>
                    <a:pt x="675" y="841"/>
                  </a:cubicBezTo>
                  <a:cubicBezTo>
                    <a:pt x="760" y="792"/>
                    <a:pt x="828" y="740"/>
                    <a:pt x="909" y="671"/>
                  </a:cubicBezTo>
                  <a:cubicBezTo>
                    <a:pt x="1010" y="607"/>
                    <a:pt x="1131" y="522"/>
                    <a:pt x="1249" y="453"/>
                  </a:cubicBezTo>
                  <a:cubicBezTo>
                    <a:pt x="1366" y="368"/>
                    <a:pt x="1483" y="287"/>
                    <a:pt x="1600" y="203"/>
                  </a:cubicBezTo>
                  <a:cubicBezTo>
                    <a:pt x="1685" y="150"/>
                    <a:pt x="1753" y="102"/>
                    <a:pt x="1818" y="49"/>
                  </a:cubicBezTo>
                  <a:lnTo>
                    <a:pt x="1838" y="49"/>
                  </a:lnTo>
                  <a:cubicBezTo>
                    <a:pt x="1854" y="33"/>
                    <a:pt x="1871" y="17"/>
                    <a:pt x="1903" y="17"/>
                  </a:cubicBezTo>
                  <a:lnTo>
                    <a:pt x="19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0"/>
            <p:cNvSpPr/>
            <p:nvPr/>
          </p:nvSpPr>
          <p:spPr>
            <a:xfrm>
              <a:off x="2623698" y="552938"/>
              <a:ext cx="31784" cy="222389"/>
            </a:xfrm>
            <a:custGeom>
              <a:rect b="b" l="l" r="r" t="t"/>
              <a:pathLst>
                <a:path extrusionOk="0" h="2239" w="320">
                  <a:moveTo>
                    <a:pt x="0" y="0"/>
                  </a:moveTo>
                  <a:cubicBezTo>
                    <a:pt x="0" y="36"/>
                    <a:pt x="16" y="53"/>
                    <a:pt x="16" y="85"/>
                  </a:cubicBezTo>
                  <a:lnTo>
                    <a:pt x="16" y="0"/>
                  </a:lnTo>
                  <a:close/>
                  <a:moveTo>
                    <a:pt x="16" y="85"/>
                  </a:moveTo>
                  <a:lnTo>
                    <a:pt x="16" y="117"/>
                  </a:lnTo>
                  <a:cubicBezTo>
                    <a:pt x="32" y="170"/>
                    <a:pt x="32" y="238"/>
                    <a:pt x="49" y="303"/>
                  </a:cubicBezTo>
                  <a:cubicBezTo>
                    <a:pt x="49" y="238"/>
                    <a:pt x="32" y="170"/>
                    <a:pt x="32" y="117"/>
                  </a:cubicBezTo>
                  <a:cubicBezTo>
                    <a:pt x="32" y="101"/>
                    <a:pt x="32" y="85"/>
                    <a:pt x="16" y="85"/>
                  </a:cubicBezTo>
                  <a:close/>
                  <a:moveTo>
                    <a:pt x="49" y="303"/>
                  </a:moveTo>
                  <a:lnTo>
                    <a:pt x="49" y="372"/>
                  </a:lnTo>
                  <a:cubicBezTo>
                    <a:pt x="49" y="404"/>
                    <a:pt x="69" y="440"/>
                    <a:pt x="69" y="473"/>
                  </a:cubicBezTo>
                  <a:cubicBezTo>
                    <a:pt x="69" y="521"/>
                    <a:pt x="69" y="558"/>
                    <a:pt x="85" y="606"/>
                  </a:cubicBezTo>
                  <a:lnTo>
                    <a:pt x="85" y="675"/>
                  </a:lnTo>
                  <a:cubicBezTo>
                    <a:pt x="101" y="691"/>
                    <a:pt x="101" y="723"/>
                    <a:pt x="101" y="743"/>
                  </a:cubicBezTo>
                  <a:lnTo>
                    <a:pt x="101" y="808"/>
                  </a:lnTo>
                  <a:cubicBezTo>
                    <a:pt x="117" y="824"/>
                    <a:pt x="117" y="861"/>
                    <a:pt x="117" y="877"/>
                  </a:cubicBezTo>
                  <a:cubicBezTo>
                    <a:pt x="117" y="909"/>
                    <a:pt x="133" y="945"/>
                    <a:pt x="133" y="962"/>
                  </a:cubicBezTo>
                  <a:lnTo>
                    <a:pt x="133" y="1026"/>
                  </a:lnTo>
                  <a:cubicBezTo>
                    <a:pt x="133" y="1046"/>
                    <a:pt x="150" y="1079"/>
                    <a:pt x="150" y="1095"/>
                  </a:cubicBezTo>
                  <a:cubicBezTo>
                    <a:pt x="150" y="1127"/>
                    <a:pt x="150" y="1163"/>
                    <a:pt x="170" y="1196"/>
                  </a:cubicBezTo>
                  <a:lnTo>
                    <a:pt x="170" y="1095"/>
                  </a:lnTo>
                  <a:cubicBezTo>
                    <a:pt x="150" y="1079"/>
                    <a:pt x="150" y="1046"/>
                    <a:pt x="150" y="1026"/>
                  </a:cubicBezTo>
                  <a:lnTo>
                    <a:pt x="150" y="962"/>
                  </a:lnTo>
                  <a:cubicBezTo>
                    <a:pt x="133" y="925"/>
                    <a:pt x="133" y="909"/>
                    <a:pt x="133" y="877"/>
                  </a:cubicBezTo>
                  <a:cubicBezTo>
                    <a:pt x="133" y="844"/>
                    <a:pt x="117" y="824"/>
                    <a:pt x="117" y="808"/>
                  </a:cubicBezTo>
                  <a:lnTo>
                    <a:pt x="117" y="743"/>
                  </a:lnTo>
                  <a:cubicBezTo>
                    <a:pt x="117" y="707"/>
                    <a:pt x="101" y="691"/>
                    <a:pt x="101" y="675"/>
                  </a:cubicBezTo>
                  <a:lnTo>
                    <a:pt x="101" y="606"/>
                  </a:lnTo>
                  <a:cubicBezTo>
                    <a:pt x="85" y="558"/>
                    <a:pt x="85" y="521"/>
                    <a:pt x="85" y="473"/>
                  </a:cubicBezTo>
                  <a:cubicBezTo>
                    <a:pt x="69" y="440"/>
                    <a:pt x="69" y="404"/>
                    <a:pt x="69" y="372"/>
                  </a:cubicBezTo>
                  <a:cubicBezTo>
                    <a:pt x="69" y="356"/>
                    <a:pt x="49" y="319"/>
                    <a:pt x="49" y="303"/>
                  </a:cubicBezTo>
                  <a:close/>
                  <a:moveTo>
                    <a:pt x="170" y="1196"/>
                  </a:moveTo>
                  <a:lnTo>
                    <a:pt x="170" y="1264"/>
                  </a:lnTo>
                  <a:cubicBezTo>
                    <a:pt x="170" y="1297"/>
                    <a:pt x="186" y="1329"/>
                    <a:pt x="186" y="1365"/>
                  </a:cubicBezTo>
                  <a:cubicBezTo>
                    <a:pt x="186" y="1398"/>
                    <a:pt x="202" y="1450"/>
                    <a:pt x="202" y="1483"/>
                  </a:cubicBezTo>
                  <a:cubicBezTo>
                    <a:pt x="202" y="1531"/>
                    <a:pt x="218" y="1600"/>
                    <a:pt x="218" y="1652"/>
                  </a:cubicBezTo>
                  <a:cubicBezTo>
                    <a:pt x="234" y="1685"/>
                    <a:pt x="234" y="1733"/>
                    <a:pt x="234" y="1769"/>
                  </a:cubicBezTo>
                  <a:cubicBezTo>
                    <a:pt x="251" y="1834"/>
                    <a:pt x="251" y="1903"/>
                    <a:pt x="271" y="1971"/>
                  </a:cubicBezTo>
                  <a:cubicBezTo>
                    <a:pt x="271" y="2004"/>
                    <a:pt x="271" y="2056"/>
                    <a:pt x="287" y="2089"/>
                  </a:cubicBezTo>
                  <a:lnTo>
                    <a:pt x="287" y="1971"/>
                  </a:lnTo>
                  <a:cubicBezTo>
                    <a:pt x="271" y="1903"/>
                    <a:pt x="271" y="1834"/>
                    <a:pt x="251" y="1769"/>
                  </a:cubicBezTo>
                  <a:cubicBezTo>
                    <a:pt x="251" y="1733"/>
                    <a:pt x="234" y="1685"/>
                    <a:pt x="234" y="1652"/>
                  </a:cubicBezTo>
                  <a:cubicBezTo>
                    <a:pt x="234" y="1600"/>
                    <a:pt x="218" y="1531"/>
                    <a:pt x="218" y="1483"/>
                  </a:cubicBezTo>
                  <a:cubicBezTo>
                    <a:pt x="202" y="1430"/>
                    <a:pt x="202" y="1398"/>
                    <a:pt x="202" y="1365"/>
                  </a:cubicBezTo>
                  <a:cubicBezTo>
                    <a:pt x="202" y="1329"/>
                    <a:pt x="186" y="1297"/>
                    <a:pt x="186" y="1264"/>
                  </a:cubicBezTo>
                  <a:cubicBezTo>
                    <a:pt x="186" y="1248"/>
                    <a:pt x="186" y="1212"/>
                    <a:pt x="170" y="1196"/>
                  </a:cubicBezTo>
                  <a:close/>
                  <a:moveTo>
                    <a:pt x="287" y="2089"/>
                  </a:moveTo>
                  <a:cubicBezTo>
                    <a:pt x="287" y="2121"/>
                    <a:pt x="287" y="2157"/>
                    <a:pt x="303" y="2190"/>
                  </a:cubicBezTo>
                  <a:cubicBezTo>
                    <a:pt x="303" y="2157"/>
                    <a:pt x="303" y="2121"/>
                    <a:pt x="287" y="2089"/>
                  </a:cubicBezTo>
                  <a:close/>
                  <a:moveTo>
                    <a:pt x="303" y="2190"/>
                  </a:moveTo>
                  <a:lnTo>
                    <a:pt x="303" y="2222"/>
                  </a:lnTo>
                  <a:lnTo>
                    <a:pt x="303" y="2238"/>
                  </a:lnTo>
                  <a:lnTo>
                    <a:pt x="319" y="2238"/>
                  </a:lnTo>
                  <a:lnTo>
                    <a:pt x="319" y="2222"/>
                  </a:lnTo>
                  <a:cubicBezTo>
                    <a:pt x="319" y="2206"/>
                    <a:pt x="303" y="2206"/>
                    <a:pt x="303" y="21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0"/>
            <p:cNvSpPr/>
            <p:nvPr/>
          </p:nvSpPr>
          <p:spPr>
            <a:xfrm>
              <a:off x="1828005" y="797278"/>
              <a:ext cx="120481" cy="61879"/>
            </a:xfrm>
            <a:custGeom>
              <a:rect b="b" l="l" r="r" t="t"/>
              <a:pathLst>
                <a:path extrusionOk="0" h="623" w="1213">
                  <a:moveTo>
                    <a:pt x="1192" y="0"/>
                  </a:moveTo>
                  <a:cubicBezTo>
                    <a:pt x="1160" y="0"/>
                    <a:pt x="1127" y="16"/>
                    <a:pt x="1091" y="33"/>
                  </a:cubicBezTo>
                  <a:lnTo>
                    <a:pt x="1075" y="49"/>
                  </a:lnTo>
                  <a:cubicBezTo>
                    <a:pt x="974" y="101"/>
                    <a:pt x="857" y="166"/>
                    <a:pt x="772" y="218"/>
                  </a:cubicBezTo>
                  <a:lnTo>
                    <a:pt x="1075" y="65"/>
                  </a:lnTo>
                  <a:cubicBezTo>
                    <a:pt x="1091" y="49"/>
                    <a:pt x="1091" y="49"/>
                    <a:pt x="1111" y="49"/>
                  </a:cubicBezTo>
                  <a:cubicBezTo>
                    <a:pt x="1144" y="33"/>
                    <a:pt x="1160" y="16"/>
                    <a:pt x="1192" y="16"/>
                  </a:cubicBezTo>
                  <a:lnTo>
                    <a:pt x="1212" y="16"/>
                  </a:lnTo>
                  <a:lnTo>
                    <a:pt x="1192" y="0"/>
                  </a:lnTo>
                  <a:close/>
                  <a:moveTo>
                    <a:pt x="772" y="218"/>
                  </a:moveTo>
                  <a:lnTo>
                    <a:pt x="772" y="218"/>
                  </a:lnTo>
                  <a:cubicBezTo>
                    <a:pt x="687" y="251"/>
                    <a:pt x="623" y="283"/>
                    <a:pt x="554" y="319"/>
                  </a:cubicBezTo>
                  <a:cubicBezTo>
                    <a:pt x="469" y="368"/>
                    <a:pt x="384" y="420"/>
                    <a:pt x="283" y="469"/>
                  </a:cubicBezTo>
                  <a:cubicBezTo>
                    <a:pt x="384" y="437"/>
                    <a:pt x="469" y="384"/>
                    <a:pt x="570" y="336"/>
                  </a:cubicBezTo>
                  <a:cubicBezTo>
                    <a:pt x="639" y="303"/>
                    <a:pt x="707" y="267"/>
                    <a:pt x="772" y="218"/>
                  </a:cubicBezTo>
                  <a:close/>
                  <a:moveTo>
                    <a:pt x="283" y="469"/>
                  </a:moveTo>
                  <a:lnTo>
                    <a:pt x="283" y="469"/>
                  </a:lnTo>
                  <a:cubicBezTo>
                    <a:pt x="219" y="505"/>
                    <a:pt x="134" y="538"/>
                    <a:pt x="65" y="586"/>
                  </a:cubicBezTo>
                  <a:cubicBezTo>
                    <a:pt x="134" y="554"/>
                    <a:pt x="219" y="521"/>
                    <a:pt x="283" y="469"/>
                  </a:cubicBezTo>
                  <a:close/>
                  <a:moveTo>
                    <a:pt x="65" y="586"/>
                  </a:moveTo>
                  <a:cubicBezTo>
                    <a:pt x="49" y="586"/>
                    <a:pt x="33" y="606"/>
                    <a:pt x="17" y="606"/>
                  </a:cubicBezTo>
                  <a:lnTo>
                    <a:pt x="0" y="622"/>
                  </a:lnTo>
                  <a:lnTo>
                    <a:pt x="33" y="622"/>
                  </a:lnTo>
                  <a:lnTo>
                    <a:pt x="65" y="58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0"/>
            <p:cNvSpPr/>
            <p:nvPr/>
          </p:nvSpPr>
          <p:spPr>
            <a:xfrm>
              <a:off x="2372902" y="456196"/>
              <a:ext cx="73501" cy="28208"/>
            </a:xfrm>
            <a:custGeom>
              <a:rect b="b" l="l" r="r" t="t"/>
              <a:pathLst>
                <a:path extrusionOk="0" h="284" w="740">
                  <a:moveTo>
                    <a:pt x="0" y="1"/>
                  </a:moveTo>
                  <a:lnTo>
                    <a:pt x="0" y="17"/>
                  </a:lnTo>
                  <a:cubicBezTo>
                    <a:pt x="69" y="33"/>
                    <a:pt x="150" y="65"/>
                    <a:pt x="218" y="102"/>
                  </a:cubicBezTo>
                  <a:cubicBezTo>
                    <a:pt x="271" y="118"/>
                    <a:pt x="303" y="134"/>
                    <a:pt x="336" y="134"/>
                  </a:cubicBezTo>
                  <a:cubicBezTo>
                    <a:pt x="303" y="118"/>
                    <a:pt x="271" y="102"/>
                    <a:pt x="235" y="81"/>
                  </a:cubicBezTo>
                  <a:cubicBezTo>
                    <a:pt x="150" y="49"/>
                    <a:pt x="85" y="33"/>
                    <a:pt x="0" y="1"/>
                  </a:cubicBezTo>
                  <a:close/>
                  <a:moveTo>
                    <a:pt x="336" y="134"/>
                  </a:moveTo>
                  <a:cubicBezTo>
                    <a:pt x="388" y="150"/>
                    <a:pt x="437" y="166"/>
                    <a:pt x="489" y="202"/>
                  </a:cubicBezTo>
                  <a:cubicBezTo>
                    <a:pt x="554" y="219"/>
                    <a:pt x="622" y="251"/>
                    <a:pt x="707" y="267"/>
                  </a:cubicBezTo>
                  <a:cubicBezTo>
                    <a:pt x="639" y="235"/>
                    <a:pt x="554" y="219"/>
                    <a:pt x="489" y="182"/>
                  </a:cubicBezTo>
                  <a:cubicBezTo>
                    <a:pt x="437" y="166"/>
                    <a:pt x="388" y="150"/>
                    <a:pt x="336" y="134"/>
                  </a:cubicBezTo>
                  <a:close/>
                  <a:moveTo>
                    <a:pt x="707" y="267"/>
                  </a:moveTo>
                  <a:cubicBezTo>
                    <a:pt x="707" y="283"/>
                    <a:pt x="723" y="283"/>
                    <a:pt x="723" y="283"/>
                  </a:cubicBezTo>
                  <a:lnTo>
                    <a:pt x="740" y="283"/>
                  </a:lnTo>
                  <a:lnTo>
                    <a:pt x="740"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0"/>
            <p:cNvSpPr/>
            <p:nvPr/>
          </p:nvSpPr>
          <p:spPr>
            <a:xfrm>
              <a:off x="1936369" y="24827"/>
              <a:ext cx="6853" cy="197160"/>
            </a:xfrm>
            <a:custGeom>
              <a:rect b="b" l="l" r="r" t="t"/>
              <a:pathLst>
                <a:path extrusionOk="0" h="1985" w="69">
                  <a:moveTo>
                    <a:pt x="0" y="1"/>
                  </a:moveTo>
                  <a:lnTo>
                    <a:pt x="0" y="17"/>
                  </a:lnTo>
                  <a:cubicBezTo>
                    <a:pt x="20" y="33"/>
                    <a:pt x="20" y="65"/>
                    <a:pt x="20" y="102"/>
                  </a:cubicBezTo>
                  <a:lnTo>
                    <a:pt x="20" y="183"/>
                  </a:lnTo>
                  <a:lnTo>
                    <a:pt x="20" y="320"/>
                  </a:lnTo>
                  <a:lnTo>
                    <a:pt x="20" y="368"/>
                  </a:lnTo>
                  <a:lnTo>
                    <a:pt x="20" y="587"/>
                  </a:lnTo>
                  <a:cubicBezTo>
                    <a:pt x="20" y="688"/>
                    <a:pt x="20" y="825"/>
                    <a:pt x="36" y="942"/>
                  </a:cubicBezTo>
                  <a:lnTo>
                    <a:pt x="36" y="587"/>
                  </a:lnTo>
                  <a:lnTo>
                    <a:pt x="36" y="368"/>
                  </a:lnTo>
                  <a:lnTo>
                    <a:pt x="36" y="320"/>
                  </a:lnTo>
                  <a:lnTo>
                    <a:pt x="36" y="183"/>
                  </a:lnTo>
                  <a:lnTo>
                    <a:pt x="36" y="102"/>
                  </a:lnTo>
                  <a:cubicBezTo>
                    <a:pt x="36" y="65"/>
                    <a:pt x="36" y="33"/>
                    <a:pt x="20" y="17"/>
                  </a:cubicBezTo>
                  <a:lnTo>
                    <a:pt x="0" y="1"/>
                  </a:lnTo>
                  <a:close/>
                  <a:moveTo>
                    <a:pt x="36" y="942"/>
                  </a:moveTo>
                  <a:lnTo>
                    <a:pt x="36" y="1193"/>
                  </a:lnTo>
                  <a:lnTo>
                    <a:pt x="36" y="1431"/>
                  </a:lnTo>
                  <a:lnTo>
                    <a:pt x="36" y="1496"/>
                  </a:lnTo>
                  <a:cubicBezTo>
                    <a:pt x="36" y="1564"/>
                    <a:pt x="36" y="1617"/>
                    <a:pt x="53" y="1681"/>
                  </a:cubicBezTo>
                  <a:lnTo>
                    <a:pt x="53" y="1496"/>
                  </a:lnTo>
                  <a:lnTo>
                    <a:pt x="53" y="1431"/>
                  </a:lnTo>
                  <a:lnTo>
                    <a:pt x="53" y="1193"/>
                  </a:lnTo>
                  <a:cubicBezTo>
                    <a:pt x="53" y="1112"/>
                    <a:pt x="53" y="1027"/>
                    <a:pt x="36" y="942"/>
                  </a:cubicBezTo>
                  <a:close/>
                  <a:moveTo>
                    <a:pt x="53" y="1681"/>
                  </a:moveTo>
                  <a:lnTo>
                    <a:pt x="53" y="1681"/>
                  </a:lnTo>
                  <a:cubicBezTo>
                    <a:pt x="20" y="1718"/>
                    <a:pt x="36" y="1734"/>
                    <a:pt x="36" y="1766"/>
                  </a:cubicBezTo>
                  <a:cubicBezTo>
                    <a:pt x="53" y="1782"/>
                    <a:pt x="53" y="1782"/>
                    <a:pt x="53" y="1799"/>
                  </a:cubicBezTo>
                  <a:lnTo>
                    <a:pt x="53" y="1819"/>
                  </a:lnTo>
                  <a:lnTo>
                    <a:pt x="69" y="1799"/>
                  </a:lnTo>
                  <a:cubicBezTo>
                    <a:pt x="53" y="1782"/>
                    <a:pt x="53" y="1766"/>
                    <a:pt x="53" y="1766"/>
                  </a:cubicBezTo>
                  <a:cubicBezTo>
                    <a:pt x="53" y="1734"/>
                    <a:pt x="36" y="1718"/>
                    <a:pt x="53" y="1681"/>
                  </a:cubicBezTo>
                  <a:close/>
                  <a:moveTo>
                    <a:pt x="53" y="1819"/>
                  </a:moveTo>
                  <a:cubicBezTo>
                    <a:pt x="36" y="1851"/>
                    <a:pt x="36" y="1883"/>
                    <a:pt x="36" y="1920"/>
                  </a:cubicBezTo>
                  <a:cubicBezTo>
                    <a:pt x="36" y="1936"/>
                    <a:pt x="53" y="1952"/>
                    <a:pt x="53" y="1952"/>
                  </a:cubicBezTo>
                  <a:lnTo>
                    <a:pt x="53" y="1900"/>
                  </a:lnTo>
                  <a:cubicBezTo>
                    <a:pt x="53" y="1883"/>
                    <a:pt x="36" y="1851"/>
                    <a:pt x="53" y="1819"/>
                  </a:cubicBezTo>
                  <a:close/>
                  <a:moveTo>
                    <a:pt x="53" y="1968"/>
                  </a:moveTo>
                  <a:lnTo>
                    <a:pt x="53" y="1984"/>
                  </a:lnTo>
                  <a:lnTo>
                    <a:pt x="69" y="196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0"/>
            <p:cNvSpPr/>
            <p:nvPr/>
          </p:nvSpPr>
          <p:spPr>
            <a:xfrm>
              <a:off x="1663920" y="788835"/>
              <a:ext cx="282580" cy="153755"/>
            </a:xfrm>
            <a:custGeom>
              <a:rect b="b" l="l" r="r" t="t"/>
              <a:pathLst>
                <a:path extrusionOk="0" h="1548" w="2845">
                  <a:moveTo>
                    <a:pt x="2844" y="0"/>
                  </a:moveTo>
                  <a:cubicBezTo>
                    <a:pt x="2812" y="0"/>
                    <a:pt x="2779" y="17"/>
                    <a:pt x="2743" y="33"/>
                  </a:cubicBezTo>
                  <a:cubicBezTo>
                    <a:pt x="2727" y="49"/>
                    <a:pt x="2727" y="49"/>
                    <a:pt x="2711" y="49"/>
                  </a:cubicBezTo>
                  <a:cubicBezTo>
                    <a:pt x="2610" y="101"/>
                    <a:pt x="2525" y="150"/>
                    <a:pt x="2424" y="219"/>
                  </a:cubicBezTo>
                  <a:lnTo>
                    <a:pt x="2727" y="65"/>
                  </a:lnTo>
                  <a:cubicBezTo>
                    <a:pt x="2727" y="65"/>
                    <a:pt x="2743" y="49"/>
                    <a:pt x="2763" y="49"/>
                  </a:cubicBezTo>
                  <a:cubicBezTo>
                    <a:pt x="2779" y="33"/>
                    <a:pt x="2812" y="17"/>
                    <a:pt x="2844" y="17"/>
                  </a:cubicBezTo>
                  <a:lnTo>
                    <a:pt x="2844" y="0"/>
                  </a:lnTo>
                  <a:close/>
                  <a:moveTo>
                    <a:pt x="2424" y="219"/>
                  </a:moveTo>
                  <a:lnTo>
                    <a:pt x="2424" y="219"/>
                  </a:lnTo>
                  <a:cubicBezTo>
                    <a:pt x="2375" y="235"/>
                    <a:pt x="2323" y="267"/>
                    <a:pt x="2275" y="303"/>
                  </a:cubicBezTo>
                  <a:cubicBezTo>
                    <a:pt x="2323" y="287"/>
                    <a:pt x="2375" y="251"/>
                    <a:pt x="2424" y="219"/>
                  </a:cubicBezTo>
                  <a:close/>
                  <a:moveTo>
                    <a:pt x="2275" y="303"/>
                  </a:moveTo>
                  <a:cubicBezTo>
                    <a:pt x="2206" y="320"/>
                    <a:pt x="2157" y="352"/>
                    <a:pt x="2089" y="388"/>
                  </a:cubicBezTo>
                  <a:cubicBezTo>
                    <a:pt x="1955" y="453"/>
                    <a:pt x="1818" y="538"/>
                    <a:pt x="1685" y="606"/>
                  </a:cubicBezTo>
                  <a:lnTo>
                    <a:pt x="1669" y="623"/>
                  </a:lnTo>
                  <a:cubicBezTo>
                    <a:pt x="1652" y="623"/>
                    <a:pt x="1616" y="639"/>
                    <a:pt x="1600" y="671"/>
                  </a:cubicBezTo>
                  <a:lnTo>
                    <a:pt x="1568" y="671"/>
                  </a:lnTo>
                  <a:cubicBezTo>
                    <a:pt x="1531" y="691"/>
                    <a:pt x="1483" y="707"/>
                    <a:pt x="1450" y="740"/>
                  </a:cubicBezTo>
                  <a:cubicBezTo>
                    <a:pt x="1483" y="724"/>
                    <a:pt x="1531" y="707"/>
                    <a:pt x="1584" y="691"/>
                  </a:cubicBezTo>
                  <a:cubicBezTo>
                    <a:pt x="1600" y="691"/>
                    <a:pt x="1616" y="691"/>
                    <a:pt x="1616" y="671"/>
                  </a:cubicBezTo>
                  <a:cubicBezTo>
                    <a:pt x="1632" y="655"/>
                    <a:pt x="1652" y="639"/>
                    <a:pt x="1685" y="623"/>
                  </a:cubicBezTo>
                  <a:lnTo>
                    <a:pt x="1701" y="623"/>
                  </a:lnTo>
                  <a:cubicBezTo>
                    <a:pt x="1834" y="538"/>
                    <a:pt x="1972" y="469"/>
                    <a:pt x="2105" y="404"/>
                  </a:cubicBezTo>
                  <a:cubicBezTo>
                    <a:pt x="2157" y="368"/>
                    <a:pt x="2206" y="336"/>
                    <a:pt x="2275" y="303"/>
                  </a:cubicBezTo>
                  <a:close/>
                  <a:moveTo>
                    <a:pt x="1450" y="740"/>
                  </a:moveTo>
                  <a:cubicBezTo>
                    <a:pt x="1430" y="740"/>
                    <a:pt x="1414" y="756"/>
                    <a:pt x="1398" y="756"/>
                  </a:cubicBezTo>
                  <a:cubicBezTo>
                    <a:pt x="1164" y="893"/>
                    <a:pt x="909" y="1026"/>
                    <a:pt x="659" y="1160"/>
                  </a:cubicBezTo>
                  <a:cubicBezTo>
                    <a:pt x="622" y="1176"/>
                    <a:pt x="574" y="1212"/>
                    <a:pt x="521" y="1228"/>
                  </a:cubicBezTo>
                  <a:cubicBezTo>
                    <a:pt x="473" y="1245"/>
                    <a:pt x="440" y="1277"/>
                    <a:pt x="388" y="1297"/>
                  </a:cubicBezTo>
                  <a:cubicBezTo>
                    <a:pt x="372" y="1313"/>
                    <a:pt x="339" y="1329"/>
                    <a:pt x="319" y="1329"/>
                  </a:cubicBezTo>
                  <a:cubicBezTo>
                    <a:pt x="255" y="1378"/>
                    <a:pt x="186" y="1414"/>
                    <a:pt x="117" y="1447"/>
                  </a:cubicBezTo>
                  <a:cubicBezTo>
                    <a:pt x="101" y="1447"/>
                    <a:pt x="101" y="1447"/>
                    <a:pt x="85" y="1463"/>
                  </a:cubicBezTo>
                  <a:cubicBezTo>
                    <a:pt x="69" y="1463"/>
                    <a:pt x="37" y="1479"/>
                    <a:pt x="16" y="1515"/>
                  </a:cubicBezTo>
                  <a:cubicBezTo>
                    <a:pt x="37" y="1499"/>
                    <a:pt x="69" y="1479"/>
                    <a:pt x="101" y="1463"/>
                  </a:cubicBezTo>
                  <a:lnTo>
                    <a:pt x="117" y="1463"/>
                  </a:lnTo>
                  <a:cubicBezTo>
                    <a:pt x="186" y="1430"/>
                    <a:pt x="255" y="1378"/>
                    <a:pt x="319" y="1346"/>
                  </a:cubicBezTo>
                  <a:cubicBezTo>
                    <a:pt x="356" y="1329"/>
                    <a:pt x="372" y="1329"/>
                    <a:pt x="404" y="1313"/>
                  </a:cubicBezTo>
                  <a:cubicBezTo>
                    <a:pt x="440" y="1277"/>
                    <a:pt x="489" y="1261"/>
                    <a:pt x="521" y="1245"/>
                  </a:cubicBezTo>
                  <a:cubicBezTo>
                    <a:pt x="574" y="1212"/>
                    <a:pt x="622" y="1196"/>
                    <a:pt x="675" y="1160"/>
                  </a:cubicBezTo>
                  <a:cubicBezTo>
                    <a:pt x="925" y="1026"/>
                    <a:pt x="1164" y="893"/>
                    <a:pt x="1414" y="772"/>
                  </a:cubicBezTo>
                  <a:lnTo>
                    <a:pt x="1450" y="740"/>
                  </a:lnTo>
                  <a:close/>
                  <a:moveTo>
                    <a:pt x="16" y="1515"/>
                  </a:moveTo>
                  <a:cubicBezTo>
                    <a:pt x="0" y="1515"/>
                    <a:pt x="0" y="1515"/>
                    <a:pt x="0" y="1531"/>
                  </a:cubicBezTo>
                  <a:lnTo>
                    <a:pt x="0" y="1548"/>
                  </a:lnTo>
                  <a:lnTo>
                    <a:pt x="16" y="1531"/>
                  </a:lnTo>
                  <a:lnTo>
                    <a:pt x="16" y="151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0"/>
            <p:cNvSpPr/>
            <p:nvPr/>
          </p:nvSpPr>
          <p:spPr>
            <a:xfrm>
              <a:off x="2476399" y="502779"/>
              <a:ext cx="73898" cy="28506"/>
            </a:xfrm>
            <a:custGeom>
              <a:rect b="b" l="l" r="r" t="t"/>
              <a:pathLst>
                <a:path extrusionOk="0" h="287" w="744">
                  <a:moveTo>
                    <a:pt x="0" y="0"/>
                  </a:moveTo>
                  <a:lnTo>
                    <a:pt x="0" y="16"/>
                  </a:lnTo>
                  <a:lnTo>
                    <a:pt x="17" y="16"/>
                  </a:lnTo>
                  <a:lnTo>
                    <a:pt x="0" y="0"/>
                  </a:lnTo>
                  <a:close/>
                  <a:moveTo>
                    <a:pt x="17" y="16"/>
                  </a:moveTo>
                  <a:lnTo>
                    <a:pt x="37" y="36"/>
                  </a:lnTo>
                  <a:cubicBezTo>
                    <a:pt x="154" y="69"/>
                    <a:pt x="271" y="117"/>
                    <a:pt x="388" y="170"/>
                  </a:cubicBezTo>
                  <a:cubicBezTo>
                    <a:pt x="421" y="186"/>
                    <a:pt x="457" y="186"/>
                    <a:pt x="489" y="202"/>
                  </a:cubicBezTo>
                  <a:cubicBezTo>
                    <a:pt x="522" y="218"/>
                    <a:pt x="574" y="238"/>
                    <a:pt x="606" y="255"/>
                  </a:cubicBezTo>
                  <a:cubicBezTo>
                    <a:pt x="643" y="255"/>
                    <a:pt x="675" y="271"/>
                    <a:pt x="691" y="287"/>
                  </a:cubicBezTo>
                  <a:lnTo>
                    <a:pt x="744" y="287"/>
                  </a:lnTo>
                  <a:cubicBezTo>
                    <a:pt x="724" y="271"/>
                    <a:pt x="707" y="271"/>
                    <a:pt x="691" y="271"/>
                  </a:cubicBezTo>
                  <a:cubicBezTo>
                    <a:pt x="675" y="255"/>
                    <a:pt x="643" y="255"/>
                    <a:pt x="623" y="238"/>
                  </a:cubicBezTo>
                  <a:cubicBezTo>
                    <a:pt x="574" y="218"/>
                    <a:pt x="542" y="202"/>
                    <a:pt x="489" y="186"/>
                  </a:cubicBezTo>
                  <a:cubicBezTo>
                    <a:pt x="457" y="186"/>
                    <a:pt x="441" y="170"/>
                    <a:pt x="404" y="154"/>
                  </a:cubicBezTo>
                  <a:cubicBezTo>
                    <a:pt x="271" y="101"/>
                    <a:pt x="154" y="69"/>
                    <a:pt x="37"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0"/>
            <p:cNvSpPr/>
            <p:nvPr/>
          </p:nvSpPr>
          <p:spPr>
            <a:xfrm>
              <a:off x="2299501" y="618294"/>
              <a:ext cx="75090" cy="24931"/>
            </a:xfrm>
            <a:custGeom>
              <a:rect b="b" l="l" r="r" t="t"/>
              <a:pathLst>
                <a:path extrusionOk="0" h="251" w="756">
                  <a:moveTo>
                    <a:pt x="0" y="1"/>
                  </a:moveTo>
                  <a:lnTo>
                    <a:pt x="0" y="17"/>
                  </a:lnTo>
                  <a:lnTo>
                    <a:pt x="101" y="49"/>
                  </a:lnTo>
                  <a:cubicBezTo>
                    <a:pt x="182" y="65"/>
                    <a:pt x="267" y="102"/>
                    <a:pt x="351" y="118"/>
                  </a:cubicBezTo>
                  <a:cubicBezTo>
                    <a:pt x="267" y="85"/>
                    <a:pt x="202" y="65"/>
                    <a:pt x="117" y="33"/>
                  </a:cubicBezTo>
                  <a:lnTo>
                    <a:pt x="16" y="1"/>
                  </a:lnTo>
                  <a:close/>
                  <a:moveTo>
                    <a:pt x="351" y="118"/>
                  </a:moveTo>
                  <a:cubicBezTo>
                    <a:pt x="452" y="150"/>
                    <a:pt x="553" y="203"/>
                    <a:pt x="654" y="235"/>
                  </a:cubicBezTo>
                  <a:lnTo>
                    <a:pt x="739" y="251"/>
                  </a:lnTo>
                  <a:lnTo>
                    <a:pt x="755" y="251"/>
                  </a:lnTo>
                  <a:lnTo>
                    <a:pt x="739" y="235"/>
                  </a:lnTo>
                  <a:lnTo>
                    <a:pt x="671" y="219"/>
                  </a:lnTo>
                  <a:cubicBezTo>
                    <a:pt x="570" y="186"/>
                    <a:pt x="469" y="150"/>
                    <a:pt x="351"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0"/>
            <p:cNvSpPr/>
            <p:nvPr/>
          </p:nvSpPr>
          <p:spPr>
            <a:xfrm>
              <a:off x="1759372" y="469406"/>
              <a:ext cx="183851" cy="133791"/>
            </a:xfrm>
            <a:custGeom>
              <a:rect b="b" l="l" r="r" t="t"/>
              <a:pathLst>
                <a:path extrusionOk="0" h="1347" w="1851">
                  <a:moveTo>
                    <a:pt x="1851" y="1"/>
                  </a:moveTo>
                  <a:cubicBezTo>
                    <a:pt x="1835" y="1"/>
                    <a:pt x="1818" y="1"/>
                    <a:pt x="1782" y="17"/>
                  </a:cubicBezTo>
                  <a:cubicBezTo>
                    <a:pt x="1750" y="49"/>
                    <a:pt x="1701" y="102"/>
                    <a:pt x="1649" y="134"/>
                  </a:cubicBezTo>
                  <a:cubicBezTo>
                    <a:pt x="1701" y="102"/>
                    <a:pt x="1750" y="69"/>
                    <a:pt x="1802" y="33"/>
                  </a:cubicBezTo>
                  <a:cubicBezTo>
                    <a:pt x="1818" y="17"/>
                    <a:pt x="1835" y="17"/>
                    <a:pt x="1851" y="17"/>
                  </a:cubicBezTo>
                  <a:lnTo>
                    <a:pt x="1851" y="1"/>
                  </a:lnTo>
                  <a:close/>
                  <a:moveTo>
                    <a:pt x="1649" y="134"/>
                  </a:moveTo>
                  <a:cubicBezTo>
                    <a:pt x="1580" y="187"/>
                    <a:pt x="1515" y="219"/>
                    <a:pt x="1447" y="271"/>
                  </a:cubicBezTo>
                  <a:cubicBezTo>
                    <a:pt x="1398" y="320"/>
                    <a:pt x="1330" y="352"/>
                    <a:pt x="1277" y="405"/>
                  </a:cubicBezTo>
                  <a:cubicBezTo>
                    <a:pt x="1346" y="372"/>
                    <a:pt x="1398" y="320"/>
                    <a:pt x="1463" y="288"/>
                  </a:cubicBezTo>
                  <a:cubicBezTo>
                    <a:pt x="1532" y="235"/>
                    <a:pt x="1580" y="187"/>
                    <a:pt x="1649" y="134"/>
                  </a:cubicBezTo>
                  <a:close/>
                  <a:moveTo>
                    <a:pt x="1277" y="405"/>
                  </a:moveTo>
                  <a:lnTo>
                    <a:pt x="570" y="926"/>
                  </a:lnTo>
                  <a:cubicBezTo>
                    <a:pt x="437" y="1027"/>
                    <a:pt x="304" y="1112"/>
                    <a:pt x="166" y="1213"/>
                  </a:cubicBezTo>
                  <a:cubicBezTo>
                    <a:pt x="150" y="1229"/>
                    <a:pt x="134" y="1245"/>
                    <a:pt x="102" y="1261"/>
                  </a:cubicBezTo>
                  <a:lnTo>
                    <a:pt x="33" y="1330"/>
                  </a:lnTo>
                  <a:cubicBezTo>
                    <a:pt x="65" y="1314"/>
                    <a:pt x="85" y="1298"/>
                    <a:pt x="118" y="1281"/>
                  </a:cubicBezTo>
                  <a:cubicBezTo>
                    <a:pt x="134" y="1261"/>
                    <a:pt x="150" y="1245"/>
                    <a:pt x="186" y="1229"/>
                  </a:cubicBezTo>
                  <a:cubicBezTo>
                    <a:pt x="320" y="1128"/>
                    <a:pt x="453" y="1027"/>
                    <a:pt x="590" y="926"/>
                  </a:cubicBezTo>
                  <a:lnTo>
                    <a:pt x="1277" y="405"/>
                  </a:lnTo>
                  <a:close/>
                  <a:moveTo>
                    <a:pt x="33" y="1330"/>
                  </a:moveTo>
                  <a:cubicBezTo>
                    <a:pt x="17" y="1330"/>
                    <a:pt x="1" y="1346"/>
                    <a:pt x="1" y="1346"/>
                  </a:cubicBezTo>
                  <a:cubicBezTo>
                    <a:pt x="17" y="1346"/>
                    <a:pt x="17" y="1346"/>
                    <a:pt x="33" y="13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0"/>
            <p:cNvSpPr/>
            <p:nvPr/>
          </p:nvSpPr>
          <p:spPr>
            <a:xfrm>
              <a:off x="2483252" y="870679"/>
              <a:ext cx="255663" cy="71911"/>
            </a:xfrm>
            <a:custGeom>
              <a:rect b="b" l="l" r="r" t="t"/>
              <a:pathLst>
                <a:path extrusionOk="0" h="724" w="2574">
                  <a:moveTo>
                    <a:pt x="0" y="0"/>
                  </a:moveTo>
                  <a:cubicBezTo>
                    <a:pt x="16" y="17"/>
                    <a:pt x="49" y="33"/>
                    <a:pt x="69" y="33"/>
                  </a:cubicBezTo>
                  <a:cubicBezTo>
                    <a:pt x="101" y="33"/>
                    <a:pt x="117" y="49"/>
                    <a:pt x="133" y="49"/>
                  </a:cubicBezTo>
                  <a:cubicBezTo>
                    <a:pt x="150" y="69"/>
                    <a:pt x="170" y="69"/>
                    <a:pt x="202" y="69"/>
                  </a:cubicBezTo>
                  <a:cubicBezTo>
                    <a:pt x="287" y="101"/>
                    <a:pt x="388" y="118"/>
                    <a:pt x="489" y="150"/>
                  </a:cubicBezTo>
                  <a:cubicBezTo>
                    <a:pt x="537" y="170"/>
                    <a:pt x="590" y="186"/>
                    <a:pt x="638" y="186"/>
                  </a:cubicBezTo>
                  <a:cubicBezTo>
                    <a:pt x="590" y="170"/>
                    <a:pt x="537" y="150"/>
                    <a:pt x="489" y="134"/>
                  </a:cubicBezTo>
                  <a:cubicBezTo>
                    <a:pt x="404" y="118"/>
                    <a:pt x="303" y="85"/>
                    <a:pt x="202" y="49"/>
                  </a:cubicBezTo>
                  <a:cubicBezTo>
                    <a:pt x="186" y="49"/>
                    <a:pt x="170" y="49"/>
                    <a:pt x="150" y="33"/>
                  </a:cubicBezTo>
                  <a:cubicBezTo>
                    <a:pt x="117" y="33"/>
                    <a:pt x="101" y="33"/>
                    <a:pt x="69" y="17"/>
                  </a:cubicBezTo>
                  <a:cubicBezTo>
                    <a:pt x="49" y="17"/>
                    <a:pt x="32" y="17"/>
                    <a:pt x="16" y="0"/>
                  </a:cubicBezTo>
                  <a:close/>
                  <a:moveTo>
                    <a:pt x="638" y="186"/>
                  </a:moveTo>
                  <a:cubicBezTo>
                    <a:pt x="675" y="202"/>
                    <a:pt x="707" y="219"/>
                    <a:pt x="756" y="219"/>
                  </a:cubicBezTo>
                  <a:cubicBezTo>
                    <a:pt x="723" y="202"/>
                    <a:pt x="675" y="186"/>
                    <a:pt x="638" y="186"/>
                  </a:cubicBezTo>
                  <a:close/>
                  <a:moveTo>
                    <a:pt x="756" y="219"/>
                  </a:moveTo>
                  <a:cubicBezTo>
                    <a:pt x="792" y="235"/>
                    <a:pt x="808" y="235"/>
                    <a:pt x="840" y="251"/>
                  </a:cubicBezTo>
                  <a:cubicBezTo>
                    <a:pt x="925" y="271"/>
                    <a:pt x="1026" y="303"/>
                    <a:pt x="1111" y="320"/>
                  </a:cubicBezTo>
                  <a:cubicBezTo>
                    <a:pt x="1026" y="287"/>
                    <a:pt x="941" y="271"/>
                    <a:pt x="840" y="235"/>
                  </a:cubicBezTo>
                  <a:cubicBezTo>
                    <a:pt x="824" y="235"/>
                    <a:pt x="792" y="219"/>
                    <a:pt x="756" y="219"/>
                  </a:cubicBezTo>
                  <a:close/>
                  <a:moveTo>
                    <a:pt x="1111" y="320"/>
                  </a:moveTo>
                  <a:cubicBezTo>
                    <a:pt x="1180" y="336"/>
                    <a:pt x="1228" y="352"/>
                    <a:pt x="1297" y="372"/>
                  </a:cubicBezTo>
                  <a:cubicBezTo>
                    <a:pt x="1244" y="352"/>
                    <a:pt x="1180" y="320"/>
                    <a:pt x="1111" y="320"/>
                  </a:cubicBezTo>
                  <a:close/>
                  <a:moveTo>
                    <a:pt x="1297" y="372"/>
                  </a:moveTo>
                  <a:cubicBezTo>
                    <a:pt x="1329" y="388"/>
                    <a:pt x="1382" y="404"/>
                    <a:pt x="1414" y="404"/>
                  </a:cubicBezTo>
                  <a:cubicBezTo>
                    <a:pt x="1382" y="388"/>
                    <a:pt x="1345" y="372"/>
                    <a:pt x="1297" y="372"/>
                  </a:cubicBezTo>
                  <a:close/>
                  <a:moveTo>
                    <a:pt x="1414" y="404"/>
                  </a:moveTo>
                  <a:cubicBezTo>
                    <a:pt x="1463" y="421"/>
                    <a:pt x="1499" y="437"/>
                    <a:pt x="1531" y="437"/>
                  </a:cubicBezTo>
                  <a:cubicBezTo>
                    <a:pt x="1499" y="421"/>
                    <a:pt x="1463" y="404"/>
                    <a:pt x="1414" y="404"/>
                  </a:cubicBezTo>
                  <a:close/>
                  <a:moveTo>
                    <a:pt x="1531" y="437"/>
                  </a:moveTo>
                  <a:lnTo>
                    <a:pt x="1531" y="437"/>
                  </a:lnTo>
                  <a:cubicBezTo>
                    <a:pt x="1600" y="453"/>
                    <a:pt x="1648" y="473"/>
                    <a:pt x="1717" y="489"/>
                  </a:cubicBezTo>
                  <a:cubicBezTo>
                    <a:pt x="1818" y="522"/>
                    <a:pt x="1919" y="538"/>
                    <a:pt x="2020" y="574"/>
                  </a:cubicBezTo>
                  <a:cubicBezTo>
                    <a:pt x="2121" y="606"/>
                    <a:pt x="2222" y="639"/>
                    <a:pt x="2339" y="655"/>
                  </a:cubicBezTo>
                  <a:cubicBezTo>
                    <a:pt x="2355" y="655"/>
                    <a:pt x="2371" y="675"/>
                    <a:pt x="2392" y="675"/>
                  </a:cubicBezTo>
                  <a:cubicBezTo>
                    <a:pt x="2424" y="691"/>
                    <a:pt x="2472" y="691"/>
                    <a:pt x="2509" y="707"/>
                  </a:cubicBezTo>
                  <a:lnTo>
                    <a:pt x="2525" y="707"/>
                  </a:lnTo>
                  <a:cubicBezTo>
                    <a:pt x="2541" y="707"/>
                    <a:pt x="2557" y="724"/>
                    <a:pt x="2573" y="724"/>
                  </a:cubicBezTo>
                  <a:lnTo>
                    <a:pt x="2573" y="707"/>
                  </a:lnTo>
                  <a:cubicBezTo>
                    <a:pt x="2557" y="707"/>
                    <a:pt x="2541" y="707"/>
                    <a:pt x="2541" y="691"/>
                  </a:cubicBezTo>
                  <a:lnTo>
                    <a:pt x="2509" y="691"/>
                  </a:lnTo>
                  <a:cubicBezTo>
                    <a:pt x="2472" y="691"/>
                    <a:pt x="2440" y="675"/>
                    <a:pt x="2392" y="655"/>
                  </a:cubicBezTo>
                  <a:cubicBezTo>
                    <a:pt x="2371" y="655"/>
                    <a:pt x="2355" y="655"/>
                    <a:pt x="2339" y="639"/>
                  </a:cubicBezTo>
                  <a:cubicBezTo>
                    <a:pt x="2222" y="623"/>
                    <a:pt x="2121" y="590"/>
                    <a:pt x="2020" y="554"/>
                  </a:cubicBezTo>
                  <a:cubicBezTo>
                    <a:pt x="1919" y="538"/>
                    <a:pt x="1818" y="505"/>
                    <a:pt x="1717" y="473"/>
                  </a:cubicBezTo>
                  <a:cubicBezTo>
                    <a:pt x="1665" y="473"/>
                    <a:pt x="1600" y="453"/>
                    <a:pt x="1531" y="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0"/>
            <p:cNvSpPr/>
            <p:nvPr/>
          </p:nvSpPr>
          <p:spPr>
            <a:xfrm>
              <a:off x="2239310" y="905542"/>
              <a:ext cx="73501" cy="22249"/>
            </a:xfrm>
            <a:custGeom>
              <a:rect b="b" l="l" r="r" t="t"/>
              <a:pathLst>
                <a:path extrusionOk="0" h="224" w="740">
                  <a:moveTo>
                    <a:pt x="0" y="1"/>
                  </a:moveTo>
                  <a:lnTo>
                    <a:pt x="16" y="21"/>
                  </a:lnTo>
                  <a:cubicBezTo>
                    <a:pt x="49" y="21"/>
                    <a:pt x="81" y="37"/>
                    <a:pt x="117" y="37"/>
                  </a:cubicBezTo>
                  <a:cubicBezTo>
                    <a:pt x="81" y="21"/>
                    <a:pt x="49" y="21"/>
                    <a:pt x="16" y="1"/>
                  </a:cubicBezTo>
                  <a:close/>
                  <a:moveTo>
                    <a:pt x="118" y="38"/>
                  </a:moveTo>
                  <a:cubicBezTo>
                    <a:pt x="166" y="54"/>
                    <a:pt x="218" y="70"/>
                    <a:pt x="267" y="86"/>
                  </a:cubicBezTo>
                  <a:cubicBezTo>
                    <a:pt x="384" y="122"/>
                    <a:pt x="485" y="154"/>
                    <a:pt x="606" y="187"/>
                  </a:cubicBezTo>
                  <a:lnTo>
                    <a:pt x="723" y="223"/>
                  </a:lnTo>
                  <a:lnTo>
                    <a:pt x="739" y="203"/>
                  </a:lnTo>
                  <a:lnTo>
                    <a:pt x="723" y="203"/>
                  </a:lnTo>
                  <a:lnTo>
                    <a:pt x="606" y="171"/>
                  </a:lnTo>
                  <a:cubicBezTo>
                    <a:pt x="485" y="138"/>
                    <a:pt x="384" y="102"/>
                    <a:pt x="283" y="70"/>
                  </a:cubicBezTo>
                  <a:cubicBezTo>
                    <a:pt x="218" y="70"/>
                    <a:pt x="166" y="54"/>
                    <a:pt x="118"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0"/>
            <p:cNvSpPr/>
            <p:nvPr/>
          </p:nvSpPr>
          <p:spPr>
            <a:xfrm>
              <a:off x="2207129" y="877532"/>
              <a:ext cx="112436" cy="103596"/>
            </a:xfrm>
            <a:custGeom>
              <a:rect b="b" l="l" r="r" t="t"/>
              <a:pathLst>
                <a:path extrusionOk="0" h="1043" w="1132">
                  <a:moveTo>
                    <a:pt x="21" y="0"/>
                  </a:moveTo>
                  <a:cubicBezTo>
                    <a:pt x="1" y="16"/>
                    <a:pt x="1" y="32"/>
                    <a:pt x="1" y="49"/>
                  </a:cubicBezTo>
                  <a:lnTo>
                    <a:pt x="1" y="117"/>
                  </a:lnTo>
                  <a:lnTo>
                    <a:pt x="1" y="150"/>
                  </a:lnTo>
                  <a:lnTo>
                    <a:pt x="1" y="283"/>
                  </a:lnTo>
                  <a:lnTo>
                    <a:pt x="1" y="368"/>
                  </a:lnTo>
                  <a:lnTo>
                    <a:pt x="1" y="453"/>
                  </a:lnTo>
                  <a:lnTo>
                    <a:pt x="1" y="554"/>
                  </a:lnTo>
                  <a:lnTo>
                    <a:pt x="1" y="638"/>
                  </a:lnTo>
                  <a:cubicBezTo>
                    <a:pt x="21" y="671"/>
                    <a:pt x="21" y="707"/>
                    <a:pt x="1" y="739"/>
                  </a:cubicBezTo>
                  <a:lnTo>
                    <a:pt x="1" y="808"/>
                  </a:lnTo>
                  <a:lnTo>
                    <a:pt x="1" y="857"/>
                  </a:lnTo>
                  <a:lnTo>
                    <a:pt x="1" y="909"/>
                  </a:lnTo>
                  <a:lnTo>
                    <a:pt x="1" y="974"/>
                  </a:lnTo>
                  <a:lnTo>
                    <a:pt x="1" y="1010"/>
                  </a:lnTo>
                  <a:lnTo>
                    <a:pt x="1" y="1026"/>
                  </a:lnTo>
                  <a:lnTo>
                    <a:pt x="21" y="1042"/>
                  </a:lnTo>
                  <a:lnTo>
                    <a:pt x="21" y="1026"/>
                  </a:lnTo>
                  <a:lnTo>
                    <a:pt x="21" y="1010"/>
                  </a:lnTo>
                  <a:lnTo>
                    <a:pt x="21" y="974"/>
                  </a:lnTo>
                  <a:lnTo>
                    <a:pt x="21" y="909"/>
                  </a:lnTo>
                  <a:lnTo>
                    <a:pt x="21" y="857"/>
                  </a:lnTo>
                  <a:lnTo>
                    <a:pt x="21" y="808"/>
                  </a:lnTo>
                  <a:lnTo>
                    <a:pt x="21" y="739"/>
                  </a:lnTo>
                  <a:lnTo>
                    <a:pt x="21" y="638"/>
                  </a:lnTo>
                  <a:lnTo>
                    <a:pt x="21" y="554"/>
                  </a:lnTo>
                  <a:lnTo>
                    <a:pt x="21" y="453"/>
                  </a:lnTo>
                  <a:lnTo>
                    <a:pt x="21" y="368"/>
                  </a:lnTo>
                  <a:lnTo>
                    <a:pt x="21" y="283"/>
                  </a:lnTo>
                  <a:lnTo>
                    <a:pt x="21" y="150"/>
                  </a:lnTo>
                  <a:lnTo>
                    <a:pt x="21" y="117"/>
                  </a:lnTo>
                  <a:lnTo>
                    <a:pt x="21" y="49"/>
                  </a:lnTo>
                  <a:cubicBezTo>
                    <a:pt x="21" y="32"/>
                    <a:pt x="21" y="16"/>
                    <a:pt x="37" y="16"/>
                  </a:cubicBezTo>
                  <a:lnTo>
                    <a:pt x="53" y="16"/>
                  </a:lnTo>
                  <a:cubicBezTo>
                    <a:pt x="70" y="16"/>
                    <a:pt x="102" y="16"/>
                    <a:pt x="122" y="32"/>
                  </a:cubicBezTo>
                  <a:lnTo>
                    <a:pt x="138" y="32"/>
                  </a:lnTo>
                  <a:lnTo>
                    <a:pt x="272" y="65"/>
                  </a:lnTo>
                  <a:cubicBezTo>
                    <a:pt x="373" y="101"/>
                    <a:pt x="457" y="117"/>
                    <a:pt x="558" y="150"/>
                  </a:cubicBezTo>
                  <a:cubicBezTo>
                    <a:pt x="627" y="166"/>
                    <a:pt x="708" y="182"/>
                    <a:pt x="776" y="202"/>
                  </a:cubicBezTo>
                  <a:cubicBezTo>
                    <a:pt x="877" y="234"/>
                    <a:pt x="962" y="251"/>
                    <a:pt x="1063" y="283"/>
                  </a:cubicBezTo>
                  <a:cubicBezTo>
                    <a:pt x="1079" y="283"/>
                    <a:pt x="1096" y="283"/>
                    <a:pt x="1096" y="319"/>
                  </a:cubicBezTo>
                  <a:lnTo>
                    <a:pt x="1096" y="352"/>
                  </a:lnTo>
                  <a:lnTo>
                    <a:pt x="1096" y="404"/>
                  </a:lnTo>
                  <a:lnTo>
                    <a:pt x="1096" y="505"/>
                  </a:lnTo>
                  <a:cubicBezTo>
                    <a:pt x="1096" y="537"/>
                    <a:pt x="1096" y="570"/>
                    <a:pt x="1112" y="606"/>
                  </a:cubicBezTo>
                  <a:lnTo>
                    <a:pt x="1112" y="505"/>
                  </a:lnTo>
                  <a:lnTo>
                    <a:pt x="1112" y="404"/>
                  </a:lnTo>
                  <a:lnTo>
                    <a:pt x="1112" y="352"/>
                  </a:lnTo>
                  <a:lnTo>
                    <a:pt x="1112" y="319"/>
                  </a:lnTo>
                  <a:cubicBezTo>
                    <a:pt x="1112" y="283"/>
                    <a:pt x="1079" y="267"/>
                    <a:pt x="1063" y="267"/>
                  </a:cubicBezTo>
                  <a:cubicBezTo>
                    <a:pt x="962" y="234"/>
                    <a:pt x="877" y="218"/>
                    <a:pt x="776" y="182"/>
                  </a:cubicBezTo>
                  <a:cubicBezTo>
                    <a:pt x="708" y="166"/>
                    <a:pt x="643" y="150"/>
                    <a:pt x="558" y="133"/>
                  </a:cubicBezTo>
                  <a:cubicBezTo>
                    <a:pt x="474" y="117"/>
                    <a:pt x="373" y="81"/>
                    <a:pt x="272" y="49"/>
                  </a:cubicBezTo>
                  <a:lnTo>
                    <a:pt x="138" y="16"/>
                  </a:lnTo>
                  <a:lnTo>
                    <a:pt x="122" y="16"/>
                  </a:lnTo>
                  <a:cubicBezTo>
                    <a:pt x="102" y="16"/>
                    <a:pt x="86" y="0"/>
                    <a:pt x="70" y="0"/>
                  </a:cubicBezTo>
                  <a:close/>
                  <a:moveTo>
                    <a:pt x="1112" y="756"/>
                  </a:moveTo>
                  <a:lnTo>
                    <a:pt x="1112" y="925"/>
                  </a:lnTo>
                  <a:lnTo>
                    <a:pt x="1112" y="990"/>
                  </a:lnTo>
                  <a:lnTo>
                    <a:pt x="1112" y="1026"/>
                  </a:lnTo>
                  <a:lnTo>
                    <a:pt x="1132" y="1042"/>
                  </a:lnTo>
                  <a:lnTo>
                    <a:pt x="1132" y="1026"/>
                  </a:lnTo>
                  <a:lnTo>
                    <a:pt x="1132" y="990"/>
                  </a:lnTo>
                  <a:lnTo>
                    <a:pt x="1132" y="925"/>
                  </a:lnTo>
                  <a:cubicBezTo>
                    <a:pt x="1112" y="873"/>
                    <a:pt x="1112" y="808"/>
                    <a:pt x="1112" y="7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0"/>
            <p:cNvSpPr/>
            <p:nvPr/>
          </p:nvSpPr>
          <p:spPr>
            <a:xfrm>
              <a:off x="1299596" y="656832"/>
              <a:ext cx="195472" cy="250895"/>
            </a:xfrm>
            <a:custGeom>
              <a:rect b="b" l="l" r="r" t="t"/>
              <a:pathLst>
                <a:path extrusionOk="0" h="2526" w="1968">
                  <a:moveTo>
                    <a:pt x="1967" y="0"/>
                  </a:moveTo>
                  <a:cubicBezTo>
                    <a:pt x="1935" y="0"/>
                    <a:pt x="1919" y="17"/>
                    <a:pt x="1903" y="17"/>
                  </a:cubicBezTo>
                  <a:lnTo>
                    <a:pt x="1244" y="521"/>
                  </a:lnTo>
                  <a:cubicBezTo>
                    <a:pt x="1127" y="622"/>
                    <a:pt x="994" y="707"/>
                    <a:pt x="877" y="788"/>
                  </a:cubicBezTo>
                  <a:lnTo>
                    <a:pt x="776" y="873"/>
                  </a:lnTo>
                  <a:cubicBezTo>
                    <a:pt x="574" y="1026"/>
                    <a:pt x="372" y="1176"/>
                    <a:pt x="186" y="1329"/>
                  </a:cubicBezTo>
                  <a:cubicBezTo>
                    <a:pt x="388" y="1176"/>
                    <a:pt x="590" y="1043"/>
                    <a:pt x="776" y="889"/>
                  </a:cubicBezTo>
                  <a:lnTo>
                    <a:pt x="893" y="808"/>
                  </a:lnTo>
                  <a:cubicBezTo>
                    <a:pt x="1010" y="723"/>
                    <a:pt x="1127" y="622"/>
                    <a:pt x="1244" y="538"/>
                  </a:cubicBezTo>
                  <a:lnTo>
                    <a:pt x="1733" y="166"/>
                  </a:lnTo>
                  <a:lnTo>
                    <a:pt x="1919" y="33"/>
                  </a:lnTo>
                  <a:cubicBezTo>
                    <a:pt x="1935" y="17"/>
                    <a:pt x="1951" y="17"/>
                    <a:pt x="1967" y="17"/>
                  </a:cubicBezTo>
                  <a:lnTo>
                    <a:pt x="1967" y="0"/>
                  </a:lnTo>
                  <a:close/>
                  <a:moveTo>
                    <a:pt x="186" y="1329"/>
                  </a:moveTo>
                  <a:cubicBezTo>
                    <a:pt x="170" y="1329"/>
                    <a:pt x="150" y="1346"/>
                    <a:pt x="133" y="1362"/>
                  </a:cubicBezTo>
                  <a:cubicBezTo>
                    <a:pt x="117" y="1378"/>
                    <a:pt x="117" y="1378"/>
                    <a:pt x="101" y="1394"/>
                  </a:cubicBezTo>
                  <a:cubicBezTo>
                    <a:pt x="85" y="1394"/>
                    <a:pt x="85" y="1414"/>
                    <a:pt x="85" y="1430"/>
                  </a:cubicBezTo>
                  <a:cubicBezTo>
                    <a:pt x="85" y="1463"/>
                    <a:pt x="85" y="1495"/>
                    <a:pt x="69" y="1531"/>
                  </a:cubicBezTo>
                  <a:lnTo>
                    <a:pt x="69" y="1596"/>
                  </a:lnTo>
                  <a:lnTo>
                    <a:pt x="69" y="1717"/>
                  </a:lnTo>
                  <a:cubicBezTo>
                    <a:pt x="85" y="1681"/>
                    <a:pt x="85" y="1632"/>
                    <a:pt x="85" y="1596"/>
                  </a:cubicBezTo>
                  <a:lnTo>
                    <a:pt x="85" y="1531"/>
                  </a:lnTo>
                  <a:cubicBezTo>
                    <a:pt x="85" y="1495"/>
                    <a:pt x="101" y="1463"/>
                    <a:pt x="101" y="1430"/>
                  </a:cubicBezTo>
                  <a:lnTo>
                    <a:pt x="101" y="1414"/>
                  </a:lnTo>
                  <a:cubicBezTo>
                    <a:pt x="117" y="1394"/>
                    <a:pt x="133" y="1378"/>
                    <a:pt x="150" y="1362"/>
                  </a:cubicBezTo>
                  <a:cubicBezTo>
                    <a:pt x="150" y="1362"/>
                    <a:pt x="170" y="1346"/>
                    <a:pt x="186" y="1329"/>
                  </a:cubicBezTo>
                  <a:close/>
                  <a:moveTo>
                    <a:pt x="69" y="1717"/>
                  </a:moveTo>
                  <a:cubicBezTo>
                    <a:pt x="49" y="1750"/>
                    <a:pt x="49" y="1782"/>
                    <a:pt x="49" y="1818"/>
                  </a:cubicBezTo>
                  <a:lnTo>
                    <a:pt x="49" y="1899"/>
                  </a:lnTo>
                  <a:cubicBezTo>
                    <a:pt x="49" y="1952"/>
                    <a:pt x="32" y="1984"/>
                    <a:pt x="32" y="2036"/>
                  </a:cubicBezTo>
                  <a:lnTo>
                    <a:pt x="32" y="2153"/>
                  </a:lnTo>
                  <a:cubicBezTo>
                    <a:pt x="49" y="2101"/>
                    <a:pt x="49" y="2069"/>
                    <a:pt x="49" y="2036"/>
                  </a:cubicBezTo>
                  <a:cubicBezTo>
                    <a:pt x="49" y="1984"/>
                    <a:pt x="49" y="1952"/>
                    <a:pt x="69" y="1899"/>
                  </a:cubicBezTo>
                  <a:lnTo>
                    <a:pt x="69" y="1818"/>
                  </a:lnTo>
                  <a:lnTo>
                    <a:pt x="69" y="1717"/>
                  </a:lnTo>
                  <a:close/>
                  <a:moveTo>
                    <a:pt x="32" y="2153"/>
                  </a:moveTo>
                  <a:cubicBezTo>
                    <a:pt x="32" y="2186"/>
                    <a:pt x="16" y="2222"/>
                    <a:pt x="16" y="2254"/>
                  </a:cubicBezTo>
                  <a:lnTo>
                    <a:pt x="16" y="2323"/>
                  </a:lnTo>
                  <a:lnTo>
                    <a:pt x="16" y="2388"/>
                  </a:lnTo>
                  <a:cubicBezTo>
                    <a:pt x="32" y="2355"/>
                    <a:pt x="32" y="2339"/>
                    <a:pt x="32" y="2323"/>
                  </a:cubicBezTo>
                  <a:lnTo>
                    <a:pt x="32" y="2254"/>
                  </a:lnTo>
                  <a:lnTo>
                    <a:pt x="32" y="2153"/>
                  </a:lnTo>
                  <a:close/>
                  <a:moveTo>
                    <a:pt x="16" y="2424"/>
                  </a:moveTo>
                  <a:cubicBezTo>
                    <a:pt x="16" y="2440"/>
                    <a:pt x="0" y="2456"/>
                    <a:pt x="0" y="2489"/>
                  </a:cubicBezTo>
                  <a:lnTo>
                    <a:pt x="0" y="2505"/>
                  </a:lnTo>
                  <a:lnTo>
                    <a:pt x="16" y="2525"/>
                  </a:lnTo>
                  <a:lnTo>
                    <a:pt x="16" y="2505"/>
                  </a:lnTo>
                  <a:lnTo>
                    <a:pt x="16" y="2489"/>
                  </a:lnTo>
                  <a:lnTo>
                    <a:pt x="16" y="242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0"/>
            <p:cNvSpPr/>
            <p:nvPr/>
          </p:nvSpPr>
          <p:spPr>
            <a:xfrm>
              <a:off x="2488020" y="564559"/>
              <a:ext cx="72309" cy="25328"/>
            </a:xfrm>
            <a:custGeom>
              <a:rect b="b" l="l" r="r" t="t"/>
              <a:pathLst>
                <a:path extrusionOk="0" h="255" w="728">
                  <a:moveTo>
                    <a:pt x="1" y="0"/>
                  </a:moveTo>
                  <a:lnTo>
                    <a:pt x="1" y="20"/>
                  </a:lnTo>
                  <a:lnTo>
                    <a:pt x="37" y="20"/>
                  </a:lnTo>
                  <a:cubicBezTo>
                    <a:pt x="85" y="37"/>
                    <a:pt x="154" y="69"/>
                    <a:pt x="203" y="85"/>
                  </a:cubicBezTo>
                  <a:cubicBezTo>
                    <a:pt x="239" y="85"/>
                    <a:pt x="271" y="101"/>
                    <a:pt x="304" y="121"/>
                  </a:cubicBezTo>
                  <a:cubicBezTo>
                    <a:pt x="356" y="138"/>
                    <a:pt x="405" y="154"/>
                    <a:pt x="457" y="170"/>
                  </a:cubicBezTo>
                  <a:cubicBezTo>
                    <a:pt x="506" y="186"/>
                    <a:pt x="558" y="202"/>
                    <a:pt x="607" y="222"/>
                  </a:cubicBezTo>
                  <a:cubicBezTo>
                    <a:pt x="627" y="222"/>
                    <a:pt x="627" y="239"/>
                    <a:pt x="643" y="239"/>
                  </a:cubicBezTo>
                  <a:cubicBezTo>
                    <a:pt x="659" y="239"/>
                    <a:pt x="675" y="255"/>
                    <a:pt x="708" y="255"/>
                  </a:cubicBezTo>
                  <a:lnTo>
                    <a:pt x="728" y="255"/>
                  </a:lnTo>
                  <a:lnTo>
                    <a:pt x="708" y="239"/>
                  </a:lnTo>
                  <a:cubicBezTo>
                    <a:pt x="691" y="239"/>
                    <a:pt x="659" y="239"/>
                    <a:pt x="643" y="222"/>
                  </a:cubicBezTo>
                  <a:lnTo>
                    <a:pt x="627" y="222"/>
                  </a:lnTo>
                  <a:cubicBezTo>
                    <a:pt x="558" y="186"/>
                    <a:pt x="506" y="170"/>
                    <a:pt x="457" y="154"/>
                  </a:cubicBezTo>
                  <a:cubicBezTo>
                    <a:pt x="405" y="138"/>
                    <a:pt x="356" y="121"/>
                    <a:pt x="304" y="101"/>
                  </a:cubicBezTo>
                  <a:cubicBezTo>
                    <a:pt x="271" y="85"/>
                    <a:pt x="239" y="85"/>
                    <a:pt x="203" y="69"/>
                  </a:cubicBezTo>
                  <a:cubicBezTo>
                    <a:pt x="154" y="53"/>
                    <a:pt x="102" y="3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0"/>
            <p:cNvSpPr/>
            <p:nvPr/>
          </p:nvSpPr>
          <p:spPr>
            <a:xfrm>
              <a:off x="2379656" y="532875"/>
              <a:ext cx="73600" cy="25328"/>
            </a:xfrm>
            <a:custGeom>
              <a:rect b="b" l="l" r="r" t="t"/>
              <a:pathLst>
                <a:path extrusionOk="0" h="255" w="741">
                  <a:moveTo>
                    <a:pt x="1" y="0"/>
                  </a:moveTo>
                  <a:cubicBezTo>
                    <a:pt x="33" y="16"/>
                    <a:pt x="82" y="36"/>
                    <a:pt x="118" y="53"/>
                  </a:cubicBezTo>
                  <a:cubicBezTo>
                    <a:pt x="134" y="53"/>
                    <a:pt x="150" y="53"/>
                    <a:pt x="167" y="69"/>
                  </a:cubicBezTo>
                  <a:cubicBezTo>
                    <a:pt x="268" y="101"/>
                    <a:pt x="369" y="137"/>
                    <a:pt x="470" y="170"/>
                  </a:cubicBezTo>
                  <a:cubicBezTo>
                    <a:pt x="538" y="186"/>
                    <a:pt x="587" y="218"/>
                    <a:pt x="655" y="238"/>
                  </a:cubicBezTo>
                  <a:lnTo>
                    <a:pt x="672" y="238"/>
                  </a:lnTo>
                  <a:cubicBezTo>
                    <a:pt x="672" y="238"/>
                    <a:pt x="672" y="218"/>
                    <a:pt x="655" y="218"/>
                  </a:cubicBezTo>
                  <a:cubicBezTo>
                    <a:pt x="607" y="202"/>
                    <a:pt x="538" y="186"/>
                    <a:pt x="470" y="154"/>
                  </a:cubicBezTo>
                  <a:cubicBezTo>
                    <a:pt x="369" y="117"/>
                    <a:pt x="268" y="85"/>
                    <a:pt x="167" y="53"/>
                  </a:cubicBezTo>
                  <a:cubicBezTo>
                    <a:pt x="150" y="53"/>
                    <a:pt x="134" y="36"/>
                    <a:pt x="118" y="36"/>
                  </a:cubicBezTo>
                  <a:cubicBezTo>
                    <a:pt x="82" y="16"/>
                    <a:pt x="33" y="0"/>
                    <a:pt x="1" y="0"/>
                  </a:cubicBezTo>
                  <a:close/>
                  <a:moveTo>
                    <a:pt x="672" y="238"/>
                  </a:moveTo>
                  <a:cubicBezTo>
                    <a:pt x="688" y="255"/>
                    <a:pt x="724" y="255"/>
                    <a:pt x="740" y="255"/>
                  </a:cubicBezTo>
                  <a:cubicBezTo>
                    <a:pt x="724" y="255"/>
                    <a:pt x="708" y="238"/>
                    <a:pt x="672" y="2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0"/>
            <p:cNvSpPr/>
            <p:nvPr/>
          </p:nvSpPr>
          <p:spPr>
            <a:xfrm>
              <a:off x="1941534" y="203414"/>
              <a:ext cx="799368" cy="324693"/>
            </a:xfrm>
            <a:custGeom>
              <a:rect b="b" l="l" r="r" t="t"/>
              <a:pathLst>
                <a:path extrusionOk="0" h="3269" w="8048">
                  <a:moveTo>
                    <a:pt x="1" y="1"/>
                  </a:moveTo>
                  <a:cubicBezTo>
                    <a:pt x="17" y="1"/>
                    <a:pt x="49" y="21"/>
                    <a:pt x="69" y="21"/>
                  </a:cubicBezTo>
                  <a:cubicBezTo>
                    <a:pt x="85" y="37"/>
                    <a:pt x="102" y="37"/>
                    <a:pt x="118" y="53"/>
                  </a:cubicBezTo>
                  <a:cubicBezTo>
                    <a:pt x="150" y="53"/>
                    <a:pt x="170" y="69"/>
                    <a:pt x="203" y="69"/>
                  </a:cubicBezTo>
                  <a:cubicBezTo>
                    <a:pt x="186" y="53"/>
                    <a:pt x="150" y="53"/>
                    <a:pt x="134" y="37"/>
                  </a:cubicBezTo>
                  <a:cubicBezTo>
                    <a:pt x="102" y="21"/>
                    <a:pt x="85" y="21"/>
                    <a:pt x="69" y="1"/>
                  </a:cubicBezTo>
                  <a:close/>
                  <a:moveTo>
                    <a:pt x="203" y="69"/>
                  </a:moveTo>
                  <a:cubicBezTo>
                    <a:pt x="271" y="102"/>
                    <a:pt x="320" y="138"/>
                    <a:pt x="388" y="154"/>
                  </a:cubicBezTo>
                  <a:cubicBezTo>
                    <a:pt x="421" y="170"/>
                    <a:pt x="437" y="170"/>
                    <a:pt x="473" y="186"/>
                  </a:cubicBezTo>
                  <a:cubicBezTo>
                    <a:pt x="623" y="255"/>
                    <a:pt x="792" y="324"/>
                    <a:pt x="958" y="372"/>
                  </a:cubicBezTo>
                  <a:cubicBezTo>
                    <a:pt x="792" y="303"/>
                    <a:pt x="639" y="239"/>
                    <a:pt x="473" y="170"/>
                  </a:cubicBezTo>
                  <a:cubicBezTo>
                    <a:pt x="437" y="170"/>
                    <a:pt x="421" y="154"/>
                    <a:pt x="405" y="138"/>
                  </a:cubicBezTo>
                  <a:cubicBezTo>
                    <a:pt x="336" y="122"/>
                    <a:pt x="271" y="85"/>
                    <a:pt x="203" y="69"/>
                  </a:cubicBezTo>
                  <a:close/>
                  <a:moveTo>
                    <a:pt x="958" y="372"/>
                  </a:moveTo>
                  <a:lnTo>
                    <a:pt x="958" y="372"/>
                  </a:lnTo>
                  <a:cubicBezTo>
                    <a:pt x="1011" y="404"/>
                    <a:pt x="1059" y="425"/>
                    <a:pt x="1112" y="441"/>
                  </a:cubicBezTo>
                  <a:cubicBezTo>
                    <a:pt x="1059" y="404"/>
                    <a:pt x="1011" y="388"/>
                    <a:pt x="958" y="372"/>
                  </a:cubicBezTo>
                  <a:close/>
                  <a:moveTo>
                    <a:pt x="1112" y="441"/>
                  </a:moveTo>
                  <a:cubicBezTo>
                    <a:pt x="1196" y="473"/>
                    <a:pt x="1281" y="505"/>
                    <a:pt x="1362" y="542"/>
                  </a:cubicBezTo>
                  <a:cubicBezTo>
                    <a:pt x="1415" y="558"/>
                    <a:pt x="1463" y="590"/>
                    <a:pt x="1515" y="606"/>
                  </a:cubicBezTo>
                  <a:cubicBezTo>
                    <a:pt x="1584" y="627"/>
                    <a:pt x="1649" y="659"/>
                    <a:pt x="1717" y="691"/>
                  </a:cubicBezTo>
                  <a:cubicBezTo>
                    <a:pt x="1818" y="728"/>
                    <a:pt x="1919" y="776"/>
                    <a:pt x="2020" y="808"/>
                  </a:cubicBezTo>
                  <a:cubicBezTo>
                    <a:pt x="2138" y="861"/>
                    <a:pt x="2255" y="909"/>
                    <a:pt x="2372" y="946"/>
                  </a:cubicBezTo>
                  <a:cubicBezTo>
                    <a:pt x="2271" y="893"/>
                    <a:pt x="2138" y="845"/>
                    <a:pt x="2037" y="792"/>
                  </a:cubicBezTo>
                  <a:cubicBezTo>
                    <a:pt x="1936" y="760"/>
                    <a:pt x="1835" y="728"/>
                    <a:pt x="1734" y="675"/>
                  </a:cubicBezTo>
                  <a:cubicBezTo>
                    <a:pt x="1649" y="659"/>
                    <a:pt x="1584" y="627"/>
                    <a:pt x="1515" y="590"/>
                  </a:cubicBezTo>
                  <a:cubicBezTo>
                    <a:pt x="1463" y="574"/>
                    <a:pt x="1415" y="558"/>
                    <a:pt x="1362" y="526"/>
                  </a:cubicBezTo>
                  <a:cubicBezTo>
                    <a:pt x="1281" y="489"/>
                    <a:pt x="1196" y="457"/>
                    <a:pt x="1112" y="441"/>
                  </a:cubicBezTo>
                  <a:close/>
                  <a:moveTo>
                    <a:pt x="2372" y="946"/>
                  </a:moveTo>
                  <a:cubicBezTo>
                    <a:pt x="2525" y="1010"/>
                    <a:pt x="2695" y="1079"/>
                    <a:pt x="2861" y="1148"/>
                  </a:cubicBezTo>
                  <a:cubicBezTo>
                    <a:pt x="2877" y="1164"/>
                    <a:pt x="2913" y="1164"/>
                    <a:pt x="2929" y="1180"/>
                  </a:cubicBezTo>
                  <a:cubicBezTo>
                    <a:pt x="2998" y="1196"/>
                    <a:pt x="3047" y="1212"/>
                    <a:pt x="3099" y="1249"/>
                  </a:cubicBezTo>
                  <a:cubicBezTo>
                    <a:pt x="3047" y="1212"/>
                    <a:pt x="2998" y="1180"/>
                    <a:pt x="2946" y="1164"/>
                  </a:cubicBezTo>
                  <a:cubicBezTo>
                    <a:pt x="2913" y="1164"/>
                    <a:pt x="2897" y="1148"/>
                    <a:pt x="2861" y="1132"/>
                  </a:cubicBezTo>
                  <a:cubicBezTo>
                    <a:pt x="2695" y="1063"/>
                    <a:pt x="2525" y="994"/>
                    <a:pt x="2372" y="946"/>
                  </a:cubicBezTo>
                  <a:close/>
                  <a:moveTo>
                    <a:pt x="3099" y="1249"/>
                  </a:moveTo>
                  <a:cubicBezTo>
                    <a:pt x="3148" y="1265"/>
                    <a:pt x="3180" y="1281"/>
                    <a:pt x="3216" y="1297"/>
                  </a:cubicBezTo>
                  <a:cubicBezTo>
                    <a:pt x="3232" y="1297"/>
                    <a:pt x="3249" y="1297"/>
                    <a:pt x="3265" y="1313"/>
                  </a:cubicBezTo>
                  <a:cubicBezTo>
                    <a:pt x="3366" y="1350"/>
                    <a:pt x="3483" y="1398"/>
                    <a:pt x="3604" y="1451"/>
                  </a:cubicBezTo>
                  <a:cubicBezTo>
                    <a:pt x="3652" y="1467"/>
                    <a:pt x="3705" y="1483"/>
                    <a:pt x="3737" y="1499"/>
                  </a:cubicBezTo>
                  <a:cubicBezTo>
                    <a:pt x="3770" y="1515"/>
                    <a:pt x="3786" y="1536"/>
                    <a:pt x="3822" y="1536"/>
                  </a:cubicBezTo>
                  <a:cubicBezTo>
                    <a:pt x="3887" y="1568"/>
                    <a:pt x="3955" y="1584"/>
                    <a:pt x="4024" y="1616"/>
                  </a:cubicBezTo>
                  <a:cubicBezTo>
                    <a:pt x="4073" y="1637"/>
                    <a:pt x="4109" y="1653"/>
                    <a:pt x="4141" y="1669"/>
                  </a:cubicBezTo>
                  <a:cubicBezTo>
                    <a:pt x="4210" y="1685"/>
                    <a:pt x="4258" y="1717"/>
                    <a:pt x="4311" y="1738"/>
                  </a:cubicBezTo>
                  <a:cubicBezTo>
                    <a:pt x="4376" y="1754"/>
                    <a:pt x="4460" y="1786"/>
                    <a:pt x="4529" y="1818"/>
                  </a:cubicBezTo>
                  <a:cubicBezTo>
                    <a:pt x="4561" y="1839"/>
                    <a:pt x="4614" y="1855"/>
                    <a:pt x="4646" y="1871"/>
                  </a:cubicBezTo>
                  <a:cubicBezTo>
                    <a:pt x="4715" y="1903"/>
                    <a:pt x="4796" y="1940"/>
                    <a:pt x="4881" y="1956"/>
                  </a:cubicBezTo>
                  <a:cubicBezTo>
                    <a:pt x="4796" y="1919"/>
                    <a:pt x="4731" y="1887"/>
                    <a:pt x="4646" y="1855"/>
                  </a:cubicBezTo>
                  <a:cubicBezTo>
                    <a:pt x="4614" y="1839"/>
                    <a:pt x="4578" y="1818"/>
                    <a:pt x="4529" y="1802"/>
                  </a:cubicBezTo>
                  <a:cubicBezTo>
                    <a:pt x="4460" y="1786"/>
                    <a:pt x="4392" y="1754"/>
                    <a:pt x="4311" y="1717"/>
                  </a:cubicBezTo>
                  <a:cubicBezTo>
                    <a:pt x="4258" y="1701"/>
                    <a:pt x="4210" y="1685"/>
                    <a:pt x="4157" y="1653"/>
                  </a:cubicBezTo>
                  <a:cubicBezTo>
                    <a:pt x="4109" y="1637"/>
                    <a:pt x="4073" y="1616"/>
                    <a:pt x="4024" y="1600"/>
                  </a:cubicBezTo>
                  <a:cubicBezTo>
                    <a:pt x="3955" y="1584"/>
                    <a:pt x="3887" y="1552"/>
                    <a:pt x="3822" y="1515"/>
                  </a:cubicBezTo>
                  <a:cubicBezTo>
                    <a:pt x="3806" y="1515"/>
                    <a:pt x="3770" y="1499"/>
                    <a:pt x="3753" y="1499"/>
                  </a:cubicBezTo>
                  <a:cubicBezTo>
                    <a:pt x="3705" y="1483"/>
                    <a:pt x="3652" y="1451"/>
                    <a:pt x="3604" y="1435"/>
                  </a:cubicBezTo>
                  <a:cubicBezTo>
                    <a:pt x="3503" y="1382"/>
                    <a:pt x="3382" y="1350"/>
                    <a:pt x="3265" y="1297"/>
                  </a:cubicBezTo>
                  <a:cubicBezTo>
                    <a:pt x="3249" y="1297"/>
                    <a:pt x="3232" y="1281"/>
                    <a:pt x="3216" y="1281"/>
                  </a:cubicBezTo>
                  <a:cubicBezTo>
                    <a:pt x="3180" y="1265"/>
                    <a:pt x="3148" y="1249"/>
                    <a:pt x="3099" y="1249"/>
                  </a:cubicBezTo>
                  <a:close/>
                  <a:moveTo>
                    <a:pt x="4882" y="1956"/>
                  </a:moveTo>
                  <a:lnTo>
                    <a:pt x="4882" y="1956"/>
                  </a:lnTo>
                  <a:cubicBezTo>
                    <a:pt x="4966" y="1988"/>
                    <a:pt x="5051" y="2021"/>
                    <a:pt x="5135" y="2073"/>
                  </a:cubicBezTo>
                  <a:cubicBezTo>
                    <a:pt x="5167" y="2073"/>
                    <a:pt x="5200" y="2089"/>
                    <a:pt x="5220" y="2105"/>
                  </a:cubicBezTo>
                  <a:cubicBezTo>
                    <a:pt x="5252" y="2121"/>
                    <a:pt x="5285" y="2121"/>
                    <a:pt x="5301" y="2142"/>
                  </a:cubicBezTo>
                  <a:cubicBezTo>
                    <a:pt x="5353" y="2158"/>
                    <a:pt x="5385" y="2174"/>
                    <a:pt x="5438" y="2190"/>
                  </a:cubicBezTo>
                  <a:cubicBezTo>
                    <a:pt x="5539" y="2243"/>
                    <a:pt x="5656" y="2275"/>
                    <a:pt x="5773" y="2323"/>
                  </a:cubicBezTo>
                  <a:cubicBezTo>
                    <a:pt x="5890" y="2376"/>
                    <a:pt x="6008" y="2408"/>
                    <a:pt x="6109" y="2461"/>
                  </a:cubicBezTo>
                  <a:cubicBezTo>
                    <a:pt x="6177" y="2493"/>
                    <a:pt x="6246" y="2509"/>
                    <a:pt x="6294" y="2546"/>
                  </a:cubicBezTo>
                  <a:cubicBezTo>
                    <a:pt x="6379" y="2562"/>
                    <a:pt x="6448" y="2594"/>
                    <a:pt x="6513" y="2626"/>
                  </a:cubicBezTo>
                  <a:lnTo>
                    <a:pt x="6715" y="2711"/>
                  </a:lnTo>
                  <a:cubicBezTo>
                    <a:pt x="6852" y="2764"/>
                    <a:pt x="6985" y="2812"/>
                    <a:pt x="7102" y="2865"/>
                  </a:cubicBezTo>
                  <a:cubicBezTo>
                    <a:pt x="7119" y="2865"/>
                    <a:pt x="7139" y="2881"/>
                    <a:pt x="7155" y="2881"/>
                  </a:cubicBezTo>
                  <a:cubicBezTo>
                    <a:pt x="7203" y="2897"/>
                    <a:pt x="7240" y="2913"/>
                    <a:pt x="7288" y="2929"/>
                  </a:cubicBezTo>
                  <a:cubicBezTo>
                    <a:pt x="7320" y="2949"/>
                    <a:pt x="7357" y="2966"/>
                    <a:pt x="7389" y="2966"/>
                  </a:cubicBezTo>
                  <a:cubicBezTo>
                    <a:pt x="7357" y="2949"/>
                    <a:pt x="7320" y="2929"/>
                    <a:pt x="7288" y="2913"/>
                  </a:cubicBezTo>
                  <a:cubicBezTo>
                    <a:pt x="7256" y="2913"/>
                    <a:pt x="7203" y="2897"/>
                    <a:pt x="7171" y="2881"/>
                  </a:cubicBezTo>
                  <a:cubicBezTo>
                    <a:pt x="7155" y="2865"/>
                    <a:pt x="7139" y="2865"/>
                    <a:pt x="7119" y="2848"/>
                  </a:cubicBezTo>
                  <a:cubicBezTo>
                    <a:pt x="6985" y="2796"/>
                    <a:pt x="6852" y="2747"/>
                    <a:pt x="6715" y="2695"/>
                  </a:cubicBezTo>
                  <a:lnTo>
                    <a:pt x="6533" y="2610"/>
                  </a:lnTo>
                  <a:cubicBezTo>
                    <a:pt x="6448" y="2578"/>
                    <a:pt x="6379" y="2562"/>
                    <a:pt x="6311" y="2525"/>
                  </a:cubicBezTo>
                  <a:cubicBezTo>
                    <a:pt x="6246" y="2493"/>
                    <a:pt x="6177" y="2477"/>
                    <a:pt x="6109" y="2445"/>
                  </a:cubicBezTo>
                  <a:cubicBezTo>
                    <a:pt x="6008" y="2408"/>
                    <a:pt x="5890" y="2360"/>
                    <a:pt x="5773" y="2307"/>
                  </a:cubicBezTo>
                  <a:cubicBezTo>
                    <a:pt x="5656" y="2275"/>
                    <a:pt x="5555" y="2222"/>
                    <a:pt x="5438" y="2174"/>
                  </a:cubicBezTo>
                  <a:cubicBezTo>
                    <a:pt x="5402" y="2158"/>
                    <a:pt x="5353" y="2142"/>
                    <a:pt x="5321" y="2121"/>
                  </a:cubicBezTo>
                  <a:cubicBezTo>
                    <a:pt x="5285" y="2121"/>
                    <a:pt x="5252" y="2105"/>
                    <a:pt x="5236" y="2089"/>
                  </a:cubicBezTo>
                  <a:cubicBezTo>
                    <a:pt x="5200" y="2073"/>
                    <a:pt x="5167" y="2073"/>
                    <a:pt x="5135" y="2057"/>
                  </a:cubicBezTo>
                  <a:cubicBezTo>
                    <a:pt x="5051" y="2021"/>
                    <a:pt x="4966" y="1988"/>
                    <a:pt x="4882" y="1956"/>
                  </a:cubicBezTo>
                  <a:close/>
                  <a:moveTo>
                    <a:pt x="7389" y="2966"/>
                  </a:moveTo>
                  <a:cubicBezTo>
                    <a:pt x="7405" y="2982"/>
                    <a:pt x="7442" y="2998"/>
                    <a:pt x="7474" y="3014"/>
                  </a:cubicBezTo>
                  <a:cubicBezTo>
                    <a:pt x="7559" y="3030"/>
                    <a:pt x="7644" y="3067"/>
                    <a:pt x="7708" y="3099"/>
                  </a:cubicBezTo>
                  <a:cubicBezTo>
                    <a:pt x="7761" y="3115"/>
                    <a:pt x="7793" y="3131"/>
                    <a:pt x="7825" y="3151"/>
                  </a:cubicBezTo>
                  <a:cubicBezTo>
                    <a:pt x="7878" y="3184"/>
                    <a:pt x="7926" y="3200"/>
                    <a:pt x="7979" y="3216"/>
                  </a:cubicBezTo>
                  <a:cubicBezTo>
                    <a:pt x="7995" y="3216"/>
                    <a:pt x="8011" y="3232"/>
                    <a:pt x="8027" y="3232"/>
                  </a:cubicBezTo>
                  <a:lnTo>
                    <a:pt x="8027" y="3252"/>
                  </a:lnTo>
                  <a:lnTo>
                    <a:pt x="8027" y="3269"/>
                  </a:lnTo>
                  <a:lnTo>
                    <a:pt x="8048" y="3252"/>
                  </a:lnTo>
                  <a:lnTo>
                    <a:pt x="8048" y="3232"/>
                  </a:lnTo>
                  <a:lnTo>
                    <a:pt x="8027" y="3216"/>
                  </a:lnTo>
                  <a:cubicBezTo>
                    <a:pt x="8011" y="3216"/>
                    <a:pt x="7995" y="3200"/>
                    <a:pt x="7979" y="3200"/>
                  </a:cubicBezTo>
                  <a:cubicBezTo>
                    <a:pt x="7926" y="3184"/>
                    <a:pt x="7878" y="3168"/>
                    <a:pt x="7846" y="3151"/>
                  </a:cubicBezTo>
                  <a:cubicBezTo>
                    <a:pt x="7793" y="3131"/>
                    <a:pt x="7761" y="3115"/>
                    <a:pt x="7724" y="3099"/>
                  </a:cubicBezTo>
                  <a:cubicBezTo>
                    <a:pt x="7644" y="3067"/>
                    <a:pt x="7559" y="3030"/>
                    <a:pt x="7474" y="2998"/>
                  </a:cubicBezTo>
                  <a:cubicBezTo>
                    <a:pt x="7442" y="2982"/>
                    <a:pt x="7421" y="2966"/>
                    <a:pt x="7389" y="29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0"/>
            <p:cNvSpPr/>
            <p:nvPr/>
          </p:nvSpPr>
          <p:spPr>
            <a:xfrm>
              <a:off x="2222425" y="922427"/>
              <a:ext cx="95153" cy="28606"/>
            </a:xfrm>
            <a:custGeom>
              <a:rect b="b" l="l" r="r" t="t"/>
              <a:pathLst>
                <a:path extrusionOk="0" h="288" w="958">
                  <a:moveTo>
                    <a:pt x="0" y="1"/>
                  </a:moveTo>
                  <a:lnTo>
                    <a:pt x="17" y="17"/>
                  </a:lnTo>
                  <a:cubicBezTo>
                    <a:pt x="49" y="17"/>
                    <a:pt x="69" y="33"/>
                    <a:pt x="85" y="33"/>
                  </a:cubicBezTo>
                  <a:cubicBezTo>
                    <a:pt x="118" y="53"/>
                    <a:pt x="170" y="53"/>
                    <a:pt x="202" y="69"/>
                  </a:cubicBezTo>
                  <a:cubicBezTo>
                    <a:pt x="287" y="85"/>
                    <a:pt x="372" y="118"/>
                    <a:pt x="453" y="134"/>
                  </a:cubicBezTo>
                  <a:cubicBezTo>
                    <a:pt x="372" y="102"/>
                    <a:pt x="287" y="85"/>
                    <a:pt x="219" y="53"/>
                  </a:cubicBezTo>
                  <a:cubicBezTo>
                    <a:pt x="170" y="53"/>
                    <a:pt x="134" y="33"/>
                    <a:pt x="85" y="17"/>
                  </a:cubicBezTo>
                  <a:cubicBezTo>
                    <a:pt x="69" y="17"/>
                    <a:pt x="49" y="17"/>
                    <a:pt x="33" y="1"/>
                  </a:cubicBezTo>
                  <a:close/>
                  <a:moveTo>
                    <a:pt x="453" y="134"/>
                  </a:moveTo>
                  <a:cubicBezTo>
                    <a:pt x="489" y="154"/>
                    <a:pt x="538" y="170"/>
                    <a:pt x="574" y="170"/>
                  </a:cubicBezTo>
                  <a:cubicBezTo>
                    <a:pt x="639" y="203"/>
                    <a:pt x="707" y="219"/>
                    <a:pt x="776" y="235"/>
                  </a:cubicBezTo>
                  <a:lnTo>
                    <a:pt x="792" y="235"/>
                  </a:lnTo>
                  <a:cubicBezTo>
                    <a:pt x="808" y="235"/>
                    <a:pt x="824" y="235"/>
                    <a:pt x="857" y="255"/>
                  </a:cubicBezTo>
                  <a:cubicBezTo>
                    <a:pt x="893" y="271"/>
                    <a:pt x="925" y="271"/>
                    <a:pt x="958" y="287"/>
                  </a:cubicBezTo>
                  <a:lnTo>
                    <a:pt x="958" y="271"/>
                  </a:lnTo>
                  <a:cubicBezTo>
                    <a:pt x="925" y="271"/>
                    <a:pt x="893" y="255"/>
                    <a:pt x="857" y="235"/>
                  </a:cubicBezTo>
                  <a:cubicBezTo>
                    <a:pt x="841" y="235"/>
                    <a:pt x="808" y="219"/>
                    <a:pt x="792" y="219"/>
                  </a:cubicBezTo>
                  <a:lnTo>
                    <a:pt x="776" y="219"/>
                  </a:lnTo>
                  <a:cubicBezTo>
                    <a:pt x="707" y="203"/>
                    <a:pt x="639" y="186"/>
                    <a:pt x="590" y="170"/>
                  </a:cubicBezTo>
                  <a:cubicBezTo>
                    <a:pt x="538" y="154"/>
                    <a:pt x="505" y="134"/>
                    <a:pt x="453"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0"/>
            <p:cNvSpPr/>
            <p:nvPr/>
          </p:nvSpPr>
          <p:spPr>
            <a:xfrm>
              <a:off x="1650611" y="775228"/>
              <a:ext cx="295889" cy="209079"/>
            </a:xfrm>
            <a:custGeom>
              <a:rect b="b" l="l" r="r" t="t"/>
              <a:pathLst>
                <a:path extrusionOk="0" h="2105" w="2979">
                  <a:moveTo>
                    <a:pt x="2978" y="0"/>
                  </a:moveTo>
                  <a:cubicBezTo>
                    <a:pt x="2930" y="0"/>
                    <a:pt x="2897" y="36"/>
                    <a:pt x="2845" y="53"/>
                  </a:cubicBezTo>
                  <a:cubicBezTo>
                    <a:pt x="2845" y="53"/>
                    <a:pt x="2829" y="69"/>
                    <a:pt x="2812" y="69"/>
                  </a:cubicBezTo>
                  <a:cubicBezTo>
                    <a:pt x="2728" y="121"/>
                    <a:pt x="2643" y="170"/>
                    <a:pt x="2574" y="202"/>
                  </a:cubicBezTo>
                  <a:cubicBezTo>
                    <a:pt x="2526" y="238"/>
                    <a:pt x="2493" y="255"/>
                    <a:pt x="2441" y="271"/>
                  </a:cubicBezTo>
                  <a:cubicBezTo>
                    <a:pt x="2324" y="339"/>
                    <a:pt x="2223" y="404"/>
                    <a:pt x="2106" y="457"/>
                  </a:cubicBezTo>
                  <a:lnTo>
                    <a:pt x="2037" y="505"/>
                  </a:lnTo>
                  <a:lnTo>
                    <a:pt x="2122" y="473"/>
                  </a:lnTo>
                  <a:cubicBezTo>
                    <a:pt x="2223" y="404"/>
                    <a:pt x="2340" y="356"/>
                    <a:pt x="2441" y="287"/>
                  </a:cubicBezTo>
                  <a:cubicBezTo>
                    <a:pt x="2493" y="271"/>
                    <a:pt x="2542" y="238"/>
                    <a:pt x="2574" y="222"/>
                  </a:cubicBezTo>
                  <a:cubicBezTo>
                    <a:pt x="2659" y="170"/>
                    <a:pt x="2728" y="137"/>
                    <a:pt x="2812" y="85"/>
                  </a:cubicBezTo>
                  <a:cubicBezTo>
                    <a:pt x="2829" y="85"/>
                    <a:pt x="2845" y="69"/>
                    <a:pt x="2861" y="69"/>
                  </a:cubicBezTo>
                  <a:cubicBezTo>
                    <a:pt x="2897" y="36"/>
                    <a:pt x="2930" y="20"/>
                    <a:pt x="2978" y="20"/>
                  </a:cubicBezTo>
                  <a:lnTo>
                    <a:pt x="2978" y="0"/>
                  </a:lnTo>
                  <a:close/>
                  <a:moveTo>
                    <a:pt x="2037" y="505"/>
                  </a:moveTo>
                  <a:cubicBezTo>
                    <a:pt x="1988" y="525"/>
                    <a:pt x="1936" y="558"/>
                    <a:pt x="1887" y="574"/>
                  </a:cubicBezTo>
                  <a:cubicBezTo>
                    <a:pt x="1819" y="606"/>
                    <a:pt x="1766" y="642"/>
                    <a:pt x="1718" y="675"/>
                  </a:cubicBezTo>
                  <a:cubicBezTo>
                    <a:pt x="1786" y="659"/>
                    <a:pt x="1835" y="626"/>
                    <a:pt x="1887" y="590"/>
                  </a:cubicBezTo>
                  <a:cubicBezTo>
                    <a:pt x="1936" y="574"/>
                    <a:pt x="1988" y="541"/>
                    <a:pt x="2037" y="505"/>
                  </a:cubicBezTo>
                  <a:close/>
                  <a:moveTo>
                    <a:pt x="1718" y="675"/>
                  </a:moveTo>
                  <a:lnTo>
                    <a:pt x="1718" y="675"/>
                  </a:lnTo>
                  <a:cubicBezTo>
                    <a:pt x="1665" y="707"/>
                    <a:pt x="1601" y="727"/>
                    <a:pt x="1548" y="760"/>
                  </a:cubicBezTo>
                  <a:cubicBezTo>
                    <a:pt x="1463" y="808"/>
                    <a:pt x="1399" y="844"/>
                    <a:pt x="1314" y="893"/>
                  </a:cubicBezTo>
                  <a:cubicBezTo>
                    <a:pt x="1245" y="929"/>
                    <a:pt x="1197" y="961"/>
                    <a:pt x="1128" y="994"/>
                  </a:cubicBezTo>
                  <a:cubicBezTo>
                    <a:pt x="1197" y="961"/>
                    <a:pt x="1261" y="945"/>
                    <a:pt x="1314" y="909"/>
                  </a:cubicBezTo>
                  <a:cubicBezTo>
                    <a:pt x="1399" y="861"/>
                    <a:pt x="1483" y="808"/>
                    <a:pt x="1548" y="776"/>
                  </a:cubicBezTo>
                  <a:cubicBezTo>
                    <a:pt x="1617" y="743"/>
                    <a:pt x="1665" y="707"/>
                    <a:pt x="1718" y="675"/>
                  </a:cubicBezTo>
                  <a:close/>
                  <a:moveTo>
                    <a:pt x="1128" y="994"/>
                  </a:moveTo>
                  <a:cubicBezTo>
                    <a:pt x="1043" y="1046"/>
                    <a:pt x="942" y="1095"/>
                    <a:pt x="857" y="1131"/>
                  </a:cubicBezTo>
                  <a:cubicBezTo>
                    <a:pt x="776" y="1180"/>
                    <a:pt x="692" y="1232"/>
                    <a:pt x="623" y="1264"/>
                  </a:cubicBezTo>
                  <a:cubicBezTo>
                    <a:pt x="538" y="1313"/>
                    <a:pt x="453" y="1349"/>
                    <a:pt x="389" y="1398"/>
                  </a:cubicBezTo>
                  <a:cubicBezTo>
                    <a:pt x="320" y="1434"/>
                    <a:pt x="272" y="1466"/>
                    <a:pt x="203" y="1483"/>
                  </a:cubicBezTo>
                  <a:cubicBezTo>
                    <a:pt x="171" y="1515"/>
                    <a:pt x="118" y="1551"/>
                    <a:pt x="70" y="1567"/>
                  </a:cubicBezTo>
                  <a:cubicBezTo>
                    <a:pt x="17" y="1600"/>
                    <a:pt x="1" y="1616"/>
                    <a:pt x="17" y="1668"/>
                  </a:cubicBezTo>
                  <a:cubicBezTo>
                    <a:pt x="33" y="1685"/>
                    <a:pt x="17" y="1685"/>
                    <a:pt x="17" y="1701"/>
                  </a:cubicBezTo>
                  <a:lnTo>
                    <a:pt x="17" y="1717"/>
                  </a:lnTo>
                  <a:cubicBezTo>
                    <a:pt x="1" y="1737"/>
                    <a:pt x="1" y="1769"/>
                    <a:pt x="1" y="1786"/>
                  </a:cubicBezTo>
                  <a:lnTo>
                    <a:pt x="1" y="1838"/>
                  </a:lnTo>
                  <a:lnTo>
                    <a:pt x="1" y="2020"/>
                  </a:lnTo>
                  <a:lnTo>
                    <a:pt x="1" y="2105"/>
                  </a:lnTo>
                  <a:cubicBezTo>
                    <a:pt x="1" y="2072"/>
                    <a:pt x="1" y="2056"/>
                    <a:pt x="17" y="2020"/>
                  </a:cubicBezTo>
                  <a:lnTo>
                    <a:pt x="17" y="1838"/>
                  </a:lnTo>
                  <a:lnTo>
                    <a:pt x="17" y="1786"/>
                  </a:lnTo>
                  <a:cubicBezTo>
                    <a:pt x="17" y="1769"/>
                    <a:pt x="17" y="1737"/>
                    <a:pt x="33" y="1717"/>
                  </a:cubicBezTo>
                  <a:lnTo>
                    <a:pt x="33" y="1701"/>
                  </a:lnTo>
                  <a:lnTo>
                    <a:pt x="33" y="1668"/>
                  </a:lnTo>
                  <a:cubicBezTo>
                    <a:pt x="17" y="1616"/>
                    <a:pt x="33" y="1600"/>
                    <a:pt x="70" y="1584"/>
                  </a:cubicBezTo>
                  <a:cubicBezTo>
                    <a:pt x="118" y="1551"/>
                    <a:pt x="171" y="1535"/>
                    <a:pt x="219" y="1499"/>
                  </a:cubicBezTo>
                  <a:cubicBezTo>
                    <a:pt x="272" y="1466"/>
                    <a:pt x="336" y="1434"/>
                    <a:pt x="389" y="1414"/>
                  </a:cubicBezTo>
                  <a:cubicBezTo>
                    <a:pt x="473" y="1365"/>
                    <a:pt x="538" y="1333"/>
                    <a:pt x="623" y="1281"/>
                  </a:cubicBezTo>
                  <a:cubicBezTo>
                    <a:pt x="708" y="1232"/>
                    <a:pt x="793" y="1196"/>
                    <a:pt x="857" y="1147"/>
                  </a:cubicBezTo>
                  <a:cubicBezTo>
                    <a:pt x="958" y="1095"/>
                    <a:pt x="1043" y="1046"/>
                    <a:pt x="1128" y="99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0"/>
            <p:cNvSpPr/>
            <p:nvPr/>
          </p:nvSpPr>
          <p:spPr>
            <a:xfrm>
              <a:off x="1815987" y="857469"/>
              <a:ext cx="5264" cy="130513"/>
            </a:xfrm>
            <a:custGeom>
              <a:rect b="b" l="l" r="r" t="t"/>
              <a:pathLst>
                <a:path extrusionOk="0" h="1314" w="53">
                  <a:moveTo>
                    <a:pt x="37" y="0"/>
                  </a:moveTo>
                  <a:lnTo>
                    <a:pt x="37" y="81"/>
                  </a:lnTo>
                  <a:lnTo>
                    <a:pt x="37" y="283"/>
                  </a:lnTo>
                  <a:lnTo>
                    <a:pt x="37" y="505"/>
                  </a:lnTo>
                  <a:cubicBezTo>
                    <a:pt x="37" y="420"/>
                    <a:pt x="37" y="352"/>
                    <a:pt x="53" y="283"/>
                  </a:cubicBezTo>
                  <a:lnTo>
                    <a:pt x="53" y="81"/>
                  </a:lnTo>
                  <a:lnTo>
                    <a:pt x="53" y="0"/>
                  </a:lnTo>
                  <a:close/>
                  <a:moveTo>
                    <a:pt x="37" y="505"/>
                  </a:moveTo>
                  <a:cubicBezTo>
                    <a:pt x="37" y="570"/>
                    <a:pt x="20" y="638"/>
                    <a:pt x="20" y="707"/>
                  </a:cubicBezTo>
                  <a:lnTo>
                    <a:pt x="20" y="1075"/>
                  </a:lnTo>
                  <a:lnTo>
                    <a:pt x="20" y="1228"/>
                  </a:lnTo>
                  <a:cubicBezTo>
                    <a:pt x="20" y="1176"/>
                    <a:pt x="37" y="1127"/>
                    <a:pt x="37" y="1075"/>
                  </a:cubicBezTo>
                  <a:lnTo>
                    <a:pt x="37" y="707"/>
                  </a:lnTo>
                  <a:lnTo>
                    <a:pt x="37" y="505"/>
                  </a:lnTo>
                  <a:close/>
                  <a:moveTo>
                    <a:pt x="20" y="1228"/>
                  </a:moveTo>
                  <a:cubicBezTo>
                    <a:pt x="0" y="1261"/>
                    <a:pt x="0" y="1277"/>
                    <a:pt x="0" y="1313"/>
                  </a:cubicBezTo>
                  <a:lnTo>
                    <a:pt x="20" y="1313"/>
                  </a:lnTo>
                  <a:lnTo>
                    <a:pt x="20" y="122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0"/>
            <p:cNvSpPr/>
            <p:nvPr/>
          </p:nvSpPr>
          <p:spPr>
            <a:xfrm>
              <a:off x="2199183" y="862236"/>
              <a:ext cx="1689" cy="118892"/>
            </a:xfrm>
            <a:custGeom>
              <a:rect b="b" l="l" r="r" t="t"/>
              <a:pathLst>
                <a:path extrusionOk="0" h="1197" w="17">
                  <a:moveTo>
                    <a:pt x="0" y="1"/>
                  </a:moveTo>
                  <a:lnTo>
                    <a:pt x="0" y="85"/>
                  </a:lnTo>
                  <a:cubicBezTo>
                    <a:pt x="0" y="69"/>
                    <a:pt x="0" y="33"/>
                    <a:pt x="16" y="17"/>
                  </a:cubicBezTo>
                  <a:lnTo>
                    <a:pt x="16" y="1"/>
                  </a:lnTo>
                  <a:close/>
                  <a:moveTo>
                    <a:pt x="0" y="85"/>
                  </a:moveTo>
                  <a:lnTo>
                    <a:pt x="0" y="558"/>
                  </a:lnTo>
                  <a:lnTo>
                    <a:pt x="0" y="760"/>
                  </a:lnTo>
                  <a:lnTo>
                    <a:pt x="0" y="1095"/>
                  </a:lnTo>
                  <a:lnTo>
                    <a:pt x="0" y="1164"/>
                  </a:lnTo>
                  <a:lnTo>
                    <a:pt x="0" y="1196"/>
                  </a:lnTo>
                  <a:lnTo>
                    <a:pt x="16" y="1196"/>
                  </a:lnTo>
                  <a:lnTo>
                    <a:pt x="16" y="1164"/>
                  </a:lnTo>
                  <a:lnTo>
                    <a:pt x="16" y="1095"/>
                  </a:lnTo>
                  <a:lnTo>
                    <a:pt x="16" y="760"/>
                  </a:lnTo>
                  <a:lnTo>
                    <a:pt x="16" y="558"/>
                  </a:lnTo>
                  <a:cubicBezTo>
                    <a:pt x="0" y="405"/>
                    <a:pt x="0" y="235"/>
                    <a:pt x="0"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0"/>
            <p:cNvSpPr/>
            <p:nvPr/>
          </p:nvSpPr>
          <p:spPr>
            <a:xfrm>
              <a:off x="1826019" y="883293"/>
              <a:ext cx="122468" cy="104689"/>
            </a:xfrm>
            <a:custGeom>
              <a:rect b="b" l="l" r="r" t="t"/>
              <a:pathLst>
                <a:path extrusionOk="0" h="1054" w="1233">
                  <a:moveTo>
                    <a:pt x="1202" y="0"/>
                  </a:moveTo>
                  <a:cubicBezTo>
                    <a:pt x="1178" y="0"/>
                    <a:pt x="1159" y="12"/>
                    <a:pt x="1147" y="23"/>
                  </a:cubicBezTo>
                  <a:cubicBezTo>
                    <a:pt x="1131" y="23"/>
                    <a:pt x="1131" y="43"/>
                    <a:pt x="1111" y="43"/>
                  </a:cubicBezTo>
                  <a:cubicBezTo>
                    <a:pt x="1030" y="75"/>
                    <a:pt x="945" y="124"/>
                    <a:pt x="861" y="160"/>
                  </a:cubicBezTo>
                  <a:lnTo>
                    <a:pt x="808" y="193"/>
                  </a:lnTo>
                  <a:cubicBezTo>
                    <a:pt x="743" y="225"/>
                    <a:pt x="691" y="245"/>
                    <a:pt x="643" y="277"/>
                  </a:cubicBezTo>
                  <a:cubicBezTo>
                    <a:pt x="542" y="326"/>
                    <a:pt x="424" y="378"/>
                    <a:pt x="323" y="447"/>
                  </a:cubicBezTo>
                  <a:cubicBezTo>
                    <a:pt x="441" y="395"/>
                    <a:pt x="542" y="346"/>
                    <a:pt x="643" y="294"/>
                  </a:cubicBezTo>
                  <a:cubicBezTo>
                    <a:pt x="691" y="261"/>
                    <a:pt x="760" y="245"/>
                    <a:pt x="808" y="209"/>
                  </a:cubicBezTo>
                  <a:lnTo>
                    <a:pt x="861" y="176"/>
                  </a:lnTo>
                  <a:cubicBezTo>
                    <a:pt x="945" y="144"/>
                    <a:pt x="1030" y="92"/>
                    <a:pt x="1131" y="59"/>
                  </a:cubicBezTo>
                  <a:cubicBezTo>
                    <a:pt x="1131" y="43"/>
                    <a:pt x="1147" y="43"/>
                    <a:pt x="1147" y="43"/>
                  </a:cubicBezTo>
                  <a:cubicBezTo>
                    <a:pt x="1180" y="23"/>
                    <a:pt x="1196" y="7"/>
                    <a:pt x="1232" y="7"/>
                  </a:cubicBezTo>
                  <a:cubicBezTo>
                    <a:pt x="1222" y="2"/>
                    <a:pt x="1211" y="0"/>
                    <a:pt x="1202" y="0"/>
                  </a:cubicBezTo>
                  <a:close/>
                  <a:moveTo>
                    <a:pt x="323" y="447"/>
                  </a:moveTo>
                  <a:cubicBezTo>
                    <a:pt x="287" y="447"/>
                    <a:pt x="271" y="463"/>
                    <a:pt x="239" y="479"/>
                  </a:cubicBezTo>
                  <a:cubicBezTo>
                    <a:pt x="186" y="512"/>
                    <a:pt x="138" y="528"/>
                    <a:pt x="69" y="564"/>
                  </a:cubicBezTo>
                  <a:cubicBezTo>
                    <a:pt x="20" y="580"/>
                    <a:pt x="0" y="613"/>
                    <a:pt x="0" y="665"/>
                  </a:cubicBezTo>
                  <a:lnTo>
                    <a:pt x="0" y="932"/>
                  </a:lnTo>
                  <a:lnTo>
                    <a:pt x="0" y="1053"/>
                  </a:lnTo>
                  <a:cubicBezTo>
                    <a:pt x="0" y="1001"/>
                    <a:pt x="0" y="968"/>
                    <a:pt x="20" y="932"/>
                  </a:cubicBezTo>
                  <a:lnTo>
                    <a:pt x="20" y="665"/>
                  </a:lnTo>
                  <a:cubicBezTo>
                    <a:pt x="20" y="613"/>
                    <a:pt x="37" y="597"/>
                    <a:pt x="69" y="580"/>
                  </a:cubicBezTo>
                  <a:cubicBezTo>
                    <a:pt x="138" y="548"/>
                    <a:pt x="186" y="512"/>
                    <a:pt x="239" y="496"/>
                  </a:cubicBezTo>
                  <a:cubicBezTo>
                    <a:pt x="271" y="479"/>
                    <a:pt x="303" y="463"/>
                    <a:pt x="323" y="4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0"/>
            <p:cNvSpPr/>
            <p:nvPr/>
          </p:nvSpPr>
          <p:spPr>
            <a:xfrm>
              <a:off x="1759372" y="382397"/>
              <a:ext cx="183851" cy="138856"/>
            </a:xfrm>
            <a:custGeom>
              <a:rect b="b" l="l" r="r" t="t"/>
              <a:pathLst>
                <a:path extrusionOk="0" h="1398" w="1851">
                  <a:moveTo>
                    <a:pt x="1851" y="0"/>
                  </a:moveTo>
                  <a:cubicBezTo>
                    <a:pt x="1818" y="0"/>
                    <a:pt x="1802" y="0"/>
                    <a:pt x="1782" y="16"/>
                  </a:cubicBezTo>
                  <a:cubicBezTo>
                    <a:pt x="1717" y="69"/>
                    <a:pt x="1665" y="117"/>
                    <a:pt x="1600" y="154"/>
                  </a:cubicBezTo>
                  <a:cubicBezTo>
                    <a:pt x="1515" y="218"/>
                    <a:pt x="1447" y="287"/>
                    <a:pt x="1362" y="340"/>
                  </a:cubicBezTo>
                  <a:cubicBezTo>
                    <a:pt x="1261" y="420"/>
                    <a:pt x="1160" y="505"/>
                    <a:pt x="1059" y="574"/>
                  </a:cubicBezTo>
                  <a:cubicBezTo>
                    <a:pt x="974" y="643"/>
                    <a:pt x="893" y="707"/>
                    <a:pt x="809" y="776"/>
                  </a:cubicBezTo>
                  <a:cubicBezTo>
                    <a:pt x="655" y="893"/>
                    <a:pt x="522" y="1010"/>
                    <a:pt x="368" y="1111"/>
                  </a:cubicBezTo>
                  <a:cubicBezTo>
                    <a:pt x="267" y="1196"/>
                    <a:pt x="186" y="1265"/>
                    <a:pt x="102" y="1329"/>
                  </a:cubicBezTo>
                  <a:cubicBezTo>
                    <a:pt x="85" y="1329"/>
                    <a:pt x="85" y="1349"/>
                    <a:pt x="65" y="1349"/>
                  </a:cubicBezTo>
                  <a:cubicBezTo>
                    <a:pt x="49" y="1366"/>
                    <a:pt x="49" y="1366"/>
                    <a:pt x="33" y="1382"/>
                  </a:cubicBezTo>
                  <a:cubicBezTo>
                    <a:pt x="17" y="1382"/>
                    <a:pt x="17" y="1398"/>
                    <a:pt x="1" y="1398"/>
                  </a:cubicBezTo>
                  <a:lnTo>
                    <a:pt x="33" y="1398"/>
                  </a:lnTo>
                  <a:lnTo>
                    <a:pt x="65" y="1366"/>
                  </a:lnTo>
                  <a:cubicBezTo>
                    <a:pt x="85" y="1349"/>
                    <a:pt x="102" y="1349"/>
                    <a:pt x="102" y="1349"/>
                  </a:cubicBezTo>
                  <a:cubicBezTo>
                    <a:pt x="186" y="1265"/>
                    <a:pt x="287" y="1196"/>
                    <a:pt x="368" y="1127"/>
                  </a:cubicBezTo>
                  <a:cubicBezTo>
                    <a:pt x="522" y="1010"/>
                    <a:pt x="671" y="893"/>
                    <a:pt x="825" y="776"/>
                  </a:cubicBezTo>
                  <a:cubicBezTo>
                    <a:pt x="910" y="723"/>
                    <a:pt x="994" y="659"/>
                    <a:pt x="1059" y="590"/>
                  </a:cubicBezTo>
                  <a:cubicBezTo>
                    <a:pt x="1176" y="505"/>
                    <a:pt x="1277" y="441"/>
                    <a:pt x="1378" y="356"/>
                  </a:cubicBezTo>
                  <a:cubicBezTo>
                    <a:pt x="1447" y="287"/>
                    <a:pt x="1532" y="239"/>
                    <a:pt x="1616" y="170"/>
                  </a:cubicBezTo>
                  <a:cubicBezTo>
                    <a:pt x="1665" y="117"/>
                    <a:pt x="1734" y="69"/>
                    <a:pt x="1782" y="37"/>
                  </a:cubicBezTo>
                  <a:cubicBezTo>
                    <a:pt x="1797" y="22"/>
                    <a:pt x="1809" y="10"/>
                    <a:pt x="1821" y="10"/>
                  </a:cubicBezTo>
                  <a:cubicBezTo>
                    <a:pt x="1825" y="10"/>
                    <a:pt x="1830" y="12"/>
                    <a:pt x="1835" y="16"/>
                  </a:cubicBezTo>
                  <a:lnTo>
                    <a:pt x="18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0"/>
            <p:cNvSpPr/>
            <p:nvPr/>
          </p:nvSpPr>
          <p:spPr>
            <a:xfrm>
              <a:off x="1759372" y="298865"/>
              <a:ext cx="182261" cy="143823"/>
            </a:xfrm>
            <a:custGeom>
              <a:rect b="b" l="l" r="r" t="t"/>
              <a:pathLst>
                <a:path extrusionOk="0" h="1448" w="1835">
                  <a:moveTo>
                    <a:pt x="1835" y="1"/>
                  </a:moveTo>
                  <a:cubicBezTo>
                    <a:pt x="1782" y="1"/>
                    <a:pt x="1766" y="33"/>
                    <a:pt x="1734" y="49"/>
                  </a:cubicBezTo>
                  <a:cubicBezTo>
                    <a:pt x="1734" y="70"/>
                    <a:pt x="1717" y="70"/>
                    <a:pt x="1717" y="86"/>
                  </a:cubicBezTo>
                  <a:cubicBezTo>
                    <a:pt x="1734" y="86"/>
                    <a:pt x="1734" y="70"/>
                    <a:pt x="1750" y="70"/>
                  </a:cubicBezTo>
                  <a:cubicBezTo>
                    <a:pt x="1766" y="33"/>
                    <a:pt x="1802" y="17"/>
                    <a:pt x="1835" y="17"/>
                  </a:cubicBezTo>
                  <a:lnTo>
                    <a:pt x="1835" y="1"/>
                  </a:lnTo>
                  <a:close/>
                  <a:moveTo>
                    <a:pt x="1717" y="86"/>
                  </a:moveTo>
                  <a:lnTo>
                    <a:pt x="1717" y="86"/>
                  </a:lnTo>
                  <a:cubicBezTo>
                    <a:pt x="1633" y="134"/>
                    <a:pt x="1548" y="203"/>
                    <a:pt x="1479" y="272"/>
                  </a:cubicBezTo>
                  <a:cubicBezTo>
                    <a:pt x="1564" y="219"/>
                    <a:pt x="1633" y="150"/>
                    <a:pt x="1717" y="86"/>
                  </a:cubicBezTo>
                  <a:close/>
                  <a:moveTo>
                    <a:pt x="1463" y="288"/>
                  </a:moveTo>
                  <a:cubicBezTo>
                    <a:pt x="1398" y="320"/>
                    <a:pt x="1346" y="373"/>
                    <a:pt x="1277" y="421"/>
                  </a:cubicBezTo>
                  <a:lnTo>
                    <a:pt x="1176" y="506"/>
                  </a:lnTo>
                  <a:cubicBezTo>
                    <a:pt x="1075" y="591"/>
                    <a:pt x="974" y="676"/>
                    <a:pt x="873" y="740"/>
                  </a:cubicBezTo>
                  <a:cubicBezTo>
                    <a:pt x="809" y="793"/>
                    <a:pt x="756" y="841"/>
                    <a:pt x="691" y="910"/>
                  </a:cubicBezTo>
                  <a:cubicBezTo>
                    <a:pt x="756" y="857"/>
                    <a:pt x="825" y="809"/>
                    <a:pt x="893" y="756"/>
                  </a:cubicBezTo>
                  <a:cubicBezTo>
                    <a:pt x="994" y="676"/>
                    <a:pt x="1075" y="607"/>
                    <a:pt x="1176" y="522"/>
                  </a:cubicBezTo>
                  <a:lnTo>
                    <a:pt x="1297" y="437"/>
                  </a:lnTo>
                  <a:cubicBezTo>
                    <a:pt x="1346" y="389"/>
                    <a:pt x="1414" y="336"/>
                    <a:pt x="1463" y="288"/>
                  </a:cubicBezTo>
                  <a:close/>
                  <a:moveTo>
                    <a:pt x="691" y="910"/>
                  </a:moveTo>
                  <a:cubicBezTo>
                    <a:pt x="590" y="979"/>
                    <a:pt x="506" y="1043"/>
                    <a:pt x="405" y="1128"/>
                  </a:cubicBezTo>
                  <a:lnTo>
                    <a:pt x="235" y="1261"/>
                  </a:lnTo>
                  <a:cubicBezTo>
                    <a:pt x="186" y="1314"/>
                    <a:pt x="118" y="1362"/>
                    <a:pt x="65" y="1399"/>
                  </a:cubicBezTo>
                  <a:lnTo>
                    <a:pt x="65" y="1415"/>
                  </a:lnTo>
                  <a:cubicBezTo>
                    <a:pt x="134" y="1362"/>
                    <a:pt x="186" y="1314"/>
                    <a:pt x="251" y="1261"/>
                  </a:cubicBezTo>
                  <a:lnTo>
                    <a:pt x="421" y="1144"/>
                  </a:lnTo>
                  <a:cubicBezTo>
                    <a:pt x="506" y="1059"/>
                    <a:pt x="607" y="995"/>
                    <a:pt x="691" y="910"/>
                  </a:cubicBezTo>
                  <a:close/>
                  <a:moveTo>
                    <a:pt x="65" y="1415"/>
                  </a:moveTo>
                  <a:cubicBezTo>
                    <a:pt x="49" y="1415"/>
                    <a:pt x="33" y="1431"/>
                    <a:pt x="17" y="1431"/>
                  </a:cubicBezTo>
                  <a:lnTo>
                    <a:pt x="1" y="1431"/>
                  </a:lnTo>
                  <a:lnTo>
                    <a:pt x="17" y="1447"/>
                  </a:lnTo>
                  <a:cubicBezTo>
                    <a:pt x="33" y="1447"/>
                    <a:pt x="49" y="1431"/>
                    <a:pt x="65" y="14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0"/>
            <p:cNvSpPr/>
            <p:nvPr/>
          </p:nvSpPr>
          <p:spPr>
            <a:xfrm>
              <a:off x="2190740" y="860647"/>
              <a:ext cx="287347" cy="120481"/>
            </a:xfrm>
            <a:custGeom>
              <a:rect b="b" l="l" r="r" t="t"/>
              <a:pathLst>
                <a:path extrusionOk="0" h="1213" w="2893">
                  <a:moveTo>
                    <a:pt x="2489" y="655"/>
                  </a:moveTo>
                  <a:lnTo>
                    <a:pt x="2489" y="655"/>
                  </a:lnTo>
                  <a:cubicBezTo>
                    <a:pt x="2574" y="691"/>
                    <a:pt x="2675" y="724"/>
                    <a:pt x="2776" y="740"/>
                  </a:cubicBezTo>
                  <a:lnTo>
                    <a:pt x="2792" y="740"/>
                  </a:lnTo>
                  <a:lnTo>
                    <a:pt x="2776" y="724"/>
                  </a:lnTo>
                  <a:cubicBezTo>
                    <a:pt x="2675" y="707"/>
                    <a:pt x="2590" y="675"/>
                    <a:pt x="2489" y="655"/>
                  </a:cubicBezTo>
                  <a:close/>
                  <a:moveTo>
                    <a:pt x="16" y="1"/>
                  </a:moveTo>
                  <a:cubicBezTo>
                    <a:pt x="16" y="17"/>
                    <a:pt x="0" y="33"/>
                    <a:pt x="0" y="49"/>
                  </a:cubicBezTo>
                  <a:lnTo>
                    <a:pt x="0" y="219"/>
                  </a:lnTo>
                  <a:lnTo>
                    <a:pt x="0" y="388"/>
                  </a:lnTo>
                  <a:lnTo>
                    <a:pt x="0" y="404"/>
                  </a:lnTo>
                  <a:cubicBezTo>
                    <a:pt x="0" y="522"/>
                    <a:pt x="0" y="639"/>
                    <a:pt x="16" y="756"/>
                  </a:cubicBezTo>
                  <a:lnTo>
                    <a:pt x="16" y="404"/>
                  </a:lnTo>
                  <a:lnTo>
                    <a:pt x="16" y="388"/>
                  </a:lnTo>
                  <a:lnTo>
                    <a:pt x="16" y="219"/>
                  </a:lnTo>
                  <a:lnTo>
                    <a:pt x="16" y="49"/>
                  </a:lnTo>
                  <a:cubicBezTo>
                    <a:pt x="16" y="33"/>
                    <a:pt x="16" y="17"/>
                    <a:pt x="33" y="17"/>
                  </a:cubicBezTo>
                  <a:lnTo>
                    <a:pt x="65" y="17"/>
                  </a:lnTo>
                  <a:cubicBezTo>
                    <a:pt x="117" y="33"/>
                    <a:pt x="150" y="33"/>
                    <a:pt x="186" y="49"/>
                  </a:cubicBezTo>
                  <a:cubicBezTo>
                    <a:pt x="202" y="49"/>
                    <a:pt x="218" y="49"/>
                    <a:pt x="235" y="69"/>
                  </a:cubicBezTo>
                  <a:cubicBezTo>
                    <a:pt x="287" y="69"/>
                    <a:pt x="336" y="85"/>
                    <a:pt x="388" y="101"/>
                  </a:cubicBezTo>
                  <a:cubicBezTo>
                    <a:pt x="489" y="134"/>
                    <a:pt x="570" y="150"/>
                    <a:pt x="671" y="186"/>
                  </a:cubicBezTo>
                  <a:cubicBezTo>
                    <a:pt x="808" y="219"/>
                    <a:pt x="958" y="251"/>
                    <a:pt x="1095" y="287"/>
                  </a:cubicBezTo>
                  <a:cubicBezTo>
                    <a:pt x="1111" y="303"/>
                    <a:pt x="1127" y="303"/>
                    <a:pt x="1143" y="303"/>
                  </a:cubicBezTo>
                  <a:cubicBezTo>
                    <a:pt x="1212" y="320"/>
                    <a:pt x="1277" y="336"/>
                    <a:pt x="1329" y="352"/>
                  </a:cubicBezTo>
                  <a:cubicBezTo>
                    <a:pt x="1414" y="372"/>
                    <a:pt x="1479" y="404"/>
                    <a:pt x="1547" y="421"/>
                  </a:cubicBezTo>
                  <a:cubicBezTo>
                    <a:pt x="1600" y="421"/>
                    <a:pt x="1632" y="437"/>
                    <a:pt x="1681" y="453"/>
                  </a:cubicBezTo>
                  <a:cubicBezTo>
                    <a:pt x="1782" y="473"/>
                    <a:pt x="1883" y="505"/>
                    <a:pt x="2004" y="538"/>
                  </a:cubicBezTo>
                  <a:cubicBezTo>
                    <a:pt x="2052" y="554"/>
                    <a:pt x="2121" y="574"/>
                    <a:pt x="2186" y="590"/>
                  </a:cubicBezTo>
                  <a:cubicBezTo>
                    <a:pt x="2287" y="606"/>
                    <a:pt x="2388" y="639"/>
                    <a:pt x="2489" y="655"/>
                  </a:cubicBezTo>
                  <a:cubicBezTo>
                    <a:pt x="2388" y="623"/>
                    <a:pt x="2287" y="606"/>
                    <a:pt x="2186" y="574"/>
                  </a:cubicBezTo>
                  <a:cubicBezTo>
                    <a:pt x="2137" y="554"/>
                    <a:pt x="2069" y="538"/>
                    <a:pt x="2004" y="522"/>
                  </a:cubicBezTo>
                  <a:cubicBezTo>
                    <a:pt x="1903" y="489"/>
                    <a:pt x="1782" y="473"/>
                    <a:pt x="1681" y="437"/>
                  </a:cubicBezTo>
                  <a:cubicBezTo>
                    <a:pt x="1648" y="421"/>
                    <a:pt x="1600" y="421"/>
                    <a:pt x="1547" y="404"/>
                  </a:cubicBezTo>
                  <a:cubicBezTo>
                    <a:pt x="1479" y="388"/>
                    <a:pt x="1414" y="372"/>
                    <a:pt x="1345" y="352"/>
                  </a:cubicBezTo>
                  <a:cubicBezTo>
                    <a:pt x="1277" y="320"/>
                    <a:pt x="1212" y="303"/>
                    <a:pt x="1143" y="287"/>
                  </a:cubicBezTo>
                  <a:cubicBezTo>
                    <a:pt x="1127" y="287"/>
                    <a:pt x="1111" y="287"/>
                    <a:pt x="1095" y="271"/>
                  </a:cubicBezTo>
                  <a:cubicBezTo>
                    <a:pt x="958" y="235"/>
                    <a:pt x="824" y="202"/>
                    <a:pt x="671" y="170"/>
                  </a:cubicBezTo>
                  <a:cubicBezTo>
                    <a:pt x="590" y="134"/>
                    <a:pt x="489" y="118"/>
                    <a:pt x="388" y="85"/>
                  </a:cubicBezTo>
                  <a:cubicBezTo>
                    <a:pt x="336" y="85"/>
                    <a:pt x="287" y="69"/>
                    <a:pt x="235" y="49"/>
                  </a:cubicBezTo>
                  <a:cubicBezTo>
                    <a:pt x="218" y="49"/>
                    <a:pt x="202" y="49"/>
                    <a:pt x="186" y="33"/>
                  </a:cubicBezTo>
                  <a:cubicBezTo>
                    <a:pt x="150" y="33"/>
                    <a:pt x="117" y="17"/>
                    <a:pt x="85" y="1"/>
                  </a:cubicBezTo>
                  <a:close/>
                  <a:moveTo>
                    <a:pt x="2792" y="740"/>
                  </a:moveTo>
                  <a:cubicBezTo>
                    <a:pt x="2812" y="756"/>
                    <a:pt x="2844" y="756"/>
                    <a:pt x="2860" y="776"/>
                  </a:cubicBezTo>
                  <a:cubicBezTo>
                    <a:pt x="2876" y="776"/>
                    <a:pt x="2876" y="776"/>
                    <a:pt x="2876" y="792"/>
                  </a:cubicBezTo>
                  <a:lnTo>
                    <a:pt x="2876" y="792"/>
                  </a:lnTo>
                  <a:cubicBezTo>
                    <a:pt x="2876" y="776"/>
                    <a:pt x="2876" y="756"/>
                    <a:pt x="2860" y="756"/>
                  </a:cubicBezTo>
                  <a:cubicBezTo>
                    <a:pt x="2844" y="740"/>
                    <a:pt x="2812" y="740"/>
                    <a:pt x="2792" y="740"/>
                  </a:cubicBezTo>
                  <a:close/>
                  <a:moveTo>
                    <a:pt x="0" y="776"/>
                  </a:moveTo>
                  <a:lnTo>
                    <a:pt x="0" y="792"/>
                  </a:lnTo>
                  <a:lnTo>
                    <a:pt x="16" y="792"/>
                  </a:lnTo>
                  <a:lnTo>
                    <a:pt x="16" y="776"/>
                  </a:lnTo>
                  <a:close/>
                  <a:moveTo>
                    <a:pt x="2876" y="792"/>
                  </a:moveTo>
                  <a:lnTo>
                    <a:pt x="2876" y="942"/>
                  </a:lnTo>
                  <a:lnTo>
                    <a:pt x="2876" y="958"/>
                  </a:lnTo>
                  <a:lnTo>
                    <a:pt x="2876" y="1160"/>
                  </a:lnTo>
                  <a:cubicBezTo>
                    <a:pt x="2876" y="1180"/>
                    <a:pt x="2876" y="1196"/>
                    <a:pt x="2893" y="1212"/>
                  </a:cubicBezTo>
                  <a:lnTo>
                    <a:pt x="2893" y="1196"/>
                  </a:lnTo>
                  <a:lnTo>
                    <a:pt x="2893" y="1160"/>
                  </a:lnTo>
                  <a:lnTo>
                    <a:pt x="2893" y="958"/>
                  </a:lnTo>
                  <a:lnTo>
                    <a:pt x="2893" y="942"/>
                  </a:lnTo>
                  <a:cubicBezTo>
                    <a:pt x="2893" y="893"/>
                    <a:pt x="2876" y="841"/>
                    <a:pt x="2876" y="7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0"/>
            <p:cNvSpPr/>
            <p:nvPr/>
          </p:nvSpPr>
          <p:spPr>
            <a:xfrm>
              <a:off x="1249437" y="4764"/>
              <a:ext cx="689018" cy="638461"/>
            </a:xfrm>
            <a:custGeom>
              <a:rect b="b" l="l" r="r" t="t"/>
              <a:pathLst>
                <a:path extrusionOk="0" h="6428" w="6937">
                  <a:moveTo>
                    <a:pt x="6916" y="1"/>
                  </a:moveTo>
                  <a:cubicBezTo>
                    <a:pt x="6900" y="1"/>
                    <a:pt x="6884" y="17"/>
                    <a:pt x="6868" y="33"/>
                  </a:cubicBezTo>
                  <a:cubicBezTo>
                    <a:pt x="6714" y="167"/>
                    <a:pt x="6565" y="304"/>
                    <a:pt x="6448" y="405"/>
                  </a:cubicBezTo>
                  <a:cubicBezTo>
                    <a:pt x="6411" y="437"/>
                    <a:pt x="6379" y="469"/>
                    <a:pt x="6347" y="506"/>
                  </a:cubicBezTo>
                  <a:cubicBezTo>
                    <a:pt x="6330" y="522"/>
                    <a:pt x="6310" y="538"/>
                    <a:pt x="6278" y="570"/>
                  </a:cubicBezTo>
                  <a:cubicBezTo>
                    <a:pt x="6209" y="623"/>
                    <a:pt x="6161" y="688"/>
                    <a:pt x="6092" y="740"/>
                  </a:cubicBezTo>
                  <a:cubicBezTo>
                    <a:pt x="6007" y="825"/>
                    <a:pt x="5926" y="890"/>
                    <a:pt x="5842" y="974"/>
                  </a:cubicBezTo>
                  <a:cubicBezTo>
                    <a:pt x="5773" y="1043"/>
                    <a:pt x="5704" y="1092"/>
                    <a:pt x="5640" y="1160"/>
                  </a:cubicBezTo>
                  <a:cubicBezTo>
                    <a:pt x="5555" y="1229"/>
                    <a:pt x="5486" y="1294"/>
                    <a:pt x="5421" y="1362"/>
                  </a:cubicBezTo>
                  <a:cubicBezTo>
                    <a:pt x="5369" y="1415"/>
                    <a:pt x="5300" y="1463"/>
                    <a:pt x="5252" y="1516"/>
                  </a:cubicBezTo>
                  <a:cubicBezTo>
                    <a:pt x="5183" y="1564"/>
                    <a:pt x="5118" y="1633"/>
                    <a:pt x="5066" y="1681"/>
                  </a:cubicBezTo>
                  <a:cubicBezTo>
                    <a:pt x="4981" y="1766"/>
                    <a:pt x="4896" y="1835"/>
                    <a:pt x="4815" y="1900"/>
                  </a:cubicBezTo>
                  <a:cubicBezTo>
                    <a:pt x="4763" y="1968"/>
                    <a:pt x="4694" y="2037"/>
                    <a:pt x="4630" y="2085"/>
                  </a:cubicBezTo>
                  <a:cubicBezTo>
                    <a:pt x="4529" y="2186"/>
                    <a:pt x="4428" y="2271"/>
                    <a:pt x="4327" y="2372"/>
                  </a:cubicBezTo>
                  <a:cubicBezTo>
                    <a:pt x="4428" y="2287"/>
                    <a:pt x="4529" y="2186"/>
                    <a:pt x="4630" y="2102"/>
                  </a:cubicBezTo>
                  <a:cubicBezTo>
                    <a:pt x="4694" y="2037"/>
                    <a:pt x="4763" y="1984"/>
                    <a:pt x="4832" y="1920"/>
                  </a:cubicBezTo>
                  <a:cubicBezTo>
                    <a:pt x="4916" y="1851"/>
                    <a:pt x="4981" y="1766"/>
                    <a:pt x="5066" y="1698"/>
                  </a:cubicBezTo>
                  <a:cubicBezTo>
                    <a:pt x="5135" y="1633"/>
                    <a:pt x="5199" y="1580"/>
                    <a:pt x="5268" y="1516"/>
                  </a:cubicBezTo>
                  <a:cubicBezTo>
                    <a:pt x="5320" y="1463"/>
                    <a:pt x="5369" y="1415"/>
                    <a:pt x="5438" y="1362"/>
                  </a:cubicBezTo>
                  <a:cubicBezTo>
                    <a:pt x="5502" y="1294"/>
                    <a:pt x="5571" y="1245"/>
                    <a:pt x="5640" y="1176"/>
                  </a:cubicBezTo>
                  <a:cubicBezTo>
                    <a:pt x="5704" y="1112"/>
                    <a:pt x="5773" y="1043"/>
                    <a:pt x="5842" y="991"/>
                  </a:cubicBezTo>
                  <a:cubicBezTo>
                    <a:pt x="5926" y="910"/>
                    <a:pt x="6007" y="825"/>
                    <a:pt x="6092" y="756"/>
                  </a:cubicBezTo>
                  <a:cubicBezTo>
                    <a:pt x="6161" y="688"/>
                    <a:pt x="6229" y="639"/>
                    <a:pt x="6294" y="570"/>
                  </a:cubicBezTo>
                  <a:cubicBezTo>
                    <a:pt x="6310" y="554"/>
                    <a:pt x="6347" y="538"/>
                    <a:pt x="6363" y="506"/>
                  </a:cubicBezTo>
                  <a:cubicBezTo>
                    <a:pt x="6395" y="486"/>
                    <a:pt x="6431" y="453"/>
                    <a:pt x="6464" y="421"/>
                  </a:cubicBezTo>
                  <a:cubicBezTo>
                    <a:pt x="6581" y="320"/>
                    <a:pt x="6734" y="183"/>
                    <a:pt x="6868" y="49"/>
                  </a:cubicBezTo>
                  <a:cubicBezTo>
                    <a:pt x="6884" y="33"/>
                    <a:pt x="6900" y="17"/>
                    <a:pt x="6916" y="17"/>
                  </a:cubicBezTo>
                  <a:lnTo>
                    <a:pt x="6936" y="1"/>
                  </a:lnTo>
                  <a:close/>
                  <a:moveTo>
                    <a:pt x="4327" y="2372"/>
                  </a:moveTo>
                  <a:lnTo>
                    <a:pt x="4242" y="2441"/>
                  </a:lnTo>
                  <a:cubicBezTo>
                    <a:pt x="4210" y="2473"/>
                    <a:pt x="4173" y="2505"/>
                    <a:pt x="4141" y="2526"/>
                  </a:cubicBezTo>
                  <a:cubicBezTo>
                    <a:pt x="4109" y="2558"/>
                    <a:pt x="4088" y="2590"/>
                    <a:pt x="4056" y="2606"/>
                  </a:cubicBezTo>
                  <a:cubicBezTo>
                    <a:pt x="3987" y="2675"/>
                    <a:pt x="3939" y="2728"/>
                    <a:pt x="3870" y="2776"/>
                  </a:cubicBezTo>
                  <a:lnTo>
                    <a:pt x="3705" y="2946"/>
                  </a:lnTo>
                  <a:lnTo>
                    <a:pt x="3870" y="2792"/>
                  </a:lnTo>
                  <a:cubicBezTo>
                    <a:pt x="3939" y="2728"/>
                    <a:pt x="4008" y="2675"/>
                    <a:pt x="4056" y="2627"/>
                  </a:cubicBezTo>
                  <a:cubicBezTo>
                    <a:pt x="4088" y="2590"/>
                    <a:pt x="4125" y="2558"/>
                    <a:pt x="4157" y="2542"/>
                  </a:cubicBezTo>
                  <a:cubicBezTo>
                    <a:pt x="4189" y="2505"/>
                    <a:pt x="4210" y="2473"/>
                    <a:pt x="4242" y="2457"/>
                  </a:cubicBezTo>
                  <a:lnTo>
                    <a:pt x="4327" y="2372"/>
                  </a:lnTo>
                  <a:close/>
                  <a:moveTo>
                    <a:pt x="3705" y="2946"/>
                  </a:moveTo>
                  <a:lnTo>
                    <a:pt x="3705" y="2946"/>
                  </a:lnTo>
                  <a:cubicBezTo>
                    <a:pt x="3636" y="2994"/>
                    <a:pt x="3567" y="3063"/>
                    <a:pt x="3503" y="3111"/>
                  </a:cubicBezTo>
                  <a:cubicBezTo>
                    <a:pt x="3450" y="3164"/>
                    <a:pt x="3402" y="3212"/>
                    <a:pt x="3349" y="3249"/>
                  </a:cubicBezTo>
                  <a:cubicBezTo>
                    <a:pt x="3280" y="3313"/>
                    <a:pt x="3216" y="3382"/>
                    <a:pt x="3147" y="3435"/>
                  </a:cubicBezTo>
                  <a:cubicBezTo>
                    <a:pt x="3131" y="3451"/>
                    <a:pt x="3115" y="3467"/>
                    <a:pt x="3115" y="3483"/>
                  </a:cubicBezTo>
                  <a:cubicBezTo>
                    <a:pt x="3131" y="3467"/>
                    <a:pt x="3147" y="3467"/>
                    <a:pt x="3163" y="3451"/>
                  </a:cubicBezTo>
                  <a:cubicBezTo>
                    <a:pt x="3232" y="3382"/>
                    <a:pt x="3301" y="3313"/>
                    <a:pt x="3365" y="3265"/>
                  </a:cubicBezTo>
                  <a:cubicBezTo>
                    <a:pt x="3418" y="3212"/>
                    <a:pt x="3466" y="3164"/>
                    <a:pt x="3519" y="3132"/>
                  </a:cubicBezTo>
                  <a:cubicBezTo>
                    <a:pt x="3583" y="3063"/>
                    <a:pt x="3636" y="3010"/>
                    <a:pt x="3705" y="2946"/>
                  </a:cubicBezTo>
                  <a:close/>
                  <a:moveTo>
                    <a:pt x="3115" y="3483"/>
                  </a:moveTo>
                  <a:cubicBezTo>
                    <a:pt x="3099" y="3499"/>
                    <a:pt x="3078" y="3499"/>
                    <a:pt x="3062" y="3515"/>
                  </a:cubicBezTo>
                  <a:cubicBezTo>
                    <a:pt x="2998" y="3584"/>
                    <a:pt x="2945" y="3637"/>
                    <a:pt x="2876" y="3685"/>
                  </a:cubicBezTo>
                  <a:cubicBezTo>
                    <a:pt x="2812" y="3754"/>
                    <a:pt x="2759" y="3802"/>
                    <a:pt x="2695" y="3871"/>
                  </a:cubicBezTo>
                  <a:cubicBezTo>
                    <a:pt x="2759" y="3818"/>
                    <a:pt x="2828" y="3754"/>
                    <a:pt x="2897" y="3701"/>
                  </a:cubicBezTo>
                  <a:cubicBezTo>
                    <a:pt x="2945" y="3637"/>
                    <a:pt x="3014" y="3584"/>
                    <a:pt x="3062" y="3536"/>
                  </a:cubicBezTo>
                  <a:cubicBezTo>
                    <a:pt x="3078" y="3515"/>
                    <a:pt x="3099" y="3499"/>
                    <a:pt x="3115" y="3483"/>
                  </a:cubicBezTo>
                  <a:close/>
                  <a:moveTo>
                    <a:pt x="2695" y="3871"/>
                  </a:moveTo>
                  <a:cubicBezTo>
                    <a:pt x="2674" y="3887"/>
                    <a:pt x="2642" y="3903"/>
                    <a:pt x="2626" y="3919"/>
                  </a:cubicBezTo>
                  <a:lnTo>
                    <a:pt x="2472" y="4073"/>
                  </a:lnTo>
                  <a:cubicBezTo>
                    <a:pt x="2525" y="4020"/>
                    <a:pt x="2573" y="3988"/>
                    <a:pt x="2626" y="3940"/>
                  </a:cubicBezTo>
                  <a:cubicBezTo>
                    <a:pt x="2658" y="3919"/>
                    <a:pt x="2674" y="3887"/>
                    <a:pt x="2695" y="3871"/>
                  </a:cubicBezTo>
                  <a:close/>
                  <a:moveTo>
                    <a:pt x="2472" y="4073"/>
                  </a:moveTo>
                  <a:lnTo>
                    <a:pt x="2472" y="4073"/>
                  </a:lnTo>
                  <a:cubicBezTo>
                    <a:pt x="2392" y="4142"/>
                    <a:pt x="2307" y="4222"/>
                    <a:pt x="2222" y="4291"/>
                  </a:cubicBezTo>
                  <a:cubicBezTo>
                    <a:pt x="2206" y="4307"/>
                    <a:pt x="2169" y="4344"/>
                    <a:pt x="2153" y="4360"/>
                  </a:cubicBezTo>
                  <a:cubicBezTo>
                    <a:pt x="2105" y="4408"/>
                    <a:pt x="2052" y="4461"/>
                    <a:pt x="2004" y="4493"/>
                  </a:cubicBezTo>
                  <a:cubicBezTo>
                    <a:pt x="1951" y="4546"/>
                    <a:pt x="1903" y="4594"/>
                    <a:pt x="1850" y="4626"/>
                  </a:cubicBezTo>
                  <a:cubicBezTo>
                    <a:pt x="1802" y="4679"/>
                    <a:pt x="1733" y="4727"/>
                    <a:pt x="1685" y="4796"/>
                  </a:cubicBezTo>
                  <a:cubicBezTo>
                    <a:pt x="1632" y="4828"/>
                    <a:pt x="1584" y="4881"/>
                    <a:pt x="1531" y="4929"/>
                  </a:cubicBezTo>
                  <a:cubicBezTo>
                    <a:pt x="1600" y="4897"/>
                    <a:pt x="1648" y="4848"/>
                    <a:pt x="1701" y="4796"/>
                  </a:cubicBezTo>
                  <a:lnTo>
                    <a:pt x="1850" y="4647"/>
                  </a:lnTo>
                  <a:cubicBezTo>
                    <a:pt x="1903" y="4594"/>
                    <a:pt x="1951" y="4562"/>
                    <a:pt x="2004" y="4509"/>
                  </a:cubicBezTo>
                  <a:cubicBezTo>
                    <a:pt x="2052" y="4461"/>
                    <a:pt x="2105" y="4424"/>
                    <a:pt x="2153" y="4376"/>
                  </a:cubicBezTo>
                  <a:lnTo>
                    <a:pt x="2238" y="4291"/>
                  </a:lnTo>
                  <a:cubicBezTo>
                    <a:pt x="2323" y="4222"/>
                    <a:pt x="2392" y="4158"/>
                    <a:pt x="2472" y="4073"/>
                  </a:cubicBezTo>
                  <a:close/>
                  <a:moveTo>
                    <a:pt x="877" y="5535"/>
                  </a:moveTo>
                  <a:cubicBezTo>
                    <a:pt x="840" y="5555"/>
                    <a:pt x="824" y="5572"/>
                    <a:pt x="808" y="5588"/>
                  </a:cubicBezTo>
                  <a:cubicBezTo>
                    <a:pt x="756" y="5636"/>
                    <a:pt x="691" y="5689"/>
                    <a:pt x="638" y="5737"/>
                  </a:cubicBezTo>
                  <a:cubicBezTo>
                    <a:pt x="473" y="5891"/>
                    <a:pt x="319" y="6040"/>
                    <a:pt x="186" y="6161"/>
                  </a:cubicBezTo>
                  <a:cubicBezTo>
                    <a:pt x="150" y="6194"/>
                    <a:pt x="117" y="6226"/>
                    <a:pt x="69" y="6262"/>
                  </a:cubicBezTo>
                  <a:lnTo>
                    <a:pt x="16" y="6311"/>
                  </a:lnTo>
                  <a:cubicBezTo>
                    <a:pt x="0" y="6327"/>
                    <a:pt x="0" y="6380"/>
                    <a:pt x="16" y="6428"/>
                  </a:cubicBezTo>
                  <a:lnTo>
                    <a:pt x="16" y="6412"/>
                  </a:lnTo>
                  <a:cubicBezTo>
                    <a:pt x="0" y="6380"/>
                    <a:pt x="16" y="6327"/>
                    <a:pt x="33" y="6327"/>
                  </a:cubicBezTo>
                  <a:cubicBezTo>
                    <a:pt x="49" y="6311"/>
                    <a:pt x="69" y="6295"/>
                    <a:pt x="85" y="6279"/>
                  </a:cubicBezTo>
                  <a:cubicBezTo>
                    <a:pt x="117" y="6242"/>
                    <a:pt x="170" y="6210"/>
                    <a:pt x="202" y="6178"/>
                  </a:cubicBezTo>
                  <a:cubicBezTo>
                    <a:pt x="335" y="6040"/>
                    <a:pt x="489" y="5891"/>
                    <a:pt x="655" y="5757"/>
                  </a:cubicBezTo>
                  <a:lnTo>
                    <a:pt x="808" y="5604"/>
                  </a:lnTo>
                  <a:cubicBezTo>
                    <a:pt x="840" y="5588"/>
                    <a:pt x="857" y="5572"/>
                    <a:pt x="877" y="55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0"/>
            <p:cNvSpPr/>
            <p:nvPr/>
          </p:nvSpPr>
          <p:spPr>
            <a:xfrm>
              <a:off x="1662331" y="385973"/>
              <a:ext cx="80255" cy="487984"/>
            </a:xfrm>
            <a:custGeom>
              <a:rect b="b" l="l" r="r" t="t"/>
              <a:pathLst>
                <a:path extrusionOk="0" h="4913" w="808">
                  <a:moveTo>
                    <a:pt x="776" y="1"/>
                  </a:moveTo>
                  <a:lnTo>
                    <a:pt x="776" y="17"/>
                  </a:lnTo>
                  <a:cubicBezTo>
                    <a:pt x="792" y="17"/>
                    <a:pt x="792" y="33"/>
                    <a:pt x="792" y="49"/>
                  </a:cubicBezTo>
                  <a:cubicBezTo>
                    <a:pt x="808" y="33"/>
                    <a:pt x="808" y="17"/>
                    <a:pt x="792" y="1"/>
                  </a:cubicBezTo>
                  <a:close/>
                  <a:moveTo>
                    <a:pt x="792" y="267"/>
                  </a:moveTo>
                  <a:cubicBezTo>
                    <a:pt x="776" y="283"/>
                    <a:pt x="776" y="304"/>
                    <a:pt x="776" y="320"/>
                  </a:cubicBezTo>
                  <a:cubicBezTo>
                    <a:pt x="776" y="336"/>
                    <a:pt x="792" y="352"/>
                    <a:pt x="776" y="368"/>
                  </a:cubicBezTo>
                  <a:lnTo>
                    <a:pt x="776" y="437"/>
                  </a:lnTo>
                  <a:lnTo>
                    <a:pt x="776" y="453"/>
                  </a:lnTo>
                  <a:lnTo>
                    <a:pt x="776" y="485"/>
                  </a:lnTo>
                  <a:lnTo>
                    <a:pt x="776" y="570"/>
                  </a:lnTo>
                  <a:lnTo>
                    <a:pt x="776" y="639"/>
                  </a:lnTo>
                  <a:lnTo>
                    <a:pt x="776" y="724"/>
                  </a:lnTo>
                  <a:lnTo>
                    <a:pt x="776" y="788"/>
                  </a:lnTo>
                  <a:lnTo>
                    <a:pt x="776" y="825"/>
                  </a:lnTo>
                  <a:lnTo>
                    <a:pt x="776" y="873"/>
                  </a:lnTo>
                  <a:lnTo>
                    <a:pt x="776" y="926"/>
                  </a:lnTo>
                  <a:lnTo>
                    <a:pt x="776" y="942"/>
                  </a:lnTo>
                  <a:lnTo>
                    <a:pt x="776" y="1010"/>
                  </a:lnTo>
                  <a:cubicBezTo>
                    <a:pt x="792" y="974"/>
                    <a:pt x="792" y="958"/>
                    <a:pt x="792" y="942"/>
                  </a:cubicBezTo>
                  <a:lnTo>
                    <a:pt x="792" y="926"/>
                  </a:lnTo>
                  <a:lnTo>
                    <a:pt x="792" y="873"/>
                  </a:lnTo>
                  <a:lnTo>
                    <a:pt x="792" y="825"/>
                  </a:lnTo>
                  <a:lnTo>
                    <a:pt x="792" y="788"/>
                  </a:lnTo>
                  <a:lnTo>
                    <a:pt x="792" y="724"/>
                  </a:lnTo>
                  <a:cubicBezTo>
                    <a:pt x="776" y="687"/>
                    <a:pt x="792" y="671"/>
                    <a:pt x="792" y="639"/>
                  </a:cubicBezTo>
                  <a:lnTo>
                    <a:pt x="792" y="570"/>
                  </a:lnTo>
                  <a:lnTo>
                    <a:pt x="792" y="485"/>
                  </a:lnTo>
                  <a:lnTo>
                    <a:pt x="792" y="453"/>
                  </a:lnTo>
                  <a:lnTo>
                    <a:pt x="792" y="437"/>
                  </a:lnTo>
                  <a:lnTo>
                    <a:pt x="792" y="368"/>
                  </a:lnTo>
                  <a:lnTo>
                    <a:pt x="792" y="320"/>
                  </a:lnTo>
                  <a:lnTo>
                    <a:pt x="792" y="267"/>
                  </a:lnTo>
                  <a:close/>
                  <a:moveTo>
                    <a:pt x="776" y="1010"/>
                  </a:moveTo>
                  <a:cubicBezTo>
                    <a:pt x="759" y="1027"/>
                    <a:pt x="759" y="1043"/>
                    <a:pt x="759" y="1075"/>
                  </a:cubicBezTo>
                  <a:lnTo>
                    <a:pt x="759" y="1091"/>
                  </a:lnTo>
                  <a:lnTo>
                    <a:pt x="759" y="1128"/>
                  </a:lnTo>
                  <a:lnTo>
                    <a:pt x="759" y="1212"/>
                  </a:lnTo>
                  <a:lnTo>
                    <a:pt x="759" y="1245"/>
                  </a:lnTo>
                  <a:lnTo>
                    <a:pt x="759" y="1293"/>
                  </a:lnTo>
                  <a:cubicBezTo>
                    <a:pt x="776" y="1313"/>
                    <a:pt x="759" y="1330"/>
                    <a:pt x="759" y="1346"/>
                  </a:cubicBezTo>
                  <a:lnTo>
                    <a:pt x="759" y="1378"/>
                  </a:lnTo>
                  <a:lnTo>
                    <a:pt x="759" y="1431"/>
                  </a:lnTo>
                  <a:lnTo>
                    <a:pt x="759" y="1479"/>
                  </a:lnTo>
                  <a:lnTo>
                    <a:pt x="759" y="1580"/>
                  </a:lnTo>
                  <a:lnTo>
                    <a:pt x="759" y="1616"/>
                  </a:lnTo>
                  <a:lnTo>
                    <a:pt x="759" y="1697"/>
                  </a:lnTo>
                  <a:cubicBezTo>
                    <a:pt x="776" y="1665"/>
                    <a:pt x="776" y="1633"/>
                    <a:pt x="776" y="1616"/>
                  </a:cubicBezTo>
                  <a:lnTo>
                    <a:pt x="776" y="1580"/>
                  </a:lnTo>
                  <a:lnTo>
                    <a:pt x="776" y="1479"/>
                  </a:lnTo>
                  <a:lnTo>
                    <a:pt x="776" y="1431"/>
                  </a:lnTo>
                  <a:lnTo>
                    <a:pt x="776" y="1394"/>
                  </a:lnTo>
                  <a:lnTo>
                    <a:pt x="776" y="1346"/>
                  </a:lnTo>
                  <a:lnTo>
                    <a:pt x="776" y="1293"/>
                  </a:lnTo>
                  <a:lnTo>
                    <a:pt x="776" y="1245"/>
                  </a:lnTo>
                  <a:lnTo>
                    <a:pt x="776" y="1212"/>
                  </a:lnTo>
                  <a:lnTo>
                    <a:pt x="776" y="1128"/>
                  </a:lnTo>
                  <a:lnTo>
                    <a:pt x="776" y="1091"/>
                  </a:lnTo>
                  <a:lnTo>
                    <a:pt x="776" y="1075"/>
                  </a:lnTo>
                  <a:lnTo>
                    <a:pt x="776" y="1010"/>
                  </a:lnTo>
                  <a:close/>
                  <a:moveTo>
                    <a:pt x="759" y="1867"/>
                  </a:moveTo>
                  <a:cubicBezTo>
                    <a:pt x="739" y="1883"/>
                    <a:pt x="739" y="1899"/>
                    <a:pt x="759" y="1936"/>
                  </a:cubicBezTo>
                  <a:lnTo>
                    <a:pt x="759" y="1919"/>
                  </a:lnTo>
                  <a:lnTo>
                    <a:pt x="759" y="1867"/>
                  </a:lnTo>
                  <a:close/>
                  <a:moveTo>
                    <a:pt x="759" y="1936"/>
                  </a:moveTo>
                  <a:cubicBezTo>
                    <a:pt x="759" y="1952"/>
                    <a:pt x="759" y="1984"/>
                    <a:pt x="739" y="2020"/>
                  </a:cubicBezTo>
                  <a:lnTo>
                    <a:pt x="739" y="2085"/>
                  </a:lnTo>
                  <a:lnTo>
                    <a:pt x="739" y="2388"/>
                  </a:lnTo>
                  <a:lnTo>
                    <a:pt x="739" y="2473"/>
                  </a:lnTo>
                  <a:lnTo>
                    <a:pt x="739" y="2489"/>
                  </a:lnTo>
                  <a:lnTo>
                    <a:pt x="739" y="2574"/>
                  </a:lnTo>
                  <a:lnTo>
                    <a:pt x="739" y="2675"/>
                  </a:lnTo>
                  <a:cubicBezTo>
                    <a:pt x="739" y="2643"/>
                    <a:pt x="739" y="2606"/>
                    <a:pt x="759" y="2574"/>
                  </a:cubicBezTo>
                  <a:lnTo>
                    <a:pt x="759" y="2489"/>
                  </a:lnTo>
                  <a:lnTo>
                    <a:pt x="759" y="2473"/>
                  </a:lnTo>
                  <a:cubicBezTo>
                    <a:pt x="759" y="2441"/>
                    <a:pt x="739" y="2404"/>
                    <a:pt x="759" y="2388"/>
                  </a:cubicBezTo>
                  <a:lnTo>
                    <a:pt x="759" y="2085"/>
                  </a:lnTo>
                  <a:lnTo>
                    <a:pt x="759" y="2020"/>
                  </a:lnTo>
                  <a:lnTo>
                    <a:pt x="759" y="1936"/>
                  </a:lnTo>
                  <a:close/>
                  <a:moveTo>
                    <a:pt x="739" y="2727"/>
                  </a:moveTo>
                  <a:cubicBezTo>
                    <a:pt x="723" y="2744"/>
                    <a:pt x="739" y="2760"/>
                    <a:pt x="739" y="2776"/>
                  </a:cubicBezTo>
                  <a:lnTo>
                    <a:pt x="739" y="2727"/>
                  </a:lnTo>
                  <a:close/>
                  <a:moveTo>
                    <a:pt x="739" y="2776"/>
                  </a:moveTo>
                  <a:cubicBezTo>
                    <a:pt x="739" y="2792"/>
                    <a:pt x="739" y="2828"/>
                    <a:pt x="723" y="2844"/>
                  </a:cubicBezTo>
                  <a:lnTo>
                    <a:pt x="723" y="2909"/>
                  </a:lnTo>
                  <a:cubicBezTo>
                    <a:pt x="739" y="2929"/>
                    <a:pt x="723" y="2945"/>
                    <a:pt x="723" y="2962"/>
                  </a:cubicBezTo>
                  <a:lnTo>
                    <a:pt x="723" y="3010"/>
                  </a:lnTo>
                  <a:lnTo>
                    <a:pt x="723" y="3046"/>
                  </a:lnTo>
                  <a:lnTo>
                    <a:pt x="723" y="3095"/>
                  </a:lnTo>
                  <a:lnTo>
                    <a:pt x="723" y="3147"/>
                  </a:lnTo>
                  <a:lnTo>
                    <a:pt x="723" y="3196"/>
                  </a:lnTo>
                  <a:lnTo>
                    <a:pt x="723" y="3265"/>
                  </a:lnTo>
                  <a:lnTo>
                    <a:pt x="723" y="3297"/>
                  </a:lnTo>
                  <a:lnTo>
                    <a:pt x="723" y="3382"/>
                  </a:lnTo>
                  <a:cubicBezTo>
                    <a:pt x="723" y="3349"/>
                    <a:pt x="723" y="3313"/>
                    <a:pt x="739" y="3297"/>
                  </a:cubicBezTo>
                  <a:lnTo>
                    <a:pt x="739" y="3265"/>
                  </a:lnTo>
                  <a:lnTo>
                    <a:pt x="739" y="3196"/>
                  </a:lnTo>
                  <a:lnTo>
                    <a:pt x="739" y="3164"/>
                  </a:lnTo>
                  <a:lnTo>
                    <a:pt x="739" y="3095"/>
                  </a:lnTo>
                  <a:lnTo>
                    <a:pt x="739" y="3046"/>
                  </a:lnTo>
                  <a:lnTo>
                    <a:pt x="739" y="3010"/>
                  </a:lnTo>
                  <a:lnTo>
                    <a:pt x="739" y="2962"/>
                  </a:lnTo>
                  <a:lnTo>
                    <a:pt x="739" y="2909"/>
                  </a:lnTo>
                  <a:lnTo>
                    <a:pt x="739" y="2861"/>
                  </a:lnTo>
                  <a:lnTo>
                    <a:pt x="739" y="2776"/>
                  </a:lnTo>
                  <a:close/>
                  <a:moveTo>
                    <a:pt x="723" y="3616"/>
                  </a:moveTo>
                  <a:cubicBezTo>
                    <a:pt x="723" y="3636"/>
                    <a:pt x="723" y="3652"/>
                    <a:pt x="707" y="3669"/>
                  </a:cubicBezTo>
                  <a:lnTo>
                    <a:pt x="707" y="3737"/>
                  </a:lnTo>
                  <a:cubicBezTo>
                    <a:pt x="707" y="3770"/>
                    <a:pt x="723" y="3802"/>
                    <a:pt x="707" y="3838"/>
                  </a:cubicBezTo>
                  <a:lnTo>
                    <a:pt x="707" y="3854"/>
                  </a:lnTo>
                  <a:cubicBezTo>
                    <a:pt x="723" y="3871"/>
                    <a:pt x="707" y="3871"/>
                    <a:pt x="707" y="3887"/>
                  </a:cubicBezTo>
                  <a:lnTo>
                    <a:pt x="707" y="3939"/>
                  </a:lnTo>
                  <a:lnTo>
                    <a:pt x="707" y="3988"/>
                  </a:lnTo>
                  <a:lnTo>
                    <a:pt x="707" y="4020"/>
                  </a:lnTo>
                  <a:lnTo>
                    <a:pt x="707" y="4141"/>
                  </a:lnTo>
                  <a:lnTo>
                    <a:pt x="707" y="4307"/>
                  </a:lnTo>
                  <a:cubicBezTo>
                    <a:pt x="723" y="4258"/>
                    <a:pt x="723" y="4190"/>
                    <a:pt x="723" y="4141"/>
                  </a:cubicBezTo>
                  <a:lnTo>
                    <a:pt x="723" y="4020"/>
                  </a:lnTo>
                  <a:lnTo>
                    <a:pt x="723" y="3988"/>
                  </a:lnTo>
                  <a:lnTo>
                    <a:pt x="723" y="3939"/>
                  </a:lnTo>
                  <a:lnTo>
                    <a:pt x="723" y="3903"/>
                  </a:lnTo>
                  <a:lnTo>
                    <a:pt x="723" y="3838"/>
                  </a:lnTo>
                  <a:lnTo>
                    <a:pt x="723" y="3737"/>
                  </a:lnTo>
                  <a:lnTo>
                    <a:pt x="723" y="3669"/>
                  </a:lnTo>
                  <a:lnTo>
                    <a:pt x="723" y="3616"/>
                  </a:lnTo>
                  <a:close/>
                  <a:moveTo>
                    <a:pt x="707" y="4307"/>
                  </a:moveTo>
                  <a:cubicBezTo>
                    <a:pt x="691" y="4323"/>
                    <a:pt x="691" y="4359"/>
                    <a:pt x="707" y="4376"/>
                  </a:cubicBezTo>
                  <a:lnTo>
                    <a:pt x="707" y="4307"/>
                  </a:lnTo>
                  <a:close/>
                  <a:moveTo>
                    <a:pt x="707" y="4424"/>
                  </a:moveTo>
                  <a:cubicBezTo>
                    <a:pt x="691" y="4444"/>
                    <a:pt x="691" y="4460"/>
                    <a:pt x="707" y="4493"/>
                  </a:cubicBezTo>
                  <a:lnTo>
                    <a:pt x="707" y="4424"/>
                  </a:lnTo>
                  <a:close/>
                  <a:moveTo>
                    <a:pt x="707" y="4493"/>
                  </a:moveTo>
                  <a:cubicBezTo>
                    <a:pt x="707" y="4509"/>
                    <a:pt x="691" y="4509"/>
                    <a:pt x="675" y="4525"/>
                  </a:cubicBezTo>
                  <a:lnTo>
                    <a:pt x="691" y="4525"/>
                  </a:lnTo>
                  <a:cubicBezTo>
                    <a:pt x="707" y="4525"/>
                    <a:pt x="723" y="4509"/>
                    <a:pt x="707" y="4493"/>
                  </a:cubicBezTo>
                  <a:close/>
                  <a:moveTo>
                    <a:pt x="675" y="4525"/>
                  </a:moveTo>
                  <a:lnTo>
                    <a:pt x="675" y="4525"/>
                  </a:lnTo>
                  <a:cubicBezTo>
                    <a:pt x="638" y="4545"/>
                    <a:pt x="606" y="4561"/>
                    <a:pt x="574" y="4578"/>
                  </a:cubicBezTo>
                  <a:cubicBezTo>
                    <a:pt x="557" y="4594"/>
                    <a:pt x="537" y="4594"/>
                    <a:pt x="521" y="4610"/>
                  </a:cubicBezTo>
                  <a:cubicBezTo>
                    <a:pt x="404" y="4679"/>
                    <a:pt x="287" y="4747"/>
                    <a:pt x="170" y="4812"/>
                  </a:cubicBezTo>
                  <a:cubicBezTo>
                    <a:pt x="133" y="4848"/>
                    <a:pt x="85" y="4864"/>
                    <a:pt x="53" y="4880"/>
                  </a:cubicBezTo>
                  <a:cubicBezTo>
                    <a:pt x="32" y="4897"/>
                    <a:pt x="16" y="4897"/>
                    <a:pt x="0" y="4897"/>
                  </a:cubicBezTo>
                  <a:lnTo>
                    <a:pt x="0" y="4913"/>
                  </a:lnTo>
                  <a:cubicBezTo>
                    <a:pt x="16" y="4913"/>
                    <a:pt x="32" y="4913"/>
                    <a:pt x="53" y="4897"/>
                  </a:cubicBezTo>
                  <a:cubicBezTo>
                    <a:pt x="85" y="4880"/>
                    <a:pt x="133" y="4848"/>
                    <a:pt x="170" y="4828"/>
                  </a:cubicBezTo>
                  <a:cubicBezTo>
                    <a:pt x="287" y="4763"/>
                    <a:pt x="420" y="4695"/>
                    <a:pt x="537" y="4626"/>
                  </a:cubicBezTo>
                  <a:cubicBezTo>
                    <a:pt x="557" y="4610"/>
                    <a:pt x="574" y="4610"/>
                    <a:pt x="590" y="4594"/>
                  </a:cubicBezTo>
                  <a:cubicBezTo>
                    <a:pt x="622" y="4578"/>
                    <a:pt x="658" y="4561"/>
                    <a:pt x="675" y="45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0"/>
            <p:cNvSpPr/>
            <p:nvPr/>
          </p:nvSpPr>
          <p:spPr>
            <a:xfrm>
              <a:off x="2583571" y="481027"/>
              <a:ext cx="150477" cy="458385"/>
            </a:xfrm>
            <a:custGeom>
              <a:rect b="b" l="l" r="r" t="t"/>
              <a:pathLst>
                <a:path extrusionOk="0" h="4615" w="1515">
                  <a:moveTo>
                    <a:pt x="218" y="1"/>
                  </a:moveTo>
                  <a:cubicBezTo>
                    <a:pt x="202" y="17"/>
                    <a:pt x="186" y="33"/>
                    <a:pt x="150" y="53"/>
                  </a:cubicBezTo>
                  <a:lnTo>
                    <a:pt x="133" y="53"/>
                  </a:lnTo>
                  <a:cubicBezTo>
                    <a:pt x="85" y="70"/>
                    <a:pt x="49" y="86"/>
                    <a:pt x="0" y="118"/>
                  </a:cubicBezTo>
                  <a:lnTo>
                    <a:pt x="16" y="118"/>
                  </a:lnTo>
                  <a:cubicBezTo>
                    <a:pt x="49" y="102"/>
                    <a:pt x="101" y="86"/>
                    <a:pt x="133" y="70"/>
                  </a:cubicBezTo>
                  <a:lnTo>
                    <a:pt x="170" y="53"/>
                  </a:lnTo>
                  <a:cubicBezTo>
                    <a:pt x="186" y="53"/>
                    <a:pt x="218" y="33"/>
                    <a:pt x="234" y="1"/>
                  </a:cubicBezTo>
                  <a:close/>
                  <a:moveTo>
                    <a:pt x="234" y="1"/>
                  </a:moveTo>
                  <a:cubicBezTo>
                    <a:pt x="251" y="17"/>
                    <a:pt x="271" y="17"/>
                    <a:pt x="287" y="33"/>
                  </a:cubicBezTo>
                  <a:cubicBezTo>
                    <a:pt x="303" y="33"/>
                    <a:pt x="319" y="33"/>
                    <a:pt x="319" y="53"/>
                  </a:cubicBezTo>
                  <a:cubicBezTo>
                    <a:pt x="335" y="53"/>
                    <a:pt x="372" y="53"/>
                    <a:pt x="388" y="70"/>
                  </a:cubicBezTo>
                  <a:cubicBezTo>
                    <a:pt x="404" y="70"/>
                    <a:pt x="420" y="86"/>
                    <a:pt x="436" y="86"/>
                  </a:cubicBezTo>
                  <a:lnTo>
                    <a:pt x="574" y="134"/>
                  </a:lnTo>
                  <a:cubicBezTo>
                    <a:pt x="675" y="171"/>
                    <a:pt x="776" y="219"/>
                    <a:pt x="877" y="255"/>
                  </a:cubicBezTo>
                  <a:cubicBezTo>
                    <a:pt x="776" y="203"/>
                    <a:pt x="675" y="171"/>
                    <a:pt x="574" y="118"/>
                  </a:cubicBezTo>
                  <a:lnTo>
                    <a:pt x="453" y="70"/>
                  </a:lnTo>
                  <a:cubicBezTo>
                    <a:pt x="436" y="70"/>
                    <a:pt x="404" y="70"/>
                    <a:pt x="388" y="53"/>
                  </a:cubicBezTo>
                  <a:cubicBezTo>
                    <a:pt x="372" y="53"/>
                    <a:pt x="352" y="33"/>
                    <a:pt x="335" y="33"/>
                  </a:cubicBezTo>
                  <a:cubicBezTo>
                    <a:pt x="319" y="33"/>
                    <a:pt x="303" y="17"/>
                    <a:pt x="303" y="17"/>
                  </a:cubicBezTo>
                  <a:cubicBezTo>
                    <a:pt x="271" y="17"/>
                    <a:pt x="251" y="1"/>
                    <a:pt x="234" y="1"/>
                  </a:cubicBezTo>
                  <a:close/>
                  <a:moveTo>
                    <a:pt x="877" y="255"/>
                  </a:moveTo>
                  <a:cubicBezTo>
                    <a:pt x="893" y="272"/>
                    <a:pt x="909" y="288"/>
                    <a:pt x="909" y="304"/>
                  </a:cubicBezTo>
                  <a:cubicBezTo>
                    <a:pt x="909" y="336"/>
                    <a:pt x="925" y="389"/>
                    <a:pt x="925" y="421"/>
                  </a:cubicBezTo>
                  <a:cubicBezTo>
                    <a:pt x="925" y="474"/>
                    <a:pt x="941" y="522"/>
                    <a:pt x="941" y="575"/>
                  </a:cubicBezTo>
                  <a:cubicBezTo>
                    <a:pt x="957" y="607"/>
                    <a:pt x="957" y="639"/>
                    <a:pt x="957" y="676"/>
                  </a:cubicBezTo>
                  <a:cubicBezTo>
                    <a:pt x="957" y="724"/>
                    <a:pt x="978" y="760"/>
                    <a:pt x="978" y="793"/>
                  </a:cubicBezTo>
                  <a:cubicBezTo>
                    <a:pt x="978" y="841"/>
                    <a:pt x="994" y="910"/>
                    <a:pt x="994" y="962"/>
                  </a:cubicBezTo>
                  <a:cubicBezTo>
                    <a:pt x="1010" y="1011"/>
                    <a:pt x="1010" y="1063"/>
                    <a:pt x="1026" y="1112"/>
                  </a:cubicBezTo>
                  <a:cubicBezTo>
                    <a:pt x="1026" y="1063"/>
                    <a:pt x="1010" y="1011"/>
                    <a:pt x="1010" y="962"/>
                  </a:cubicBezTo>
                  <a:cubicBezTo>
                    <a:pt x="1010" y="910"/>
                    <a:pt x="994" y="841"/>
                    <a:pt x="994" y="793"/>
                  </a:cubicBezTo>
                  <a:cubicBezTo>
                    <a:pt x="978" y="760"/>
                    <a:pt x="978" y="724"/>
                    <a:pt x="978" y="676"/>
                  </a:cubicBezTo>
                  <a:cubicBezTo>
                    <a:pt x="978" y="639"/>
                    <a:pt x="957" y="607"/>
                    <a:pt x="957" y="575"/>
                  </a:cubicBezTo>
                  <a:cubicBezTo>
                    <a:pt x="957" y="522"/>
                    <a:pt x="941" y="474"/>
                    <a:pt x="941" y="421"/>
                  </a:cubicBezTo>
                  <a:cubicBezTo>
                    <a:pt x="925" y="373"/>
                    <a:pt x="925" y="336"/>
                    <a:pt x="925" y="304"/>
                  </a:cubicBezTo>
                  <a:cubicBezTo>
                    <a:pt x="925" y="288"/>
                    <a:pt x="909" y="255"/>
                    <a:pt x="877" y="255"/>
                  </a:cubicBezTo>
                  <a:close/>
                  <a:moveTo>
                    <a:pt x="1026" y="1112"/>
                  </a:moveTo>
                  <a:lnTo>
                    <a:pt x="1026" y="1213"/>
                  </a:lnTo>
                  <a:cubicBezTo>
                    <a:pt x="1042" y="1265"/>
                    <a:pt x="1042" y="1330"/>
                    <a:pt x="1058" y="1383"/>
                  </a:cubicBezTo>
                  <a:cubicBezTo>
                    <a:pt x="1058" y="1314"/>
                    <a:pt x="1042" y="1265"/>
                    <a:pt x="1042" y="1213"/>
                  </a:cubicBezTo>
                  <a:cubicBezTo>
                    <a:pt x="1042" y="1181"/>
                    <a:pt x="1042" y="1144"/>
                    <a:pt x="1026" y="1112"/>
                  </a:cubicBezTo>
                  <a:close/>
                  <a:moveTo>
                    <a:pt x="1058" y="1383"/>
                  </a:moveTo>
                  <a:lnTo>
                    <a:pt x="1058" y="1399"/>
                  </a:lnTo>
                  <a:cubicBezTo>
                    <a:pt x="1058" y="1447"/>
                    <a:pt x="1079" y="1516"/>
                    <a:pt x="1079" y="1568"/>
                  </a:cubicBezTo>
                  <a:cubicBezTo>
                    <a:pt x="1079" y="1617"/>
                    <a:pt x="1095" y="1649"/>
                    <a:pt x="1095" y="1686"/>
                  </a:cubicBezTo>
                  <a:cubicBezTo>
                    <a:pt x="1095" y="1718"/>
                    <a:pt x="1111" y="1750"/>
                    <a:pt x="1111" y="1787"/>
                  </a:cubicBezTo>
                  <a:cubicBezTo>
                    <a:pt x="1127" y="1887"/>
                    <a:pt x="1127" y="1972"/>
                    <a:pt x="1143" y="2073"/>
                  </a:cubicBezTo>
                  <a:cubicBezTo>
                    <a:pt x="1159" y="2122"/>
                    <a:pt x="1159" y="2174"/>
                    <a:pt x="1180" y="2223"/>
                  </a:cubicBezTo>
                  <a:cubicBezTo>
                    <a:pt x="1180" y="2174"/>
                    <a:pt x="1159" y="2122"/>
                    <a:pt x="1159" y="2073"/>
                  </a:cubicBezTo>
                  <a:cubicBezTo>
                    <a:pt x="1143" y="1972"/>
                    <a:pt x="1127" y="1887"/>
                    <a:pt x="1127" y="1787"/>
                  </a:cubicBezTo>
                  <a:cubicBezTo>
                    <a:pt x="1127" y="1750"/>
                    <a:pt x="1111" y="1718"/>
                    <a:pt x="1111" y="1686"/>
                  </a:cubicBezTo>
                  <a:cubicBezTo>
                    <a:pt x="1111" y="1649"/>
                    <a:pt x="1095" y="1601"/>
                    <a:pt x="1095" y="1568"/>
                  </a:cubicBezTo>
                  <a:cubicBezTo>
                    <a:pt x="1095" y="1516"/>
                    <a:pt x="1079" y="1447"/>
                    <a:pt x="1079" y="1399"/>
                  </a:cubicBezTo>
                  <a:lnTo>
                    <a:pt x="1058" y="1383"/>
                  </a:lnTo>
                  <a:close/>
                  <a:moveTo>
                    <a:pt x="1180" y="2223"/>
                  </a:moveTo>
                  <a:lnTo>
                    <a:pt x="1180" y="2275"/>
                  </a:lnTo>
                  <a:cubicBezTo>
                    <a:pt x="1180" y="2308"/>
                    <a:pt x="1196" y="2340"/>
                    <a:pt x="1180" y="2376"/>
                  </a:cubicBezTo>
                  <a:cubicBezTo>
                    <a:pt x="1196" y="2409"/>
                    <a:pt x="1212" y="2441"/>
                    <a:pt x="1212" y="2493"/>
                  </a:cubicBezTo>
                  <a:lnTo>
                    <a:pt x="1212" y="2558"/>
                  </a:lnTo>
                  <a:cubicBezTo>
                    <a:pt x="1228" y="2578"/>
                    <a:pt x="1228" y="2611"/>
                    <a:pt x="1228" y="2627"/>
                  </a:cubicBezTo>
                  <a:lnTo>
                    <a:pt x="1228" y="2679"/>
                  </a:lnTo>
                  <a:cubicBezTo>
                    <a:pt x="1228" y="2695"/>
                    <a:pt x="1228" y="2695"/>
                    <a:pt x="1244" y="2712"/>
                  </a:cubicBezTo>
                  <a:lnTo>
                    <a:pt x="1244" y="2659"/>
                  </a:lnTo>
                  <a:lnTo>
                    <a:pt x="1244" y="2627"/>
                  </a:lnTo>
                  <a:cubicBezTo>
                    <a:pt x="1244" y="2611"/>
                    <a:pt x="1228" y="2578"/>
                    <a:pt x="1228" y="2558"/>
                  </a:cubicBezTo>
                  <a:cubicBezTo>
                    <a:pt x="1228" y="2526"/>
                    <a:pt x="1228" y="2510"/>
                    <a:pt x="1212" y="2477"/>
                  </a:cubicBezTo>
                  <a:cubicBezTo>
                    <a:pt x="1212" y="2441"/>
                    <a:pt x="1212" y="2409"/>
                    <a:pt x="1196" y="2376"/>
                  </a:cubicBezTo>
                  <a:cubicBezTo>
                    <a:pt x="1212" y="2340"/>
                    <a:pt x="1196" y="2308"/>
                    <a:pt x="1196" y="2275"/>
                  </a:cubicBezTo>
                  <a:cubicBezTo>
                    <a:pt x="1196" y="2255"/>
                    <a:pt x="1180" y="2239"/>
                    <a:pt x="1180" y="2223"/>
                  </a:cubicBezTo>
                  <a:close/>
                  <a:moveTo>
                    <a:pt x="1244" y="2712"/>
                  </a:moveTo>
                  <a:cubicBezTo>
                    <a:pt x="1244" y="2760"/>
                    <a:pt x="1244" y="2796"/>
                    <a:pt x="1260" y="2845"/>
                  </a:cubicBezTo>
                  <a:cubicBezTo>
                    <a:pt x="1260" y="2796"/>
                    <a:pt x="1260" y="2760"/>
                    <a:pt x="1244" y="2712"/>
                  </a:cubicBezTo>
                  <a:close/>
                  <a:moveTo>
                    <a:pt x="1260" y="2845"/>
                  </a:moveTo>
                  <a:cubicBezTo>
                    <a:pt x="1260" y="2881"/>
                    <a:pt x="1260" y="2914"/>
                    <a:pt x="1281" y="2962"/>
                  </a:cubicBezTo>
                  <a:lnTo>
                    <a:pt x="1281" y="3063"/>
                  </a:lnTo>
                  <a:lnTo>
                    <a:pt x="1297" y="3083"/>
                  </a:lnTo>
                  <a:lnTo>
                    <a:pt x="1297" y="3116"/>
                  </a:lnTo>
                  <a:cubicBezTo>
                    <a:pt x="1313" y="3099"/>
                    <a:pt x="1297" y="3083"/>
                    <a:pt x="1297" y="3063"/>
                  </a:cubicBezTo>
                  <a:cubicBezTo>
                    <a:pt x="1297" y="3031"/>
                    <a:pt x="1281" y="2998"/>
                    <a:pt x="1281" y="2946"/>
                  </a:cubicBezTo>
                  <a:cubicBezTo>
                    <a:pt x="1281" y="2914"/>
                    <a:pt x="1281" y="2881"/>
                    <a:pt x="1260" y="2845"/>
                  </a:cubicBezTo>
                  <a:close/>
                  <a:moveTo>
                    <a:pt x="1297" y="3116"/>
                  </a:moveTo>
                  <a:cubicBezTo>
                    <a:pt x="1281" y="3116"/>
                    <a:pt x="1281" y="3132"/>
                    <a:pt x="1297" y="3148"/>
                  </a:cubicBezTo>
                  <a:cubicBezTo>
                    <a:pt x="1313" y="3164"/>
                    <a:pt x="1313" y="3184"/>
                    <a:pt x="1313" y="3200"/>
                  </a:cubicBezTo>
                  <a:lnTo>
                    <a:pt x="1313" y="3132"/>
                  </a:lnTo>
                  <a:cubicBezTo>
                    <a:pt x="1297" y="3132"/>
                    <a:pt x="1297" y="3116"/>
                    <a:pt x="1297" y="3116"/>
                  </a:cubicBezTo>
                  <a:close/>
                  <a:moveTo>
                    <a:pt x="1313" y="3217"/>
                  </a:moveTo>
                  <a:lnTo>
                    <a:pt x="1313" y="3233"/>
                  </a:lnTo>
                  <a:cubicBezTo>
                    <a:pt x="1313" y="3265"/>
                    <a:pt x="1313" y="3301"/>
                    <a:pt x="1329" y="3350"/>
                  </a:cubicBezTo>
                  <a:cubicBezTo>
                    <a:pt x="1329" y="3386"/>
                    <a:pt x="1329" y="3419"/>
                    <a:pt x="1345" y="3451"/>
                  </a:cubicBezTo>
                  <a:cubicBezTo>
                    <a:pt x="1345" y="3419"/>
                    <a:pt x="1345" y="3386"/>
                    <a:pt x="1329" y="3334"/>
                  </a:cubicBezTo>
                  <a:cubicBezTo>
                    <a:pt x="1329" y="3301"/>
                    <a:pt x="1329" y="3265"/>
                    <a:pt x="1313" y="3217"/>
                  </a:cubicBezTo>
                  <a:close/>
                  <a:moveTo>
                    <a:pt x="1345" y="3451"/>
                  </a:moveTo>
                  <a:cubicBezTo>
                    <a:pt x="1345" y="3503"/>
                    <a:pt x="1345" y="3536"/>
                    <a:pt x="1361" y="3588"/>
                  </a:cubicBezTo>
                  <a:cubicBezTo>
                    <a:pt x="1361" y="3536"/>
                    <a:pt x="1361" y="3503"/>
                    <a:pt x="1345" y="3451"/>
                  </a:cubicBezTo>
                  <a:close/>
                  <a:moveTo>
                    <a:pt x="1361" y="3588"/>
                  </a:moveTo>
                  <a:lnTo>
                    <a:pt x="1361" y="3669"/>
                  </a:lnTo>
                  <a:cubicBezTo>
                    <a:pt x="1382" y="3705"/>
                    <a:pt x="1382" y="3738"/>
                    <a:pt x="1382" y="3770"/>
                  </a:cubicBezTo>
                  <a:cubicBezTo>
                    <a:pt x="1398" y="3823"/>
                    <a:pt x="1398" y="3871"/>
                    <a:pt x="1398" y="3923"/>
                  </a:cubicBezTo>
                  <a:cubicBezTo>
                    <a:pt x="1398" y="3940"/>
                    <a:pt x="1414" y="3940"/>
                    <a:pt x="1414" y="3956"/>
                  </a:cubicBezTo>
                  <a:lnTo>
                    <a:pt x="1414" y="3923"/>
                  </a:lnTo>
                  <a:cubicBezTo>
                    <a:pt x="1414" y="3871"/>
                    <a:pt x="1398" y="3823"/>
                    <a:pt x="1398" y="3770"/>
                  </a:cubicBezTo>
                  <a:cubicBezTo>
                    <a:pt x="1398" y="3738"/>
                    <a:pt x="1382" y="3705"/>
                    <a:pt x="1382" y="3669"/>
                  </a:cubicBezTo>
                  <a:cubicBezTo>
                    <a:pt x="1382" y="3637"/>
                    <a:pt x="1382" y="3604"/>
                    <a:pt x="1361" y="3588"/>
                  </a:cubicBezTo>
                  <a:close/>
                  <a:moveTo>
                    <a:pt x="1414" y="3956"/>
                  </a:moveTo>
                  <a:lnTo>
                    <a:pt x="1414" y="4008"/>
                  </a:lnTo>
                  <a:lnTo>
                    <a:pt x="1414" y="4024"/>
                  </a:lnTo>
                  <a:cubicBezTo>
                    <a:pt x="1430" y="3992"/>
                    <a:pt x="1430" y="3972"/>
                    <a:pt x="1414" y="3956"/>
                  </a:cubicBezTo>
                  <a:close/>
                  <a:moveTo>
                    <a:pt x="1414" y="4024"/>
                  </a:moveTo>
                  <a:lnTo>
                    <a:pt x="1414" y="4024"/>
                  </a:lnTo>
                  <a:cubicBezTo>
                    <a:pt x="1430" y="4073"/>
                    <a:pt x="1430" y="4125"/>
                    <a:pt x="1430" y="4174"/>
                  </a:cubicBezTo>
                  <a:cubicBezTo>
                    <a:pt x="1430" y="4194"/>
                    <a:pt x="1446" y="4210"/>
                    <a:pt x="1446" y="4243"/>
                  </a:cubicBezTo>
                  <a:cubicBezTo>
                    <a:pt x="1446" y="4311"/>
                    <a:pt x="1462" y="4376"/>
                    <a:pt x="1483" y="4445"/>
                  </a:cubicBezTo>
                  <a:cubicBezTo>
                    <a:pt x="1483" y="4376"/>
                    <a:pt x="1462" y="4311"/>
                    <a:pt x="1462" y="4243"/>
                  </a:cubicBezTo>
                  <a:cubicBezTo>
                    <a:pt x="1446" y="4210"/>
                    <a:pt x="1446" y="4194"/>
                    <a:pt x="1446" y="4174"/>
                  </a:cubicBezTo>
                  <a:cubicBezTo>
                    <a:pt x="1446" y="4125"/>
                    <a:pt x="1446" y="4073"/>
                    <a:pt x="1414" y="4024"/>
                  </a:cubicBezTo>
                  <a:close/>
                  <a:moveTo>
                    <a:pt x="1483" y="4445"/>
                  </a:moveTo>
                  <a:lnTo>
                    <a:pt x="1483" y="4461"/>
                  </a:lnTo>
                  <a:lnTo>
                    <a:pt x="1483" y="4497"/>
                  </a:lnTo>
                  <a:cubicBezTo>
                    <a:pt x="1483" y="4513"/>
                    <a:pt x="1483" y="4546"/>
                    <a:pt x="1499" y="4562"/>
                  </a:cubicBezTo>
                  <a:lnTo>
                    <a:pt x="1499" y="4497"/>
                  </a:lnTo>
                  <a:lnTo>
                    <a:pt x="1499" y="4461"/>
                  </a:lnTo>
                  <a:lnTo>
                    <a:pt x="1483" y="4445"/>
                  </a:lnTo>
                  <a:close/>
                  <a:moveTo>
                    <a:pt x="1499" y="4562"/>
                  </a:moveTo>
                  <a:cubicBezTo>
                    <a:pt x="1499" y="4578"/>
                    <a:pt x="1499" y="4598"/>
                    <a:pt x="1483" y="4614"/>
                  </a:cubicBezTo>
                  <a:lnTo>
                    <a:pt x="1499" y="4614"/>
                  </a:lnTo>
                  <a:cubicBezTo>
                    <a:pt x="1499" y="4598"/>
                    <a:pt x="1515" y="4578"/>
                    <a:pt x="1499" y="45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0"/>
            <p:cNvSpPr/>
            <p:nvPr/>
          </p:nvSpPr>
          <p:spPr>
            <a:xfrm>
              <a:off x="2446304" y="407626"/>
              <a:ext cx="47080" cy="466331"/>
            </a:xfrm>
            <a:custGeom>
              <a:rect b="b" l="l" r="r" t="t"/>
              <a:pathLst>
                <a:path extrusionOk="0" h="4695" w="474">
                  <a:moveTo>
                    <a:pt x="17" y="1"/>
                  </a:moveTo>
                  <a:cubicBezTo>
                    <a:pt x="1" y="17"/>
                    <a:pt x="1" y="33"/>
                    <a:pt x="1" y="65"/>
                  </a:cubicBezTo>
                  <a:lnTo>
                    <a:pt x="1" y="86"/>
                  </a:lnTo>
                  <a:cubicBezTo>
                    <a:pt x="17" y="134"/>
                    <a:pt x="17" y="166"/>
                    <a:pt x="17" y="203"/>
                  </a:cubicBezTo>
                  <a:lnTo>
                    <a:pt x="37" y="267"/>
                  </a:lnTo>
                  <a:lnTo>
                    <a:pt x="37" y="203"/>
                  </a:lnTo>
                  <a:cubicBezTo>
                    <a:pt x="37" y="166"/>
                    <a:pt x="37" y="118"/>
                    <a:pt x="17" y="86"/>
                  </a:cubicBezTo>
                  <a:lnTo>
                    <a:pt x="17" y="65"/>
                  </a:lnTo>
                  <a:lnTo>
                    <a:pt x="17" y="1"/>
                  </a:lnTo>
                  <a:close/>
                  <a:moveTo>
                    <a:pt x="37" y="267"/>
                  </a:moveTo>
                  <a:cubicBezTo>
                    <a:pt x="37" y="336"/>
                    <a:pt x="37" y="405"/>
                    <a:pt x="53" y="469"/>
                  </a:cubicBezTo>
                  <a:cubicBezTo>
                    <a:pt x="53" y="405"/>
                    <a:pt x="53" y="336"/>
                    <a:pt x="37" y="267"/>
                  </a:cubicBezTo>
                  <a:close/>
                  <a:moveTo>
                    <a:pt x="53" y="469"/>
                  </a:moveTo>
                  <a:lnTo>
                    <a:pt x="53" y="522"/>
                  </a:lnTo>
                  <a:cubicBezTo>
                    <a:pt x="69" y="607"/>
                    <a:pt x="69" y="708"/>
                    <a:pt x="85" y="809"/>
                  </a:cubicBezTo>
                  <a:cubicBezTo>
                    <a:pt x="85" y="857"/>
                    <a:pt x="85" y="926"/>
                    <a:pt x="102" y="994"/>
                  </a:cubicBezTo>
                  <a:lnTo>
                    <a:pt x="102" y="1075"/>
                  </a:lnTo>
                  <a:cubicBezTo>
                    <a:pt x="102" y="1128"/>
                    <a:pt x="118" y="1160"/>
                    <a:pt x="118" y="1196"/>
                  </a:cubicBezTo>
                  <a:lnTo>
                    <a:pt x="118" y="1297"/>
                  </a:lnTo>
                  <a:cubicBezTo>
                    <a:pt x="138" y="1330"/>
                    <a:pt x="138" y="1362"/>
                    <a:pt x="138" y="1398"/>
                  </a:cubicBezTo>
                  <a:cubicBezTo>
                    <a:pt x="154" y="1463"/>
                    <a:pt x="154" y="1548"/>
                    <a:pt x="154" y="1617"/>
                  </a:cubicBezTo>
                  <a:lnTo>
                    <a:pt x="170" y="1734"/>
                  </a:lnTo>
                  <a:cubicBezTo>
                    <a:pt x="186" y="1851"/>
                    <a:pt x="186" y="1968"/>
                    <a:pt x="203" y="2085"/>
                  </a:cubicBezTo>
                  <a:cubicBezTo>
                    <a:pt x="203" y="2138"/>
                    <a:pt x="219" y="2170"/>
                    <a:pt x="219" y="2223"/>
                  </a:cubicBezTo>
                  <a:cubicBezTo>
                    <a:pt x="219" y="2271"/>
                    <a:pt x="219" y="2324"/>
                    <a:pt x="239" y="2372"/>
                  </a:cubicBezTo>
                  <a:cubicBezTo>
                    <a:pt x="239" y="2441"/>
                    <a:pt x="255" y="2509"/>
                    <a:pt x="255" y="2574"/>
                  </a:cubicBezTo>
                  <a:lnTo>
                    <a:pt x="255" y="2675"/>
                  </a:lnTo>
                  <a:cubicBezTo>
                    <a:pt x="271" y="2727"/>
                    <a:pt x="271" y="2792"/>
                    <a:pt x="287" y="2845"/>
                  </a:cubicBezTo>
                  <a:cubicBezTo>
                    <a:pt x="287" y="2792"/>
                    <a:pt x="287" y="2727"/>
                    <a:pt x="271" y="2675"/>
                  </a:cubicBezTo>
                  <a:lnTo>
                    <a:pt x="271" y="2558"/>
                  </a:lnTo>
                  <a:cubicBezTo>
                    <a:pt x="255" y="2509"/>
                    <a:pt x="255" y="2441"/>
                    <a:pt x="255" y="2372"/>
                  </a:cubicBezTo>
                  <a:cubicBezTo>
                    <a:pt x="239" y="2324"/>
                    <a:pt x="239" y="2271"/>
                    <a:pt x="239" y="2206"/>
                  </a:cubicBezTo>
                  <a:cubicBezTo>
                    <a:pt x="219" y="2170"/>
                    <a:pt x="219" y="2138"/>
                    <a:pt x="219" y="2085"/>
                  </a:cubicBezTo>
                  <a:cubicBezTo>
                    <a:pt x="203" y="1968"/>
                    <a:pt x="186" y="1851"/>
                    <a:pt x="186" y="1734"/>
                  </a:cubicBezTo>
                  <a:lnTo>
                    <a:pt x="170" y="1617"/>
                  </a:lnTo>
                  <a:cubicBezTo>
                    <a:pt x="170" y="1548"/>
                    <a:pt x="154" y="1463"/>
                    <a:pt x="154" y="1398"/>
                  </a:cubicBezTo>
                  <a:cubicBezTo>
                    <a:pt x="154" y="1362"/>
                    <a:pt x="138" y="1330"/>
                    <a:pt x="138" y="1297"/>
                  </a:cubicBezTo>
                  <a:lnTo>
                    <a:pt x="138" y="1196"/>
                  </a:lnTo>
                  <a:cubicBezTo>
                    <a:pt x="118" y="1160"/>
                    <a:pt x="118" y="1112"/>
                    <a:pt x="118" y="1075"/>
                  </a:cubicBezTo>
                  <a:lnTo>
                    <a:pt x="118" y="994"/>
                  </a:lnTo>
                  <a:cubicBezTo>
                    <a:pt x="102" y="926"/>
                    <a:pt x="102" y="857"/>
                    <a:pt x="85" y="792"/>
                  </a:cubicBezTo>
                  <a:cubicBezTo>
                    <a:pt x="85" y="708"/>
                    <a:pt x="69" y="607"/>
                    <a:pt x="69" y="522"/>
                  </a:cubicBezTo>
                  <a:lnTo>
                    <a:pt x="53" y="469"/>
                  </a:lnTo>
                  <a:close/>
                  <a:moveTo>
                    <a:pt x="287" y="2845"/>
                  </a:moveTo>
                  <a:lnTo>
                    <a:pt x="287" y="2978"/>
                  </a:lnTo>
                  <a:cubicBezTo>
                    <a:pt x="287" y="2994"/>
                    <a:pt x="303" y="3030"/>
                    <a:pt x="303" y="3047"/>
                  </a:cubicBezTo>
                  <a:lnTo>
                    <a:pt x="303" y="2978"/>
                  </a:lnTo>
                  <a:cubicBezTo>
                    <a:pt x="303" y="2929"/>
                    <a:pt x="303" y="2893"/>
                    <a:pt x="287" y="2845"/>
                  </a:cubicBezTo>
                  <a:close/>
                  <a:moveTo>
                    <a:pt x="303" y="3047"/>
                  </a:moveTo>
                  <a:lnTo>
                    <a:pt x="303" y="3148"/>
                  </a:lnTo>
                  <a:cubicBezTo>
                    <a:pt x="303" y="3164"/>
                    <a:pt x="320" y="3196"/>
                    <a:pt x="320" y="3216"/>
                  </a:cubicBezTo>
                  <a:cubicBezTo>
                    <a:pt x="320" y="3265"/>
                    <a:pt x="320" y="3317"/>
                    <a:pt x="340" y="3366"/>
                  </a:cubicBezTo>
                  <a:lnTo>
                    <a:pt x="340" y="3216"/>
                  </a:lnTo>
                  <a:cubicBezTo>
                    <a:pt x="320" y="3196"/>
                    <a:pt x="320" y="3164"/>
                    <a:pt x="320" y="3148"/>
                  </a:cubicBezTo>
                  <a:cubicBezTo>
                    <a:pt x="320" y="3115"/>
                    <a:pt x="320" y="3079"/>
                    <a:pt x="303" y="3047"/>
                  </a:cubicBezTo>
                  <a:close/>
                  <a:moveTo>
                    <a:pt x="340" y="3366"/>
                  </a:moveTo>
                  <a:lnTo>
                    <a:pt x="340" y="3398"/>
                  </a:lnTo>
                  <a:lnTo>
                    <a:pt x="340" y="3451"/>
                  </a:lnTo>
                  <a:cubicBezTo>
                    <a:pt x="340" y="3483"/>
                    <a:pt x="340" y="3519"/>
                    <a:pt x="356" y="3568"/>
                  </a:cubicBezTo>
                  <a:lnTo>
                    <a:pt x="356" y="3620"/>
                  </a:lnTo>
                  <a:cubicBezTo>
                    <a:pt x="356" y="3653"/>
                    <a:pt x="356" y="3669"/>
                    <a:pt x="372" y="3701"/>
                  </a:cubicBezTo>
                  <a:lnTo>
                    <a:pt x="372" y="3620"/>
                  </a:lnTo>
                  <a:cubicBezTo>
                    <a:pt x="372" y="3584"/>
                    <a:pt x="372" y="3568"/>
                    <a:pt x="356" y="3552"/>
                  </a:cubicBezTo>
                  <a:lnTo>
                    <a:pt x="356" y="3451"/>
                  </a:lnTo>
                  <a:lnTo>
                    <a:pt x="356" y="3398"/>
                  </a:lnTo>
                  <a:cubicBezTo>
                    <a:pt x="356" y="3382"/>
                    <a:pt x="340" y="3382"/>
                    <a:pt x="340" y="3366"/>
                  </a:cubicBezTo>
                  <a:close/>
                  <a:moveTo>
                    <a:pt x="372" y="3701"/>
                  </a:moveTo>
                  <a:cubicBezTo>
                    <a:pt x="372" y="3770"/>
                    <a:pt x="372" y="3822"/>
                    <a:pt x="388" y="3871"/>
                  </a:cubicBezTo>
                  <a:cubicBezTo>
                    <a:pt x="388" y="3822"/>
                    <a:pt x="388" y="3770"/>
                    <a:pt x="372" y="3701"/>
                  </a:cubicBezTo>
                  <a:close/>
                  <a:moveTo>
                    <a:pt x="388" y="3871"/>
                  </a:moveTo>
                  <a:lnTo>
                    <a:pt x="388" y="3939"/>
                  </a:lnTo>
                  <a:cubicBezTo>
                    <a:pt x="388" y="3972"/>
                    <a:pt x="388" y="4024"/>
                    <a:pt x="404" y="4057"/>
                  </a:cubicBezTo>
                  <a:lnTo>
                    <a:pt x="404" y="3939"/>
                  </a:lnTo>
                  <a:cubicBezTo>
                    <a:pt x="404" y="3923"/>
                    <a:pt x="388" y="3903"/>
                    <a:pt x="388" y="3871"/>
                  </a:cubicBezTo>
                  <a:close/>
                  <a:moveTo>
                    <a:pt x="404" y="4057"/>
                  </a:moveTo>
                  <a:lnTo>
                    <a:pt x="404" y="4141"/>
                  </a:lnTo>
                  <a:cubicBezTo>
                    <a:pt x="404" y="4174"/>
                    <a:pt x="421" y="4226"/>
                    <a:pt x="421" y="4275"/>
                  </a:cubicBezTo>
                  <a:cubicBezTo>
                    <a:pt x="421" y="4327"/>
                    <a:pt x="421" y="4360"/>
                    <a:pt x="441" y="4408"/>
                  </a:cubicBezTo>
                  <a:lnTo>
                    <a:pt x="441" y="4529"/>
                  </a:lnTo>
                  <a:cubicBezTo>
                    <a:pt x="441" y="4545"/>
                    <a:pt x="441" y="4562"/>
                    <a:pt x="457" y="4578"/>
                  </a:cubicBezTo>
                  <a:lnTo>
                    <a:pt x="457" y="4529"/>
                  </a:lnTo>
                  <a:cubicBezTo>
                    <a:pt x="457" y="4493"/>
                    <a:pt x="457" y="4444"/>
                    <a:pt x="441" y="4392"/>
                  </a:cubicBezTo>
                  <a:lnTo>
                    <a:pt x="441" y="4275"/>
                  </a:lnTo>
                  <a:cubicBezTo>
                    <a:pt x="421" y="4226"/>
                    <a:pt x="421" y="4174"/>
                    <a:pt x="421" y="4141"/>
                  </a:cubicBezTo>
                  <a:cubicBezTo>
                    <a:pt x="421" y="4105"/>
                    <a:pt x="421" y="4089"/>
                    <a:pt x="404" y="4057"/>
                  </a:cubicBezTo>
                  <a:close/>
                  <a:moveTo>
                    <a:pt x="457" y="4578"/>
                  </a:moveTo>
                  <a:lnTo>
                    <a:pt x="457" y="4679"/>
                  </a:lnTo>
                  <a:lnTo>
                    <a:pt x="457" y="4695"/>
                  </a:lnTo>
                  <a:lnTo>
                    <a:pt x="473" y="4695"/>
                  </a:lnTo>
                  <a:cubicBezTo>
                    <a:pt x="473" y="4646"/>
                    <a:pt x="473" y="4610"/>
                    <a:pt x="457" y="457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0"/>
            <p:cNvSpPr/>
            <p:nvPr/>
          </p:nvSpPr>
          <p:spPr>
            <a:xfrm>
              <a:off x="2678625" y="504368"/>
              <a:ext cx="62277" cy="439811"/>
            </a:xfrm>
            <a:custGeom>
              <a:rect b="b" l="l" r="r" t="t"/>
              <a:pathLst>
                <a:path extrusionOk="0" h="4428" w="627">
                  <a:moveTo>
                    <a:pt x="0" y="0"/>
                  </a:moveTo>
                  <a:cubicBezTo>
                    <a:pt x="0" y="37"/>
                    <a:pt x="21" y="53"/>
                    <a:pt x="21" y="69"/>
                  </a:cubicBezTo>
                  <a:cubicBezTo>
                    <a:pt x="21" y="53"/>
                    <a:pt x="21" y="20"/>
                    <a:pt x="0" y="0"/>
                  </a:cubicBezTo>
                  <a:close/>
                  <a:moveTo>
                    <a:pt x="21" y="69"/>
                  </a:moveTo>
                  <a:lnTo>
                    <a:pt x="21" y="101"/>
                  </a:lnTo>
                  <a:cubicBezTo>
                    <a:pt x="21" y="170"/>
                    <a:pt x="37" y="222"/>
                    <a:pt x="37" y="271"/>
                  </a:cubicBezTo>
                  <a:cubicBezTo>
                    <a:pt x="53" y="323"/>
                    <a:pt x="53" y="372"/>
                    <a:pt x="53" y="424"/>
                  </a:cubicBezTo>
                  <a:cubicBezTo>
                    <a:pt x="69" y="473"/>
                    <a:pt x="69" y="505"/>
                    <a:pt x="85" y="558"/>
                  </a:cubicBezTo>
                  <a:cubicBezTo>
                    <a:pt x="85" y="505"/>
                    <a:pt x="85" y="473"/>
                    <a:pt x="69" y="424"/>
                  </a:cubicBezTo>
                  <a:cubicBezTo>
                    <a:pt x="69" y="372"/>
                    <a:pt x="53" y="323"/>
                    <a:pt x="53" y="271"/>
                  </a:cubicBezTo>
                  <a:cubicBezTo>
                    <a:pt x="53" y="222"/>
                    <a:pt x="37" y="170"/>
                    <a:pt x="37" y="101"/>
                  </a:cubicBezTo>
                  <a:cubicBezTo>
                    <a:pt x="21" y="101"/>
                    <a:pt x="21" y="85"/>
                    <a:pt x="21" y="69"/>
                  </a:cubicBezTo>
                  <a:close/>
                  <a:moveTo>
                    <a:pt x="85" y="558"/>
                  </a:moveTo>
                  <a:lnTo>
                    <a:pt x="85" y="606"/>
                  </a:lnTo>
                  <a:cubicBezTo>
                    <a:pt x="85" y="643"/>
                    <a:pt x="101" y="691"/>
                    <a:pt x="101" y="727"/>
                  </a:cubicBezTo>
                  <a:cubicBezTo>
                    <a:pt x="101" y="776"/>
                    <a:pt x="122" y="828"/>
                    <a:pt x="122" y="861"/>
                  </a:cubicBezTo>
                  <a:cubicBezTo>
                    <a:pt x="122" y="893"/>
                    <a:pt x="138" y="929"/>
                    <a:pt x="138" y="946"/>
                  </a:cubicBezTo>
                  <a:lnTo>
                    <a:pt x="138" y="861"/>
                  </a:lnTo>
                  <a:cubicBezTo>
                    <a:pt x="138" y="808"/>
                    <a:pt x="122" y="776"/>
                    <a:pt x="122" y="727"/>
                  </a:cubicBezTo>
                  <a:cubicBezTo>
                    <a:pt x="101" y="691"/>
                    <a:pt x="101" y="643"/>
                    <a:pt x="101" y="606"/>
                  </a:cubicBezTo>
                  <a:cubicBezTo>
                    <a:pt x="101" y="590"/>
                    <a:pt x="85" y="574"/>
                    <a:pt x="85" y="558"/>
                  </a:cubicBezTo>
                  <a:close/>
                  <a:moveTo>
                    <a:pt x="138" y="946"/>
                  </a:moveTo>
                  <a:lnTo>
                    <a:pt x="138" y="1030"/>
                  </a:lnTo>
                  <a:cubicBezTo>
                    <a:pt x="154" y="1079"/>
                    <a:pt x="154" y="1111"/>
                    <a:pt x="154" y="1164"/>
                  </a:cubicBezTo>
                  <a:cubicBezTo>
                    <a:pt x="170" y="1180"/>
                    <a:pt x="170" y="1212"/>
                    <a:pt x="170" y="1232"/>
                  </a:cubicBezTo>
                  <a:cubicBezTo>
                    <a:pt x="170" y="1265"/>
                    <a:pt x="186" y="1297"/>
                    <a:pt x="186" y="1333"/>
                  </a:cubicBezTo>
                  <a:cubicBezTo>
                    <a:pt x="186" y="1382"/>
                    <a:pt x="202" y="1434"/>
                    <a:pt x="202" y="1483"/>
                  </a:cubicBezTo>
                  <a:cubicBezTo>
                    <a:pt x="202" y="1515"/>
                    <a:pt x="223" y="1552"/>
                    <a:pt x="223" y="1568"/>
                  </a:cubicBezTo>
                  <a:cubicBezTo>
                    <a:pt x="239" y="1616"/>
                    <a:pt x="239" y="1685"/>
                    <a:pt x="239" y="1737"/>
                  </a:cubicBezTo>
                  <a:cubicBezTo>
                    <a:pt x="255" y="1786"/>
                    <a:pt x="255" y="1818"/>
                    <a:pt x="255" y="1871"/>
                  </a:cubicBezTo>
                  <a:cubicBezTo>
                    <a:pt x="271" y="1903"/>
                    <a:pt x="271" y="1955"/>
                    <a:pt x="271" y="1988"/>
                  </a:cubicBezTo>
                  <a:cubicBezTo>
                    <a:pt x="287" y="2056"/>
                    <a:pt x="287" y="2105"/>
                    <a:pt x="303" y="2157"/>
                  </a:cubicBezTo>
                  <a:lnTo>
                    <a:pt x="303" y="2242"/>
                  </a:lnTo>
                  <a:cubicBezTo>
                    <a:pt x="324" y="2275"/>
                    <a:pt x="324" y="2307"/>
                    <a:pt x="324" y="2359"/>
                  </a:cubicBezTo>
                  <a:cubicBezTo>
                    <a:pt x="340" y="2444"/>
                    <a:pt x="356" y="2525"/>
                    <a:pt x="372" y="2610"/>
                  </a:cubicBezTo>
                  <a:cubicBezTo>
                    <a:pt x="372" y="2525"/>
                    <a:pt x="356" y="2444"/>
                    <a:pt x="340" y="2359"/>
                  </a:cubicBezTo>
                  <a:cubicBezTo>
                    <a:pt x="340" y="2307"/>
                    <a:pt x="340" y="2275"/>
                    <a:pt x="324" y="2242"/>
                  </a:cubicBezTo>
                  <a:lnTo>
                    <a:pt x="324" y="2157"/>
                  </a:lnTo>
                  <a:cubicBezTo>
                    <a:pt x="303" y="2105"/>
                    <a:pt x="303" y="2056"/>
                    <a:pt x="287" y="1988"/>
                  </a:cubicBezTo>
                  <a:cubicBezTo>
                    <a:pt x="287" y="1955"/>
                    <a:pt x="287" y="1903"/>
                    <a:pt x="271" y="1871"/>
                  </a:cubicBezTo>
                  <a:cubicBezTo>
                    <a:pt x="271" y="1818"/>
                    <a:pt x="255" y="1770"/>
                    <a:pt x="255" y="1737"/>
                  </a:cubicBezTo>
                  <a:cubicBezTo>
                    <a:pt x="255" y="1685"/>
                    <a:pt x="239" y="1616"/>
                    <a:pt x="239" y="1568"/>
                  </a:cubicBezTo>
                  <a:cubicBezTo>
                    <a:pt x="223" y="1535"/>
                    <a:pt x="223" y="1515"/>
                    <a:pt x="223" y="1483"/>
                  </a:cubicBezTo>
                  <a:cubicBezTo>
                    <a:pt x="202" y="1434"/>
                    <a:pt x="202" y="1382"/>
                    <a:pt x="202" y="1313"/>
                  </a:cubicBezTo>
                  <a:cubicBezTo>
                    <a:pt x="186" y="1297"/>
                    <a:pt x="186" y="1265"/>
                    <a:pt x="186" y="1232"/>
                  </a:cubicBezTo>
                  <a:cubicBezTo>
                    <a:pt x="186" y="1196"/>
                    <a:pt x="170" y="1180"/>
                    <a:pt x="170" y="1164"/>
                  </a:cubicBezTo>
                  <a:cubicBezTo>
                    <a:pt x="170" y="1111"/>
                    <a:pt x="154" y="1063"/>
                    <a:pt x="154" y="1030"/>
                  </a:cubicBezTo>
                  <a:cubicBezTo>
                    <a:pt x="154" y="994"/>
                    <a:pt x="154" y="978"/>
                    <a:pt x="138" y="946"/>
                  </a:cubicBezTo>
                  <a:close/>
                  <a:moveTo>
                    <a:pt x="372" y="2610"/>
                  </a:moveTo>
                  <a:cubicBezTo>
                    <a:pt x="372" y="2662"/>
                    <a:pt x="372" y="2695"/>
                    <a:pt x="388" y="2727"/>
                  </a:cubicBezTo>
                  <a:cubicBezTo>
                    <a:pt x="388" y="2695"/>
                    <a:pt x="388" y="2662"/>
                    <a:pt x="372" y="2610"/>
                  </a:cubicBezTo>
                  <a:close/>
                  <a:moveTo>
                    <a:pt x="388" y="2727"/>
                  </a:moveTo>
                  <a:cubicBezTo>
                    <a:pt x="388" y="2780"/>
                    <a:pt x="404" y="2848"/>
                    <a:pt x="404" y="2897"/>
                  </a:cubicBezTo>
                  <a:cubicBezTo>
                    <a:pt x="404" y="2929"/>
                    <a:pt x="404" y="2965"/>
                    <a:pt x="425" y="2998"/>
                  </a:cubicBezTo>
                  <a:cubicBezTo>
                    <a:pt x="425" y="3030"/>
                    <a:pt x="425" y="3066"/>
                    <a:pt x="441" y="3099"/>
                  </a:cubicBezTo>
                  <a:lnTo>
                    <a:pt x="441" y="2982"/>
                  </a:lnTo>
                  <a:cubicBezTo>
                    <a:pt x="425" y="2965"/>
                    <a:pt x="425" y="2929"/>
                    <a:pt x="425" y="2897"/>
                  </a:cubicBezTo>
                  <a:cubicBezTo>
                    <a:pt x="404" y="2828"/>
                    <a:pt x="404" y="2780"/>
                    <a:pt x="388" y="2727"/>
                  </a:cubicBezTo>
                  <a:close/>
                  <a:moveTo>
                    <a:pt x="441" y="3099"/>
                  </a:moveTo>
                  <a:cubicBezTo>
                    <a:pt x="441" y="3167"/>
                    <a:pt x="457" y="3252"/>
                    <a:pt x="457" y="3317"/>
                  </a:cubicBezTo>
                  <a:cubicBezTo>
                    <a:pt x="473" y="3353"/>
                    <a:pt x="473" y="3386"/>
                    <a:pt x="473" y="3418"/>
                  </a:cubicBezTo>
                  <a:cubicBezTo>
                    <a:pt x="473" y="3454"/>
                    <a:pt x="489" y="3470"/>
                    <a:pt x="489" y="3487"/>
                  </a:cubicBezTo>
                  <a:cubicBezTo>
                    <a:pt x="489" y="3519"/>
                    <a:pt x="489" y="3555"/>
                    <a:pt x="505" y="3588"/>
                  </a:cubicBezTo>
                  <a:lnTo>
                    <a:pt x="505" y="3487"/>
                  </a:lnTo>
                  <a:cubicBezTo>
                    <a:pt x="489" y="3470"/>
                    <a:pt x="489" y="3434"/>
                    <a:pt x="489" y="3418"/>
                  </a:cubicBezTo>
                  <a:cubicBezTo>
                    <a:pt x="489" y="3386"/>
                    <a:pt x="473" y="3353"/>
                    <a:pt x="473" y="3317"/>
                  </a:cubicBezTo>
                  <a:cubicBezTo>
                    <a:pt x="473" y="3252"/>
                    <a:pt x="457" y="3167"/>
                    <a:pt x="441" y="3099"/>
                  </a:cubicBezTo>
                  <a:close/>
                  <a:moveTo>
                    <a:pt x="505" y="3588"/>
                  </a:moveTo>
                  <a:cubicBezTo>
                    <a:pt x="505" y="3636"/>
                    <a:pt x="505" y="3672"/>
                    <a:pt x="526" y="3721"/>
                  </a:cubicBezTo>
                  <a:cubicBezTo>
                    <a:pt x="526" y="3773"/>
                    <a:pt x="542" y="3838"/>
                    <a:pt x="542" y="3890"/>
                  </a:cubicBezTo>
                  <a:cubicBezTo>
                    <a:pt x="558" y="3923"/>
                    <a:pt x="558" y="3939"/>
                    <a:pt x="558" y="3975"/>
                  </a:cubicBezTo>
                  <a:lnTo>
                    <a:pt x="558" y="4060"/>
                  </a:lnTo>
                  <a:cubicBezTo>
                    <a:pt x="574" y="4060"/>
                    <a:pt x="574" y="4076"/>
                    <a:pt x="574" y="4092"/>
                  </a:cubicBezTo>
                  <a:cubicBezTo>
                    <a:pt x="574" y="4141"/>
                    <a:pt x="574" y="4177"/>
                    <a:pt x="590" y="4226"/>
                  </a:cubicBezTo>
                  <a:cubicBezTo>
                    <a:pt x="606" y="4262"/>
                    <a:pt x="606" y="4311"/>
                    <a:pt x="606" y="4363"/>
                  </a:cubicBezTo>
                  <a:lnTo>
                    <a:pt x="606" y="4428"/>
                  </a:lnTo>
                  <a:lnTo>
                    <a:pt x="627" y="4412"/>
                  </a:lnTo>
                  <a:lnTo>
                    <a:pt x="627" y="4363"/>
                  </a:lnTo>
                  <a:cubicBezTo>
                    <a:pt x="627" y="4311"/>
                    <a:pt x="627" y="4262"/>
                    <a:pt x="606" y="4210"/>
                  </a:cubicBezTo>
                  <a:cubicBezTo>
                    <a:pt x="590" y="4177"/>
                    <a:pt x="590" y="4141"/>
                    <a:pt x="590" y="4092"/>
                  </a:cubicBezTo>
                  <a:cubicBezTo>
                    <a:pt x="574" y="4076"/>
                    <a:pt x="574" y="4060"/>
                    <a:pt x="574" y="4040"/>
                  </a:cubicBezTo>
                  <a:lnTo>
                    <a:pt x="574" y="3975"/>
                  </a:lnTo>
                  <a:cubicBezTo>
                    <a:pt x="558" y="3939"/>
                    <a:pt x="558" y="3923"/>
                    <a:pt x="558" y="3890"/>
                  </a:cubicBezTo>
                  <a:cubicBezTo>
                    <a:pt x="558" y="3822"/>
                    <a:pt x="542" y="3773"/>
                    <a:pt x="542" y="3721"/>
                  </a:cubicBezTo>
                  <a:cubicBezTo>
                    <a:pt x="526" y="3672"/>
                    <a:pt x="526" y="3636"/>
                    <a:pt x="505" y="35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0"/>
            <p:cNvSpPr/>
            <p:nvPr/>
          </p:nvSpPr>
          <p:spPr>
            <a:xfrm>
              <a:off x="1744175" y="367499"/>
              <a:ext cx="8443" cy="470006"/>
            </a:xfrm>
            <a:custGeom>
              <a:rect b="b" l="l" r="r" t="t"/>
              <a:pathLst>
                <a:path extrusionOk="0" h="4732" w="85">
                  <a:moveTo>
                    <a:pt x="69" y="1"/>
                  </a:moveTo>
                  <a:lnTo>
                    <a:pt x="53" y="17"/>
                  </a:lnTo>
                  <a:cubicBezTo>
                    <a:pt x="69" y="86"/>
                    <a:pt x="69" y="150"/>
                    <a:pt x="53" y="219"/>
                  </a:cubicBezTo>
                  <a:lnTo>
                    <a:pt x="53" y="320"/>
                  </a:lnTo>
                  <a:lnTo>
                    <a:pt x="53" y="405"/>
                  </a:lnTo>
                  <a:lnTo>
                    <a:pt x="53" y="756"/>
                  </a:lnTo>
                  <a:lnTo>
                    <a:pt x="53" y="1075"/>
                  </a:lnTo>
                  <a:lnTo>
                    <a:pt x="53" y="1229"/>
                  </a:lnTo>
                  <a:lnTo>
                    <a:pt x="53" y="1447"/>
                  </a:lnTo>
                  <a:cubicBezTo>
                    <a:pt x="53" y="1362"/>
                    <a:pt x="69" y="1297"/>
                    <a:pt x="69" y="1229"/>
                  </a:cubicBezTo>
                  <a:lnTo>
                    <a:pt x="69" y="1075"/>
                  </a:lnTo>
                  <a:lnTo>
                    <a:pt x="69" y="756"/>
                  </a:lnTo>
                  <a:lnTo>
                    <a:pt x="69" y="405"/>
                  </a:lnTo>
                  <a:lnTo>
                    <a:pt x="69" y="320"/>
                  </a:lnTo>
                  <a:lnTo>
                    <a:pt x="69" y="219"/>
                  </a:lnTo>
                  <a:cubicBezTo>
                    <a:pt x="69" y="150"/>
                    <a:pt x="85" y="86"/>
                    <a:pt x="69" y="17"/>
                  </a:cubicBezTo>
                  <a:lnTo>
                    <a:pt x="69" y="1"/>
                  </a:lnTo>
                  <a:close/>
                  <a:moveTo>
                    <a:pt x="53" y="1447"/>
                  </a:moveTo>
                  <a:cubicBezTo>
                    <a:pt x="36" y="1532"/>
                    <a:pt x="36" y="1633"/>
                    <a:pt x="36" y="1718"/>
                  </a:cubicBezTo>
                  <a:lnTo>
                    <a:pt x="36" y="2004"/>
                  </a:lnTo>
                  <a:lnTo>
                    <a:pt x="36" y="2239"/>
                  </a:lnTo>
                  <a:lnTo>
                    <a:pt x="36" y="2441"/>
                  </a:lnTo>
                  <a:lnTo>
                    <a:pt x="36" y="2728"/>
                  </a:lnTo>
                  <a:cubicBezTo>
                    <a:pt x="36" y="2643"/>
                    <a:pt x="36" y="2542"/>
                    <a:pt x="53" y="2441"/>
                  </a:cubicBezTo>
                  <a:lnTo>
                    <a:pt x="53" y="2239"/>
                  </a:lnTo>
                  <a:lnTo>
                    <a:pt x="53" y="2004"/>
                  </a:lnTo>
                  <a:lnTo>
                    <a:pt x="53" y="1718"/>
                  </a:lnTo>
                  <a:lnTo>
                    <a:pt x="53" y="1447"/>
                  </a:lnTo>
                  <a:close/>
                  <a:moveTo>
                    <a:pt x="36" y="2728"/>
                  </a:moveTo>
                  <a:cubicBezTo>
                    <a:pt x="16" y="2792"/>
                    <a:pt x="16" y="2845"/>
                    <a:pt x="16" y="2893"/>
                  </a:cubicBezTo>
                  <a:lnTo>
                    <a:pt x="16" y="3095"/>
                  </a:lnTo>
                  <a:lnTo>
                    <a:pt x="16" y="3366"/>
                  </a:lnTo>
                  <a:lnTo>
                    <a:pt x="16" y="3499"/>
                  </a:lnTo>
                  <a:lnTo>
                    <a:pt x="16" y="3701"/>
                  </a:lnTo>
                  <a:lnTo>
                    <a:pt x="16" y="3939"/>
                  </a:lnTo>
                  <a:cubicBezTo>
                    <a:pt x="16" y="3871"/>
                    <a:pt x="16" y="3786"/>
                    <a:pt x="36" y="3701"/>
                  </a:cubicBezTo>
                  <a:lnTo>
                    <a:pt x="36" y="3499"/>
                  </a:lnTo>
                  <a:lnTo>
                    <a:pt x="36" y="3366"/>
                  </a:lnTo>
                  <a:lnTo>
                    <a:pt x="36" y="3095"/>
                  </a:lnTo>
                  <a:lnTo>
                    <a:pt x="36" y="2893"/>
                  </a:lnTo>
                  <a:lnTo>
                    <a:pt x="36" y="2728"/>
                  </a:lnTo>
                  <a:close/>
                  <a:moveTo>
                    <a:pt x="16" y="3939"/>
                  </a:moveTo>
                  <a:cubicBezTo>
                    <a:pt x="16" y="4004"/>
                    <a:pt x="16" y="4073"/>
                    <a:pt x="0" y="4158"/>
                  </a:cubicBezTo>
                  <a:lnTo>
                    <a:pt x="0" y="4461"/>
                  </a:lnTo>
                  <a:lnTo>
                    <a:pt x="0" y="4578"/>
                  </a:lnTo>
                  <a:lnTo>
                    <a:pt x="0" y="4663"/>
                  </a:lnTo>
                  <a:cubicBezTo>
                    <a:pt x="0" y="4679"/>
                    <a:pt x="0" y="4695"/>
                    <a:pt x="16" y="4731"/>
                  </a:cubicBezTo>
                  <a:lnTo>
                    <a:pt x="16" y="4711"/>
                  </a:lnTo>
                  <a:lnTo>
                    <a:pt x="16" y="4663"/>
                  </a:lnTo>
                  <a:lnTo>
                    <a:pt x="16" y="4578"/>
                  </a:lnTo>
                  <a:lnTo>
                    <a:pt x="16" y="4461"/>
                  </a:lnTo>
                  <a:lnTo>
                    <a:pt x="16" y="4158"/>
                  </a:lnTo>
                  <a:lnTo>
                    <a:pt x="16" y="39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0"/>
            <p:cNvSpPr/>
            <p:nvPr/>
          </p:nvSpPr>
          <p:spPr>
            <a:xfrm>
              <a:off x="1653889" y="210267"/>
              <a:ext cx="286155" cy="678986"/>
            </a:xfrm>
            <a:custGeom>
              <a:rect b="b" l="l" r="r" t="t"/>
              <a:pathLst>
                <a:path extrusionOk="0" h="6836" w="2881">
                  <a:moveTo>
                    <a:pt x="2880" y="0"/>
                  </a:moveTo>
                  <a:cubicBezTo>
                    <a:pt x="2844" y="0"/>
                    <a:pt x="2812" y="16"/>
                    <a:pt x="2796" y="33"/>
                  </a:cubicBezTo>
                  <a:cubicBezTo>
                    <a:pt x="2779" y="53"/>
                    <a:pt x="2779" y="53"/>
                    <a:pt x="2779" y="69"/>
                  </a:cubicBezTo>
                  <a:cubicBezTo>
                    <a:pt x="2796" y="69"/>
                    <a:pt x="2796" y="53"/>
                    <a:pt x="2796" y="53"/>
                  </a:cubicBezTo>
                  <a:cubicBezTo>
                    <a:pt x="2828" y="33"/>
                    <a:pt x="2844" y="16"/>
                    <a:pt x="2880" y="16"/>
                  </a:cubicBezTo>
                  <a:lnTo>
                    <a:pt x="2880" y="0"/>
                  </a:lnTo>
                  <a:close/>
                  <a:moveTo>
                    <a:pt x="2779" y="69"/>
                  </a:moveTo>
                  <a:lnTo>
                    <a:pt x="2779" y="69"/>
                  </a:lnTo>
                  <a:cubicBezTo>
                    <a:pt x="2662" y="154"/>
                    <a:pt x="2561" y="234"/>
                    <a:pt x="2440" y="335"/>
                  </a:cubicBezTo>
                  <a:lnTo>
                    <a:pt x="2424" y="356"/>
                  </a:lnTo>
                  <a:cubicBezTo>
                    <a:pt x="2339" y="420"/>
                    <a:pt x="2258" y="489"/>
                    <a:pt x="2174" y="558"/>
                  </a:cubicBezTo>
                  <a:cubicBezTo>
                    <a:pt x="2073" y="638"/>
                    <a:pt x="1955" y="739"/>
                    <a:pt x="1854" y="824"/>
                  </a:cubicBezTo>
                  <a:cubicBezTo>
                    <a:pt x="1786" y="893"/>
                    <a:pt x="1701" y="941"/>
                    <a:pt x="1632" y="1010"/>
                  </a:cubicBezTo>
                  <a:cubicBezTo>
                    <a:pt x="1584" y="1063"/>
                    <a:pt x="1515" y="1095"/>
                    <a:pt x="1467" y="1143"/>
                  </a:cubicBezTo>
                  <a:cubicBezTo>
                    <a:pt x="1398" y="1212"/>
                    <a:pt x="1329" y="1265"/>
                    <a:pt x="1265" y="1313"/>
                  </a:cubicBezTo>
                  <a:cubicBezTo>
                    <a:pt x="1180" y="1382"/>
                    <a:pt x="1095" y="1446"/>
                    <a:pt x="1026" y="1515"/>
                  </a:cubicBezTo>
                  <a:cubicBezTo>
                    <a:pt x="1111" y="1467"/>
                    <a:pt x="1196" y="1398"/>
                    <a:pt x="1265" y="1329"/>
                  </a:cubicBezTo>
                  <a:cubicBezTo>
                    <a:pt x="1329" y="1281"/>
                    <a:pt x="1398" y="1212"/>
                    <a:pt x="1467" y="1164"/>
                  </a:cubicBezTo>
                  <a:cubicBezTo>
                    <a:pt x="1531" y="1111"/>
                    <a:pt x="1584" y="1063"/>
                    <a:pt x="1652" y="1010"/>
                  </a:cubicBezTo>
                  <a:cubicBezTo>
                    <a:pt x="1717" y="962"/>
                    <a:pt x="1786" y="893"/>
                    <a:pt x="1854" y="840"/>
                  </a:cubicBezTo>
                  <a:cubicBezTo>
                    <a:pt x="1972" y="739"/>
                    <a:pt x="2073" y="659"/>
                    <a:pt x="2190" y="558"/>
                  </a:cubicBezTo>
                  <a:cubicBezTo>
                    <a:pt x="2275" y="489"/>
                    <a:pt x="2359" y="420"/>
                    <a:pt x="2440" y="356"/>
                  </a:cubicBezTo>
                  <a:lnTo>
                    <a:pt x="2460" y="335"/>
                  </a:lnTo>
                  <a:cubicBezTo>
                    <a:pt x="2561" y="255"/>
                    <a:pt x="2678" y="154"/>
                    <a:pt x="2779" y="69"/>
                  </a:cubicBezTo>
                  <a:close/>
                  <a:moveTo>
                    <a:pt x="1026" y="1515"/>
                  </a:moveTo>
                  <a:lnTo>
                    <a:pt x="1026" y="1515"/>
                  </a:lnTo>
                  <a:cubicBezTo>
                    <a:pt x="1010" y="1531"/>
                    <a:pt x="994" y="1531"/>
                    <a:pt x="994" y="1547"/>
                  </a:cubicBezTo>
                  <a:cubicBezTo>
                    <a:pt x="978" y="1568"/>
                    <a:pt x="978" y="1584"/>
                    <a:pt x="962" y="1584"/>
                  </a:cubicBezTo>
                  <a:cubicBezTo>
                    <a:pt x="925" y="1584"/>
                    <a:pt x="909" y="1616"/>
                    <a:pt x="877" y="1632"/>
                  </a:cubicBezTo>
                  <a:lnTo>
                    <a:pt x="861" y="1648"/>
                  </a:lnTo>
                  <a:cubicBezTo>
                    <a:pt x="743" y="1749"/>
                    <a:pt x="622" y="1850"/>
                    <a:pt x="489" y="1951"/>
                  </a:cubicBezTo>
                  <a:lnTo>
                    <a:pt x="440" y="2004"/>
                  </a:lnTo>
                  <a:cubicBezTo>
                    <a:pt x="356" y="2073"/>
                    <a:pt x="271" y="2137"/>
                    <a:pt x="186" y="2206"/>
                  </a:cubicBezTo>
                  <a:cubicBezTo>
                    <a:pt x="186" y="2222"/>
                    <a:pt x="170" y="2222"/>
                    <a:pt x="154" y="2238"/>
                  </a:cubicBezTo>
                  <a:cubicBezTo>
                    <a:pt x="117" y="2238"/>
                    <a:pt x="117" y="2275"/>
                    <a:pt x="117" y="2291"/>
                  </a:cubicBezTo>
                  <a:lnTo>
                    <a:pt x="117" y="2339"/>
                  </a:lnTo>
                  <a:lnTo>
                    <a:pt x="117" y="2440"/>
                  </a:lnTo>
                  <a:cubicBezTo>
                    <a:pt x="101" y="2525"/>
                    <a:pt x="101" y="2626"/>
                    <a:pt x="101" y="2727"/>
                  </a:cubicBezTo>
                  <a:lnTo>
                    <a:pt x="101" y="2913"/>
                  </a:lnTo>
                  <a:lnTo>
                    <a:pt x="101" y="2961"/>
                  </a:lnTo>
                  <a:lnTo>
                    <a:pt x="101" y="3099"/>
                  </a:lnTo>
                  <a:cubicBezTo>
                    <a:pt x="101" y="3062"/>
                    <a:pt x="117" y="3014"/>
                    <a:pt x="117" y="2961"/>
                  </a:cubicBezTo>
                  <a:lnTo>
                    <a:pt x="117" y="2913"/>
                  </a:lnTo>
                  <a:lnTo>
                    <a:pt x="117" y="2727"/>
                  </a:lnTo>
                  <a:cubicBezTo>
                    <a:pt x="117" y="2626"/>
                    <a:pt x="117" y="2541"/>
                    <a:pt x="138" y="2440"/>
                  </a:cubicBezTo>
                  <a:lnTo>
                    <a:pt x="138" y="2339"/>
                  </a:lnTo>
                  <a:lnTo>
                    <a:pt x="138" y="2291"/>
                  </a:lnTo>
                  <a:cubicBezTo>
                    <a:pt x="138" y="2275"/>
                    <a:pt x="138" y="2254"/>
                    <a:pt x="170" y="2238"/>
                  </a:cubicBezTo>
                  <a:cubicBezTo>
                    <a:pt x="170" y="2238"/>
                    <a:pt x="186" y="2238"/>
                    <a:pt x="202" y="2222"/>
                  </a:cubicBezTo>
                  <a:cubicBezTo>
                    <a:pt x="271" y="2153"/>
                    <a:pt x="356" y="2089"/>
                    <a:pt x="457" y="2004"/>
                  </a:cubicBezTo>
                  <a:lnTo>
                    <a:pt x="505" y="1972"/>
                  </a:lnTo>
                  <a:cubicBezTo>
                    <a:pt x="622" y="1871"/>
                    <a:pt x="743" y="1770"/>
                    <a:pt x="861" y="1669"/>
                  </a:cubicBezTo>
                  <a:cubicBezTo>
                    <a:pt x="877" y="1648"/>
                    <a:pt x="877" y="1648"/>
                    <a:pt x="893" y="1632"/>
                  </a:cubicBezTo>
                  <a:cubicBezTo>
                    <a:pt x="909" y="1616"/>
                    <a:pt x="925" y="1600"/>
                    <a:pt x="962" y="1600"/>
                  </a:cubicBezTo>
                  <a:cubicBezTo>
                    <a:pt x="994" y="1600"/>
                    <a:pt x="994" y="1568"/>
                    <a:pt x="1010" y="1568"/>
                  </a:cubicBezTo>
                  <a:cubicBezTo>
                    <a:pt x="1010" y="1547"/>
                    <a:pt x="1026" y="1531"/>
                    <a:pt x="1026" y="1515"/>
                  </a:cubicBezTo>
                  <a:close/>
                  <a:moveTo>
                    <a:pt x="101" y="3099"/>
                  </a:moveTo>
                  <a:lnTo>
                    <a:pt x="85" y="3200"/>
                  </a:lnTo>
                  <a:lnTo>
                    <a:pt x="85" y="3620"/>
                  </a:lnTo>
                  <a:lnTo>
                    <a:pt x="85" y="3789"/>
                  </a:lnTo>
                  <a:cubicBezTo>
                    <a:pt x="85" y="3737"/>
                    <a:pt x="85" y="3668"/>
                    <a:pt x="101" y="3620"/>
                  </a:cubicBezTo>
                  <a:lnTo>
                    <a:pt x="101" y="3200"/>
                  </a:lnTo>
                  <a:lnTo>
                    <a:pt x="101" y="3099"/>
                  </a:lnTo>
                  <a:close/>
                  <a:moveTo>
                    <a:pt x="85" y="3789"/>
                  </a:moveTo>
                  <a:cubicBezTo>
                    <a:pt x="85" y="3822"/>
                    <a:pt x="69" y="3854"/>
                    <a:pt x="69" y="3890"/>
                  </a:cubicBezTo>
                  <a:lnTo>
                    <a:pt x="69" y="4210"/>
                  </a:lnTo>
                  <a:lnTo>
                    <a:pt x="69" y="4375"/>
                  </a:lnTo>
                  <a:cubicBezTo>
                    <a:pt x="53" y="4460"/>
                    <a:pt x="53" y="4545"/>
                    <a:pt x="53" y="4613"/>
                  </a:cubicBezTo>
                  <a:lnTo>
                    <a:pt x="53" y="4848"/>
                  </a:lnTo>
                  <a:lnTo>
                    <a:pt x="37" y="5066"/>
                  </a:lnTo>
                  <a:lnTo>
                    <a:pt x="37" y="5268"/>
                  </a:lnTo>
                  <a:lnTo>
                    <a:pt x="37" y="5405"/>
                  </a:lnTo>
                  <a:cubicBezTo>
                    <a:pt x="37" y="5522"/>
                    <a:pt x="16" y="5640"/>
                    <a:pt x="16" y="5757"/>
                  </a:cubicBezTo>
                  <a:lnTo>
                    <a:pt x="16" y="6092"/>
                  </a:lnTo>
                  <a:cubicBezTo>
                    <a:pt x="0" y="6229"/>
                    <a:pt x="0" y="6379"/>
                    <a:pt x="0" y="6496"/>
                  </a:cubicBezTo>
                  <a:lnTo>
                    <a:pt x="0" y="6581"/>
                  </a:lnTo>
                  <a:lnTo>
                    <a:pt x="0" y="6783"/>
                  </a:lnTo>
                  <a:cubicBezTo>
                    <a:pt x="16" y="6718"/>
                    <a:pt x="16" y="6649"/>
                    <a:pt x="16" y="6581"/>
                  </a:cubicBezTo>
                  <a:lnTo>
                    <a:pt x="16" y="6496"/>
                  </a:lnTo>
                  <a:cubicBezTo>
                    <a:pt x="16" y="6379"/>
                    <a:pt x="16" y="6229"/>
                    <a:pt x="37" y="6092"/>
                  </a:cubicBezTo>
                  <a:lnTo>
                    <a:pt x="37" y="5757"/>
                  </a:lnTo>
                  <a:cubicBezTo>
                    <a:pt x="37" y="5640"/>
                    <a:pt x="37" y="5522"/>
                    <a:pt x="53" y="5405"/>
                  </a:cubicBezTo>
                  <a:lnTo>
                    <a:pt x="53" y="5268"/>
                  </a:lnTo>
                  <a:lnTo>
                    <a:pt x="53" y="5066"/>
                  </a:lnTo>
                  <a:lnTo>
                    <a:pt x="69" y="4848"/>
                  </a:lnTo>
                  <a:lnTo>
                    <a:pt x="69" y="4613"/>
                  </a:lnTo>
                  <a:lnTo>
                    <a:pt x="69" y="4395"/>
                  </a:lnTo>
                  <a:cubicBezTo>
                    <a:pt x="69" y="4327"/>
                    <a:pt x="69" y="4274"/>
                    <a:pt x="85" y="4210"/>
                  </a:cubicBezTo>
                  <a:lnTo>
                    <a:pt x="85" y="3890"/>
                  </a:lnTo>
                  <a:lnTo>
                    <a:pt x="85" y="3789"/>
                  </a:lnTo>
                  <a:close/>
                  <a:moveTo>
                    <a:pt x="0" y="6783"/>
                  </a:moveTo>
                  <a:lnTo>
                    <a:pt x="0" y="6819"/>
                  </a:lnTo>
                  <a:lnTo>
                    <a:pt x="16" y="6835"/>
                  </a:lnTo>
                  <a:lnTo>
                    <a:pt x="16" y="6819"/>
                  </a:lnTo>
                  <a:cubicBezTo>
                    <a:pt x="16" y="6799"/>
                    <a:pt x="0" y="6799"/>
                    <a:pt x="0" y="67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0"/>
            <p:cNvSpPr/>
            <p:nvPr/>
          </p:nvSpPr>
          <p:spPr>
            <a:xfrm>
              <a:off x="2247256" y="330649"/>
              <a:ext cx="32281" cy="484805"/>
            </a:xfrm>
            <a:custGeom>
              <a:rect b="b" l="l" r="r" t="t"/>
              <a:pathLst>
                <a:path extrusionOk="0" h="4881" w="325">
                  <a:moveTo>
                    <a:pt x="1" y="0"/>
                  </a:moveTo>
                  <a:cubicBezTo>
                    <a:pt x="21" y="32"/>
                    <a:pt x="21" y="53"/>
                    <a:pt x="21" y="85"/>
                  </a:cubicBezTo>
                  <a:lnTo>
                    <a:pt x="21" y="234"/>
                  </a:lnTo>
                  <a:lnTo>
                    <a:pt x="37" y="255"/>
                  </a:lnTo>
                  <a:lnTo>
                    <a:pt x="37" y="234"/>
                  </a:lnTo>
                  <a:lnTo>
                    <a:pt x="37" y="85"/>
                  </a:lnTo>
                  <a:cubicBezTo>
                    <a:pt x="37" y="53"/>
                    <a:pt x="37" y="32"/>
                    <a:pt x="21" y="0"/>
                  </a:cubicBezTo>
                  <a:close/>
                  <a:moveTo>
                    <a:pt x="37" y="255"/>
                  </a:moveTo>
                  <a:lnTo>
                    <a:pt x="37" y="404"/>
                  </a:lnTo>
                  <a:cubicBezTo>
                    <a:pt x="37" y="473"/>
                    <a:pt x="53" y="521"/>
                    <a:pt x="53" y="574"/>
                  </a:cubicBezTo>
                  <a:cubicBezTo>
                    <a:pt x="53" y="659"/>
                    <a:pt x="53" y="723"/>
                    <a:pt x="70" y="792"/>
                  </a:cubicBezTo>
                  <a:lnTo>
                    <a:pt x="70" y="574"/>
                  </a:lnTo>
                  <a:cubicBezTo>
                    <a:pt x="53" y="521"/>
                    <a:pt x="53" y="473"/>
                    <a:pt x="53" y="404"/>
                  </a:cubicBezTo>
                  <a:cubicBezTo>
                    <a:pt x="53" y="356"/>
                    <a:pt x="53" y="303"/>
                    <a:pt x="37" y="255"/>
                  </a:cubicBezTo>
                  <a:close/>
                  <a:moveTo>
                    <a:pt x="70" y="792"/>
                  </a:moveTo>
                  <a:lnTo>
                    <a:pt x="70" y="962"/>
                  </a:lnTo>
                  <a:cubicBezTo>
                    <a:pt x="70" y="1010"/>
                    <a:pt x="86" y="1063"/>
                    <a:pt x="86" y="1095"/>
                  </a:cubicBezTo>
                  <a:lnTo>
                    <a:pt x="86" y="1212"/>
                  </a:lnTo>
                  <a:cubicBezTo>
                    <a:pt x="86" y="1265"/>
                    <a:pt x="102" y="1313"/>
                    <a:pt x="102" y="1366"/>
                  </a:cubicBezTo>
                  <a:lnTo>
                    <a:pt x="102" y="1212"/>
                  </a:lnTo>
                  <a:lnTo>
                    <a:pt x="102" y="1095"/>
                  </a:lnTo>
                  <a:cubicBezTo>
                    <a:pt x="86" y="1063"/>
                    <a:pt x="86" y="1010"/>
                    <a:pt x="86" y="962"/>
                  </a:cubicBezTo>
                  <a:cubicBezTo>
                    <a:pt x="86" y="909"/>
                    <a:pt x="86" y="840"/>
                    <a:pt x="70" y="792"/>
                  </a:cubicBezTo>
                  <a:close/>
                  <a:moveTo>
                    <a:pt x="102" y="1366"/>
                  </a:moveTo>
                  <a:lnTo>
                    <a:pt x="102" y="1499"/>
                  </a:lnTo>
                  <a:cubicBezTo>
                    <a:pt x="102" y="1531"/>
                    <a:pt x="102" y="1567"/>
                    <a:pt x="122" y="1600"/>
                  </a:cubicBezTo>
                  <a:lnTo>
                    <a:pt x="122" y="1499"/>
                  </a:lnTo>
                  <a:cubicBezTo>
                    <a:pt x="122" y="1446"/>
                    <a:pt x="122" y="1398"/>
                    <a:pt x="102" y="1366"/>
                  </a:cubicBezTo>
                  <a:close/>
                  <a:moveTo>
                    <a:pt x="122" y="1600"/>
                  </a:moveTo>
                  <a:lnTo>
                    <a:pt x="122" y="1733"/>
                  </a:lnTo>
                  <a:lnTo>
                    <a:pt x="122" y="1850"/>
                  </a:lnTo>
                  <a:cubicBezTo>
                    <a:pt x="138" y="1919"/>
                    <a:pt x="138" y="1971"/>
                    <a:pt x="138" y="2020"/>
                  </a:cubicBezTo>
                  <a:lnTo>
                    <a:pt x="138" y="2105"/>
                  </a:lnTo>
                  <a:cubicBezTo>
                    <a:pt x="138" y="2121"/>
                    <a:pt x="138" y="2137"/>
                    <a:pt x="154" y="2173"/>
                  </a:cubicBezTo>
                  <a:lnTo>
                    <a:pt x="154" y="2105"/>
                  </a:lnTo>
                  <a:lnTo>
                    <a:pt x="154" y="2020"/>
                  </a:lnTo>
                  <a:cubicBezTo>
                    <a:pt x="154" y="1971"/>
                    <a:pt x="138" y="1919"/>
                    <a:pt x="138" y="1850"/>
                  </a:cubicBezTo>
                  <a:lnTo>
                    <a:pt x="138" y="1733"/>
                  </a:lnTo>
                  <a:cubicBezTo>
                    <a:pt x="138" y="1701"/>
                    <a:pt x="122" y="1648"/>
                    <a:pt x="122" y="1600"/>
                  </a:cubicBezTo>
                  <a:close/>
                  <a:moveTo>
                    <a:pt x="154" y="2173"/>
                  </a:moveTo>
                  <a:lnTo>
                    <a:pt x="154" y="2323"/>
                  </a:lnTo>
                  <a:cubicBezTo>
                    <a:pt x="154" y="2375"/>
                    <a:pt x="154" y="2408"/>
                    <a:pt x="171" y="2456"/>
                  </a:cubicBezTo>
                  <a:lnTo>
                    <a:pt x="171" y="2323"/>
                  </a:lnTo>
                  <a:cubicBezTo>
                    <a:pt x="171" y="2274"/>
                    <a:pt x="171" y="2222"/>
                    <a:pt x="154" y="2173"/>
                  </a:cubicBezTo>
                  <a:close/>
                  <a:moveTo>
                    <a:pt x="171" y="2476"/>
                  </a:moveTo>
                  <a:lnTo>
                    <a:pt x="171" y="2610"/>
                  </a:lnTo>
                  <a:cubicBezTo>
                    <a:pt x="171" y="2678"/>
                    <a:pt x="187" y="2743"/>
                    <a:pt x="187" y="2812"/>
                  </a:cubicBezTo>
                  <a:lnTo>
                    <a:pt x="187" y="2880"/>
                  </a:lnTo>
                  <a:lnTo>
                    <a:pt x="187" y="2945"/>
                  </a:lnTo>
                  <a:cubicBezTo>
                    <a:pt x="203" y="3014"/>
                    <a:pt x="203" y="3082"/>
                    <a:pt x="203" y="3147"/>
                  </a:cubicBezTo>
                  <a:lnTo>
                    <a:pt x="203" y="3163"/>
                  </a:lnTo>
                  <a:cubicBezTo>
                    <a:pt x="223" y="3264"/>
                    <a:pt x="223" y="3385"/>
                    <a:pt x="223" y="3486"/>
                  </a:cubicBezTo>
                  <a:cubicBezTo>
                    <a:pt x="223" y="3502"/>
                    <a:pt x="239" y="3535"/>
                    <a:pt x="239" y="3551"/>
                  </a:cubicBezTo>
                  <a:lnTo>
                    <a:pt x="239" y="3486"/>
                  </a:lnTo>
                  <a:cubicBezTo>
                    <a:pt x="239" y="3385"/>
                    <a:pt x="223" y="3264"/>
                    <a:pt x="223" y="3163"/>
                  </a:cubicBezTo>
                  <a:lnTo>
                    <a:pt x="223" y="3147"/>
                  </a:lnTo>
                  <a:cubicBezTo>
                    <a:pt x="223" y="3082"/>
                    <a:pt x="203" y="3014"/>
                    <a:pt x="203" y="2945"/>
                  </a:cubicBezTo>
                  <a:lnTo>
                    <a:pt x="203" y="2860"/>
                  </a:lnTo>
                  <a:lnTo>
                    <a:pt x="203" y="2812"/>
                  </a:lnTo>
                  <a:cubicBezTo>
                    <a:pt x="187" y="2743"/>
                    <a:pt x="187" y="2678"/>
                    <a:pt x="187" y="2610"/>
                  </a:cubicBezTo>
                  <a:cubicBezTo>
                    <a:pt x="187" y="2557"/>
                    <a:pt x="187" y="2509"/>
                    <a:pt x="171" y="2476"/>
                  </a:cubicBezTo>
                  <a:close/>
                  <a:moveTo>
                    <a:pt x="239" y="3551"/>
                  </a:moveTo>
                  <a:lnTo>
                    <a:pt x="239" y="3620"/>
                  </a:lnTo>
                  <a:lnTo>
                    <a:pt x="239" y="3753"/>
                  </a:lnTo>
                  <a:cubicBezTo>
                    <a:pt x="239" y="3805"/>
                    <a:pt x="255" y="3854"/>
                    <a:pt x="255" y="3923"/>
                  </a:cubicBezTo>
                  <a:lnTo>
                    <a:pt x="255" y="4056"/>
                  </a:lnTo>
                  <a:cubicBezTo>
                    <a:pt x="255" y="4092"/>
                    <a:pt x="272" y="4141"/>
                    <a:pt x="272" y="4173"/>
                  </a:cubicBezTo>
                  <a:lnTo>
                    <a:pt x="272" y="4056"/>
                  </a:lnTo>
                  <a:lnTo>
                    <a:pt x="272" y="3923"/>
                  </a:lnTo>
                  <a:cubicBezTo>
                    <a:pt x="255" y="3854"/>
                    <a:pt x="255" y="3805"/>
                    <a:pt x="255" y="3753"/>
                  </a:cubicBezTo>
                  <a:lnTo>
                    <a:pt x="255" y="3620"/>
                  </a:lnTo>
                  <a:cubicBezTo>
                    <a:pt x="239" y="3587"/>
                    <a:pt x="239" y="3567"/>
                    <a:pt x="239" y="3551"/>
                  </a:cubicBezTo>
                  <a:close/>
                  <a:moveTo>
                    <a:pt x="272" y="4173"/>
                  </a:moveTo>
                  <a:lnTo>
                    <a:pt x="272" y="4395"/>
                  </a:lnTo>
                  <a:lnTo>
                    <a:pt x="288" y="4428"/>
                  </a:lnTo>
                  <a:lnTo>
                    <a:pt x="288" y="4395"/>
                  </a:lnTo>
                  <a:cubicBezTo>
                    <a:pt x="288" y="4310"/>
                    <a:pt x="288" y="4242"/>
                    <a:pt x="272" y="4173"/>
                  </a:cubicBezTo>
                  <a:close/>
                  <a:moveTo>
                    <a:pt x="288" y="4428"/>
                  </a:moveTo>
                  <a:lnTo>
                    <a:pt x="288" y="4512"/>
                  </a:lnTo>
                  <a:lnTo>
                    <a:pt x="288" y="4561"/>
                  </a:lnTo>
                  <a:lnTo>
                    <a:pt x="288" y="4630"/>
                  </a:lnTo>
                  <a:cubicBezTo>
                    <a:pt x="304" y="4678"/>
                    <a:pt x="304" y="4747"/>
                    <a:pt x="304" y="4815"/>
                  </a:cubicBezTo>
                  <a:lnTo>
                    <a:pt x="304" y="4848"/>
                  </a:lnTo>
                  <a:lnTo>
                    <a:pt x="304" y="4864"/>
                  </a:lnTo>
                  <a:lnTo>
                    <a:pt x="304" y="4880"/>
                  </a:lnTo>
                  <a:lnTo>
                    <a:pt x="324" y="4864"/>
                  </a:lnTo>
                  <a:lnTo>
                    <a:pt x="324" y="4848"/>
                  </a:lnTo>
                  <a:lnTo>
                    <a:pt x="324" y="4815"/>
                  </a:lnTo>
                  <a:cubicBezTo>
                    <a:pt x="324" y="4747"/>
                    <a:pt x="304" y="4678"/>
                    <a:pt x="304" y="4630"/>
                  </a:cubicBezTo>
                  <a:lnTo>
                    <a:pt x="304" y="4561"/>
                  </a:lnTo>
                  <a:lnTo>
                    <a:pt x="304" y="4512"/>
                  </a:lnTo>
                  <a:cubicBezTo>
                    <a:pt x="304" y="4476"/>
                    <a:pt x="288" y="4460"/>
                    <a:pt x="288" y="4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0"/>
            <p:cNvSpPr/>
            <p:nvPr/>
          </p:nvSpPr>
          <p:spPr>
            <a:xfrm>
              <a:off x="2239310" y="337403"/>
              <a:ext cx="247220" cy="534964"/>
            </a:xfrm>
            <a:custGeom>
              <a:rect b="b" l="l" r="r" t="t"/>
              <a:pathLst>
                <a:path extrusionOk="0" h="5386" w="2489">
                  <a:moveTo>
                    <a:pt x="1260" y="368"/>
                  </a:moveTo>
                  <a:lnTo>
                    <a:pt x="1260" y="389"/>
                  </a:lnTo>
                  <a:lnTo>
                    <a:pt x="1260" y="469"/>
                  </a:lnTo>
                  <a:cubicBezTo>
                    <a:pt x="1260" y="506"/>
                    <a:pt x="1293" y="522"/>
                    <a:pt x="1313" y="522"/>
                  </a:cubicBezTo>
                  <a:lnTo>
                    <a:pt x="1345" y="522"/>
                  </a:lnTo>
                  <a:cubicBezTo>
                    <a:pt x="1414" y="554"/>
                    <a:pt x="1495" y="591"/>
                    <a:pt x="1580" y="623"/>
                  </a:cubicBezTo>
                  <a:cubicBezTo>
                    <a:pt x="1596" y="623"/>
                    <a:pt x="1632" y="639"/>
                    <a:pt x="1648" y="639"/>
                  </a:cubicBezTo>
                  <a:cubicBezTo>
                    <a:pt x="1632" y="623"/>
                    <a:pt x="1596" y="623"/>
                    <a:pt x="1580" y="607"/>
                  </a:cubicBezTo>
                  <a:cubicBezTo>
                    <a:pt x="1495" y="570"/>
                    <a:pt x="1414" y="538"/>
                    <a:pt x="1345" y="506"/>
                  </a:cubicBezTo>
                  <a:lnTo>
                    <a:pt x="1313" y="506"/>
                  </a:lnTo>
                  <a:cubicBezTo>
                    <a:pt x="1293" y="506"/>
                    <a:pt x="1277" y="506"/>
                    <a:pt x="1277" y="469"/>
                  </a:cubicBezTo>
                  <a:lnTo>
                    <a:pt x="1277" y="389"/>
                  </a:lnTo>
                  <a:lnTo>
                    <a:pt x="1277" y="368"/>
                  </a:lnTo>
                  <a:close/>
                  <a:moveTo>
                    <a:pt x="0" y="1"/>
                  </a:moveTo>
                  <a:cubicBezTo>
                    <a:pt x="16" y="1"/>
                    <a:pt x="16" y="17"/>
                    <a:pt x="16" y="33"/>
                  </a:cubicBezTo>
                  <a:cubicBezTo>
                    <a:pt x="32" y="102"/>
                    <a:pt x="32" y="150"/>
                    <a:pt x="32" y="203"/>
                  </a:cubicBezTo>
                  <a:lnTo>
                    <a:pt x="32" y="368"/>
                  </a:lnTo>
                  <a:cubicBezTo>
                    <a:pt x="49" y="421"/>
                    <a:pt x="49" y="453"/>
                    <a:pt x="49" y="506"/>
                  </a:cubicBezTo>
                  <a:cubicBezTo>
                    <a:pt x="49" y="570"/>
                    <a:pt x="65" y="655"/>
                    <a:pt x="65" y="740"/>
                  </a:cubicBezTo>
                  <a:lnTo>
                    <a:pt x="65" y="756"/>
                  </a:lnTo>
                  <a:lnTo>
                    <a:pt x="65" y="841"/>
                  </a:lnTo>
                  <a:lnTo>
                    <a:pt x="65" y="873"/>
                  </a:lnTo>
                  <a:lnTo>
                    <a:pt x="81" y="894"/>
                  </a:lnTo>
                  <a:lnTo>
                    <a:pt x="81" y="857"/>
                  </a:lnTo>
                  <a:lnTo>
                    <a:pt x="81" y="841"/>
                  </a:lnTo>
                  <a:lnTo>
                    <a:pt x="81" y="756"/>
                  </a:lnTo>
                  <a:lnTo>
                    <a:pt x="81" y="724"/>
                  </a:lnTo>
                  <a:cubicBezTo>
                    <a:pt x="65" y="655"/>
                    <a:pt x="65" y="570"/>
                    <a:pt x="65" y="506"/>
                  </a:cubicBezTo>
                  <a:cubicBezTo>
                    <a:pt x="65" y="453"/>
                    <a:pt x="49" y="421"/>
                    <a:pt x="49" y="368"/>
                  </a:cubicBezTo>
                  <a:lnTo>
                    <a:pt x="49" y="203"/>
                  </a:lnTo>
                  <a:cubicBezTo>
                    <a:pt x="32" y="150"/>
                    <a:pt x="32" y="102"/>
                    <a:pt x="32" y="33"/>
                  </a:cubicBezTo>
                  <a:cubicBezTo>
                    <a:pt x="32" y="17"/>
                    <a:pt x="32" y="1"/>
                    <a:pt x="0" y="1"/>
                  </a:cubicBezTo>
                  <a:close/>
                  <a:moveTo>
                    <a:pt x="81" y="894"/>
                  </a:moveTo>
                  <a:cubicBezTo>
                    <a:pt x="81" y="1011"/>
                    <a:pt x="81" y="1128"/>
                    <a:pt x="101" y="1277"/>
                  </a:cubicBezTo>
                  <a:cubicBezTo>
                    <a:pt x="101" y="1330"/>
                    <a:pt x="101" y="1378"/>
                    <a:pt x="117" y="1431"/>
                  </a:cubicBezTo>
                  <a:lnTo>
                    <a:pt x="117" y="1277"/>
                  </a:lnTo>
                  <a:cubicBezTo>
                    <a:pt x="101" y="1128"/>
                    <a:pt x="101" y="1011"/>
                    <a:pt x="81" y="894"/>
                  </a:cubicBezTo>
                  <a:close/>
                  <a:moveTo>
                    <a:pt x="1648" y="639"/>
                  </a:moveTo>
                  <a:cubicBezTo>
                    <a:pt x="1765" y="692"/>
                    <a:pt x="1883" y="740"/>
                    <a:pt x="2000" y="793"/>
                  </a:cubicBezTo>
                  <a:cubicBezTo>
                    <a:pt x="2020" y="793"/>
                    <a:pt x="2036" y="809"/>
                    <a:pt x="2036" y="825"/>
                  </a:cubicBezTo>
                  <a:lnTo>
                    <a:pt x="2036" y="974"/>
                  </a:lnTo>
                  <a:cubicBezTo>
                    <a:pt x="2052" y="995"/>
                    <a:pt x="2052" y="1011"/>
                    <a:pt x="2052" y="1027"/>
                  </a:cubicBezTo>
                  <a:lnTo>
                    <a:pt x="2052" y="1112"/>
                  </a:lnTo>
                  <a:cubicBezTo>
                    <a:pt x="2052" y="1160"/>
                    <a:pt x="2068" y="1213"/>
                    <a:pt x="2068" y="1261"/>
                  </a:cubicBezTo>
                  <a:lnTo>
                    <a:pt x="2068" y="1330"/>
                  </a:lnTo>
                  <a:cubicBezTo>
                    <a:pt x="2085" y="1362"/>
                    <a:pt x="2085" y="1398"/>
                    <a:pt x="2085" y="1415"/>
                  </a:cubicBezTo>
                  <a:lnTo>
                    <a:pt x="2085" y="1447"/>
                  </a:lnTo>
                  <a:lnTo>
                    <a:pt x="2085" y="1479"/>
                  </a:lnTo>
                  <a:cubicBezTo>
                    <a:pt x="2101" y="1516"/>
                    <a:pt x="2101" y="1532"/>
                    <a:pt x="2101" y="1564"/>
                  </a:cubicBezTo>
                  <a:lnTo>
                    <a:pt x="2101" y="1617"/>
                  </a:lnTo>
                  <a:cubicBezTo>
                    <a:pt x="2101" y="1633"/>
                    <a:pt x="2121" y="1665"/>
                    <a:pt x="2121" y="1701"/>
                  </a:cubicBezTo>
                  <a:lnTo>
                    <a:pt x="2121" y="1600"/>
                  </a:lnTo>
                  <a:lnTo>
                    <a:pt x="2121" y="1564"/>
                  </a:lnTo>
                  <a:cubicBezTo>
                    <a:pt x="2121" y="1532"/>
                    <a:pt x="2121" y="1499"/>
                    <a:pt x="2101" y="1479"/>
                  </a:cubicBezTo>
                  <a:cubicBezTo>
                    <a:pt x="2085" y="1463"/>
                    <a:pt x="2101" y="1463"/>
                    <a:pt x="2101" y="1447"/>
                  </a:cubicBezTo>
                  <a:lnTo>
                    <a:pt x="2101" y="1415"/>
                  </a:lnTo>
                  <a:cubicBezTo>
                    <a:pt x="2085" y="1378"/>
                    <a:pt x="2085" y="1362"/>
                    <a:pt x="2085" y="1330"/>
                  </a:cubicBezTo>
                  <a:lnTo>
                    <a:pt x="2085" y="1261"/>
                  </a:lnTo>
                  <a:cubicBezTo>
                    <a:pt x="2085" y="1213"/>
                    <a:pt x="2068" y="1160"/>
                    <a:pt x="2068" y="1112"/>
                  </a:cubicBezTo>
                  <a:lnTo>
                    <a:pt x="2068" y="1027"/>
                  </a:lnTo>
                  <a:cubicBezTo>
                    <a:pt x="2052" y="1011"/>
                    <a:pt x="2052" y="995"/>
                    <a:pt x="2052" y="974"/>
                  </a:cubicBezTo>
                  <a:lnTo>
                    <a:pt x="2052" y="825"/>
                  </a:lnTo>
                  <a:cubicBezTo>
                    <a:pt x="2036" y="809"/>
                    <a:pt x="2036" y="772"/>
                    <a:pt x="2000" y="772"/>
                  </a:cubicBezTo>
                  <a:cubicBezTo>
                    <a:pt x="1883" y="724"/>
                    <a:pt x="1765" y="671"/>
                    <a:pt x="1648" y="639"/>
                  </a:cubicBezTo>
                  <a:close/>
                  <a:moveTo>
                    <a:pt x="2121" y="1701"/>
                  </a:moveTo>
                  <a:lnTo>
                    <a:pt x="2121" y="1766"/>
                  </a:lnTo>
                  <a:cubicBezTo>
                    <a:pt x="2121" y="1802"/>
                    <a:pt x="2121" y="1835"/>
                    <a:pt x="2137" y="1883"/>
                  </a:cubicBezTo>
                  <a:lnTo>
                    <a:pt x="2137" y="1766"/>
                  </a:lnTo>
                  <a:cubicBezTo>
                    <a:pt x="2137" y="1734"/>
                    <a:pt x="2121" y="1718"/>
                    <a:pt x="2121" y="1701"/>
                  </a:cubicBezTo>
                  <a:close/>
                  <a:moveTo>
                    <a:pt x="117" y="1431"/>
                  </a:moveTo>
                  <a:lnTo>
                    <a:pt x="117" y="1600"/>
                  </a:lnTo>
                  <a:cubicBezTo>
                    <a:pt x="117" y="1665"/>
                    <a:pt x="133" y="1734"/>
                    <a:pt x="133" y="1802"/>
                  </a:cubicBezTo>
                  <a:lnTo>
                    <a:pt x="133" y="1968"/>
                  </a:lnTo>
                  <a:cubicBezTo>
                    <a:pt x="150" y="2004"/>
                    <a:pt x="150" y="2053"/>
                    <a:pt x="150" y="2105"/>
                  </a:cubicBezTo>
                  <a:cubicBezTo>
                    <a:pt x="150" y="2154"/>
                    <a:pt x="150" y="2223"/>
                    <a:pt x="166" y="2287"/>
                  </a:cubicBezTo>
                  <a:lnTo>
                    <a:pt x="166" y="2105"/>
                  </a:lnTo>
                  <a:cubicBezTo>
                    <a:pt x="166" y="2053"/>
                    <a:pt x="150" y="2004"/>
                    <a:pt x="150" y="1968"/>
                  </a:cubicBezTo>
                  <a:lnTo>
                    <a:pt x="150" y="1802"/>
                  </a:lnTo>
                  <a:cubicBezTo>
                    <a:pt x="133" y="1734"/>
                    <a:pt x="133" y="1665"/>
                    <a:pt x="133" y="1600"/>
                  </a:cubicBezTo>
                  <a:cubicBezTo>
                    <a:pt x="133" y="1548"/>
                    <a:pt x="133" y="1479"/>
                    <a:pt x="117" y="1431"/>
                  </a:cubicBezTo>
                  <a:close/>
                  <a:moveTo>
                    <a:pt x="2137" y="1883"/>
                  </a:moveTo>
                  <a:lnTo>
                    <a:pt x="2137" y="1968"/>
                  </a:lnTo>
                  <a:cubicBezTo>
                    <a:pt x="2153" y="2037"/>
                    <a:pt x="2153" y="2105"/>
                    <a:pt x="2153" y="2154"/>
                  </a:cubicBezTo>
                  <a:cubicBezTo>
                    <a:pt x="2169" y="2206"/>
                    <a:pt x="2169" y="2255"/>
                    <a:pt x="2169" y="2307"/>
                  </a:cubicBezTo>
                  <a:lnTo>
                    <a:pt x="2169" y="2356"/>
                  </a:lnTo>
                  <a:cubicBezTo>
                    <a:pt x="2186" y="2388"/>
                    <a:pt x="2186" y="2425"/>
                    <a:pt x="2186" y="2457"/>
                  </a:cubicBezTo>
                  <a:cubicBezTo>
                    <a:pt x="2186" y="2509"/>
                    <a:pt x="2186" y="2542"/>
                    <a:pt x="2202" y="2574"/>
                  </a:cubicBezTo>
                  <a:lnTo>
                    <a:pt x="2202" y="2457"/>
                  </a:lnTo>
                  <a:cubicBezTo>
                    <a:pt x="2202" y="2425"/>
                    <a:pt x="2186" y="2388"/>
                    <a:pt x="2186" y="2356"/>
                  </a:cubicBezTo>
                  <a:lnTo>
                    <a:pt x="2186" y="2307"/>
                  </a:lnTo>
                  <a:cubicBezTo>
                    <a:pt x="2186" y="2255"/>
                    <a:pt x="2169" y="2206"/>
                    <a:pt x="2169" y="2154"/>
                  </a:cubicBezTo>
                  <a:cubicBezTo>
                    <a:pt x="2169" y="2085"/>
                    <a:pt x="2153" y="2037"/>
                    <a:pt x="2153" y="1968"/>
                  </a:cubicBezTo>
                  <a:cubicBezTo>
                    <a:pt x="2153" y="1936"/>
                    <a:pt x="2153" y="1920"/>
                    <a:pt x="2137" y="1883"/>
                  </a:cubicBezTo>
                  <a:close/>
                  <a:moveTo>
                    <a:pt x="2202" y="2574"/>
                  </a:moveTo>
                  <a:lnTo>
                    <a:pt x="2202" y="2643"/>
                  </a:lnTo>
                  <a:lnTo>
                    <a:pt x="2202" y="2691"/>
                  </a:lnTo>
                  <a:cubicBezTo>
                    <a:pt x="2222" y="2760"/>
                    <a:pt x="2222" y="2812"/>
                    <a:pt x="2222" y="2877"/>
                  </a:cubicBezTo>
                  <a:cubicBezTo>
                    <a:pt x="2238" y="2893"/>
                    <a:pt x="2238" y="2930"/>
                    <a:pt x="2238" y="2946"/>
                  </a:cubicBezTo>
                  <a:cubicBezTo>
                    <a:pt x="2238" y="2978"/>
                    <a:pt x="2238" y="3014"/>
                    <a:pt x="2254" y="3063"/>
                  </a:cubicBezTo>
                  <a:lnTo>
                    <a:pt x="2254" y="3047"/>
                  </a:lnTo>
                  <a:lnTo>
                    <a:pt x="2254" y="2946"/>
                  </a:lnTo>
                  <a:cubicBezTo>
                    <a:pt x="2238" y="2930"/>
                    <a:pt x="2238" y="2893"/>
                    <a:pt x="2238" y="2877"/>
                  </a:cubicBezTo>
                  <a:cubicBezTo>
                    <a:pt x="2238" y="2812"/>
                    <a:pt x="2222" y="2760"/>
                    <a:pt x="2222" y="2691"/>
                  </a:cubicBezTo>
                  <a:lnTo>
                    <a:pt x="2222" y="2627"/>
                  </a:lnTo>
                  <a:cubicBezTo>
                    <a:pt x="2222" y="2610"/>
                    <a:pt x="2222" y="2590"/>
                    <a:pt x="2202" y="2574"/>
                  </a:cubicBezTo>
                  <a:close/>
                  <a:moveTo>
                    <a:pt x="166" y="2287"/>
                  </a:moveTo>
                  <a:lnTo>
                    <a:pt x="166" y="2457"/>
                  </a:lnTo>
                  <a:cubicBezTo>
                    <a:pt x="166" y="2489"/>
                    <a:pt x="182" y="2542"/>
                    <a:pt x="182" y="2590"/>
                  </a:cubicBezTo>
                  <a:cubicBezTo>
                    <a:pt x="182" y="2691"/>
                    <a:pt x="182" y="2792"/>
                    <a:pt x="202" y="2893"/>
                  </a:cubicBezTo>
                  <a:lnTo>
                    <a:pt x="202" y="2962"/>
                  </a:lnTo>
                  <a:cubicBezTo>
                    <a:pt x="202" y="3014"/>
                    <a:pt x="202" y="3047"/>
                    <a:pt x="218" y="3095"/>
                  </a:cubicBezTo>
                  <a:lnTo>
                    <a:pt x="218" y="2962"/>
                  </a:lnTo>
                  <a:lnTo>
                    <a:pt x="218" y="2893"/>
                  </a:lnTo>
                  <a:cubicBezTo>
                    <a:pt x="202" y="2792"/>
                    <a:pt x="202" y="2675"/>
                    <a:pt x="202" y="2590"/>
                  </a:cubicBezTo>
                  <a:cubicBezTo>
                    <a:pt x="182" y="2542"/>
                    <a:pt x="182" y="2489"/>
                    <a:pt x="182" y="2457"/>
                  </a:cubicBezTo>
                  <a:cubicBezTo>
                    <a:pt x="182" y="2388"/>
                    <a:pt x="182" y="2340"/>
                    <a:pt x="166" y="2287"/>
                  </a:cubicBezTo>
                  <a:close/>
                  <a:moveTo>
                    <a:pt x="218" y="3095"/>
                  </a:moveTo>
                  <a:lnTo>
                    <a:pt x="218" y="3180"/>
                  </a:lnTo>
                  <a:lnTo>
                    <a:pt x="218" y="3233"/>
                  </a:lnTo>
                  <a:lnTo>
                    <a:pt x="234" y="3297"/>
                  </a:lnTo>
                  <a:lnTo>
                    <a:pt x="234" y="3233"/>
                  </a:lnTo>
                  <a:lnTo>
                    <a:pt x="234" y="3180"/>
                  </a:lnTo>
                  <a:cubicBezTo>
                    <a:pt x="234" y="3164"/>
                    <a:pt x="234" y="3132"/>
                    <a:pt x="218" y="3095"/>
                  </a:cubicBezTo>
                  <a:close/>
                  <a:moveTo>
                    <a:pt x="2254" y="3063"/>
                  </a:moveTo>
                  <a:lnTo>
                    <a:pt x="2254" y="3249"/>
                  </a:lnTo>
                  <a:cubicBezTo>
                    <a:pt x="2270" y="3265"/>
                    <a:pt x="2270" y="3281"/>
                    <a:pt x="2270" y="3317"/>
                  </a:cubicBezTo>
                  <a:cubicBezTo>
                    <a:pt x="2270" y="3350"/>
                    <a:pt x="2270" y="3398"/>
                    <a:pt x="2287" y="3451"/>
                  </a:cubicBezTo>
                  <a:lnTo>
                    <a:pt x="2287" y="3317"/>
                  </a:lnTo>
                  <a:cubicBezTo>
                    <a:pt x="2287" y="3281"/>
                    <a:pt x="2270" y="3265"/>
                    <a:pt x="2270" y="3249"/>
                  </a:cubicBezTo>
                  <a:cubicBezTo>
                    <a:pt x="2270" y="3180"/>
                    <a:pt x="2270" y="3132"/>
                    <a:pt x="2254" y="3063"/>
                  </a:cubicBezTo>
                  <a:close/>
                  <a:moveTo>
                    <a:pt x="234" y="3297"/>
                  </a:moveTo>
                  <a:lnTo>
                    <a:pt x="234" y="3483"/>
                  </a:lnTo>
                  <a:cubicBezTo>
                    <a:pt x="234" y="3552"/>
                    <a:pt x="251" y="3620"/>
                    <a:pt x="251" y="3685"/>
                  </a:cubicBezTo>
                  <a:lnTo>
                    <a:pt x="251" y="3754"/>
                  </a:lnTo>
                  <a:lnTo>
                    <a:pt x="251" y="3786"/>
                  </a:lnTo>
                  <a:cubicBezTo>
                    <a:pt x="267" y="3822"/>
                    <a:pt x="267" y="3855"/>
                    <a:pt x="267" y="3871"/>
                  </a:cubicBezTo>
                  <a:lnTo>
                    <a:pt x="267" y="3786"/>
                  </a:lnTo>
                  <a:lnTo>
                    <a:pt x="267" y="3754"/>
                  </a:lnTo>
                  <a:lnTo>
                    <a:pt x="267" y="3685"/>
                  </a:lnTo>
                  <a:cubicBezTo>
                    <a:pt x="251" y="3620"/>
                    <a:pt x="251" y="3552"/>
                    <a:pt x="251" y="3483"/>
                  </a:cubicBezTo>
                  <a:cubicBezTo>
                    <a:pt x="251" y="3418"/>
                    <a:pt x="251" y="3366"/>
                    <a:pt x="234" y="3297"/>
                  </a:cubicBezTo>
                  <a:close/>
                  <a:moveTo>
                    <a:pt x="267" y="3871"/>
                  </a:moveTo>
                  <a:lnTo>
                    <a:pt x="267" y="3923"/>
                  </a:lnTo>
                  <a:lnTo>
                    <a:pt x="267" y="3988"/>
                  </a:lnTo>
                  <a:cubicBezTo>
                    <a:pt x="283" y="3972"/>
                    <a:pt x="283" y="3939"/>
                    <a:pt x="283" y="3903"/>
                  </a:cubicBezTo>
                  <a:cubicBezTo>
                    <a:pt x="267" y="3903"/>
                    <a:pt x="267" y="3887"/>
                    <a:pt x="267" y="3871"/>
                  </a:cubicBezTo>
                  <a:close/>
                  <a:moveTo>
                    <a:pt x="267" y="3988"/>
                  </a:moveTo>
                  <a:cubicBezTo>
                    <a:pt x="251" y="3988"/>
                    <a:pt x="267" y="4004"/>
                    <a:pt x="267" y="4004"/>
                  </a:cubicBezTo>
                  <a:lnTo>
                    <a:pt x="267" y="3988"/>
                  </a:lnTo>
                  <a:close/>
                  <a:moveTo>
                    <a:pt x="2287" y="3451"/>
                  </a:moveTo>
                  <a:lnTo>
                    <a:pt x="2287" y="3499"/>
                  </a:lnTo>
                  <a:lnTo>
                    <a:pt x="2287" y="3620"/>
                  </a:lnTo>
                  <a:cubicBezTo>
                    <a:pt x="2303" y="3653"/>
                    <a:pt x="2303" y="3701"/>
                    <a:pt x="2303" y="3737"/>
                  </a:cubicBezTo>
                  <a:cubicBezTo>
                    <a:pt x="2303" y="3770"/>
                    <a:pt x="2323" y="3822"/>
                    <a:pt x="2323" y="3855"/>
                  </a:cubicBezTo>
                  <a:lnTo>
                    <a:pt x="2323" y="3956"/>
                  </a:lnTo>
                  <a:cubicBezTo>
                    <a:pt x="2339" y="3972"/>
                    <a:pt x="2339" y="3988"/>
                    <a:pt x="2339" y="4004"/>
                  </a:cubicBezTo>
                  <a:lnTo>
                    <a:pt x="2339" y="3956"/>
                  </a:lnTo>
                  <a:lnTo>
                    <a:pt x="2339" y="3855"/>
                  </a:lnTo>
                  <a:cubicBezTo>
                    <a:pt x="2323" y="3802"/>
                    <a:pt x="2323" y="3770"/>
                    <a:pt x="2323" y="3737"/>
                  </a:cubicBezTo>
                  <a:cubicBezTo>
                    <a:pt x="2323" y="3685"/>
                    <a:pt x="2323" y="3653"/>
                    <a:pt x="2303" y="3620"/>
                  </a:cubicBezTo>
                  <a:lnTo>
                    <a:pt x="2303" y="3499"/>
                  </a:lnTo>
                  <a:cubicBezTo>
                    <a:pt x="2303" y="3483"/>
                    <a:pt x="2303" y="3467"/>
                    <a:pt x="2287" y="3451"/>
                  </a:cubicBezTo>
                  <a:close/>
                  <a:moveTo>
                    <a:pt x="2339" y="4004"/>
                  </a:moveTo>
                  <a:cubicBezTo>
                    <a:pt x="2339" y="4057"/>
                    <a:pt x="2339" y="4105"/>
                    <a:pt x="2355" y="4141"/>
                  </a:cubicBezTo>
                  <a:cubicBezTo>
                    <a:pt x="2355" y="4089"/>
                    <a:pt x="2355" y="4057"/>
                    <a:pt x="2339" y="4004"/>
                  </a:cubicBezTo>
                  <a:close/>
                  <a:moveTo>
                    <a:pt x="2355" y="4141"/>
                  </a:moveTo>
                  <a:cubicBezTo>
                    <a:pt x="2355" y="4190"/>
                    <a:pt x="2355" y="4259"/>
                    <a:pt x="2371" y="4307"/>
                  </a:cubicBezTo>
                  <a:cubicBezTo>
                    <a:pt x="2371" y="4259"/>
                    <a:pt x="2371" y="4190"/>
                    <a:pt x="2355" y="4141"/>
                  </a:cubicBezTo>
                  <a:close/>
                  <a:moveTo>
                    <a:pt x="2371" y="4307"/>
                  </a:moveTo>
                  <a:cubicBezTo>
                    <a:pt x="2371" y="4408"/>
                    <a:pt x="2387" y="4509"/>
                    <a:pt x="2387" y="4610"/>
                  </a:cubicBezTo>
                  <a:lnTo>
                    <a:pt x="2404" y="4679"/>
                  </a:lnTo>
                  <a:lnTo>
                    <a:pt x="2404" y="4594"/>
                  </a:lnTo>
                  <a:cubicBezTo>
                    <a:pt x="2387" y="4509"/>
                    <a:pt x="2387" y="4408"/>
                    <a:pt x="2371" y="4307"/>
                  </a:cubicBezTo>
                  <a:close/>
                  <a:moveTo>
                    <a:pt x="267" y="4004"/>
                  </a:moveTo>
                  <a:lnTo>
                    <a:pt x="267" y="4024"/>
                  </a:lnTo>
                  <a:cubicBezTo>
                    <a:pt x="267" y="4040"/>
                    <a:pt x="283" y="4057"/>
                    <a:pt x="267" y="4089"/>
                  </a:cubicBezTo>
                  <a:lnTo>
                    <a:pt x="267" y="4105"/>
                  </a:lnTo>
                  <a:cubicBezTo>
                    <a:pt x="283" y="4141"/>
                    <a:pt x="283" y="4190"/>
                    <a:pt x="283" y="4242"/>
                  </a:cubicBezTo>
                  <a:lnTo>
                    <a:pt x="283" y="4291"/>
                  </a:lnTo>
                  <a:cubicBezTo>
                    <a:pt x="303" y="4392"/>
                    <a:pt x="303" y="4477"/>
                    <a:pt x="303" y="4578"/>
                  </a:cubicBezTo>
                  <a:lnTo>
                    <a:pt x="303" y="4610"/>
                  </a:lnTo>
                  <a:cubicBezTo>
                    <a:pt x="319" y="4663"/>
                    <a:pt x="319" y="4695"/>
                    <a:pt x="319" y="4731"/>
                  </a:cubicBezTo>
                  <a:lnTo>
                    <a:pt x="319" y="4747"/>
                  </a:lnTo>
                  <a:cubicBezTo>
                    <a:pt x="303" y="4780"/>
                    <a:pt x="319" y="4796"/>
                    <a:pt x="352" y="4796"/>
                  </a:cubicBezTo>
                  <a:cubicBezTo>
                    <a:pt x="319" y="4780"/>
                    <a:pt x="319" y="4780"/>
                    <a:pt x="335" y="4747"/>
                  </a:cubicBezTo>
                  <a:lnTo>
                    <a:pt x="335" y="4731"/>
                  </a:lnTo>
                  <a:cubicBezTo>
                    <a:pt x="319" y="4695"/>
                    <a:pt x="319" y="4646"/>
                    <a:pt x="319" y="4610"/>
                  </a:cubicBezTo>
                  <a:lnTo>
                    <a:pt x="319" y="4578"/>
                  </a:lnTo>
                  <a:cubicBezTo>
                    <a:pt x="319" y="4477"/>
                    <a:pt x="303" y="4392"/>
                    <a:pt x="303" y="4291"/>
                  </a:cubicBezTo>
                  <a:lnTo>
                    <a:pt x="303" y="4242"/>
                  </a:lnTo>
                  <a:cubicBezTo>
                    <a:pt x="303" y="4190"/>
                    <a:pt x="303" y="4141"/>
                    <a:pt x="283" y="4105"/>
                  </a:cubicBezTo>
                  <a:lnTo>
                    <a:pt x="283" y="4089"/>
                  </a:lnTo>
                  <a:lnTo>
                    <a:pt x="283" y="4024"/>
                  </a:lnTo>
                  <a:lnTo>
                    <a:pt x="283" y="4004"/>
                  </a:lnTo>
                  <a:close/>
                  <a:moveTo>
                    <a:pt x="2404" y="4711"/>
                  </a:moveTo>
                  <a:lnTo>
                    <a:pt x="2404" y="4764"/>
                  </a:lnTo>
                  <a:lnTo>
                    <a:pt x="2404" y="4780"/>
                  </a:lnTo>
                  <a:cubicBezTo>
                    <a:pt x="2404" y="4812"/>
                    <a:pt x="2424" y="4832"/>
                    <a:pt x="2424" y="4865"/>
                  </a:cubicBezTo>
                  <a:lnTo>
                    <a:pt x="2424" y="4780"/>
                  </a:lnTo>
                  <a:lnTo>
                    <a:pt x="2424" y="4764"/>
                  </a:lnTo>
                  <a:cubicBezTo>
                    <a:pt x="2404" y="4747"/>
                    <a:pt x="2404" y="4731"/>
                    <a:pt x="2404" y="4711"/>
                  </a:cubicBezTo>
                  <a:close/>
                  <a:moveTo>
                    <a:pt x="2424" y="4865"/>
                  </a:moveTo>
                  <a:lnTo>
                    <a:pt x="2424" y="4933"/>
                  </a:lnTo>
                  <a:cubicBezTo>
                    <a:pt x="2424" y="4982"/>
                    <a:pt x="2440" y="5034"/>
                    <a:pt x="2440" y="5083"/>
                  </a:cubicBezTo>
                  <a:cubicBezTo>
                    <a:pt x="2440" y="5135"/>
                    <a:pt x="2456" y="5184"/>
                    <a:pt x="2456" y="5252"/>
                  </a:cubicBezTo>
                  <a:lnTo>
                    <a:pt x="2456" y="5285"/>
                  </a:lnTo>
                  <a:cubicBezTo>
                    <a:pt x="2456" y="5301"/>
                    <a:pt x="2472" y="5337"/>
                    <a:pt x="2456" y="5369"/>
                  </a:cubicBezTo>
                  <a:cubicBezTo>
                    <a:pt x="2488" y="5337"/>
                    <a:pt x="2472" y="5301"/>
                    <a:pt x="2472" y="5269"/>
                  </a:cubicBezTo>
                  <a:lnTo>
                    <a:pt x="2472" y="5252"/>
                  </a:lnTo>
                  <a:cubicBezTo>
                    <a:pt x="2456" y="5184"/>
                    <a:pt x="2456" y="5135"/>
                    <a:pt x="2456" y="5083"/>
                  </a:cubicBezTo>
                  <a:cubicBezTo>
                    <a:pt x="2440" y="5034"/>
                    <a:pt x="2440" y="4982"/>
                    <a:pt x="2440" y="4933"/>
                  </a:cubicBezTo>
                  <a:cubicBezTo>
                    <a:pt x="2440" y="4897"/>
                    <a:pt x="2440" y="4881"/>
                    <a:pt x="2424" y="4865"/>
                  </a:cubicBezTo>
                  <a:close/>
                  <a:moveTo>
                    <a:pt x="352" y="4796"/>
                  </a:moveTo>
                  <a:lnTo>
                    <a:pt x="352" y="4796"/>
                  </a:lnTo>
                  <a:cubicBezTo>
                    <a:pt x="420" y="4832"/>
                    <a:pt x="485" y="4848"/>
                    <a:pt x="553" y="4865"/>
                  </a:cubicBezTo>
                  <a:cubicBezTo>
                    <a:pt x="606" y="4881"/>
                    <a:pt x="654" y="4881"/>
                    <a:pt x="687" y="4897"/>
                  </a:cubicBezTo>
                  <a:cubicBezTo>
                    <a:pt x="772" y="4913"/>
                    <a:pt x="840" y="4949"/>
                    <a:pt x="909" y="4966"/>
                  </a:cubicBezTo>
                  <a:cubicBezTo>
                    <a:pt x="974" y="4982"/>
                    <a:pt x="1042" y="4998"/>
                    <a:pt x="1091" y="5014"/>
                  </a:cubicBezTo>
                  <a:lnTo>
                    <a:pt x="1244" y="5050"/>
                  </a:lnTo>
                  <a:cubicBezTo>
                    <a:pt x="1345" y="5083"/>
                    <a:pt x="1446" y="5099"/>
                    <a:pt x="1547" y="5135"/>
                  </a:cubicBezTo>
                  <a:cubicBezTo>
                    <a:pt x="1616" y="5151"/>
                    <a:pt x="1681" y="5184"/>
                    <a:pt x="1765" y="5200"/>
                  </a:cubicBezTo>
                  <a:cubicBezTo>
                    <a:pt x="1866" y="5216"/>
                    <a:pt x="1967" y="5252"/>
                    <a:pt x="2068" y="5285"/>
                  </a:cubicBezTo>
                  <a:lnTo>
                    <a:pt x="2121" y="5301"/>
                  </a:lnTo>
                  <a:cubicBezTo>
                    <a:pt x="2222" y="5317"/>
                    <a:pt x="2323" y="5353"/>
                    <a:pt x="2404" y="5369"/>
                  </a:cubicBezTo>
                  <a:cubicBezTo>
                    <a:pt x="2424" y="5386"/>
                    <a:pt x="2440" y="5386"/>
                    <a:pt x="2440" y="5386"/>
                  </a:cubicBezTo>
                  <a:lnTo>
                    <a:pt x="2456" y="5386"/>
                  </a:lnTo>
                  <a:lnTo>
                    <a:pt x="2456" y="5369"/>
                  </a:lnTo>
                  <a:lnTo>
                    <a:pt x="2424" y="5369"/>
                  </a:lnTo>
                  <a:cubicBezTo>
                    <a:pt x="2323" y="5337"/>
                    <a:pt x="2222" y="5301"/>
                    <a:pt x="2137" y="5285"/>
                  </a:cubicBezTo>
                  <a:lnTo>
                    <a:pt x="2068" y="5269"/>
                  </a:lnTo>
                  <a:cubicBezTo>
                    <a:pt x="1967" y="5236"/>
                    <a:pt x="1866" y="5216"/>
                    <a:pt x="1765" y="5184"/>
                  </a:cubicBezTo>
                  <a:cubicBezTo>
                    <a:pt x="1697" y="5168"/>
                    <a:pt x="1616" y="5135"/>
                    <a:pt x="1547" y="5115"/>
                  </a:cubicBezTo>
                  <a:cubicBezTo>
                    <a:pt x="1446" y="5099"/>
                    <a:pt x="1345" y="5067"/>
                    <a:pt x="1244" y="5034"/>
                  </a:cubicBezTo>
                  <a:lnTo>
                    <a:pt x="1111" y="4998"/>
                  </a:lnTo>
                  <a:cubicBezTo>
                    <a:pt x="1042" y="4982"/>
                    <a:pt x="974" y="4966"/>
                    <a:pt x="925" y="4949"/>
                  </a:cubicBezTo>
                  <a:cubicBezTo>
                    <a:pt x="840" y="4933"/>
                    <a:pt x="772" y="4913"/>
                    <a:pt x="707" y="4881"/>
                  </a:cubicBezTo>
                  <a:cubicBezTo>
                    <a:pt x="654" y="4881"/>
                    <a:pt x="606" y="4865"/>
                    <a:pt x="553" y="4848"/>
                  </a:cubicBezTo>
                  <a:cubicBezTo>
                    <a:pt x="485" y="4832"/>
                    <a:pt x="420" y="4812"/>
                    <a:pt x="352" y="47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0"/>
            <p:cNvSpPr/>
            <p:nvPr/>
          </p:nvSpPr>
          <p:spPr>
            <a:xfrm>
              <a:off x="1249437" y="19662"/>
              <a:ext cx="1491464" cy="627237"/>
            </a:xfrm>
            <a:custGeom>
              <a:rect b="b" l="l" r="r" t="t"/>
              <a:pathLst>
                <a:path extrusionOk="0" h="6315" w="15016">
                  <a:moveTo>
                    <a:pt x="6952" y="17"/>
                  </a:moveTo>
                  <a:cubicBezTo>
                    <a:pt x="6936" y="17"/>
                    <a:pt x="6936" y="33"/>
                    <a:pt x="6936" y="33"/>
                  </a:cubicBezTo>
                  <a:cubicBezTo>
                    <a:pt x="6952" y="33"/>
                    <a:pt x="6952" y="33"/>
                    <a:pt x="6952" y="17"/>
                  </a:cubicBezTo>
                  <a:close/>
                  <a:moveTo>
                    <a:pt x="6952" y="0"/>
                  </a:moveTo>
                  <a:lnTo>
                    <a:pt x="6952" y="17"/>
                  </a:lnTo>
                  <a:lnTo>
                    <a:pt x="6969" y="17"/>
                  </a:lnTo>
                  <a:cubicBezTo>
                    <a:pt x="7001" y="17"/>
                    <a:pt x="7053" y="33"/>
                    <a:pt x="7086" y="53"/>
                  </a:cubicBezTo>
                  <a:cubicBezTo>
                    <a:pt x="7053" y="17"/>
                    <a:pt x="7017" y="0"/>
                    <a:pt x="6969" y="0"/>
                  </a:cubicBezTo>
                  <a:close/>
                  <a:moveTo>
                    <a:pt x="6936" y="33"/>
                  </a:moveTo>
                  <a:lnTo>
                    <a:pt x="6916" y="53"/>
                  </a:lnTo>
                  <a:cubicBezTo>
                    <a:pt x="6884" y="69"/>
                    <a:pt x="6868" y="85"/>
                    <a:pt x="6851" y="101"/>
                  </a:cubicBezTo>
                  <a:cubicBezTo>
                    <a:pt x="6767" y="170"/>
                    <a:pt x="6682" y="255"/>
                    <a:pt x="6597" y="336"/>
                  </a:cubicBezTo>
                  <a:cubicBezTo>
                    <a:pt x="6682" y="271"/>
                    <a:pt x="6783" y="186"/>
                    <a:pt x="6868" y="101"/>
                  </a:cubicBezTo>
                  <a:cubicBezTo>
                    <a:pt x="6884" y="85"/>
                    <a:pt x="6900" y="69"/>
                    <a:pt x="6916" y="69"/>
                  </a:cubicBezTo>
                  <a:cubicBezTo>
                    <a:pt x="6936" y="69"/>
                    <a:pt x="6936" y="53"/>
                    <a:pt x="6936" y="33"/>
                  </a:cubicBezTo>
                  <a:close/>
                  <a:moveTo>
                    <a:pt x="7086" y="53"/>
                  </a:moveTo>
                  <a:cubicBezTo>
                    <a:pt x="7102" y="69"/>
                    <a:pt x="7118" y="69"/>
                    <a:pt x="7118" y="69"/>
                  </a:cubicBezTo>
                  <a:cubicBezTo>
                    <a:pt x="7239" y="117"/>
                    <a:pt x="7356" y="170"/>
                    <a:pt x="7457" y="218"/>
                  </a:cubicBezTo>
                  <a:cubicBezTo>
                    <a:pt x="7522" y="255"/>
                    <a:pt x="7575" y="287"/>
                    <a:pt x="7643" y="303"/>
                  </a:cubicBezTo>
                  <a:cubicBezTo>
                    <a:pt x="7777" y="372"/>
                    <a:pt x="7910" y="420"/>
                    <a:pt x="8047" y="489"/>
                  </a:cubicBezTo>
                  <a:lnTo>
                    <a:pt x="8415" y="659"/>
                  </a:lnTo>
                  <a:cubicBezTo>
                    <a:pt x="8601" y="740"/>
                    <a:pt x="8786" y="824"/>
                    <a:pt x="8972" y="909"/>
                  </a:cubicBezTo>
                  <a:cubicBezTo>
                    <a:pt x="9005" y="925"/>
                    <a:pt x="9057" y="942"/>
                    <a:pt x="9106" y="962"/>
                  </a:cubicBezTo>
                  <a:cubicBezTo>
                    <a:pt x="9057" y="942"/>
                    <a:pt x="9021" y="909"/>
                    <a:pt x="8972" y="893"/>
                  </a:cubicBezTo>
                  <a:cubicBezTo>
                    <a:pt x="8786" y="808"/>
                    <a:pt x="8601" y="723"/>
                    <a:pt x="8415" y="639"/>
                  </a:cubicBezTo>
                  <a:lnTo>
                    <a:pt x="8047" y="473"/>
                  </a:lnTo>
                  <a:cubicBezTo>
                    <a:pt x="7910" y="420"/>
                    <a:pt x="7777" y="356"/>
                    <a:pt x="7643" y="287"/>
                  </a:cubicBezTo>
                  <a:cubicBezTo>
                    <a:pt x="7591" y="271"/>
                    <a:pt x="7522" y="235"/>
                    <a:pt x="7474" y="218"/>
                  </a:cubicBezTo>
                  <a:cubicBezTo>
                    <a:pt x="7356" y="170"/>
                    <a:pt x="7239" y="117"/>
                    <a:pt x="7138" y="69"/>
                  </a:cubicBezTo>
                  <a:cubicBezTo>
                    <a:pt x="7118" y="53"/>
                    <a:pt x="7102" y="53"/>
                    <a:pt x="7086" y="53"/>
                  </a:cubicBezTo>
                  <a:close/>
                  <a:moveTo>
                    <a:pt x="6597" y="336"/>
                  </a:moveTo>
                  <a:lnTo>
                    <a:pt x="6565" y="356"/>
                  </a:lnTo>
                  <a:cubicBezTo>
                    <a:pt x="6480" y="420"/>
                    <a:pt x="6395" y="505"/>
                    <a:pt x="6310" y="590"/>
                  </a:cubicBezTo>
                  <a:cubicBezTo>
                    <a:pt x="6246" y="659"/>
                    <a:pt x="6177" y="723"/>
                    <a:pt x="6092" y="792"/>
                  </a:cubicBezTo>
                  <a:cubicBezTo>
                    <a:pt x="6007" y="861"/>
                    <a:pt x="5926" y="942"/>
                    <a:pt x="5842" y="1010"/>
                  </a:cubicBezTo>
                  <a:cubicBezTo>
                    <a:pt x="5724" y="1111"/>
                    <a:pt x="5587" y="1228"/>
                    <a:pt x="5470" y="1346"/>
                  </a:cubicBezTo>
                  <a:lnTo>
                    <a:pt x="5401" y="1414"/>
                  </a:lnTo>
                  <a:cubicBezTo>
                    <a:pt x="5320" y="1483"/>
                    <a:pt x="5252" y="1548"/>
                    <a:pt x="5183" y="1616"/>
                  </a:cubicBezTo>
                  <a:cubicBezTo>
                    <a:pt x="5252" y="1548"/>
                    <a:pt x="5337" y="1499"/>
                    <a:pt x="5401" y="1430"/>
                  </a:cubicBezTo>
                  <a:lnTo>
                    <a:pt x="5486" y="1346"/>
                  </a:lnTo>
                  <a:cubicBezTo>
                    <a:pt x="5603" y="1245"/>
                    <a:pt x="5724" y="1127"/>
                    <a:pt x="5858" y="1026"/>
                  </a:cubicBezTo>
                  <a:cubicBezTo>
                    <a:pt x="5943" y="942"/>
                    <a:pt x="6027" y="877"/>
                    <a:pt x="6108" y="792"/>
                  </a:cubicBezTo>
                  <a:cubicBezTo>
                    <a:pt x="6177" y="723"/>
                    <a:pt x="6246" y="659"/>
                    <a:pt x="6330" y="590"/>
                  </a:cubicBezTo>
                  <a:cubicBezTo>
                    <a:pt x="6411" y="521"/>
                    <a:pt x="6496" y="437"/>
                    <a:pt x="6581" y="372"/>
                  </a:cubicBezTo>
                  <a:lnTo>
                    <a:pt x="6597" y="336"/>
                  </a:lnTo>
                  <a:close/>
                  <a:moveTo>
                    <a:pt x="9106" y="962"/>
                  </a:moveTo>
                  <a:cubicBezTo>
                    <a:pt x="9158" y="994"/>
                    <a:pt x="9190" y="1010"/>
                    <a:pt x="9239" y="1026"/>
                  </a:cubicBezTo>
                  <a:cubicBezTo>
                    <a:pt x="9291" y="1063"/>
                    <a:pt x="9360" y="1079"/>
                    <a:pt x="9409" y="1111"/>
                  </a:cubicBezTo>
                  <a:cubicBezTo>
                    <a:pt x="9461" y="1127"/>
                    <a:pt x="9510" y="1164"/>
                    <a:pt x="9578" y="1180"/>
                  </a:cubicBezTo>
                  <a:cubicBezTo>
                    <a:pt x="9663" y="1212"/>
                    <a:pt x="9728" y="1245"/>
                    <a:pt x="9813" y="1297"/>
                  </a:cubicBezTo>
                  <a:cubicBezTo>
                    <a:pt x="9897" y="1329"/>
                    <a:pt x="9982" y="1366"/>
                    <a:pt x="10083" y="1414"/>
                  </a:cubicBezTo>
                  <a:cubicBezTo>
                    <a:pt x="10148" y="1447"/>
                    <a:pt x="10233" y="1483"/>
                    <a:pt x="10301" y="1515"/>
                  </a:cubicBezTo>
                  <a:cubicBezTo>
                    <a:pt x="10386" y="1548"/>
                    <a:pt x="10471" y="1584"/>
                    <a:pt x="10536" y="1616"/>
                  </a:cubicBezTo>
                  <a:cubicBezTo>
                    <a:pt x="10620" y="1649"/>
                    <a:pt x="10705" y="1685"/>
                    <a:pt x="10774" y="1733"/>
                  </a:cubicBezTo>
                  <a:cubicBezTo>
                    <a:pt x="10855" y="1750"/>
                    <a:pt x="10923" y="1786"/>
                    <a:pt x="10992" y="1818"/>
                  </a:cubicBezTo>
                  <a:cubicBezTo>
                    <a:pt x="11109" y="1871"/>
                    <a:pt x="11226" y="1935"/>
                    <a:pt x="11344" y="1988"/>
                  </a:cubicBezTo>
                  <a:lnTo>
                    <a:pt x="11412" y="2004"/>
                  </a:lnTo>
                  <a:lnTo>
                    <a:pt x="11344" y="1972"/>
                  </a:lnTo>
                  <a:cubicBezTo>
                    <a:pt x="11226" y="1919"/>
                    <a:pt x="11109" y="1871"/>
                    <a:pt x="10992" y="1802"/>
                  </a:cubicBezTo>
                  <a:cubicBezTo>
                    <a:pt x="10923" y="1786"/>
                    <a:pt x="10855" y="1750"/>
                    <a:pt x="10790" y="1717"/>
                  </a:cubicBezTo>
                  <a:cubicBezTo>
                    <a:pt x="10705" y="1685"/>
                    <a:pt x="10620" y="1649"/>
                    <a:pt x="10552" y="1600"/>
                  </a:cubicBezTo>
                  <a:cubicBezTo>
                    <a:pt x="10471" y="1568"/>
                    <a:pt x="10386" y="1531"/>
                    <a:pt x="10318" y="1499"/>
                  </a:cubicBezTo>
                  <a:cubicBezTo>
                    <a:pt x="10233" y="1467"/>
                    <a:pt x="10148" y="1430"/>
                    <a:pt x="10083" y="1398"/>
                  </a:cubicBezTo>
                  <a:cubicBezTo>
                    <a:pt x="9998" y="1366"/>
                    <a:pt x="9914" y="1313"/>
                    <a:pt x="9829" y="1281"/>
                  </a:cubicBezTo>
                  <a:cubicBezTo>
                    <a:pt x="9744" y="1245"/>
                    <a:pt x="9663" y="1212"/>
                    <a:pt x="9578" y="1164"/>
                  </a:cubicBezTo>
                  <a:cubicBezTo>
                    <a:pt x="9526" y="1144"/>
                    <a:pt x="9461" y="1111"/>
                    <a:pt x="9409" y="1095"/>
                  </a:cubicBezTo>
                  <a:cubicBezTo>
                    <a:pt x="9360" y="1079"/>
                    <a:pt x="9308" y="1043"/>
                    <a:pt x="9259" y="1026"/>
                  </a:cubicBezTo>
                  <a:cubicBezTo>
                    <a:pt x="9207" y="994"/>
                    <a:pt x="9158" y="978"/>
                    <a:pt x="9106" y="962"/>
                  </a:cubicBezTo>
                  <a:close/>
                  <a:moveTo>
                    <a:pt x="5183" y="1616"/>
                  </a:moveTo>
                  <a:cubicBezTo>
                    <a:pt x="5082" y="1701"/>
                    <a:pt x="4997" y="1770"/>
                    <a:pt x="4916" y="1851"/>
                  </a:cubicBezTo>
                  <a:cubicBezTo>
                    <a:pt x="4848" y="1919"/>
                    <a:pt x="4779" y="1972"/>
                    <a:pt x="4714" y="2036"/>
                  </a:cubicBezTo>
                  <a:cubicBezTo>
                    <a:pt x="4779" y="1988"/>
                    <a:pt x="4848" y="1919"/>
                    <a:pt x="4916" y="1871"/>
                  </a:cubicBezTo>
                  <a:cubicBezTo>
                    <a:pt x="5017" y="1786"/>
                    <a:pt x="5098" y="1701"/>
                    <a:pt x="5183" y="1616"/>
                  </a:cubicBezTo>
                  <a:close/>
                  <a:moveTo>
                    <a:pt x="11412" y="2004"/>
                  </a:moveTo>
                  <a:lnTo>
                    <a:pt x="11412" y="2004"/>
                  </a:lnTo>
                  <a:cubicBezTo>
                    <a:pt x="11461" y="2036"/>
                    <a:pt x="11497" y="2052"/>
                    <a:pt x="11546" y="2073"/>
                  </a:cubicBezTo>
                  <a:cubicBezTo>
                    <a:pt x="11630" y="2105"/>
                    <a:pt x="11699" y="2137"/>
                    <a:pt x="11784" y="2174"/>
                  </a:cubicBezTo>
                  <a:cubicBezTo>
                    <a:pt x="11715" y="2137"/>
                    <a:pt x="11630" y="2105"/>
                    <a:pt x="11562" y="2073"/>
                  </a:cubicBezTo>
                  <a:cubicBezTo>
                    <a:pt x="11513" y="2036"/>
                    <a:pt x="11461" y="2020"/>
                    <a:pt x="11412" y="2004"/>
                  </a:cubicBezTo>
                  <a:close/>
                  <a:moveTo>
                    <a:pt x="11784" y="2174"/>
                  </a:moveTo>
                  <a:lnTo>
                    <a:pt x="11784" y="2174"/>
                  </a:lnTo>
                  <a:cubicBezTo>
                    <a:pt x="11832" y="2206"/>
                    <a:pt x="11885" y="2222"/>
                    <a:pt x="11933" y="2254"/>
                  </a:cubicBezTo>
                  <a:cubicBezTo>
                    <a:pt x="12002" y="2275"/>
                    <a:pt x="12067" y="2307"/>
                    <a:pt x="12135" y="2339"/>
                  </a:cubicBezTo>
                  <a:cubicBezTo>
                    <a:pt x="12220" y="2376"/>
                    <a:pt x="12305" y="2408"/>
                    <a:pt x="12370" y="2456"/>
                  </a:cubicBezTo>
                  <a:cubicBezTo>
                    <a:pt x="12471" y="2493"/>
                    <a:pt x="12592" y="2541"/>
                    <a:pt x="12693" y="2594"/>
                  </a:cubicBezTo>
                  <a:cubicBezTo>
                    <a:pt x="12842" y="2658"/>
                    <a:pt x="13012" y="2743"/>
                    <a:pt x="13178" y="2812"/>
                  </a:cubicBezTo>
                  <a:cubicBezTo>
                    <a:pt x="13299" y="2860"/>
                    <a:pt x="13416" y="2913"/>
                    <a:pt x="13533" y="2982"/>
                  </a:cubicBezTo>
                  <a:cubicBezTo>
                    <a:pt x="13650" y="3030"/>
                    <a:pt x="13784" y="3083"/>
                    <a:pt x="13905" y="3131"/>
                  </a:cubicBezTo>
                  <a:cubicBezTo>
                    <a:pt x="13784" y="3062"/>
                    <a:pt x="13666" y="3014"/>
                    <a:pt x="13533" y="2961"/>
                  </a:cubicBezTo>
                  <a:cubicBezTo>
                    <a:pt x="13416" y="2913"/>
                    <a:pt x="13299" y="2844"/>
                    <a:pt x="13178" y="2796"/>
                  </a:cubicBezTo>
                  <a:cubicBezTo>
                    <a:pt x="13012" y="2727"/>
                    <a:pt x="12858" y="2642"/>
                    <a:pt x="12693" y="2578"/>
                  </a:cubicBezTo>
                  <a:cubicBezTo>
                    <a:pt x="12592" y="2525"/>
                    <a:pt x="12491" y="2493"/>
                    <a:pt x="12390" y="2440"/>
                  </a:cubicBezTo>
                  <a:cubicBezTo>
                    <a:pt x="12305" y="2408"/>
                    <a:pt x="12220" y="2355"/>
                    <a:pt x="12135" y="2323"/>
                  </a:cubicBezTo>
                  <a:cubicBezTo>
                    <a:pt x="12067" y="2307"/>
                    <a:pt x="12002" y="2275"/>
                    <a:pt x="11950" y="2238"/>
                  </a:cubicBezTo>
                  <a:cubicBezTo>
                    <a:pt x="11885" y="2222"/>
                    <a:pt x="11832" y="2190"/>
                    <a:pt x="11784" y="2174"/>
                  </a:cubicBezTo>
                  <a:close/>
                  <a:moveTo>
                    <a:pt x="4714" y="2036"/>
                  </a:moveTo>
                  <a:lnTo>
                    <a:pt x="4391" y="2323"/>
                  </a:lnTo>
                  <a:cubicBezTo>
                    <a:pt x="4327" y="2376"/>
                    <a:pt x="4258" y="2440"/>
                    <a:pt x="4189" y="2509"/>
                  </a:cubicBezTo>
                  <a:cubicBezTo>
                    <a:pt x="4056" y="2626"/>
                    <a:pt x="3923" y="2759"/>
                    <a:pt x="3769" y="2881"/>
                  </a:cubicBezTo>
                  <a:cubicBezTo>
                    <a:pt x="3737" y="2913"/>
                    <a:pt x="3705" y="2945"/>
                    <a:pt x="3652" y="2982"/>
                  </a:cubicBezTo>
                  <a:cubicBezTo>
                    <a:pt x="3604" y="3046"/>
                    <a:pt x="3535" y="3099"/>
                    <a:pt x="3482" y="3147"/>
                  </a:cubicBezTo>
                  <a:cubicBezTo>
                    <a:pt x="3434" y="3200"/>
                    <a:pt x="3381" y="3232"/>
                    <a:pt x="3349" y="3264"/>
                  </a:cubicBezTo>
                  <a:cubicBezTo>
                    <a:pt x="3280" y="3317"/>
                    <a:pt x="3232" y="3365"/>
                    <a:pt x="3179" y="3418"/>
                  </a:cubicBezTo>
                  <a:lnTo>
                    <a:pt x="3030" y="3567"/>
                  </a:lnTo>
                  <a:cubicBezTo>
                    <a:pt x="3078" y="3519"/>
                    <a:pt x="3131" y="3487"/>
                    <a:pt x="3179" y="3434"/>
                  </a:cubicBezTo>
                  <a:cubicBezTo>
                    <a:pt x="3248" y="3386"/>
                    <a:pt x="3301" y="3333"/>
                    <a:pt x="3349" y="3285"/>
                  </a:cubicBezTo>
                  <a:cubicBezTo>
                    <a:pt x="3402" y="3248"/>
                    <a:pt x="3450" y="3200"/>
                    <a:pt x="3482" y="3163"/>
                  </a:cubicBezTo>
                  <a:cubicBezTo>
                    <a:pt x="3551" y="3099"/>
                    <a:pt x="3604" y="3046"/>
                    <a:pt x="3668" y="2998"/>
                  </a:cubicBezTo>
                  <a:cubicBezTo>
                    <a:pt x="3705" y="2961"/>
                    <a:pt x="3753" y="2929"/>
                    <a:pt x="3785" y="2897"/>
                  </a:cubicBezTo>
                  <a:cubicBezTo>
                    <a:pt x="3923" y="2759"/>
                    <a:pt x="4056" y="2642"/>
                    <a:pt x="4210" y="2509"/>
                  </a:cubicBezTo>
                  <a:cubicBezTo>
                    <a:pt x="4274" y="2456"/>
                    <a:pt x="4343" y="2392"/>
                    <a:pt x="4412" y="2323"/>
                  </a:cubicBezTo>
                  <a:lnTo>
                    <a:pt x="4714" y="2036"/>
                  </a:lnTo>
                  <a:close/>
                  <a:moveTo>
                    <a:pt x="13905" y="3131"/>
                  </a:moveTo>
                  <a:cubicBezTo>
                    <a:pt x="13969" y="3163"/>
                    <a:pt x="14038" y="3200"/>
                    <a:pt x="14107" y="3232"/>
                  </a:cubicBezTo>
                  <a:cubicBezTo>
                    <a:pt x="14188" y="3264"/>
                    <a:pt x="14288" y="3317"/>
                    <a:pt x="14373" y="3349"/>
                  </a:cubicBezTo>
                  <a:cubicBezTo>
                    <a:pt x="14490" y="3402"/>
                    <a:pt x="14612" y="3450"/>
                    <a:pt x="14713" y="3503"/>
                  </a:cubicBezTo>
                  <a:cubicBezTo>
                    <a:pt x="14761" y="3519"/>
                    <a:pt x="14793" y="3535"/>
                    <a:pt x="14830" y="3551"/>
                  </a:cubicBezTo>
                  <a:cubicBezTo>
                    <a:pt x="14878" y="3588"/>
                    <a:pt x="14931" y="3604"/>
                    <a:pt x="14963" y="3620"/>
                  </a:cubicBezTo>
                  <a:lnTo>
                    <a:pt x="14979" y="3620"/>
                  </a:lnTo>
                  <a:lnTo>
                    <a:pt x="14995" y="3636"/>
                  </a:lnTo>
                  <a:lnTo>
                    <a:pt x="14995" y="3652"/>
                  </a:lnTo>
                  <a:lnTo>
                    <a:pt x="15016" y="3636"/>
                  </a:lnTo>
                  <a:lnTo>
                    <a:pt x="15016" y="3620"/>
                  </a:lnTo>
                  <a:lnTo>
                    <a:pt x="14995" y="3620"/>
                  </a:lnTo>
                  <a:cubicBezTo>
                    <a:pt x="14979" y="3604"/>
                    <a:pt x="14979" y="3604"/>
                    <a:pt x="14963" y="3604"/>
                  </a:cubicBezTo>
                  <a:cubicBezTo>
                    <a:pt x="14931" y="3588"/>
                    <a:pt x="14878" y="3567"/>
                    <a:pt x="14846" y="3551"/>
                  </a:cubicBezTo>
                  <a:cubicBezTo>
                    <a:pt x="14793" y="3535"/>
                    <a:pt x="14761" y="3519"/>
                    <a:pt x="14729" y="3487"/>
                  </a:cubicBezTo>
                  <a:cubicBezTo>
                    <a:pt x="14612" y="3434"/>
                    <a:pt x="14490" y="3386"/>
                    <a:pt x="14389" y="3349"/>
                  </a:cubicBezTo>
                  <a:cubicBezTo>
                    <a:pt x="14288" y="3301"/>
                    <a:pt x="14208" y="3264"/>
                    <a:pt x="14107" y="3216"/>
                  </a:cubicBezTo>
                  <a:cubicBezTo>
                    <a:pt x="14038" y="3184"/>
                    <a:pt x="13969" y="3147"/>
                    <a:pt x="13905" y="3131"/>
                  </a:cubicBezTo>
                  <a:close/>
                  <a:moveTo>
                    <a:pt x="3030" y="3567"/>
                  </a:moveTo>
                  <a:cubicBezTo>
                    <a:pt x="2961" y="3620"/>
                    <a:pt x="2913" y="3668"/>
                    <a:pt x="2860" y="3721"/>
                  </a:cubicBezTo>
                  <a:cubicBezTo>
                    <a:pt x="2929" y="3668"/>
                    <a:pt x="2977" y="3620"/>
                    <a:pt x="3030" y="3567"/>
                  </a:cubicBezTo>
                  <a:close/>
                  <a:moveTo>
                    <a:pt x="2860" y="3721"/>
                  </a:moveTo>
                  <a:lnTo>
                    <a:pt x="2860" y="3721"/>
                  </a:lnTo>
                  <a:cubicBezTo>
                    <a:pt x="2812" y="3753"/>
                    <a:pt x="2759" y="3806"/>
                    <a:pt x="2711" y="3854"/>
                  </a:cubicBezTo>
                  <a:cubicBezTo>
                    <a:pt x="2759" y="3822"/>
                    <a:pt x="2812" y="3769"/>
                    <a:pt x="2860" y="3721"/>
                  </a:cubicBezTo>
                  <a:close/>
                  <a:moveTo>
                    <a:pt x="2711" y="3854"/>
                  </a:moveTo>
                  <a:lnTo>
                    <a:pt x="2711" y="3854"/>
                  </a:lnTo>
                  <a:cubicBezTo>
                    <a:pt x="2658" y="3891"/>
                    <a:pt x="2610" y="3939"/>
                    <a:pt x="2573" y="3971"/>
                  </a:cubicBezTo>
                  <a:cubicBezTo>
                    <a:pt x="2626" y="3939"/>
                    <a:pt x="2658" y="3907"/>
                    <a:pt x="2711" y="3854"/>
                  </a:cubicBezTo>
                  <a:close/>
                  <a:moveTo>
                    <a:pt x="2573" y="3971"/>
                  </a:moveTo>
                  <a:lnTo>
                    <a:pt x="2573" y="3971"/>
                  </a:lnTo>
                  <a:cubicBezTo>
                    <a:pt x="2493" y="4040"/>
                    <a:pt x="2408" y="4125"/>
                    <a:pt x="2323" y="4210"/>
                  </a:cubicBezTo>
                  <a:cubicBezTo>
                    <a:pt x="2408" y="4141"/>
                    <a:pt x="2493" y="4056"/>
                    <a:pt x="2573" y="3971"/>
                  </a:cubicBezTo>
                  <a:close/>
                  <a:moveTo>
                    <a:pt x="2323" y="4210"/>
                  </a:moveTo>
                  <a:lnTo>
                    <a:pt x="2068" y="4428"/>
                  </a:lnTo>
                  <a:cubicBezTo>
                    <a:pt x="1968" y="4513"/>
                    <a:pt x="1867" y="4614"/>
                    <a:pt x="1749" y="4715"/>
                  </a:cubicBezTo>
                  <a:cubicBezTo>
                    <a:pt x="1733" y="4731"/>
                    <a:pt x="1701" y="4747"/>
                    <a:pt x="1685" y="4779"/>
                  </a:cubicBezTo>
                  <a:cubicBezTo>
                    <a:pt x="1665" y="4799"/>
                    <a:pt x="1632" y="4816"/>
                    <a:pt x="1616" y="4832"/>
                  </a:cubicBezTo>
                  <a:cubicBezTo>
                    <a:pt x="1515" y="4933"/>
                    <a:pt x="1414" y="5018"/>
                    <a:pt x="1313" y="5119"/>
                  </a:cubicBezTo>
                  <a:cubicBezTo>
                    <a:pt x="1414" y="5034"/>
                    <a:pt x="1515" y="4933"/>
                    <a:pt x="1616" y="4848"/>
                  </a:cubicBezTo>
                  <a:cubicBezTo>
                    <a:pt x="1648" y="4832"/>
                    <a:pt x="1665" y="4799"/>
                    <a:pt x="1701" y="4779"/>
                  </a:cubicBezTo>
                  <a:lnTo>
                    <a:pt x="1766" y="4715"/>
                  </a:lnTo>
                  <a:cubicBezTo>
                    <a:pt x="1867" y="4630"/>
                    <a:pt x="1988" y="4529"/>
                    <a:pt x="2089" y="4428"/>
                  </a:cubicBezTo>
                  <a:lnTo>
                    <a:pt x="2323" y="4210"/>
                  </a:lnTo>
                  <a:close/>
                  <a:moveTo>
                    <a:pt x="1313" y="5119"/>
                  </a:moveTo>
                  <a:lnTo>
                    <a:pt x="1313" y="5119"/>
                  </a:lnTo>
                  <a:cubicBezTo>
                    <a:pt x="1281" y="5135"/>
                    <a:pt x="1261" y="5167"/>
                    <a:pt x="1228" y="5183"/>
                  </a:cubicBezTo>
                  <a:cubicBezTo>
                    <a:pt x="1196" y="5220"/>
                    <a:pt x="1180" y="5236"/>
                    <a:pt x="1143" y="5268"/>
                  </a:cubicBezTo>
                  <a:cubicBezTo>
                    <a:pt x="1180" y="5252"/>
                    <a:pt x="1212" y="5220"/>
                    <a:pt x="1244" y="5203"/>
                  </a:cubicBezTo>
                  <a:cubicBezTo>
                    <a:pt x="1261" y="5167"/>
                    <a:pt x="1297" y="5151"/>
                    <a:pt x="1313" y="5119"/>
                  </a:cubicBezTo>
                  <a:close/>
                  <a:moveTo>
                    <a:pt x="1143" y="5268"/>
                  </a:moveTo>
                  <a:cubicBezTo>
                    <a:pt x="1095" y="5321"/>
                    <a:pt x="1026" y="5369"/>
                    <a:pt x="978" y="5422"/>
                  </a:cubicBezTo>
                  <a:cubicBezTo>
                    <a:pt x="925" y="5470"/>
                    <a:pt x="877" y="5506"/>
                    <a:pt x="824" y="5555"/>
                  </a:cubicBezTo>
                  <a:cubicBezTo>
                    <a:pt x="792" y="5587"/>
                    <a:pt x="776" y="5607"/>
                    <a:pt x="739" y="5624"/>
                  </a:cubicBezTo>
                  <a:cubicBezTo>
                    <a:pt x="723" y="5656"/>
                    <a:pt x="691" y="5672"/>
                    <a:pt x="655" y="5708"/>
                  </a:cubicBezTo>
                  <a:cubicBezTo>
                    <a:pt x="606" y="5757"/>
                    <a:pt x="537" y="5809"/>
                    <a:pt x="489" y="5858"/>
                  </a:cubicBezTo>
                  <a:lnTo>
                    <a:pt x="388" y="5943"/>
                  </a:lnTo>
                  <a:lnTo>
                    <a:pt x="251" y="6076"/>
                  </a:lnTo>
                  <a:cubicBezTo>
                    <a:pt x="303" y="6044"/>
                    <a:pt x="352" y="5991"/>
                    <a:pt x="404" y="5959"/>
                  </a:cubicBezTo>
                  <a:lnTo>
                    <a:pt x="489" y="5874"/>
                  </a:lnTo>
                  <a:cubicBezTo>
                    <a:pt x="554" y="5826"/>
                    <a:pt x="606" y="5757"/>
                    <a:pt x="675" y="5708"/>
                  </a:cubicBezTo>
                  <a:cubicBezTo>
                    <a:pt x="707" y="5688"/>
                    <a:pt x="723" y="5656"/>
                    <a:pt x="756" y="5640"/>
                  </a:cubicBezTo>
                  <a:cubicBezTo>
                    <a:pt x="776" y="5607"/>
                    <a:pt x="808" y="5587"/>
                    <a:pt x="824" y="5571"/>
                  </a:cubicBezTo>
                  <a:cubicBezTo>
                    <a:pt x="877" y="5523"/>
                    <a:pt x="925" y="5470"/>
                    <a:pt x="978" y="5438"/>
                  </a:cubicBezTo>
                  <a:cubicBezTo>
                    <a:pt x="1042" y="5369"/>
                    <a:pt x="1095" y="5321"/>
                    <a:pt x="1143" y="5268"/>
                  </a:cubicBezTo>
                  <a:close/>
                  <a:moveTo>
                    <a:pt x="251" y="6076"/>
                  </a:moveTo>
                  <a:lnTo>
                    <a:pt x="251" y="6076"/>
                  </a:lnTo>
                  <a:cubicBezTo>
                    <a:pt x="234" y="6092"/>
                    <a:pt x="218" y="6112"/>
                    <a:pt x="186" y="6129"/>
                  </a:cubicBezTo>
                  <a:cubicBezTo>
                    <a:pt x="150" y="6161"/>
                    <a:pt x="101" y="6193"/>
                    <a:pt x="69" y="6246"/>
                  </a:cubicBezTo>
                  <a:cubicBezTo>
                    <a:pt x="69" y="6262"/>
                    <a:pt x="49" y="6262"/>
                    <a:pt x="49" y="6262"/>
                  </a:cubicBezTo>
                  <a:cubicBezTo>
                    <a:pt x="0" y="6262"/>
                    <a:pt x="0" y="6262"/>
                    <a:pt x="0" y="6314"/>
                  </a:cubicBezTo>
                  <a:lnTo>
                    <a:pt x="16" y="6314"/>
                  </a:lnTo>
                  <a:cubicBezTo>
                    <a:pt x="16" y="6278"/>
                    <a:pt x="16" y="6278"/>
                    <a:pt x="49" y="6278"/>
                  </a:cubicBezTo>
                  <a:cubicBezTo>
                    <a:pt x="69" y="6262"/>
                    <a:pt x="69" y="6262"/>
                    <a:pt x="85" y="6262"/>
                  </a:cubicBezTo>
                  <a:cubicBezTo>
                    <a:pt x="117" y="6213"/>
                    <a:pt x="150" y="6177"/>
                    <a:pt x="202" y="6129"/>
                  </a:cubicBezTo>
                  <a:lnTo>
                    <a:pt x="251" y="607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0"/>
            <p:cNvSpPr/>
            <p:nvPr/>
          </p:nvSpPr>
          <p:spPr>
            <a:xfrm>
              <a:off x="1948387" y="785260"/>
              <a:ext cx="732323" cy="195869"/>
            </a:xfrm>
            <a:custGeom>
              <a:rect b="b" l="l" r="r" t="t"/>
              <a:pathLst>
                <a:path extrusionOk="0" h="1972" w="7373">
                  <a:moveTo>
                    <a:pt x="0" y="0"/>
                  </a:moveTo>
                  <a:lnTo>
                    <a:pt x="0" y="20"/>
                  </a:lnTo>
                  <a:cubicBezTo>
                    <a:pt x="33" y="20"/>
                    <a:pt x="65" y="20"/>
                    <a:pt x="117" y="36"/>
                  </a:cubicBezTo>
                  <a:cubicBezTo>
                    <a:pt x="117" y="36"/>
                    <a:pt x="134" y="53"/>
                    <a:pt x="150" y="53"/>
                  </a:cubicBezTo>
                  <a:cubicBezTo>
                    <a:pt x="267" y="85"/>
                    <a:pt x="384" y="121"/>
                    <a:pt x="505" y="137"/>
                  </a:cubicBezTo>
                  <a:cubicBezTo>
                    <a:pt x="384" y="101"/>
                    <a:pt x="267" y="69"/>
                    <a:pt x="150" y="36"/>
                  </a:cubicBezTo>
                  <a:cubicBezTo>
                    <a:pt x="134" y="36"/>
                    <a:pt x="117" y="36"/>
                    <a:pt x="117" y="20"/>
                  </a:cubicBezTo>
                  <a:cubicBezTo>
                    <a:pt x="81" y="20"/>
                    <a:pt x="33" y="0"/>
                    <a:pt x="0" y="0"/>
                  </a:cubicBezTo>
                  <a:close/>
                  <a:moveTo>
                    <a:pt x="505" y="137"/>
                  </a:moveTo>
                  <a:lnTo>
                    <a:pt x="538" y="154"/>
                  </a:lnTo>
                  <a:cubicBezTo>
                    <a:pt x="586" y="170"/>
                    <a:pt x="639" y="186"/>
                    <a:pt x="687" y="186"/>
                  </a:cubicBezTo>
                  <a:cubicBezTo>
                    <a:pt x="639" y="170"/>
                    <a:pt x="586" y="154"/>
                    <a:pt x="554" y="137"/>
                  </a:cubicBezTo>
                  <a:close/>
                  <a:moveTo>
                    <a:pt x="687" y="186"/>
                  </a:moveTo>
                  <a:lnTo>
                    <a:pt x="687" y="186"/>
                  </a:lnTo>
                  <a:cubicBezTo>
                    <a:pt x="756" y="222"/>
                    <a:pt x="824" y="238"/>
                    <a:pt x="889" y="255"/>
                  </a:cubicBezTo>
                  <a:cubicBezTo>
                    <a:pt x="974" y="271"/>
                    <a:pt x="1075" y="303"/>
                    <a:pt x="1160" y="323"/>
                  </a:cubicBezTo>
                  <a:cubicBezTo>
                    <a:pt x="1212" y="339"/>
                    <a:pt x="1261" y="356"/>
                    <a:pt x="1293" y="356"/>
                  </a:cubicBezTo>
                  <a:cubicBezTo>
                    <a:pt x="1394" y="388"/>
                    <a:pt x="1479" y="404"/>
                    <a:pt x="1564" y="424"/>
                  </a:cubicBezTo>
                  <a:cubicBezTo>
                    <a:pt x="1479" y="388"/>
                    <a:pt x="1394" y="372"/>
                    <a:pt x="1313" y="356"/>
                  </a:cubicBezTo>
                  <a:cubicBezTo>
                    <a:pt x="1261" y="339"/>
                    <a:pt x="1212" y="323"/>
                    <a:pt x="1160" y="303"/>
                  </a:cubicBezTo>
                  <a:cubicBezTo>
                    <a:pt x="1075" y="287"/>
                    <a:pt x="990" y="271"/>
                    <a:pt x="909" y="238"/>
                  </a:cubicBezTo>
                  <a:cubicBezTo>
                    <a:pt x="824" y="222"/>
                    <a:pt x="756" y="202"/>
                    <a:pt x="687" y="186"/>
                  </a:cubicBezTo>
                  <a:close/>
                  <a:moveTo>
                    <a:pt x="1564" y="424"/>
                  </a:moveTo>
                  <a:cubicBezTo>
                    <a:pt x="1596" y="440"/>
                    <a:pt x="1632" y="457"/>
                    <a:pt x="1681" y="457"/>
                  </a:cubicBezTo>
                  <a:cubicBezTo>
                    <a:pt x="1648" y="440"/>
                    <a:pt x="1596" y="424"/>
                    <a:pt x="1564" y="424"/>
                  </a:cubicBezTo>
                  <a:close/>
                  <a:moveTo>
                    <a:pt x="1798" y="489"/>
                  </a:moveTo>
                  <a:lnTo>
                    <a:pt x="1798" y="489"/>
                  </a:lnTo>
                  <a:cubicBezTo>
                    <a:pt x="1899" y="525"/>
                    <a:pt x="2000" y="558"/>
                    <a:pt x="2101" y="574"/>
                  </a:cubicBezTo>
                  <a:cubicBezTo>
                    <a:pt x="2000" y="541"/>
                    <a:pt x="1899" y="505"/>
                    <a:pt x="1798" y="489"/>
                  </a:cubicBezTo>
                  <a:close/>
                  <a:moveTo>
                    <a:pt x="2101" y="574"/>
                  </a:moveTo>
                  <a:cubicBezTo>
                    <a:pt x="2254" y="626"/>
                    <a:pt x="2424" y="659"/>
                    <a:pt x="2574" y="707"/>
                  </a:cubicBezTo>
                  <a:cubicBezTo>
                    <a:pt x="2675" y="743"/>
                    <a:pt x="2792" y="760"/>
                    <a:pt x="2909" y="792"/>
                  </a:cubicBezTo>
                  <a:cubicBezTo>
                    <a:pt x="2978" y="808"/>
                    <a:pt x="3046" y="828"/>
                    <a:pt x="3095" y="844"/>
                  </a:cubicBezTo>
                  <a:cubicBezTo>
                    <a:pt x="3180" y="877"/>
                    <a:pt x="3264" y="893"/>
                    <a:pt x="3349" y="909"/>
                  </a:cubicBezTo>
                  <a:cubicBezTo>
                    <a:pt x="3414" y="929"/>
                    <a:pt x="3466" y="945"/>
                    <a:pt x="3535" y="961"/>
                  </a:cubicBezTo>
                  <a:cubicBezTo>
                    <a:pt x="3583" y="978"/>
                    <a:pt x="3636" y="994"/>
                    <a:pt x="3684" y="1010"/>
                  </a:cubicBezTo>
                  <a:cubicBezTo>
                    <a:pt x="3753" y="1030"/>
                    <a:pt x="3818" y="1046"/>
                    <a:pt x="3886" y="1062"/>
                  </a:cubicBezTo>
                  <a:cubicBezTo>
                    <a:pt x="3971" y="1079"/>
                    <a:pt x="4040" y="1095"/>
                    <a:pt x="4121" y="1131"/>
                  </a:cubicBezTo>
                  <a:cubicBezTo>
                    <a:pt x="4274" y="1163"/>
                    <a:pt x="4424" y="1212"/>
                    <a:pt x="4577" y="1248"/>
                  </a:cubicBezTo>
                  <a:cubicBezTo>
                    <a:pt x="4678" y="1264"/>
                    <a:pt x="4779" y="1297"/>
                    <a:pt x="4864" y="1333"/>
                  </a:cubicBezTo>
                  <a:cubicBezTo>
                    <a:pt x="4965" y="1349"/>
                    <a:pt x="5066" y="1382"/>
                    <a:pt x="5167" y="1414"/>
                  </a:cubicBezTo>
                  <a:cubicBezTo>
                    <a:pt x="5268" y="1434"/>
                    <a:pt x="5369" y="1466"/>
                    <a:pt x="5454" y="1483"/>
                  </a:cubicBezTo>
                  <a:cubicBezTo>
                    <a:pt x="5535" y="1499"/>
                    <a:pt x="5619" y="1535"/>
                    <a:pt x="5704" y="1551"/>
                  </a:cubicBezTo>
                  <a:cubicBezTo>
                    <a:pt x="5789" y="1567"/>
                    <a:pt x="5858" y="1600"/>
                    <a:pt x="5939" y="1616"/>
                  </a:cubicBezTo>
                  <a:cubicBezTo>
                    <a:pt x="5991" y="1636"/>
                    <a:pt x="6040" y="1652"/>
                    <a:pt x="6092" y="1652"/>
                  </a:cubicBezTo>
                  <a:cubicBezTo>
                    <a:pt x="6225" y="1701"/>
                    <a:pt x="6363" y="1737"/>
                    <a:pt x="6496" y="1769"/>
                  </a:cubicBezTo>
                  <a:cubicBezTo>
                    <a:pt x="6581" y="1786"/>
                    <a:pt x="6666" y="1818"/>
                    <a:pt x="6747" y="1838"/>
                  </a:cubicBezTo>
                  <a:lnTo>
                    <a:pt x="6783" y="1838"/>
                  </a:lnTo>
                  <a:lnTo>
                    <a:pt x="6747" y="1818"/>
                  </a:lnTo>
                  <a:cubicBezTo>
                    <a:pt x="6666" y="1802"/>
                    <a:pt x="6581" y="1769"/>
                    <a:pt x="6496" y="1753"/>
                  </a:cubicBezTo>
                  <a:cubicBezTo>
                    <a:pt x="6379" y="1717"/>
                    <a:pt x="6242" y="1685"/>
                    <a:pt x="6108" y="1652"/>
                  </a:cubicBezTo>
                  <a:cubicBezTo>
                    <a:pt x="6040" y="1636"/>
                    <a:pt x="5991" y="1616"/>
                    <a:pt x="5939" y="1600"/>
                  </a:cubicBezTo>
                  <a:cubicBezTo>
                    <a:pt x="5874" y="1584"/>
                    <a:pt x="5789" y="1567"/>
                    <a:pt x="5720" y="1535"/>
                  </a:cubicBezTo>
                  <a:cubicBezTo>
                    <a:pt x="5636" y="1515"/>
                    <a:pt x="5555" y="1499"/>
                    <a:pt x="5470" y="1466"/>
                  </a:cubicBezTo>
                  <a:cubicBezTo>
                    <a:pt x="5369" y="1450"/>
                    <a:pt x="5268" y="1414"/>
                    <a:pt x="5167" y="1398"/>
                  </a:cubicBezTo>
                  <a:cubicBezTo>
                    <a:pt x="5066" y="1365"/>
                    <a:pt x="4965" y="1349"/>
                    <a:pt x="4880" y="1313"/>
                  </a:cubicBezTo>
                  <a:cubicBezTo>
                    <a:pt x="4779" y="1281"/>
                    <a:pt x="4678" y="1264"/>
                    <a:pt x="4577" y="1232"/>
                  </a:cubicBezTo>
                  <a:cubicBezTo>
                    <a:pt x="4424" y="1196"/>
                    <a:pt x="4274" y="1147"/>
                    <a:pt x="4121" y="1111"/>
                  </a:cubicBezTo>
                  <a:cubicBezTo>
                    <a:pt x="4056" y="1095"/>
                    <a:pt x="3971" y="1062"/>
                    <a:pt x="3886" y="1046"/>
                  </a:cubicBezTo>
                  <a:cubicBezTo>
                    <a:pt x="3818" y="1030"/>
                    <a:pt x="3753" y="1010"/>
                    <a:pt x="3684" y="994"/>
                  </a:cubicBezTo>
                  <a:cubicBezTo>
                    <a:pt x="3636" y="978"/>
                    <a:pt x="3583" y="961"/>
                    <a:pt x="3535" y="945"/>
                  </a:cubicBezTo>
                  <a:cubicBezTo>
                    <a:pt x="3466" y="929"/>
                    <a:pt x="3414" y="909"/>
                    <a:pt x="3349" y="893"/>
                  </a:cubicBezTo>
                  <a:cubicBezTo>
                    <a:pt x="3264" y="877"/>
                    <a:pt x="3180" y="860"/>
                    <a:pt x="3111" y="828"/>
                  </a:cubicBezTo>
                  <a:cubicBezTo>
                    <a:pt x="3046" y="808"/>
                    <a:pt x="2978" y="792"/>
                    <a:pt x="2909" y="776"/>
                  </a:cubicBezTo>
                  <a:cubicBezTo>
                    <a:pt x="2792" y="760"/>
                    <a:pt x="2691" y="727"/>
                    <a:pt x="2574" y="691"/>
                  </a:cubicBezTo>
                  <a:cubicBezTo>
                    <a:pt x="2424" y="642"/>
                    <a:pt x="2271" y="606"/>
                    <a:pt x="2121" y="574"/>
                  </a:cubicBezTo>
                  <a:close/>
                  <a:moveTo>
                    <a:pt x="6783" y="1838"/>
                  </a:moveTo>
                  <a:cubicBezTo>
                    <a:pt x="6900" y="1870"/>
                    <a:pt x="7017" y="1903"/>
                    <a:pt x="7134" y="1939"/>
                  </a:cubicBezTo>
                  <a:cubicBezTo>
                    <a:pt x="7203" y="1955"/>
                    <a:pt x="7272" y="1971"/>
                    <a:pt x="7373" y="1971"/>
                  </a:cubicBezTo>
                  <a:cubicBezTo>
                    <a:pt x="7288" y="1955"/>
                    <a:pt x="7203" y="1939"/>
                    <a:pt x="7151" y="1919"/>
                  </a:cubicBezTo>
                  <a:cubicBezTo>
                    <a:pt x="7017" y="1887"/>
                    <a:pt x="6900" y="1870"/>
                    <a:pt x="6783" y="18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0"/>
            <p:cNvSpPr/>
            <p:nvPr/>
          </p:nvSpPr>
          <p:spPr>
            <a:xfrm>
              <a:off x="1948387" y="771950"/>
              <a:ext cx="787349" cy="209178"/>
            </a:xfrm>
            <a:custGeom>
              <a:rect b="b" l="l" r="r" t="t"/>
              <a:pathLst>
                <a:path extrusionOk="0" h="2106" w="7927">
                  <a:moveTo>
                    <a:pt x="0" y="1"/>
                  </a:moveTo>
                  <a:lnTo>
                    <a:pt x="0" y="17"/>
                  </a:lnTo>
                  <a:cubicBezTo>
                    <a:pt x="49" y="17"/>
                    <a:pt x="101" y="33"/>
                    <a:pt x="134" y="53"/>
                  </a:cubicBezTo>
                  <a:lnTo>
                    <a:pt x="182" y="53"/>
                  </a:lnTo>
                  <a:cubicBezTo>
                    <a:pt x="166" y="33"/>
                    <a:pt x="150" y="33"/>
                    <a:pt x="134" y="33"/>
                  </a:cubicBezTo>
                  <a:cubicBezTo>
                    <a:pt x="101" y="17"/>
                    <a:pt x="49" y="1"/>
                    <a:pt x="0" y="1"/>
                  </a:cubicBezTo>
                  <a:close/>
                  <a:moveTo>
                    <a:pt x="182" y="53"/>
                  </a:moveTo>
                  <a:lnTo>
                    <a:pt x="182" y="53"/>
                  </a:lnTo>
                  <a:cubicBezTo>
                    <a:pt x="251" y="69"/>
                    <a:pt x="319" y="102"/>
                    <a:pt x="384" y="118"/>
                  </a:cubicBezTo>
                  <a:cubicBezTo>
                    <a:pt x="437" y="134"/>
                    <a:pt x="485" y="134"/>
                    <a:pt x="538" y="154"/>
                  </a:cubicBezTo>
                  <a:cubicBezTo>
                    <a:pt x="606" y="170"/>
                    <a:pt x="655" y="187"/>
                    <a:pt x="723" y="203"/>
                  </a:cubicBezTo>
                  <a:cubicBezTo>
                    <a:pt x="788" y="219"/>
                    <a:pt x="857" y="235"/>
                    <a:pt x="925" y="255"/>
                  </a:cubicBezTo>
                  <a:cubicBezTo>
                    <a:pt x="990" y="271"/>
                    <a:pt x="1075" y="304"/>
                    <a:pt x="1144" y="320"/>
                  </a:cubicBezTo>
                  <a:cubicBezTo>
                    <a:pt x="1212" y="336"/>
                    <a:pt x="1277" y="356"/>
                    <a:pt x="1362" y="372"/>
                  </a:cubicBezTo>
                  <a:cubicBezTo>
                    <a:pt x="1446" y="405"/>
                    <a:pt x="1531" y="421"/>
                    <a:pt x="1616" y="437"/>
                  </a:cubicBezTo>
                  <a:cubicBezTo>
                    <a:pt x="1531" y="405"/>
                    <a:pt x="1446" y="389"/>
                    <a:pt x="1362" y="356"/>
                  </a:cubicBezTo>
                  <a:cubicBezTo>
                    <a:pt x="1293" y="336"/>
                    <a:pt x="1212" y="320"/>
                    <a:pt x="1144" y="304"/>
                  </a:cubicBezTo>
                  <a:cubicBezTo>
                    <a:pt x="1075" y="288"/>
                    <a:pt x="990" y="271"/>
                    <a:pt x="925" y="235"/>
                  </a:cubicBezTo>
                  <a:cubicBezTo>
                    <a:pt x="857" y="219"/>
                    <a:pt x="788" y="203"/>
                    <a:pt x="723" y="187"/>
                  </a:cubicBezTo>
                  <a:cubicBezTo>
                    <a:pt x="655" y="170"/>
                    <a:pt x="606" y="154"/>
                    <a:pt x="538" y="134"/>
                  </a:cubicBezTo>
                  <a:cubicBezTo>
                    <a:pt x="485" y="134"/>
                    <a:pt x="437" y="118"/>
                    <a:pt x="384" y="102"/>
                  </a:cubicBezTo>
                  <a:cubicBezTo>
                    <a:pt x="319" y="86"/>
                    <a:pt x="251" y="69"/>
                    <a:pt x="182" y="53"/>
                  </a:cubicBezTo>
                  <a:close/>
                  <a:moveTo>
                    <a:pt x="1616" y="437"/>
                  </a:moveTo>
                  <a:lnTo>
                    <a:pt x="1616" y="437"/>
                  </a:lnTo>
                  <a:cubicBezTo>
                    <a:pt x="1681" y="457"/>
                    <a:pt x="1766" y="490"/>
                    <a:pt x="1834" y="506"/>
                  </a:cubicBezTo>
                  <a:cubicBezTo>
                    <a:pt x="1919" y="522"/>
                    <a:pt x="1984" y="538"/>
                    <a:pt x="2052" y="558"/>
                  </a:cubicBezTo>
                  <a:cubicBezTo>
                    <a:pt x="1984" y="522"/>
                    <a:pt x="1919" y="506"/>
                    <a:pt x="1850" y="490"/>
                  </a:cubicBezTo>
                  <a:cubicBezTo>
                    <a:pt x="1766" y="473"/>
                    <a:pt x="1697" y="457"/>
                    <a:pt x="1616" y="437"/>
                  </a:cubicBezTo>
                  <a:close/>
                  <a:moveTo>
                    <a:pt x="2052" y="558"/>
                  </a:moveTo>
                  <a:cubicBezTo>
                    <a:pt x="2121" y="574"/>
                    <a:pt x="2186" y="607"/>
                    <a:pt x="2254" y="623"/>
                  </a:cubicBezTo>
                  <a:cubicBezTo>
                    <a:pt x="2339" y="639"/>
                    <a:pt x="2424" y="659"/>
                    <a:pt x="2525" y="692"/>
                  </a:cubicBezTo>
                  <a:cubicBezTo>
                    <a:pt x="2590" y="708"/>
                    <a:pt x="2675" y="724"/>
                    <a:pt x="2759" y="740"/>
                  </a:cubicBezTo>
                  <a:cubicBezTo>
                    <a:pt x="2675" y="708"/>
                    <a:pt x="2590" y="692"/>
                    <a:pt x="2525" y="675"/>
                  </a:cubicBezTo>
                  <a:cubicBezTo>
                    <a:pt x="2440" y="659"/>
                    <a:pt x="2339" y="623"/>
                    <a:pt x="2254" y="607"/>
                  </a:cubicBezTo>
                  <a:cubicBezTo>
                    <a:pt x="2186" y="591"/>
                    <a:pt x="2121" y="574"/>
                    <a:pt x="2052" y="558"/>
                  </a:cubicBezTo>
                  <a:close/>
                  <a:moveTo>
                    <a:pt x="2759" y="740"/>
                  </a:moveTo>
                  <a:lnTo>
                    <a:pt x="2759" y="740"/>
                  </a:lnTo>
                  <a:cubicBezTo>
                    <a:pt x="2929" y="793"/>
                    <a:pt x="3095" y="841"/>
                    <a:pt x="3264" y="894"/>
                  </a:cubicBezTo>
                  <a:lnTo>
                    <a:pt x="3535" y="962"/>
                  </a:lnTo>
                  <a:cubicBezTo>
                    <a:pt x="3652" y="994"/>
                    <a:pt x="3769" y="1027"/>
                    <a:pt x="3886" y="1063"/>
                  </a:cubicBezTo>
                  <a:cubicBezTo>
                    <a:pt x="3955" y="1079"/>
                    <a:pt x="4020" y="1095"/>
                    <a:pt x="4088" y="1112"/>
                  </a:cubicBezTo>
                  <a:cubicBezTo>
                    <a:pt x="4173" y="1128"/>
                    <a:pt x="4258" y="1164"/>
                    <a:pt x="4343" y="1180"/>
                  </a:cubicBezTo>
                  <a:lnTo>
                    <a:pt x="4476" y="1213"/>
                  </a:lnTo>
                  <a:cubicBezTo>
                    <a:pt x="4646" y="1265"/>
                    <a:pt x="4795" y="1297"/>
                    <a:pt x="4965" y="1346"/>
                  </a:cubicBezTo>
                  <a:lnTo>
                    <a:pt x="5082" y="1382"/>
                  </a:lnTo>
                  <a:cubicBezTo>
                    <a:pt x="5232" y="1415"/>
                    <a:pt x="5385" y="1467"/>
                    <a:pt x="5535" y="1499"/>
                  </a:cubicBezTo>
                  <a:lnTo>
                    <a:pt x="5619" y="1516"/>
                  </a:lnTo>
                  <a:cubicBezTo>
                    <a:pt x="5757" y="1548"/>
                    <a:pt x="5890" y="1584"/>
                    <a:pt x="6007" y="1633"/>
                  </a:cubicBezTo>
                  <a:cubicBezTo>
                    <a:pt x="6177" y="1669"/>
                    <a:pt x="6363" y="1718"/>
                    <a:pt x="6528" y="1770"/>
                  </a:cubicBezTo>
                  <a:lnTo>
                    <a:pt x="6581" y="1786"/>
                  </a:lnTo>
                  <a:cubicBezTo>
                    <a:pt x="6646" y="1802"/>
                    <a:pt x="6714" y="1819"/>
                    <a:pt x="6783" y="1835"/>
                  </a:cubicBezTo>
                  <a:cubicBezTo>
                    <a:pt x="6916" y="1871"/>
                    <a:pt x="7050" y="1903"/>
                    <a:pt x="7187" y="1936"/>
                  </a:cubicBezTo>
                  <a:cubicBezTo>
                    <a:pt x="7050" y="1903"/>
                    <a:pt x="6916" y="1851"/>
                    <a:pt x="6783" y="1819"/>
                  </a:cubicBezTo>
                  <a:cubicBezTo>
                    <a:pt x="6714" y="1802"/>
                    <a:pt x="6646" y="1786"/>
                    <a:pt x="6581" y="1770"/>
                  </a:cubicBezTo>
                  <a:lnTo>
                    <a:pt x="6528" y="1750"/>
                  </a:lnTo>
                  <a:cubicBezTo>
                    <a:pt x="6363" y="1701"/>
                    <a:pt x="6193" y="1669"/>
                    <a:pt x="6007" y="1617"/>
                  </a:cubicBezTo>
                  <a:cubicBezTo>
                    <a:pt x="5890" y="1584"/>
                    <a:pt x="5757" y="1548"/>
                    <a:pt x="5636" y="1516"/>
                  </a:cubicBezTo>
                  <a:lnTo>
                    <a:pt x="5535" y="1483"/>
                  </a:lnTo>
                  <a:cubicBezTo>
                    <a:pt x="5385" y="1447"/>
                    <a:pt x="5232" y="1398"/>
                    <a:pt x="5082" y="1366"/>
                  </a:cubicBezTo>
                  <a:lnTo>
                    <a:pt x="4965" y="1330"/>
                  </a:lnTo>
                  <a:cubicBezTo>
                    <a:pt x="4812" y="1297"/>
                    <a:pt x="4646" y="1245"/>
                    <a:pt x="4476" y="1196"/>
                  </a:cubicBezTo>
                  <a:lnTo>
                    <a:pt x="4343" y="1164"/>
                  </a:lnTo>
                  <a:cubicBezTo>
                    <a:pt x="4258" y="1144"/>
                    <a:pt x="4173" y="1112"/>
                    <a:pt x="4088" y="1095"/>
                  </a:cubicBezTo>
                  <a:cubicBezTo>
                    <a:pt x="4020" y="1079"/>
                    <a:pt x="3955" y="1063"/>
                    <a:pt x="3886" y="1043"/>
                  </a:cubicBezTo>
                  <a:cubicBezTo>
                    <a:pt x="3769" y="1011"/>
                    <a:pt x="3652" y="978"/>
                    <a:pt x="3535" y="942"/>
                  </a:cubicBezTo>
                  <a:lnTo>
                    <a:pt x="3264" y="877"/>
                  </a:lnTo>
                  <a:cubicBezTo>
                    <a:pt x="3095" y="825"/>
                    <a:pt x="2929" y="776"/>
                    <a:pt x="2759" y="740"/>
                  </a:cubicBezTo>
                  <a:close/>
                  <a:moveTo>
                    <a:pt x="7187" y="1936"/>
                  </a:moveTo>
                  <a:lnTo>
                    <a:pt x="7187" y="1936"/>
                  </a:lnTo>
                  <a:cubicBezTo>
                    <a:pt x="7288" y="1972"/>
                    <a:pt x="7389" y="2004"/>
                    <a:pt x="7490" y="2021"/>
                  </a:cubicBezTo>
                  <a:cubicBezTo>
                    <a:pt x="7554" y="2037"/>
                    <a:pt x="7623" y="2053"/>
                    <a:pt x="7708" y="2089"/>
                  </a:cubicBezTo>
                  <a:cubicBezTo>
                    <a:pt x="7756" y="2089"/>
                    <a:pt x="7809" y="2105"/>
                    <a:pt x="7857" y="2105"/>
                  </a:cubicBezTo>
                  <a:lnTo>
                    <a:pt x="7926" y="2105"/>
                  </a:lnTo>
                  <a:cubicBezTo>
                    <a:pt x="7910" y="2105"/>
                    <a:pt x="7894" y="2089"/>
                    <a:pt x="7857" y="2089"/>
                  </a:cubicBezTo>
                  <a:cubicBezTo>
                    <a:pt x="7809" y="2089"/>
                    <a:pt x="7756" y="2089"/>
                    <a:pt x="7708" y="2073"/>
                  </a:cubicBezTo>
                  <a:cubicBezTo>
                    <a:pt x="7639" y="2053"/>
                    <a:pt x="7554" y="2037"/>
                    <a:pt x="7490" y="2004"/>
                  </a:cubicBezTo>
                  <a:cubicBezTo>
                    <a:pt x="7389" y="1988"/>
                    <a:pt x="7288" y="1952"/>
                    <a:pt x="7187" y="19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633" name="Google Shape;2633;p50"/>
          <p:cNvPicPr preferRelativeResize="0"/>
          <p:nvPr>
            <p:ph idx="2" type="pic"/>
          </p:nvPr>
        </p:nvPicPr>
        <p:blipFill rotWithShape="1">
          <a:blip r:embed="rId3">
            <a:alphaModFix/>
          </a:blip>
          <a:srcRect b="0" l="1774" r="1765" t="0"/>
          <a:stretch/>
        </p:blipFill>
        <p:spPr>
          <a:xfrm>
            <a:off x="5631475" y="394650"/>
            <a:ext cx="2799301" cy="4354202"/>
          </a:xfrm>
          <a:prstGeom prst="rect">
            <a:avLst/>
          </a:prstGeom>
        </p:spPr>
      </p:pic>
      <p:sp>
        <p:nvSpPr>
          <p:cNvPr id="2634" name="Google Shape;2634;p50"/>
          <p:cNvSpPr/>
          <p:nvPr/>
        </p:nvSpPr>
        <p:spPr>
          <a:xfrm flipH="1">
            <a:off x="4640130" y="349746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0"/>
          <p:cNvSpPr/>
          <p:nvPr/>
        </p:nvSpPr>
        <p:spPr>
          <a:xfrm flipH="1">
            <a:off x="4338565" y="3662844"/>
            <a:ext cx="301500" cy="301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0"/>
          <p:cNvSpPr/>
          <p:nvPr/>
        </p:nvSpPr>
        <p:spPr>
          <a:xfrm rot="10800000">
            <a:off x="2769140" y="4438694"/>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0"/>
          <p:cNvSpPr/>
          <p:nvPr/>
        </p:nvSpPr>
        <p:spPr>
          <a:xfrm rot="-5400000">
            <a:off x="4200659" y="830703"/>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0"/>
          <p:cNvSpPr/>
          <p:nvPr/>
        </p:nvSpPr>
        <p:spPr>
          <a:xfrm rot="-5400000">
            <a:off x="8770284" y="1206213"/>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2" name="Shape 2642"/>
        <p:cNvGrpSpPr/>
        <p:nvPr/>
      </p:nvGrpSpPr>
      <p:grpSpPr>
        <a:xfrm>
          <a:off x="0" y="0"/>
          <a:ext cx="0" cy="0"/>
          <a:chOff x="0" y="0"/>
          <a:chExt cx="0" cy="0"/>
        </a:xfrm>
      </p:grpSpPr>
      <p:sp>
        <p:nvSpPr>
          <p:cNvPr id="2643" name="Google Shape;2643;p51"/>
          <p:cNvSpPr/>
          <p:nvPr/>
        </p:nvSpPr>
        <p:spPr>
          <a:xfrm flipH="1">
            <a:off x="0" y="0"/>
            <a:ext cx="35784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4" name="Google Shape;2644;p51"/>
          <p:cNvGrpSpPr/>
          <p:nvPr/>
        </p:nvGrpSpPr>
        <p:grpSpPr>
          <a:xfrm>
            <a:off x="-85570" y="-602838"/>
            <a:ext cx="3664046" cy="5746381"/>
            <a:chOff x="456923" y="1019567"/>
            <a:chExt cx="1732327" cy="2716837"/>
          </a:xfrm>
        </p:grpSpPr>
        <p:sp>
          <p:nvSpPr>
            <p:cNvPr id="2645" name="Google Shape;2645;p51"/>
            <p:cNvSpPr/>
            <p:nvPr/>
          </p:nvSpPr>
          <p:spPr>
            <a:xfrm>
              <a:off x="1441631" y="3309803"/>
              <a:ext cx="3278" cy="61879"/>
            </a:xfrm>
            <a:custGeom>
              <a:rect b="b" l="l" r="r" t="t"/>
              <a:pathLst>
                <a:path extrusionOk="0" h="623" w="33">
                  <a:moveTo>
                    <a:pt x="16" y="1"/>
                  </a:moveTo>
                  <a:lnTo>
                    <a:pt x="0" y="17"/>
                  </a:lnTo>
                  <a:lnTo>
                    <a:pt x="0" y="607"/>
                  </a:lnTo>
                  <a:cubicBezTo>
                    <a:pt x="0" y="623"/>
                    <a:pt x="16" y="623"/>
                    <a:pt x="16" y="623"/>
                  </a:cubicBezTo>
                  <a:cubicBezTo>
                    <a:pt x="16" y="623"/>
                    <a:pt x="33" y="623"/>
                    <a:pt x="33" y="607"/>
                  </a:cubicBezTo>
                  <a:lnTo>
                    <a:pt x="33"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1"/>
            <p:cNvSpPr/>
            <p:nvPr/>
          </p:nvSpPr>
          <p:spPr>
            <a:xfrm>
              <a:off x="1765828" y="2683062"/>
              <a:ext cx="5264" cy="53437"/>
            </a:xfrm>
            <a:custGeom>
              <a:rect b="b" l="l" r="r" t="t"/>
              <a:pathLst>
                <a:path extrusionOk="0" h="538" w="53">
                  <a:moveTo>
                    <a:pt x="20" y="1"/>
                  </a:moveTo>
                  <a:cubicBezTo>
                    <a:pt x="0" y="81"/>
                    <a:pt x="0" y="182"/>
                    <a:pt x="20" y="267"/>
                  </a:cubicBezTo>
                  <a:cubicBezTo>
                    <a:pt x="20" y="352"/>
                    <a:pt x="20" y="437"/>
                    <a:pt x="0" y="522"/>
                  </a:cubicBezTo>
                  <a:lnTo>
                    <a:pt x="0" y="538"/>
                  </a:lnTo>
                  <a:lnTo>
                    <a:pt x="20" y="538"/>
                  </a:lnTo>
                  <a:lnTo>
                    <a:pt x="20" y="522"/>
                  </a:lnTo>
                  <a:cubicBezTo>
                    <a:pt x="37" y="437"/>
                    <a:pt x="37" y="352"/>
                    <a:pt x="37" y="267"/>
                  </a:cubicBezTo>
                  <a:cubicBezTo>
                    <a:pt x="37" y="182"/>
                    <a:pt x="37" y="102"/>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1"/>
            <p:cNvSpPr/>
            <p:nvPr/>
          </p:nvSpPr>
          <p:spPr>
            <a:xfrm>
              <a:off x="706130" y="1872173"/>
              <a:ext cx="4867" cy="63469"/>
            </a:xfrm>
            <a:custGeom>
              <a:rect b="b" l="l" r="r" t="t"/>
              <a:pathLst>
                <a:path extrusionOk="0" h="639" w="49">
                  <a:moveTo>
                    <a:pt x="17" y="1"/>
                  </a:moveTo>
                  <a:cubicBezTo>
                    <a:pt x="17" y="1"/>
                    <a:pt x="0" y="1"/>
                    <a:pt x="0" y="17"/>
                  </a:cubicBezTo>
                  <a:cubicBezTo>
                    <a:pt x="17" y="85"/>
                    <a:pt x="0" y="166"/>
                    <a:pt x="0" y="251"/>
                  </a:cubicBezTo>
                  <a:cubicBezTo>
                    <a:pt x="0" y="368"/>
                    <a:pt x="0" y="505"/>
                    <a:pt x="17" y="639"/>
                  </a:cubicBezTo>
                  <a:lnTo>
                    <a:pt x="49" y="639"/>
                  </a:lnTo>
                  <a:cubicBezTo>
                    <a:pt x="33" y="505"/>
                    <a:pt x="33" y="368"/>
                    <a:pt x="33" y="251"/>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1"/>
            <p:cNvSpPr/>
            <p:nvPr/>
          </p:nvSpPr>
          <p:spPr>
            <a:xfrm>
              <a:off x="1643857" y="3002094"/>
              <a:ext cx="6853" cy="68733"/>
            </a:xfrm>
            <a:custGeom>
              <a:rect b="b" l="l" r="r" t="t"/>
              <a:pathLst>
                <a:path extrusionOk="0" h="692" w="69">
                  <a:moveTo>
                    <a:pt x="37" y="0"/>
                  </a:moveTo>
                  <a:cubicBezTo>
                    <a:pt x="16" y="121"/>
                    <a:pt x="16" y="239"/>
                    <a:pt x="16" y="340"/>
                  </a:cubicBezTo>
                  <a:lnTo>
                    <a:pt x="16" y="558"/>
                  </a:lnTo>
                  <a:lnTo>
                    <a:pt x="16" y="590"/>
                  </a:lnTo>
                  <a:cubicBezTo>
                    <a:pt x="16" y="626"/>
                    <a:pt x="37" y="659"/>
                    <a:pt x="16" y="675"/>
                  </a:cubicBezTo>
                  <a:cubicBezTo>
                    <a:pt x="0" y="691"/>
                    <a:pt x="0" y="691"/>
                    <a:pt x="16" y="691"/>
                  </a:cubicBezTo>
                  <a:lnTo>
                    <a:pt x="37" y="691"/>
                  </a:lnTo>
                  <a:cubicBezTo>
                    <a:pt x="53" y="659"/>
                    <a:pt x="53" y="626"/>
                    <a:pt x="53" y="590"/>
                  </a:cubicBezTo>
                  <a:lnTo>
                    <a:pt x="53" y="558"/>
                  </a:lnTo>
                  <a:lnTo>
                    <a:pt x="53" y="340"/>
                  </a:lnTo>
                  <a:cubicBezTo>
                    <a:pt x="53" y="239"/>
                    <a:pt x="53" y="121"/>
                    <a:pt x="69" y="20"/>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1"/>
            <p:cNvSpPr/>
            <p:nvPr/>
          </p:nvSpPr>
          <p:spPr>
            <a:xfrm>
              <a:off x="1739308" y="2107673"/>
              <a:ext cx="170640" cy="389751"/>
            </a:xfrm>
            <a:custGeom>
              <a:rect b="b" l="l" r="r" t="t"/>
              <a:pathLst>
                <a:path extrusionOk="0" h="3924" w="1718">
                  <a:moveTo>
                    <a:pt x="17" y="1"/>
                  </a:moveTo>
                  <a:lnTo>
                    <a:pt x="1" y="17"/>
                  </a:lnTo>
                  <a:cubicBezTo>
                    <a:pt x="1" y="154"/>
                    <a:pt x="85" y="255"/>
                    <a:pt x="166" y="356"/>
                  </a:cubicBezTo>
                  <a:cubicBezTo>
                    <a:pt x="186" y="389"/>
                    <a:pt x="219" y="441"/>
                    <a:pt x="235" y="473"/>
                  </a:cubicBezTo>
                  <a:cubicBezTo>
                    <a:pt x="724" y="1229"/>
                    <a:pt x="1213" y="2004"/>
                    <a:pt x="1633" y="2663"/>
                  </a:cubicBezTo>
                  <a:cubicBezTo>
                    <a:pt x="1665" y="2711"/>
                    <a:pt x="1665" y="2764"/>
                    <a:pt x="1665" y="2812"/>
                  </a:cubicBezTo>
                  <a:lnTo>
                    <a:pt x="1665" y="3031"/>
                  </a:lnTo>
                  <a:lnTo>
                    <a:pt x="1665" y="3552"/>
                  </a:lnTo>
                  <a:lnTo>
                    <a:pt x="1665" y="3604"/>
                  </a:lnTo>
                  <a:cubicBezTo>
                    <a:pt x="1665" y="3705"/>
                    <a:pt x="1649" y="3806"/>
                    <a:pt x="1701" y="3907"/>
                  </a:cubicBezTo>
                  <a:lnTo>
                    <a:pt x="1717" y="3923"/>
                  </a:lnTo>
                  <a:lnTo>
                    <a:pt x="1717" y="3907"/>
                  </a:lnTo>
                  <a:cubicBezTo>
                    <a:pt x="1681" y="3806"/>
                    <a:pt x="1681" y="3705"/>
                    <a:pt x="1681" y="3604"/>
                  </a:cubicBezTo>
                  <a:cubicBezTo>
                    <a:pt x="1681" y="3588"/>
                    <a:pt x="1701" y="3572"/>
                    <a:pt x="1701" y="3552"/>
                  </a:cubicBezTo>
                  <a:lnTo>
                    <a:pt x="1701" y="3031"/>
                  </a:lnTo>
                  <a:lnTo>
                    <a:pt x="1701" y="2812"/>
                  </a:lnTo>
                  <a:cubicBezTo>
                    <a:pt x="1701" y="2764"/>
                    <a:pt x="1701" y="2711"/>
                    <a:pt x="1649" y="2643"/>
                  </a:cubicBezTo>
                  <a:cubicBezTo>
                    <a:pt x="1229" y="1988"/>
                    <a:pt x="740" y="1213"/>
                    <a:pt x="267" y="457"/>
                  </a:cubicBezTo>
                  <a:cubicBezTo>
                    <a:pt x="235" y="421"/>
                    <a:pt x="219" y="372"/>
                    <a:pt x="186" y="340"/>
                  </a:cubicBezTo>
                  <a:cubicBezTo>
                    <a:pt x="102" y="239"/>
                    <a:pt x="33" y="15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1"/>
            <p:cNvSpPr/>
            <p:nvPr/>
          </p:nvSpPr>
          <p:spPr>
            <a:xfrm>
              <a:off x="1749340" y="1674814"/>
              <a:ext cx="163787" cy="374455"/>
            </a:xfrm>
            <a:custGeom>
              <a:rect b="b" l="l" r="r" t="t"/>
              <a:pathLst>
                <a:path extrusionOk="0" h="3770" w="1649">
                  <a:moveTo>
                    <a:pt x="1" y="0"/>
                  </a:moveTo>
                  <a:lnTo>
                    <a:pt x="1" y="16"/>
                  </a:lnTo>
                  <a:cubicBezTo>
                    <a:pt x="118" y="117"/>
                    <a:pt x="186" y="255"/>
                    <a:pt x="251" y="388"/>
                  </a:cubicBezTo>
                  <a:cubicBezTo>
                    <a:pt x="267" y="420"/>
                    <a:pt x="287" y="473"/>
                    <a:pt x="304" y="505"/>
                  </a:cubicBezTo>
                  <a:cubicBezTo>
                    <a:pt x="554" y="961"/>
                    <a:pt x="809" y="1398"/>
                    <a:pt x="1043" y="1834"/>
                  </a:cubicBezTo>
                  <a:cubicBezTo>
                    <a:pt x="1213" y="2121"/>
                    <a:pt x="1362" y="2408"/>
                    <a:pt x="1532" y="2694"/>
                  </a:cubicBezTo>
                  <a:cubicBezTo>
                    <a:pt x="1580" y="2779"/>
                    <a:pt x="1616" y="2844"/>
                    <a:pt x="1564" y="2961"/>
                  </a:cubicBezTo>
                  <a:cubicBezTo>
                    <a:pt x="1532" y="3030"/>
                    <a:pt x="1548" y="3115"/>
                    <a:pt x="1548" y="3199"/>
                  </a:cubicBezTo>
                  <a:lnTo>
                    <a:pt x="1548" y="3300"/>
                  </a:lnTo>
                  <a:lnTo>
                    <a:pt x="1548" y="3365"/>
                  </a:lnTo>
                  <a:cubicBezTo>
                    <a:pt x="1548" y="3502"/>
                    <a:pt x="1548" y="3636"/>
                    <a:pt x="1600" y="3753"/>
                  </a:cubicBezTo>
                  <a:lnTo>
                    <a:pt x="1616" y="3769"/>
                  </a:lnTo>
                  <a:lnTo>
                    <a:pt x="1616" y="3753"/>
                  </a:lnTo>
                  <a:cubicBezTo>
                    <a:pt x="1580" y="3620"/>
                    <a:pt x="1580" y="3502"/>
                    <a:pt x="1580" y="3365"/>
                  </a:cubicBezTo>
                  <a:lnTo>
                    <a:pt x="1580" y="3300"/>
                  </a:lnTo>
                  <a:lnTo>
                    <a:pt x="1580" y="3183"/>
                  </a:lnTo>
                  <a:cubicBezTo>
                    <a:pt x="1564" y="3115"/>
                    <a:pt x="1564" y="3030"/>
                    <a:pt x="1580" y="2961"/>
                  </a:cubicBezTo>
                  <a:cubicBezTo>
                    <a:pt x="1649" y="2844"/>
                    <a:pt x="1600" y="2759"/>
                    <a:pt x="1548" y="2678"/>
                  </a:cubicBezTo>
                  <a:cubicBezTo>
                    <a:pt x="1398" y="2391"/>
                    <a:pt x="1229" y="2105"/>
                    <a:pt x="1075" y="1834"/>
                  </a:cubicBezTo>
                  <a:cubicBezTo>
                    <a:pt x="825" y="1398"/>
                    <a:pt x="570" y="941"/>
                    <a:pt x="336" y="489"/>
                  </a:cubicBezTo>
                  <a:cubicBezTo>
                    <a:pt x="320" y="456"/>
                    <a:pt x="287" y="420"/>
                    <a:pt x="267" y="372"/>
                  </a:cubicBezTo>
                  <a:cubicBezTo>
                    <a:pt x="203" y="255"/>
                    <a:pt x="134"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1"/>
            <p:cNvSpPr/>
            <p:nvPr/>
          </p:nvSpPr>
          <p:spPr>
            <a:xfrm>
              <a:off x="848164" y="3301360"/>
              <a:ext cx="354392" cy="229242"/>
            </a:xfrm>
            <a:custGeom>
              <a:rect b="b" l="l" r="r" t="t"/>
              <a:pathLst>
                <a:path extrusionOk="0" h="2308" w="3568">
                  <a:moveTo>
                    <a:pt x="3551" y="1"/>
                  </a:moveTo>
                  <a:lnTo>
                    <a:pt x="3519" y="17"/>
                  </a:lnTo>
                  <a:cubicBezTo>
                    <a:pt x="3063" y="154"/>
                    <a:pt x="2610" y="304"/>
                    <a:pt x="2170" y="457"/>
                  </a:cubicBezTo>
                  <a:cubicBezTo>
                    <a:pt x="1701" y="607"/>
                    <a:pt x="1229" y="760"/>
                    <a:pt x="776" y="894"/>
                  </a:cubicBezTo>
                  <a:cubicBezTo>
                    <a:pt x="554" y="978"/>
                    <a:pt x="336" y="1047"/>
                    <a:pt x="118" y="1112"/>
                  </a:cubicBezTo>
                  <a:cubicBezTo>
                    <a:pt x="69" y="1128"/>
                    <a:pt x="33" y="1164"/>
                    <a:pt x="33" y="1229"/>
                  </a:cubicBezTo>
                  <a:cubicBezTo>
                    <a:pt x="33" y="1584"/>
                    <a:pt x="33" y="1887"/>
                    <a:pt x="17" y="2174"/>
                  </a:cubicBezTo>
                  <a:cubicBezTo>
                    <a:pt x="1" y="2207"/>
                    <a:pt x="17" y="2223"/>
                    <a:pt x="17" y="2259"/>
                  </a:cubicBezTo>
                  <a:cubicBezTo>
                    <a:pt x="33" y="2275"/>
                    <a:pt x="33" y="2291"/>
                    <a:pt x="33" y="2291"/>
                  </a:cubicBezTo>
                  <a:cubicBezTo>
                    <a:pt x="33" y="2307"/>
                    <a:pt x="49" y="2307"/>
                    <a:pt x="49" y="2307"/>
                  </a:cubicBezTo>
                  <a:lnTo>
                    <a:pt x="69" y="2291"/>
                  </a:lnTo>
                  <a:cubicBezTo>
                    <a:pt x="49" y="2275"/>
                    <a:pt x="49" y="2259"/>
                    <a:pt x="49" y="2259"/>
                  </a:cubicBezTo>
                  <a:cubicBezTo>
                    <a:pt x="49" y="2223"/>
                    <a:pt x="33" y="2207"/>
                    <a:pt x="33" y="2174"/>
                  </a:cubicBezTo>
                  <a:cubicBezTo>
                    <a:pt x="49" y="1887"/>
                    <a:pt x="69" y="1584"/>
                    <a:pt x="69" y="1229"/>
                  </a:cubicBezTo>
                  <a:cubicBezTo>
                    <a:pt x="69" y="1180"/>
                    <a:pt x="85" y="1148"/>
                    <a:pt x="134" y="1128"/>
                  </a:cubicBezTo>
                  <a:cubicBezTo>
                    <a:pt x="352" y="1063"/>
                    <a:pt x="574" y="995"/>
                    <a:pt x="792" y="926"/>
                  </a:cubicBezTo>
                  <a:cubicBezTo>
                    <a:pt x="1245" y="776"/>
                    <a:pt x="1717" y="643"/>
                    <a:pt x="2170" y="473"/>
                  </a:cubicBezTo>
                  <a:cubicBezTo>
                    <a:pt x="2626" y="320"/>
                    <a:pt x="3079" y="187"/>
                    <a:pt x="3519" y="37"/>
                  </a:cubicBezTo>
                  <a:lnTo>
                    <a:pt x="3568" y="17"/>
                  </a:ln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1"/>
            <p:cNvSpPr/>
            <p:nvPr/>
          </p:nvSpPr>
          <p:spPr>
            <a:xfrm>
              <a:off x="1528640" y="1976564"/>
              <a:ext cx="192293" cy="387268"/>
            </a:xfrm>
            <a:custGeom>
              <a:rect b="b" l="l" r="r" t="t"/>
              <a:pathLst>
                <a:path extrusionOk="0" h="3899" w="1936">
                  <a:moveTo>
                    <a:pt x="22" y="1"/>
                  </a:moveTo>
                  <a:cubicBezTo>
                    <a:pt x="17" y="1"/>
                    <a:pt x="17" y="8"/>
                    <a:pt x="17" y="8"/>
                  </a:cubicBezTo>
                  <a:cubicBezTo>
                    <a:pt x="1" y="8"/>
                    <a:pt x="17" y="24"/>
                    <a:pt x="17" y="24"/>
                  </a:cubicBezTo>
                  <a:cubicBezTo>
                    <a:pt x="49" y="44"/>
                    <a:pt x="86" y="77"/>
                    <a:pt x="102" y="109"/>
                  </a:cubicBezTo>
                  <a:cubicBezTo>
                    <a:pt x="102" y="125"/>
                    <a:pt x="118" y="125"/>
                    <a:pt x="118" y="145"/>
                  </a:cubicBezTo>
                  <a:cubicBezTo>
                    <a:pt x="267" y="363"/>
                    <a:pt x="405" y="582"/>
                    <a:pt x="554" y="800"/>
                  </a:cubicBezTo>
                  <a:cubicBezTo>
                    <a:pt x="974" y="1422"/>
                    <a:pt x="1415" y="2096"/>
                    <a:pt x="1851" y="2735"/>
                  </a:cubicBezTo>
                  <a:cubicBezTo>
                    <a:pt x="1903" y="2803"/>
                    <a:pt x="1920" y="2852"/>
                    <a:pt x="1920" y="2937"/>
                  </a:cubicBezTo>
                  <a:lnTo>
                    <a:pt x="1920" y="3728"/>
                  </a:lnTo>
                  <a:lnTo>
                    <a:pt x="1920" y="3745"/>
                  </a:lnTo>
                  <a:cubicBezTo>
                    <a:pt x="1920" y="3797"/>
                    <a:pt x="1920" y="3846"/>
                    <a:pt x="1867" y="3882"/>
                  </a:cubicBezTo>
                  <a:lnTo>
                    <a:pt x="1867" y="3898"/>
                  </a:lnTo>
                  <a:lnTo>
                    <a:pt x="1903" y="3898"/>
                  </a:lnTo>
                  <a:cubicBezTo>
                    <a:pt x="1936" y="3846"/>
                    <a:pt x="1936" y="3797"/>
                    <a:pt x="1936" y="3745"/>
                  </a:cubicBezTo>
                  <a:lnTo>
                    <a:pt x="1936" y="3728"/>
                  </a:lnTo>
                  <a:lnTo>
                    <a:pt x="1936" y="2937"/>
                  </a:lnTo>
                  <a:cubicBezTo>
                    <a:pt x="1936" y="2852"/>
                    <a:pt x="1920" y="2787"/>
                    <a:pt x="1867" y="2719"/>
                  </a:cubicBezTo>
                  <a:cubicBezTo>
                    <a:pt x="1431" y="2080"/>
                    <a:pt x="995" y="1422"/>
                    <a:pt x="570" y="784"/>
                  </a:cubicBezTo>
                  <a:cubicBezTo>
                    <a:pt x="421" y="565"/>
                    <a:pt x="288" y="347"/>
                    <a:pt x="134" y="125"/>
                  </a:cubicBezTo>
                  <a:cubicBezTo>
                    <a:pt x="134" y="125"/>
                    <a:pt x="134" y="109"/>
                    <a:pt x="118" y="93"/>
                  </a:cubicBezTo>
                  <a:cubicBezTo>
                    <a:pt x="102" y="60"/>
                    <a:pt x="65" y="24"/>
                    <a:pt x="33" y="8"/>
                  </a:cubicBezTo>
                  <a:cubicBezTo>
                    <a:pt x="28" y="3"/>
                    <a:pt x="24"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1"/>
            <p:cNvSpPr/>
            <p:nvPr/>
          </p:nvSpPr>
          <p:spPr>
            <a:xfrm>
              <a:off x="787973" y="3458691"/>
              <a:ext cx="4966" cy="88797"/>
            </a:xfrm>
            <a:custGeom>
              <a:rect b="b" l="l" r="r" t="t"/>
              <a:pathLst>
                <a:path extrusionOk="0" h="894" w="50">
                  <a:moveTo>
                    <a:pt x="17" y="0"/>
                  </a:moveTo>
                  <a:cubicBezTo>
                    <a:pt x="17" y="17"/>
                    <a:pt x="1" y="17"/>
                    <a:pt x="1" y="17"/>
                  </a:cubicBezTo>
                  <a:cubicBezTo>
                    <a:pt x="33" y="150"/>
                    <a:pt x="17" y="303"/>
                    <a:pt x="17" y="437"/>
                  </a:cubicBezTo>
                  <a:lnTo>
                    <a:pt x="17" y="675"/>
                  </a:lnTo>
                  <a:lnTo>
                    <a:pt x="17" y="808"/>
                  </a:lnTo>
                  <a:lnTo>
                    <a:pt x="17" y="877"/>
                  </a:lnTo>
                  <a:lnTo>
                    <a:pt x="33" y="893"/>
                  </a:lnTo>
                  <a:lnTo>
                    <a:pt x="49" y="877"/>
                  </a:lnTo>
                  <a:lnTo>
                    <a:pt x="49" y="808"/>
                  </a:lnTo>
                  <a:lnTo>
                    <a:pt x="49" y="675"/>
                  </a:lnTo>
                  <a:lnTo>
                    <a:pt x="49" y="437"/>
                  </a:lnTo>
                  <a:cubicBezTo>
                    <a:pt x="49" y="303"/>
                    <a:pt x="49" y="150"/>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1"/>
            <p:cNvSpPr/>
            <p:nvPr/>
          </p:nvSpPr>
          <p:spPr>
            <a:xfrm>
              <a:off x="1521886" y="2181570"/>
              <a:ext cx="195869" cy="337506"/>
            </a:xfrm>
            <a:custGeom>
              <a:rect b="b" l="l" r="r" t="t"/>
              <a:pathLst>
                <a:path extrusionOk="0" h="3398" w="1972">
                  <a:moveTo>
                    <a:pt x="53" y="0"/>
                  </a:moveTo>
                  <a:lnTo>
                    <a:pt x="32" y="16"/>
                  </a:lnTo>
                  <a:cubicBezTo>
                    <a:pt x="0" y="117"/>
                    <a:pt x="0" y="251"/>
                    <a:pt x="32" y="404"/>
                  </a:cubicBezTo>
                  <a:lnTo>
                    <a:pt x="32" y="570"/>
                  </a:lnTo>
                  <a:cubicBezTo>
                    <a:pt x="16" y="687"/>
                    <a:pt x="16" y="808"/>
                    <a:pt x="117" y="925"/>
                  </a:cubicBezTo>
                  <a:cubicBezTo>
                    <a:pt x="202" y="1026"/>
                    <a:pt x="287" y="1127"/>
                    <a:pt x="356" y="1244"/>
                  </a:cubicBezTo>
                  <a:cubicBezTo>
                    <a:pt x="388" y="1293"/>
                    <a:pt x="436" y="1345"/>
                    <a:pt x="473" y="1394"/>
                  </a:cubicBezTo>
                  <a:cubicBezTo>
                    <a:pt x="909" y="2000"/>
                    <a:pt x="1265" y="2505"/>
                    <a:pt x="1600" y="2977"/>
                  </a:cubicBezTo>
                  <a:cubicBezTo>
                    <a:pt x="1648" y="3030"/>
                    <a:pt x="1685" y="3078"/>
                    <a:pt x="1717" y="3131"/>
                  </a:cubicBezTo>
                  <a:cubicBezTo>
                    <a:pt x="1769" y="3195"/>
                    <a:pt x="1818" y="3264"/>
                    <a:pt x="1870" y="3333"/>
                  </a:cubicBezTo>
                  <a:cubicBezTo>
                    <a:pt x="1887" y="3365"/>
                    <a:pt x="1903" y="3397"/>
                    <a:pt x="1951" y="3397"/>
                  </a:cubicBezTo>
                  <a:cubicBezTo>
                    <a:pt x="1971" y="3397"/>
                    <a:pt x="1971" y="3381"/>
                    <a:pt x="1971" y="3381"/>
                  </a:cubicBezTo>
                  <a:cubicBezTo>
                    <a:pt x="1971" y="3365"/>
                    <a:pt x="1951" y="3365"/>
                    <a:pt x="1951" y="3365"/>
                  </a:cubicBezTo>
                  <a:cubicBezTo>
                    <a:pt x="1919" y="3365"/>
                    <a:pt x="1903" y="3349"/>
                    <a:pt x="1887" y="3313"/>
                  </a:cubicBezTo>
                  <a:cubicBezTo>
                    <a:pt x="1834" y="3248"/>
                    <a:pt x="1786" y="3179"/>
                    <a:pt x="1733" y="3111"/>
                  </a:cubicBezTo>
                  <a:cubicBezTo>
                    <a:pt x="1701" y="3062"/>
                    <a:pt x="1669" y="3010"/>
                    <a:pt x="1632" y="2961"/>
                  </a:cubicBezTo>
                  <a:cubicBezTo>
                    <a:pt x="1297" y="2489"/>
                    <a:pt x="925" y="1984"/>
                    <a:pt x="489" y="1394"/>
                  </a:cubicBezTo>
                  <a:cubicBezTo>
                    <a:pt x="457" y="1329"/>
                    <a:pt x="420" y="1277"/>
                    <a:pt x="372" y="1228"/>
                  </a:cubicBezTo>
                  <a:cubicBezTo>
                    <a:pt x="303" y="1111"/>
                    <a:pt x="218" y="1010"/>
                    <a:pt x="133" y="909"/>
                  </a:cubicBezTo>
                  <a:cubicBezTo>
                    <a:pt x="53" y="808"/>
                    <a:pt x="53" y="687"/>
                    <a:pt x="53" y="570"/>
                  </a:cubicBezTo>
                  <a:cubicBezTo>
                    <a:pt x="69" y="521"/>
                    <a:pt x="69" y="453"/>
                    <a:pt x="53" y="384"/>
                  </a:cubicBezTo>
                  <a:cubicBezTo>
                    <a:pt x="32" y="251"/>
                    <a:pt x="32" y="133"/>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1"/>
            <p:cNvSpPr/>
            <p:nvPr/>
          </p:nvSpPr>
          <p:spPr>
            <a:xfrm>
              <a:off x="2083569" y="2671044"/>
              <a:ext cx="103596" cy="267681"/>
            </a:xfrm>
            <a:custGeom>
              <a:rect b="b" l="l" r="r" t="t"/>
              <a:pathLst>
                <a:path extrusionOk="0" h="2695" w="1043">
                  <a:moveTo>
                    <a:pt x="33" y="1"/>
                  </a:moveTo>
                  <a:cubicBezTo>
                    <a:pt x="1" y="21"/>
                    <a:pt x="1" y="69"/>
                    <a:pt x="1" y="102"/>
                  </a:cubicBezTo>
                  <a:lnTo>
                    <a:pt x="1" y="122"/>
                  </a:lnTo>
                  <a:lnTo>
                    <a:pt x="1" y="425"/>
                  </a:lnTo>
                  <a:lnTo>
                    <a:pt x="1" y="776"/>
                  </a:lnTo>
                  <a:cubicBezTo>
                    <a:pt x="1" y="845"/>
                    <a:pt x="17" y="909"/>
                    <a:pt x="53" y="962"/>
                  </a:cubicBezTo>
                  <a:cubicBezTo>
                    <a:pt x="154" y="1111"/>
                    <a:pt x="271" y="1281"/>
                    <a:pt x="372" y="1435"/>
                  </a:cubicBezTo>
                  <a:cubicBezTo>
                    <a:pt x="522" y="1685"/>
                    <a:pt x="691" y="1940"/>
                    <a:pt x="877" y="2190"/>
                  </a:cubicBezTo>
                  <a:cubicBezTo>
                    <a:pt x="978" y="2323"/>
                    <a:pt x="1011" y="2445"/>
                    <a:pt x="994" y="2594"/>
                  </a:cubicBezTo>
                  <a:cubicBezTo>
                    <a:pt x="994" y="2626"/>
                    <a:pt x="994" y="2663"/>
                    <a:pt x="978" y="2679"/>
                  </a:cubicBezTo>
                  <a:lnTo>
                    <a:pt x="978" y="2695"/>
                  </a:lnTo>
                  <a:lnTo>
                    <a:pt x="994" y="2695"/>
                  </a:lnTo>
                  <a:cubicBezTo>
                    <a:pt x="1027" y="2663"/>
                    <a:pt x="1027" y="2626"/>
                    <a:pt x="1027" y="2594"/>
                  </a:cubicBezTo>
                  <a:cubicBezTo>
                    <a:pt x="1043" y="2445"/>
                    <a:pt x="994" y="2307"/>
                    <a:pt x="893" y="2174"/>
                  </a:cubicBezTo>
                  <a:cubicBezTo>
                    <a:pt x="724" y="1919"/>
                    <a:pt x="558" y="1669"/>
                    <a:pt x="388" y="1414"/>
                  </a:cubicBezTo>
                  <a:cubicBezTo>
                    <a:pt x="287" y="1265"/>
                    <a:pt x="186" y="1095"/>
                    <a:pt x="69" y="946"/>
                  </a:cubicBezTo>
                  <a:cubicBezTo>
                    <a:pt x="33" y="893"/>
                    <a:pt x="17" y="845"/>
                    <a:pt x="33" y="776"/>
                  </a:cubicBezTo>
                  <a:lnTo>
                    <a:pt x="33" y="425"/>
                  </a:lnTo>
                  <a:lnTo>
                    <a:pt x="33" y="122"/>
                  </a:lnTo>
                  <a:lnTo>
                    <a:pt x="33" y="102"/>
                  </a:lnTo>
                  <a:cubicBezTo>
                    <a:pt x="17" y="69"/>
                    <a:pt x="17" y="37"/>
                    <a:pt x="53" y="21"/>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1"/>
            <p:cNvSpPr/>
            <p:nvPr/>
          </p:nvSpPr>
          <p:spPr>
            <a:xfrm>
              <a:off x="1765828" y="2368500"/>
              <a:ext cx="5264" cy="57112"/>
            </a:xfrm>
            <a:custGeom>
              <a:rect b="b" l="l" r="r" t="t"/>
              <a:pathLst>
                <a:path extrusionOk="0" h="575" w="53">
                  <a:moveTo>
                    <a:pt x="37" y="1"/>
                  </a:moveTo>
                  <a:cubicBezTo>
                    <a:pt x="37" y="1"/>
                    <a:pt x="20" y="1"/>
                    <a:pt x="20" y="17"/>
                  </a:cubicBezTo>
                  <a:cubicBezTo>
                    <a:pt x="0" y="118"/>
                    <a:pt x="0" y="239"/>
                    <a:pt x="20" y="356"/>
                  </a:cubicBezTo>
                  <a:lnTo>
                    <a:pt x="20" y="558"/>
                  </a:lnTo>
                  <a:cubicBezTo>
                    <a:pt x="0" y="558"/>
                    <a:pt x="20" y="574"/>
                    <a:pt x="20" y="574"/>
                  </a:cubicBezTo>
                  <a:cubicBezTo>
                    <a:pt x="37" y="574"/>
                    <a:pt x="37" y="558"/>
                    <a:pt x="37" y="558"/>
                  </a:cubicBezTo>
                  <a:lnTo>
                    <a:pt x="37" y="356"/>
                  </a:lnTo>
                  <a:cubicBezTo>
                    <a:pt x="37" y="239"/>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1"/>
            <p:cNvSpPr/>
            <p:nvPr/>
          </p:nvSpPr>
          <p:spPr>
            <a:xfrm>
              <a:off x="1287876" y="3119198"/>
              <a:ext cx="4966" cy="98828"/>
            </a:xfrm>
            <a:custGeom>
              <a:rect b="b" l="l" r="r" t="t"/>
              <a:pathLst>
                <a:path extrusionOk="0" h="995" w="50">
                  <a:moveTo>
                    <a:pt x="17" y="1"/>
                  </a:moveTo>
                  <a:cubicBezTo>
                    <a:pt x="1" y="1"/>
                    <a:pt x="1" y="1"/>
                    <a:pt x="1" y="17"/>
                  </a:cubicBezTo>
                  <a:cubicBezTo>
                    <a:pt x="33" y="187"/>
                    <a:pt x="17" y="356"/>
                    <a:pt x="17" y="522"/>
                  </a:cubicBezTo>
                  <a:lnTo>
                    <a:pt x="17" y="538"/>
                  </a:lnTo>
                  <a:cubicBezTo>
                    <a:pt x="1" y="692"/>
                    <a:pt x="1" y="841"/>
                    <a:pt x="17" y="978"/>
                  </a:cubicBezTo>
                  <a:cubicBezTo>
                    <a:pt x="17" y="995"/>
                    <a:pt x="17" y="995"/>
                    <a:pt x="33" y="995"/>
                  </a:cubicBezTo>
                  <a:lnTo>
                    <a:pt x="33" y="978"/>
                  </a:lnTo>
                  <a:cubicBezTo>
                    <a:pt x="17" y="841"/>
                    <a:pt x="33" y="692"/>
                    <a:pt x="33" y="558"/>
                  </a:cubicBezTo>
                  <a:lnTo>
                    <a:pt x="33" y="522"/>
                  </a:lnTo>
                  <a:cubicBezTo>
                    <a:pt x="49" y="356"/>
                    <a:pt x="49" y="187"/>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1"/>
            <p:cNvSpPr/>
            <p:nvPr/>
          </p:nvSpPr>
          <p:spPr>
            <a:xfrm>
              <a:off x="1419978" y="1028010"/>
              <a:ext cx="767186" cy="1407634"/>
            </a:xfrm>
            <a:custGeom>
              <a:rect b="b" l="l" r="r" t="t"/>
              <a:pathLst>
                <a:path extrusionOk="0" h="14172" w="7724">
                  <a:moveTo>
                    <a:pt x="0" y="0"/>
                  </a:moveTo>
                  <a:lnTo>
                    <a:pt x="0" y="16"/>
                  </a:lnTo>
                  <a:cubicBezTo>
                    <a:pt x="101" y="117"/>
                    <a:pt x="150" y="234"/>
                    <a:pt x="202" y="351"/>
                  </a:cubicBezTo>
                  <a:cubicBezTo>
                    <a:pt x="234" y="384"/>
                    <a:pt x="251" y="436"/>
                    <a:pt x="271" y="485"/>
                  </a:cubicBezTo>
                  <a:cubicBezTo>
                    <a:pt x="723" y="1277"/>
                    <a:pt x="1159" y="2085"/>
                    <a:pt x="1600" y="2876"/>
                  </a:cubicBezTo>
                  <a:lnTo>
                    <a:pt x="1802" y="3248"/>
                  </a:lnTo>
                  <a:cubicBezTo>
                    <a:pt x="1967" y="3551"/>
                    <a:pt x="2137" y="3870"/>
                    <a:pt x="2307" y="4173"/>
                  </a:cubicBezTo>
                  <a:cubicBezTo>
                    <a:pt x="2509" y="4524"/>
                    <a:pt x="2711" y="4896"/>
                    <a:pt x="2896" y="5252"/>
                  </a:cubicBezTo>
                  <a:cubicBezTo>
                    <a:pt x="3078" y="5555"/>
                    <a:pt x="3248" y="5874"/>
                    <a:pt x="3418" y="6177"/>
                  </a:cubicBezTo>
                  <a:cubicBezTo>
                    <a:pt x="3603" y="6512"/>
                    <a:pt x="3805" y="6867"/>
                    <a:pt x="3987" y="7219"/>
                  </a:cubicBezTo>
                  <a:cubicBezTo>
                    <a:pt x="4141" y="7490"/>
                    <a:pt x="4290" y="7756"/>
                    <a:pt x="4428" y="8011"/>
                  </a:cubicBezTo>
                  <a:cubicBezTo>
                    <a:pt x="4593" y="8314"/>
                    <a:pt x="4763" y="8633"/>
                    <a:pt x="4932" y="8936"/>
                  </a:cubicBezTo>
                  <a:cubicBezTo>
                    <a:pt x="5050" y="9170"/>
                    <a:pt x="5183" y="9408"/>
                    <a:pt x="5320" y="9627"/>
                  </a:cubicBezTo>
                  <a:cubicBezTo>
                    <a:pt x="5502" y="9962"/>
                    <a:pt x="5704" y="10317"/>
                    <a:pt x="5890" y="10669"/>
                  </a:cubicBezTo>
                  <a:cubicBezTo>
                    <a:pt x="6092" y="11040"/>
                    <a:pt x="6294" y="11412"/>
                    <a:pt x="6496" y="11764"/>
                  </a:cubicBezTo>
                  <a:cubicBezTo>
                    <a:pt x="6649" y="12050"/>
                    <a:pt x="6815" y="12353"/>
                    <a:pt x="6985" y="12656"/>
                  </a:cubicBezTo>
                  <a:lnTo>
                    <a:pt x="7053" y="12790"/>
                  </a:lnTo>
                  <a:cubicBezTo>
                    <a:pt x="7239" y="13145"/>
                    <a:pt x="7441" y="13497"/>
                    <a:pt x="7623" y="13836"/>
                  </a:cubicBezTo>
                  <a:cubicBezTo>
                    <a:pt x="7692" y="13937"/>
                    <a:pt x="7692" y="14038"/>
                    <a:pt x="7659" y="14155"/>
                  </a:cubicBezTo>
                  <a:lnTo>
                    <a:pt x="7659" y="14171"/>
                  </a:lnTo>
                  <a:lnTo>
                    <a:pt x="7675" y="14171"/>
                  </a:lnTo>
                  <a:cubicBezTo>
                    <a:pt x="7724" y="14038"/>
                    <a:pt x="7708" y="13937"/>
                    <a:pt x="7659" y="13816"/>
                  </a:cubicBezTo>
                  <a:cubicBezTo>
                    <a:pt x="7457" y="13480"/>
                    <a:pt x="7271" y="13129"/>
                    <a:pt x="7086" y="12773"/>
                  </a:cubicBezTo>
                  <a:lnTo>
                    <a:pt x="7001" y="12640"/>
                  </a:lnTo>
                  <a:cubicBezTo>
                    <a:pt x="6851" y="12337"/>
                    <a:pt x="6682" y="12050"/>
                    <a:pt x="6512" y="11747"/>
                  </a:cubicBezTo>
                  <a:cubicBezTo>
                    <a:pt x="6330" y="11392"/>
                    <a:pt x="6108" y="11024"/>
                    <a:pt x="5926" y="10653"/>
                  </a:cubicBezTo>
                  <a:cubicBezTo>
                    <a:pt x="5740" y="10301"/>
                    <a:pt x="5538" y="9946"/>
                    <a:pt x="5336" y="9610"/>
                  </a:cubicBezTo>
                  <a:cubicBezTo>
                    <a:pt x="5219" y="9392"/>
                    <a:pt x="5082" y="9154"/>
                    <a:pt x="4949" y="8920"/>
                  </a:cubicBezTo>
                  <a:cubicBezTo>
                    <a:pt x="4779" y="8617"/>
                    <a:pt x="4613" y="8298"/>
                    <a:pt x="4444" y="7995"/>
                  </a:cubicBezTo>
                  <a:cubicBezTo>
                    <a:pt x="4310" y="7740"/>
                    <a:pt x="4157" y="7473"/>
                    <a:pt x="4024" y="7203"/>
                  </a:cubicBezTo>
                  <a:cubicBezTo>
                    <a:pt x="3822" y="6867"/>
                    <a:pt x="3636" y="6512"/>
                    <a:pt x="3434" y="6161"/>
                  </a:cubicBezTo>
                  <a:cubicBezTo>
                    <a:pt x="3264" y="5858"/>
                    <a:pt x="3098" y="5555"/>
                    <a:pt x="2929" y="5231"/>
                  </a:cubicBezTo>
                  <a:cubicBezTo>
                    <a:pt x="2727" y="4880"/>
                    <a:pt x="2525" y="4508"/>
                    <a:pt x="2339" y="4157"/>
                  </a:cubicBezTo>
                  <a:cubicBezTo>
                    <a:pt x="2169" y="3854"/>
                    <a:pt x="2004" y="3551"/>
                    <a:pt x="1834" y="3232"/>
                  </a:cubicBezTo>
                  <a:lnTo>
                    <a:pt x="1616" y="2860"/>
                  </a:lnTo>
                  <a:cubicBezTo>
                    <a:pt x="1196" y="2068"/>
                    <a:pt x="739" y="1260"/>
                    <a:pt x="303" y="469"/>
                  </a:cubicBezTo>
                  <a:cubicBezTo>
                    <a:pt x="271" y="420"/>
                    <a:pt x="251" y="368"/>
                    <a:pt x="234" y="335"/>
                  </a:cubicBezTo>
                  <a:cubicBezTo>
                    <a:pt x="170" y="218"/>
                    <a:pt x="117" y="101"/>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1"/>
            <p:cNvSpPr/>
            <p:nvPr/>
          </p:nvSpPr>
          <p:spPr>
            <a:xfrm>
              <a:off x="1645446" y="1846944"/>
              <a:ext cx="3675" cy="55423"/>
            </a:xfrm>
            <a:custGeom>
              <a:rect b="b" l="l" r="r" t="t"/>
              <a:pathLst>
                <a:path extrusionOk="0" h="558" w="37">
                  <a:moveTo>
                    <a:pt x="21" y="0"/>
                  </a:moveTo>
                  <a:lnTo>
                    <a:pt x="0" y="16"/>
                  </a:lnTo>
                  <a:lnTo>
                    <a:pt x="0" y="541"/>
                  </a:lnTo>
                  <a:lnTo>
                    <a:pt x="21" y="557"/>
                  </a:lnTo>
                  <a:lnTo>
                    <a:pt x="37" y="541"/>
                  </a:lnTo>
                  <a:lnTo>
                    <a:pt x="37"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1"/>
            <p:cNvSpPr/>
            <p:nvPr/>
          </p:nvSpPr>
          <p:spPr>
            <a:xfrm>
              <a:off x="941629" y="1557611"/>
              <a:ext cx="5364" cy="70322"/>
            </a:xfrm>
            <a:custGeom>
              <a:rect b="b" l="l" r="r" t="t"/>
              <a:pathLst>
                <a:path extrusionOk="0" h="708" w="54">
                  <a:moveTo>
                    <a:pt x="17" y="0"/>
                  </a:moveTo>
                  <a:lnTo>
                    <a:pt x="17" y="21"/>
                  </a:lnTo>
                  <a:lnTo>
                    <a:pt x="17" y="271"/>
                  </a:lnTo>
                  <a:cubicBezTo>
                    <a:pt x="17" y="404"/>
                    <a:pt x="1" y="558"/>
                    <a:pt x="17" y="691"/>
                  </a:cubicBezTo>
                  <a:lnTo>
                    <a:pt x="37" y="707"/>
                  </a:lnTo>
                  <a:cubicBezTo>
                    <a:pt x="53" y="707"/>
                    <a:pt x="53" y="691"/>
                    <a:pt x="53" y="691"/>
                  </a:cubicBezTo>
                  <a:cubicBezTo>
                    <a:pt x="37" y="558"/>
                    <a:pt x="37" y="404"/>
                    <a:pt x="37" y="271"/>
                  </a:cubicBezTo>
                  <a:lnTo>
                    <a:pt x="37" y="21"/>
                  </a:lnTo>
                  <a:cubicBezTo>
                    <a:pt x="37" y="0"/>
                    <a:pt x="3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1"/>
            <p:cNvSpPr/>
            <p:nvPr/>
          </p:nvSpPr>
          <p:spPr>
            <a:xfrm>
              <a:off x="1416701" y="2650980"/>
              <a:ext cx="80354" cy="83930"/>
            </a:xfrm>
            <a:custGeom>
              <a:rect b="b" l="l" r="r" t="t"/>
              <a:pathLst>
                <a:path extrusionOk="0" h="845" w="809">
                  <a:moveTo>
                    <a:pt x="17" y="1"/>
                  </a:moveTo>
                  <a:cubicBezTo>
                    <a:pt x="1" y="1"/>
                    <a:pt x="1" y="21"/>
                    <a:pt x="1" y="21"/>
                  </a:cubicBezTo>
                  <a:cubicBezTo>
                    <a:pt x="1" y="37"/>
                    <a:pt x="1" y="37"/>
                    <a:pt x="17" y="37"/>
                  </a:cubicBezTo>
                  <a:cubicBezTo>
                    <a:pt x="65" y="37"/>
                    <a:pt x="82" y="69"/>
                    <a:pt x="118" y="102"/>
                  </a:cubicBezTo>
                  <a:cubicBezTo>
                    <a:pt x="183" y="186"/>
                    <a:pt x="267" y="287"/>
                    <a:pt x="352" y="372"/>
                  </a:cubicBezTo>
                  <a:cubicBezTo>
                    <a:pt x="453" y="489"/>
                    <a:pt x="554" y="606"/>
                    <a:pt x="639" y="728"/>
                  </a:cubicBezTo>
                  <a:cubicBezTo>
                    <a:pt x="671" y="776"/>
                    <a:pt x="708" y="829"/>
                    <a:pt x="788" y="845"/>
                  </a:cubicBezTo>
                  <a:cubicBezTo>
                    <a:pt x="788" y="845"/>
                    <a:pt x="809" y="845"/>
                    <a:pt x="809" y="829"/>
                  </a:cubicBezTo>
                  <a:cubicBezTo>
                    <a:pt x="809" y="829"/>
                    <a:pt x="788" y="829"/>
                    <a:pt x="788" y="808"/>
                  </a:cubicBezTo>
                  <a:cubicBezTo>
                    <a:pt x="724" y="808"/>
                    <a:pt x="687" y="760"/>
                    <a:pt x="655" y="707"/>
                  </a:cubicBezTo>
                  <a:cubicBezTo>
                    <a:pt x="570" y="590"/>
                    <a:pt x="469" y="473"/>
                    <a:pt x="368" y="356"/>
                  </a:cubicBezTo>
                  <a:cubicBezTo>
                    <a:pt x="284" y="271"/>
                    <a:pt x="203" y="170"/>
                    <a:pt x="134" y="85"/>
                  </a:cubicBezTo>
                  <a:cubicBezTo>
                    <a:pt x="102" y="5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1"/>
            <p:cNvSpPr/>
            <p:nvPr/>
          </p:nvSpPr>
          <p:spPr>
            <a:xfrm>
              <a:off x="980167" y="3064272"/>
              <a:ext cx="5364" cy="91975"/>
            </a:xfrm>
            <a:custGeom>
              <a:rect b="b" l="l" r="r" t="t"/>
              <a:pathLst>
                <a:path extrusionOk="0" h="926" w="54">
                  <a:moveTo>
                    <a:pt x="17" y="0"/>
                  </a:moveTo>
                  <a:cubicBezTo>
                    <a:pt x="1" y="0"/>
                    <a:pt x="1" y="0"/>
                    <a:pt x="1" y="17"/>
                  </a:cubicBezTo>
                  <a:cubicBezTo>
                    <a:pt x="33" y="81"/>
                    <a:pt x="17" y="166"/>
                    <a:pt x="17" y="251"/>
                  </a:cubicBezTo>
                  <a:cubicBezTo>
                    <a:pt x="1" y="303"/>
                    <a:pt x="1" y="352"/>
                    <a:pt x="1" y="421"/>
                  </a:cubicBezTo>
                  <a:lnTo>
                    <a:pt x="1" y="606"/>
                  </a:lnTo>
                  <a:cubicBezTo>
                    <a:pt x="1" y="707"/>
                    <a:pt x="1" y="808"/>
                    <a:pt x="17" y="909"/>
                  </a:cubicBezTo>
                  <a:cubicBezTo>
                    <a:pt x="17" y="925"/>
                    <a:pt x="17" y="925"/>
                    <a:pt x="33" y="925"/>
                  </a:cubicBezTo>
                  <a:cubicBezTo>
                    <a:pt x="33" y="925"/>
                    <a:pt x="53" y="925"/>
                    <a:pt x="53" y="909"/>
                  </a:cubicBezTo>
                  <a:cubicBezTo>
                    <a:pt x="17" y="808"/>
                    <a:pt x="33" y="707"/>
                    <a:pt x="33" y="606"/>
                  </a:cubicBezTo>
                  <a:lnTo>
                    <a:pt x="33" y="421"/>
                  </a:lnTo>
                  <a:lnTo>
                    <a:pt x="33" y="251"/>
                  </a:lnTo>
                  <a:cubicBezTo>
                    <a:pt x="53" y="166"/>
                    <a:pt x="53" y="81"/>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1"/>
            <p:cNvSpPr/>
            <p:nvPr/>
          </p:nvSpPr>
          <p:spPr>
            <a:xfrm>
              <a:off x="1739308" y="2438723"/>
              <a:ext cx="169051" cy="356378"/>
            </a:xfrm>
            <a:custGeom>
              <a:rect b="b" l="l" r="r" t="t"/>
              <a:pathLst>
                <a:path extrusionOk="0" h="3588" w="1702">
                  <a:moveTo>
                    <a:pt x="1" y="1"/>
                  </a:moveTo>
                  <a:lnTo>
                    <a:pt x="1" y="17"/>
                  </a:lnTo>
                  <a:cubicBezTo>
                    <a:pt x="17" y="118"/>
                    <a:pt x="65" y="203"/>
                    <a:pt x="134" y="287"/>
                  </a:cubicBezTo>
                  <a:cubicBezTo>
                    <a:pt x="134" y="287"/>
                    <a:pt x="150" y="304"/>
                    <a:pt x="150" y="320"/>
                  </a:cubicBezTo>
                  <a:cubicBezTo>
                    <a:pt x="554" y="861"/>
                    <a:pt x="926" y="1414"/>
                    <a:pt x="1277" y="1919"/>
                  </a:cubicBezTo>
                  <a:cubicBezTo>
                    <a:pt x="1314" y="1988"/>
                    <a:pt x="1362" y="2037"/>
                    <a:pt x="1415" y="2089"/>
                  </a:cubicBezTo>
                  <a:cubicBezTo>
                    <a:pt x="1516" y="2222"/>
                    <a:pt x="1616" y="2360"/>
                    <a:pt x="1649" y="2525"/>
                  </a:cubicBezTo>
                  <a:cubicBezTo>
                    <a:pt x="1665" y="2663"/>
                    <a:pt x="1665" y="2812"/>
                    <a:pt x="1665" y="2945"/>
                  </a:cubicBezTo>
                  <a:cubicBezTo>
                    <a:pt x="1665" y="3014"/>
                    <a:pt x="1649" y="3083"/>
                    <a:pt x="1649" y="3147"/>
                  </a:cubicBezTo>
                  <a:cubicBezTo>
                    <a:pt x="1649" y="3168"/>
                    <a:pt x="1649" y="3184"/>
                    <a:pt x="1665" y="3200"/>
                  </a:cubicBezTo>
                  <a:cubicBezTo>
                    <a:pt x="1665" y="3232"/>
                    <a:pt x="1665" y="3269"/>
                    <a:pt x="1649" y="3285"/>
                  </a:cubicBezTo>
                  <a:cubicBezTo>
                    <a:pt x="1616" y="3370"/>
                    <a:pt x="1633" y="3434"/>
                    <a:pt x="1649" y="3519"/>
                  </a:cubicBezTo>
                  <a:cubicBezTo>
                    <a:pt x="1665" y="3535"/>
                    <a:pt x="1665" y="3551"/>
                    <a:pt x="1665" y="3572"/>
                  </a:cubicBezTo>
                  <a:cubicBezTo>
                    <a:pt x="1665" y="3588"/>
                    <a:pt x="1681" y="3588"/>
                    <a:pt x="1681" y="3588"/>
                  </a:cubicBezTo>
                  <a:cubicBezTo>
                    <a:pt x="1701" y="3588"/>
                    <a:pt x="1701" y="3588"/>
                    <a:pt x="1701" y="3572"/>
                  </a:cubicBezTo>
                  <a:cubicBezTo>
                    <a:pt x="1681" y="3551"/>
                    <a:pt x="1681" y="3519"/>
                    <a:pt x="1681" y="3503"/>
                  </a:cubicBezTo>
                  <a:cubicBezTo>
                    <a:pt x="1665" y="3434"/>
                    <a:pt x="1649" y="3370"/>
                    <a:pt x="1681" y="3301"/>
                  </a:cubicBezTo>
                  <a:cubicBezTo>
                    <a:pt x="1701" y="3269"/>
                    <a:pt x="1681" y="3232"/>
                    <a:pt x="1681" y="3184"/>
                  </a:cubicBezTo>
                  <a:lnTo>
                    <a:pt x="1681" y="3147"/>
                  </a:lnTo>
                  <a:lnTo>
                    <a:pt x="1681" y="2945"/>
                  </a:lnTo>
                  <a:cubicBezTo>
                    <a:pt x="1701" y="2812"/>
                    <a:pt x="1701" y="2663"/>
                    <a:pt x="1681" y="2525"/>
                  </a:cubicBezTo>
                  <a:cubicBezTo>
                    <a:pt x="1649" y="2340"/>
                    <a:pt x="1532" y="2206"/>
                    <a:pt x="1431" y="2073"/>
                  </a:cubicBezTo>
                  <a:cubicBezTo>
                    <a:pt x="1378" y="2020"/>
                    <a:pt x="1330" y="1972"/>
                    <a:pt x="1297" y="1903"/>
                  </a:cubicBezTo>
                  <a:cubicBezTo>
                    <a:pt x="958" y="1398"/>
                    <a:pt x="570" y="861"/>
                    <a:pt x="166" y="304"/>
                  </a:cubicBezTo>
                  <a:cubicBezTo>
                    <a:pt x="166" y="287"/>
                    <a:pt x="166" y="271"/>
                    <a:pt x="150" y="271"/>
                  </a:cubicBezTo>
                  <a:cubicBezTo>
                    <a:pt x="85" y="186"/>
                    <a:pt x="33" y="10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1"/>
            <p:cNvSpPr/>
            <p:nvPr/>
          </p:nvSpPr>
          <p:spPr>
            <a:xfrm>
              <a:off x="1291154" y="2428691"/>
              <a:ext cx="5264" cy="85519"/>
            </a:xfrm>
            <a:custGeom>
              <a:rect b="b" l="l" r="r" t="t"/>
              <a:pathLst>
                <a:path extrusionOk="0" h="861" w="53">
                  <a:moveTo>
                    <a:pt x="0" y="1"/>
                  </a:moveTo>
                  <a:lnTo>
                    <a:pt x="0" y="17"/>
                  </a:lnTo>
                  <a:cubicBezTo>
                    <a:pt x="16" y="170"/>
                    <a:pt x="16" y="340"/>
                    <a:pt x="0" y="489"/>
                  </a:cubicBezTo>
                  <a:lnTo>
                    <a:pt x="0" y="542"/>
                  </a:lnTo>
                  <a:lnTo>
                    <a:pt x="0" y="861"/>
                  </a:lnTo>
                  <a:lnTo>
                    <a:pt x="33" y="861"/>
                  </a:lnTo>
                  <a:cubicBezTo>
                    <a:pt x="16" y="760"/>
                    <a:pt x="16" y="659"/>
                    <a:pt x="33" y="542"/>
                  </a:cubicBezTo>
                  <a:lnTo>
                    <a:pt x="33" y="489"/>
                  </a:lnTo>
                  <a:cubicBezTo>
                    <a:pt x="33" y="340"/>
                    <a:pt x="53" y="170"/>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1"/>
            <p:cNvSpPr/>
            <p:nvPr/>
          </p:nvSpPr>
          <p:spPr>
            <a:xfrm>
              <a:off x="1841216" y="2319930"/>
              <a:ext cx="4966" cy="65554"/>
            </a:xfrm>
            <a:custGeom>
              <a:rect b="b" l="l" r="r" t="t"/>
              <a:pathLst>
                <a:path extrusionOk="0" h="660" w="50">
                  <a:moveTo>
                    <a:pt x="33" y="1"/>
                  </a:moveTo>
                  <a:cubicBezTo>
                    <a:pt x="33" y="1"/>
                    <a:pt x="17" y="1"/>
                    <a:pt x="17" y="21"/>
                  </a:cubicBezTo>
                  <a:cubicBezTo>
                    <a:pt x="1" y="102"/>
                    <a:pt x="1" y="203"/>
                    <a:pt x="1" y="304"/>
                  </a:cubicBezTo>
                  <a:cubicBezTo>
                    <a:pt x="17" y="372"/>
                    <a:pt x="17" y="425"/>
                    <a:pt x="1" y="490"/>
                  </a:cubicBezTo>
                  <a:cubicBezTo>
                    <a:pt x="1" y="506"/>
                    <a:pt x="1" y="526"/>
                    <a:pt x="17" y="542"/>
                  </a:cubicBezTo>
                  <a:cubicBezTo>
                    <a:pt x="17" y="574"/>
                    <a:pt x="17" y="607"/>
                    <a:pt x="1" y="627"/>
                  </a:cubicBezTo>
                  <a:lnTo>
                    <a:pt x="1" y="643"/>
                  </a:lnTo>
                  <a:lnTo>
                    <a:pt x="1" y="659"/>
                  </a:lnTo>
                  <a:lnTo>
                    <a:pt x="17" y="643"/>
                  </a:lnTo>
                  <a:cubicBezTo>
                    <a:pt x="33" y="607"/>
                    <a:pt x="33" y="574"/>
                    <a:pt x="33" y="542"/>
                  </a:cubicBezTo>
                  <a:lnTo>
                    <a:pt x="33" y="490"/>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1"/>
            <p:cNvSpPr/>
            <p:nvPr/>
          </p:nvSpPr>
          <p:spPr>
            <a:xfrm>
              <a:off x="704540" y="2697961"/>
              <a:ext cx="1689" cy="70322"/>
            </a:xfrm>
            <a:custGeom>
              <a:rect b="b" l="l" r="r" t="t"/>
              <a:pathLst>
                <a:path extrusionOk="0" h="708" w="17">
                  <a:moveTo>
                    <a:pt x="16" y="0"/>
                  </a:moveTo>
                  <a:cubicBezTo>
                    <a:pt x="0" y="0"/>
                    <a:pt x="0" y="16"/>
                    <a:pt x="0" y="16"/>
                  </a:cubicBezTo>
                  <a:lnTo>
                    <a:pt x="0" y="691"/>
                  </a:lnTo>
                  <a:cubicBezTo>
                    <a:pt x="0" y="707"/>
                    <a:pt x="0" y="707"/>
                    <a:pt x="16" y="707"/>
                  </a:cubicBezTo>
                  <a:lnTo>
                    <a:pt x="16" y="691"/>
                  </a:lnTo>
                  <a:lnTo>
                    <a:pt x="16" y="16"/>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1"/>
            <p:cNvSpPr/>
            <p:nvPr/>
          </p:nvSpPr>
          <p:spPr>
            <a:xfrm>
              <a:off x="1035591" y="3545799"/>
              <a:ext cx="4867" cy="98332"/>
            </a:xfrm>
            <a:custGeom>
              <a:rect b="b" l="l" r="r" t="t"/>
              <a:pathLst>
                <a:path extrusionOk="0" h="990" w="49">
                  <a:moveTo>
                    <a:pt x="16" y="0"/>
                  </a:moveTo>
                  <a:cubicBezTo>
                    <a:pt x="0" y="0"/>
                    <a:pt x="0" y="0"/>
                    <a:pt x="0" y="16"/>
                  </a:cubicBezTo>
                  <a:cubicBezTo>
                    <a:pt x="32" y="234"/>
                    <a:pt x="16" y="469"/>
                    <a:pt x="16" y="687"/>
                  </a:cubicBezTo>
                  <a:cubicBezTo>
                    <a:pt x="0" y="723"/>
                    <a:pt x="16" y="772"/>
                    <a:pt x="16" y="824"/>
                  </a:cubicBezTo>
                  <a:lnTo>
                    <a:pt x="16" y="974"/>
                  </a:lnTo>
                  <a:cubicBezTo>
                    <a:pt x="16" y="990"/>
                    <a:pt x="16" y="990"/>
                    <a:pt x="32" y="990"/>
                  </a:cubicBezTo>
                  <a:cubicBezTo>
                    <a:pt x="49" y="925"/>
                    <a:pt x="49" y="873"/>
                    <a:pt x="32" y="824"/>
                  </a:cubicBezTo>
                  <a:lnTo>
                    <a:pt x="32" y="687"/>
                  </a:lnTo>
                  <a:cubicBezTo>
                    <a:pt x="49" y="469"/>
                    <a:pt x="49" y="234"/>
                    <a:pt x="32" y="16"/>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1"/>
            <p:cNvSpPr/>
            <p:nvPr/>
          </p:nvSpPr>
          <p:spPr>
            <a:xfrm>
              <a:off x="1765828" y="2838407"/>
              <a:ext cx="5264" cy="53437"/>
            </a:xfrm>
            <a:custGeom>
              <a:rect b="b" l="l" r="r" t="t"/>
              <a:pathLst>
                <a:path extrusionOk="0" h="538" w="53">
                  <a:moveTo>
                    <a:pt x="20" y="0"/>
                  </a:moveTo>
                  <a:cubicBezTo>
                    <a:pt x="0" y="101"/>
                    <a:pt x="0" y="186"/>
                    <a:pt x="20" y="271"/>
                  </a:cubicBezTo>
                  <a:cubicBezTo>
                    <a:pt x="20" y="356"/>
                    <a:pt x="20" y="436"/>
                    <a:pt x="0" y="521"/>
                  </a:cubicBezTo>
                  <a:lnTo>
                    <a:pt x="0" y="537"/>
                  </a:lnTo>
                  <a:lnTo>
                    <a:pt x="20" y="537"/>
                  </a:lnTo>
                  <a:lnTo>
                    <a:pt x="20" y="521"/>
                  </a:lnTo>
                  <a:cubicBezTo>
                    <a:pt x="37" y="436"/>
                    <a:pt x="37" y="356"/>
                    <a:pt x="37" y="271"/>
                  </a:cubicBezTo>
                  <a:cubicBezTo>
                    <a:pt x="37" y="186"/>
                    <a:pt x="37" y="101"/>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1"/>
            <p:cNvSpPr/>
            <p:nvPr/>
          </p:nvSpPr>
          <p:spPr>
            <a:xfrm>
              <a:off x="1381440" y="2560694"/>
              <a:ext cx="5264" cy="92372"/>
            </a:xfrm>
            <a:custGeom>
              <a:rect b="b" l="l" r="r" t="t"/>
              <a:pathLst>
                <a:path extrusionOk="0" h="930" w="53">
                  <a:moveTo>
                    <a:pt x="16" y="1"/>
                  </a:moveTo>
                  <a:cubicBezTo>
                    <a:pt x="0" y="1"/>
                    <a:pt x="0" y="1"/>
                    <a:pt x="0" y="21"/>
                  </a:cubicBezTo>
                  <a:cubicBezTo>
                    <a:pt x="16" y="138"/>
                    <a:pt x="16" y="271"/>
                    <a:pt x="16" y="388"/>
                  </a:cubicBezTo>
                  <a:lnTo>
                    <a:pt x="16" y="607"/>
                  </a:lnTo>
                  <a:lnTo>
                    <a:pt x="16" y="809"/>
                  </a:lnTo>
                  <a:lnTo>
                    <a:pt x="16" y="910"/>
                  </a:lnTo>
                  <a:cubicBezTo>
                    <a:pt x="16" y="930"/>
                    <a:pt x="16" y="930"/>
                    <a:pt x="33" y="930"/>
                  </a:cubicBezTo>
                  <a:cubicBezTo>
                    <a:pt x="33" y="930"/>
                    <a:pt x="53" y="930"/>
                    <a:pt x="53" y="910"/>
                  </a:cubicBezTo>
                  <a:lnTo>
                    <a:pt x="53" y="829"/>
                  </a:lnTo>
                  <a:cubicBezTo>
                    <a:pt x="53" y="744"/>
                    <a:pt x="53" y="675"/>
                    <a:pt x="33" y="607"/>
                  </a:cubicBezTo>
                  <a:cubicBezTo>
                    <a:pt x="33" y="542"/>
                    <a:pt x="33" y="457"/>
                    <a:pt x="53" y="388"/>
                  </a:cubicBezTo>
                  <a:cubicBezTo>
                    <a:pt x="53" y="271"/>
                    <a:pt x="53"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1"/>
            <p:cNvSpPr/>
            <p:nvPr/>
          </p:nvSpPr>
          <p:spPr>
            <a:xfrm>
              <a:off x="1735732" y="3216338"/>
              <a:ext cx="172627" cy="284169"/>
            </a:xfrm>
            <a:custGeom>
              <a:rect b="b" l="l" r="r" t="t"/>
              <a:pathLst>
                <a:path extrusionOk="0" h="2861" w="1738">
                  <a:moveTo>
                    <a:pt x="20" y="0"/>
                  </a:moveTo>
                  <a:cubicBezTo>
                    <a:pt x="0" y="0"/>
                    <a:pt x="0" y="17"/>
                    <a:pt x="0" y="17"/>
                  </a:cubicBezTo>
                  <a:cubicBezTo>
                    <a:pt x="0" y="101"/>
                    <a:pt x="53" y="150"/>
                    <a:pt x="101" y="202"/>
                  </a:cubicBezTo>
                  <a:cubicBezTo>
                    <a:pt x="121" y="219"/>
                    <a:pt x="138" y="235"/>
                    <a:pt x="154" y="235"/>
                  </a:cubicBezTo>
                  <a:cubicBezTo>
                    <a:pt x="222" y="320"/>
                    <a:pt x="303" y="388"/>
                    <a:pt x="372" y="469"/>
                  </a:cubicBezTo>
                  <a:cubicBezTo>
                    <a:pt x="675" y="792"/>
                    <a:pt x="994" y="1127"/>
                    <a:pt x="1297" y="1479"/>
                  </a:cubicBezTo>
                  <a:cubicBezTo>
                    <a:pt x="1333" y="1515"/>
                    <a:pt x="1382" y="1564"/>
                    <a:pt x="1414" y="1600"/>
                  </a:cubicBezTo>
                  <a:cubicBezTo>
                    <a:pt x="1483" y="1665"/>
                    <a:pt x="1552" y="1733"/>
                    <a:pt x="1600" y="1802"/>
                  </a:cubicBezTo>
                  <a:cubicBezTo>
                    <a:pt x="1616" y="1818"/>
                    <a:pt x="1616" y="1818"/>
                    <a:pt x="1636" y="1834"/>
                  </a:cubicBezTo>
                  <a:cubicBezTo>
                    <a:pt x="1669" y="1867"/>
                    <a:pt x="1701" y="1903"/>
                    <a:pt x="1701" y="1952"/>
                  </a:cubicBezTo>
                  <a:cubicBezTo>
                    <a:pt x="1685" y="2121"/>
                    <a:pt x="1685" y="2287"/>
                    <a:pt x="1685" y="2440"/>
                  </a:cubicBezTo>
                  <a:cubicBezTo>
                    <a:pt x="1685" y="2541"/>
                    <a:pt x="1701" y="2642"/>
                    <a:pt x="1685" y="2727"/>
                  </a:cubicBezTo>
                  <a:cubicBezTo>
                    <a:pt x="1685" y="2760"/>
                    <a:pt x="1685" y="2812"/>
                    <a:pt x="1669" y="2844"/>
                  </a:cubicBezTo>
                  <a:lnTo>
                    <a:pt x="1669" y="2861"/>
                  </a:lnTo>
                  <a:lnTo>
                    <a:pt x="1685" y="2861"/>
                  </a:lnTo>
                  <a:cubicBezTo>
                    <a:pt x="1717" y="2812"/>
                    <a:pt x="1717" y="2776"/>
                    <a:pt x="1717" y="2727"/>
                  </a:cubicBezTo>
                  <a:lnTo>
                    <a:pt x="1717" y="2440"/>
                  </a:lnTo>
                  <a:cubicBezTo>
                    <a:pt x="1717" y="2287"/>
                    <a:pt x="1717" y="2121"/>
                    <a:pt x="1737" y="1968"/>
                  </a:cubicBezTo>
                  <a:cubicBezTo>
                    <a:pt x="1737" y="1903"/>
                    <a:pt x="1701" y="1851"/>
                    <a:pt x="1652" y="1818"/>
                  </a:cubicBezTo>
                  <a:lnTo>
                    <a:pt x="1616" y="1782"/>
                  </a:lnTo>
                  <a:cubicBezTo>
                    <a:pt x="1568" y="1717"/>
                    <a:pt x="1499" y="1649"/>
                    <a:pt x="1434" y="1580"/>
                  </a:cubicBezTo>
                  <a:cubicBezTo>
                    <a:pt x="1398" y="1548"/>
                    <a:pt x="1366" y="1499"/>
                    <a:pt x="1313" y="1463"/>
                  </a:cubicBezTo>
                  <a:cubicBezTo>
                    <a:pt x="1010" y="1111"/>
                    <a:pt x="691" y="772"/>
                    <a:pt x="388" y="453"/>
                  </a:cubicBezTo>
                  <a:cubicBezTo>
                    <a:pt x="323" y="368"/>
                    <a:pt x="239" y="303"/>
                    <a:pt x="170" y="219"/>
                  </a:cubicBezTo>
                  <a:cubicBezTo>
                    <a:pt x="154" y="202"/>
                    <a:pt x="138" y="202"/>
                    <a:pt x="121" y="186"/>
                  </a:cubicBezTo>
                  <a:cubicBezTo>
                    <a:pt x="69" y="134"/>
                    <a:pt x="37" y="85"/>
                    <a:pt x="37" y="17"/>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1"/>
            <p:cNvSpPr/>
            <p:nvPr/>
          </p:nvSpPr>
          <p:spPr>
            <a:xfrm>
              <a:off x="856607" y="1937132"/>
              <a:ext cx="355981" cy="279401"/>
            </a:xfrm>
            <a:custGeom>
              <a:rect b="b" l="l" r="r" t="t"/>
              <a:pathLst>
                <a:path extrusionOk="0" h="2813" w="3584">
                  <a:moveTo>
                    <a:pt x="3535" y="1"/>
                  </a:moveTo>
                  <a:lnTo>
                    <a:pt x="3535" y="17"/>
                  </a:lnTo>
                  <a:cubicBezTo>
                    <a:pt x="3551" y="37"/>
                    <a:pt x="3551" y="53"/>
                    <a:pt x="3551" y="86"/>
                  </a:cubicBezTo>
                  <a:lnTo>
                    <a:pt x="3551" y="102"/>
                  </a:lnTo>
                  <a:lnTo>
                    <a:pt x="3551" y="320"/>
                  </a:lnTo>
                  <a:lnTo>
                    <a:pt x="3551" y="946"/>
                  </a:lnTo>
                  <a:cubicBezTo>
                    <a:pt x="3567" y="995"/>
                    <a:pt x="3551" y="1027"/>
                    <a:pt x="3483" y="1063"/>
                  </a:cubicBezTo>
                  <a:cubicBezTo>
                    <a:pt x="3180" y="1213"/>
                    <a:pt x="2860" y="1383"/>
                    <a:pt x="2557" y="1532"/>
                  </a:cubicBezTo>
                  <a:cubicBezTo>
                    <a:pt x="2339" y="1633"/>
                    <a:pt x="2121" y="1754"/>
                    <a:pt x="1903" y="1855"/>
                  </a:cubicBezTo>
                  <a:cubicBezTo>
                    <a:pt x="1531" y="2037"/>
                    <a:pt x="1144" y="2223"/>
                    <a:pt x="792" y="2409"/>
                  </a:cubicBezTo>
                  <a:lnTo>
                    <a:pt x="505" y="2542"/>
                  </a:lnTo>
                  <a:cubicBezTo>
                    <a:pt x="404" y="2611"/>
                    <a:pt x="287" y="2663"/>
                    <a:pt x="166" y="2712"/>
                  </a:cubicBezTo>
                  <a:lnTo>
                    <a:pt x="17" y="2796"/>
                  </a:lnTo>
                  <a:cubicBezTo>
                    <a:pt x="0" y="2796"/>
                    <a:pt x="0" y="2796"/>
                    <a:pt x="0" y="2813"/>
                  </a:cubicBezTo>
                  <a:lnTo>
                    <a:pt x="17" y="2813"/>
                  </a:lnTo>
                  <a:lnTo>
                    <a:pt x="186" y="2744"/>
                  </a:lnTo>
                  <a:cubicBezTo>
                    <a:pt x="303" y="2679"/>
                    <a:pt x="404" y="2627"/>
                    <a:pt x="521" y="2578"/>
                  </a:cubicBezTo>
                  <a:lnTo>
                    <a:pt x="792" y="2441"/>
                  </a:lnTo>
                  <a:cubicBezTo>
                    <a:pt x="1160" y="2259"/>
                    <a:pt x="1548" y="2073"/>
                    <a:pt x="1919" y="1887"/>
                  </a:cubicBezTo>
                  <a:cubicBezTo>
                    <a:pt x="2137" y="1770"/>
                    <a:pt x="2355" y="1669"/>
                    <a:pt x="2557" y="1552"/>
                  </a:cubicBezTo>
                  <a:cubicBezTo>
                    <a:pt x="2877" y="1399"/>
                    <a:pt x="3180" y="1249"/>
                    <a:pt x="3499" y="1080"/>
                  </a:cubicBezTo>
                  <a:cubicBezTo>
                    <a:pt x="3567" y="1047"/>
                    <a:pt x="3584" y="995"/>
                    <a:pt x="3584" y="946"/>
                  </a:cubicBezTo>
                  <a:lnTo>
                    <a:pt x="3584" y="320"/>
                  </a:lnTo>
                  <a:lnTo>
                    <a:pt x="3584" y="102"/>
                  </a:lnTo>
                  <a:lnTo>
                    <a:pt x="3584" y="86"/>
                  </a:lnTo>
                  <a:cubicBezTo>
                    <a:pt x="3584" y="53"/>
                    <a:pt x="3584" y="17"/>
                    <a:pt x="3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1"/>
            <p:cNvSpPr/>
            <p:nvPr/>
          </p:nvSpPr>
          <p:spPr>
            <a:xfrm>
              <a:off x="1521886" y="2495735"/>
              <a:ext cx="180573" cy="310987"/>
            </a:xfrm>
            <a:custGeom>
              <a:rect b="b" l="l" r="r" t="t"/>
              <a:pathLst>
                <a:path extrusionOk="0" h="3131" w="1818">
                  <a:moveTo>
                    <a:pt x="53" y="0"/>
                  </a:moveTo>
                  <a:cubicBezTo>
                    <a:pt x="16" y="32"/>
                    <a:pt x="0" y="85"/>
                    <a:pt x="0" y="117"/>
                  </a:cubicBezTo>
                  <a:cubicBezTo>
                    <a:pt x="0" y="170"/>
                    <a:pt x="16" y="234"/>
                    <a:pt x="53" y="271"/>
                  </a:cubicBezTo>
                  <a:cubicBezTo>
                    <a:pt x="202" y="404"/>
                    <a:pt x="335" y="574"/>
                    <a:pt x="457" y="739"/>
                  </a:cubicBezTo>
                  <a:cubicBezTo>
                    <a:pt x="505" y="824"/>
                    <a:pt x="574" y="909"/>
                    <a:pt x="638" y="994"/>
                  </a:cubicBezTo>
                  <a:cubicBezTo>
                    <a:pt x="893" y="1297"/>
                    <a:pt x="1127" y="1600"/>
                    <a:pt x="1366" y="1903"/>
                  </a:cubicBezTo>
                  <a:cubicBezTo>
                    <a:pt x="1467" y="2052"/>
                    <a:pt x="1584" y="2190"/>
                    <a:pt x="1685" y="2323"/>
                  </a:cubicBezTo>
                  <a:cubicBezTo>
                    <a:pt x="1749" y="2408"/>
                    <a:pt x="1786" y="2493"/>
                    <a:pt x="1786" y="2573"/>
                  </a:cubicBezTo>
                  <a:cubicBezTo>
                    <a:pt x="1769" y="2642"/>
                    <a:pt x="1769" y="2711"/>
                    <a:pt x="1786" y="2775"/>
                  </a:cubicBezTo>
                  <a:cubicBezTo>
                    <a:pt x="1786" y="2876"/>
                    <a:pt x="1786" y="2998"/>
                    <a:pt x="1749" y="3115"/>
                  </a:cubicBezTo>
                  <a:lnTo>
                    <a:pt x="1769" y="3131"/>
                  </a:lnTo>
                  <a:lnTo>
                    <a:pt x="1786" y="3115"/>
                  </a:lnTo>
                  <a:cubicBezTo>
                    <a:pt x="1818" y="2998"/>
                    <a:pt x="1802" y="2897"/>
                    <a:pt x="1802" y="2775"/>
                  </a:cubicBezTo>
                  <a:lnTo>
                    <a:pt x="1802" y="2594"/>
                  </a:lnTo>
                  <a:cubicBezTo>
                    <a:pt x="1818" y="2493"/>
                    <a:pt x="1786" y="2408"/>
                    <a:pt x="1701" y="2307"/>
                  </a:cubicBezTo>
                  <a:cubicBezTo>
                    <a:pt x="1600" y="2169"/>
                    <a:pt x="1499" y="2036"/>
                    <a:pt x="1382" y="1887"/>
                  </a:cubicBezTo>
                  <a:cubicBezTo>
                    <a:pt x="1143" y="1584"/>
                    <a:pt x="909" y="1281"/>
                    <a:pt x="659" y="978"/>
                  </a:cubicBezTo>
                  <a:cubicBezTo>
                    <a:pt x="590" y="893"/>
                    <a:pt x="537" y="808"/>
                    <a:pt x="473" y="723"/>
                  </a:cubicBezTo>
                  <a:cubicBezTo>
                    <a:pt x="356" y="554"/>
                    <a:pt x="218" y="388"/>
                    <a:pt x="69" y="251"/>
                  </a:cubicBezTo>
                  <a:cubicBezTo>
                    <a:pt x="53" y="218"/>
                    <a:pt x="16" y="170"/>
                    <a:pt x="16" y="117"/>
                  </a:cubicBezTo>
                  <a:cubicBezTo>
                    <a:pt x="16" y="85"/>
                    <a:pt x="32" y="49"/>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1"/>
            <p:cNvSpPr/>
            <p:nvPr/>
          </p:nvSpPr>
          <p:spPr>
            <a:xfrm>
              <a:off x="1249437" y="2820528"/>
              <a:ext cx="250796" cy="261920"/>
            </a:xfrm>
            <a:custGeom>
              <a:rect b="b" l="l" r="r" t="t"/>
              <a:pathLst>
                <a:path extrusionOk="0" h="2637" w="2525">
                  <a:moveTo>
                    <a:pt x="1612" y="0"/>
                  </a:moveTo>
                  <a:cubicBezTo>
                    <a:pt x="1585" y="0"/>
                    <a:pt x="1543" y="9"/>
                    <a:pt x="1483" y="31"/>
                  </a:cubicBezTo>
                  <a:cubicBezTo>
                    <a:pt x="1297" y="111"/>
                    <a:pt x="1111" y="180"/>
                    <a:pt x="909" y="265"/>
                  </a:cubicBezTo>
                  <a:cubicBezTo>
                    <a:pt x="622" y="366"/>
                    <a:pt x="335" y="483"/>
                    <a:pt x="49" y="600"/>
                  </a:cubicBezTo>
                  <a:cubicBezTo>
                    <a:pt x="0" y="616"/>
                    <a:pt x="0" y="637"/>
                    <a:pt x="0" y="653"/>
                  </a:cubicBezTo>
                  <a:lnTo>
                    <a:pt x="0" y="669"/>
                  </a:lnTo>
                  <a:lnTo>
                    <a:pt x="0" y="685"/>
                  </a:lnTo>
                  <a:lnTo>
                    <a:pt x="16" y="685"/>
                  </a:lnTo>
                  <a:lnTo>
                    <a:pt x="16" y="653"/>
                  </a:lnTo>
                  <a:cubicBezTo>
                    <a:pt x="16" y="637"/>
                    <a:pt x="16" y="637"/>
                    <a:pt x="49" y="616"/>
                  </a:cubicBezTo>
                  <a:cubicBezTo>
                    <a:pt x="335" y="515"/>
                    <a:pt x="638" y="398"/>
                    <a:pt x="925" y="281"/>
                  </a:cubicBezTo>
                  <a:cubicBezTo>
                    <a:pt x="1111" y="212"/>
                    <a:pt x="1313" y="132"/>
                    <a:pt x="1499" y="63"/>
                  </a:cubicBezTo>
                  <a:cubicBezTo>
                    <a:pt x="1560" y="40"/>
                    <a:pt x="1594" y="23"/>
                    <a:pt x="1614" y="23"/>
                  </a:cubicBezTo>
                  <a:cubicBezTo>
                    <a:pt x="1622" y="23"/>
                    <a:pt x="1628" y="25"/>
                    <a:pt x="1632" y="31"/>
                  </a:cubicBezTo>
                  <a:cubicBezTo>
                    <a:pt x="1665" y="47"/>
                    <a:pt x="1665" y="95"/>
                    <a:pt x="1665" y="180"/>
                  </a:cubicBezTo>
                  <a:cubicBezTo>
                    <a:pt x="1648" y="233"/>
                    <a:pt x="1648" y="297"/>
                    <a:pt x="1648" y="366"/>
                  </a:cubicBezTo>
                  <a:lnTo>
                    <a:pt x="1648" y="499"/>
                  </a:lnTo>
                  <a:cubicBezTo>
                    <a:pt x="1648" y="552"/>
                    <a:pt x="1665" y="568"/>
                    <a:pt x="1701" y="584"/>
                  </a:cubicBezTo>
                  <a:cubicBezTo>
                    <a:pt x="1766" y="669"/>
                    <a:pt x="1834" y="738"/>
                    <a:pt x="1903" y="818"/>
                  </a:cubicBezTo>
                  <a:cubicBezTo>
                    <a:pt x="2052" y="988"/>
                    <a:pt x="2222" y="1158"/>
                    <a:pt x="2371" y="1323"/>
                  </a:cubicBezTo>
                  <a:cubicBezTo>
                    <a:pt x="2456" y="1408"/>
                    <a:pt x="2509" y="1493"/>
                    <a:pt x="2493" y="1610"/>
                  </a:cubicBezTo>
                  <a:lnTo>
                    <a:pt x="2493" y="2285"/>
                  </a:lnTo>
                  <a:lnTo>
                    <a:pt x="2493" y="2454"/>
                  </a:lnTo>
                  <a:cubicBezTo>
                    <a:pt x="2493" y="2503"/>
                    <a:pt x="2493" y="2555"/>
                    <a:pt x="2472" y="2604"/>
                  </a:cubicBezTo>
                  <a:cubicBezTo>
                    <a:pt x="2456" y="2620"/>
                    <a:pt x="2472" y="2620"/>
                    <a:pt x="2472" y="2620"/>
                  </a:cubicBezTo>
                  <a:lnTo>
                    <a:pt x="2472" y="2636"/>
                  </a:lnTo>
                  <a:lnTo>
                    <a:pt x="2493" y="2620"/>
                  </a:lnTo>
                  <a:cubicBezTo>
                    <a:pt x="2525" y="2572"/>
                    <a:pt x="2525" y="2503"/>
                    <a:pt x="2525" y="2454"/>
                  </a:cubicBezTo>
                  <a:lnTo>
                    <a:pt x="2525" y="2285"/>
                  </a:lnTo>
                  <a:lnTo>
                    <a:pt x="2525" y="1610"/>
                  </a:lnTo>
                  <a:cubicBezTo>
                    <a:pt x="2525" y="1493"/>
                    <a:pt x="2493" y="1392"/>
                    <a:pt x="2392" y="1307"/>
                  </a:cubicBezTo>
                  <a:cubicBezTo>
                    <a:pt x="2238" y="1141"/>
                    <a:pt x="2068" y="956"/>
                    <a:pt x="1919" y="802"/>
                  </a:cubicBezTo>
                  <a:cubicBezTo>
                    <a:pt x="1850" y="717"/>
                    <a:pt x="1786" y="653"/>
                    <a:pt x="1717" y="568"/>
                  </a:cubicBezTo>
                  <a:cubicBezTo>
                    <a:pt x="1701" y="552"/>
                    <a:pt x="1685" y="536"/>
                    <a:pt x="1685" y="499"/>
                  </a:cubicBezTo>
                  <a:lnTo>
                    <a:pt x="1685" y="366"/>
                  </a:lnTo>
                  <a:lnTo>
                    <a:pt x="1685" y="180"/>
                  </a:lnTo>
                  <a:cubicBezTo>
                    <a:pt x="1685" y="95"/>
                    <a:pt x="1685" y="47"/>
                    <a:pt x="1648" y="10"/>
                  </a:cubicBezTo>
                  <a:cubicBezTo>
                    <a:pt x="1642" y="4"/>
                    <a:pt x="1630" y="0"/>
                    <a:pt x="16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1"/>
            <p:cNvSpPr/>
            <p:nvPr/>
          </p:nvSpPr>
          <p:spPr>
            <a:xfrm>
              <a:off x="852932" y="1353796"/>
              <a:ext cx="363232" cy="331050"/>
            </a:xfrm>
            <a:custGeom>
              <a:rect b="b" l="l" r="r" t="t"/>
              <a:pathLst>
                <a:path extrusionOk="0" h="3333" w="3657">
                  <a:moveTo>
                    <a:pt x="3637" y="0"/>
                  </a:moveTo>
                  <a:cubicBezTo>
                    <a:pt x="3621" y="0"/>
                    <a:pt x="3621" y="0"/>
                    <a:pt x="3621" y="16"/>
                  </a:cubicBezTo>
                  <a:cubicBezTo>
                    <a:pt x="3621" y="69"/>
                    <a:pt x="3588" y="85"/>
                    <a:pt x="3556" y="101"/>
                  </a:cubicBezTo>
                  <a:cubicBezTo>
                    <a:pt x="3536" y="117"/>
                    <a:pt x="3520" y="117"/>
                    <a:pt x="3503" y="134"/>
                  </a:cubicBezTo>
                  <a:cubicBezTo>
                    <a:pt x="3301" y="271"/>
                    <a:pt x="3083" y="388"/>
                    <a:pt x="2881" y="521"/>
                  </a:cubicBezTo>
                  <a:cubicBezTo>
                    <a:pt x="2728" y="606"/>
                    <a:pt x="2578" y="691"/>
                    <a:pt x="2445" y="792"/>
                  </a:cubicBezTo>
                  <a:cubicBezTo>
                    <a:pt x="2021" y="1042"/>
                    <a:pt x="1601" y="1297"/>
                    <a:pt x="1197" y="1531"/>
                  </a:cubicBezTo>
                  <a:cubicBezTo>
                    <a:pt x="1031" y="1632"/>
                    <a:pt x="845" y="1733"/>
                    <a:pt x="676" y="1834"/>
                  </a:cubicBezTo>
                  <a:cubicBezTo>
                    <a:pt x="607" y="1871"/>
                    <a:pt x="558" y="1903"/>
                    <a:pt x="506" y="1935"/>
                  </a:cubicBezTo>
                  <a:cubicBezTo>
                    <a:pt x="373" y="2020"/>
                    <a:pt x="255" y="2105"/>
                    <a:pt x="122" y="2174"/>
                  </a:cubicBezTo>
                  <a:cubicBezTo>
                    <a:pt x="37" y="2206"/>
                    <a:pt x="1" y="2254"/>
                    <a:pt x="21" y="2355"/>
                  </a:cubicBezTo>
                  <a:lnTo>
                    <a:pt x="21" y="3030"/>
                  </a:lnTo>
                  <a:lnTo>
                    <a:pt x="21" y="3184"/>
                  </a:lnTo>
                  <a:cubicBezTo>
                    <a:pt x="21" y="3216"/>
                    <a:pt x="21" y="3264"/>
                    <a:pt x="37" y="3317"/>
                  </a:cubicBezTo>
                  <a:lnTo>
                    <a:pt x="54" y="3333"/>
                  </a:lnTo>
                  <a:lnTo>
                    <a:pt x="70" y="3317"/>
                  </a:lnTo>
                  <a:lnTo>
                    <a:pt x="70" y="3301"/>
                  </a:lnTo>
                  <a:cubicBezTo>
                    <a:pt x="37" y="3264"/>
                    <a:pt x="37" y="3216"/>
                    <a:pt x="37" y="3184"/>
                  </a:cubicBezTo>
                  <a:lnTo>
                    <a:pt x="37" y="3030"/>
                  </a:lnTo>
                  <a:lnTo>
                    <a:pt x="37" y="2355"/>
                  </a:lnTo>
                  <a:cubicBezTo>
                    <a:pt x="37" y="2275"/>
                    <a:pt x="70" y="2222"/>
                    <a:pt x="122" y="2190"/>
                  </a:cubicBezTo>
                  <a:cubicBezTo>
                    <a:pt x="255" y="2121"/>
                    <a:pt x="389" y="2036"/>
                    <a:pt x="526" y="1972"/>
                  </a:cubicBezTo>
                  <a:cubicBezTo>
                    <a:pt x="575" y="1935"/>
                    <a:pt x="627" y="1903"/>
                    <a:pt x="676" y="1871"/>
                  </a:cubicBezTo>
                  <a:cubicBezTo>
                    <a:pt x="861" y="1749"/>
                    <a:pt x="1031" y="1648"/>
                    <a:pt x="1213" y="1547"/>
                  </a:cubicBezTo>
                  <a:cubicBezTo>
                    <a:pt x="1617" y="1313"/>
                    <a:pt x="2041" y="1063"/>
                    <a:pt x="2445" y="808"/>
                  </a:cubicBezTo>
                  <a:cubicBezTo>
                    <a:pt x="2594" y="707"/>
                    <a:pt x="2748" y="622"/>
                    <a:pt x="2897" y="538"/>
                  </a:cubicBezTo>
                  <a:cubicBezTo>
                    <a:pt x="3099" y="420"/>
                    <a:pt x="3318" y="287"/>
                    <a:pt x="3520" y="154"/>
                  </a:cubicBezTo>
                  <a:cubicBezTo>
                    <a:pt x="3536" y="134"/>
                    <a:pt x="3556" y="134"/>
                    <a:pt x="3556" y="134"/>
                  </a:cubicBezTo>
                  <a:cubicBezTo>
                    <a:pt x="3604" y="101"/>
                    <a:pt x="3637" y="85"/>
                    <a:pt x="3657" y="16"/>
                  </a:cubicBezTo>
                  <a:cubicBezTo>
                    <a:pt x="3657" y="0"/>
                    <a:pt x="3637" y="0"/>
                    <a:pt x="36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1"/>
            <p:cNvSpPr/>
            <p:nvPr/>
          </p:nvSpPr>
          <p:spPr>
            <a:xfrm>
              <a:off x="1555160" y="2398595"/>
              <a:ext cx="2086" cy="55523"/>
            </a:xfrm>
            <a:custGeom>
              <a:rect b="b" l="l" r="r" t="t"/>
              <a:pathLst>
                <a:path extrusionOk="0" h="559" w="21">
                  <a:moveTo>
                    <a:pt x="0" y="1"/>
                  </a:moveTo>
                  <a:lnTo>
                    <a:pt x="0" y="542"/>
                  </a:lnTo>
                  <a:lnTo>
                    <a:pt x="0" y="558"/>
                  </a:lnTo>
                  <a:cubicBezTo>
                    <a:pt x="21" y="558"/>
                    <a:pt x="21" y="558"/>
                    <a:pt x="21" y="542"/>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a:off x="1087339" y="2174717"/>
              <a:ext cx="4867" cy="85122"/>
            </a:xfrm>
            <a:custGeom>
              <a:rect b="b" l="l" r="r" t="t"/>
              <a:pathLst>
                <a:path extrusionOk="0" h="857" w="49">
                  <a:moveTo>
                    <a:pt x="0" y="0"/>
                  </a:moveTo>
                  <a:lnTo>
                    <a:pt x="0" y="186"/>
                  </a:lnTo>
                  <a:lnTo>
                    <a:pt x="0" y="707"/>
                  </a:lnTo>
                  <a:lnTo>
                    <a:pt x="0" y="740"/>
                  </a:lnTo>
                  <a:cubicBezTo>
                    <a:pt x="0" y="776"/>
                    <a:pt x="0" y="808"/>
                    <a:pt x="16" y="841"/>
                  </a:cubicBezTo>
                  <a:lnTo>
                    <a:pt x="32" y="857"/>
                  </a:lnTo>
                  <a:cubicBezTo>
                    <a:pt x="49" y="857"/>
                    <a:pt x="49" y="841"/>
                    <a:pt x="49" y="841"/>
                  </a:cubicBezTo>
                  <a:cubicBezTo>
                    <a:pt x="32" y="808"/>
                    <a:pt x="32" y="776"/>
                    <a:pt x="32" y="740"/>
                  </a:cubicBezTo>
                  <a:lnTo>
                    <a:pt x="32" y="707"/>
                  </a:lnTo>
                  <a:lnTo>
                    <a:pt x="32" y="186"/>
                  </a:ln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1"/>
            <p:cNvSpPr/>
            <p:nvPr/>
          </p:nvSpPr>
          <p:spPr>
            <a:xfrm>
              <a:off x="1523475" y="1828470"/>
              <a:ext cx="200736" cy="393327"/>
            </a:xfrm>
            <a:custGeom>
              <a:rect b="b" l="l" r="r" t="t"/>
              <a:pathLst>
                <a:path extrusionOk="0" h="3960" w="2021">
                  <a:moveTo>
                    <a:pt x="53" y="0"/>
                  </a:moveTo>
                  <a:cubicBezTo>
                    <a:pt x="0" y="53"/>
                    <a:pt x="16" y="101"/>
                    <a:pt x="16" y="170"/>
                  </a:cubicBezTo>
                  <a:lnTo>
                    <a:pt x="16" y="222"/>
                  </a:lnTo>
                  <a:lnTo>
                    <a:pt x="16" y="372"/>
                  </a:lnTo>
                  <a:cubicBezTo>
                    <a:pt x="0" y="525"/>
                    <a:pt x="0" y="675"/>
                    <a:pt x="16" y="808"/>
                  </a:cubicBezTo>
                  <a:cubicBezTo>
                    <a:pt x="53" y="978"/>
                    <a:pt x="154" y="1111"/>
                    <a:pt x="271" y="1248"/>
                  </a:cubicBezTo>
                  <a:cubicBezTo>
                    <a:pt x="303" y="1297"/>
                    <a:pt x="340" y="1349"/>
                    <a:pt x="372" y="1398"/>
                  </a:cubicBezTo>
                  <a:cubicBezTo>
                    <a:pt x="521" y="1636"/>
                    <a:pt x="675" y="1854"/>
                    <a:pt x="824" y="2073"/>
                  </a:cubicBezTo>
                  <a:cubicBezTo>
                    <a:pt x="1026" y="2392"/>
                    <a:pt x="1228" y="2695"/>
                    <a:pt x="1451" y="2998"/>
                  </a:cubicBezTo>
                  <a:cubicBezTo>
                    <a:pt x="1531" y="3131"/>
                    <a:pt x="1632" y="3284"/>
                    <a:pt x="1717" y="3418"/>
                  </a:cubicBezTo>
                  <a:cubicBezTo>
                    <a:pt x="1770" y="3486"/>
                    <a:pt x="1818" y="3571"/>
                    <a:pt x="1871" y="3636"/>
                  </a:cubicBezTo>
                  <a:cubicBezTo>
                    <a:pt x="1919" y="3737"/>
                    <a:pt x="1988" y="3822"/>
                    <a:pt x="1988" y="3939"/>
                  </a:cubicBezTo>
                  <a:lnTo>
                    <a:pt x="2004" y="3959"/>
                  </a:lnTo>
                  <a:cubicBezTo>
                    <a:pt x="2020" y="3959"/>
                    <a:pt x="2020" y="3939"/>
                    <a:pt x="2020" y="3939"/>
                  </a:cubicBezTo>
                  <a:cubicBezTo>
                    <a:pt x="2004" y="3822"/>
                    <a:pt x="1955" y="3721"/>
                    <a:pt x="1887" y="3620"/>
                  </a:cubicBezTo>
                  <a:cubicBezTo>
                    <a:pt x="1834" y="3555"/>
                    <a:pt x="1786" y="3470"/>
                    <a:pt x="1733" y="3402"/>
                  </a:cubicBezTo>
                  <a:cubicBezTo>
                    <a:pt x="1653" y="3268"/>
                    <a:pt x="1568" y="3115"/>
                    <a:pt x="1467" y="2981"/>
                  </a:cubicBezTo>
                  <a:cubicBezTo>
                    <a:pt x="1265" y="2678"/>
                    <a:pt x="1047" y="2376"/>
                    <a:pt x="845" y="2073"/>
                  </a:cubicBezTo>
                  <a:cubicBezTo>
                    <a:pt x="707" y="1838"/>
                    <a:pt x="558" y="1616"/>
                    <a:pt x="404" y="1382"/>
                  </a:cubicBezTo>
                  <a:cubicBezTo>
                    <a:pt x="372" y="1333"/>
                    <a:pt x="319" y="1281"/>
                    <a:pt x="287" y="1232"/>
                  </a:cubicBezTo>
                  <a:cubicBezTo>
                    <a:pt x="186" y="1111"/>
                    <a:pt x="85" y="978"/>
                    <a:pt x="53" y="808"/>
                  </a:cubicBezTo>
                  <a:cubicBezTo>
                    <a:pt x="37" y="675"/>
                    <a:pt x="37" y="525"/>
                    <a:pt x="37" y="372"/>
                  </a:cubicBezTo>
                  <a:cubicBezTo>
                    <a:pt x="37" y="323"/>
                    <a:pt x="53" y="271"/>
                    <a:pt x="53" y="222"/>
                  </a:cubicBezTo>
                  <a:lnTo>
                    <a:pt x="53" y="170"/>
                  </a:lnTo>
                  <a:cubicBezTo>
                    <a:pt x="37" y="101"/>
                    <a:pt x="37"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1"/>
            <p:cNvSpPr/>
            <p:nvPr/>
          </p:nvSpPr>
          <p:spPr>
            <a:xfrm>
              <a:off x="1841216" y="3371583"/>
              <a:ext cx="4966" cy="61879"/>
            </a:xfrm>
            <a:custGeom>
              <a:rect b="b" l="l" r="r" t="t"/>
              <a:pathLst>
                <a:path extrusionOk="0" h="623" w="50">
                  <a:moveTo>
                    <a:pt x="33" y="1"/>
                  </a:moveTo>
                  <a:lnTo>
                    <a:pt x="17" y="17"/>
                  </a:lnTo>
                  <a:cubicBezTo>
                    <a:pt x="1" y="118"/>
                    <a:pt x="1" y="203"/>
                    <a:pt x="1" y="304"/>
                  </a:cubicBezTo>
                  <a:cubicBezTo>
                    <a:pt x="17" y="356"/>
                    <a:pt x="17" y="421"/>
                    <a:pt x="1" y="473"/>
                  </a:cubicBezTo>
                  <a:cubicBezTo>
                    <a:pt x="1" y="490"/>
                    <a:pt x="1" y="506"/>
                    <a:pt x="17" y="522"/>
                  </a:cubicBezTo>
                  <a:cubicBezTo>
                    <a:pt x="17" y="558"/>
                    <a:pt x="17" y="574"/>
                    <a:pt x="1" y="607"/>
                  </a:cubicBezTo>
                  <a:lnTo>
                    <a:pt x="1" y="623"/>
                  </a:lnTo>
                  <a:lnTo>
                    <a:pt x="17" y="623"/>
                  </a:lnTo>
                  <a:cubicBezTo>
                    <a:pt x="33" y="591"/>
                    <a:pt x="33" y="558"/>
                    <a:pt x="33" y="522"/>
                  </a:cubicBezTo>
                  <a:lnTo>
                    <a:pt x="33" y="473"/>
                  </a:lnTo>
                  <a:lnTo>
                    <a:pt x="33" y="304"/>
                  </a:lnTo>
                  <a:cubicBezTo>
                    <a:pt x="33" y="203"/>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a:off x="1841216" y="2484114"/>
              <a:ext cx="3377" cy="56615"/>
            </a:xfrm>
            <a:custGeom>
              <a:rect b="b" l="l" r="r" t="t"/>
              <a:pathLst>
                <a:path extrusionOk="0" h="570" w="34">
                  <a:moveTo>
                    <a:pt x="17" y="0"/>
                  </a:moveTo>
                  <a:cubicBezTo>
                    <a:pt x="17" y="0"/>
                    <a:pt x="1" y="0"/>
                    <a:pt x="1" y="16"/>
                  </a:cubicBezTo>
                  <a:lnTo>
                    <a:pt x="1" y="218"/>
                  </a:lnTo>
                  <a:cubicBezTo>
                    <a:pt x="17" y="319"/>
                    <a:pt x="17" y="436"/>
                    <a:pt x="1" y="553"/>
                  </a:cubicBezTo>
                  <a:lnTo>
                    <a:pt x="1" y="570"/>
                  </a:lnTo>
                  <a:cubicBezTo>
                    <a:pt x="17" y="570"/>
                    <a:pt x="17" y="553"/>
                    <a:pt x="17" y="553"/>
                  </a:cubicBezTo>
                  <a:cubicBezTo>
                    <a:pt x="33" y="436"/>
                    <a:pt x="33" y="335"/>
                    <a:pt x="33" y="218"/>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1"/>
            <p:cNvSpPr/>
            <p:nvPr/>
          </p:nvSpPr>
          <p:spPr>
            <a:xfrm>
              <a:off x="1742487" y="2167864"/>
              <a:ext cx="140545" cy="277812"/>
            </a:xfrm>
            <a:custGeom>
              <a:rect b="b" l="l" r="r" t="t"/>
              <a:pathLst>
                <a:path extrusionOk="0" h="2797" w="1415">
                  <a:moveTo>
                    <a:pt x="53" y="1"/>
                  </a:moveTo>
                  <a:cubicBezTo>
                    <a:pt x="17" y="17"/>
                    <a:pt x="1" y="53"/>
                    <a:pt x="1" y="102"/>
                  </a:cubicBezTo>
                  <a:lnTo>
                    <a:pt x="1" y="692"/>
                  </a:lnTo>
                  <a:cubicBezTo>
                    <a:pt x="1" y="744"/>
                    <a:pt x="17" y="793"/>
                    <a:pt x="53" y="825"/>
                  </a:cubicBezTo>
                  <a:cubicBezTo>
                    <a:pt x="219" y="1079"/>
                    <a:pt x="389" y="1350"/>
                    <a:pt x="558" y="1600"/>
                  </a:cubicBezTo>
                  <a:cubicBezTo>
                    <a:pt x="692" y="1802"/>
                    <a:pt x="825" y="2004"/>
                    <a:pt x="962" y="2206"/>
                  </a:cubicBezTo>
                  <a:cubicBezTo>
                    <a:pt x="1027" y="2291"/>
                    <a:pt x="1080" y="2376"/>
                    <a:pt x="1144" y="2477"/>
                  </a:cubicBezTo>
                  <a:cubicBezTo>
                    <a:pt x="1197" y="2542"/>
                    <a:pt x="1229" y="2627"/>
                    <a:pt x="1282" y="2695"/>
                  </a:cubicBezTo>
                  <a:cubicBezTo>
                    <a:pt x="1298" y="2711"/>
                    <a:pt x="1298" y="2711"/>
                    <a:pt x="1298" y="2728"/>
                  </a:cubicBezTo>
                  <a:cubicBezTo>
                    <a:pt x="1314" y="2764"/>
                    <a:pt x="1346" y="2796"/>
                    <a:pt x="1399" y="2796"/>
                  </a:cubicBezTo>
                  <a:lnTo>
                    <a:pt x="1415" y="2796"/>
                  </a:lnTo>
                  <a:cubicBezTo>
                    <a:pt x="1415" y="2780"/>
                    <a:pt x="1399" y="2780"/>
                    <a:pt x="1399" y="2780"/>
                  </a:cubicBezTo>
                  <a:cubicBezTo>
                    <a:pt x="1366" y="2764"/>
                    <a:pt x="1346" y="2744"/>
                    <a:pt x="1330" y="2711"/>
                  </a:cubicBezTo>
                  <a:lnTo>
                    <a:pt x="1314" y="2695"/>
                  </a:lnTo>
                  <a:cubicBezTo>
                    <a:pt x="1265" y="2610"/>
                    <a:pt x="1213" y="2526"/>
                    <a:pt x="1164" y="2461"/>
                  </a:cubicBezTo>
                  <a:cubicBezTo>
                    <a:pt x="1096" y="2376"/>
                    <a:pt x="1043" y="2275"/>
                    <a:pt x="979" y="2190"/>
                  </a:cubicBezTo>
                  <a:cubicBezTo>
                    <a:pt x="861" y="1988"/>
                    <a:pt x="724" y="1786"/>
                    <a:pt x="591" y="1584"/>
                  </a:cubicBezTo>
                  <a:cubicBezTo>
                    <a:pt x="405" y="1330"/>
                    <a:pt x="235" y="1063"/>
                    <a:pt x="70" y="809"/>
                  </a:cubicBezTo>
                  <a:cubicBezTo>
                    <a:pt x="53" y="776"/>
                    <a:pt x="33" y="744"/>
                    <a:pt x="33" y="692"/>
                  </a:cubicBezTo>
                  <a:lnTo>
                    <a:pt x="33" y="102"/>
                  </a:lnTo>
                  <a:cubicBezTo>
                    <a:pt x="33" y="69"/>
                    <a:pt x="33" y="37"/>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1"/>
            <p:cNvSpPr/>
            <p:nvPr/>
          </p:nvSpPr>
          <p:spPr>
            <a:xfrm>
              <a:off x="1137498" y="1972491"/>
              <a:ext cx="4867" cy="98828"/>
            </a:xfrm>
            <a:custGeom>
              <a:rect b="b" l="l" r="r" t="t"/>
              <a:pathLst>
                <a:path extrusionOk="0" h="995" w="49">
                  <a:moveTo>
                    <a:pt x="16" y="0"/>
                  </a:moveTo>
                  <a:cubicBezTo>
                    <a:pt x="0" y="0"/>
                    <a:pt x="0" y="17"/>
                    <a:pt x="0" y="17"/>
                  </a:cubicBezTo>
                  <a:cubicBezTo>
                    <a:pt x="16" y="150"/>
                    <a:pt x="16" y="303"/>
                    <a:pt x="16" y="437"/>
                  </a:cubicBezTo>
                  <a:lnTo>
                    <a:pt x="16" y="691"/>
                  </a:lnTo>
                  <a:lnTo>
                    <a:pt x="16" y="792"/>
                  </a:lnTo>
                  <a:cubicBezTo>
                    <a:pt x="16" y="857"/>
                    <a:pt x="16" y="926"/>
                    <a:pt x="32" y="994"/>
                  </a:cubicBezTo>
                  <a:lnTo>
                    <a:pt x="49" y="994"/>
                  </a:lnTo>
                  <a:lnTo>
                    <a:pt x="49" y="974"/>
                  </a:lnTo>
                  <a:cubicBezTo>
                    <a:pt x="32" y="926"/>
                    <a:pt x="32" y="857"/>
                    <a:pt x="32" y="792"/>
                  </a:cubicBezTo>
                  <a:cubicBezTo>
                    <a:pt x="32" y="756"/>
                    <a:pt x="49" y="724"/>
                    <a:pt x="32" y="691"/>
                  </a:cubicBezTo>
                  <a:lnTo>
                    <a:pt x="32" y="437"/>
                  </a:lnTo>
                  <a:cubicBezTo>
                    <a:pt x="49" y="303"/>
                    <a:pt x="49" y="150"/>
                    <a:pt x="32" y="17"/>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1"/>
            <p:cNvSpPr/>
            <p:nvPr/>
          </p:nvSpPr>
          <p:spPr>
            <a:xfrm>
              <a:off x="1087339" y="1477356"/>
              <a:ext cx="4867" cy="63866"/>
            </a:xfrm>
            <a:custGeom>
              <a:rect b="b" l="l" r="r" t="t"/>
              <a:pathLst>
                <a:path extrusionOk="0" h="643" w="49">
                  <a:moveTo>
                    <a:pt x="16" y="0"/>
                  </a:moveTo>
                  <a:cubicBezTo>
                    <a:pt x="16" y="0"/>
                    <a:pt x="0" y="0"/>
                    <a:pt x="0" y="21"/>
                  </a:cubicBezTo>
                  <a:cubicBezTo>
                    <a:pt x="16" y="85"/>
                    <a:pt x="0" y="170"/>
                    <a:pt x="0" y="255"/>
                  </a:cubicBezTo>
                  <a:cubicBezTo>
                    <a:pt x="0" y="372"/>
                    <a:pt x="0" y="505"/>
                    <a:pt x="16" y="643"/>
                  </a:cubicBezTo>
                  <a:lnTo>
                    <a:pt x="49" y="643"/>
                  </a:lnTo>
                  <a:cubicBezTo>
                    <a:pt x="32" y="505"/>
                    <a:pt x="32" y="372"/>
                    <a:pt x="32" y="255"/>
                  </a:cubicBezTo>
                  <a:lnTo>
                    <a:pt x="32" y="21"/>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1"/>
            <p:cNvSpPr/>
            <p:nvPr/>
          </p:nvSpPr>
          <p:spPr>
            <a:xfrm>
              <a:off x="1251026" y="2525831"/>
              <a:ext cx="162198" cy="183851"/>
            </a:xfrm>
            <a:custGeom>
              <a:rect b="b" l="l" r="r" t="t"/>
              <a:pathLst>
                <a:path extrusionOk="0" h="1851" w="1633">
                  <a:moveTo>
                    <a:pt x="1616" y="0"/>
                  </a:moveTo>
                  <a:cubicBezTo>
                    <a:pt x="1467" y="16"/>
                    <a:pt x="1346" y="85"/>
                    <a:pt x="1228" y="133"/>
                  </a:cubicBezTo>
                  <a:cubicBezTo>
                    <a:pt x="1180" y="150"/>
                    <a:pt x="1127" y="186"/>
                    <a:pt x="1063" y="202"/>
                  </a:cubicBezTo>
                  <a:cubicBezTo>
                    <a:pt x="942" y="251"/>
                    <a:pt x="808" y="303"/>
                    <a:pt x="691" y="372"/>
                  </a:cubicBezTo>
                  <a:cubicBezTo>
                    <a:pt x="505" y="436"/>
                    <a:pt x="303" y="521"/>
                    <a:pt x="101" y="606"/>
                  </a:cubicBezTo>
                  <a:cubicBezTo>
                    <a:pt x="33" y="638"/>
                    <a:pt x="0" y="675"/>
                    <a:pt x="0" y="756"/>
                  </a:cubicBezTo>
                  <a:cubicBezTo>
                    <a:pt x="17" y="1059"/>
                    <a:pt x="17" y="1362"/>
                    <a:pt x="0" y="1664"/>
                  </a:cubicBezTo>
                  <a:cubicBezTo>
                    <a:pt x="0" y="1701"/>
                    <a:pt x="0" y="1717"/>
                    <a:pt x="17" y="1733"/>
                  </a:cubicBezTo>
                  <a:cubicBezTo>
                    <a:pt x="17" y="1765"/>
                    <a:pt x="33" y="1802"/>
                    <a:pt x="0" y="1818"/>
                  </a:cubicBezTo>
                  <a:lnTo>
                    <a:pt x="17" y="1850"/>
                  </a:lnTo>
                  <a:lnTo>
                    <a:pt x="33" y="1850"/>
                  </a:lnTo>
                  <a:cubicBezTo>
                    <a:pt x="69" y="1802"/>
                    <a:pt x="53" y="1765"/>
                    <a:pt x="33" y="1717"/>
                  </a:cubicBezTo>
                  <a:lnTo>
                    <a:pt x="33" y="1664"/>
                  </a:lnTo>
                  <a:lnTo>
                    <a:pt x="33" y="756"/>
                  </a:lnTo>
                  <a:cubicBezTo>
                    <a:pt x="33" y="675"/>
                    <a:pt x="53" y="655"/>
                    <a:pt x="117" y="622"/>
                  </a:cubicBezTo>
                  <a:cubicBezTo>
                    <a:pt x="319" y="554"/>
                    <a:pt x="505" y="473"/>
                    <a:pt x="707" y="388"/>
                  </a:cubicBezTo>
                  <a:cubicBezTo>
                    <a:pt x="824" y="335"/>
                    <a:pt x="962" y="287"/>
                    <a:pt x="1079" y="234"/>
                  </a:cubicBezTo>
                  <a:cubicBezTo>
                    <a:pt x="1127" y="202"/>
                    <a:pt x="1180" y="186"/>
                    <a:pt x="1228" y="170"/>
                  </a:cubicBezTo>
                  <a:cubicBezTo>
                    <a:pt x="1346" y="101"/>
                    <a:pt x="1483" y="49"/>
                    <a:pt x="1616" y="16"/>
                  </a:cubicBezTo>
                  <a:cubicBezTo>
                    <a:pt x="1616" y="16"/>
                    <a:pt x="1632" y="16"/>
                    <a:pt x="1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1"/>
            <p:cNvSpPr/>
            <p:nvPr/>
          </p:nvSpPr>
          <p:spPr>
            <a:xfrm>
              <a:off x="1416701" y="3187832"/>
              <a:ext cx="85221" cy="80354"/>
            </a:xfrm>
            <a:custGeom>
              <a:rect b="b" l="l" r="r" t="t"/>
              <a:pathLst>
                <a:path extrusionOk="0" h="809" w="858">
                  <a:moveTo>
                    <a:pt x="17" y="1"/>
                  </a:moveTo>
                  <a:cubicBezTo>
                    <a:pt x="1" y="1"/>
                    <a:pt x="1" y="17"/>
                    <a:pt x="1" y="17"/>
                  </a:cubicBezTo>
                  <a:cubicBezTo>
                    <a:pt x="1" y="33"/>
                    <a:pt x="1" y="33"/>
                    <a:pt x="17" y="33"/>
                  </a:cubicBezTo>
                  <a:cubicBezTo>
                    <a:pt x="49" y="33"/>
                    <a:pt x="82" y="49"/>
                    <a:pt x="118" y="85"/>
                  </a:cubicBezTo>
                  <a:cubicBezTo>
                    <a:pt x="219" y="170"/>
                    <a:pt x="320" y="271"/>
                    <a:pt x="421" y="372"/>
                  </a:cubicBezTo>
                  <a:cubicBezTo>
                    <a:pt x="538" y="489"/>
                    <a:pt x="671" y="623"/>
                    <a:pt x="809" y="740"/>
                  </a:cubicBezTo>
                  <a:cubicBezTo>
                    <a:pt x="825" y="740"/>
                    <a:pt x="825" y="756"/>
                    <a:pt x="825" y="776"/>
                  </a:cubicBezTo>
                  <a:cubicBezTo>
                    <a:pt x="841" y="776"/>
                    <a:pt x="841" y="792"/>
                    <a:pt x="841" y="792"/>
                  </a:cubicBezTo>
                  <a:lnTo>
                    <a:pt x="857" y="809"/>
                  </a:lnTo>
                  <a:lnTo>
                    <a:pt x="857" y="792"/>
                  </a:lnTo>
                  <a:lnTo>
                    <a:pt x="857" y="756"/>
                  </a:lnTo>
                  <a:cubicBezTo>
                    <a:pt x="857" y="740"/>
                    <a:pt x="841" y="724"/>
                    <a:pt x="825" y="708"/>
                  </a:cubicBezTo>
                  <a:cubicBezTo>
                    <a:pt x="687" y="607"/>
                    <a:pt x="554" y="473"/>
                    <a:pt x="437" y="352"/>
                  </a:cubicBezTo>
                  <a:cubicBezTo>
                    <a:pt x="336" y="251"/>
                    <a:pt x="235" y="150"/>
                    <a:pt x="134" y="69"/>
                  </a:cubicBezTo>
                  <a:cubicBezTo>
                    <a:pt x="10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1"/>
            <p:cNvSpPr/>
            <p:nvPr/>
          </p:nvSpPr>
          <p:spPr>
            <a:xfrm>
              <a:off x="574127" y="3057418"/>
              <a:ext cx="4867" cy="91975"/>
            </a:xfrm>
            <a:custGeom>
              <a:rect b="b" l="l" r="r" t="t"/>
              <a:pathLst>
                <a:path extrusionOk="0" h="926" w="49">
                  <a:moveTo>
                    <a:pt x="17" y="1"/>
                  </a:moveTo>
                  <a:cubicBezTo>
                    <a:pt x="0" y="1"/>
                    <a:pt x="0" y="1"/>
                    <a:pt x="0" y="17"/>
                  </a:cubicBezTo>
                  <a:cubicBezTo>
                    <a:pt x="17" y="134"/>
                    <a:pt x="17" y="271"/>
                    <a:pt x="17" y="389"/>
                  </a:cubicBezTo>
                  <a:lnTo>
                    <a:pt x="17" y="607"/>
                  </a:lnTo>
                  <a:lnTo>
                    <a:pt x="17" y="809"/>
                  </a:lnTo>
                  <a:lnTo>
                    <a:pt x="17" y="910"/>
                  </a:lnTo>
                  <a:cubicBezTo>
                    <a:pt x="17" y="926"/>
                    <a:pt x="17" y="926"/>
                    <a:pt x="33" y="926"/>
                  </a:cubicBezTo>
                  <a:lnTo>
                    <a:pt x="33" y="910"/>
                  </a:lnTo>
                  <a:lnTo>
                    <a:pt x="33" y="809"/>
                  </a:lnTo>
                  <a:lnTo>
                    <a:pt x="33" y="607"/>
                  </a:lnTo>
                  <a:lnTo>
                    <a:pt x="33" y="389"/>
                  </a:lnTo>
                  <a:cubicBezTo>
                    <a:pt x="33" y="271"/>
                    <a:pt x="49" y="13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a:off x="1033505" y="2707993"/>
              <a:ext cx="5364" cy="85519"/>
            </a:xfrm>
            <a:custGeom>
              <a:rect b="b" l="l" r="r" t="t"/>
              <a:pathLst>
                <a:path extrusionOk="0" h="861" w="54">
                  <a:moveTo>
                    <a:pt x="21" y="0"/>
                  </a:moveTo>
                  <a:cubicBezTo>
                    <a:pt x="1" y="0"/>
                    <a:pt x="1" y="16"/>
                    <a:pt x="1" y="16"/>
                  </a:cubicBezTo>
                  <a:cubicBezTo>
                    <a:pt x="37" y="69"/>
                    <a:pt x="37" y="101"/>
                    <a:pt x="37" y="154"/>
                  </a:cubicBezTo>
                  <a:lnTo>
                    <a:pt x="37" y="170"/>
                  </a:lnTo>
                  <a:lnTo>
                    <a:pt x="37" y="675"/>
                  </a:lnTo>
                  <a:lnTo>
                    <a:pt x="37" y="861"/>
                  </a:lnTo>
                  <a:lnTo>
                    <a:pt x="53" y="861"/>
                  </a:lnTo>
                  <a:lnTo>
                    <a:pt x="53" y="675"/>
                  </a:lnTo>
                  <a:lnTo>
                    <a:pt x="53" y="170"/>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a:off x="1256191" y="1557611"/>
              <a:ext cx="160609" cy="88797"/>
            </a:xfrm>
            <a:custGeom>
              <a:rect b="b" l="l" r="r" t="t"/>
              <a:pathLst>
                <a:path extrusionOk="0" h="894" w="1617">
                  <a:moveTo>
                    <a:pt x="1580" y="0"/>
                  </a:moveTo>
                  <a:cubicBezTo>
                    <a:pt x="1548" y="0"/>
                    <a:pt x="1516" y="21"/>
                    <a:pt x="1479" y="37"/>
                  </a:cubicBezTo>
                  <a:cubicBezTo>
                    <a:pt x="1294" y="138"/>
                    <a:pt x="1092" y="239"/>
                    <a:pt x="910" y="340"/>
                  </a:cubicBezTo>
                  <a:cubicBezTo>
                    <a:pt x="671" y="473"/>
                    <a:pt x="437" y="606"/>
                    <a:pt x="203" y="707"/>
                  </a:cubicBezTo>
                  <a:cubicBezTo>
                    <a:pt x="203" y="728"/>
                    <a:pt x="183" y="728"/>
                    <a:pt x="166" y="744"/>
                  </a:cubicBezTo>
                  <a:cubicBezTo>
                    <a:pt x="102" y="760"/>
                    <a:pt x="17" y="792"/>
                    <a:pt x="1" y="877"/>
                  </a:cubicBezTo>
                  <a:lnTo>
                    <a:pt x="1" y="893"/>
                  </a:lnTo>
                  <a:lnTo>
                    <a:pt x="17" y="877"/>
                  </a:lnTo>
                  <a:cubicBezTo>
                    <a:pt x="33" y="808"/>
                    <a:pt x="118" y="776"/>
                    <a:pt x="166" y="760"/>
                  </a:cubicBezTo>
                  <a:cubicBezTo>
                    <a:pt x="183" y="760"/>
                    <a:pt x="203" y="744"/>
                    <a:pt x="219" y="744"/>
                  </a:cubicBezTo>
                  <a:cubicBezTo>
                    <a:pt x="453" y="627"/>
                    <a:pt x="688" y="489"/>
                    <a:pt x="926" y="372"/>
                  </a:cubicBezTo>
                  <a:cubicBezTo>
                    <a:pt x="1112" y="255"/>
                    <a:pt x="1294" y="154"/>
                    <a:pt x="1496" y="53"/>
                  </a:cubicBezTo>
                  <a:cubicBezTo>
                    <a:pt x="1532" y="37"/>
                    <a:pt x="1548" y="37"/>
                    <a:pt x="1580" y="37"/>
                  </a:cubicBezTo>
                  <a:lnTo>
                    <a:pt x="1597" y="37"/>
                  </a:lnTo>
                  <a:cubicBezTo>
                    <a:pt x="1617" y="37"/>
                    <a:pt x="1617" y="21"/>
                    <a:pt x="1617" y="21"/>
                  </a:cubicBezTo>
                  <a:cubicBezTo>
                    <a:pt x="1617" y="0"/>
                    <a:pt x="1617" y="0"/>
                    <a:pt x="1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a:off x="1923059" y="1994144"/>
              <a:ext cx="140545" cy="312675"/>
            </a:xfrm>
            <a:custGeom>
              <a:rect b="b" l="l" r="r" t="t"/>
              <a:pathLst>
                <a:path extrusionOk="0" h="3148" w="1415">
                  <a:moveTo>
                    <a:pt x="53" y="1"/>
                  </a:moveTo>
                  <a:cubicBezTo>
                    <a:pt x="17" y="17"/>
                    <a:pt x="17" y="33"/>
                    <a:pt x="17" y="69"/>
                  </a:cubicBezTo>
                  <a:lnTo>
                    <a:pt x="17" y="85"/>
                  </a:lnTo>
                  <a:cubicBezTo>
                    <a:pt x="1" y="102"/>
                    <a:pt x="1" y="118"/>
                    <a:pt x="1" y="134"/>
                  </a:cubicBezTo>
                  <a:lnTo>
                    <a:pt x="1" y="170"/>
                  </a:lnTo>
                  <a:cubicBezTo>
                    <a:pt x="1" y="825"/>
                    <a:pt x="17" y="841"/>
                    <a:pt x="356" y="1398"/>
                  </a:cubicBezTo>
                  <a:lnTo>
                    <a:pt x="372" y="1447"/>
                  </a:lnTo>
                  <a:cubicBezTo>
                    <a:pt x="607" y="1818"/>
                    <a:pt x="825" y="2222"/>
                    <a:pt x="1043" y="2594"/>
                  </a:cubicBezTo>
                  <a:cubicBezTo>
                    <a:pt x="1128" y="2727"/>
                    <a:pt x="1197" y="2861"/>
                    <a:pt x="1281" y="3014"/>
                  </a:cubicBezTo>
                  <a:cubicBezTo>
                    <a:pt x="1314" y="3063"/>
                    <a:pt x="1346" y="3115"/>
                    <a:pt x="1399" y="3147"/>
                  </a:cubicBezTo>
                  <a:lnTo>
                    <a:pt x="1415" y="3147"/>
                  </a:lnTo>
                  <a:lnTo>
                    <a:pt x="1415" y="3131"/>
                  </a:lnTo>
                  <a:cubicBezTo>
                    <a:pt x="1366" y="3099"/>
                    <a:pt x="1330" y="3046"/>
                    <a:pt x="1298" y="2998"/>
                  </a:cubicBezTo>
                  <a:cubicBezTo>
                    <a:pt x="1229" y="2861"/>
                    <a:pt x="1144" y="2727"/>
                    <a:pt x="1063" y="2574"/>
                  </a:cubicBezTo>
                  <a:cubicBezTo>
                    <a:pt x="841" y="2206"/>
                    <a:pt x="623" y="1802"/>
                    <a:pt x="389" y="1431"/>
                  </a:cubicBezTo>
                  <a:lnTo>
                    <a:pt x="372" y="1398"/>
                  </a:lnTo>
                  <a:cubicBezTo>
                    <a:pt x="33" y="841"/>
                    <a:pt x="33" y="825"/>
                    <a:pt x="33" y="170"/>
                  </a:cubicBezTo>
                  <a:lnTo>
                    <a:pt x="33" y="134"/>
                  </a:lnTo>
                  <a:lnTo>
                    <a:pt x="33" y="85"/>
                  </a:lnTo>
                  <a:lnTo>
                    <a:pt x="33" y="69"/>
                  </a:lnTo>
                  <a:cubicBezTo>
                    <a:pt x="53" y="49"/>
                    <a:pt x="53" y="33"/>
                    <a:pt x="69" y="33"/>
                  </a:cubicBezTo>
                  <a:lnTo>
                    <a:pt x="69" y="17"/>
                  </a:ln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a:off x="1521886" y="2474082"/>
              <a:ext cx="197458" cy="355981"/>
            </a:xfrm>
            <a:custGeom>
              <a:rect b="b" l="l" r="r" t="t"/>
              <a:pathLst>
                <a:path extrusionOk="0" h="3584" w="1988">
                  <a:moveTo>
                    <a:pt x="0" y="0"/>
                  </a:moveTo>
                  <a:cubicBezTo>
                    <a:pt x="0" y="133"/>
                    <a:pt x="69" y="202"/>
                    <a:pt x="154" y="287"/>
                  </a:cubicBezTo>
                  <a:lnTo>
                    <a:pt x="154" y="303"/>
                  </a:lnTo>
                  <a:cubicBezTo>
                    <a:pt x="234" y="388"/>
                    <a:pt x="303" y="469"/>
                    <a:pt x="372" y="570"/>
                  </a:cubicBezTo>
                  <a:cubicBezTo>
                    <a:pt x="404" y="622"/>
                    <a:pt x="436" y="671"/>
                    <a:pt x="489" y="723"/>
                  </a:cubicBezTo>
                  <a:cubicBezTo>
                    <a:pt x="606" y="873"/>
                    <a:pt x="723" y="1026"/>
                    <a:pt x="861" y="1176"/>
                  </a:cubicBezTo>
                  <a:cubicBezTo>
                    <a:pt x="1180" y="1580"/>
                    <a:pt x="1499" y="2004"/>
                    <a:pt x="1818" y="2408"/>
                  </a:cubicBezTo>
                  <a:cubicBezTo>
                    <a:pt x="1834" y="2424"/>
                    <a:pt x="1834" y="2440"/>
                    <a:pt x="1850" y="2456"/>
                  </a:cubicBezTo>
                  <a:cubicBezTo>
                    <a:pt x="1903" y="2509"/>
                    <a:pt x="1951" y="2573"/>
                    <a:pt x="1951" y="2658"/>
                  </a:cubicBezTo>
                  <a:lnTo>
                    <a:pt x="1951" y="3296"/>
                  </a:lnTo>
                  <a:lnTo>
                    <a:pt x="1951" y="3450"/>
                  </a:lnTo>
                  <a:cubicBezTo>
                    <a:pt x="1951" y="3498"/>
                    <a:pt x="1951" y="3535"/>
                    <a:pt x="1935" y="3567"/>
                  </a:cubicBezTo>
                  <a:cubicBezTo>
                    <a:pt x="1919" y="3567"/>
                    <a:pt x="1919" y="3583"/>
                    <a:pt x="1935" y="3583"/>
                  </a:cubicBezTo>
                  <a:lnTo>
                    <a:pt x="1951" y="3583"/>
                  </a:lnTo>
                  <a:cubicBezTo>
                    <a:pt x="1971" y="3535"/>
                    <a:pt x="1988" y="3498"/>
                    <a:pt x="1988" y="3450"/>
                  </a:cubicBezTo>
                  <a:lnTo>
                    <a:pt x="1988" y="3296"/>
                  </a:lnTo>
                  <a:cubicBezTo>
                    <a:pt x="1971" y="3094"/>
                    <a:pt x="1971" y="2876"/>
                    <a:pt x="1988" y="2658"/>
                  </a:cubicBezTo>
                  <a:cubicBezTo>
                    <a:pt x="1988" y="2557"/>
                    <a:pt x="1919" y="2488"/>
                    <a:pt x="1870" y="2440"/>
                  </a:cubicBezTo>
                  <a:cubicBezTo>
                    <a:pt x="1870" y="2424"/>
                    <a:pt x="1850" y="2408"/>
                    <a:pt x="1834" y="2387"/>
                  </a:cubicBezTo>
                  <a:cubicBezTo>
                    <a:pt x="1515" y="1984"/>
                    <a:pt x="1196" y="1563"/>
                    <a:pt x="877" y="1159"/>
                  </a:cubicBezTo>
                  <a:cubicBezTo>
                    <a:pt x="760" y="1010"/>
                    <a:pt x="622" y="856"/>
                    <a:pt x="505" y="707"/>
                  </a:cubicBezTo>
                  <a:cubicBezTo>
                    <a:pt x="473" y="654"/>
                    <a:pt x="420" y="606"/>
                    <a:pt x="388" y="553"/>
                  </a:cubicBezTo>
                  <a:cubicBezTo>
                    <a:pt x="319" y="452"/>
                    <a:pt x="255" y="368"/>
                    <a:pt x="170" y="287"/>
                  </a:cubicBezTo>
                  <a:lnTo>
                    <a:pt x="170" y="267"/>
                  </a:lnTo>
                  <a:cubicBezTo>
                    <a:pt x="101" y="186"/>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1"/>
            <p:cNvSpPr/>
            <p:nvPr/>
          </p:nvSpPr>
          <p:spPr>
            <a:xfrm>
              <a:off x="849753" y="3127641"/>
              <a:ext cx="359656" cy="242452"/>
            </a:xfrm>
            <a:custGeom>
              <a:rect b="b" l="l" r="r" t="t"/>
              <a:pathLst>
                <a:path extrusionOk="0" h="2441" w="3621">
                  <a:moveTo>
                    <a:pt x="3588" y="33"/>
                  </a:moveTo>
                  <a:lnTo>
                    <a:pt x="3588" y="304"/>
                  </a:lnTo>
                  <a:lnTo>
                    <a:pt x="3588" y="1128"/>
                  </a:lnTo>
                  <a:cubicBezTo>
                    <a:pt x="3588" y="1180"/>
                    <a:pt x="3552" y="1196"/>
                    <a:pt x="3487" y="1213"/>
                  </a:cubicBezTo>
                  <a:cubicBezTo>
                    <a:pt x="3099" y="1346"/>
                    <a:pt x="2695" y="1463"/>
                    <a:pt x="2307" y="1600"/>
                  </a:cubicBezTo>
                  <a:cubicBezTo>
                    <a:pt x="2122" y="1665"/>
                    <a:pt x="1952" y="1718"/>
                    <a:pt x="1786" y="1766"/>
                  </a:cubicBezTo>
                  <a:cubicBezTo>
                    <a:pt x="1382" y="1903"/>
                    <a:pt x="994" y="2037"/>
                    <a:pt x="590" y="2170"/>
                  </a:cubicBezTo>
                  <a:lnTo>
                    <a:pt x="69" y="2340"/>
                  </a:lnTo>
                  <a:cubicBezTo>
                    <a:pt x="33" y="2170"/>
                    <a:pt x="33" y="2004"/>
                    <a:pt x="53" y="1835"/>
                  </a:cubicBezTo>
                  <a:lnTo>
                    <a:pt x="53" y="1564"/>
                  </a:lnTo>
                  <a:cubicBezTo>
                    <a:pt x="33" y="1261"/>
                    <a:pt x="33" y="1261"/>
                    <a:pt x="320" y="1160"/>
                  </a:cubicBezTo>
                  <a:lnTo>
                    <a:pt x="336" y="1160"/>
                  </a:lnTo>
                  <a:cubicBezTo>
                    <a:pt x="691" y="1043"/>
                    <a:pt x="1043" y="910"/>
                    <a:pt x="1398" y="792"/>
                  </a:cubicBezTo>
                  <a:cubicBezTo>
                    <a:pt x="2021" y="574"/>
                    <a:pt x="2643" y="336"/>
                    <a:pt x="3265" y="118"/>
                  </a:cubicBezTo>
                  <a:cubicBezTo>
                    <a:pt x="3301" y="118"/>
                    <a:pt x="3317" y="102"/>
                    <a:pt x="3350" y="102"/>
                  </a:cubicBezTo>
                  <a:cubicBezTo>
                    <a:pt x="3418" y="69"/>
                    <a:pt x="3503" y="33"/>
                    <a:pt x="3588" y="33"/>
                  </a:cubicBezTo>
                  <a:close/>
                  <a:moveTo>
                    <a:pt x="3604" y="1"/>
                  </a:moveTo>
                  <a:cubicBezTo>
                    <a:pt x="3503" y="1"/>
                    <a:pt x="3418" y="33"/>
                    <a:pt x="3333" y="69"/>
                  </a:cubicBezTo>
                  <a:cubicBezTo>
                    <a:pt x="3317" y="85"/>
                    <a:pt x="3285" y="85"/>
                    <a:pt x="3265" y="102"/>
                  </a:cubicBezTo>
                  <a:cubicBezTo>
                    <a:pt x="2643" y="320"/>
                    <a:pt x="2004" y="538"/>
                    <a:pt x="1398" y="756"/>
                  </a:cubicBezTo>
                  <a:cubicBezTo>
                    <a:pt x="1043" y="893"/>
                    <a:pt x="675" y="1011"/>
                    <a:pt x="320" y="1144"/>
                  </a:cubicBezTo>
                  <a:cubicBezTo>
                    <a:pt x="17" y="1245"/>
                    <a:pt x="17" y="1245"/>
                    <a:pt x="17" y="1564"/>
                  </a:cubicBezTo>
                  <a:lnTo>
                    <a:pt x="17" y="1835"/>
                  </a:lnTo>
                  <a:cubicBezTo>
                    <a:pt x="17" y="2004"/>
                    <a:pt x="1" y="2190"/>
                    <a:pt x="53" y="2356"/>
                  </a:cubicBezTo>
                  <a:cubicBezTo>
                    <a:pt x="53" y="2356"/>
                    <a:pt x="33" y="2372"/>
                    <a:pt x="17" y="2392"/>
                  </a:cubicBezTo>
                  <a:cubicBezTo>
                    <a:pt x="17" y="2408"/>
                    <a:pt x="17" y="2408"/>
                    <a:pt x="1" y="2408"/>
                  </a:cubicBezTo>
                  <a:cubicBezTo>
                    <a:pt x="1" y="2424"/>
                    <a:pt x="1" y="2424"/>
                    <a:pt x="17" y="2441"/>
                  </a:cubicBezTo>
                  <a:lnTo>
                    <a:pt x="33" y="2424"/>
                  </a:lnTo>
                  <a:cubicBezTo>
                    <a:pt x="33" y="2424"/>
                    <a:pt x="33" y="2408"/>
                    <a:pt x="53" y="2408"/>
                  </a:cubicBezTo>
                  <a:cubicBezTo>
                    <a:pt x="53" y="2392"/>
                    <a:pt x="69" y="2372"/>
                    <a:pt x="69" y="2372"/>
                  </a:cubicBezTo>
                  <a:lnTo>
                    <a:pt x="86" y="2372"/>
                  </a:lnTo>
                  <a:lnTo>
                    <a:pt x="607" y="2190"/>
                  </a:lnTo>
                  <a:cubicBezTo>
                    <a:pt x="994" y="2069"/>
                    <a:pt x="1398" y="1936"/>
                    <a:pt x="1786" y="1802"/>
                  </a:cubicBezTo>
                  <a:cubicBezTo>
                    <a:pt x="1972" y="1750"/>
                    <a:pt x="2138" y="1685"/>
                    <a:pt x="2307" y="1633"/>
                  </a:cubicBezTo>
                  <a:cubicBezTo>
                    <a:pt x="2695" y="1499"/>
                    <a:pt x="3099" y="1362"/>
                    <a:pt x="3503" y="1229"/>
                  </a:cubicBezTo>
                  <a:cubicBezTo>
                    <a:pt x="3552" y="1213"/>
                    <a:pt x="3604" y="1196"/>
                    <a:pt x="3620" y="1128"/>
                  </a:cubicBezTo>
                  <a:lnTo>
                    <a:pt x="3620" y="304"/>
                  </a:lnTo>
                  <a:lnTo>
                    <a:pt x="3620"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1"/>
            <p:cNvSpPr/>
            <p:nvPr/>
          </p:nvSpPr>
          <p:spPr>
            <a:xfrm>
              <a:off x="1521886" y="2126147"/>
              <a:ext cx="202325" cy="414583"/>
            </a:xfrm>
            <a:custGeom>
              <a:rect b="b" l="l" r="r" t="t"/>
              <a:pathLst>
                <a:path extrusionOk="0" h="4174" w="2037">
                  <a:moveTo>
                    <a:pt x="16" y="1"/>
                  </a:moveTo>
                  <a:lnTo>
                    <a:pt x="0" y="17"/>
                  </a:lnTo>
                  <a:cubicBezTo>
                    <a:pt x="0" y="118"/>
                    <a:pt x="53" y="186"/>
                    <a:pt x="117" y="271"/>
                  </a:cubicBezTo>
                  <a:cubicBezTo>
                    <a:pt x="202" y="356"/>
                    <a:pt x="271" y="457"/>
                    <a:pt x="335" y="538"/>
                  </a:cubicBezTo>
                  <a:cubicBezTo>
                    <a:pt x="335" y="574"/>
                    <a:pt x="356" y="590"/>
                    <a:pt x="372" y="607"/>
                  </a:cubicBezTo>
                  <a:cubicBezTo>
                    <a:pt x="558" y="877"/>
                    <a:pt x="739" y="1144"/>
                    <a:pt x="925" y="1398"/>
                  </a:cubicBezTo>
                  <a:cubicBezTo>
                    <a:pt x="1244" y="1871"/>
                    <a:pt x="1584" y="2356"/>
                    <a:pt x="1919" y="2845"/>
                  </a:cubicBezTo>
                  <a:cubicBezTo>
                    <a:pt x="1971" y="2897"/>
                    <a:pt x="1988" y="2962"/>
                    <a:pt x="1988" y="3030"/>
                  </a:cubicBezTo>
                  <a:lnTo>
                    <a:pt x="1988" y="3333"/>
                  </a:lnTo>
                  <a:cubicBezTo>
                    <a:pt x="1988" y="3487"/>
                    <a:pt x="1988" y="3652"/>
                    <a:pt x="1971" y="3806"/>
                  </a:cubicBezTo>
                  <a:lnTo>
                    <a:pt x="1971" y="3854"/>
                  </a:lnTo>
                  <a:cubicBezTo>
                    <a:pt x="1971" y="3955"/>
                    <a:pt x="1971" y="4056"/>
                    <a:pt x="2004" y="4157"/>
                  </a:cubicBezTo>
                  <a:lnTo>
                    <a:pt x="2020" y="4174"/>
                  </a:lnTo>
                  <a:lnTo>
                    <a:pt x="2036" y="4157"/>
                  </a:lnTo>
                  <a:cubicBezTo>
                    <a:pt x="1988" y="4056"/>
                    <a:pt x="1988" y="3955"/>
                    <a:pt x="2004" y="3871"/>
                  </a:cubicBezTo>
                  <a:lnTo>
                    <a:pt x="2004" y="3806"/>
                  </a:lnTo>
                  <a:lnTo>
                    <a:pt x="2004" y="3333"/>
                  </a:lnTo>
                  <a:lnTo>
                    <a:pt x="2004" y="3030"/>
                  </a:lnTo>
                  <a:cubicBezTo>
                    <a:pt x="2004" y="2962"/>
                    <a:pt x="1988" y="2897"/>
                    <a:pt x="1935" y="2828"/>
                  </a:cubicBezTo>
                  <a:cubicBezTo>
                    <a:pt x="1600" y="2340"/>
                    <a:pt x="1265" y="1851"/>
                    <a:pt x="941" y="1398"/>
                  </a:cubicBezTo>
                  <a:cubicBezTo>
                    <a:pt x="760" y="1128"/>
                    <a:pt x="574" y="861"/>
                    <a:pt x="404" y="590"/>
                  </a:cubicBezTo>
                  <a:cubicBezTo>
                    <a:pt x="388" y="574"/>
                    <a:pt x="372" y="558"/>
                    <a:pt x="356" y="522"/>
                  </a:cubicBezTo>
                  <a:cubicBezTo>
                    <a:pt x="287" y="437"/>
                    <a:pt x="218" y="336"/>
                    <a:pt x="133" y="255"/>
                  </a:cubicBezTo>
                  <a:cubicBezTo>
                    <a:pt x="69" y="170"/>
                    <a:pt x="32" y="118"/>
                    <a:pt x="32" y="17"/>
                  </a:cubicBez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a:off x="1267912" y="2191602"/>
              <a:ext cx="143723" cy="158523"/>
            </a:xfrm>
            <a:custGeom>
              <a:rect b="b" l="l" r="r" t="t"/>
              <a:pathLst>
                <a:path extrusionOk="0" h="1596" w="1447">
                  <a:moveTo>
                    <a:pt x="1430" y="0"/>
                  </a:moveTo>
                  <a:cubicBezTo>
                    <a:pt x="1361" y="32"/>
                    <a:pt x="1313" y="49"/>
                    <a:pt x="1244" y="81"/>
                  </a:cubicBezTo>
                  <a:cubicBezTo>
                    <a:pt x="1127" y="133"/>
                    <a:pt x="994" y="202"/>
                    <a:pt x="856" y="251"/>
                  </a:cubicBezTo>
                  <a:cubicBezTo>
                    <a:pt x="772" y="303"/>
                    <a:pt x="691" y="335"/>
                    <a:pt x="590" y="384"/>
                  </a:cubicBezTo>
                  <a:cubicBezTo>
                    <a:pt x="436" y="453"/>
                    <a:pt x="267" y="537"/>
                    <a:pt x="117" y="606"/>
                  </a:cubicBezTo>
                  <a:cubicBezTo>
                    <a:pt x="16" y="655"/>
                    <a:pt x="0" y="707"/>
                    <a:pt x="0" y="788"/>
                  </a:cubicBezTo>
                  <a:lnTo>
                    <a:pt x="0" y="1111"/>
                  </a:lnTo>
                  <a:cubicBezTo>
                    <a:pt x="0" y="1260"/>
                    <a:pt x="0" y="1430"/>
                    <a:pt x="16" y="1580"/>
                  </a:cubicBezTo>
                  <a:cubicBezTo>
                    <a:pt x="16" y="1580"/>
                    <a:pt x="16" y="1596"/>
                    <a:pt x="32" y="1596"/>
                  </a:cubicBezTo>
                  <a:lnTo>
                    <a:pt x="32" y="1580"/>
                  </a:lnTo>
                  <a:cubicBezTo>
                    <a:pt x="16" y="1430"/>
                    <a:pt x="16" y="1260"/>
                    <a:pt x="32" y="1111"/>
                  </a:cubicBezTo>
                  <a:cubicBezTo>
                    <a:pt x="32" y="1010"/>
                    <a:pt x="32" y="909"/>
                    <a:pt x="16" y="788"/>
                  </a:cubicBezTo>
                  <a:cubicBezTo>
                    <a:pt x="16" y="723"/>
                    <a:pt x="32" y="671"/>
                    <a:pt x="117" y="622"/>
                  </a:cubicBezTo>
                  <a:cubicBezTo>
                    <a:pt x="287" y="554"/>
                    <a:pt x="452" y="485"/>
                    <a:pt x="606" y="404"/>
                  </a:cubicBezTo>
                  <a:cubicBezTo>
                    <a:pt x="691" y="368"/>
                    <a:pt x="772" y="319"/>
                    <a:pt x="873" y="283"/>
                  </a:cubicBezTo>
                  <a:cubicBezTo>
                    <a:pt x="994" y="218"/>
                    <a:pt x="1127" y="166"/>
                    <a:pt x="1260" y="101"/>
                  </a:cubicBezTo>
                  <a:cubicBezTo>
                    <a:pt x="1313" y="81"/>
                    <a:pt x="1378" y="49"/>
                    <a:pt x="1430" y="16"/>
                  </a:cubicBezTo>
                  <a:cubicBezTo>
                    <a:pt x="1446" y="16"/>
                    <a:pt x="1446" y="16"/>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a:off x="1944712" y="3485608"/>
              <a:ext cx="6953" cy="55026"/>
            </a:xfrm>
            <a:custGeom>
              <a:rect b="b" l="l" r="r" t="t"/>
              <a:pathLst>
                <a:path extrusionOk="0" h="554" w="70">
                  <a:moveTo>
                    <a:pt x="37" y="0"/>
                  </a:moveTo>
                  <a:cubicBezTo>
                    <a:pt x="17" y="101"/>
                    <a:pt x="17" y="182"/>
                    <a:pt x="17" y="283"/>
                  </a:cubicBezTo>
                  <a:cubicBezTo>
                    <a:pt x="17" y="368"/>
                    <a:pt x="17" y="452"/>
                    <a:pt x="1" y="537"/>
                  </a:cubicBezTo>
                  <a:cubicBezTo>
                    <a:pt x="1" y="553"/>
                    <a:pt x="1" y="553"/>
                    <a:pt x="17" y="553"/>
                  </a:cubicBezTo>
                  <a:lnTo>
                    <a:pt x="37" y="553"/>
                  </a:lnTo>
                  <a:cubicBezTo>
                    <a:pt x="53" y="452"/>
                    <a:pt x="53" y="368"/>
                    <a:pt x="53" y="283"/>
                  </a:cubicBezTo>
                  <a:cubicBezTo>
                    <a:pt x="37" y="182"/>
                    <a:pt x="37" y="101"/>
                    <a:pt x="53" y="16"/>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1"/>
            <p:cNvSpPr/>
            <p:nvPr/>
          </p:nvSpPr>
          <p:spPr>
            <a:xfrm>
              <a:off x="1815987" y="2282783"/>
              <a:ext cx="5264" cy="64164"/>
            </a:xfrm>
            <a:custGeom>
              <a:rect b="b" l="l" r="r" t="t"/>
              <a:pathLst>
                <a:path extrusionOk="0" h="646" w="53">
                  <a:moveTo>
                    <a:pt x="41" y="0"/>
                  </a:moveTo>
                  <a:cubicBezTo>
                    <a:pt x="37" y="0"/>
                    <a:pt x="37" y="7"/>
                    <a:pt x="37" y="7"/>
                  </a:cubicBezTo>
                  <a:cubicBezTo>
                    <a:pt x="20" y="108"/>
                    <a:pt x="20" y="209"/>
                    <a:pt x="20" y="310"/>
                  </a:cubicBezTo>
                  <a:lnTo>
                    <a:pt x="20" y="496"/>
                  </a:lnTo>
                  <a:lnTo>
                    <a:pt x="20" y="544"/>
                  </a:lnTo>
                  <a:cubicBezTo>
                    <a:pt x="20" y="577"/>
                    <a:pt x="20" y="597"/>
                    <a:pt x="0" y="629"/>
                  </a:cubicBezTo>
                  <a:cubicBezTo>
                    <a:pt x="0" y="629"/>
                    <a:pt x="0" y="645"/>
                    <a:pt x="20" y="645"/>
                  </a:cubicBezTo>
                  <a:lnTo>
                    <a:pt x="37" y="645"/>
                  </a:lnTo>
                  <a:cubicBezTo>
                    <a:pt x="53" y="613"/>
                    <a:pt x="53" y="577"/>
                    <a:pt x="53" y="544"/>
                  </a:cubicBezTo>
                  <a:lnTo>
                    <a:pt x="53" y="496"/>
                  </a:lnTo>
                  <a:lnTo>
                    <a:pt x="53" y="310"/>
                  </a:lnTo>
                  <a:cubicBezTo>
                    <a:pt x="37" y="209"/>
                    <a:pt x="37" y="108"/>
                    <a:pt x="53" y="7"/>
                  </a:cubicBezTo>
                  <a:cubicBezTo>
                    <a:pt x="47" y="2"/>
                    <a:pt x="44"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1"/>
            <p:cNvSpPr/>
            <p:nvPr/>
          </p:nvSpPr>
          <p:spPr>
            <a:xfrm>
              <a:off x="500328" y="1019567"/>
              <a:ext cx="1402767" cy="1004772"/>
            </a:xfrm>
            <a:custGeom>
              <a:rect b="b" l="l" r="r" t="t"/>
              <a:pathLst>
                <a:path extrusionOk="0" h="10116" w="14123">
                  <a:moveTo>
                    <a:pt x="9174" y="0"/>
                  </a:moveTo>
                  <a:lnTo>
                    <a:pt x="8803" y="235"/>
                  </a:lnTo>
                  <a:cubicBezTo>
                    <a:pt x="8520" y="404"/>
                    <a:pt x="8249" y="590"/>
                    <a:pt x="7978" y="756"/>
                  </a:cubicBezTo>
                  <a:cubicBezTo>
                    <a:pt x="6985" y="1398"/>
                    <a:pt x="5975" y="2036"/>
                    <a:pt x="4985" y="2658"/>
                  </a:cubicBezTo>
                  <a:lnTo>
                    <a:pt x="4731" y="2828"/>
                  </a:lnTo>
                  <a:cubicBezTo>
                    <a:pt x="3854" y="3398"/>
                    <a:pt x="2981" y="3955"/>
                    <a:pt x="2105" y="4508"/>
                  </a:cubicBezTo>
                  <a:cubicBezTo>
                    <a:pt x="1733" y="4747"/>
                    <a:pt x="1349" y="4997"/>
                    <a:pt x="962" y="5236"/>
                  </a:cubicBezTo>
                  <a:cubicBezTo>
                    <a:pt x="659" y="5438"/>
                    <a:pt x="356" y="5640"/>
                    <a:pt x="53" y="5821"/>
                  </a:cubicBezTo>
                  <a:cubicBezTo>
                    <a:pt x="36" y="5842"/>
                    <a:pt x="36" y="5842"/>
                    <a:pt x="16" y="5842"/>
                  </a:cubicBezTo>
                  <a:lnTo>
                    <a:pt x="0" y="5842"/>
                  </a:lnTo>
                  <a:lnTo>
                    <a:pt x="0" y="5858"/>
                  </a:lnTo>
                  <a:cubicBezTo>
                    <a:pt x="0" y="5858"/>
                    <a:pt x="0" y="5874"/>
                    <a:pt x="16" y="5874"/>
                  </a:cubicBezTo>
                  <a:lnTo>
                    <a:pt x="36" y="5858"/>
                  </a:lnTo>
                  <a:lnTo>
                    <a:pt x="53" y="5858"/>
                  </a:lnTo>
                  <a:cubicBezTo>
                    <a:pt x="372" y="5656"/>
                    <a:pt x="675" y="5454"/>
                    <a:pt x="978" y="5268"/>
                  </a:cubicBezTo>
                  <a:cubicBezTo>
                    <a:pt x="1366" y="5013"/>
                    <a:pt x="1753" y="4763"/>
                    <a:pt x="2121" y="4529"/>
                  </a:cubicBezTo>
                  <a:cubicBezTo>
                    <a:pt x="2998" y="3971"/>
                    <a:pt x="3874" y="3418"/>
                    <a:pt x="4747" y="2860"/>
                  </a:cubicBezTo>
                  <a:lnTo>
                    <a:pt x="5001" y="2691"/>
                  </a:lnTo>
                  <a:cubicBezTo>
                    <a:pt x="5995" y="2052"/>
                    <a:pt x="6985" y="1414"/>
                    <a:pt x="7995" y="792"/>
                  </a:cubicBezTo>
                  <a:cubicBezTo>
                    <a:pt x="8265" y="606"/>
                    <a:pt x="8536" y="436"/>
                    <a:pt x="8823" y="251"/>
                  </a:cubicBezTo>
                  <a:lnTo>
                    <a:pt x="9174" y="33"/>
                  </a:lnTo>
                  <a:lnTo>
                    <a:pt x="9190" y="33"/>
                  </a:lnTo>
                  <a:cubicBezTo>
                    <a:pt x="9227" y="65"/>
                    <a:pt x="9243" y="65"/>
                    <a:pt x="9243" y="85"/>
                  </a:cubicBezTo>
                  <a:cubicBezTo>
                    <a:pt x="9207" y="166"/>
                    <a:pt x="9207" y="251"/>
                    <a:pt x="9207" y="319"/>
                  </a:cubicBezTo>
                  <a:lnTo>
                    <a:pt x="9207" y="420"/>
                  </a:lnTo>
                  <a:cubicBezTo>
                    <a:pt x="9207" y="505"/>
                    <a:pt x="9207" y="554"/>
                    <a:pt x="9259" y="638"/>
                  </a:cubicBezTo>
                  <a:cubicBezTo>
                    <a:pt x="9409" y="873"/>
                    <a:pt x="9578" y="1160"/>
                    <a:pt x="9748" y="1515"/>
                  </a:cubicBezTo>
                  <a:cubicBezTo>
                    <a:pt x="9764" y="1547"/>
                    <a:pt x="9796" y="1580"/>
                    <a:pt x="9812" y="1616"/>
                  </a:cubicBezTo>
                  <a:cubicBezTo>
                    <a:pt x="9897" y="1782"/>
                    <a:pt x="9982" y="1951"/>
                    <a:pt x="10067" y="2105"/>
                  </a:cubicBezTo>
                  <a:cubicBezTo>
                    <a:pt x="10136" y="2222"/>
                    <a:pt x="10200" y="2323"/>
                    <a:pt x="10253" y="2424"/>
                  </a:cubicBezTo>
                  <a:cubicBezTo>
                    <a:pt x="10338" y="2557"/>
                    <a:pt x="10402" y="2691"/>
                    <a:pt x="10487" y="2812"/>
                  </a:cubicBezTo>
                  <a:cubicBezTo>
                    <a:pt x="10620" y="3030"/>
                    <a:pt x="10742" y="3264"/>
                    <a:pt x="10859" y="3482"/>
                  </a:cubicBezTo>
                  <a:cubicBezTo>
                    <a:pt x="10923" y="3600"/>
                    <a:pt x="10992" y="3721"/>
                    <a:pt x="11061" y="3838"/>
                  </a:cubicBezTo>
                  <a:cubicBezTo>
                    <a:pt x="11194" y="4072"/>
                    <a:pt x="11327" y="4327"/>
                    <a:pt x="11465" y="4561"/>
                  </a:cubicBezTo>
                  <a:cubicBezTo>
                    <a:pt x="11598" y="4811"/>
                    <a:pt x="11752" y="5066"/>
                    <a:pt x="11885" y="5316"/>
                  </a:cubicBezTo>
                  <a:cubicBezTo>
                    <a:pt x="12071" y="5656"/>
                    <a:pt x="12236" y="5959"/>
                    <a:pt x="12406" y="6246"/>
                  </a:cubicBezTo>
                  <a:cubicBezTo>
                    <a:pt x="12422" y="6278"/>
                    <a:pt x="12438" y="6310"/>
                    <a:pt x="12458" y="6347"/>
                  </a:cubicBezTo>
                  <a:cubicBezTo>
                    <a:pt x="12507" y="6427"/>
                    <a:pt x="12576" y="6512"/>
                    <a:pt x="12559" y="6597"/>
                  </a:cubicBezTo>
                  <a:cubicBezTo>
                    <a:pt x="12539" y="6751"/>
                    <a:pt x="12539" y="6916"/>
                    <a:pt x="12539" y="7070"/>
                  </a:cubicBezTo>
                  <a:lnTo>
                    <a:pt x="12539" y="7373"/>
                  </a:lnTo>
                  <a:cubicBezTo>
                    <a:pt x="12539" y="7421"/>
                    <a:pt x="12539" y="7474"/>
                    <a:pt x="12559" y="7522"/>
                  </a:cubicBezTo>
                  <a:cubicBezTo>
                    <a:pt x="13012" y="8282"/>
                    <a:pt x="13468" y="9073"/>
                    <a:pt x="13921" y="9881"/>
                  </a:cubicBezTo>
                  <a:cubicBezTo>
                    <a:pt x="13921" y="9897"/>
                    <a:pt x="13937" y="9914"/>
                    <a:pt x="13937" y="9930"/>
                  </a:cubicBezTo>
                  <a:cubicBezTo>
                    <a:pt x="13990" y="9998"/>
                    <a:pt x="14022" y="10083"/>
                    <a:pt x="14107" y="10116"/>
                  </a:cubicBezTo>
                  <a:lnTo>
                    <a:pt x="14123" y="10116"/>
                  </a:lnTo>
                  <a:lnTo>
                    <a:pt x="14123" y="10099"/>
                  </a:lnTo>
                  <a:cubicBezTo>
                    <a:pt x="14038" y="10063"/>
                    <a:pt x="14006" y="9998"/>
                    <a:pt x="13973" y="9930"/>
                  </a:cubicBezTo>
                  <a:cubicBezTo>
                    <a:pt x="13953" y="9897"/>
                    <a:pt x="13953" y="9881"/>
                    <a:pt x="13937" y="9861"/>
                  </a:cubicBezTo>
                  <a:cubicBezTo>
                    <a:pt x="13485" y="9073"/>
                    <a:pt x="13028" y="8265"/>
                    <a:pt x="12592" y="7506"/>
                  </a:cubicBezTo>
                  <a:cubicBezTo>
                    <a:pt x="12559" y="7474"/>
                    <a:pt x="12559" y="7421"/>
                    <a:pt x="12559" y="7389"/>
                  </a:cubicBezTo>
                  <a:cubicBezTo>
                    <a:pt x="12576" y="7272"/>
                    <a:pt x="12576" y="7171"/>
                    <a:pt x="12559" y="7070"/>
                  </a:cubicBezTo>
                  <a:cubicBezTo>
                    <a:pt x="12559" y="6916"/>
                    <a:pt x="12559" y="6751"/>
                    <a:pt x="12576" y="6597"/>
                  </a:cubicBezTo>
                  <a:cubicBezTo>
                    <a:pt x="12592" y="6496"/>
                    <a:pt x="12539" y="6411"/>
                    <a:pt x="12491" y="6326"/>
                  </a:cubicBezTo>
                  <a:cubicBezTo>
                    <a:pt x="12458" y="6294"/>
                    <a:pt x="12438" y="6278"/>
                    <a:pt x="12422" y="6246"/>
                  </a:cubicBezTo>
                  <a:cubicBezTo>
                    <a:pt x="12256" y="5943"/>
                    <a:pt x="12103" y="5640"/>
                    <a:pt x="11917" y="5300"/>
                  </a:cubicBezTo>
                  <a:cubicBezTo>
                    <a:pt x="11768" y="5050"/>
                    <a:pt x="11630" y="4795"/>
                    <a:pt x="11481" y="4561"/>
                  </a:cubicBezTo>
                  <a:cubicBezTo>
                    <a:pt x="11348" y="4307"/>
                    <a:pt x="11210" y="4072"/>
                    <a:pt x="11077" y="3822"/>
                  </a:cubicBezTo>
                  <a:cubicBezTo>
                    <a:pt x="11008" y="3701"/>
                    <a:pt x="10944" y="3583"/>
                    <a:pt x="10891" y="3466"/>
                  </a:cubicBezTo>
                  <a:cubicBezTo>
                    <a:pt x="10758" y="3248"/>
                    <a:pt x="10641" y="3014"/>
                    <a:pt x="10503" y="2792"/>
                  </a:cubicBezTo>
                  <a:cubicBezTo>
                    <a:pt x="10418" y="2674"/>
                    <a:pt x="10354" y="2541"/>
                    <a:pt x="10285" y="2424"/>
                  </a:cubicBezTo>
                  <a:cubicBezTo>
                    <a:pt x="10216" y="2307"/>
                    <a:pt x="10168" y="2206"/>
                    <a:pt x="10099" y="2105"/>
                  </a:cubicBezTo>
                  <a:cubicBezTo>
                    <a:pt x="9998" y="1935"/>
                    <a:pt x="9913" y="1766"/>
                    <a:pt x="9833" y="1616"/>
                  </a:cubicBezTo>
                  <a:cubicBezTo>
                    <a:pt x="9812" y="1564"/>
                    <a:pt x="9796" y="1531"/>
                    <a:pt x="9780" y="1499"/>
                  </a:cubicBezTo>
                  <a:cubicBezTo>
                    <a:pt x="9594" y="1143"/>
                    <a:pt x="9445" y="873"/>
                    <a:pt x="9291" y="622"/>
                  </a:cubicBezTo>
                  <a:cubicBezTo>
                    <a:pt x="9243" y="554"/>
                    <a:pt x="9243" y="489"/>
                    <a:pt x="9243" y="420"/>
                  </a:cubicBezTo>
                  <a:lnTo>
                    <a:pt x="9243" y="319"/>
                  </a:lnTo>
                  <a:cubicBezTo>
                    <a:pt x="9227" y="235"/>
                    <a:pt x="9227" y="166"/>
                    <a:pt x="9259" y="101"/>
                  </a:cubicBezTo>
                  <a:cubicBezTo>
                    <a:pt x="9275" y="65"/>
                    <a:pt x="9243" y="33"/>
                    <a:pt x="9207" y="16"/>
                  </a:cubicBezTo>
                  <a:lnTo>
                    <a:pt x="91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a:off x="1861279" y="2360057"/>
              <a:ext cx="4966" cy="53933"/>
            </a:xfrm>
            <a:custGeom>
              <a:rect b="b" l="l" r="r" t="t"/>
              <a:pathLst>
                <a:path extrusionOk="0" h="543" w="50">
                  <a:moveTo>
                    <a:pt x="33" y="1"/>
                  </a:moveTo>
                  <a:cubicBezTo>
                    <a:pt x="33" y="1"/>
                    <a:pt x="17" y="1"/>
                    <a:pt x="17" y="21"/>
                  </a:cubicBezTo>
                  <a:lnTo>
                    <a:pt x="17" y="203"/>
                  </a:lnTo>
                  <a:cubicBezTo>
                    <a:pt x="17" y="324"/>
                    <a:pt x="33" y="425"/>
                    <a:pt x="17" y="526"/>
                  </a:cubicBezTo>
                  <a:cubicBezTo>
                    <a:pt x="1" y="542"/>
                    <a:pt x="17" y="542"/>
                    <a:pt x="17" y="542"/>
                  </a:cubicBezTo>
                  <a:lnTo>
                    <a:pt x="33" y="542"/>
                  </a:lnTo>
                  <a:cubicBezTo>
                    <a:pt x="49" y="425"/>
                    <a:pt x="49" y="324"/>
                    <a:pt x="49" y="203"/>
                  </a:cubicBezTo>
                  <a:lnTo>
                    <a:pt x="49" y="21"/>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a:off x="988610" y="1531091"/>
              <a:ext cx="3278" cy="70322"/>
            </a:xfrm>
            <a:custGeom>
              <a:rect b="b" l="l" r="r" t="t"/>
              <a:pathLst>
                <a:path extrusionOk="0" h="708" w="33">
                  <a:moveTo>
                    <a:pt x="17" y="1"/>
                  </a:moveTo>
                  <a:cubicBezTo>
                    <a:pt x="0" y="1"/>
                    <a:pt x="0" y="1"/>
                    <a:pt x="0" y="17"/>
                  </a:cubicBezTo>
                  <a:lnTo>
                    <a:pt x="0" y="267"/>
                  </a:lnTo>
                  <a:cubicBezTo>
                    <a:pt x="0" y="405"/>
                    <a:pt x="0" y="554"/>
                    <a:pt x="17" y="692"/>
                  </a:cubicBezTo>
                  <a:cubicBezTo>
                    <a:pt x="17" y="692"/>
                    <a:pt x="17" y="708"/>
                    <a:pt x="33" y="708"/>
                  </a:cubicBezTo>
                  <a:lnTo>
                    <a:pt x="33" y="692"/>
                  </a:lnTo>
                  <a:cubicBezTo>
                    <a:pt x="17" y="554"/>
                    <a:pt x="17" y="405"/>
                    <a:pt x="33" y="267"/>
                  </a:cubicBezTo>
                  <a:lnTo>
                    <a:pt x="33" y="17"/>
                  </a:ln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1"/>
            <p:cNvSpPr/>
            <p:nvPr/>
          </p:nvSpPr>
          <p:spPr>
            <a:xfrm>
              <a:off x="1291154" y="2077577"/>
              <a:ext cx="5264" cy="85618"/>
            </a:xfrm>
            <a:custGeom>
              <a:rect b="b" l="l" r="r" t="t"/>
              <a:pathLst>
                <a:path extrusionOk="0" h="862" w="53">
                  <a:moveTo>
                    <a:pt x="0" y="1"/>
                  </a:moveTo>
                  <a:lnTo>
                    <a:pt x="0" y="17"/>
                  </a:lnTo>
                  <a:cubicBezTo>
                    <a:pt x="16" y="154"/>
                    <a:pt x="16" y="288"/>
                    <a:pt x="0" y="421"/>
                  </a:cubicBezTo>
                  <a:lnTo>
                    <a:pt x="0" y="692"/>
                  </a:lnTo>
                  <a:lnTo>
                    <a:pt x="0" y="724"/>
                  </a:lnTo>
                  <a:cubicBezTo>
                    <a:pt x="0" y="776"/>
                    <a:pt x="0" y="809"/>
                    <a:pt x="16" y="861"/>
                  </a:cubicBezTo>
                  <a:lnTo>
                    <a:pt x="33" y="861"/>
                  </a:lnTo>
                  <a:cubicBezTo>
                    <a:pt x="53" y="861"/>
                    <a:pt x="53" y="845"/>
                    <a:pt x="53" y="845"/>
                  </a:cubicBezTo>
                  <a:cubicBezTo>
                    <a:pt x="33" y="809"/>
                    <a:pt x="33" y="776"/>
                    <a:pt x="33" y="724"/>
                  </a:cubicBezTo>
                  <a:lnTo>
                    <a:pt x="33" y="692"/>
                  </a:lnTo>
                  <a:lnTo>
                    <a:pt x="33" y="441"/>
                  </a:lnTo>
                  <a:cubicBezTo>
                    <a:pt x="33" y="288"/>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1"/>
            <p:cNvSpPr/>
            <p:nvPr/>
          </p:nvSpPr>
          <p:spPr>
            <a:xfrm>
              <a:off x="1643857" y="2186338"/>
              <a:ext cx="6853" cy="68733"/>
            </a:xfrm>
            <a:custGeom>
              <a:rect b="b" l="l" r="r" t="t"/>
              <a:pathLst>
                <a:path extrusionOk="0" h="692" w="69">
                  <a:moveTo>
                    <a:pt x="37" y="1"/>
                  </a:moveTo>
                  <a:cubicBezTo>
                    <a:pt x="16" y="118"/>
                    <a:pt x="16" y="219"/>
                    <a:pt x="16" y="336"/>
                  </a:cubicBezTo>
                  <a:lnTo>
                    <a:pt x="16" y="538"/>
                  </a:lnTo>
                  <a:lnTo>
                    <a:pt x="16" y="574"/>
                  </a:lnTo>
                  <a:cubicBezTo>
                    <a:pt x="16" y="607"/>
                    <a:pt x="37" y="639"/>
                    <a:pt x="16" y="659"/>
                  </a:cubicBezTo>
                  <a:cubicBezTo>
                    <a:pt x="0" y="675"/>
                    <a:pt x="0" y="675"/>
                    <a:pt x="16" y="691"/>
                  </a:cubicBezTo>
                  <a:lnTo>
                    <a:pt x="37" y="675"/>
                  </a:lnTo>
                  <a:cubicBezTo>
                    <a:pt x="53" y="639"/>
                    <a:pt x="53" y="607"/>
                    <a:pt x="53" y="574"/>
                  </a:cubicBezTo>
                  <a:lnTo>
                    <a:pt x="53" y="538"/>
                  </a:lnTo>
                  <a:lnTo>
                    <a:pt x="53" y="336"/>
                  </a:lnTo>
                  <a:cubicBezTo>
                    <a:pt x="53" y="219"/>
                    <a:pt x="53" y="11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a:off x="933186" y="2915383"/>
              <a:ext cx="5364" cy="91975"/>
            </a:xfrm>
            <a:custGeom>
              <a:rect b="b" l="l" r="r" t="t"/>
              <a:pathLst>
                <a:path extrusionOk="0" h="926" w="54">
                  <a:moveTo>
                    <a:pt x="21" y="1"/>
                  </a:moveTo>
                  <a:cubicBezTo>
                    <a:pt x="1" y="1"/>
                    <a:pt x="1" y="1"/>
                    <a:pt x="1" y="17"/>
                  </a:cubicBezTo>
                  <a:cubicBezTo>
                    <a:pt x="21" y="134"/>
                    <a:pt x="21" y="267"/>
                    <a:pt x="21" y="388"/>
                  </a:cubicBezTo>
                  <a:lnTo>
                    <a:pt x="21" y="607"/>
                  </a:lnTo>
                  <a:lnTo>
                    <a:pt x="21" y="809"/>
                  </a:lnTo>
                  <a:lnTo>
                    <a:pt x="21" y="910"/>
                  </a:lnTo>
                  <a:cubicBezTo>
                    <a:pt x="21" y="926"/>
                    <a:pt x="21" y="926"/>
                    <a:pt x="37" y="926"/>
                  </a:cubicBezTo>
                  <a:lnTo>
                    <a:pt x="37" y="910"/>
                  </a:lnTo>
                  <a:lnTo>
                    <a:pt x="37" y="809"/>
                  </a:lnTo>
                  <a:cubicBezTo>
                    <a:pt x="37" y="740"/>
                    <a:pt x="53" y="671"/>
                    <a:pt x="37" y="607"/>
                  </a:cubicBezTo>
                  <a:lnTo>
                    <a:pt x="37" y="388"/>
                  </a:lnTo>
                  <a:cubicBezTo>
                    <a:pt x="53" y="267"/>
                    <a:pt x="53" y="13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a:off x="1841216" y="2781394"/>
              <a:ext cx="4966" cy="53834"/>
            </a:xfrm>
            <a:custGeom>
              <a:rect b="b" l="l" r="r" t="t"/>
              <a:pathLst>
                <a:path extrusionOk="0" h="542" w="50">
                  <a:moveTo>
                    <a:pt x="33" y="0"/>
                  </a:moveTo>
                  <a:cubicBezTo>
                    <a:pt x="33" y="0"/>
                    <a:pt x="17" y="0"/>
                    <a:pt x="17" y="21"/>
                  </a:cubicBezTo>
                  <a:cubicBezTo>
                    <a:pt x="1" y="101"/>
                    <a:pt x="1" y="186"/>
                    <a:pt x="1" y="271"/>
                  </a:cubicBezTo>
                  <a:cubicBezTo>
                    <a:pt x="17" y="356"/>
                    <a:pt x="17" y="441"/>
                    <a:pt x="1" y="526"/>
                  </a:cubicBezTo>
                  <a:lnTo>
                    <a:pt x="1" y="542"/>
                  </a:lnTo>
                  <a:lnTo>
                    <a:pt x="17" y="542"/>
                  </a:lnTo>
                  <a:cubicBezTo>
                    <a:pt x="33" y="441"/>
                    <a:pt x="33" y="356"/>
                    <a:pt x="33" y="271"/>
                  </a:cubicBezTo>
                  <a:cubicBezTo>
                    <a:pt x="33" y="186"/>
                    <a:pt x="33" y="101"/>
                    <a:pt x="49" y="21"/>
                  </a:cubicBezTo>
                  <a:cubicBezTo>
                    <a:pt x="49" y="21"/>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a:off x="1861279" y="2515799"/>
              <a:ext cx="4966" cy="57013"/>
            </a:xfrm>
            <a:custGeom>
              <a:rect b="b" l="l" r="r" t="t"/>
              <a:pathLst>
                <a:path extrusionOk="0" h="574" w="50">
                  <a:moveTo>
                    <a:pt x="33" y="0"/>
                  </a:moveTo>
                  <a:lnTo>
                    <a:pt x="17" y="16"/>
                  </a:lnTo>
                  <a:lnTo>
                    <a:pt x="17" y="218"/>
                  </a:lnTo>
                  <a:cubicBezTo>
                    <a:pt x="17" y="335"/>
                    <a:pt x="33" y="436"/>
                    <a:pt x="17" y="554"/>
                  </a:cubicBezTo>
                  <a:cubicBezTo>
                    <a:pt x="1" y="554"/>
                    <a:pt x="17" y="574"/>
                    <a:pt x="17" y="574"/>
                  </a:cubicBezTo>
                  <a:cubicBezTo>
                    <a:pt x="33" y="574"/>
                    <a:pt x="33" y="574"/>
                    <a:pt x="33" y="554"/>
                  </a:cubicBezTo>
                  <a:cubicBezTo>
                    <a:pt x="49" y="453"/>
                    <a:pt x="49" y="335"/>
                    <a:pt x="49" y="218"/>
                  </a:cubicBezTo>
                  <a:lnTo>
                    <a:pt x="49" y="16"/>
                  </a:ln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1"/>
            <p:cNvSpPr/>
            <p:nvPr/>
          </p:nvSpPr>
          <p:spPr>
            <a:xfrm>
              <a:off x="1669085" y="1876941"/>
              <a:ext cx="4966" cy="65554"/>
            </a:xfrm>
            <a:custGeom>
              <a:rect b="b" l="l" r="r" t="t"/>
              <a:pathLst>
                <a:path extrusionOk="0" h="660" w="50">
                  <a:moveTo>
                    <a:pt x="33" y="1"/>
                  </a:moveTo>
                  <a:lnTo>
                    <a:pt x="33" y="17"/>
                  </a:lnTo>
                  <a:cubicBezTo>
                    <a:pt x="1" y="155"/>
                    <a:pt x="17" y="272"/>
                    <a:pt x="17" y="405"/>
                  </a:cubicBezTo>
                  <a:lnTo>
                    <a:pt x="17" y="643"/>
                  </a:lnTo>
                  <a:lnTo>
                    <a:pt x="17" y="659"/>
                  </a:lnTo>
                  <a:lnTo>
                    <a:pt x="33" y="659"/>
                  </a:lnTo>
                  <a:lnTo>
                    <a:pt x="33" y="643"/>
                  </a:lnTo>
                  <a:lnTo>
                    <a:pt x="33" y="405"/>
                  </a:lnTo>
                  <a:cubicBezTo>
                    <a:pt x="33" y="272"/>
                    <a:pt x="33" y="15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1"/>
            <p:cNvSpPr/>
            <p:nvPr/>
          </p:nvSpPr>
          <p:spPr>
            <a:xfrm>
              <a:off x="1520197" y="2298277"/>
              <a:ext cx="200736" cy="374853"/>
            </a:xfrm>
            <a:custGeom>
              <a:rect b="b" l="l" r="r" t="t"/>
              <a:pathLst>
                <a:path extrusionOk="0" h="3774" w="2021">
                  <a:moveTo>
                    <a:pt x="1" y="1"/>
                  </a:moveTo>
                  <a:lnTo>
                    <a:pt x="1" y="17"/>
                  </a:lnTo>
                  <a:cubicBezTo>
                    <a:pt x="203" y="356"/>
                    <a:pt x="437" y="659"/>
                    <a:pt x="676" y="962"/>
                  </a:cubicBezTo>
                  <a:cubicBezTo>
                    <a:pt x="809" y="1148"/>
                    <a:pt x="942" y="1330"/>
                    <a:pt x="1059" y="1516"/>
                  </a:cubicBezTo>
                  <a:cubicBezTo>
                    <a:pt x="1330" y="1871"/>
                    <a:pt x="1601" y="2239"/>
                    <a:pt x="1887" y="2643"/>
                  </a:cubicBezTo>
                  <a:cubicBezTo>
                    <a:pt x="1952" y="2727"/>
                    <a:pt x="2005" y="2812"/>
                    <a:pt x="1988" y="2929"/>
                  </a:cubicBezTo>
                  <a:cubicBezTo>
                    <a:pt x="1968" y="3099"/>
                    <a:pt x="1988" y="3249"/>
                    <a:pt x="1988" y="3418"/>
                  </a:cubicBezTo>
                  <a:lnTo>
                    <a:pt x="1988" y="3604"/>
                  </a:lnTo>
                  <a:cubicBezTo>
                    <a:pt x="1988" y="3653"/>
                    <a:pt x="1988" y="3705"/>
                    <a:pt x="1952" y="3754"/>
                  </a:cubicBezTo>
                  <a:lnTo>
                    <a:pt x="1952" y="3774"/>
                  </a:lnTo>
                  <a:lnTo>
                    <a:pt x="1968" y="3774"/>
                  </a:lnTo>
                  <a:cubicBezTo>
                    <a:pt x="2005" y="3721"/>
                    <a:pt x="2005" y="3673"/>
                    <a:pt x="2005" y="3604"/>
                  </a:cubicBezTo>
                  <a:lnTo>
                    <a:pt x="2005" y="3418"/>
                  </a:lnTo>
                  <a:cubicBezTo>
                    <a:pt x="2005" y="3249"/>
                    <a:pt x="2005" y="3099"/>
                    <a:pt x="2021" y="2929"/>
                  </a:cubicBezTo>
                  <a:cubicBezTo>
                    <a:pt x="2021" y="2796"/>
                    <a:pt x="1968" y="2711"/>
                    <a:pt x="1920" y="2626"/>
                  </a:cubicBezTo>
                  <a:cubicBezTo>
                    <a:pt x="1617" y="2222"/>
                    <a:pt x="1346" y="1855"/>
                    <a:pt x="1096" y="1499"/>
                  </a:cubicBezTo>
                  <a:cubicBezTo>
                    <a:pt x="958" y="1314"/>
                    <a:pt x="825" y="1128"/>
                    <a:pt x="692" y="946"/>
                  </a:cubicBezTo>
                  <a:cubicBezTo>
                    <a:pt x="474" y="643"/>
                    <a:pt x="235" y="34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a:off x="1675542" y="3672538"/>
              <a:ext cx="3675" cy="61879"/>
            </a:xfrm>
            <a:custGeom>
              <a:rect b="b" l="l" r="r" t="t"/>
              <a:pathLst>
                <a:path extrusionOk="0" h="623" w="37">
                  <a:moveTo>
                    <a:pt x="37" y="1"/>
                  </a:moveTo>
                  <a:cubicBezTo>
                    <a:pt x="21" y="1"/>
                    <a:pt x="21" y="1"/>
                    <a:pt x="21" y="17"/>
                  </a:cubicBezTo>
                  <a:cubicBezTo>
                    <a:pt x="0" y="138"/>
                    <a:pt x="0" y="271"/>
                    <a:pt x="0" y="388"/>
                  </a:cubicBezTo>
                  <a:lnTo>
                    <a:pt x="0" y="606"/>
                  </a:lnTo>
                  <a:cubicBezTo>
                    <a:pt x="0" y="623"/>
                    <a:pt x="0" y="623"/>
                    <a:pt x="21" y="623"/>
                  </a:cubicBezTo>
                  <a:lnTo>
                    <a:pt x="37" y="606"/>
                  </a:lnTo>
                  <a:cubicBezTo>
                    <a:pt x="37" y="542"/>
                    <a:pt x="37" y="457"/>
                    <a:pt x="21" y="388"/>
                  </a:cubicBezTo>
                  <a:cubicBezTo>
                    <a:pt x="21" y="271"/>
                    <a:pt x="21" y="138"/>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a:off x="1518608" y="2639359"/>
              <a:ext cx="185539" cy="329461"/>
            </a:xfrm>
            <a:custGeom>
              <a:rect b="b" l="l" r="r" t="t"/>
              <a:pathLst>
                <a:path extrusionOk="0" h="3317" w="1868">
                  <a:moveTo>
                    <a:pt x="17" y="0"/>
                  </a:moveTo>
                  <a:lnTo>
                    <a:pt x="17" y="17"/>
                  </a:lnTo>
                  <a:cubicBezTo>
                    <a:pt x="17" y="37"/>
                    <a:pt x="17" y="53"/>
                    <a:pt x="33" y="53"/>
                  </a:cubicBezTo>
                  <a:cubicBezTo>
                    <a:pt x="49" y="138"/>
                    <a:pt x="65" y="202"/>
                    <a:pt x="49" y="303"/>
                  </a:cubicBezTo>
                  <a:cubicBezTo>
                    <a:pt x="1" y="404"/>
                    <a:pt x="86" y="473"/>
                    <a:pt x="134" y="521"/>
                  </a:cubicBezTo>
                  <a:cubicBezTo>
                    <a:pt x="166" y="558"/>
                    <a:pt x="187" y="574"/>
                    <a:pt x="203" y="590"/>
                  </a:cubicBezTo>
                  <a:cubicBezTo>
                    <a:pt x="368" y="808"/>
                    <a:pt x="554" y="1010"/>
                    <a:pt x="724" y="1228"/>
                  </a:cubicBezTo>
                  <a:cubicBezTo>
                    <a:pt x="1027" y="1600"/>
                    <a:pt x="1330" y="1972"/>
                    <a:pt x="1633" y="2339"/>
                  </a:cubicBezTo>
                  <a:cubicBezTo>
                    <a:pt x="1782" y="2509"/>
                    <a:pt x="1835" y="2663"/>
                    <a:pt x="1819" y="2828"/>
                  </a:cubicBezTo>
                  <a:cubicBezTo>
                    <a:pt x="1802" y="2913"/>
                    <a:pt x="1802" y="2998"/>
                    <a:pt x="1802" y="3083"/>
                  </a:cubicBezTo>
                  <a:cubicBezTo>
                    <a:pt x="1819" y="3115"/>
                    <a:pt x="1819" y="3147"/>
                    <a:pt x="1819" y="3184"/>
                  </a:cubicBezTo>
                  <a:lnTo>
                    <a:pt x="1819" y="3216"/>
                  </a:lnTo>
                  <a:cubicBezTo>
                    <a:pt x="1819" y="3248"/>
                    <a:pt x="1819" y="3285"/>
                    <a:pt x="1782" y="3301"/>
                  </a:cubicBezTo>
                  <a:lnTo>
                    <a:pt x="1782" y="3317"/>
                  </a:lnTo>
                  <a:lnTo>
                    <a:pt x="1802" y="3317"/>
                  </a:lnTo>
                  <a:cubicBezTo>
                    <a:pt x="1835" y="3285"/>
                    <a:pt x="1835" y="3248"/>
                    <a:pt x="1835" y="3216"/>
                  </a:cubicBezTo>
                  <a:lnTo>
                    <a:pt x="1835" y="3184"/>
                  </a:lnTo>
                  <a:lnTo>
                    <a:pt x="1835" y="3083"/>
                  </a:lnTo>
                  <a:lnTo>
                    <a:pt x="1835" y="2828"/>
                  </a:lnTo>
                  <a:cubicBezTo>
                    <a:pt x="1867" y="2610"/>
                    <a:pt x="1766" y="2461"/>
                    <a:pt x="1665" y="2323"/>
                  </a:cubicBezTo>
                  <a:cubicBezTo>
                    <a:pt x="1346" y="1956"/>
                    <a:pt x="1043" y="1584"/>
                    <a:pt x="740" y="1212"/>
                  </a:cubicBezTo>
                  <a:cubicBezTo>
                    <a:pt x="570" y="994"/>
                    <a:pt x="405" y="792"/>
                    <a:pt x="219" y="574"/>
                  </a:cubicBezTo>
                  <a:cubicBezTo>
                    <a:pt x="203" y="558"/>
                    <a:pt x="187" y="521"/>
                    <a:pt x="166" y="505"/>
                  </a:cubicBezTo>
                  <a:cubicBezTo>
                    <a:pt x="102" y="457"/>
                    <a:pt x="33" y="404"/>
                    <a:pt x="65" y="303"/>
                  </a:cubicBezTo>
                  <a:cubicBezTo>
                    <a:pt x="102" y="202"/>
                    <a:pt x="65" y="118"/>
                    <a:pt x="49" y="53"/>
                  </a:cubicBezTo>
                  <a:cubicBezTo>
                    <a:pt x="49" y="37"/>
                    <a:pt x="49" y="17"/>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a:off x="1792646" y="2718025"/>
              <a:ext cx="5364" cy="53437"/>
            </a:xfrm>
            <a:custGeom>
              <a:rect b="b" l="l" r="r" t="t"/>
              <a:pathLst>
                <a:path extrusionOk="0" h="538" w="54">
                  <a:moveTo>
                    <a:pt x="17" y="0"/>
                  </a:moveTo>
                  <a:cubicBezTo>
                    <a:pt x="1" y="85"/>
                    <a:pt x="1" y="186"/>
                    <a:pt x="17" y="271"/>
                  </a:cubicBezTo>
                  <a:cubicBezTo>
                    <a:pt x="17" y="356"/>
                    <a:pt x="17" y="436"/>
                    <a:pt x="1" y="521"/>
                  </a:cubicBezTo>
                  <a:lnTo>
                    <a:pt x="1" y="537"/>
                  </a:lnTo>
                  <a:lnTo>
                    <a:pt x="17" y="537"/>
                  </a:lnTo>
                  <a:lnTo>
                    <a:pt x="17" y="521"/>
                  </a:lnTo>
                  <a:cubicBezTo>
                    <a:pt x="33" y="436"/>
                    <a:pt x="33" y="356"/>
                    <a:pt x="33" y="271"/>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a:off x="1183982" y="2643332"/>
              <a:ext cx="6953" cy="86413"/>
            </a:xfrm>
            <a:custGeom>
              <a:rect b="b" l="l" r="r" t="t"/>
              <a:pathLst>
                <a:path extrusionOk="0" h="870" w="70">
                  <a:moveTo>
                    <a:pt x="23" y="1"/>
                  </a:moveTo>
                  <a:cubicBezTo>
                    <a:pt x="21" y="1"/>
                    <a:pt x="21" y="5"/>
                    <a:pt x="21" y="13"/>
                  </a:cubicBezTo>
                  <a:cubicBezTo>
                    <a:pt x="1" y="13"/>
                    <a:pt x="1" y="13"/>
                    <a:pt x="1" y="29"/>
                  </a:cubicBezTo>
                  <a:cubicBezTo>
                    <a:pt x="37" y="61"/>
                    <a:pt x="37" y="114"/>
                    <a:pt x="37" y="146"/>
                  </a:cubicBezTo>
                  <a:lnTo>
                    <a:pt x="37" y="179"/>
                  </a:lnTo>
                  <a:lnTo>
                    <a:pt x="37" y="417"/>
                  </a:lnTo>
                  <a:cubicBezTo>
                    <a:pt x="37" y="566"/>
                    <a:pt x="21" y="720"/>
                    <a:pt x="53" y="853"/>
                  </a:cubicBezTo>
                  <a:lnTo>
                    <a:pt x="53" y="869"/>
                  </a:lnTo>
                  <a:cubicBezTo>
                    <a:pt x="69" y="869"/>
                    <a:pt x="69" y="853"/>
                    <a:pt x="69" y="853"/>
                  </a:cubicBezTo>
                  <a:cubicBezTo>
                    <a:pt x="53" y="704"/>
                    <a:pt x="53" y="566"/>
                    <a:pt x="53" y="417"/>
                  </a:cubicBezTo>
                  <a:cubicBezTo>
                    <a:pt x="53" y="348"/>
                    <a:pt x="69" y="263"/>
                    <a:pt x="53" y="179"/>
                  </a:cubicBezTo>
                  <a:lnTo>
                    <a:pt x="53" y="146"/>
                  </a:lnTo>
                  <a:cubicBezTo>
                    <a:pt x="53" y="98"/>
                    <a:pt x="53" y="61"/>
                    <a:pt x="37" y="13"/>
                  </a:cubicBezTo>
                  <a:cubicBezTo>
                    <a:pt x="29" y="5"/>
                    <a:pt x="25"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a:off x="888292" y="3099135"/>
              <a:ext cx="3278" cy="93663"/>
            </a:xfrm>
            <a:custGeom>
              <a:rect b="b" l="l" r="r" t="t"/>
              <a:pathLst>
                <a:path extrusionOk="0" h="943" w="33">
                  <a:moveTo>
                    <a:pt x="0" y="1"/>
                  </a:moveTo>
                  <a:lnTo>
                    <a:pt x="0" y="17"/>
                  </a:lnTo>
                  <a:cubicBezTo>
                    <a:pt x="17" y="154"/>
                    <a:pt x="17" y="288"/>
                    <a:pt x="17" y="405"/>
                  </a:cubicBezTo>
                  <a:cubicBezTo>
                    <a:pt x="17" y="473"/>
                    <a:pt x="0" y="538"/>
                    <a:pt x="17" y="623"/>
                  </a:cubicBezTo>
                  <a:lnTo>
                    <a:pt x="17" y="825"/>
                  </a:lnTo>
                  <a:lnTo>
                    <a:pt x="17" y="926"/>
                  </a:lnTo>
                  <a:lnTo>
                    <a:pt x="17" y="942"/>
                  </a:lnTo>
                  <a:cubicBezTo>
                    <a:pt x="33" y="942"/>
                    <a:pt x="33" y="926"/>
                    <a:pt x="33" y="926"/>
                  </a:cubicBezTo>
                  <a:lnTo>
                    <a:pt x="33" y="825"/>
                  </a:lnTo>
                  <a:lnTo>
                    <a:pt x="33" y="607"/>
                  </a:lnTo>
                  <a:lnTo>
                    <a:pt x="33" y="405"/>
                  </a:lnTo>
                  <a:cubicBezTo>
                    <a:pt x="33" y="272"/>
                    <a:pt x="33" y="154"/>
                    <a:pt x="17" y="17"/>
                  </a:cubicBezTo>
                  <a:cubicBezTo>
                    <a:pt x="17" y="17"/>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a:off x="1262647" y="3431774"/>
              <a:ext cx="147398" cy="142134"/>
            </a:xfrm>
            <a:custGeom>
              <a:rect b="b" l="l" r="r" t="t"/>
              <a:pathLst>
                <a:path extrusionOk="0" h="1431" w="1484">
                  <a:moveTo>
                    <a:pt x="1467" y="1"/>
                  </a:moveTo>
                  <a:cubicBezTo>
                    <a:pt x="1063" y="118"/>
                    <a:pt x="659" y="239"/>
                    <a:pt x="271" y="356"/>
                  </a:cubicBezTo>
                  <a:lnTo>
                    <a:pt x="255" y="356"/>
                  </a:lnTo>
                  <a:cubicBezTo>
                    <a:pt x="239" y="372"/>
                    <a:pt x="202" y="372"/>
                    <a:pt x="186" y="372"/>
                  </a:cubicBezTo>
                  <a:cubicBezTo>
                    <a:pt x="118" y="389"/>
                    <a:pt x="69" y="389"/>
                    <a:pt x="37" y="457"/>
                  </a:cubicBezTo>
                  <a:cubicBezTo>
                    <a:pt x="0" y="506"/>
                    <a:pt x="0" y="574"/>
                    <a:pt x="0" y="643"/>
                  </a:cubicBezTo>
                  <a:cubicBezTo>
                    <a:pt x="0" y="659"/>
                    <a:pt x="17" y="692"/>
                    <a:pt x="17" y="708"/>
                  </a:cubicBezTo>
                  <a:cubicBezTo>
                    <a:pt x="17" y="793"/>
                    <a:pt x="17" y="861"/>
                    <a:pt x="0" y="946"/>
                  </a:cubicBezTo>
                  <a:cubicBezTo>
                    <a:pt x="0" y="1095"/>
                    <a:pt x="0" y="1265"/>
                    <a:pt x="17" y="1431"/>
                  </a:cubicBezTo>
                  <a:lnTo>
                    <a:pt x="53" y="1431"/>
                  </a:lnTo>
                  <a:cubicBezTo>
                    <a:pt x="37" y="1265"/>
                    <a:pt x="37" y="1095"/>
                    <a:pt x="37" y="946"/>
                  </a:cubicBezTo>
                  <a:lnTo>
                    <a:pt x="37" y="708"/>
                  </a:lnTo>
                  <a:lnTo>
                    <a:pt x="37" y="643"/>
                  </a:lnTo>
                  <a:cubicBezTo>
                    <a:pt x="17" y="574"/>
                    <a:pt x="17" y="506"/>
                    <a:pt x="53" y="457"/>
                  </a:cubicBezTo>
                  <a:cubicBezTo>
                    <a:pt x="85" y="421"/>
                    <a:pt x="138" y="405"/>
                    <a:pt x="186" y="405"/>
                  </a:cubicBezTo>
                  <a:cubicBezTo>
                    <a:pt x="219" y="389"/>
                    <a:pt x="239" y="389"/>
                    <a:pt x="255" y="389"/>
                  </a:cubicBezTo>
                  <a:cubicBezTo>
                    <a:pt x="271" y="389"/>
                    <a:pt x="271" y="372"/>
                    <a:pt x="271" y="372"/>
                  </a:cubicBezTo>
                  <a:cubicBezTo>
                    <a:pt x="675" y="255"/>
                    <a:pt x="1079" y="138"/>
                    <a:pt x="1467" y="17"/>
                  </a:cubicBezTo>
                  <a:cubicBezTo>
                    <a:pt x="1483" y="17"/>
                    <a:pt x="1483" y="1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a:off x="1762550" y="3602315"/>
              <a:ext cx="5364" cy="67144"/>
            </a:xfrm>
            <a:custGeom>
              <a:rect b="b" l="l" r="r" t="t"/>
              <a:pathLst>
                <a:path extrusionOk="0" h="676" w="54">
                  <a:moveTo>
                    <a:pt x="33" y="1"/>
                  </a:moveTo>
                  <a:cubicBezTo>
                    <a:pt x="17" y="118"/>
                    <a:pt x="17" y="219"/>
                    <a:pt x="17" y="320"/>
                  </a:cubicBezTo>
                  <a:lnTo>
                    <a:pt x="17" y="522"/>
                  </a:lnTo>
                  <a:lnTo>
                    <a:pt x="17" y="574"/>
                  </a:lnTo>
                  <a:cubicBezTo>
                    <a:pt x="17" y="607"/>
                    <a:pt x="17" y="643"/>
                    <a:pt x="1" y="659"/>
                  </a:cubicBezTo>
                  <a:cubicBezTo>
                    <a:pt x="1" y="675"/>
                    <a:pt x="1" y="675"/>
                    <a:pt x="17" y="675"/>
                  </a:cubicBezTo>
                  <a:lnTo>
                    <a:pt x="33" y="675"/>
                  </a:lnTo>
                  <a:cubicBezTo>
                    <a:pt x="53" y="643"/>
                    <a:pt x="53" y="607"/>
                    <a:pt x="53" y="574"/>
                  </a:cubicBezTo>
                  <a:cubicBezTo>
                    <a:pt x="33" y="558"/>
                    <a:pt x="33" y="542"/>
                    <a:pt x="33" y="522"/>
                  </a:cubicBezTo>
                  <a:cubicBezTo>
                    <a:pt x="53" y="457"/>
                    <a:pt x="53" y="388"/>
                    <a:pt x="33" y="320"/>
                  </a:cubicBezTo>
                  <a:cubicBezTo>
                    <a:pt x="33" y="219"/>
                    <a:pt x="33" y="118"/>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1"/>
            <p:cNvSpPr/>
            <p:nvPr/>
          </p:nvSpPr>
          <p:spPr>
            <a:xfrm>
              <a:off x="1518608" y="2686340"/>
              <a:ext cx="220799" cy="331050"/>
            </a:xfrm>
            <a:custGeom>
              <a:rect b="b" l="l" r="r" t="t"/>
              <a:pathLst>
                <a:path extrusionOk="0" h="3333" w="2223">
                  <a:moveTo>
                    <a:pt x="65" y="0"/>
                  </a:moveTo>
                  <a:cubicBezTo>
                    <a:pt x="33" y="32"/>
                    <a:pt x="33" y="85"/>
                    <a:pt x="33" y="117"/>
                  </a:cubicBezTo>
                  <a:lnTo>
                    <a:pt x="33" y="133"/>
                  </a:lnTo>
                  <a:cubicBezTo>
                    <a:pt x="33" y="186"/>
                    <a:pt x="49" y="218"/>
                    <a:pt x="49" y="250"/>
                  </a:cubicBezTo>
                  <a:cubicBezTo>
                    <a:pt x="49" y="335"/>
                    <a:pt x="49" y="436"/>
                    <a:pt x="33" y="521"/>
                  </a:cubicBezTo>
                  <a:cubicBezTo>
                    <a:pt x="1" y="824"/>
                    <a:pt x="150" y="1010"/>
                    <a:pt x="304" y="1180"/>
                  </a:cubicBezTo>
                  <a:cubicBezTo>
                    <a:pt x="506" y="1382"/>
                    <a:pt x="692" y="1600"/>
                    <a:pt x="857" y="1818"/>
                  </a:cubicBezTo>
                  <a:cubicBezTo>
                    <a:pt x="942" y="1919"/>
                    <a:pt x="1027" y="2004"/>
                    <a:pt x="1096" y="2105"/>
                  </a:cubicBezTo>
                  <a:lnTo>
                    <a:pt x="1245" y="2270"/>
                  </a:lnTo>
                  <a:cubicBezTo>
                    <a:pt x="1500" y="2593"/>
                    <a:pt x="1782" y="2913"/>
                    <a:pt x="2037" y="3232"/>
                  </a:cubicBezTo>
                  <a:cubicBezTo>
                    <a:pt x="2053" y="3232"/>
                    <a:pt x="2053" y="3232"/>
                    <a:pt x="2069" y="3248"/>
                  </a:cubicBezTo>
                  <a:cubicBezTo>
                    <a:pt x="2105" y="3280"/>
                    <a:pt x="2138" y="3333"/>
                    <a:pt x="2206" y="3333"/>
                  </a:cubicBezTo>
                  <a:lnTo>
                    <a:pt x="2223" y="3333"/>
                  </a:lnTo>
                  <a:cubicBezTo>
                    <a:pt x="2223" y="3317"/>
                    <a:pt x="2206" y="3317"/>
                    <a:pt x="2206" y="3317"/>
                  </a:cubicBezTo>
                  <a:cubicBezTo>
                    <a:pt x="2154" y="3317"/>
                    <a:pt x="2122" y="3264"/>
                    <a:pt x="2085" y="3232"/>
                  </a:cubicBezTo>
                  <a:lnTo>
                    <a:pt x="2069" y="3216"/>
                  </a:lnTo>
                  <a:cubicBezTo>
                    <a:pt x="1802" y="2896"/>
                    <a:pt x="1532" y="2573"/>
                    <a:pt x="1261" y="2254"/>
                  </a:cubicBezTo>
                  <a:lnTo>
                    <a:pt x="1112" y="2089"/>
                  </a:lnTo>
                  <a:cubicBezTo>
                    <a:pt x="1043" y="1988"/>
                    <a:pt x="958" y="1903"/>
                    <a:pt x="873" y="1802"/>
                  </a:cubicBezTo>
                  <a:cubicBezTo>
                    <a:pt x="708" y="1584"/>
                    <a:pt x="522" y="1361"/>
                    <a:pt x="320" y="1159"/>
                  </a:cubicBezTo>
                  <a:cubicBezTo>
                    <a:pt x="118" y="941"/>
                    <a:pt x="33" y="755"/>
                    <a:pt x="65" y="521"/>
                  </a:cubicBezTo>
                  <a:lnTo>
                    <a:pt x="65" y="250"/>
                  </a:lnTo>
                  <a:lnTo>
                    <a:pt x="65" y="133"/>
                  </a:lnTo>
                  <a:lnTo>
                    <a:pt x="65" y="117"/>
                  </a:lnTo>
                  <a:cubicBezTo>
                    <a:pt x="65" y="85"/>
                    <a:pt x="65" y="48"/>
                    <a:pt x="86" y="32"/>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1"/>
            <p:cNvSpPr/>
            <p:nvPr/>
          </p:nvSpPr>
          <p:spPr>
            <a:xfrm>
              <a:off x="1792646" y="2567547"/>
              <a:ext cx="5364" cy="55423"/>
            </a:xfrm>
            <a:custGeom>
              <a:rect b="b" l="l" r="r" t="t"/>
              <a:pathLst>
                <a:path extrusionOk="0" h="558" w="54">
                  <a:moveTo>
                    <a:pt x="17" y="0"/>
                  </a:moveTo>
                  <a:cubicBezTo>
                    <a:pt x="1" y="101"/>
                    <a:pt x="1" y="186"/>
                    <a:pt x="17" y="287"/>
                  </a:cubicBezTo>
                  <a:cubicBezTo>
                    <a:pt x="17" y="372"/>
                    <a:pt x="17" y="457"/>
                    <a:pt x="1" y="538"/>
                  </a:cubicBezTo>
                  <a:lnTo>
                    <a:pt x="1" y="558"/>
                  </a:lnTo>
                  <a:lnTo>
                    <a:pt x="17" y="558"/>
                  </a:lnTo>
                  <a:cubicBezTo>
                    <a:pt x="53" y="457"/>
                    <a:pt x="33" y="372"/>
                    <a:pt x="33" y="287"/>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1734143" y="3258055"/>
              <a:ext cx="175805" cy="255663"/>
            </a:xfrm>
            <a:custGeom>
              <a:rect b="b" l="l" r="r" t="t"/>
              <a:pathLst>
                <a:path extrusionOk="0" h="2574" w="1770">
                  <a:moveTo>
                    <a:pt x="69" y="1"/>
                  </a:moveTo>
                  <a:cubicBezTo>
                    <a:pt x="36" y="33"/>
                    <a:pt x="36" y="85"/>
                    <a:pt x="36" y="118"/>
                  </a:cubicBezTo>
                  <a:lnTo>
                    <a:pt x="36" y="134"/>
                  </a:lnTo>
                  <a:lnTo>
                    <a:pt x="36" y="235"/>
                  </a:lnTo>
                  <a:lnTo>
                    <a:pt x="36" y="437"/>
                  </a:lnTo>
                  <a:cubicBezTo>
                    <a:pt x="0" y="655"/>
                    <a:pt x="69" y="825"/>
                    <a:pt x="255" y="994"/>
                  </a:cubicBezTo>
                  <a:cubicBezTo>
                    <a:pt x="505" y="1245"/>
                    <a:pt x="760" y="1499"/>
                    <a:pt x="994" y="1750"/>
                  </a:cubicBezTo>
                  <a:cubicBezTo>
                    <a:pt x="1095" y="1851"/>
                    <a:pt x="1196" y="1968"/>
                    <a:pt x="1297" y="2069"/>
                  </a:cubicBezTo>
                  <a:cubicBezTo>
                    <a:pt x="1349" y="2105"/>
                    <a:pt x="1382" y="2154"/>
                    <a:pt x="1414" y="2190"/>
                  </a:cubicBezTo>
                  <a:cubicBezTo>
                    <a:pt x="1499" y="2271"/>
                    <a:pt x="1584" y="2372"/>
                    <a:pt x="1668" y="2441"/>
                  </a:cubicBezTo>
                  <a:cubicBezTo>
                    <a:pt x="1701" y="2457"/>
                    <a:pt x="1701" y="2493"/>
                    <a:pt x="1717" y="2525"/>
                  </a:cubicBezTo>
                  <a:cubicBezTo>
                    <a:pt x="1717" y="2542"/>
                    <a:pt x="1717" y="2558"/>
                    <a:pt x="1733" y="2574"/>
                  </a:cubicBezTo>
                  <a:lnTo>
                    <a:pt x="1753" y="2574"/>
                  </a:lnTo>
                  <a:cubicBezTo>
                    <a:pt x="1769" y="2574"/>
                    <a:pt x="1769" y="2574"/>
                    <a:pt x="1753" y="2558"/>
                  </a:cubicBezTo>
                  <a:cubicBezTo>
                    <a:pt x="1753" y="2542"/>
                    <a:pt x="1753" y="2525"/>
                    <a:pt x="1733" y="2509"/>
                  </a:cubicBezTo>
                  <a:cubicBezTo>
                    <a:pt x="1733" y="2473"/>
                    <a:pt x="1717" y="2441"/>
                    <a:pt x="1685" y="2424"/>
                  </a:cubicBezTo>
                  <a:cubicBezTo>
                    <a:pt x="1600" y="2340"/>
                    <a:pt x="1515" y="2255"/>
                    <a:pt x="1450" y="2170"/>
                  </a:cubicBezTo>
                  <a:cubicBezTo>
                    <a:pt x="1398" y="2138"/>
                    <a:pt x="1366" y="2089"/>
                    <a:pt x="1329" y="2053"/>
                  </a:cubicBezTo>
                  <a:cubicBezTo>
                    <a:pt x="1212" y="1936"/>
                    <a:pt x="1111" y="1835"/>
                    <a:pt x="1010" y="1734"/>
                  </a:cubicBezTo>
                  <a:cubicBezTo>
                    <a:pt x="776" y="1483"/>
                    <a:pt x="521" y="1212"/>
                    <a:pt x="271" y="978"/>
                  </a:cubicBezTo>
                  <a:cubicBezTo>
                    <a:pt x="85" y="808"/>
                    <a:pt x="36" y="655"/>
                    <a:pt x="53" y="453"/>
                  </a:cubicBezTo>
                  <a:cubicBezTo>
                    <a:pt x="69" y="372"/>
                    <a:pt x="69" y="304"/>
                    <a:pt x="69" y="235"/>
                  </a:cubicBezTo>
                  <a:cubicBezTo>
                    <a:pt x="53" y="203"/>
                    <a:pt x="53" y="170"/>
                    <a:pt x="53" y="134"/>
                  </a:cubicBezTo>
                  <a:lnTo>
                    <a:pt x="53" y="118"/>
                  </a:lnTo>
                  <a:cubicBezTo>
                    <a:pt x="53" y="85"/>
                    <a:pt x="53"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852932" y="1365417"/>
              <a:ext cx="363232" cy="326283"/>
            </a:xfrm>
            <a:custGeom>
              <a:rect b="b" l="l" r="r" t="t"/>
              <a:pathLst>
                <a:path extrusionOk="0" h="3285" w="3657">
                  <a:moveTo>
                    <a:pt x="3604" y="0"/>
                  </a:moveTo>
                  <a:lnTo>
                    <a:pt x="3604" y="17"/>
                  </a:lnTo>
                  <a:cubicBezTo>
                    <a:pt x="3621" y="37"/>
                    <a:pt x="3621" y="69"/>
                    <a:pt x="3621" y="101"/>
                  </a:cubicBezTo>
                  <a:lnTo>
                    <a:pt x="3621" y="138"/>
                  </a:lnTo>
                  <a:lnTo>
                    <a:pt x="3621" y="542"/>
                  </a:lnTo>
                  <a:lnTo>
                    <a:pt x="3621" y="962"/>
                  </a:lnTo>
                  <a:cubicBezTo>
                    <a:pt x="3621" y="1047"/>
                    <a:pt x="3604" y="1095"/>
                    <a:pt x="3520" y="1148"/>
                  </a:cubicBezTo>
                  <a:cubicBezTo>
                    <a:pt x="3051" y="1414"/>
                    <a:pt x="2578" y="1701"/>
                    <a:pt x="2122" y="1972"/>
                  </a:cubicBezTo>
                  <a:cubicBezTo>
                    <a:pt x="1770" y="2190"/>
                    <a:pt x="1383" y="2408"/>
                    <a:pt x="1011" y="2626"/>
                  </a:cubicBezTo>
                  <a:lnTo>
                    <a:pt x="760" y="2780"/>
                  </a:lnTo>
                  <a:cubicBezTo>
                    <a:pt x="542" y="2913"/>
                    <a:pt x="304" y="3067"/>
                    <a:pt x="70" y="3168"/>
                  </a:cubicBezTo>
                  <a:cubicBezTo>
                    <a:pt x="37" y="3200"/>
                    <a:pt x="1" y="3232"/>
                    <a:pt x="1" y="3269"/>
                  </a:cubicBezTo>
                  <a:cubicBezTo>
                    <a:pt x="1" y="3285"/>
                    <a:pt x="1" y="3285"/>
                    <a:pt x="21" y="3285"/>
                  </a:cubicBezTo>
                  <a:cubicBezTo>
                    <a:pt x="37" y="3248"/>
                    <a:pt x="54" y="3216"/>
                    <a:pt x="86" y="3200"/>
                  </a:cubicBezTo>
                  <a:cubicBezTo>
                    <a:pt x="324" y="3083"/>
                    <a:pt x="558" y="2945"/>
                    <a:pt x="777" y="2812"/>
                  </a:cubicBezTo>
                  <a:cubicBezTo>
                    <a:pt x="861" y="2764"/>
                    <a:pt x="946" y="2695"/>
                    <a:pt x="1031" y="2642"/>
                  </a:cubicBezTo>
                  <a:cubicBezTo>
                    <a:pt x="1399" y="2440"/>
                    <a:pt x="1770" y="2206"/>
                    <a:pt x="2142" y="1988"/>
                  </a:cubicBezTo>
                  <a:cubicBezTo>
                    <a:pt x="2594" y="1717"/>
                    <a:pt x="3067" y="1451"/>
                    <a:pt x="3536" y="1164"/>
                  </a:cubicBezTo>
                  <a:cubicBezTo>
                    <a:pt x="3637" y="1111"/>
                    <a:pt x="3657" y="1063"/>
                    <a:pt x="3657" y="962"/>
                  </a:cubicBezTo>
                  <a:lnTo>
                    <a:pt x="3657" y="542"/>
                  </a:lnTo>
                  <a:lnTo>
                    <a:pt x="3657" y="138"/>
                  </a:lnTo>
                  <a:lnTo>
                    <a:pt x="3657" y="101"/>
                  </a:lnTo>
                  <a:cubicBezTo>
                    <a:pt x="3657" y="69"/>
                    <a:pt x="3657" y="37"/>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1"/>
            <p:cNvSpPr/>
            <p:nvPr/>
          </p:nvSpPr>
          <p:spPr>
            <a:xfrm>
              <a:off x="1523475" y="1786753"/>
              <a:ext cx="177394" cy="378031"/>
            </a:xfrm>
            <a:custGeom>
              <a:rect b="b" l="l" r="r" t="t"/>
              <a:pathLst>
                <a:path extrusionOk="0" h="3806" w="1786">
                  <a:moveTo>
                    <a:pt x="69" y="0"/>
                  </a:moveTo>
                  <a:cubicBezTo>
                    <a:pt x="53" y="0"/>
                    <a:pt x="53" y="16"/>
                    <a:pt x="53" y="16"/>
                  </a:cubicBezTo>
                  <a:cubicBezTo>
                    <a:pt x="0" y="202"/>
                    <a:pt x="16" y="339"/>
                    <a:pt x="117" y="473"/>
                  </a:cubicBezTo>
                  <a:cubicBezTo>
                    <a:pt x="271" y="691"/>
                    <a:pt x="420" y="925"/>
                    <a:pt x="558" y="1147"/>
                  </a:cubicBezTo>
                  <a:cubicBezTo>
                    <a:pt x="590" y="1212"/>
                    <a:pt x="622" y="1264"/>
                    <a:pt x="659" y="1313"/>
                  </a:cubicBezTo>
                  <a:cubicBezTo>
                    <a:pt x="776" y="1483"/>
                    <a:pt x="877" y="1668"/>
                    <a:pt x="994" y="1818"/>
                  </a:cubicBezTo>
                  <a:cubicBezTo>
                    <a:pt x="1026" y="1870"/>
                    <a:pt x="1063" y="1919"/>
                    <a:pt x="1095" y="1971"/>
                  </a:cubicBezTo>
                  <a:cubicBezTo>
                    <a:pt x="1196" y="2137"/>
                    <a:pt x="1297" y="2307"/>
                    <a:pt x="1414" y="2476"/>
                  </a:cubicBezTo>
                  <a:lnTo>
                    <a:pt x="1717" y="2929"/>
                  </a:lnTo>
                  <a:cubicBezTo>
                    <a:pt x="1733" y="2981"/>
                    <a:pt x="1753" y="3030"/>
                    <a:pt x="1753" y="3082"/>
                  </a:cubicBezTo>
                  <a:cubicBezTo>
                    <a:pt x="1770" y="3300"/>
                    <a:pt x="1770" y="3519"/>
                    <a:pt x="1770" y="3737"/>
                  </a:cubicBezTo>
                  <a:cubicBezTo>
                    <a:pt x="1770" y="3737"/>
                    <a:pt x="1753" y="3753"/>
                    <a:pt x="1753" y="3773"/>
                  </a:cubicBezTo>
                  <a:cubicBezTo>
                    <a:pt x="1733" y="3773"/>
                    <a:pt x="1733" y="3773"/>
                    <a:pt x="1733" y="3789"/>
                  </a:cubicBezTo>
                  <a:lnTo>
                    <a:pt x="1733" y="3805"/>
                  </a:lnTo>
                  <a:lnTo>
                    <a:pt x="1753" y="3805"/>
                  </a:lnTo>
                  <a:lnTo>
                    <a:pt x="1753" y="3789"/>
                  </a:lnTo>
                  <a:lnTo>
                    <a:pt x="1770" y="3773"/>
                  </a:lnTo>
                  <a:cubicBezTo>
                    <a:pt x="1786" y="3773"/>
                    <a:pt x="1786" y="3753"/>
                    <a:pt x="1786" y="3737"/>
                  </a:cubicBezTo>
                  <a:lnTo>
                    <a:pt x="1786" y="3082"/>
                  </a:lnTo>
                  <a:cubicBezTo>
                    <a:pt x="1786" y="3014"/>
                    <a:pt x="1770" y="2965"/>
                    <a:pt x="1733" y="2913"/>
                  </a:cubicBezTo>
                  <a:lnTo>
                    <a:pt x="1430" y="2460"/>
                  </a:lnTo>
                  <a:cubicBezTo>
                    <a:pt x="1329" y="2291"/>
                    <a:pt x="1212" y="2121"/>
                    <a:pt x="1111" y="1955"/>
                  </a:cubicBezTo>
                  <a:cubicBezTo>
                    <a:pt x="1079" y="1903"/>
                    <a:pt x="1047" y="1854"/>
                    <a:pt x="1010" y="1818"/>
                  </a:cubicBezTo>
                  <a:cubicBezTo>
                    <a:pt x="909" y="1652"/>
                    <a:pt x="792" y="1483"/>
                    <a:pt x="691" y="1313"/>
                  </a:cubicBezTo>
                  <a:cubicBezTo>
                    <a:pt x="659" y="1248"/>
                    <a:pt x="606" y="1196"/>
                    <a:pt x="574" y="1147"/>
                  </a:cubicBezTo>
                  <a:cubicBezTo>
                    <a:pt x="441" y="909"/>
                    <a:pt x="303" y="675"/>
                    <a:pt x="138" y="457"/>
                  </a:cubicBezTo>
                  <a:cubicBezTo>
                    <a:pt x="37" y="303"/>
                    <a:pt x="37" y="170"/>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1"/>
            <p:cNvSpPr/>
            <p:nvPr/>
          </p:nvSpPr>
          <p:spPr>
            <a:xfrm>
              <a:off x="1792646" y="2244940"/>
              <a:ext cx="5364" cy="65058"/>
            </a:xfrm>
            <a:custGeom>
              <a:rect b="b" l="l" r="r" t="t"/>
              <a:pathLst>
                <a:path extrusionOk="0" h="655" w="54">
                  <a:moveTo>
                    <a:pt x="33" y="0"/>
                  </a:moveTo>
                  <a:cubicBezTo>
                    <a:pt x="33" y="0"/>
                    <a:pt x="17" y="0"/>
                    <a:pt x="17" y="17"/>
                  </a:cubicBezTo>
                  <a:cubicBezTo>
                    <a:pt x="1" y="118"/>
                    <a:pt x="1" y="219"/>
                    <a:pt x="17" y="303"/>
                  </a:cubicBezTo>
                  <a:lnTo>
                    <a:pt x="17" y="505"/>
                  </a:lnTo>
                  <a:cubicBezTo>
                    <a:pt x="1" y="521"/>
                    <a:pt x="17" y="521"/>
                    <a:pt x="17" y="538"/>
                  </a:cubicBezTo>
                  <a:cubicBezTo>
                    <a:pt x="17" y="574"/>
                    <a:pt x="17" y="606"/>
                    <a:pt x="1" y="622"/>
                  </a:cubicBezTo>
                  <a:lnTo>
                    <a:pt x="1" y="639"/>
                  </a:lnTo>
                  <a:lnTo>
                    <a:pt x="17" y="655"/>
                  </a:lnTo>
                  <a:lnTo>
                    <a:pt x="17" y="639"/>
                  </a:lnTo>
                  <a:cubicBezTo>
                    <a:pt x="53" y="606"/>
                    <a:pt x="33" y="574"/>
                    <a:pt x="33" y="538"/>
                  </a:cubicBezTo>
                  <a:lnTo>
                    <a:pt x="33" y="505"/>
                  </a:lnTo>
                  <a:lnTo>
                    <a:pt x="33" y="303"/>
                  </a:lnTo>
                  <a:cubicBezTo>
                    <a:pt x="33" y="219"/>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1133823" y="2833540"/>
              <a:ext cx="6953" cy="93564"/>
            </a:xfrm>
            <a:custGeom>
              <a:rect b="b" l="l" r="r" t="t"/>
              <a:pathLst>
                <a:path extrusionOk="0" h="942" w="70">
                  <a:moveTo>
                    <a:pt x="21" y="1"/>
                  </a:moveTo>
                  <a:cubicBezTo>
                    <a:pt x="21" y="17"/>
                    <a:pt x="1" y="17"/>
                    <a:pt x="1" y="17"/>
                  </a:cubicBezTo>
                  <a:cubicBezTo>
                    <a:pt x="37" y="182"/>
                    <a:pt x="21" y="336"/>
                    <a:pt x="21" y="485"/>
                  </a:cubicBezTo>
                  <a:lnTo>
                    <a:pt x="21" y="772"/>
                  </a:lnTo>
                  <a:lnTo>
                    <a:pt x="21" y="809"/>
                  </a:lnTo>
                  <a:cubicBezTo>
                    <a:pt x="21" y="857"/>
                    <a:pt x="21" y="889"/>
                    <a:pt x="53" y="942"/>
                  </a:cubicBezTo>
                  <a:lnTo>
                    <a:pt x="69" y="942"/>
                  </a:lnTo>
                  <a:lnTo>
                    <a:pt x="69" y="910"/>
                  </a:lnTo>
                  <a:cubicBezTo>
                    <a:pt x="53" y="889"/>
                    <a:pt x="53" y="857"/>
                    <a:pt x="53" y="809"/>
                  </a:cubicBezTo>
                  <a:lnTo>
                    <a:pt x="53" y="772"/>
                  </a:lnTo>
                  <a:lnTo>
                    <a:pt x="53" y="485"/>
                  </a:lnTo>
                  <a:cubicBezTo>
                    <a:pt x="53" y="336"/>
                    <a:pt x="53" y="166"/>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1140676" y="1460868"/>
              <a:ext cx="5264" cy="53536"/>
            </a:xfrm>
            <a:custGeom>
              <a:rect b="b" l="l" r="r" t="t"/>
              <a:pathLst>
                <a:path extrusionOk="0" h="539" w="53">
                  <a:moveTo>
                    <a:pt x="17" y="1"/>
                  </a:moveTo>
                  <a:lnTo>
                    <a:pt x="0" y="17"/>
                  </a:lnTo>
                  <a:cubicBezTo>
                    <a:pt x="17" y="86"/>
                    <a:pt x="17" y="166"/>
                    <a:pt x="0" y="235"/>
                  </a:cubicBezTo>
                  <a:cubicBezTo>
                    <a:pt x="0" y="336"/>
                    <a:pt x="0" y="437"/>
                    <a:pt x="17" y="538"/>
                  </a:cubicBezTo>
                  <a:lnTo>
                    <a:pt x="33" y="538"/>
                  </a:lnTo>
                  <a:cubicBezTo>
                    <a:pt x="53" y="538"/>
                    <a:pt x="53" y="538"/>
                    <a:pt x="53" y="522"/>
                  </a:cubicBezTo>
                  <a:cubicBezTo>
                    <a:pt x="17" y="437"/>
                    <a:pt x="33" y="336"/>
                    <a:pt x="33" y="235"/>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574127" y="3373172"/>
              <a:ext cx="4867" cy="68733"/>
            </a:xfrm>
            <a:custGeom>
              <a:rect b="b" l="l" r="r" t="t"/>
              <a:pathLst>
                <a:path extrusionOk="0" h="692" w="49">
                  <a:moveTo>
                    <a:pt x="17" y="1"/>
                  </a:moveTo>
                  <a:cubicBezTo>
                    <a:pt x="0" y="1"/>
                    <a:pt x="0" y="21"/>
                    <a:pt x="0" y="21"/>
                  </a:cubicBezTo>
                  <a:cubicBezTo>
                    <a:pt x="17" y="154"/>
                    <a:pt x="17" y="304"/>
                    <a:pt x="17" y="441"/>
                  </a:cubicBezTo>
                  <a:lnTo>
                    <a:pt x="17" y="676"/>
                  </a:lnTo>
                  <a:cubicBezTo>
                    <a:pt x="17" y="692"/>
                    <a:pt x="17" y="692"/>
                    <a:pt x="33" y="692"/>
                  </a:cubicBezTo>
                  <a:lnTo>
                    <a:pt x="33" y="676"/>
                  </a:lnTo>
                  <a:lnTo>
                    <a:pt x="33" y="441"/>
                  </a:lnTo>
                  <a:cubicBezTo>
                    <a:pt x="33" y="288"/>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1379851" y="2744842"/>
              <a:ext cx="6853" cy="85221"/>
            </a:xfrm>
            <a:custGeom>
              <a:rect b="b" l="l" r="r" t="t"/>
              <a:pathLst>
                <a:path extrusionOk="0" h="858" w="69">
                  <a:moveTo>
                    <a:pt x="0" y="1"/>
                  </a:moveTo>
                  <a:lnTo>
                    <a:pt x="0" y="187"/>
                  </a:lnTo>
                  <a:lnTo>
                    <a:pt x="0" y="671"/>
                  </a:lnTo>
                  <a:cubicBezTo>
                    <a:pt x="0" y="740"/>
                    <a:pt x="16" y="793"/>
                    <a:pt x="32" y="841"/>
                  </a:cubicBezTo>
                  <a:lnTo>
                    <a:pt x="49" y="857"/>
                  </a:lnTo>
                  <a:cubicBezTo>
                    <a:pt x="49" y="857"/>
                    <a:pt x="69" y="841"/>
                    <a:pt x="49" y="841"/>
                  </a:cubicBezTo>
                  <a:cubicBezTo>
                    <a:pt x="32" y="793"/>
                    <a:pt x="32" y="740"/>
                    <a:pt x="32" y="671"/>
                  </a:cubicBezTo>
                  <a:lnTo>
                    <a:pt x="32" y="187"/>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1841216" y="3672538"/>
              <a:ext cx="4966" cy="61879"/>
            </a:xfrm>
            <a:custGeom>
              <a:rect b="b" l="l" r="r" t="t"/>
              <a:pathLst>
                <a:path extrusionOk="0" h="623" w="50">
                  <a:moveTo>
                    <a:pt x="33" y="1"/>
                  </a:moveTo>
                  <a:cubicBezTo>
                    <a:pt x="33" y="1"/>
                    <a:pt x="17" y="1"/>
                    <a:pt x="17" y="17"/>
                  </a:cubicBezTo>
                  <a:cubicBezTo>
                    <a:pt x="1" y="138"/>
                    <a:pt x="1" y="271"/>
                    <a:pt x="1" y="388"/>
                  </a:cubicBezTo>
                  <a:cubicBezTo>
                    <a:pt x="17" y="457"/>
                    <a:pt x="17" y="542"/>
                    <a:pt x="1" y="606"/>
                  </a:cubicBezTo>
                  <a:cubicBezTo>
                    <a:pt x="1" y="623"/>
                    <a:pt x="17" y="623"/>
                    <a:pt x="17" y="623"/>
                  </a:cubicBezTo>
                  <a:cubicBezTo>
                    <a:pt x="33" y="623"/>
                    <a:pt x="33" y="623"/>
                    <a:pt x="33" y="606"/>
                  </a:cubicBezTo>
                  <a:lnTo>
                    <a:pt x="33" y="388"/>
                  </a:lnTo>
                  <a:cubicBezTo>
                    <a:pt x="33" y="271"/>
                    <a:pt x="33" y="13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1944712" y="3348341"/>
              <a:ext cx="6953" cy="57112"/>
            </a:xfrm>
            <a:custGeom>
              <a:rect b="b" l="l" r="r" t="t"/>
              <a:pathLst>
                <a:path extrusionOk="0" h="575" w="70">
                  <a:moveTo>
                    <a:pt x="37" y="0"/>
                  </a:moveTo>
                  <a:cubicBezTo>
                    <a:pt x="17" y="101"/>
                    <a:pt x="17" y="186"/>
                    <a:pt x="17" y="287"/>
                  </a:cubicBezTo>
                  <a:cubicBezTo>
                    <a:pt x="17" y="372"/>
                    <a:pt x="17" y="453"/>
                    <a:pt x="1" y="554"/>
                  </a:cubicBezTo>
                  <a:lnTo>
                    <a:pt x="17" y="574"/>
                  </a:lnTo>
                  <a:lnTo>
                    <a:pt x="37" y="554"/>
                  </a:lnTo>
                  <a:cubicBezTo>
                    <a:pt x="53" y="473"/>
                    <a:pt x="53" y="372"/>
                    <a:pt x="53" y="287"/>
                  </a:cubicBezTo>
                  <a:cubicBezTo>
                    <a:pt x="37" y="186"/>
                    <a:pt x="37" y="101"/>
                    <a:pt x="53" y="17"/>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851343" y="2438723"/>
              <a:ext cx="356477" cy="264502"/>
            </a:xfrm>
            <a:custGeom>
              <a:rect b="b" l="l" r="r" t="t"/>
              <a:pathLst>
                <a:path extrusionOk="0" h="2663" w="3589">
                  <a:moveTo>
                    <a:pt x="3572" y="1"/>
                  </a:moveTo>
                  <a:cubicBezTo>
                    <a:pt x="3386" y="53"/>
                    <a:pt x="3200" y="154"/>
                    <a:pt x="3031" y="219"/>
                  </a:cubicBezTo>
                  <a:cubicBezTo>
                    <a:pt x="2946" y="271"/>
                    <a:pt x="2881" y="304"/>
                    <a:pt x="2796" y="340"/>
                  </a:cubicBezTo>
                  <a:cubicBezTo>
                    <a:pt x="2324" y="542"/>
                    <a:pt x="1835" y="776"/>
                    <a:pt x="1382" y="978"/>
                  </a:cubicBezTo>
                  <a:cubicBezTo>
                    <a:pt x="1229" y="1047"/>
                    <a:pt x="1079" y="1111"/>
                    <a:pt x="926" y="1180"/>
                  </a:cubicBezTo>
                  <a:cubicBezTo>
                    <a:pt x="623" y="1330"/>
                    <a:pt x="340" y="1451"/>
                    <a:pt x="86" y="1584"/>
                  </a:cubicBezTo>
                  <a:lnTo>
                    <a:pt x="70" y="1584"/>
                  </a:lnTo>
                  <a:cubicBezTo>
                    <a:pt x="37" y="1600"/>
                    <a:pt x="1" y="1616"/>
                    <a:pt x="1" y="1669"/>
                  </a:cubicBezTo>
                  <a:lnTo>
                    <a:pt x="1" y="2259"/>
                  </a:lnTo>
                  <a:lnTo>
                    <a:pt x="1" y="2594"/>
                  </a:lnTo>
                  <a:cubicBezTo>
                    <a:pt x="1" y="2610"/>
                    <a:pt x="17" y="2626"/>
                    <a:pt x="17" y="2626"/>
                  </a:cubicBezTo>
                  <a:lnTo>
                    <a:pt x="37" y="2642"/>
                  </a:lnTo>
                  <a:lnTo>
                    <a:pt x="37" y="2663"/>
                  </a:lnTo>
                  <a:lnTo>
                    <a:pt x="53" y="2663"/>
                  </a:lnTo>
                  <a:lnTo>
                    <a:pt x="53" y="2642"/>
                  </a:lnTo>
                  <a:lnTo>
                    <a:pt x="53" y="2626"/>
                  </a:lnTo>
                  <a:cubicBezTo>
                    <a:pt x="37" y="2610"/>
                    <a:pt x="37" y="2594"/>
                    <a:pt x="37" y="2594"/>
                  </a:cubicBezTo>
                  <a:lnTo>
                    <a:pt x="37" y="2259"/>
                  </a:lnTo>
                  <a:lnTo>
                    <a:pt x="37" y="1669"/>
                  </a:lnTo>
                  <a:cubicBezTo>
                    <a:pt x="17" y="1633"/>
                    <a:pt x="53" y="1616"/>
                    <a:pt x="70" y="1616"/>
                  </a:cubicBezTo>
                  <a:lnTo>
                    <a:pt x="86" y="1600"/>
                  </a:lnTo>
                  <a:cubicBezTo>
                    <a:pt x="356" y="1483"/>
                    <a:pt x="643" y="1350"/>
                    <a:pt x="946" y="1212"/>
                  </a:cubicBezTo>
                  <a:cubicBezTo>
                    <a:pt x="1096" y="1148"/>
                    <a:pt x="1249" y="1079"/>
                    <a:pt x="1382" y="1010"/>
                  </a:cubicBezTo>
                  <a:cubicBezTo>
                    <a:pt x="1855" y="792"/>
                    <a:pt x="2324" y="574"/>
                    <a:pt x="2812" y="356"/>
                  </a:cubicBezTo>
                  <a:cubicBezTo>
                    <a:pt x="2881" y="320"/>
                    <a:pt x="2966" y="287"/>
                    <a:pt x="3031" y="255"/>
                  </a:cubicBezTo>
                  <a:cubicBezTo>
                    <a:pt x="3216" y="170"/>
                    <a:pt x="3386" y="85"/>
                    <a:pt x="3572" y="17"/>
                  </a:cubicBezTo>
                  <a:cubicBezTo>
                    <a:pt x="3588" y="17"/>
                    <a:pt x="3588" y="17"/>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852932" y="1525926"/>
              <a:ext cx="361245" cy="341181"/>
            </a:xfrm>
            <a:custGeom>
              <a:rect b="b" l="l" r="r" t="t"/>
              <a:pathLst>
                <a:path extrusionOk="0" h="3435" w="3637">
                  <a:moveTo>
                    <a:pt x="3604" y="0"/>
                  </a:moveTo>
                  <a:cubicBezTo>
                    <a:pt x="3588" y="69"/>
                    <a:pt x="3536" y="85"/>
                    <a:pt x="3471" y="117"/>
                  </a:cubicBezTo>
                  <a:cubicBezTo>
                    <a:pt x="3455" y="117"/>
                    <a:pt x="3435" y="138"/>
                    <a:pt x="3402" y="138"/>
                  </a:cubicBezTo>
                  <a:cubicBezTo>
                    <a:pt x="3152" y="303"/>
                    <a:pt x="2865" y="457"/>
                    <a:pt x="2594" y="590"/>
                  </a:cubicBezTo>
                  <a:cubicBezTo>
                    <a:pt x="2409" y="691"/>
                    <a:pt x="2223" y="792"/>
                    <a:pt x="2041" y="909"/>
                  </a:cubicBezTo>
                  <a:cubicBezTo>
                    <a:pt x="1787" y="1047"/>
                    <a:pt x="1516" y="1196"/>
                    <a:pt x="1282" y="1350"/>
                  </a:cubicBezTo>
                  <a:cubicBezTo>
                    <a:pt x="1096" y="1451"/>
                    <a:pt x="930" y="1552"/>
                    <a:pt x="744" y="1653"/>
                  </a:cubicBezTo>
                  <a:cubicBezTo>
                    <a:pt x="591" y="1733"/>
                    <a:pt x="389" y="1854"/>
                    <a:pt x="187" y="1955"/>
                  </a:cubicBezTo>
                  <a:cubicBezTo>
                    <a:pt x="54" y="2020"/>
                    <a:pt x="1" y="2105"/>
                    <a:pt x="21" y="2238"/>
                  </a:cubicBezTo>
                  <a:lnTo>
                    <a:pt x="21" y="2711"/>
                  </a:lnTo>
                  <a:cubicBezTo>
                    <a:pt x="21" y="2929"/>
                    <a:pt x="1" y="3131"/>
                    <a:pt x="37" y="3349"/>
                  </a:cubicBezTo>
                  <a:cubicBezTo>
                    <a:pt x="37" y="3369"/>
                    <a:pt x="21" y="3369"/>
                    <a:pt x="21" y="3386"/>
                  </a:cubicBezTo>
                  <a:cubicBezTo>
                    <a:pt x="21" y="3402"/>
                    <a:pt x="1" y="3402"/>
                    <a:pt x="1" y="3418"/>
                  </a:cubicBezTo>
                  <a:lnTo>
                    <a:pt x="1" y="3434"/>
                  </a:lnTo>
                  <a:lnTo>
                    <a:pt x="21" y="3434"/>
                  </a:lnTo>
                  <a:lnTo>
                    <a:pt x="21" y="3418"/>
                  </a:lnTo>
                  <a:cubicBezTo>
                    <a:pt x="37" y="3418"/>
                    <a:pt x="37" y="3402"/>
                    <a:pt x="37" y="3402"/>
                  </a:cubicBezTo>
                  <a:cubicBezTo>
                    <a:pt x="54" y="3386"/>
                    <a:pt x="70" y="3369"/>
                    <a:pt x="54" y="3349"/>
                  </a:cubicBezTo>
                  <a:cubicBezTo>
                    <a:pt x="37" y="3131"/>
                    <a:pt x="37" y="2929"/>
                    <a:pt x="37" y="2711"/>
                  </a:cubicBezTo>
                  <a:cubicBezTo>
                    <a:pt x="37" y="2561"/>
                    <a:pt x="54" y="2392"/>
                    <a:pt x="37" y="2238"/>
                  </a:cubicBezTo>
                  <a:cubicBezTo>
                    <a:pt x="37" y="2121"/>
                    <a:pt x="70" y="2036"/>
                    <a:pt x="187" y="1988"/>
                  </a:cubicBezTo>
                  <a:cubicBezTo>
                    <a:pt x="405" y="1871"/>
                    <a:pt x="591" y="1770"/>
                    <a:pt x="760" y="1669"/>
                  </a:cubicBezTo>
                  <a:cubicBezTo>
                    <a:pt x="946" y="1568"/>
                    <a:pt x="1112" y="1467"/>
                    <a:pt x="1282" y="1366"/>
                  </a:cubicBezTo>
                  <a:cubicBezTo>
                    <a:pt x="1536" y="1228"/>
                    <a:pt x="1787" y="1079"/>
                    <a:pt x="2057" y="925"/>
                  </a:cubicBezTo>
                  <a:cubicBezTo>
                    <a:pt x="2243" y="824"/>
                    <a:pt x="2425" y="723"/>
                    <a:pt x="2611" y="622"/>
                  </a:cubicBezTo>
                  <a:cubicBezTo>
                    <a:pt x="2881" y="473"/>
                    <a:pt x="3152" y="319"/>
                    <a:pt x="3419" y="170"/>
                  </a:cubicBezTo>
                  <a:cubicBezTo>
                    <a:pt x="3435" y="154"/>
                    <a:pt x="3471" y="154"/>
                    <a:pt x="3487" y="138"/>
                  </a:cubicBezTo>
                  <a:cubicBezTo>
                    <a:pt x="3536" y="117"/>
                    <a:pt x="3604" y="85"/>
                    <a:pt x="3637" y="16"/>
                  </a:cubicBezTo>
                  <a:cubicBezTo>
                    <a:pt x="3637" y="0"/>
                    <a:pt x="3637" y="0"/>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794827" y="1795097"/>
              <a:ext cx="4867" cy="93663"/>
            </a:xfrm>
            <a:custGeom>
              <a:rect b="b" l="l" r="r" t="t"/>
              <a:pathLst>
                <a:path extrusionOk="0" h="943" w="49">
                  <a:moveTo>
                    <a:pt x="0" y="1"/>
                  </a:moveTo>
                  <a:lnTo>
                    <a:pt x="0" y="17"/>
                  </a:lnTo>
                  <a:cubicBezTo>
                    <a:pt x="16" y="134"/>
                    <a:pt x="16" y="255"/>
                    <a:pt x="0" y="373"/>
                  </a:cubicBezTo>
                  <a:lnTo>
                    <a:pt x="0" y="591"/>
                  </a:lnTo>
                  <a:cubicBezTo>
                    <a:pt x="16" y="623"/>
                    <a:pt x="0" y="659"/>
                    <a:pt x="0" y="708"/>
                  </a:cubicBezTo>
                  <a:cubicBezTo>
                    <a:pt x="0" y="777"/>
                    <a:pt x="0" y="861"/>
                    <a:pt x="16" y="926"/>
                  </a:cubicBezTo>
                  <a:lnTo>
                    <a:pt x="33" y="942"/>
                  </a:lnTo>
                  <a:lnTo>
                    <a:pt x="49" y="926"/>
                  </a:lnTo>
                  <a:cubicBezTo>
                    <a:pt x="33" y="841"/>
                    <a:pt x="33" y="777"/>
                    <a:pt x="33" y="708"/>
                  </a:cubicBezTo>
                  <a:lnTo>
                    <a:pt x="33" y="591"/>
                  </a:lnTo>
                  <a:lnTo>
                    <a:pt x="33" y="373"/>
                  </a:lnTo>
                  <a:cubicBezTo>
                    <a:pt x="33" y="255"/>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1202457" y="3670253"/>
              <a:ext cx="3675" cy="64164"/>
            </a:xfrm>
            <a:custGeom>
              <a:rect b="b" l="l" r="r" t="t"/>
              <a:pathLst>
                <a:path extrusionOk="0" h="646" w="37">
                  <a:moveTo>
                    <a:pt x="12" y="0"/>
                  </a:moveTo>
                  <a:cubicBezTo>
                    <a:pt x="10" y="0"/>
                    <a:pt x="6" y="2"/>
                    <a:pt x="1" y="7"/>
                  </a:cubicBezTo>
                  <a:cubicBezTo>
                    <a:pt x="17" y="141"/>
                    <a:pt x="17" y="278"/>
                    <a:pt x="1" y="395"/>
                  </a:cubicBezTo>
                  <a:lnTo>
                    <a:pt x="1" y="629"/>
                  </a:lnTo>
                  <a:cubicBezTo>
                    <a:pt x="1" y="646"/>
                    <a:pt x="17" y="646"/>
                    <a:pt x="17" y="646"/>
                  </a:cubicBezTo>
                  <a:cubicBezTo>
                    <a:pt x="37" y="646"/>
                    <a:pt x="37" y="646"/>
                    <a:pt x="37" y="629"/>
                  </a:cubicBezTo>
                  <a:lnTo>
                    <a:pt x="37" y="395"/>
                  </a:lnTo>
                  <a:cubicBezTo>
                    <a:pt x="37" y="278"/>
                    <a:pt x="37" y="141"/>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574127" y="2452330"/>
              <a:ext cx="4867" cy="51947"/>
            </a:xfrm>
            <a:custGeom>
              <a:rect b="b" l="l" r="r" t="t"/>
              <a:pathLst>
                <a:path extrusionOk="0" h="523" w="49">
                  <a:moveTo>
                    <a:pt x="17" y="1"/>
                  </a:moveTo>
                  <a:lnTo>
                    <a:pt x="17" y="17"/>
                  </a:lnTo>
                  <a:lnTo>
                    <a:pt x="17" y="183"/>
                  </a:lnTo>
                  <a:cubicBezTo>
                    <a:pt x="17" y="304"/>
                    <a:pt x="0" y="405"/>
                    <a:pt x="33" y="506"/>
                  </a:cubicBezTo>
                  <a:lnTo>
                    <a:pt x="33" y="522"/>
                  </a:lnTo>
                  <a:cubicBezTo>
                    <a:pt x="49" y="522"/>
                    <a:pt x="49" y="506"/>
                    <a:pt x="49" y="506"/>
                  </a:cubicBezTo>
                  <a:cubicBezTo>
                    <a:pt x="33" y="405"/>
                    <a:pt x="33" y="304"/>
                    <a:pt x="33" y="183"/>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1137498" y="2153064"/>
              <a:ext cx="4867" cy="86711"/>
            </a:xfrm>
            <a:custGeom>
              <a:rect b="b" l="l" r="r" t="t"/>
              <a:pathLst>
                <a:path extrusionOk="0" h="873" w="49">
                  <a:moveTo>
                    <a:pt x="16" y="0"/>
                  </a:moveTo>
                  <a:lnTo>
                    <a:pt x="0" y="16"/>
                  </a:lnTo>
                  <a:cubicBezTo>
                    <a:pt x="16" y="202"/>
                    <a:pt x="16" y="368"/>
                    <a:pt x="16" y="538"/>
                  </a:cubicBezTo>
                  <a:lnTo>
                    <a:pt x="16" y="857"/>
                  </a:lnTo>
                  <a:cubicBezTo>
                    <a:pt x="16" y="857"/>
                    <a:pt x="16" y="873"/>
                    <a:pt x="32" y="873"/>
                  </a:cubicBezTo>
                  <a:lnTo>
                    <a:pt x="32" y="857"/>
                  </a:lnTo>
                  <a:lnTo>
                    <a:pt x="32" y="538"/>
                  </a:lnTo>
                  <a:cubicBezTo>
                    <a:pt x="49" y="368"/>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1383029" y="2226465"/>
              <a:ext cx="3675" cy="68733"/>
            </a:xfrm>
            <a:custGeom>
              <a:rect b="b" l="l" r="r" t="t"/>
              <a:pathLst>
                <a:path extrusionOk="0" h="692" w="37">
                  <a:moveTo>
                    <a:pt x="17" y="1"/>
                  </a:moveTo>
                  <a:cubicBezTo>
                    <a:pt x="0" y="1"/>
                    <a:pt x="0" y="1"/>
                    <a:pt x="0" y="17"/>
                  </a:cubicBezTo>
                  <a:lnTo>
                    <a:pt x="0" y="255"/>
                  </a:lnTo>
                  <a:cubicBezTo>
                    <a:pt x="0" y="388"/>
                    <a:pt x="0" y="538"/>
                    <a:pt x="17" y="675"/>
                  </a:cubicBezTo>
                  <a:cubicBezTo>
                    <a:pt x="17" y="675"/>
                    <a:pt x="17" y="691"/>
                    <a:pt x="37" y="691"/>
                  </a:cubicBezTo>
                  <a:lnTo>
                    <a:pt x="37" y="675"/>
                  </a:lnTo>
                  <a:cubicBezTo>
                    <a:pt x="17" y="538"/>
                    <a:pt x="17" y="388"/>
                    <a:pt x="37" y="255"/>
                  </a:cubicBezTo>
                  <a:lnTo>
                    <a:pt x="37" y="17"/>
                  </a:ln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1520197" y="1957195"/>
              <a:ext cx="204014" cy="429879"/>
            </a:xfrm>
            <a:custGeom>
              <a:rect b="b" l="l" r="r" t="t"/>
              <a:pathLst>
                <a:path extrusionOk="0" h="4328" w="2054">
                  <a:moveTo>
                    <a:pt x="17" y="1"/>
                  </a:moveTo>
                  <a:lnTo>
                    <a:pt x="1" y="17"/>
                  </a:lnTo>
                  <a:lnTo>
                    <a:pt x="1" y="37"/>
                  </a:lnTo>
                  <a:cubicBezTo>
                    <a:pt x="70" y="86"/>
                    <a:pt x="86" y="154"/>
                    <a:pt x="70" y="239"/>
                  </a:cubicBezTo>
                  <a:cubicBezTo>
                    <a:pt x="49" y="272"/>
                    <a:pt x="49" y="304"/>
                    <a:pt x="49" y="340"/>
                  </a:cubicBezTo>
                  <a:cubicBezTo>
                    <a:pt x="70" y="506"/>
                    <a:pt x="49" y="676"/>
                    <a:pt x="49" y="845"/>
                  </a:cubicBezTo>
                  <a:cubicBezTo>
                    <a:pt x="33" y="979"/>
                    <a:pt x="33" y="1112"/>
                    <a:pt x="33" y="1249"/>
                  </a:cubicBezTo>
                  <a:cubicBezTo>
                    <a:pt x="33" y="1314"/>
                    <a:pt x="49" y="1382"/>
                    <a:pt x="102" y="1451"/>
                  </a:cubicBezTo>
                  <a:lnTo>
                    <a:pt x="118" y="1467"/>
                  </a:lnTo>
                  <a:cubicBezTo>
                    <a:pt x="474" y="1972"/>
                    <a:pt x="825" y="2493"/>
                    <a:pt x="1197" y="3015"/>
                  </a:cubicBezTo>
                  <a:cubicBezTo>
                    <a:pt x="1298" y="3168"/>
                    <a:pt x="1383" y="3318"/>
                    <a:pt x="1484" y="3451"/>
                  </a:cubicBezTo>
                  <a:cubicBezTo>
                    <a:pt x="1585" y="3604"/>
                    <a:pt x="1686" y="3774"/>
                    <a:pt x="1803" y="3923"/>
                  </a:cubicBezTo>
                  <a:cubicBezTo>
                    <a:pt x="1819" y="3956"/>
                    <a:pt x="1851" y="3976"/>
                    <a:pt x="1867" y="4008"/>
                  </a:cubicBezTo>
                  <a:cubicBezTo>
                    <a:pt x="1936" y="4109"/>
                    <a:pt x="2021" y="4194"/>
                    <a:pt x="2021" y="4311"/>
                  </a:cubicBezTo>
                  <a:cubicBezTo>
                    <a:pt x="2021" y="4327"/>
                    <a:pt x="2037" y="4327"/>
                    <a:pt x="2037" y="4327"/>
                  </a:cubicBezTo>
                  <a:cubicBezTo>
                    <a:pt x="2053" y="4327"/>
                    <a:pt x="2053" y="4327"/>
                    <a:pt x="2053" y="4311"/>
                  </a:cubicBezTo>
                  <a:cubicBezTo>
                    <a:pt x="2037" y="4178"/>
                    <a:pt x="1968" y="4093"/>
                    <a:pt x="1887" y="3992"/>
                  </a:cubicBezTo>
                  <a:cubicBezTo>
                    <a:pt x="1867" y="3956"/>
                    <a:pt x="1835" y="3940"/>
                    <a:pt x="1819" y="3907"/>
                  </a:cubicBezTo>
                  <a:cubicBezTo>
                    <a:pt x="1718" y="3754"/>
                    <a:pt x="1617" y="3588"/>
                    <a:pt x="1516" y="3435"/>
                  </a:cubicBezTo>
                  <a:cubicBezTo>
                    <a:pt x="1415" y="3301"/>
                    <a:pt x="1314" y="3148"/>
                    <a:pt x="1213" y="2998"/>
                  </a:cubicBezTo>
                  <a:cubicBezTo>
                    <a:pt x="857" y="2477"/>
                    <a:pt x="490" y="1956"/>
                    <a:pt x="134" y="1451"/>
                  </a:cubicBezTo>
                  <a:lnTo>
                    <a:pt x="118" y="1431"/>
                  </a:lnTo>
                  <a:cubicBezTo>
                    <a:pt x="86" y="1382"/>
                    <a:pt x="70" y="1330"/>
                    <a:pt x="70" y="1249"/>
                  </a:cubicBezTo>
                  <a:cubicBezTo>
                    <a:pt x="49" y="1112"/>
                    <a:pt x="70" y="979"/>
                    <a:pt x="70" y="845"/>
                  </a:cubicBezTo>
                  <a:cubicBezTo>
                    <a:pt x="86" y="676"/>
                    <a:pt x="102" y="506"/>
                    <a:pt x="86" y="320"/>
                  </a:cubicBezTo>
                  <a:lnTo>
                    <a:pt x="86" y="255"/>
                  </a:lnTo>
                  <a:cubicBezTo>
                    <a:pt x="118" y="154"/>
                    <a:pt x="102"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1246160" y="3435449"/>
              <a:ext cx="168654" cy="148491"/>
            </a:xfrm>
            <a:custGeom>
              <a:rect b="b" l="l" r="r" t="t"/>
              <a:pathLst>
                <a:path extrusionOk="0" h="1495" w="1698">
                  <a:moveTo>
                    <a:pt x="1698" y="0"/>
                  </a:moveTo>
                  <a:cubicBezTo>
                    <a:pt x="1681" y="0"/>
                    <a:pt x="1681" y="0"/>
                    <a:pt x="1681" y="16"/>
                  </a:cubicBezTo>
                  <a:cubicBezTo>
                    <a:pt x="1649" y="117"/>
                    <a:pt x="1665" y="218"/>
                    <a:pt x="1665" y="319"/>
                  </a:cubicBezTo>
                  <a:lnTo>
                    <a:pt x="1665" y="485"/>
                  </a:lnTo>
                  <a:lnTo>
                    <a:pt x="1665" y="788"/>
                  </a:lnTo>
                  <a:cubicBezTo>
                    <a:pt x="1665" y="909"/>
                    <a:pt x="1649" y="974"/>
                    <a:pt x="1516" y="1010"/>
                  </a:cubicBezTo>
                  <a:cubicBezTo>
                    <a:pt x="1245" y="1075"/>
                    <a:pt x="991" y="1159"/>
                    <a:pt x="740" y="1244"/>
                  </a:cubicBezTo>
                  <a:cubicBezTo>
                    <a:pt x="587" y="1277"/>
                    <a:pt x="437" y="1329"/>
                    <a:pt x="284" y="1378"/>
                  </a:cubicBezTo>
                  <a:cubicBezTo>
                    <a:pt x="203" y="1394"/>
                    <a:pt x="118" y="1430"/>
                    <a:pt x="17" y="1479"/>
                  </a:cubicBezTo>
                  <a:cubicBezTo>
                    <a:pt x="1" y="1479"/>
                    <a:pt x="1" y="1479"/>
                    <a:pt x="1" y="1495"/>
                  </a:cubicBezTo>
                  <a:lnTo>
                    <a:pt x="17" y="1495"/>
                  </a:lnTo>
                  <a:cubicBezTo>
                    <a:pt x="134" y="1462"/>
                    <a:pt x="219" y="1430"/>
                    <a:pt x="304" y="1394"/>
                  </a:cubicBezTo>
                  <a:cubicBezTo>
                    <a:pt x="453" y="1361"/>
                    <a:pt x="607" y="1313"/>
                    <a:pt x="756" y="1260"/>
                  </a:cubicBezTo>
                  <a:cubicBezTo>
                    <a:pt x="991" y="1176"/>
                    <a:pt x="1261" y="1091"/>
                    <a:pt x="1516" y="1026"/>
                  </a:cubicBezTo>
                  <a:cubicBezTo>
                    <a:pt x="1681" y="990"/>
                    <a:pt x="1698" y="909"/>
                    <a:pt x="1681" y="788"/>
                  </a:cubicBezTo>
                  <a:lnTo>
                    <a:pt x="1681" y="485"/>
                  </a:lnTo>
                  <a:cubicBezTo>
                    <a:pt x="1698" y="436"/>
                    <a:pt x="1681" y="368"/>
                    <a:pt x="1681" y="319"/>
                  </a:cubicBezTo>
                  <a:cubicBezTo>
                    <a:pt x="1681" y="218"/>
                    <a:pt x="1681" y="117"/>
                    <a:pt x="1698" y="16"/>
                  </a:cubicBezTo>
                  <a:lnTo>
                    <a:pt x="1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1254205" y="1805427"/>
              <a:ext cx="164184" cy="218912"/>
            </a:xfrm>
            <a:custGeom>
              <a:rect b="b" l="l" r="r" t="t"/>
              <a:pathLst>
                <a:path extrusionOk="0" h="2204" w="1653">
                  <a:moveTo>
                    <a:pt x="1557" y="1"/>
                  </a:moveTo>
                  <a:cubicBezTo>
                    <a:pt x="1522" y="1"/>
                    <a:pt x="1485" y="25"/>
                    <a:pt x="1451" y="50"/>
                  </a:cubicBezTo>
                  <a:lnTo>
                    <a:pt x="1435" y="50"/>
                  </a:lnTo>
                  <a:cubicBezTo>
                    <a:pt x="994" y="285"/>
                    <a:pt x="542" y="503"/>
                    <a:pt x="122" y="721"/>
                  </a:cubicBezTo>
                  <a:cubicBezTo>
                    <a:pt x="37" y="757"/>
                    <a:pt x="21" y="806"/>
                    <a:pt x="21" y="907"/>
                  </a:cubicBezTo>
                  <a:cubicBezTo>
                    <a:pt x="21" y="1262"/>
                    <a:pt x="1" y="1614"/>
                    <a:pt x="1" y="1949"/>
                  </a:cubicBezTo>
                  <a:lnTo>
                    <a:pt x="1" y="2034"/>
                  </a:lnTo>
                  <a:cubicBezTo>
                    <a:pt x="21" y="2086"/>
                    <a:pt x="21" y="2135"/>
                    <a:pt x="1" y="2187"/>
                  </a:cubicBezTo>
                  <a:lnTo>
                    <a:pt x="1" y="2204"/>
                  </a:lnTo>
                  <a:lnTo>
                    <a:pt x="21" y="2204"/>
                  </a:lnTo>
                  <a:cubicBezTo>
                    <a:pt x="37" y="2151"/>
                    <a:pt x="37" y="2086"/>
                    <a:pt x="37" y="2034"/>
                  </a:cubicBezTo>
                  <a:cubicBezTo>
                    <a:pt x="37" y="2018"/>
                    <a:pt x="21" y="1985"/>
                    <a:pt x="21" y="1949"/>
                  </a:cubicBezTo>
                  <a:cubicBezTo>
                    <a:pt x="37" y="1614"/>
                    <a:pt x="37" y="1262"/>
                    <a:pt x="37" y="907"/>
                  </a:cubicBezTo>
                  <a:cubicBezTo>
                    <a:pt x="37" y="822"/>
                    <a:pt x="69" y="790"/>
                    <a:pt x="122" y="757"/>
                  </a:cubicBezTo>
                  <a:cubicBezTo>
                    <a:pt x="558" y="535"/>
                    <a:pt x="1011" y="301"/>
                    <a:pt x="1451" y="67"/>
                  </a:cubicBezTo>
                  <a:cubicBezTo>
                    <a:pt x="1504" y="53"/>
                    <a:pt x="1538" y="26"/>
                    <a:pt x="1567" y="26"/>
                  </a:cubicBezTo>
                  <a:cubicBezTo>
                    <a:pt x="1573" y="26"/>
                    <a:pt x="1579" y="27"/>
                    <a:pt x="1584" y="30"/>
                  </a:cubicBezTo>
                  <a:cubicBezTo>
                    <a:pt x="1600" y="200"/>
                    <a:pt x="1584" y="370"/>
                    <a:pt x="1584" y="519"/>
                  </a:cubicBezTo>
                  <a:cubicBezTo>
                    <a:pt x="1568" y="806"/>
                    <a:pt x="1568" y="1093"/>
                    <a:pt x="1617" y="1379"/>
                  </a:cubicBezTo>
                  <a:cubicBezTo>
                    <a:pt x="1617" y="1379"/>
                    <a:pt x="1626" y="1387"/>
                    <a:pt x="1631" y="1387"/>
                  </a:cubicBezTo>
                  <a:cubicBezTo>
                    <a:pt x="1634" y="1387"/>
                    <a:pt x="1637" y="1385"/>
                    <a:pt x="1637" y="1379"/>
                  </a:cubicBezTo>
                  <a:lnTo>
                    <a:pt x="1653" y="1379"/>
                  </a:lnTo>
                  <a:cubicBezTo>
                    <a:pt x="1600" y="1093"/>
                    <a:pt x="1600" y="806"/>
                    <a:pt x="1617" y="519"/>
                  </a:cubicBezTo>
                  <a:lnTo>
                    <a:pt x="1617" y="30"/>
                  </a:lnTo>
                  <a:lnTo>
                    <a:pt x="1600" y="14"/>
                  </a:lnTo>
                  <a:cubicBezTo>
                    <a:pt x="1586" y="5"/>
                    <a:pt x="1572"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687655" y="2773349"/>
              <a:ext cx="133691" cy="158622"/>
            </a:xfrm>
            <a:custGeom>
              <a:rect b="b" l="l" r="r" t="t"/>
              <a:pathLst>
                <a:path extrusionOk="0" h="1597" w="1346">
                  <a:moveTo>
                    <a:pt x="1314" y="1"/>
                  </a:moveTo>
                  <a:lnTo>
                    <a:pt x="1297" y="17"/>
                  </a:lnTo>
                  <a:cubicBezTo>
                    <a:pt x="1281" y="49"/>
                    <a:pt x="1297" y="102"/>
                    <a:pt x="1297" y="134"/>
                  </a:cubicBezTo>
                  <a:cubicBezTo>
                    <a:pt x="1314" y="182"/>
                    <a:pt x="1314" y="235"/>
                    <a:pt x="1281" y="267"/>
                  </a:cubicBezTo>
                  <a:cubicBezTo>
                    <a:pt x="1229" y="304"/>
                    <a:pt x="1180" y="320"/>
                    <a:pt x="1112" y="336"/>
                  </a:cubicBezTo>
                  <a:cubicBezTo>
                    <a:pt x="1095" y="352"/>
                    <a:pt x="1059" y="352"/>
                    <a:pt x="1043" y="368"/>
                  </a:cubicBezTo>
                  <a:cubicBezTo>
                    <a:pt x="756" y="485"/>
                    <a:pt x="453" y="623"/>
                    <a:pt x="118" y="740"/>
                  </a:cubicBezTo>
                  <a:cubicBezTo>
                    <a:pt x="33" y="772"/>
                    <a:pt x="1" y="825"/>
                    <a:pt x="1" y="926"/>
                  </a:cubicBezTo>
                  <a:lnTo>
                    <a:pt x="1" y="1192"/>
                  </a:lnTo>
                  <a:cubicBezTo>
                    <a:pt x="1" y="1330"/>
                    <a:pt x="1" y="1447"/>
                    <a:pt x="17" y="1580"/>
                  </a:cubicBezTo>
                  <a:cubicBezTo>
                    <a:pt x="17" y="1596"/>
                    <a:pt x="17" y="1596"/>
                    <a:pt x="33" y="1596"/>
                  </a:cubicBezTo>
                  <a:cubicBezTo>
                    <a:pt x="33" y="1596"/>
                    <a:pt x="49" y="1596"/>
                    <a:pt x="49" y="1580"/>
                  </a:cubicBezTo>
                  <a:cubicBezTo>
                    <a:pt x="33" y="1447"/>
                    <a:pt x="33" y="1314"/>
                    <a:pt x="33" y="1192"/>
                  </a:cubicBezTo>
                  <a:lnTo>
                    <a:pt x="33" y="926"/>
                  </a:lnTo>
                  <a:cubicBezTo>
                    <a:pt x="17" y="841"/>
                    <a:pt x="49" y="809"/>
                    <a:pt x="134" y="772"/>
                  </a:cubicBezTo>
                  <a:cubicBezTo>
                    <a:pt x="453" y="639"/>
                    <a:pt x="756" y="522"/>
                    <a:pt x="1043" y="384"/>
                  </a:cubicBezTo>
                  <a:cubicBezTo>
                    <a:pt x="1079" y="384"/>
                    <a:pt x="1095" y="368"/>
                    <a:pt x="1128" y="352"/>
                  </a:cubicBezTo>
                  <a:cubicBezTo>
                    <a:pt x="1180" y="336"/>
                    <a:pt x="1245" y="320"/>
                    <a:pt x="1297" y="283"/>
                  </a:cubicBezTo>
                  <a:cubicBezTo>
                    <a:pt x="1346" y="235"/>
                    <a:pt x="1330" y="182"/>
                    <a:pt x="1330" y="134"/>
                  </a:cubicBezTo>
                  <a:cubicBezTo>
                    <a:pt x="1314" y="102"/>
                    <a:pt x="1314" y="49"/>
                    <a:pt x="1330" y="17"/>
                  </a:cubicBezTo>
                  <a:lnTo>
                    <a:pt x="13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1254205" y="1988979"/>
              <a:ext cx="164184" cy="195869"/>
            </a:xfrm>
            <a:custGeom>
              <a:rect b="b" l="l" r="r" t="t"/>
              <a:pathLst>
                <a:path extrusionOk="0" h="1972" w="1653">
                  <a:moveTo>
                    <a:pt x="1637" y="0"/>
                  </a:moveTo>
                  <a:lnTo>
                    <a:pt x="1350" y="137"/>
                  </a:lnTo>
                  <a:cubicBezTo>
                    <a:pt x="1132" y="255"/>
                    <a:pt x="910" y="356"/>
                    <a:pt x="675" y="473"/>
                  </a:cubicBezTo>
                  <a:cubicBezTo>
                    <a:pt x="627" y="505"/>
                    <a:pt x="558" y="541"/>
                    <a:pt x="489" y="574"/>
                  </a:cubicBezTo>
                  <a:cubicBezTo>
                    <a:pt x="372" y="642"/>
                    <a:pt x="239" y="707"/>
                    <a:pt x="102" y="760"/>
                  </a:cubicBezTo>
                  <a:cubicBezTo>
                    <a:pt x="21" y="808"/>
                    <a:pt x="1" y="844"/>
                    <a:pt x="1" y="929"/>
                  </a:cubicBezTo>
                  <a:lnTo>
                    <a:pt x="1" y="1551"/>
                  </a:lnTo>
                  <a:lnTo>
                    <a:pt x="1" y="1818"/>
                  </a:lnTo>
                  <a:lnTo>
                    <a:pt x="1" y="1854"/>
                  </a:lnTo>
                  <a:cubicBezTo>
                    <a:pt x="1" y="1887"/>
                    <a:pt x="1" y="1919"/>
                    <a:pt x="21" y="1971"/>
                  </a:cubicBezTo>
                  <a:lnTo>
                    <a:pt x="37" y="1971"/>
                  </a:lnTo>
                  <a:cubicBezTo>
                    <a:pt x="53" y="1971"/>
                    <a:pt x="53" y="1955"/>
                    <a:pt x="53" y="1955"/>
                  </a:cubicBezTo>
                  <a:cubicBezTo>
                    <a:pt x="21" y="1919"/>
                    <a:pt x="21" y="1887"/>
                    <a:pt x="21" y="1854"/>
                  </a:cubicBezTo>
                  <a:lnTo>
                    <a:pt x="21" y="1818"/>
                  </a:lnTo>
                  <a:lnTo>
                    <a:pt x="21" y="1551"/>
                  </a:lnTo>
                  <a:cubicBezTo>
                    <a:pt x="37" y="1349"/>
                    <a:pt x="37" y="1131"/>
                    <a:pt x="21" y="929"/>
                  </a:cubicBezTo>
                  <a:cubicBezTo>
                    <a:pt x="21" y="861"/>
                    <a:pt x="37" y="828"/>
                    <a:pt x="122" y="792"/>
                  </a:cubicBezTo>
                  <a:cubicBezTo>
                    <a:pt x="239" y="727"/>
                    <a:pt x="372" y="659"/>
                    <a:pt x="506" y="590"/>
                  </a:cubicBezTo>
                  <a:cubicBezTo>
                    <a:pt x="574" y="558"/>
                    <a:pt x="627" y="525"/>
                    <a:pt x="691" y="489"/>
                  </a:cubicBezTo>
                  <a:cubicBezTo>
                    <a:pt x="910" y="388"/>
                    <a:pt x="1132" y="271"/>
                    <a:pt x="1366" y="170"/>
                  </a:cubicBezTo>
                  <a:lnTo>
                    <a:pt x="1637" y="20"/>
                  </a:lnTo>
                  <a:cubicBezTo>
                    <a:pt x="1653" y="20"/>
                    <a:pt x="1653" y="20"/>
                    <a:pt x="1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1"/>
            <p:cNvSpPr/>
            <p:nvPr/>
          </p:nvSpPr>
          <p:spPr>
            <a:xfrm>
              <a:off x="1819563" y="3348341"/>
              <a:ext cx="4966" cy="61879"/>
            </a:xfrm>
            <a:custGeom>
              <a:rect b="b" l="l" r="r" t="t"/>
              <a:pathLst>
                <a:path extrusionOk="0" h="623" w="50">
                  <a:moveTo>
                    <a:pt x="33" y="0"/>
                  </a:moveTo>
                  <a:lnTo>
                    <a:pt x="17" y="17"/>
                  </a:lnTo>
                  <a:cubicBezTo>
                    <a:pt x="1" y="101"/>
                    <a:pt x="1" y="202"/>
                    <a:pt x="17" y="287"/>
                  </a:cubicBezTo>
                  <a:lnTo>
                    <a:pt x="17" y="473"/>
                  </a:lnTo>
                  <a:lnTo>
                    <a:pt x="17" y="522"/>
                  </a:lnTo>
                  <a:cubicBezTo>
                    <a:pt x="17" y="538"/>
                    <a:pt x="17" y="574"/>
                    <a:pt x="1" y="606"/>
                  </a:cubicBezTo>
                  <a:lnTo>
                    <a:pt x="1" y="623"/>
                  </a:lnTo>
                  <a:lnTo>
                    <a:pt x="17" y="623"/>
                  </a:lnTo>
                  <a:lnTo>
                    <a:pt x="17" y="606"/>
                  </a:lnTo>
                  <a:cubicBezTo>
                    <a:pt x="49" y="574"/>
                    <a:pt x="33" y="538"/>
                    <a:pt x="33" y="505"/>
                  </a:cubicBezTo>
                  <a:lnTo>
                    <a:pt x="33" y="473"/>
                  </a:lnTo>
                  <a:lnTo>
                    <a:pt x="33" y="287"/>
                  </a:lnTo>
                  <a:cubicBezTo>
                    <a:pt x="33" y="202"/>
                    <a:pt x="33" y="101"/>
                    <a:pt x="49" y="17"/>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1087339" y="3024144"/>
              <a:ext cx="6456" cy="91975"/>
            </a:xfrm>
            <a:custGeom>
              <a:rect b="b" l="l" r="r" t="t"/>
              <a:pathLst>
                <a:path extrusionOk="0" h="926" w="65">
                  <a:moveTo>
                    <a:pt x="16" y="0"/>
                  </a:moveTo>
                  <a:cubicBezTo>
                    <a:pt x="16" y="0"/>
                    <a:pt x="0" y="0"/>
                    <a:pt x="0" y="17"/>
                  </a:cubicBezTo>
                  <a:cubicBezTo>
                    <a:pt x="32" y="166"/>
                    <a:pt x="16" y="320"/>
                    <a:pt x="16" y="469"/>
                  </a:cubicBezTo>
                  <a:lnTo>
                    <a:pt x="16" y="740"/>
                  </a:lnTo>
                  <a:lnTo>
                    <a:pt x="16" y="756"/>
                  </a:lnTo>
                  <a:cubicBezTo>
                    <a:pt x="16" y="808"/>
                    <a:pt x="16" y="873"/>
                    <a:pt x="49" y="926"/>
                  </a:cubicBezTo>
                  <a:lnTo>
                    <a:pt x="65" y="926"/>
                  </a:lnTo>
                  <a:lnTo>
                    <a:pt x="65" y="909"/>
                  </a:lnTo>
                  <a:cubicBezTo>
                    <a:pt x="49" y="857"/>
                    <a:pt x="49" y="808"/>
                    <a:pt x="49" y="756"/>
                  </a:cubicBezTo>
                  <a:lnTo>
                    <a:pt x="49" y="740"/>
                  </a:lnTo>
                  <a:lnTo>
                    <a:pt x="49" y="469"/>
                  </a:lnTo>
                  <a:cubicBezTo>
                    <a:pt x="49" y="320"/>
                    <a:pt x="49" y="166"/>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1815987" y="2602808"/>
              <a:ext cx="5264" cy="55125"/>
            </a:xfrm>
            <a:custGeom>
              <a:rect b="b" l="l" r="r" t="t"/>
              <a:pathLst>
                <a:path extrusionOk="0" h="555" w="53">
                  <a:moveTo>
                    <a:pt x="37" y="1"/>
                  </a:moveTo>
                  <a:cubicBezTo>
                    <a:pt x="20" y="102"/>
                    <a:pt x="20" y="183"/>
                    <a:pt x="20" y="267"/>
                  </a:cubicBezTo>
                  <a:cubicBezTo>
                    <a:pt x="20" y="368"/>
                    <a:pt x="20" y="453"/>
                    <a:pt x="0" y="538"/>
                  </a:cubicBezTo>
                  <a:cubicBezTo>
                    <a:pt x="0" y="554"/>
                    <a:pt x="0" y="554"/>
                    <a:pt x="20" y="554"/>
                  </a:cubicBezTo>
                  <a:lnTo>
                    <a:pt x="37" y="554"/>
                  </a:lnTo>
                  <a:cubicBezTo>
                    <a:pt x="53" y="453"/>
                    <a:pt x="53" y="368"/>
                    <a:pt x="53" y="267"/>
                  </a:cubicBezTo>
                  <a:cubicBezTo>
                    <a:pt x="37" y="183"/>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1792646" y="2407038"/>
              <a:ext cx="5364" cy="63469"/>
            </a:xfrm>
            <a:custGeom>
              <a:rect b="b" l="l" r="r" t="t"/>
              <a:pathLst>
                <a:path extrusionOk="0" h="639" w="54">
                  <a:moveTo>
                    <a:pt x="33" y="0"/>
                  </a:moveTo>
                  <a:cubicBezTo>
                    <a:pt x="33" y="0"/>
                    <a:pt x="17" y="0"/>
                    <a:pt x="17" y="17"/>
                  </a:cubicBezTo>
                  <a:cubicBezTo>
                    <a:pt x="1" y="118"/>
                    <a:pt x="1" y="202"/>
                    <a:pt x="17" y="303"/>
                  </a:cubicBezTo>
                  <a:lnTo>
                    <a:pt x="17" y="489"/>
                  </a:lnTo>
                  <a:cubicBezTo>
                    <a:pt x="1" y="505"/>
                    <a:pt x="17" y="522"/>
                    <a:pt x="17" y="538"/>
                  </a:cubicBezTo>
                  <a:cubicBezTo>
                    <a:pt x="17" y="558"/>
                    <a:pt x="17" y="590"/>
                    <a:pt x="1" y="623"/>
                  </a:cubicBezTo>
                  <a:lnTo>
                    <a:pt x="1" y="639"/>
                  </a:lnTo>
                  <a:lnTo>
                    <a:pt x="17" y="639"/>
                  </a:lnTo>
                  <a:cubicBezTo>
                    <a:pt x="53" y="606"/>
                    <a:pt x="33" y="574"/>
                    <a:pt x="33" y="538"/>
                  </a:cubicBezTo>
                  <a:lnTo>
                    <a:pt x="33" y="489"/>
                  </a:lnTo>
                  <a:lnTo>
                    <a:pt x="33" y="303"/>
                  </a:lnTo>
                  <a:cubicBezTo>
                    <a:pt x="33" y="202"/>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1583666" y="1741759"/>
              <a:ext cx="5264" cy="60290"/>
            </a:xfrm>
            <a:custGeom>
              <a:rect b="b" l="l" r="r" t="t"/>
              <a:pathLst>
                <a:path extrusionOk="0" h="607" w="53">
                  <a:moveTo>
                    <a:pt x="37" y="1"/>
                  </a:moveTo>
                  <a:cubicBezTo>
                    <a:pt x="37" y="1"/>
                    <a:pt x="16" y="1"/>
                    <a:pt x="16" y="17"/>
                  </a:cubicBezTo>
                  <a:cubicBezTo>
                    <a:pt x="0" y="134"/>
                    <a:pt x="0" y="251"/>
                    <a:pt x="0" y="368"/>
                  </a:cubicBezTo>
                  <a:cubicBezTo>
                    <a:pt x="0" y="453"/>
                    <a:pt x="16" y="522"/>
                    <a:pt x="0" y="590"/>
                  </a:cubicBezTo>
                  <a:cubicBezTo>
                    <a:pt x="0" y="607"/>
                    <a:pt x="16" y="607"/>
                    <a:pt x="16" y="607"/>
                  </a:cubicBezTo>
                  <a:cubicBezTo>
                    <a:pt x="37" y="607"/>
                    <a:pt x="37" y="607"/>
                    <a:pt x="37" y="590"/>
                  </a:cubicBezTo>
                  <a:lnTo>
                    <a:pt x="37" y="368"/>
                  </a:lnTo>
                  <a:cubicBezTo>
                    <a:pt x="37" y="251"/>
                    <a:pt x="37" y="13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1"/>
            <p:cNvSpPr/>
            <p:nvPr/>
          </p:nvSpPr>
          <p:spPr>
            <a:xfrm>
              <a:off x="1970040" y="2671044"/>
              <a:ext cx="4867" cy="53834"/>
            </a:xfrm>
            <a:custGeom>
              <a:rect b="b" l="l" r="r" t="t"/>
              <a:pathLst>
                <a:path extrusionOk="0" h="542" w="49">
                  <a:moveTo>
                    <a:pt x="33" y="1"/>
                  </a:moveTo>
                  <a:lnTo>
                    <a:pt x="17" y="21"/>
                  </a:lnTo>
                  <a:cubicBezTo>
                    <a:pt x="0" y="102"/>
                    <a:pt x="0" y="186"/>
                    <a:pt x="17" y="271"/>
                  </a:cubicBezTo>
                  <a:cubicBezTo>
                    <a:pt x="17" y="356"/>
                    <a:pt x="17" y="441"/>
                    <a:pt x="0" y="526"/>
                  </a:cubicBezTo>
                  <a:lnTo>
                    <a:pt x="0" y="542"/>
                  </a:lnTo>
                  <a:lnTo>
                    <a:pt x="17" y="542"/>
                  </a:lnTo>
                  <a:lnTo>
                    <a:pt x="17" y="526"/>
                  </a:lnTo>
                  <a:cubicBezTo>
                    <a:pt x="33" y="441"/>
                    <a:pt x="33" y="356"/>
                    <a:pt x="33" y="271"/>
                  </a:cubicBezTo>
                  <a:cubicBezTo>
                    <a:pt x="33" y="186"/>
                    <a:pt x="33" y="10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1"/>
            <p:cNvSpPr/>
            <p:nvPr/>
          </p:nvSpPr>
          <p:spPr>
            <a:xfrm>
              <a:off x="1841216" y="3517293"/>
              <a:ext cx="4966" cy="66647"/>
            </a:xfrm>
            <a:custGeom>
              <a:rect b="b" l="l" r="r" t="t"/>
              <a:pathLst>
                <a:path extrusionOk="0" h="671" w="50">
                  <a:moveTo>
                    <a:pt x="33" y="0"/>
                  </a:moveTo>
                  <a:cubicBezTo>
                    <a:pt x="33" y="0"/>
                    <a:pt x="17" y="0"/>
                    <a:pt x="17" y="16"/>
                  </a:cubicBezTo>
                  <a:cubicBezTo>
                    <a:pt x="1" y="117"/>
                    <a:pt x="1" y="218"/>
                    <a:pt x="1" y="319"/>
                  </a:cubicBezTo>
                  <a:cubicBezTo>
                    <a:pt x="17" y="388"/>
                    <a:pt x="17" y="453"/>
                    <a:pt x="1" y="521"/>
                  </a:cubicBezTo>
                  <a:cubicBezTo>
                    <a:pt x="1" y="537"/>
                    <a:pt x="1" y="554"/>
                    <a:pt x="17" y="570"/>
                  </a:cubicBezTo>
                  <a:cubicBezTo>
                    <a:pt x="17" y="606"/>
                    <a:pt x="17" y="622"/>
                    <a:pt x="1" y="655"/>
                  </a:cubicBezTo>
                  <a:lnTo>
                    <a:pt x="1" y="671"/>
                  </a:lnTo>
                  <a:lnTo>
                    <a:pt x="17" y="671"/>
                  </a:lnTo>
                  <a:cubicBezTo>
                    <a:pt x="33" y="638"/>
                    <a:pt x="33" y="606"/>
                    <a:pt x="33" y="570"/>
                  </a:cubicBezTo>
                  <a:lnTo>
                    <a:pt x="33" y="521"/>
                  </a:lnTo>
                  <a:lnTo>
                    <a:pt x="33" y="319"/>
                  </a:lnTo>
                  <a:cubicBezTo>
                    <a:pt x="33" y="218"/>
                    <a:pt x="33" y="117"/>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1518608" y="2522553"/>
              <a:ext cx="202325" cy="324296"/>
            </a:xfrm>
            <a:custGeom>
              <a:rect b="b" l="l" r="r" t="t"/>
              <a:pathLst>
                <a:path extrusionOk="0" h="3265" w="2037">
                  <a:moveTo>
                    <a:pt x="86" y="1"/>
                  </a:moveTo>
                  <a:cubicBezTo>
                    <a:pt x="49" y="17"/>
                    <a:pt x="33" y="65"/>
                    <a:pt x="33" y="118"/>
                  </a:cubicBezTo>
                  <a:cubicBezTo>
                    <a:pt x="49" y="166"/>
                    <a:pt x="49" y="219"/>
                    <a:pt x="33" y="251"/>
                  </a:cubicBezTo>
                  <a:cubicBezTo>
                    <a:pt x="1" y="570"/>
                    <a:pt x="102" y="825"/>
                    <a:pt x="336" y="1112"/>
                  </a:cubicBezTo>
                  <a:cubicBezTo>
                    <a:pt x="623" y="1431"/>
                    <a:pt x="894" y="1782"/>
                    <a:pt x="1160" y="2138"/>
                  </a:cubicBezTo>
                  <a:cubicBezTo>
                    <a:pt x="1229" y="2223"/>
                    <a:pt x="1298" y="2303"/>
                    <a:pt x="1362" y="2404"/>
                  </a:cubicBezTo>
                  <a:cubicBezTo>
                    <a:pt x="1415" y="2457"/>
                    <a:pt x="1447" y="2505"/>
                    <a:pt x="1500" y="2558"/>
                  </a:cubicBezTo>
                  <a:cubicBezTo>
                    <a:pt x="1633" y="2744"/>
                    <a:pt x="1782" y="2930"/>
                    <a:pt x="1952" y="3095"/>
                  </a:cubicBezTo>
                  <a:cubicBezTo>
                    <a:pt x="1968" y="3111"/>
                    <a:pt x="1984" y="3148"/>
                    <a:pt x="1984" y="3180"/>
                  </a:cubicBezTo>
                  <a:cubicBezTo>
                    <a:pt x="1984" y="3196"/>
                    <a:pt x="2004" y="3233"/>
                    <a:pt x="2021" y="3249"/>
                  </a:cubicBezTo>
                  <a:lnTo>
                    <a:pt x="2021" y="3265"/>
                  </a:lnTo>
                  <a:lnTo>
                    <a:pt x="2037" y="3265"/>
                  </a:lnTo>
                  <a:lnTo>
                    <a:pt x="2037" y="3233"/>
                  </a:lnTo>
                  <a:cubicBezTo>
                    <a:pt x="2021" y="3212"/>
                    <a:pt x="2021" y="3196"/>
                    <a:pt x="2021" y="3164"/>
                  </a:cubicBezTo>
                  <a:cubicBezTo>
                    <a:pt x="2004" y="3132"/>
                    <a:pt x="2004" y="3095"/>
                    <a:pt x="1968" y="3079"/>
                  </a:cubicBezTo>
                  <a:cubicBezTo>
                    <a:pt x="1802" y="2909"/>
                    <a:pt x="1649" y="2728"/>
                    <a:pt x="1516" y="2542"/>
                  </a:cubicBezTo>
                  <a:cubicBezTo>
                    <a:pt x="1479" y="2489"/>
                    <a:pt x="1431" y="2441"/>
                    <a:pt x="1399" y="2388"/>
                  </a:cubicBezTo>
                  <a:cubicBezTo>
                    <a:pt x="1314" y="2287"/>
                    <a:pt x="1245" y="2202"/>
                    <a:pt x="1176" y="2122"/>
                  </a:cubicBezTo>
                  <a:cubicBezTo>
                    <a:pt x="910" y="1766"/>
                    <a:pt x="639" y="1415"/>
                    <a:pt x="352" y="1075"/>
                  </a:cubicBezTo>
                  <a:cubicBezTo>
                    <a:pt x="118" y="825"/>
                    <a:pt x="33" y="570"/>
                    <a:pt x="65" y="267"/>
                  </a:cubicBezTo>
                  <a:lnTo>
                    <a:pt x="65" y="118"/>
                  </a:lnTo>
                  <a:cubicBezTo>
                    <a:pt x="65" y="65"/>
                    <a:pt x="65" y="33"/>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1794334" y="3321424"/>
              <a:ext cx="6853" cy="63965"/>
            </a:xfrm>
            <a:custGeom>
              <a:rect b="b" l="l" r="r" t="t"/>
              <a:pathLst>
                <a:path extrusionOk="0" h="644" w="69">
                  <a:moveTo>
                    <a:pt x="36" y="1"/>
                  </a:moveTo>
                  <a:cubicBezTo>
                    <a:pt x="16" y="102"/>
                    <a:pt x="16" y="203"/>
                    <a:pt x="16" y="288"/>
                  </a:cubicBezTo>
                  <a:lnTo>
                    <a:pt x="16" y="473"/>
                  </a:lnTo>
                  <a:lnTo>
                    <a:pt x="16" y="522"/>
                  </a:lnTo>
                  <a:cubicBezTo>
                    <a:pt x="16" y="558"/>
                    <a:pt x="16" y="591"/>
                    <a:pt x="0" y="607"/>
                  </a:cubicBezTo>
                  <a:cubicBezTo>
                    <a:pt x="0" y="623"/>
                    <a:pt x="0" y="623"/>
                    <a:pt x="16" y="623"/>
                  </a:cubicBezTo>
                  <a:lnTo>
                    <a:pt x="16" y="643"/>
                  </a:lnTo>
                  <a:lnTo>
                    <a:pt x="36" y="623"/>
                  </a:lnTo>
                  <a:cubicBezTo>
                    <a:pt x="53" y="591"/>
                    <a:pt x="53" y="558"/>
                    <a:pt x="53" y="522"/>
                  </a:cubicBezTo>
                  <a:lnTo>
                    <a:pt x="53" y="473"/>
                  </a:lnTo>
                  <a:lnTo>
                    <a:pt x="53" y="288"/>
                  </a:lnTo>
                  <a:cubicBezTo>
                    <a:pt x="53" y="203"/>
                    <a:pt x="36" y="102"/>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1185969" y="2299866"/>
              <a:ext cx="4966" cy="85618"/>
            </a:xfrm>
            <a:custGeom>
              <a:rect b="b" l="l" r="r" t="t"/>
              <a:pathLst>
                <a:path extrusionOk="0" h="862" w="50">
                  <a:moveTo>
                    <a:pt x="17" y="1"/>
                  </a:moveTo>
                  <a:cubicBezTo>
                    <a:pt x="1" y="1"/>
                    <a:pt x="1" y="1"/>
                    <a:pt x="1" y="21"/>
                  </a:cubicBezTo>
                  <a:cubicBezTo>
                    <a:pt x="17" y="154"/>
                    <a:pt x="17" y="304"/>
                    <a:pt x="17" y="441"/>
                  </a:cubicBezTo>
                  <a:lnTo>
                    <a:pt x="17" y="708"/>
                  </a:lnTo>
                  <a:lnTo>
                    <a:pt x="17" y="744"/>
                  </a:lnTo>
                  <a:cubicBezTo>
                    <a:pt x="17" y="776"/>
                    <a:pt x="17" y="829"/>
                    <a:pt x="33" y="861"/>
                  </a:cubicBezTo>
                  <a:lnTo>
                    <a:pt x="49" y="861"/>
                  </a:lnTo>
                  <a:lnTo>
                    <a:pt x="49" y="845"/>
                  </a:lnTo>
                  <a:cubicBezTo>
                    <a:pt x="33" y="809"/>
                    <a:pt x="33" y="776"/>
                    <a:pt x="33" y="744"/>
                  </a:cubicBezTo>
                  <a:lnTo>
                    <a:pt x="33" y="708"/>
                  </a:lnTo>
                  <a:lnTo>
                    <a:pt x="33" y="441"/>
                  </a:lnTo>
                  <a:cubicBezTo>
                    <a:pt x="33" y="304"/>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1528640" y="1482521"/>
              <a:ext cx="175507" cy="338003"/>
            </a:xfrm>
            <a:custGeom>
              <a:rect b="b" l="l" r="r" t="t"/>
              <a:pathLst>
                <a:path extrusionOk="0" h="3403" w="1767">
                  <a:moveTo>
                    <a:pt x="1" y="1"/>
                  </a:moveTo>
                  <a:lnTo>
                    <a:pt x="1" y="17"/>
                  </a:lnTo>
                  <a:lnTo>
                    <a:pt x="1" y="33"/>
                  </a:lnTo>
                  <a:cubicBezTo>
                    <a:pt x="49" y="33"/>
                    <a:pt x="65" y="70"/>
                    <a:pt x="86" y="102"/>
                  </a:cubicBezTo>
                  <a:lnTo>
                    <a:pt x="86" y="118"/>
                  </a:lnTo>
                  <a:cubicBezTo>
                    <a:pt x="267" y="453"/>
                    <a:pt x="437" y="724"/>
                    <a:pt x="591" y="995"/>
                  </a:cubicBezTo>
                  <a:cubicBezTo>
                    <a:pt x="756" y="1261"/>
                    <a:pt x="926" y="1532"/>
                    <a:pt x="1075" y="1787"/>
                  </a:cubicBezTo>
                  <a:cubicBezTo>
                    <a:pt x="1245" y="2090"/>
                    <a:pt x="1431" y="2392"/>
                    <a:pt x="1601" y="2675"/>
                  </a:cubicBezTo>
                  <a:cubicBezTo>
                    <a:pt x="1734" y="2897"/>
                    <a:pt x="1734" y="3116"/>
                    <a:pt x="1681" y="3382"/>
                  </a:cubicBezTo>
                  <a:cubicBezTo>
                    <a:pt x="1665" y="3382"/>
                    <a:pt x="1681" y="3382"/>
                    <a:pt x="1681" y="3402"/>
                  </a:cubicBezTo>
                  <a:cubicBezTo>
                    <a:pt x="1701" y="3402"/>
                    <a:pt x="1701" y="3382"/>
                    <a:pt x="1701" y="3382"/>
                  </a:cubicBezTo>
                  <a:cubicBezTo>
                    <a:pt x="1766" y="3116"/>
                    <a:pt x="1766" y="2897"/>
                    <a:pt x="1633" y="2675"/>
                  </a:cubicBezTo>
                  <a:cubicBezTo>
                    <a:pt x="1447" y="2372"/>
                    <a:pt x="1261" y="2069"/>
                    <a:pt x="1096" y="1766"/>
                  </a:cubicBezTo>
                  <a:cubicBezTo>
                    <a:pt x="942" y="1516"/>
                    <a:pt x="772" y="1245"/>
                    <a:pt x="623" y="979"/>
                  </a:cubicBezTo>
                  <a:cubicBezTo>
                    <a:pt x="453" y="708"/>
                    <a:pt x="304" y="437"/>
                    <a:pt x="118" y="102"/>
                  </a:cubicBezTo>
                  <a:lnTo>
                    <a:pt x="102" y="86"/>
                  </a:lnTo>
                  <a:cubicBezTo>
                    <a:pt x="86" y="49"/>
                    <a:pt x="65"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1381440" y="2383796"/>
              <a:ext cx="5264" cy="91975"/>
            </a:xfrm>
            <a:custGeom>
              <a:rect b="b" l="l" r="r" t="t"/>
              <a:pathLst>
                <a:path extrusionOk="0" h="926" w="53">
                  <a:moveTo>
                    <a:pt x="16" y="0"/>
                  </a:moveTo>
                  <a:cubicBezTo>
                    <a:pt x="0" y="0"/>
                    <a:pt x="0" y="0"/>
                    <a:pt x="0" y="16"/>
                  </a:cubicBezTo>
                  <a:cubicBezTo>
                    <a:pt x="16" y="166"/>
                    <a:pt x="16" y="319"/>
                    <a:pt x="16" y="469"/>
                  </a:cubicBezTo>
                  <a:lnTo>
                    <a:pt x="16" y="756"/>
                  </a:lnTo>
                  <a:lnTo>
                    <a:pt x="16" y="857"/>
                  </a:lnTo>
                  <a:cubicBezTo>
                    <a:pt x="33" y="873"/>
                    <a:pt x="33" y="893"/>
                    <a:pt x="33" y="909"/>
                  </a:cubicBezTo>
                  <a:cubicBezTo>
                    <a:pt x="33" y="925"/>
                    <a:pt x="33" y="925"/>
                    <a:pt x="53" y="925"/>
                  </a:cubicBezTo>
                  <a:lnTo>
                    <a:pt x="53" y="909"/>
                  </a:lnTo>
                  <a:lnTo>
                    <a:pt x="53" y="857"/>
                  </a:lnTo>
                  <a:lnTo>
                    <a:pt x="53" y="756"/>
                  </a:lnTo>
                  <a:cubicBezTo>
                    <a:pt x="33" y="655"/>
                    <a:pt x="33" y="554"/>
                    <a:pt x="53" y="469"/>
                  </a:cubicBezTo>
                  <a:cubicBezTo>
                    <a:pt x="53" y="319"/>
                    <a:pt x="53" y="166"/>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1841216" y="2634492"/>
              <a:ext cx="4966" cy="56715"/>
            </a:xfrm>
            <a:custGeom>
              <a:rect b="b" l="l" r="r" t="t"/>
              <a:pathLst>
                <a:path extrusionOk="0" h="571" w="50">
                  <a:moveTo>
                    <a:pt x="17" y="1"/>
                  </a:moveTo>
                  <a:cubicBezTo>
                    <a:pt x="1" y="102"/>
                    <a:pt x="1" y="187"/>
                    <a:pt x="1" y="288"/>
                  </a:cubicBezTo>
                  <a:cubicBezTo>
                    <a:pt x="17" y="369"/>
                    <a:pt x="17" y="453"/>
                    <a:pt x="1" y="554"/>
                  </a:cubicBezTo>
                  <a:lnTo>
                    <a:pt x="1" y="570"/>
                  </a:lnTo>
                  <a:cubicBezTo>
                    <a:pt x="17" y="570"/>
                    <a:pt x="17" y="554"/>
                    <a:pt x="17" y="554"/>
                  </a:cubicBezTo>
                  <a:cubicBezTo>
                    <a:pt x="33" y="470"/>
                    <a:pt x="33" y="369"/>
                    <a:pt x="33" y="288"/>
                  </a:cubicBezTo>
                  <a:cubicBezTo>
                    <a:pt x="33" y="187"/>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1379851" y="2915383"/>
              <a:ext cx="4867" cy="96842"/>
            </a:xfrm>
            <a:custGeom>
              <a:rect b="b" l="l" r="r" t="t"/>
              <a:pathLst>
                <a:path extrusionOk="0" h="975" w="49">
                  <a:moveTo>
                    <a:pt x="0" y="1"/>
                  </a:moveTo>
                  <a:cubicBezTo>
                    <a:pt x="16" y="166"/>
                    <a:pt x="0" y="336"/>
                    <a:pt x="0" y="506"/>
                  </a:cubicBezTo>
                  <a:lnTo>
                    <a:pt x="0" y="809"/>
                  </a:lnTo>
                  <a:cubicBezTo>
                    <a:pt x="0" y="841"/>
                    <a:pt x="16" y="873"/>
                    <a:pt x="16" y="910"/>
                  </a:cubicBezTo>
                  <a:lnTo>
                    <a:pt x="16" y="958"/>
                  </a:lnTo>
                  <a:cubicBezTo>
                    <a:pt x="16" y="974"/>
                    <a:pt x="32" y="974"/>
                    <a:pt x="32" y="974"/>
                  </a:cubicBezTo>
                  <a:cubicBezTo>
                    <a:pt x="32" y="974"/>
                    <a:pt x="49" y="974"/>
                    <a:pt x="49" y="958"/>
                  </a:cubicBezTo>
                  <a:cubicBezTo>
                    <a:pt x="49" y="942"/>
                    <a:pt x="49" y="926"/>
                    <a:pt x="32" y="910"/>
                  </a:cubicBezTo>
                  <a:lnTo>
                    <a:pt x="32" y="809"/>
                  </a:lnTo>
                  <a:lnTo>
                    <a:pt x="32" y="506"/>
                  </a:lnTo>
                  <a:cubicBezTo>
                    <a:pt x="32" y="336"/>
                    <a:pt x="32" y="16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851343" y="2604397"/>
              <a:ext cx="358067" cy="265794"/>
            </a:xfrm>
            <a:custGeom>
              <a:rect b="b" l="l" r="r" t="t"/>
              <a:pathLst>
                <a:path extrusionOk="0" h="2676" w="3605">
                  <a:moveTo>
                    <a:pt x="3604" y="1"/>
                  </a:moveTo>
                  <a:cubicBezTo>
                    <a:pt x="3588" y="1"/>
                    <a:pt x="3588" y="1"/>
                    <a:pt x="3588" y="17"/>
                  </a:cubicBezTo>
                  <a:cubicBezTo>
                    <a:pt x="3572" y="49"/>
                    <a:pt x="3552" y="66"/>
                    <a:pt x="3503" y="86"/>
                  </a:cubicBezTo>
                  <a:cubicBezTo>
                    <a:pt x="2982" y="304"/>
                    <a:pt x="2441" y="538"/>
                    <a:pt x="1936" y="756"/>
                  </a:cubicBezTo>
                  <a:cubicBezTo>
                    <a:pt x="1617" y="894"/>
                    <a:pt x="1298" y="1027"/>
                    <a:pt x="978" y="1160"/>
                  </a:cubicBezTo>
                  <a:cubicBezTo>
                    <a:pt x="744" y="1277"/>
                    <a:pt x="441" y="1399"/>
                    <a:pt x="138" y="1516"/>
                  </a:cubicBezTo>
                  <a:cubicBezTo>
                    <a:pt x="37" y="1548"/>
                    <a:pt x="1" y="1601"/>
                    <a:pt x="1" y="1702"/>
                  </a:cubicBezTo>
                  <a:lnTo>
                    <a:pt x="1" y="2489"/>
                  </a:lnTo>
                  <a:cubicBezTo>
                    <a:pt x="1" y="2510"/>
                    <a:pt x="1" y="2526"/>
                    <a:pt x="17" y="2558"/>
                  </a:cubicBezTo>
                  <a:cubicBezTo>
                    <a:pt x="17" y="2590"/>
                    <a:pt x="37" y="2627"/>
                    <a:pt x="1" y="2659"/>
                  </a:cubicBezTo>
                  <a:lnTo>
                    <a:pt x="1" y="2675"/>
                  </a:lnTo>
                  <a:lnTo>
                    <a:pt x="37" y="2675"/>
                  </a:lnTo>
                  <a:cubicBezTo>
                    <a:pt x="53" y="2627"/>
                    <a:pt x="53" y="2590"/>
                    <a:pt x="37" y="2542"/>
                  </a:cubicBezTo>
                  <a:cubicBezTo>
                    <a:pt x="37" y="2526"/>
                    <a:pt x="17" y="2510"/>
                    <a:pt x="17" y="2489"/>
                  </a:cubicBezTo>
                  <a:cubicBezTo>
                    <a:pt x="37" y="2239"/>
                    <a:pt x="37" y="1984"/>
                    <a:pt x="37" y="1702"/>
                  </a:cubicBezTo>
                  <a:cubicBezTo>
                    <a:pt x="17" y="1617"/>
                    <a:pt x="53" y="1564"/>
                    <a:pt x="138" y="1532"/>
                  </a:cubicBezTo>
                  <a:cubicBezTo>
                    <a:pt x="457" y="1415"/>
                    <a:pt x="744" y="1298"/>
                    <a:pt x="995" y="1197"/>
                  </a:cubicBezTo>
                  <a:cubicBezTo>
                    <a:pt x="1314" y="1059"/>
                    <a:pt x="1617" y="926"/>
                    <a:pt x="1936" y="793"/>
                  </a:cubicBezTo>
                  <a:cubicBezTo>
                    <a:pt x="2461" y="554"/>
                    <a:pt x="2982" y="336"/>
                    <a:pt x="3503" y="118"/>
                  </a:cubicBezTo>
                  <a:lnTo>
                    <a:pt x="3519" y="102"/>
                  </a:lnTo>
                  <a:cubicBezTo>
                    <a:pt x="3572" y="86"/>
                    <a:pt x="3604" y="66"/>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1615351" y="2475672"/>
              <a:ext cx="5264" cy="60290"/>
            </a:xfrm>
            <a:custGeom>
              <a:rect b="b" l="l" r="r" t="t"/>
              <a:pathLst>
                <a:path extrusionOk="0" h="607" w="53">
                  <a:moveTo>
                    <a:pt x="37" y="0"/>
                  </a:moveTo>
                  <a:lnTo>
                    <a:pt x="21" y="16"/>
                  </a:lnTo>
                  <a:cubicBezTo>
                    <a:pt x="0" y="101"/>
                    <a:pt x="0" y="186"/>
                    <a:pt x="21" y="287"/>
                  </a:cubicBezTo>
                  <a:lnTo>
                    <a:pt x="21" y="453"/>
                  </a:lnTo>
                  <a:lnTo>
                    <a:pt x="21" y="489"/>
                  </a:lnTo>
                  <a:cubicBezTo>
                    <a:pt x="21" y="521"/>
                    <a:pt x="21" y="554"/>
                    <a:pt x="0" y="590"/>
                  </a:cubicBezTo>
                  <a:lnTo>
                    <a:pt x="0" y="606"/>
                  </a:lnTo>
                  <a:lnTo>
                    <a:pt x="21" y="606"/>
                  </a:lnTo>
                  <a:cubicBezTo>
                    <a:pt x="53" y="574"/>
                    <a:pt x="37" y="521"/>
                    <a:pt x="37" y="489"/>
                  </a:cubicBezTo>
                  <a:lnTo>
                    <a:pt x="37" y="453"/>
                  </a:lnTo>
                  <a:lnTo>
                    <a:pt x="37" y="287"/>
                  </a:lnTo>
                  <a:cubicBezTo>
                    <a:pt x="37" y="202"/>
                    <a:pt x="37" y="101"/>
                    <a:pt x="53" y="16"/>
                  </a:cubicBezTo>
                  <a:cubicBezTo>
                    <a:pt x="53" y="16"/>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1859690" y="3393236"/>
              <a:ext cx="4867" cy="63965"/>
            </a:xfrm>
            <a:custGeom>
              <a:rect b="b" l="l" r="r" t="t"/>
              <a:pathLst>
                <a:path extrusionOk="0" h="644" w="49">
                  <a:moveTo>
                    <a:pt x="33" y="1"/>
                  </a:moveTo>
                  <a:lnTo>
                    <a:pt x="33" y="21"/>
                  </a:lnTo>
                  <a:cubicBezTo>
                    <a:pt x="1" y="122"/>
                    <a:pt x="17" y="203"/>
                    <a:pt x="17" y="304"/>
                  </a:cubicBezTo>
                  <a:lnTo>
                    <a:pt x="17" y="474"/>
                  </a:lnTo>
                  <a:lnTo>
                    <a:pt x="17" y="526"/>
                  </a:lnTo>
                  <a:cubicBezTo>
                    <a:pt x="17" y="558"/>
                    <a:pt x="17" y="591"/>
                    <a:pt x="1" y="627"/>
                  </a:cubicBezTo>
                  <a:lnTo>
                    <a:pt x="1" y="643"/>
                  </a:lnTo>
                  <a:lnTo>
                    <a:pt x="17" y="643"/>
                  </a:lnTo>
                  <a:lnTo>
                    <a:pt x="17" y="627"/>
                  </a:lnTo>
                  <a:cubicBezTo>
                    <a:pt x="33" y="591"/>
                    <a:pt x="33" y="558"/>
                    <a:pt x="33" y="526"/>
                  </a:cubicBezTo>
                  <a:lnTo>
                    <a:pt x="33" y="474"/>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1521886" y="3197864"/>
              <a:ext cx="197458" cy="279401"/>
            </a:xfrm>
            <a:custGeom>
              <a:rect b="b" l="l" r="r" t="t"/>
              <a:pathLst>
                <a:path extrusionOk="0" h="2813" w="1988">
                  <a:moveTo>
                    <a:pt x="32" y="1"/>
                  </a:moveTo>
                  <a:cubicBezTo>
                    <a:pt x="32" y="1"/>
                    <a:pt x="16" y="1"/>
                    <a:pt x="16" y="17"/>
                  </a:cubicBezTo>
                  <a:cubicBezTo>
                    <a:pt x="0" y="186"/>
                    <a:pt x="0" y="372"/>
                    <a:pt x="0" y="538"/>
                  </a:cubicBezTo>
                  <a:cubicBezTo>
                    <a:pt x="16" y="639"/>
                    <a:pt x="16" y="740"/>
                    <a:pt x="0" y="857"/>
                  </a:cubicBezTo>
                  <a:cubicBezTo>
                    <a:pt x="0" y="893"/>
                    <a:pt x="32" y="926"/>
                    <a:pt x="69" y="958"/>
                  </a:cubicBezTo>
                  <a:lnTo>
                    <a:pt x="85" y="978"/>
                  </a:lnTo>
                  <a:cubicBezTo>
                    <a:pt x="590" y="1447"/>
                    <a:pt x="1111" y="1936"/>
                    <a:pt x="1616" y="2424"/>
                  </a:cubicBezTo>
                  <a:cubicBezTo>
                    <a:pt x="1632" y="2441"/>
                    <a:pt x="1669" y="2473"/>
                    <a:pt x="1685" y="2493"/>
                  </a:cubicBezTo>
                  <a:cubicBezTo>
                    <a:pt x="1733" y="2542"/>
                    <a:pt x="1786" y="2594"/>
                    <a:pt x="1834" y="2626"/>
                  </a:cubicBezTo>
                  <a:cubicBezTo>
                    <a:pt x="1887" y="2675"/>
                    <a:pt x="1935" y="2727"/>
                    <a:pt x="1951" y="2796"/>
                  </a:cubicBezTo>
                  <a:lnTo>
                    <a:pt x="1971" y="2812"/>
                  </a:lnTo>
                  <a:lnTo>
                    <a:pt x="1988" y="2796"/>
                  </a:lnTo>
                  <a:cubicBezTo>
                    <a:pt x="1951" y="2711"/>
                    <a:pt x="1919" y="2659"/>
                    <a:pt x="1850" y="2610"/>
                  </a:cubicBezTo>
                  <a:cubicBezTo>
                    <a:pt x="1802" y="2558"/>
                    <a:pt x="1749" y="2509"/>
                    <a:pt x="1701" y="2473"/>
                  </a:cubicBezTo>
                  <a:cubicBezTo>
                    <a:pt x="1685" y="2441"/>
                    <a:pt x="1648" y="2424"/>
                    <a:pt x="1632" y="2408"/>
                  </a:cubicBezTo>
                  <a:cubicBezTo>
                    <a:pt x="1127" y="1919"/>
                    <a:pt x="606" y="1431"/>
                    <a:pt x="101" y="942"/>
                  </a:cubicBezTo>
                  <a:lnTo>
                    <a:pt x="85" y="942"/>
                  </a:lnTo>
                  <a:cubicBezTo>
                    <a:pt x="69" y="910"/>
                    <a:pt x="32" y="893"/>
                    <a:pt x="32" y="857"/>
                  </a:cubicBezTo>
                  <a:lnTo>
                    <a:pt x="32" y="538"/>
                  </a:lnTo>
                  <a:cubicBezTo>
                    <a:pt x="32" y="372"/>
                    <a:pt x="32" y="186"/>
                    <a:pt x="53" y="17"/>
                  </a:cubicBezTo>
                  <a:cubicBezTo>
                    <a:pt x="53" y="1"/>
                    <a:pt x="53"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1737719" y="2749709"/>
              <a:ext cx="172230" cy="316251"/>
            </a:xfrm>
            <a:custGeom>
              <a:rect b="b" l="l" r="r" t="t"/>
              <a:pathLst>
                <a:path extrusionOk="0" h="3184" w="1734">
                  <a:moveTo>
                    <a:pt x="17" y="0"/>
                  </a:moveTo>
                  <a:cubicBezTo>
                    <a:pt x="0" y="0"/>
                    <a:pt x="0" y="0"/>
                    <a:pt x="0" y="16"/>
                  </a:cubicBezTo>
                  <a:cubicBezTo>
                    <a:pt x="17" y="138"/>
                    <a:pt x="81" y="218"/>
                    <a:pt x="166" y="303"/>
                  </a:cubicBezTo>
                  <a:cubicBezTo>
                    <a:pt x="182" y="319"/>
                    <a:pt x="202" y="356"/>
                    <a:pt x="219" y="372"/>
                  </a:cubicBezTo>
                  <a:cubicBezTo>
                    <a:pt x="453" y="675"/>
                    <a:pt x="687" y="962"/>
                    <a:pt x="909" y="1265"/>
                  </a:cubicBezTo>
                  <a:lnTo>
                    <a:pt x="1229" y="1669"/>
                  </a:lnTo>
                  <a:cubicBezTo>
                    <a:pt x="1277" y="1717"/>
                    <a:pt x="1313" y="1786"/>
                    <a:pt x="1362" y="1834"/>
                  </a:cubicBezTo>
                  <a:cubicBezTo>
                    <a:pt x="1447" y="1955"/>
                    <a:pt x="1532" y="2056"/>
                    <a:pt x="1616" y="2174"/>
                  </a:cubicBezTo>
                  <a:cubicBezTo>
                    <a:pt x="1697" y="2275"/>
                    <a:pt x="1681" y="2376"/>
                    <a:pt x="1681" y="2493"/>
                  </a:cubicBezTo>
                  <a:cubicBezTo>
                    <a:pt x="1681" y="2561"/>
                    <a:pt x="1665" y="2610"/>
                    <a:pt x="1681" y="2679"/>
                  </a:cubicBezTo>
                  <a:cubicBezTo>
                    <a:pt x="1697" y="2844"/>
                    <a:pt x="1717" y="3014"/>
                    <a:pt x="1649" y="3167"/>
                  </a:cubicBezTo>
                  <a:lnTo>
                    <a:pt x="1649" y="3184"/>
                  </a:lnTo>
                  <a:lnTo>
                    <a:pt x="1665" y="3184"/>
                  </a:lnTo>
                  <a:cubicBezTo>
                    <a:pt x="1733" y="3014"/>
                    <a:pt x="1733" y="2844"/>
                    <a:pt x="1697" y="2679"/>
                  </a:cubicBezTo>
                  <a:lnTo>
                    <a:pt x="1697" y="2493"/>
                  </a:lnTo>
                  <a:cubicBezTo>
                    <a:pt x="1717" y="2376"/>
                    <a:pt x="1717" y="2258"/>
                    <a:pt x="1649" y="2157"/>
                  </a:cubicBezTo>
                  <a:cubicBezTo>
                    <a:pt x="1564" y="2036"/>
                    <a:pt x="1463" y="1935"/>
                    <a:pt x="1378" y="1818"/>
                  </a:cubicBezTo>
                  <a:cubicBezTo>
                    <a:pt x="1346" y="1770"/>
                    <a:pt x="1293" y="1701"/>
                    <a:pt x="1245" y="1653"/>
                  </a:cubicBezTo>
                  <a:lnTo>
                    <a:pt x="942" y="1249"/>
                  </a:lnTo>
                  <a:cubicBezTo>
                    <a:pt x="707" y="962"/>
                    <a:pt x="469" y="659"/>
                    <a:pt x="235" y="356"/>
                  </a:cubicBezTo>
                  <a:cubicBezTo>
                    <a:pt x="219" y="340"/>
                    <a:pt x="202" y="303"/>
                    <a:pt x="182" y="287"/>
                  </a:cubicBezTo>
                  <a:cubicBezTo>
                    <a:pt x="118" y="202"/>
                    <a:pt x="33" y="11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1"/>
            <p:cNvSpPr/>
            <p:nvPr/>
          </p:nvSpPr>
          <p:spPr>
            <a:xfrm>
              <a:off x="1765828" y="3289044"/>
              <a:ext cx="5264" cy="67839"/>
            </a:xfrm>
            <a:custGeom>
              <a:rect b="b" l="l" r="r" t="t"/>
              <a:pathLst>
                <a:path extrusionOk="0" h="683" w="53">
                  <a:moveTo>
                    <a:pt x="32" y="1"/>
                  </a:moveTo>
                  <a:cubicBezTo>
                    <a:pt x="28" y="1"/>
                    <a:pt x="20" y="8"/>
                    <a:pt x="20" y="8"/>
                  </a:cubicBezTo>
                  <a:cubicBezTo>
                    <a:pt x="0" y="109"/>
                    <a:pt x="0" y="226"/>
                    <a:pt x="20" y="327"/>
                  </a:cubicBezTo>
                  <a:cubicBezTo>
                    <a:pt x="20" y="395"/>
                    <a:pt x="20" y="464"/>
                    <a:pt x="0" y="529"/>
                  </a:cubicBezTo>
                  <a:cubicBezTo>
                    <a:pt x="0" y="545"/>
                    <a:pt x="0" y="565"/>
                    <a:pt x="20" y="565"/>
                  </a:cubicBezTo>
                  <a:cubicBezTo>
                    <a:pt x="20" y="597"/>
                    <a:pt x="20" y="630"/>
                    <a:pt x="0" y="646"/>
                  </a:cubicBezTo>
                  <a:lnTo>
                    <a:pt x="0" y="682"/>
                  </a:lnTo>
                  <a:lnTo>
                    <a:pt x="20" y="682"/>
                  </a:lnTo>
                  <a:lnTo>
                    <a:pt x="20" y="666"/>
                  </a:lnTo>
                  <a:cubicBezTo>
                    <a:pt x="37" y="630"/>
                    <a:pt x="37" y="597"/>
                    <a:pt x="37" y="565"/>
                  </a:cubicBezTo>
                  <a:lnTo>
                    <a:pt x="37" y="529"/>
                  </a:lnTo>
                  <a:lnTo>
                    <a:pt x="37" y="327"/>
                  </a:lnTo>
                  <a:cubicBezTo>
                    <a:pt x="37" y="226"/>
                    <a:pt x="37" y="125"/>
                    <a:pt x="53" y="8"/>
                  </a:cubicBezTo>
                  <a:lnTo>
                    <a:pt x="37" y="8"/>
                  </a:lnTo>
                  <a:cubicBezTo>
                    <a:pt x="37" y="2"/>
                    <a:pt x="35"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1"/>
            <p:cNvSpPr/>
            <p:nvPr/>
          </p:nvSpPr>
          <p:spPr>
            <a:xfrm>
              <a:off x="1861279" y="2666276"/>
              <a:ext cx="6953" cy="51848"/>
            </a:xfrm>
            <a:custGeom>
              <a:rect b="b" l="l" r="r" t="t"/>
              <a:pathLst>
                <a:path extrusionOk="0" h="522" w="70">
                  <a:moveTo>
                    <a:pt x="49" y="0"/>
                  </a:moveTo>
                  <a:cubicBezTo>
                    <a:pt x="49" y="0"/>
                    <a:pt x="33" y="0"/>
                    <a:pt x="33" y="16"/>
                  </a:cubicBezTo>
                  <a:cubicBezTo>
                    <a:pt x="17" y="101"/>
                    <a:pt x="17" y="186"/>
                    <a:pt x="17" y="250"/>
                  </a:cubicBezTo>
                  <a:cubicBezTo>
                    <a:pt x="17" y="335"/>
                    <a:pt x="33" y="420"/>
                    <a:pt x="17" y="505"/>
                  </a:cubicBezTo>
                  <a:cubicBezTo>
                    <a:pt x="1" y="505"/>
                    <a:pt x="17" y="505"/>
                    <a:pt x="17" y="521"/>
                  </a:cubicBezTo>
                  <a:lnTo>
                    <a:pt x="33" y="505"/>
                  </a:lnTo>
                  <a:cubicBezTo>
                    <a:pt x="49" y="420"/>
                    <a:pt x="49" y="335"/>
                    <a:pt x="49" y="250"/>
                  </a:cubicBezTo>
                  <a:cubicBezTo>
                    <a:pt x="49" y="186"/>
                    <a:pt x="49" y="101"/>
                    <a:pt x="69" y="16"/>
                  </a:cubicBezTo>
                  <a:cubicBezTo>
                    <a:pt x="69" y="16"/>
                    <a:pt x="6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1"/>
            <p:cNvSpPr/>
            <p:nvPr/>
          </p:nvSpPr>
          <p:spPr>
            <a:xfrm>
              <a:off x="852932" y="1711664"/>
              <a:ext cx="359656" cy="334328"/>
            </a:xfrm>
            <a:custGeom>
              <a:rect b="b" l="l" r="r" t="t"/>
              <a:pathLst>
                <a:path extrusionOk="0" h="3366" w="3621">
                  <a:moveTo>
                    <a:pt x="3604" y="1"/>
                  </a:moveTo>
                  <a:cubicBezTo>
                    <a:pt x="3588" y="1"/>
                    <a:pt x="3588" y="17"/>
                    <a:pt x="3588" y="33"/>
                  </a:cubicBezTo>
                  <a:cubicBezTo>
                    <a:pt x="3572" y="49"/>
                    <a:pt x="3572" y="49"/>
                    <a:pt x="3556" y="65"/>
                  </a:cubicBezTo>
                  <a:cubicBezTo>
                    <a:pt x="2461" y="655"/>
                    <a:pt x="1467" y="1176"/>
                    <a:pt x="526" y="1701"/>
                  </a:cubicBezTo>
                  <a:cubicBezTo>
                    <a:pt x="490" y="1718"/>
                    <a:pt x="441" y="1750"/>
                    <a:pt x="405" y="1766"/>
                  </a:cubicBezTo>
                  <a:cubicBezTo>
                    <a:pt x="304" y="1819"/>
                    <a:pt x="203" y="1867"/>
                    <a:pt x="102" y="1936"/>
                  </a:cubicBezTo>
                  <a:cubicBezTo>
                    <a:pt x="37" y="1968"/>
                    <a:pt x="21" y="2004"/>
                    <a:pt x="21" y="2069"/>
                  </a:cubicBezTo>
                  <a:lnTo>
                    <a:pt x="21" y="2558"/>
                  </a:lnTo>
                  <a:cubicBezTo>
                    <a:pt x="21" y="2792"/>
                    <a:pt x="1" y="3047"/>
                    <a:pt x="21" y="3281"/>
                  </a:cubicBezTo>
                  <a:lnTo>
                    <a:pt x="21" y="3333"/>
                  </a:lnTo>
                  <a:cubicBezTo>
                    <a:pt x="1" y="3333"/>
                    <a:pt x="1" y="3350"/>
                    <a:pt x="1" y="3350"/>
                  </a:cubicBezTo>
                  <a:lnTo>
                    <a:pt x="1" y="3366"/>
                  </a:lnTo>
                  <a:lnTo>
                    <a:pt x="21" y="3366"/>
                  </a:lnTo>
                  <a:cubicBezTo>
                    <a:pt x="37" y="3350"/>
                    <a:pt x="37" y="3350"/>
                    <a:pt x="37" y="3333"/>
                  </a:cubicBezTo>
                  <a:cubicBezTo>
                    <a:pt x="54" y="3317"/>
                    <a:pt x="54" y="3297"/>
                    <a:pt x="54" y="3281"/>
                  </a:cubicBezTo>
                  <a:cubicBezTo>
                    <a:pt x="37" y="3047"/>
                    <a:pt x="37" y="2792"/>
                    <a:pt x="37" y="2558"/>
                  </a:cubicBezTo>
                  <a:lnTo>
                    <a:pt x="37" y="2069"/>
                  </a:lnTo>
                  <a:cubicBezTo>
                    <a:pt x="37" y="2020"/>
                    <a:pt x="54" y="1984"/>
                    <a:pt x="122" y="1952"/>
                  </a:cubicBezTo>
                  <a:cubicBezTo>
                    <a:pt x="203" y="1903"/>
                    <a:pt x="324" y="1835"/>
                    <a:pt x="425" y="1782"/>
                  </a:cubicBezTo>
                  <a:cubicBezTo>
                    <a:pt x="457" y="1766"/>
                    <a:pt x="490" y="1750"/>
                    <a:pt x="542" y="1718"/>
                  </a:cubicBezTo>
                  <a:cubicBezTo>
                    <a:pt x="1467" y="1213"/>
                    <a:pt x="2461" y="671"/>
                    <a:pt x="3556" y="85"/>
                  </a:cubicBezTo>
                  <a:cubicBezTo>
                    <a:pt x="3588" y="65"/>
                    <a:pt x="3604" y="49"/>
                    <a:pt x="3604" y="33"/>
                  </a:cubicBezTo>
                  <a:cubicBezTo>
                    <a:pt x="3604" y="33"/>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1"/>
            <p:cNvSpPr/>
            <p:nvPr/>
          </p:nvSpPr>
          <p:spPr>
            <a:xfrm>
              <a:off x="794827" y="2151475"/>
              <a:ext cx="4867" cy="91975"/>
            </a:xfrm>
            <a:custGeom>
              <a:rect b="b" l="l" r="r" t="t"/>
              <a:pathLst>
                <a:path extrusionOk="0" h="926" w="49">
                  <a:moveTo>
                    <a:pt x="0" y="0"/>
                  </a:moveTo>
                  <a:lnTo>
                    <a:pt x="0" y="16"/>
                  </a:lnTo>
                  <a:cubicBezTo>
                    <a:pt x="16" y="166"/>
                    <a:pt x="16" y="319"/>
                    <a:pt x="0" y="485"/>
                  </a:cubicBezTo>
                  <a:lnTo>
                    <a:pt x="0" y="772"/>
                  </a:lnTo>
                  <a:lnTo>
                    <a:pt x="0" y="808"/>
                  </a:lnTo>
                  <a:cubicBezTo>
                    <a:pt x="0" y="840"/>
                    <a:pt x="0" y="889"/>
                    <a:pt x="16" y="925"/>
                  </a:cubicBezTo>
                  <a:lnTo>
                    <a:pt x="33" y="925"/>
                  </a:lnTo>
                  <a:cubicBezTo>
                    <a:pt x="49" y="925"/>
                    <a:pt x="49" y="925"/>
                    <a:pt x="49" y="909"/>
                  </a:cubicBezTo>
                  <a:cubicBezTo>
                    <a:pt x="33" y="873"/>
                    <a:pt x="33" y="840"/>
                    <a:pt x="33" y="808"/>
                  </a:cubicBezTo>
                  <a:lnTo>
                    <a:pt x="33" y="772"/>
                  </a:lnTo>
                  <a:lnTo>
                    <a:pt x="33" y="485"/>
                  </a:lnTo>
                  <a:cubicBezTo>
                    <a:pt x="33" y="319"/>
                    <a:pt x="33" y="166"/>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1"/>
            <p:cNvSpPr/>
            <p:nvPr/>
          </p:nvSpPr>
          <p:spPr>
            <a:xfrm>
              <a:off x="751024" y="2336815"/>
              <a:ext cx="5364" cy="87207"/>
            </a:xfrm>
            <a:custGeom>
              <a:rect b="b" l="l" r="r" t="t"/>
              <a:pathLst>
                <a:path extrusionOk="0" h="878" w="54">
                  <a:moveTo>
                    <a:pt x="17" y="0"/>
                  </a:moveTo>
                  <a:lnTo>
                    <a:pt x="1" y="17"/>
                  </a:lnTo>
                  <a:cubicBezTo>
                    <a:pt x="17" y="170"/>
                    <a:pt x="17" y="303"/>
                    <a:pt x="17" y="437"/>
                  </a:cubicBezTo>
                  <a:lnTo>
                    <a:pt x="17" y="691"/>
                  </a:lnTo>
                  <a:lnTo>
                    <a:pt x="17" y="808"/>
                  </a:lnTo>
                  <a:lnTo>
                    <a:pt x="17" y="861"/>
                  </a:lnTo>
                  <a:lnTo>
                    <a:pt x="17" y="877"/>
                  </a:lnTo>
                  <a:cubicBezTo>
                    <a:pt x="37" y="877"/>
                    <a:pt x="37" y="861"/>
                    <a:pt x="37" y="861"/>
                  </a:cubicBezTo>
                  <a:lnTo>
                    <a:pt x="37" y="808"/>
                  </a:lnTo>
                  <a:lnTo>
                    <a:pt x="37" y="691"/>
                  </a:lnTo>
                  <a:lnTo>
                    <a:pt x="37" y="437"/>
                  </a:lnTo>
                  <a:cubicBezTo>
                    <a:pt x="37" y="303"/>
                    <a:pt x="53" y="154"/>
                    <a:pt x="17"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1"/>
            <p:cNvSpPr/>
            <p:nvPr/>
          </p:nvSpPr>
          <p:spPr>
            <a:xfrm>
              <a:off x="1944712" y="2636181"/>
              <a:ext cx="6953" cy="57013"/>
            </a:xfrm>
            <a:custGeom>
              <a:rect b="b" l="l" r="r" t="t"/>
              <a:pathLst>
                <a:path extrusionOk="0" h="574" w="70">
                  <a:moveTo>
                    <a:pt x="53" y="0"/>
                  </a:moveTo>
                  <a:cubicBezTo>
                    <a:pt x="37" y="0"/>
                    <a:pt x="37" y="16"/>
                    <a:pt x="37" y="16"/>
                  </a:cubicBezTo>
                  <a:cubicBezTo>
                    <a:pt x="17" y="101"/>
                    <a:pt x="17" y="202"/>
                    <a:pt x="17" y="287"/>
                  </a:cubicBezTo>
                  <a:cubicBezTo>
                    <a:pt x="17" y="388"/>
                    <a:pt x="17" y="473"/>
                    <a:pt x="1" y="553"/>
                  </a:cubicBezTo>
                  <a:cubicBezTo>
                    <a:pt x="1" y="574"/>
                    <a:pt x="1" y="574"/>
                    <a:pt x="17" y="574"/>
                  </a:cubicBezTo>
                  <a:lnTo>
                    <a:pt x="37" y="574"/>
                  </a:lnTo>
                  <a:cubicBezTo>
                    <a:pt x="53" y="473"/>
                    <a:pt x="53" y="388"/>
                    <a:pt x="53" y="287"/>
                  </a:cubicBezTo>
                  <a:cubicBezTo>
                    <a:pt x="37" y="202"/>
                    <a:pt x="37" y="117"/>
                    <a:pt x="53" y="16"/>
                  </a:cubicBezTo>
                  <a:cubicBezTo>
                    <a:pt x="70" y="16"/>
                    <a:pt x="53" y="16"/>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1"/>
            <p:cNvSpPr/>
            <p:nvPr/>
          </p:nvSpPr>
          <p:spPr>
            <a:xfrm>
              <a:off x="1416701" y="2831553"/>
              <a:ext cx="85221" cy="92372"/>
            </a:xfrm>
            <a:custGeom>
              <a:rect b="b" l="l" r="r" t="t"/>
              <a:pathLst>
                <a:path extrusionOk="0" h="930" w="858">
                  <a:moveTo>
                    <a:pt x="17" y="0"/>
                  </a:moveTo>
                  <a:cubicBezTo>
                    <a:pt x="1" y="0"/>
                    <a:pt x="1" y="0"/>
                    <a:pt x="1" y="21"/>
                  </a:cubicBezTo>
                  <a:lnTo>
                    <a:pt x="17" y="21"/>
                  </a:lnTo>
                  <a:cubicBezTo>
                    <a:pt x="49" y="21"/>
                    <a:pt x="65" y="53"/>
                    <a:pt x="102" y="69"/>
                  </a:cubicBezTo>
                  <a:cubicBezTo>
                    <a:pt x="102" y="69"/>
                    <a:pt x="102" y="85"/>
                    <a:pt x="118" y="85"/>
                  </a:cubicBezTo>
                  <a:cubicBezTo>
                    <a:pt x="251" y="223"/>
                    <a:pt x="384" y="372"/>
                    <a:pt x="506" y="526"/>
                  </a:cubicBezTo>
                  <a:lnTo>
                    <a:pt x="522" y="542"/>
                  </a:lnTo>
                  <a:lnTo>
                    <a:pt x="623" y="643"/>
                  </a:lnTo>
                  <a:cubicBezTo>
                    <a:pt x="708" y="728"/>
                    <a:pt x="788" y="808"/>
                    <a:pt x="825" y="930"/>
                  </a:cubicBezTo>
                  <a:lnTo>
                    <a:pt x="841" y="930"/>
                  </a:lnTo>
                  <a:cubicBezTo>
                    <a:pt x="841" y="930"/>
                    <a:pt x="857" y="930"/>
                    <a:pt x="857" y="909"/>
                  </a:cubicBezTo>
                  <a:cubicBezTo>
                    <a:pt x="825" y="792"/>
                    <a:pt x="724" y="707"/>
                    <a:pt x="639" y="627"/>
                  </a:cubicBezTo>
                  <a:cubicBezTo>
                    <a:pt x="607" y="590"/>
                    <a:pt x="570" y="558"/>
                    <a:pt x="538" y="526"/>
                  </a:cubicBezTo>
                  <a:lnTo>
                    <a:pt x="538" y="505"/>
                  </a:lnTo>
                  <a:cubicBezTo>
                    <a:pt x="405" y="356"/>
                    <a:pt x="267" y="202"/>
                    <a:pt x="134" y="69"/>
                  </a:cubicBezTo>
                  <a:cubicBezTo>
                    <a:pt x="118" y="69"/>
                    <a:pt x="118" y="53"/>
                    <a:pt x="118" y="53"/>
                  </a:cubicBezTo>
                  <a:cubicBezTo>
                    <a:pt x="82" y="21"/>
                    <a:pt x="65"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1"/>
            <p:cNvSpPr/>
            <p:nvPr/>
          </p:nvSpPr>
          <p:spPr>
            <a:xfrm>
              <a:off x="1336446" y="2930282"/>
              <a:ext cx="4966" cy="98729"/>
            </a:xfrm>
            <a:custGeom>
              <a:rect b="b" l="l" r="r" t="t"/>
              <a:pathLst>
                <a:path extrusionOk="0" h="994" w="50">
                  <a:moveTo>
                    <a:pt x="17" y="0"/>
                  </a:moveTo>
                  <a:cubicBezTo>
                    <a:pt x="1" y="0"/>
                    <a:pt x="1" y="16"/>
                    <a:pt x="1" y="16"/>
                  </a:cubicBezTo>
                  <a:cubicBezTo>
                    <a:pt x="17" y="137"/>
                    <a:pt x="17" y="255"/>
                    <a:pt x="17" y="372"/>
                  </a:cubicBezTo>
                  <a:lnTo>
                    <a:pt x="17" y="558"/>
                  </a:lnTo>
                  <a:lnTo>
                    <a:pt x="17" y="844"/>
                  </a:lnTo>
                  <a:lnTo>
                    <a:pt x="17" y="978"/>
                  </a:lnTo>
                  <a:lnTo>
                    <a:pt x="17" y="994"/>
                  </a:lnTo>
                  <a:cubicBezTo>
                    <a:pt x="33" y="994"/>
                    <a:pt x="33" y="978"/>
                    <a:pt x="33" y="978"/>
                  </a:cubicBezTo>
                  <a:lnTo>
                    <a:pt x="33" y="844"/>
                  </a:lnTo>
                  <a:lnTo>
                    <a:pt x="33" y="558"/>
                  </a:lnTo>
                  <a:lnTo>
                    <a:pt x="33" y="372"/>
                  </a:lnTo>
                  <a:cubicBezTo>
                    <a:pt x="33" y="255"/>
                    <a:pt x="49" y="13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1"/>
            <p:cNvSpPr/>
            <p:nvPr/>
          </p:nvSpPr>
          <p:spPr>
            <a:xfrm>
              <a:off x="1815987" y="2443987"/>
              <a:ext cx="5264" cy="61879"/>
            </a:xfrm>
            <a:custGeom>
              <a:rect b="b" l="l" r="r" t="t"/>
              <a:pathLst>
                <a:path extrusionOk="0" h="623" w="53">
                  <a:moveTo>
                    <a:pt x="53" y="0"/>
                  </a:moveTo>
                  <a:cubicBezTo>
                    <a:pt x="37" y="0"/>
                    <a:pt x="37" y="0"/>
                    <a:pt x="37" y="16"/>
                  </a:cubicBezTo>
                  <a:cubicBezTo>
                    <a:pt x="20" y="101"/>
                    <a:pt x="20" y="202"/>
                    <a:pt x="20" y="287"/>
                  </a:cubicBezTo>
                  <a:lnTo>
                    <a:pt x="20" y="469"/>
                  </a:lnTo>
                  <a:lnTo>
                    <a:pt x="20" y="521"/>
                  </a:lnTo>
                  <a:cubicBezTo>
                    <a:pt x="20" y="537"/>
                    <a:pt x="20" y="570"/>
                    <a:pt x="0" y="606"/>
                  </a:cubicBezTo>
                  <a:lnTo>
                    <a:pt x="20" y="622"/>
                  </a:lnTo>
                  <a:lnTo>
                    <a:pt x="37" y="606"/>
                  </a:lnTo>
                  <a:cubicBezTo>
                    <a:pt x="53" y="570"/>
                    <a:pt x="53" y="537"/>
                    <a:pt x="53" y="505"/>
                  </a:cubicBezTo>
                  <a:lnTo>
                    <a:pt x="53" y="469"/>
                  </a:lnTo>
                  <a:lnTo>
                    <a:pt x="53" y="287"/>
                  </a:lnTo>
                  <a:cubicBezTo>
                    <a:pt x="37" y="202"/>
                    <a:pt x="37" y="10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1"/>
            <p:cNvSpPr/>
            <p:nvPr/>
          </p:nvSpPr>
          <p:spPr>
            <a:xfrm>
              <a:off x="1336446" y="2753285"/>
              <a:ext cx="4966" cy="91975"/>
            </a:xfrm>
            <a:custGeom>
              <a:rect b="b" l="l" r="r" t="t"/>
              <a:pathLst>
                <a:path extrusionOk="0" h="926" w="50">
                  <a:moveTo>
                    <a:pt x="17" y="1"/>
                  </a:moveTo>
                  <a:cubicBezTo>
                    <a:pt x="1" y="1"/>
                    <a:pt x="1" y="17"/>
                    <a:pt x="1" y="17"/>
                  </a:cubicBezTo>
                  <a:cubicBezTo>
                    <a:pt x="17" y="150"/>
                    <a:pt x="17" y="304"/>
                    <a:pt x="17" y="437"/>
                  </a:cubicBezTo>
                  <a:cubicBezTo>
                    <a:pt x="17" y="522"/>
                    <a:pt x="1" y="607"/>
                    <a:pt x="17" y="687"/>
                  </a:cubicBezTo>
                  <a:lnTo>
                    <a:pt x="17" y="756"/>
                  </a:lnTo>
                  <a:cubicBezTo>
                    <a:pt x="17" y="809"/>
                    <a:pt x="1" y="857"/>
                    <a:pt x="33" y="910"/>
                  </a:cubicBezTo>
                  <a:lnTo>
                    <a:pt x="33" y="926"/>
                  </a:lnTo>
                  <a:lnTo>
                    <a:pt x="49" y="926"/>
                  </a:lnTo>
                  <a:lnTo>
                    <a:pt x="49" y="910"/>
                  </a:lnTo>
                  <a:cubicBezTo>
                    <a:pt x="33" y="857"/>
                    <a:pt x="33" y="809"/>
                    <a:pt x="33" y="756"/>
                  </a:cubicBezTo>
                  <a:lnTo>
                    <a:pt x="33" y="687"/>
                  </a:lnTo>
                  <a:lnTo>
                    <a:pt x="33" y="437"/>
                  </a:lnTo>
                  <a:cubicBezTo>
                    <a:pt x="33" y="304"/>
                    <a:pt x="49" y="150"/>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1"/>
            <p:cNvSpPr/>
            <p:nvPr/>
          </p:nvSpPr>
          <p:spPr>
            <a:xfrm>
              <a:off x="852932" y="1203318"/>
              <a:ext cx="359656" cy="324296"/>
            </a:xfrm>
            <a:custGeom>
              <a:rect b="b" l="l" r="r" t="t"/>
              <a:pathLst>
                <a:path extrusionOk="0" h="3265" w="3621">
                  <a:moveTo>
                    <a:pt x="3604" y="0"/>
                  </a:moveTo>
                  <a:cubicBezTo>
                    <a:pt x="3471" y="85"/>
                    <a:pt x="3334" y="170"/>
                    <a:pt x="3200" y="255"/>
                  </a:cubicBezTo>
                  <a:cubicBezTo>
                    <a:pt x="2914" y="421"/>
                    <a:pt x="2611" y="606"/>
                    <a:pt x="2324" y="792"/>
                  </a:cubicBezTo>
                  <a:cubicBezTo>
                    <a:pt x="1904" y="1043"/>
                    <a:pt x="1484" y="1313"/>
                    <a:pt x="1063" y="1568"/>
                  </a:cubicBezTo>
                  <a:cubicBezTo>
                    <a:pt x="744" y="1770"/>
                    <a:pt x="441" y="1952"/>
                    <a:pt x="122" y="2154"/>
                  </a:cubicBezTo>
                  <a:cubicBezTo>
                    <a:pt x="54" y="2206"/>
                    <a:pt x="21" y="2238"/>
                    <a:pt x="21" y="2356"/>
                  </a:cubicBezTo>
                  <a:cubicBezTo>
                    <a:pt x="37" y="2525"/>
                    <a:pt x="21" y="2711"/>
                    <a:pt x="21" y="2881"/>
                  </a:cubicBezTo>
                  <a:lnTo>
                    <a:pt x="21" y="3115"/>
                  </a:lnTo>
                  <a:lnTo>
                    <a:pt x="21" y="3131"/>
                  </a:lnTo>
                  <a:cubicBezTo>
                    <a:pt x="21" y="3184"/>
                    <a:pt x="1" y="3216"/>
                    <a:pt x="54" y="3248"/>
                  </a:cubicBezTo>
                  <a:lnTo>
                    <a:pt x="54" y="3264"/>
                  </a:lnTo>
                  <a:lnTo>
                    <a:pt x="70" y="3248"/>
                  </a:lnTo>
                  <a:lnTo>
                    <a:pt x="70" y="3232"/>
                  </a:lnTo>
                  <a:cubicBezTo>
                    <a:pt x="37" y="3216"/>
                    <a:pt x="37" y="3184"/>
                    <a:pt x="37" y="3131"/>
                  </a:cubicBezTo>
                  <a:lnTo>
                    <a:pt x="37" y="3115"/>
                  </a:lnTo>
                  <a:cubicBezTo>
                    <a:pt x="37" y="3030"/>
                    <a:pt x="54" y="2961"/>
                    <a:pt x="54" y="2881"/>
                  </a:cubicBezTo>
                  <a:lnTo>
                    <a:pt x="54" y="2356"/>
                  </a:lnTo>
                  <a:cubicBezTo>
                    <a:pt x="37" y="2255"/>
                    <a:pt x="70" y="2222"/>
                    <a:pt x="138" y="2174"/>
                  </a:cubicBezTo>
                  <a:cubicBezTo>
                    <a:pt x="457" y="1988"/>
                    <a:pt x="760" y="1786"/>
                    <a:pt x="1080" y="1600"/>
                  </a:cubicBezTo>
                  <a:cubicBezTo>
                    <a:pt x="1500" y="1329"/>
                    <a:pt x="1904" y="1079"/>
                    <a:pt x="2324" y="808"/>
                  </a:cubicBezTo>
                  <a:cubicBezTo>
                    <a:pt x="2627" y="622"/>
                    <a:pt x="2930" y="457"/>
                    <a:pt x="3217" y="271"/>
                  </a:cubicBezTo>
                  <a:cubicBezTo>
                    <a:pt x="3354" y="186"/>
                    <a:pt x="3487" y="101"/>
                    <a:pt x="3621" y="33"/>
                  </a:cubicBezTo>
                  <a:lnTo>
                    <a:pt x="3621" y="17"/>
                  </a:lnTo>
                  <a:cubicBezTo>
                    <a:pt x="3621" y="0"/>
                    <a:pt x="3604" y="0"/>
                    <a:pt x="36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1"/>
            <p:cNvSpPr/>
            <p:nvPr/>
          </p:nvSpPr>
          <p:spPr>
            <a:xfrm>
              <a:off x="2024967" y="3573809"/>
              <a:ext cx="6953" cy="50258"/>
            </a:xfrm>
            <a:custGeom>
              <a:rect b="b" l="l" r="r" t="t"/>
              <a:pathLst>
                <a:path extrusionOk="0" h="506" w="70">
                  <a:moveTo>
                    <a:pt x="37" y="1"/>
                  </a:moveTo>
                  <a:cubicBezTo>
                    <a:pt x="17" y="86"/>
                    <a:pt x="17" y="170"/>
                    <a:pt x="17" y="255"/>
                  </a:cubicBezTo>
                  <a:cubicBezTo>
                    <a:pt x="17" y="340"/>
                    <a:pt x="37" y="425"/>
                    <a:pt x="1" y="490"/>
                  </a:cubicBezTo>
                  <a:cubicBezTo>
                    <a:pt x="1" y="506"/>
                    <a:pt x="17" y="506"/>
                    <a:pt x="17" y="506"/>
                  </a:cubicBezTo>
                  <a:lnTo>
                    <a:pt x="37" y="506"/>
                  </a:lnTo>
                  <a:cubicBezTo>
                    <a:pt x="53" y="425"/>
                    <a:pt x="53" y="340"/>
                    <a:pt x="53" y="255"/>
                  </a:cubicBezTo>
                  <a:cubicBezTo>
                    <a:pt x="53" y="170"/>
                    <a:pt x="37" y="86"/>
                    <a:pt x="70" y="21"/>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1"/>
            <p:cNvSpPr/>
            <p:nvPr/>
          </p:nvSpPr>
          <p:spPr>
            <a:xfrm>
              <a:off x="706130" y="2213255"/>
              <a:ext cx="3278" cy="66647"/>
            </a:xfrm>
            <a:custGeom>
              <a:rect b="b" l="l" r="r" t="t"/>
              <a:pathLst>
                <a:path extrusionOk="0" h="671" w="33">
                  <a:moveTo>
                    <a:pt x="17" y="0"/>
                  </a:moveTo>
                  <a:cubicBezTo>
                    <a:pt x="17" y="0"/>
                    <a:pt x="0" y="0"/>
                    <a:pt x="0" y="16"/>
                  </a:cubicBezTo>
                  <a:lnTo>
                    <a:pt x="0" y="655"/>
                  </a:lnTo>
                  <a:cubicBezTo>
                    <a:pt x="0" y="671"/>
                    <a:pt x="17" y="671"/>
                    <a:pt x="17" y="671"/>
                  </a:cubicBezTo>
                  <a:cubicBezTo>
                    <a:pt x="33" y="671"/>
                    <a:pt x="33" y="671"/>
                    <a:pt x="33" y="655"/>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1"/>
            <p:cNvSpPr/>
            <p:nvPr/>
          </p:nvSpPr>
          <p:spPr>
            <a:xfrm>
              <a:off x="794827" y="1663094"/>
              <a:ext cx="6456" cy="55125"/>
            </a:xfrm>
            <a:custGeom>
              <a:rect b="b" l="l" r="r" t="t"/>
              <a:pathLst>
                <a:path extrusionOk="0" h="555" w="65">
                  <a:moveTo>
                    <a:pt x="16" y="1"/>
                  </a:moveTo>
                  <a:lnTo>
                    <a:pt x="16" y="102"/>
                  </a:lnTo>
                  <a:cubicBezTo>
                    <a:pt x="16" y="150"/>
                    <a:pt x="16" y="219"/>
                    <a:pt x="0" y="288"/>
                  </a:cubicBezTo>
                  <a:cubicBezTo>
                    <a:pt x="0" y="389"/>
                    <a:pt x="16" y="473"/>
                    <a:pt x="33" y="554"/>
                  </a:cubicBezTo>
                  <a:lnTo>
                    <a:pt x="49" y="554"/>
                  </a:lnTo>
                  <a:cubicBezTo>
                    <a:pt x="49" y="554"/>
                    <a:pt x="65" y="554"/>
                    <a:pt x="65" y="538"/>
                  </a:cubicBezTo>
                  <a:cubicBezTo>
                    <a:pt x="33" y="473"/>
                    <a:pt x="33" y="389"/>
                    <a:pt x="33" y="288"/>
                  </a:cubicBezTo>
                  <a:cubicBezTo>
                    <a:pt x="33" y="219"/>
                    <a:pt x="33" y="171"/>
                    <a:pt x="49" y="102"/>
                  </a:cubicBezTo>
                  <a:lnTo>
                    <a:pt x="49" y="17"/>
                  </a:lnTo>
                  <a:cubicBezTo>
                    <a:pt x="49"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1"/>
            <p:cNvSpPr/>
            <p:nvPr/>
          </p:nvSpPr>
          <p:spPr>
            <a:xfrm>
              <a:off x="1815987" y="2121379"/>
              <a:ext cx="5264" cy="61879"/>
            </a:xfrm>
            <a:custGeom>
              <a:rect b="b" l="l" r="r" t="t"/>
              <a:pathLst>
                <a:path extrusionOk="0" h="623" w="53">
                  <a:moveTo>
                    <a:pt x="53" y="0"/>
                  </a:moveTo>
                  <a:cubicBezTo>
                    <a:pt x="37" y="0"/>
                    <a:pt x="37" y="0"/>
                    <a:pt x="37" y="16"/>
                  </a:cubicBezTo>
                  <a:cubicBezTo>
                    <a:pt x="20" y="101"/>
                    <a:pt x="20" y="202"/>
                    <a:pt x="20" y="303"/>
                  </a:cubicBezTo>
                  <a:lnTo>
                    <a:pt x="20" y="469"/>
                  </a:lnTo>
                  <a:lnTo>
                    <a:pt x="20" y="521"/>
                  </a:lnTo>
                  <a:cubicBezTo>
                    <a:pt x="20" y="554"/>
                    <a:pt x="20" y="570"/>
                    <a:pt x="0" y="606"/>
                  </a:cubicBezTo>
                  <a:cubicBezTo>
                    <a:pt x="0" y="606"/>
                    <a:pt x="0" y="622"/>
                    <a:pt x="20" y="622"/>
                  </a:cubicBezTo>
                  <a:lnTo>
                    <a:pt x="37" y="622"/>
                  </a:lnTo>
                  <a:cubicBezTo>
                    <a:pt x="53" y="586"/>
                    <a:pt x="53" y="554"/>
                    <a:pt x="53" y="521"/>
                  </a:cubicBezTo>
                  <a:lnTo>
                    <a:pt x="53" y="469"/>
                  </a:lnTo>
                  <a:lnTo>
                    <a:pt x="53" y="303"/>
                  </a:lnTo>
                  <a:cubicBezTo>
                    <a:pt x="37" y="202"/>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1"/>
            <p:cNvSpPr/>
            <p:nvPr/>
          </p:nvSpPr>
          <p:spPr>
            <a:xfrm>
              <a:off x="1527051" y="2657834"/>
              <a:ext cx="192293" cy="336314"/>
            </a:xfrm>
            <a:custGeom>
              <a:rect b="b" l="l" r="r" t="t"/>
              <a:pathLst>
                <a:path extrusionOk="0" h="3386" w="1936">
                  <a:moveTo>
                    <a:pt x="17" y="0"/>
                  </a:moveTo>
                  <a:cubicBezTo>
                    <a:pt x="17" y="0"/>
                    <a:pt x="1" y="0"/>
                    <a:pt x="1" y="16"/>
                  </a:cubicBezTo>
                  <a:lnTo>
                    <a:pt x="1" y="33"/>
                  </a:lnTo>
                  <a:cubicBezTo>
                    <a:pt x="49" y="69"/>
                    <a:pt x="102" y="117"/>
                    <a:pt x="134" y="170"/>
                  </a:cubicBezTo>
                  <a:cubicBezTo>
                    <a:pt x="687" y="840"/>
                    <a:pt x="1261" y="1531"/>
                    <a:pt x="1818" y="2206"/>
                  </a:cubicBezTo>
                  <a:cubicBezTo>
                    <a:pt x="1883" y="2291"/>
                    <a:pt x="1899" y="2376"/>
                    <a:pt x="1899" y="2456"/>
                  </a:cubicBezTo>
                  <a:lnTo>
                    <a:pt x="1899" y="3030"/>
                  </a:lnTo>
                  <a:lnTo>
                    <a:pt x="1899" y="3216"/>
                  </a:lnTo>
                  <a:lnTo>
                    <a:pt x="1899" y="3232"/>
                  </a:lnTo>
                  <a:cubicBezTo>
                    <a:pt x="1899" y="3284"/>
                    <a:pt x="1899" y="3317"/>
                    <a:pt x="1883" y="3365"/>
                  </a:cubicBezTo>
                  <a:cubicBezTo>
                    <a:pt x="1867" y="3365"/>
                    <a:pt x="1867" y="3385"/>
                    <a:pt x="1883" y="3385"/>
                  </a:cubicBezTo>
                  <a:lnTo>
                    <a:pt x="1899" y="3385"/>
                  </a:lnTo>
                  <a:cubicBezTo>
                    <a:pt x="1936" y="3333"/>
                    <a:pt x="1936" y="3284"/>
                    <a:pt x="1936" y="3232"/>
                  </a:cubicBezTo>
                  <a:lnTo>
                    <a:pt x="1936" y="3216"/>
                  </a:lnTo>
                  <a:lnTo>
                    <a:pt x="1936" y="3014"/>
                  </a:lnTo>
                  <a:cubicBezTo>
                    <a:pt x="1919" y="2844"/>
                    <a:pt x="1919" y="2642"/>
                    <a:pt x="1936" y="2456"/>
                  </a:cubicBezTo>
                  <a:cubicBezTo>
                    <a:pt x="1936" y="2355"/>
                    <a:pt x="1899" y="2275"/>
                    <a:pt x="1835" y="2190"/>
                  </a:cubicBezTo>
                  <a:cubicBezTo>
                    <a:pt x="1277" y="1515"/>
                    <a:pt x="708" y="824"/>
                    <a:pt x="150" y="134"/>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1"/>
            <p:cNvSpPr/>
            <p:nvPr/>
          </p:nvSpPr>
          <p:spPr>
            <a:xfrm>
              <a:off x="1923059" y="2242655"/>
              <a:ext cx="147398" cy="360252"/>
            </a:xfrm>
            <a:custGeom>
              <a:rect b="b" l="l" r="r" t="t"/>
              <a:pathLst>
                <a:path extrusionOk="0" h="3627" w="1484">
                  <a:moveTo>
                    <a:pt x="12" y="0"/>
                  </a:moveTo>
                  <a:cubicBezTo>
                    <a:pt x="10" y="0"/>
                    <a:pt x="6" y="2"/>
                    <a:pt x="1" y="7"/>
                  </a:cubicBezTo>
                  <a:cubicBezTo>
                    <a:pt x="69" y="225"/>
                    <a:pt x="187" y="411"/>
                    <a:pt x="304" y="597"/>
                  </a:cubicBezTo>
                  <a:cubicBezTo>
                    <a:pt x="356" y="678"/>
                    <a:pt x="421" y="763"/>
                    <a:pt x="473" y="847"/>
                  </a:cubicBezTo>
                  <a:cubicBezTo>
                    <a:pt x="724" y="1284"/>
                    <a:pt x="995" y="1724"/>
                    <a:pt x="1245" y="2144"/>
                  </a:cubicBezTo>
                  <a:lnTo>
                    <a:pt x="1399" y="2395"/>
                  </a:lnTo>
                  <a:cubicBezTo>
                    <a:pt x="1415" y="2431"/>
                    <a:pt x="1431" y="2447"/>
                    <a:pt x="1431" y="2479"/>
                  </a:cubicBezTo>
                  <a:lnTo>
                    <a:pt x="1431" y="2698"/>
                  </a:lnTo>
                  <a:cubicBezTo>
                    <a:pt x="1431" y="2883"/>
                    <a:pt x="1431" y="3069"/>
                    <a:pt x="1415" y="3255"/>
                  </a:cubicBezTo>
                  <a:cubicBezTo>
                    <a:pt x="1415" y="3356"/>
                    <a:pt x="1415" y="3473"/>
                    <a:pt x="1447" y="3607"/>
                  </a:cubicBezTo>
                  <a:lnTo>
                    <a:pt x="1467" y="3627"/>
                  </a:lnTo>
                  <a:lnTo>
                    <a:pt x="1483" y="3607"/>
                  </a:lnTo>
                  <a:cubicBezTo>
                    <a:pt x="1447" y="3473"/>
                    <a:pt x="1431" y="3356"/>
                    <a:pt x="1447" y="3255"/>
                  </a:cubicBezTo>
                  <a:cubicBezTo>
                    <a:pt x="1467" y="3069"/>
                    <a:pt x="1467" y="2883"/>
                    <a:pt x="1447" y="2698"/>
                  </a:cubicBezTo>
                  <a:lnTo>
                    <a:pt x="1447" y="2479"/>
                  </a:lnTo>
                  <a:cubicBezTo>
                    <a:pt x="1447" y="2447"/>
                    <a:pt x="1447" y="2415"/>
                    <a:pt x="1431" y="2379"/>
                  </a:cubicBezTo>
                  <a:lnTo>
                    <a:pt x="1281" y="2128"/>
                  </a:lnTo>
                  <a:cubicBezTo>
                    <a:pt x="1011" y="1708"/>
                    <a:pt x="740" y="1268"/>
                    <a:pt x="490" y="847"/>
                  </a:cubicBezTo>
                  <a:cubicBezTo>
                    <a:pt x="437" y="746"/>
                    <a:pt x="389" y="662"/>
                    <a:pt x="320" y="577"/>
                  </a:cubicBezTo>
                  <a:cubicBezTo>
                    <a:pt x="203" y="395"/>
                    <a:pt x="86" y="209"/>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1"/>
            <p:cNvSpPr/>
            <p:nvPr/>
          </p:nvSpPr>
          <p:spPr>
            <a:xfrm>
              <a:off x="1185969" y="2472394"/>
              <a:ext cx="4966" cy="85221"/>
            </a:xfrm>
            <a:custGeom>
              <a:rect b="b" l="l" r="r" t="t"/>
              <a:pathLst>
                <a:path extrusionOk="0" h="858" w="50">
                  <a:moveTo>
                    <a:pt x="17" y="1"/>
                  </a:moveTo>
                  <a:cubicBezTo>
                    <a:pt x="1" y="1"/>
                    <a:pt x="1" y="1"/>
                    <a:pt x="1" y="17"/>
                  </a:cubicBezTo>
                  <a:cubicBezTo>
                    <a:pt x="17" y="150"/>
                    <a:pt x="17" y="304"/>
                    <a:pt x="17" y="437"/>
                  </a:cubicBezTo>
                  <a:lnTo>
                    <a:pt x="17" y="688"/>
                  </a:lnTo>
                  <a:lnTo>
                    <a:pt x="17" y="740"/>
                  </a:lnTo>
                  <a:cubicBezTo>
                    <a:pt x="17" y="772"/>
                    <a:pt x="17" y="809"/>
                    <a:pt x="33" y="857"/>
                  </a:cubicBezTo>
                  <a:lnTo>
                    <a:pt x="49" y="857"/>
                  </a:lnTo>
                  <a:lnTo>
                    <a:pt x="49" y="841"/>
                  </a:lnTo>
                  <a:cubicBezTo>
                    <a:pt x="33" y="809"/>
                    <a:pt x="33" y="772"/>
                    <a:pt x="33" y="740"/>
                  </a:cubicBezTo>
                  <a:lnTo>
                    <a:pt x="33" y="688"/>
                  </a:lnTo>
                  <a:lnTo>
                    <a:pt x="33" y="437"/>
                  </a:lnTo>
                  <a:cubicBezTo>
                    <a:pt x="33" y="304"/>
                    <a:pt x="49" y="150"/>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1"/>
            <p:cNvSpPr/>
            <p:nvPr/>
          </p:nvSpPr>
          <p:spPr>
            <a:xfrm>
              <a:off x="1794334" y="3477166"/>
              <a:ext cx="5264" cy="60290"/>
            </a:xfrm>
            <a:custGeom>
              <a:rect b="b" l="l" r="r" t="t"/>
              <a:pathLst>
                <a:path extrusionOk="0" h="607" w="53">
                  <a:moveTo>
                    <a:pt x="36" y="0"/>
                  </a:moveTo>
                  <a:cubicBezTo>
                    <a:pt x="36" y="0"/>
                    <a:pt x="16" y="0"/>
                    <a:pt x="16" y="16"/>
                  </a:cubicBezTo>
                  <a:lnTo>
                    <a:pt x="16" y="235"/>
                  </a:lnTo>
                  <a:cubicBezTo>
                    <a:pt x="16" y="352"/>
                    <a:pt x="16" y="469"/>
                    <a:pt x="0" y="590"/>
                  </a:cubicBezTo>
                  <a:cubicBezTo>
                    <a:pt x="0" y="606"/>
                    <a:pt x="16" y="606"/>
                    <a:pt x="16" y="606"/>
                  </a:cubicBezTo>
                  <a:cubicBezTo>
                    <a:pt x="36" y="606"/>
                    <a:pt x="36" y="606"/>
                    <a:pt x="36" y="590"/>
                  </a:cubicBezTo>
                  <a:cubicBezTo>
                    <a:pt x="53" y="469"/>
                    <a:pt x="53" y="352"/>
                    <a:pt x="53" y="235"/>
                  </a:cubicBezTo>
                  <a:lnTo>
                    <a:pt x="53" y="16"/>
                  </a:lnTo>
                  <a:cubicBezTo>
                    <a:pt x="53" y="0"/>
                    <a:pt x="36"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1"/>
            <p:cNvSpPr/>
            <p:nvPr/>
          </p:nvSpPr>
          <p:spPr>
            <a:xfrm>
              <a:off x="1521886" y="3366816"/>
              <a:ext cx="190605" cy="257252"/>
            </a:xfrm>
            <a:custGeom>
              <a:rect b="b" l="l" r="r" t="t"/>
              <a:pathLst>
                <a:path extrusionOk="0" h="2590" w="1919">
                  <a:moveTo>
                    <a:pt x="32" y="0"/>
                  </a:moveTo>
                  <a:cubicBezTo>
                    <a:pt x="32" y="0"/>
                    <a:pt x="16" y="0"/>
                    <a:pt x="16" y="16"/>
                  </a:cubicBezTo>
                  <a:cubicBezTo>
                    <a:pt x="0" y="186"/>
                    <a:pt x="0" y="368"/>
                    <a:pt x="0" y="538"/>
                  </a:cubicBezTo>
                  <a:cubicBezTo>
                    <a:pt x="16" y="639"/>
                    <a:pt x="16" y="740"/>
                    <a:pt x="0" y="857"/>
                  </a:cubicBezTo>
                  <a:cubicBezTo>
                    <a:pt x="0" y="893"/>
                    <a:pt x="32" y="909"/>
                    <a:pt x="53" y="942"/>
                  </a:cubicBezTo>
                  <a:lnTo>
                    <a:pt x="69" y="942"/>
                  </a:lnTo>
                  <a:cubicBezTo>
                    <a:pt x="218" y="1075"/>
                    <a:pt x="356" y="1212"/>
                    <a:pt x="505" y="1346"/>
                  </a:cubicBezTo>
                  <a:cubicBezTo>
                    <a:pt x="909" y="1717"/>
                    <a:pt x="1313" y="2105"/>
                    <a:pt x="1733" y="2456"/>
                  </a:cubicBezTo>
                  <a:cubicBezTo>
                    <a:pt x="1749" y="2473"/>
                    <a:pt x="1769" y="2489"/>
                    <a:pt x="1786" y="2509"/>
                  </a:cubicBezTo>
                  <a:cubicBezTo>
                    <a:pt x="1818" y="2541"/>
                    <a:pt x="1850" y="2590"/>
                    <a:pt x="1919" y="2590"/>
                  </a:cubicBezTo>
                  <a:lnTo>
                    <a:pt x="1919" y="2574"/>
                  </a:lnTo>
                  <a:cubicBezTo>
                    <a:pt x="1850" y="2574"/>
                    <a:pt x="1834" y="2541"/>
                    <a:pt x="1802" y="2489"/>
                  </a:cubicBezTo>
                  <a:cubicBezTo>
                    <a:pt x="1786" y="2473"/>
                    <a:pt x="1786" y="2456"/>
                    <a:pt x="1749" y="2440"/>
                  </a:cubicBezTo>
                  <a:cubicBezTo>
                    <a:pt x="1329" y="2085"/>
                    <a:pt x="925" y="1701"/>
                    <a:pt x="521" y="1329"/>
                  </a:cubicBezTo>
                  <a:cubicBezTo>
                    <a:pt x="372" y="1196"/>
                    <a:pt x="234" y="1059"/>
                    <a:pt x="85" y="925"/>
                  </a:cubicBezTo>
                  <a:lnTo>
                    <a:pt x="69" y="909"/>
                  </a:lnTo>
                  <a:cubicBezTo>
                    <a:pt x="53" y="893"/>
                    <a:pt x="32" y="873"/>
                    <a:pt x="32" y="857"/>
                  </a:cubicBezTo>
                  <a:lnTo>
                    <a:pt x="32" y="538"/>
                  </a:lnTo>
                  <a:cubicBezTo>
                    <a:pt x="32" y="368"/>
                    <a:pt x="32" y="186"/>
                    <a:pt x="53" y="16"/>
                  </a:cubicBezTo>
                  <a:cubicBezTo>
                    <a:pt x="53" y="16"/>
                    <a:pt x="53"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1"/>
            <p:cNvSpPr/>
            <p:nvPr/>
          </p:nvSpPr>
          <p:spPr>
            <a:xfrm>
              <a:off x="869817" y="2805033"/>
              <a:ext cx="334328" cy="225666"/>
            </a:xfrm>
            <a:custGeom>
              <a:rect b="b" l="l" r="r" t="t"/>
              <a:pathLst>
                <a:path extrusionOk="0" h="2272" w="3366">
                  <a:moveTo>
                    <a:pt x="3350" y="1"/>
                  </a:moveTo>
                  <a:cubicBezTo>
                    <a:pt x="3216" y="33"/>
                    <a:pt x="3083" y="86"/>
                    <a:pt x="2946" y="134"/>
                  </a:cubicBezTo>
                  <a:cubicBezTo>
                    <a:pt x="2881" y="166"/>
                    <a:pt x="2828" y="187"/>
                    <a:pt x="2760" y="219"/>
                  </a:cubicBezTo>
                  <a:cubicBezTo>
                    <a:pt x="2493" y="320"/>
                    <a:pt x="2222" y="421"/>
                    <a:pt x="1972" y="538"/>
                  </a:cubicBezTo>
                  <a:cubicBezTo>
                    <a:pt x="1851" y="570"/>
                    <a:pt x="1750" y="623"/>
                    <a:pt x="1649" y="655"/>
                  </a:cubicBezTo>
                  <a:cubicBezTo>
                    <a:pt x="1516" y="708"/>
                    <a:pt x="1398" y="756"/>
                    <a:pt x="1265" y="809"/>
                  </a:cubicBezTo>
                  <a:cubicBezTo>
                    <a:pt x="1063" y="894"/>
                    <a:pt x="861" y="974"/>
                    <a:pt x="639" y="1059"/>
                  </a:cubicBezTo>
                  <a:cubicBezTo>
                    <a:pt x="473" y="1128"/>
                    <a:pt x="320" y="1197"/>
                    <a:pt x="154" y="1245"/>
                  </a:cubicBezTo>
                  <a:cubicBezTo>
                    <a:pt x="33" y="1277"/>
                    <a:pt x="1" y="1346"/>
                    <a:pt x="1" y="1447"/>
                  </a:cubicBezTo>
                  <a:lnTo>
                    <a:pt x="1" y="1903"/>
                  </a:lnTo>
                  <a:lnTo>
                    <a:pt x="1" y="2122"/>
                  </a:lnTo>
                  <a:lnTo>
                    <a:pt x="1" y="2138"/>
                  </a:lnTo>
                  <a:cubicBezTo>
                    <a:pt x="1" y="2186"/>
                    <a:pt x="1" y="2223"/>
                    <a:pt x="33" y="2255"/>
                  </a:cubicBezTo>
                  <a:lnTo>
                    <a:pt x="53" y="2271"/>
                  </a:lnTo>
                  <a:lnTo>
                    <a:pt x="53" y="2255"/>
                  </a:lnTo>
                  <a:lnTo>
                    <a:pt x="53" y="2239"/>
                  </a:lnTo>
                  <a:cubicBezTo>
                    <a:pt x="33" y="2223"/>
                    <a:pt x="33" y="2186"/>
                    <a:pt x="33" y="2138"/>
                  </a:cubicBezTo>
                  <a:lnTo>
                    <a:pt x="33" y="2122"/>
                  </a:lnTo>
                  <a:lnTo>
                    <a:pt x="33" y="1903"/>
                  </a:lnTo>
                  <a:lnTo>
                    <a:pt x="33" y="1447"/>
                  </a:lnTo>
                  <a:cubicBezTo>
                    <a:pt x="33" y="1346"/>
                    <a:pt x="53" y="1314"/>
                    <a:pt x="154" y="1277"/>
                  </a:cubicBezTo>
                  <a:cubicBezTo>
                    <a:pt x="320" y="1229"/>
                    <a:pt x="489" y="1160"/>
                    <a:pt x="659" y="1096"/>
                  </a:cubicBezTo>
                  <a:lnTo>
                    <a:pt x="659" y="1075"/>
                  </a:lnTo>
                  <a:cubicBezTo>
                    <a:pt x="861" y="995"/>
                    <a:pt x="1079" y="926"/>
                    <a:pt x="1281" y="841"/>
                  </a:cubicBezTo>
                  <a:cubicBezTo>
                    <a:pt x="1398" y="793"/>
                    <a:pt x="1532" y="740"/>
                    <a:pt x="1669" y="692"/>
                  </a:cubicBezTo>
                  <a:cubicBezTo>
                    <a:pt x="1770" y="639"/>
                    <a:pt x="1871" y="607"/>
                    <a:pt x="1972" y="554"/>
                  </a:cubicBezTo>
                  <a:cubicBezTo>
                    <a:pt x="2239" y="453"/>
                    <a:pt x="2509" y="336"/>
                    <a:pt x="2760" y="235"/>
                  </a:cubicBezTo>
                  <a:cubicBezTo>
                    <a:pt x="2828" y="219"/>
                    <a:pt x="2897" y="187"/>
                    <a:pt x="2946" y="166"/>
                  </a:cubicBezTo>
                  <a:cubicBezTo>
                    <a:pt x="3083" y="102"/>
                    <a:pt x="3216" y="49"/>
                    <a:pt x="3366" y="17"/>
                  </a:cubicBezTo>
                  <a:lnTo>
                    <a:pt x="3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1"/>
            <p:cNvSpPr/>
            <p:nvPr/>
          </p:nvSpPr>
          <p:spPr>
            <a:xfrm>
              <a:off x="1183982" y="2985606"/>
              <a:ext cx="5364" cy="98828"/>
            </a:xfrm>
            <a:custGeom>
              <a:rect b="b" l="l" r="r" t="t"/>
              <a:pathLst>
                <a:path extrusionOk="0" h="995" w="54">
                  <a:moveTo>
                    <a:pt x="21" y="1"/>
                  </a:moveTo>
                  <a:cubicBezTo>
                    <a:pt x="21" y="1"/>
                    <a:pt x="1" y="1"/>
                    <a:pt x="1" y="17"/>
                  </a:cubicBezTo>
                  <a:lnTo>
                    <a:pt x="1" y="219"/>
                  </a:lnTo>
                  <a:lnTo>
                    <a:pt x="1" y="841"/>
                  </a:lnTo>
                  <a:lnTo>
                    <a:pt x="1" y="873"/>
                  </a:lnTo>
                  <a:cubicBezTo>
                    <a:pt x="1" y="910"/>
                    <a:pt x="1" y="942"/>
                    <a:pt x="21" y="974"/>
                  </a:cubicBezTo>
                  <a:lnTo>
                    <a:pt x="37" y="994"/>
                  </a:lnTo>
                  <a:cubicBezTo>
                    <a:pt x="37" y="974"/>
                    <a:pt x="53" y="974"/>
                    <a:pt x="37" y="974"/>
                  </a:cubicBezTo>
                  <a:lnTo>
                    <a:pt x="37" y="873"/>
                  </a:lnTo>
                  <a:lnTo>
                    <a:pt x="37" y="841"/>
                  </a:lnTo>
                  <a:lnTo>
                    <a:pt x="37" y="219"/>
                  </a:lnTo>
                  <a:lnTo>
                    <a:pt x="37" y="17"/>
                  </a:ln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1"/>
            <p:cNvSpPr/>
            <p:nvPr/>
          </p:nvSpPr>
          <p:spPr>
            <a:xfrm>
              <a:off x="1613761" y="3460280"/>
              <a:ext cx="3675" cy="67144"/>
            </a:xfrm>
            <a:custGeom>
              <a:rect b="b" l="l" r="r" t="t"/>
              <a:pathLst>
                <a:path extrusionOk="0" h="676" w="37">
                  <a:moveTo>
                    <a:pt x="16" y="1"/>
                  </a:moveTo>
                  <a:cubicBezTo>
                    <a:pt x="0" y="1"/>
                    <a:pt x="0" y="17"/>
                    <a:pt x="0" y="17"/>
                  </a:cubicBezTo>
                  <a:lnTo>
                    <a:pt x="0" y="675"/>
                  </a:lnTo>
                  <a:lnTo>
                    <a:pt x="37" y="675"/>
                  </a:lnTo>
                  <a:lnTo>
                    <a:pt x="37"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1"/>
            <p:cNvSpPr/>
            <p:nvPr/>
          </p:nvSpPr>
          <p:spPr>
            <a:xfrm>
              <a:off x="1411536" y="3363141"/>
              <a:ext cx="6853" cy="55523"/>
            </a:xfrm>
            <a:custGeom>
              <a:rect b="b" l="l" r="r" t="t"/>
              <a:pathLst>
                <a:path extrusionOk="0" h="559" w="69">
                  <a:moveTo>
                    <a:pt x="33" y="1"/>
                  </a:moveTo>
                  <a:cubicBezTo>
                    <a:pt x="16" y="86"/>
                    <a:pt x="16" y="171"/>
                    <a:pt x="16" y="255"/>
                  </a:cubicBezTo>
                  <a:cubicBezTo>
                    <a:pt x="16" y="304"/>
                    <a:pt x="33" y="356"/>
                    <a:pt x="16" y="405"/>
                  </a:cubicBezTo>
                  <a:lnTo>
                    <a:pt x="16" y="441"/>
                  </a:lnTo>
                  <a:cubicBezTo>
                    <a:pt x="16" y="474"/>
                    <a:pt x="33" y="506"/>
                    <a:pt x="0" y="542"/>
                  </a:cubicBezTo>
                  <a:cubicBezTo>
                    <a:pt x="0" y="558"/>
                    <a:pt x="0" y="558"/>
                    <a:pt x="16" y="558"/>
                  </a:cubicBezTo>
                  <a:lnTo>
                    <a:pt x="33" y="558"/>
                  </a:lnTo>
                  <a:cubicBezTo>
                    <a:pt x="53" y="526"/>
                    <a:pt x="53" y="474"/>
                    <a:pt x="53" y="441"/>
                  </a:cubicBezTo>
                  <a:lnTo>
                    <a:pt x="53" y="405"/>
                  </a:lnTo>
                  <a:lnTo>
                    <a:pt x="53" y="255"/>
                  </a:lnTo>
                  <a:cubicBezTo>
                    <a:pt x="53" y="171"/>
                    <a:pt x="5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1"/>
            <p:cNvSpPr/>
            <p:nvPr/>
          </p:nvSpPr>
          <p:spPr>
            <a:xfrm>
              <a:off x="1841216" y="2935447"/>
              <a:ext cx="4966" cy="50258"/>
            </a:xfrm>
            <a:custGeom>
              <a:rect b="b" l="l" r="r" t="t"/>
              <a:pathLst>
                <a:path extrusionOk="0" h="506" w="50">
                  <a:moveTo>
                    <a:pt x="17" y="1"/>
                  </a:moveTo>
                  <a:cubicBezTo>
                    <a:pt x="1" y="85"/>
                    <a:pt x="1" y="166"/>
                    <a:pt x="1" y="251"/>
                  </a:cubicBezTo>
                  <a:cubicBezTo>
                    <a:pt x="17" y="336"/>
                    <a:pt x="17" y="405"/>
                    <a:pt x="1" y="489"/>
                  </a:cubicBezTo>
                  <a:lnTo>
                    <a:pt x="1" y="506"/>
                  </a:lnTo>
                  <a:lnTo>
                    <a:pt x="17" y="506"/>
                  </a:lnTo>
                  <a:cubicBezTo>
                    <a:pt x="33" y="421"/>
                    <a:pt x="33" y="336"/>
                    <a:pt x="33" y="251"/>
                  </a:cubicBezTo>
                  <a:cubicBezTo>
                    <a:pt x="33" y="166"/>
                    <a:pt x="33" y="85"/>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1"/>
            <p:cNvSpPr/>
            <p:nvPr/>
          </p:nvSpPr>
          <p:spPr>
            <a:xfrm>
              <a:off x="1384619" y="2031093"/>
              <a:ext cx="3675" cy="91975"/>
            </a:xfrm>
            <a:custGeom>
              <a:rect b="b" l="l" r="r" t="t"/>
              <a:pathLst>
                <a:path extrusionOk="0" h="926" w="37">
                  <a:moveTo>
                    <a:pt x="1" y="0"/>
                  </a:moveTo>
                  <a:lnTo>
                    <a:pt x="1" y="16"/>
                  </a:lnTo>
                  <a:cubicBezTo>
                    <a:pt x="21" y="150"/>
                    <a:pt x="21" y="283"/>
                    <a:pt x="21" y="404"/>
                  </a:cubicBezTo>
                  <a:cubicBezTo>
                    <a:pt x="1" y="485"/>
                    <a:pt x="1" y="554"/>
                    <a:pt x="21" y="622"/>
                  </a:cubicBezTo>
                  <a:lnTo>
                    <a:pt x="21" y="824"/>
                  </a:lnTo>
                  <a:lnTo>
                    <a:pt x="21" y="909"/>
                  </a:lnTo>
                  <a:lnTo>
                    <a:pt x="21" y="925"/>
                  </a:lnTo>
                  <a:cubicBezTo>
                    <a:pt x="37" y="925"/>
                    <a:pt x="37" y="925"/>
                    <a:pt x="37" y="909"/>
                  </a:cubicBezTo>
                  <a:lnTo>
                    <a:pt x="37" y="824"/>
                  </a:lnTo>
                  <a:lnTo>
                    <a:pt x="37" y="622"/>
                  </a:lnTo>
                  <a:lnTo>
                    <a:pt x="37" y="420"/>
                  </a:lnTo>
                  <a:cubicBezTo>
                    <a:pt x="37" y="283"/>
                    <a:pt x="37" y="150"/>
                    <a:pt x="21" y="16"/>
                  </a:cubicBezTo>
                  <a:cubicBezTo>
                    <a:pt x="21" y="16"/>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1"/>
            <p:cNvSpPr/>
            <p:nvPr/>
          </p:nvSpPr>
          <p:spPr>
            <a:xfrm>
              <a:off x="1444810" y="1521059"/>
              <a:ext cx="2086" cy="61879"/>
            </a:xfrm>
            <a:custGeom>
              <a:rect b="b" l="l" r="r" t="t"/>
              <a:pathLst>
                <a:path extrusionOk="0" h="623" w="21">
                  <a:moveTo>
                    <a:pt x="1" y="1"/>
                  </a:moveTo>
                  <a:lnTo>
                    <a:pt x="1" y="607"/>
                  </a:lnTo>
                  <a:cubicBezTo>
                    <a:pt x="1" y="607"/>
                    <a:pt x="1" y="623"/>
                    <a:pt x="21" y="623"/>
                  </a:cubicBezTo>
                  <a:lnTo>
                    <a:pt x="21" y="607"/>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1"/>
            <p:cNvSpPr/>
            <p:nvPr/>
          </p:nvSpPr>
          <p:spPr>
            <a:xfrm>
              <a:off x="1740897" y="2133000"/>
              <a:ext cx="162198" cy="344360"/>
            </a:xfrm>
            <a:custGeom>
              <a:rect b="b" l="l" r="r" t="t"/>
              <a:pathLst>
                <a:path extrusionOk="0" h="3467" w="1633">
                  <a:moveTo>
                    <a:pt x="69" y="0"/>
                  </a:moveTo>
                  <a:cubicBezTo>
                    <a:pt x="49" y="0"/>
                    <a:pt x="49" y="16"/>
                    <a:pt x="49" y="16"/>
                  </a:cubicBezTo>
                  <a:cubicBezTo>
                    <a:pt x="1" y="150"/>
                    <a:pt x="17" y="267"/>
                    <a:pt x="118" y="404"/>
                  </a:cubicBezTo>
                  <a:cubicBezTo>
                    <a:pt x="251" y="590"/>
                    <a:pt x="389" y="792"/>
                    <a:pt x="506" y="994"/>
                  </a:cubicBezTo>
                  <a:cubicBezTo>
                    <a:pt x="554" y="1075"/>
                    <a:pt x="623" y="1160"/>
                    <a:pt x="675" y="1245"/>
                  </a:cubicBezTo>
                  <a:lnTo>
                    <a:pt x="825" y="1499"/>
                  </a:lnTo>
                  <a:cubicBezTo>
                    <a:pt x="1027" y="1782"/>
                    <a:pt x="1213" y="2069"/>
                    <a:pt x="1399" y="2372"/>
                  </a:cubicBezTo>
                  <a:cubicBezTo>
                    <a:pt x="1431" y="2424"/>
                    <a:pt x="1447" y="2456"/>
                    <a:pt x="1431" y="2525"/>
                  </a:cubicBezTo>
                  <a:lnTo>
                    <a:pt x="1431" y="2812"/>
                  </a:lnTo>
                  <a:cubicBezTo>
                    <a:pt x="1431" y="2913"/>
                    <a:pt x="1431" y="3030"/>
                    <a:pt x="1415" y="3147"/>
                  </a:cubicBezTo>
                  <a:cubicBezTo>
                    <a:pt x="1399" y="3264"/>
                    <a:pt x="1483" y="3398"/>
                    <a:pt x="1617" y="3466"/>
                  </a:cubicBezTo>
                  <a:lnTo>
                    <a:pt x="1633" y="3466"/>
                  </a:lnTo>
                  <a:lnTo>
                    <a:pt x="1633" y="3450"/>
                  </a:lnTo>
                  <a:lnTo>
                    <a:pt x="1633" y="3434"/>
                  </a:lnTo>
                  <a:cubicBezTo>
                    <a:pt x="1516" y="3382"/>
                    <a:pt x="1431" y="3264"/>
                    <a:pt x="1447" y="3147"/>
                  </a:cubicBezTo>
                  <a:cubicBezTo>
                    <a:pt x="1463" y="3030"/>
                    <a:pt x="1463" y="2913"/>
                    <a:pt x="1463" y="2812"/>
                  </a:cubicBezTo>
                  <a:cubicBezTo>
                    <a:pt x="1463" y="2711"/>
                    <a:pt x="1447" y="2626"/>
                    <a:pt x="1463" y="2525"/>
                  </a:cubicBezTo>
                  <a:cubicBezTo>
                    <a:pt x="1463" y="2456"/>
                    <a:pt x="1447" y="2408"/>
                    <a:pt x="1415" y="2355"/>
                  </a:cubicBezTo>
                  <a:cubicBezTo>
                    <a:pt x="1229" y="2052"/>
                    <a:pt x="1043" y="1766"/>
                    <a:pt x="857" y="1479"/>
                  </a:cubicBezTo>
                  <a:lnTo>
                    <a:pt x="692" y="1228"/>
                  </a:lnTo>
                  <a:cubicBezTo>
                    <a:pt x="639" y="1144"/>
                    <a:pt x="591" y="1059"/>
                    <a:pt x="538" y="974"/>
                  </a:cubicBezTo>
                  <a:cubicBezTo>
                    <a:pt x="405" y="792"/>
                    <a:pt x="271" y="570"/>
                    <a:pt x="134" y="388"/>
                  </a:cubicBezTo>
                  <a:cubicBezTo>
                    <a:pt x="49" y="251"/>
                    <a:pt x="17" y="150"/>
                    <a:pt x="69" y="33"/>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1"/>
            <p:cNvSpPr/>
            <p:nvPr/>
          </p:nvSpPr>
          <p:spPr>
            <a:xfrm>
              <a:off x="852932" y="2087609"/>
              <a:ext cx="359656" cy="282580"/>
            </a:xfrm>
            <a:custGeom>
              <a:rect b="b" l="l" r="r" t="t"/>
              <a:pathLst>
                <a:path extrusionOk="0" h="2845" w="3621">
                  <a:moveTo>
                    <a:pt x="3604" y="1"/>
                  </a:moveTo>
                  <a:cubicBezTo>
                    <a:pt x="3588" y="1"/>
                    <a:pt x="3588" y="17"/>
                    <a:pt x="3588" y="17"/>
                  </a:cubicBezTo>
                  <a:cubicBezTo>
                    <a:pt x="3572" y="37"/>
                    <a:pt x="3572" y="53"/>
                    <a:pt x="3556" y="69"/>
                  </a:cubicBezTo>
                  <a:cubicBezTo>
                    <a:pt x="2998" y="320"/>
                    <a:pt x="2425" y="607"/>
                    <a:pt x="1920" y="861"/>
                  </a:cubicBezTo>
                  <a:cubicBezTo>
                    <a:pt x="1718" y="946"/>
                    <a:pt x="1536" y="1047"/>
                    <a:pt x="1334" y="1148"/>
                  </a:cubicBezTo>
                  <a:cubicBezTo>
                    <a:pt x="946" y="1330"/>
                    <a:pt x="558" y="1532"/>
                    <a:pt x="155" y="1718"/>
                  </a:cubicBezTo>
                  <a:cubicBezTo>
                    <a:pt x="37" y="1770"/>
                    <a:pt x="1" y="1855"/>
                    <a:pt x="1" y="1972"/>
                  </a:cubicBezTo>
                  <a:lnTo>
                    <a:pt x="1" y="2461"/>
                  </a:lnTo>
                  <a:lnTo>
                    <a:pt x="1" y="2711"/>
                  </a:lnTo>
                  <a:lnTo>
                    <a:pt x="1" y="2728"/>
                  </a:lnTo>
                  <a:cubicBezTo>
                    <a:pt x="1" y="2780"/>
                    <a:pt x="1" y="2812"/>
                    <a:pt x="37" y="2845"/>
                  </a:cubicBezTo>
                  <a:lnTo>
                    <a:pt x="54" y="2845"/>
                  </a:lnTo>
                  <a:lnTo>
                    <a:pt x="54" y="2829"/>
                  </a:lnTo>
                  <a:cubicBezTo>
                    <a:pt x="21" y="2812"/>
                    <a:pt x="21" y="2780"/>
                    <a:pt x="21" y="2728"/>
                  </a:cubicBezTo>
                  <a:lnTo>
                    <a:pt x="21" y="2711"/>
                  </a:lnTo>
                  <a:cubicBezTo>
                    <a:pt x="21" y="2627"/>
                    <a:pt x="37" y="2542"/>
                    <a:pt x="37" y="2461"/>
                  </a:cubicBezTo>
                  <a:cubicBezTo>
                    <a:pt x="37" y="2307"/>
                    <a:pt x="37" y="2138"/>
                    <a:pt x="21" y="1972"/>
                  </a:cubicBezTo>
                  <a:cubicBezTo>
                    <a:pt x="21" y="1855"/>
                    <a:pt x="54" y="1786"/>
                    <a:pt x="171" y="1734"/>
                  </a:cubicBezTo>
                  <a:cubicBezTo>
                    <a:pt x="558" y="1552"/>
                    <a:pt x="962" y="1350"/>
                    <a:pt x="1350" y="1164"/>
                  </a:cubicBezTo>
                  <a:cubicBezTo>
                    <a:pt x="1536" y="1063"/>
                    <a:pt x="1738" y="978"/>
                    <a:pt x="1920" y="877"/>
                  </a:cubicBezTo>
                  <a:cubicBezTo>
                    <a:pt x="2425" y="643"/>
                    <a:pt x="2998" y="356"/>
                    <a:pt x="3556" y="86"/>
                  </a:cubicBezTo>
                  <a:cubicBezTo>
                    <a:pt x="3588" y="69"/>
                    <a:pt x="3604" y="53"/>
                    <a:pt x="3604" y="37"/>
                  </a:cubicBezTo>
                  <a:cubicBezTo>
                    <a:pt x="3604" y="17"/>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1"/>
            <p:cNvSpPr/>
            <p:nvPr/>
          </p:nvSpPr>
          <p:spPr>
            <a:xfrm>
              <a:off x="610678" y="3202731"/>
              <a:ext cx="3675" cy="87108"/>
            </a:xfrm>
            <a:custGeom>
              <a:rect b="b" l="l" r="r" t="t"/>
              <a:pathLst>
                <a:path extrusionOk="0" h="877" w="37">
                  <a:moveTo>
                    <a:pt x="0" y="0"/>
                  </a:moveTo>
                  <a:lnTo>
                    <a:pt x="0" y="20"/>
                  </a:lnTo>
                  <a:cubicBezTo>
                    <a:pt x="16" y="186"/>
                    <a:pt x="16" y="372"/>
                    <a:pt x="0" y="541"/>
                  </a:cubicBezTo>
                  <a:lnTo>
                    <a:pt x="0" y="861"/>
                  </a:lnTo>
                  <a:lnTo>
                    <a:pt x="16" y="877"/>
                  </a:lnTo>
                  <a:cubicBezTo>
                    <a:pt x="36" y="877"/>
                    <a:pt x="36" y="861"/>
                    <a:pt x="36" y="861"/>
                  </a:cubicBezTo>
                  <a:lnTo>
                    <a:pt x="36" y="541"/>
                  </a:lnTo>
                  <a:cubicBezTo>
                    <a:pt x="36" y="372"/>
                    <a:pt x="36" y="186"/>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1"/>
            <p:cNvSpPr/>
            <p:nvPr/>
          </p:nvSpPr>
          <p:spPr>
            <a:xfrm>
              <a:off x="1645446" y="2022650"/>
              <a:ext cx="3675" cy="58701"/>
            </a:xfrm>
            <a:custGeom>
              <a:rect b="b" l="l" r="r" t="t"/>
              <a:pathLst>
                <a:path extrusionOk="0" h="591" w="37">
                  <a:moveTo>
                    <a:pt x="21" y="0"/>
                  </a:moveTo>
                  <a:cubicBezTo>
                    <a:pt x="21" y="0"/>
                    <a:pt x="0" y="0"/>
                    <a:pt x="0" y="17"/>
                  </a:cubicBezTo>
                  <a:lnTo>
                    <a:pt x="0" y="570"/>
                  </a:lnTo>
                  <a:cubicBezTo>
                    <a:pt x="0" y="590"/>
                    <a:pt x="21" y="590"/>
                    <a:pt x="21" y="590"/>
                  </a:cubicBezTo>
                  <a:cubicBezTo>
                    <a:pt x="21" y="590"/>
                    <a:pt x="37" y="590"/>
                    <a:pt x="37" y="570"/>
                  </a:cubicBezTo>
                  <a:lnTo>
                    <a:pt x="37" y="17"/>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1"/>
            <p:cNvSpPr/>
            <p:nvPr/>
          </p:nvSpPr>
          <p:spPr>
            <a:xfrm>
              <a:off x="852932" y="1908725"/>
              <a:ext cx="356477" cy="314662"/>
            </a:xfrm>
            <a:custGeom>
              <a:rect b="b" l="l" r="r" t="t"/>
              <a:pathLst>
                <a:path extrusionOk="0" h="3168" w="3589">
                  <a:moveTo>
                    <a:pt x="3556" y="0"/>
                  </a:moveTo>
                  <a:cubicBezTo>
                    <a:pt x="3402" y="85"/>
                    <a:pt x="3253" y="170"/>
                    <a:pt x="3083" y="255"/>
                  </a:cubicBezTo>
                  <a:cubicBezTo>
                    <a:pt x="2748" y="424"/>
                    <a:pt x="2392" y="606"/>
                    <a:pt x="2041" y="792"/>
                  </a:cubicBezTo>
                  <a:cubicBezTo>
                    <a:pt x="1819" y="909"/>
                    <a:pt x="1601" y="1010"/>
                    <a:pt x="1399" y="1131"/>
                  </a:cubicBezTo>
                  <a:cubicBezTo>
                    <a:pt x="979" y="1349"/>
                    <a:pt x="542" y="1568"/>
                    <a:pt x="122" y="1786"/>
                  </a:cubicBezTo>
                  <a:cubicBezTo>
                    <a:pt x="21" y="1838"/>
                    <a:pt x="21" y="1887"/>
                    <a:pt x="21" y="1971"/>
                  </a:cubicBezTo>
                  <a:cubicBezTo>
                    <a:pt x="1" y="2089"/>
                    <a:pt x="21" y="2222"/>
                    <a:pt x="21" y="2343"/>
                  </a:cubicBezTo>
                  <a:cubicBezTo>
                    <a:pt x="21" y="2545"/>
                    <a:pt x="21" y="2763"/>
                    <a:pt x="1" y="2981"/>
                  </a:cubicBezTo>
                  <a:cubicBezTo>
                    <a:pt x="1" y="2998"/>
                    <a:pt x="1" y="3030"/>
                    <a:pt x="21" y="3050"/>
                  </a:cubicBezTo>
                  <a:cubicBezTo>
                    <a:pt x="21" y="3082"/>
                    <a:pt x="37" y="3115"/>
                    <a:pt x="1" y="3151"/>
                  </a:cubicBezTo>
                  <a:lnTo>
                    <a:pt x="1" y="3167"/>
                  </a:lnTo>
                  <a:lnTo>
                    <a:pt x="21" y="3167"/>
                  </a:lnTo>
                  <a:cubicBezTo>
                    <a:pt x="70" y="3115"/>
                    <a:pt x="54" y="3082"/>
                    <a:pt x="37" y="3030"/>
                  </a:cubicBezTo>
                  <a:cubicBezTo>
                    <a:pt x="37" y="3014"/>
                    <a:pt x="21" y="2998"/>
                    <a:pt x="37" y="2981"/>
                  </a:cubicBezTo>
                  <a:cubicBezTo>
                    <a:pt x="54" y="2763"/>
                    <a:pt x="37" y="2545"/>
                    <a:pt x="37" y="2343"/>
                  </a:cubicBezTo>
                  <a:lnTo>
                    <a:pt x="37" y="1971"/>
                  </a:lnTo>
                  <a:cubicBezTo>
                    <a:pt x="37" y="1887"/>
                    <a:pt x="54" y="1854"/>
                    <a:pt x="122" y="1818"/>
                  </a:cubicBezTo>
                  <a:cubicBezTo>
                    <a:pt x="558" y="1600"/>
                    <a:pt x="979" y="1366"/>
                    <a:pt x="1399" y="1147"/>
                  </a:cubicBezTo>
                  <a:cubicBezTo>
                    <a:pt x="1617" y="1046"/>
                    <a:pt x="1839" y="929"/>
                    <a:pt x="2041" y="808"/>
                  </a:cubicBezTo>
                  <a:cubicBezTo>
                    <a:pt x="2392" y="642"/>
                    <a:pt x="2764" y="457"/>
                    <a:pt x="3099" y="271"/>
                  </a:cubicBezTo>
                  <a:cubicBezTo>
                    <a:pt x="3253" y="186"/>
                    <a:pt x="3419" y="121"/>
                    <a:pt x="3572" y="36"/>
                  </a:cubicBezTo>
                  <a:cubicBezTo>
                    <a:pt x="3588" y="36"/>
                    <a:pt x="3588" y="20"/>
                    <a:pt x="3572" y="20"/>
                  </a:cubicBezTo>
                  <a:cubicBezTo>
                    <a:pt x="3572" y="0"/>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1"/>
            <p:cNvSpPr/>
            <p:nvPr/>
          </p:nvSpPr>
          <p:spPr>
            <a:xfrm>
              <a:off x="1740897" y="1942396"/>
              <a:ext cx="169051" cy="401372"/>
            </a:xfrm>
            <a:custGeom>
              <a:rect b="b" l="l" r="r" t="t"/>
              <a:pathLst>
                <a:path extrusionOk="0" h="4041" w="1702">
                  <a:moveTo>
                    <a:pt x="1" y="0"/>
                  </a:moveTo>
                  <a:cubicBezTo>
                    <a:pt x="1" y="134"/>
                    <a:pt x="69" y="219"/>
                    <a:pt x="134" y="303"/>
                  </a:cubicBezTo>
                  <a:cubicBezTo>
                    <a:pt x="134" y="320"/>
                    <a:pt x="150" y="336"/>
                    <a:pt x="150" y="336"/>
                  </a:cubicBezTo>
                  <a:cubicBezTo>
                    <a:pt x="304" y="554"/>
                    <a:pt x="437" y="792"/>
                    <a:pt x="607" y="1059"/>
                  </a:cubicBezTo>
                  <a:cubicBezTo>
                    <a:pt x="776" y="1346"/>
                    <a:pt x="942" y="1616"/>
                    <a:pt x="1112" y="1883"/>
                  </a:cubicBezTo>
                  <a:cubicBezTo>
                    <a:pt x="1261" y="2154"/>
                    <a:pt x="1431" y="2440"/>
                    <a:pt x="1600" y="2711"/>
                  </a:cubicBezTo>
                  <a:cubicBezTo>
                    <a:pt x="1633" y="2776"/>
                    <a:pt x="1649" y="2828"/>
                    <a:pt x="1649" y="2893"/>
                  </a:cubicBezTo>
                  <a:lnTo>
                    <a:pt x="1649" y="3164"/>
                  </a:lnTo>
                  <a:cubicBezTo>
                    <a:pt x="1649" y="3317"/>
                    <a:pt x="1665" y="3483"/>
                    <a:pt x="1649" y="3652"/>
                  </a:cubicBezTo>
                  <a:cubicBezTo>
                    <a:pt x="1633" y="3802"/>
                    <a:pt x="1649" y="3923"/>
                    <a:pt x="1685" y="4040"/>
                  </a:cubicBezTo>
                  <a:lnTo>
                    <a:pt x="1701" y="4040"/>
                  </a:lnTo>
                  <a:lnTo>
                    <a:pt x="1701" y="4024"/>
                  </a:lnTo>
                  <a:cubicBezTo>
                    <a:pt x="1665" y="3923"/>
                    <a:pt x="1665" y="3802"/>
                    <a:pt x="1665" y="3652"/>
                  </a:cubicBezTo>
                  <a:cubicBezTo>
                    <a:pt x="1685" y="3483"/>
                    <a:pt x="1685" y="3317"/>
                    <a:pt x="1685" y="3164"/>
                  </a:cubicBezTo>
                  <a:lnTo>
                    <a:pt x="1685" y="2893"/>
                  </a:lnTo>
                  <a:cubicBezTo>
                    <a:pt x="1685" y="2828"/>
                    <a:pt x="1665" y="2760"/>
                    <a:pt x="1633" y="2711"/>
                  </a:cubicBezTo>
                  <a:cubicBezTo>
                    <a:pt x="1463" y="2424"/>
                    <a:pt x="1298" y="2137"/>
                    <a:pt x="1128" y="1867"/>
                  </a:cubicBezTo>
                  <a:cubicBezTo>
                    <a:pt x="958" y="1600"/>
                    <a:pt x="809" y="1330"/>
                    <a:pt x="639" y="1059"/>
                  </a:cubicBezTo>
                  <a:cubicBezTo>
                    <a:pt x="473" y="772"/>
                    <a:pt x="320" y="538"/>
                    <a:pt x="170" y="320"/>
                  </a:cubicBezTo>
                  <a:cubicBezTo>
                    <a:pt x="170" y="320"/>
                    <a:pt x="150" y="303"/>
                    <a:pt x="150" y="287"/>
                  </a:cubicBezTo>
                  <a:cubicBezTo>
                    <a:pt x="86" y="202"/>
                    <a:pt x="33" y="118"/>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1"/>
            <p:cNvSpPr/>
            <p:nvPr/>
          </p:nvSpPr>
          <p:spPr>
            <a:xfrm>
              <a:off x="1859690" y="3537357"/>
              <a:ext cx="4867" cy="66647"/>
            </a:xfrm>
            <a:custGeom>
              <a:rect b="b" l="l" r="r" t="t"/>
              <a:pathLst>
                <a:path extrusionOk="0" h="671" w="49">
                  <a:moveTo>
                    <a:pt x="33" y="0"/>
                  </a:moveTo>
                  <a:lnTo>
                    <a:pt x="33" y="16"/>
                  </a:lnTo>
                  <a:cubicBezTo>
                    <a:pt x="1" y="117"/>
                    <a:pt x="17" y="218"/>
                    <a:pt x="17" y="319"/>
                  </a:cubicBezTo>
                  <a:lnTo>
                    <a:pt x="17" y="505"/>
                  </a:lnTo>
                  <a:lnTo>
                    <a:pt x="17" y="554"/>
                  </a:lnTo>
                  <a:cubicBezTo>
                    <a:pt x="17" y="590"/>
                    <a:pt x="17" y="622"/>
                    <a:pt x="1" y="655"/>
                  </a:cubicBezTo>
                  <a:lnTo>
                    <a:pt x="1" y="671"/>
                  </a:lnTo>
                  <a:lnTo>
                    <a:pt x="17" y="671"/>
                  </a:lnTo>
                  <a:cubicBezTo>
                    <a:pt x="33" y="638"/>
                    <a:pt x="33" y="590"/>
                    <a:pt x="33" y="554"/>
                  </a:cubicBezTo>
                  <a:lnTo>
                    <a:pt x="33" y="521"/>
                  </a:lnTo>
                  <a:lnTo>
                    <a:pt x="33" y="319"/>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1"/>
            <p:cNvSpPr/>
            <p:nvPr/>
          </p:nvSpPr>
          <p:spPr>
            <a:xfrm>
              <a:off x="1139087" y="1609756"/>
              <a:ext cx="3278" cy="90386"/>
            </a:xfrm>
            <a:custGeom>
              <a:rect b="b" l="l" r="r" t="t"/>
              <a:pathLst>
                <a:path extrusionOk="0" h="910" w="33">
                  <a:moveTo>
                    <a:pt x="0" y="1"/>
                  </a:moveTo>
                  <a:lnTo>
                    <a:pt x="0" y="336"/>
                  </a:lnTo>
                  <a:cubicBezTo>
                    <a:pt x="0" y="522"/>
                    <a:pt x="0" y="708"/>
                    <a:pt x="16" y="889"/>
                  </a:cubicBezTo>
                  <a:lnTo>
                    <a:pt x="16" y="910"/>
                  </a:lnTo>
                  <a:lnTo>
                    <a:pt x="33" y="910"/>
                  </a:lnTo>
                  <a:lnTo>
                    <a:pt x="33" y="889"/>
                  </a:lnTo>
                  <a:cubicBezTo>
                    <a:pt x="16" y="708"/>
                    <a:pt x="16" y="522"/>
                    <a:pt x="16" y="336"/>
                  </a:cubicBezTo>
                  <a:cubicBezTo>
                    <a:pt x="33" y="235"/>
                    <a:pt x="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1"/>
            <p:cNvSpPr/>
            <p:nvPr/>
          </p:nvSpPr>
          <p:spPr>
            <a:xfrm>
              <a:off x="1841216" y="3227959"/>
              <a:ext cx="4966" cy="61879"/>
            </a:xfrm>
            <a:custGeom>
              <a:rect b="b" l="l" r="r" t="t"/>
              <a:pathLst>
                <a:path extrusionOk="0" h="623" w="50">
                  <a:moveTo>
                    <a:pt x="17" y="1"/>
                  </a:moveTo>
                  <a:cubicBezTo>
                    <a:pt x="1" y="102"/>
                    <a:pt x="1" y="186"/>
                    <a:pt x="1" y="287"/>
                  </a:cubicBezTo>
                  <a:cubicBezTo>
                    <a:pt x="17" y="336"/>
                    <a:pt x="17" y="388"/>
                    <a:pt x="1" y="453"/>
                  </a:cubicBezTo>
                  <a:cubicBezTo>
                    <a:pt x="1" y="473"/>
                    <a:pt x="1" y="489"/>
                    <a:pt x="17" y="506"/>
                  </a:cubicBezTo>
                  <a:cubicBezTo>
                    <a:pt x="17" y="538"/>
                    <a:pt x="17" y="574"/>
                    <a:pt x="1" y="590"/>
                  </a:cubicBezTo>
                  <a:lnTo>
                    <a:pt x="1" y="607"/>
                  </a:lnTo>
                  <a:lnTo>
                    <a:pt x="1" y="623"/>
                  </a:lnTo>
                  <a:lnTo>
                    <a:pt x="17" y="607"/>
                  </a:lnTo>
                  <a:cubicBezTo>
                    <a:pt x="33" y="574"/>
                    <a:pt x="33" y="538"/>
                    <a:pt x="33" y="506"/>
                  </a:cubicBezTo>
                  <a:lnTo>
                    <a:pt x="33" y="453"/>
                  </a:lnTo>
                  <a:lnTo>
                    <a:pt x="33" y="287"/>
                  </a:lnTo>
                  <a:cubicBezTo>
                    <a:pt x="33" y="186"/>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1"/>
            <p:cNvSpPr/>
            <p:nvPr/>
          </p:nvSpPr>
          <p:spPr>
            <a:xfrm>
              <a:off x="938451" y="2074399"/>
              <a:ext cx="6953" cy="97239"/>
            </a:xfrm>
            <a:custGeom>
              <a:rect b="b" l="l" r="r" t="t"/>
              <a:pathLst>
                <a:path extrusionOk="0" h="979" w="70">
                  <a:moveTo>
                    <a:pt x="17" y="1"/>
                  </a:moveTo>
                  <a:lnTo>
                    <a:pt x="0" y="17"/>
                  </a:lnTo>
                  <a:cubicBezTo>
                    <a:pt x="17" y="170"/>
                    <a:pt x="17" y="320"/>
                    <a:pt x="17" y="453"/>
                  </a:cubicBezTo>
                  <a:lnTo>
                    <a:pt x="17" y="724"/>
                  </a:lnTo>
                  <a:lnTo>
                    <a:pt x="17" y="808"/>
                  </a:lnTo>
                  <a:cubicBezTo>
                    <a:pt x="17" y="857"/>
                    <a:pt x="17" y="909"/>
                    <a:pt x="33" y="958"/>
                  </a:cubicBezTo>
                  <a:lnTo>
                    <a:pt x="49" y="978"/>
                  </a:lnTo>
                  <a:cubicBezTo>
                    <a:pt x="49" y="978"/>
                    <a:pt x="69" y="958"/>
                    <a:pt x="49" y="958"/>
                  </a:cubicBezTo>
                  <a:cubicBezTo>
                    <a:pt x="33" y="909"/>
                    <a:pt x="33" y="857"/>
                    <a:pt x="49" y="808"/>
                  </a:cubicBezTo>
                  <a:lnTo>
                    <a:pt x="49" y="724"/>
                  </a:lnTo>
                  <a:cubicBezTo>
                    <a:pt x="33" y="639"/>
                    <a:pt x="49" y="554"/>
                    <a:pt x="49" y="453"/>
                  </a:cubicBezTo>
                  <a:cubicBezTo>
                    <a:pt x="49" y="320"/>
                    <a:pt x="49" y="17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1"/>
            <p:cNvSpPr/>
            <p:nvPr/>
          </p:nvSpPr>
          <p:spPr>
            <a:xfrm>
              <a:off x="1944712" y="2784970"/>
              <a:ext cx="6953" cy="50258"/>
            </a:xfrm>
            <a:custGeom>
              <a:rect b="b" l="l" r="r" t="t"/>
              <a:pathLst>
                <a:path extrusionOk="0" h="506" w="70">
                  <a:moveTo>
                    <a:pt x="37" y="1"/>
                  </a:moveTo>
                  <a:cubicBezTo>
                    <a:pt x="17" y="86"/>
                    <a:pt x="17" y="166"/>
                    <a:pt x="17" y="251"/>
                  </a:cubicBezTo>
                  <a:cubicBezTo>
                    <a:pt x="17" y="336"/>
                    <a:pt x="17" y="421"/>
                    <a:pt x="1" y="490"/>
                  </a:cubicBezTo>
                  <a:cubicBezTo>
                    <a:pt x="1" y="506"/>
                    <a:pt x="1" y="506"/>
                    <a:pt x="17" y="506"/>
                  </a:cubicBezTo>
                  <a:lnTo>
                    <a:pt x="37" y="506"/>
                  </a:lnTo>
                  <a:cubicBezTo>
                    <a:pt x="53" y="421"/>
                    <a:pt x="53" y="336"/>
                    <a:pt x="53" y="251"/>
                  </a:cubicBezTo>
                  <a:cubicBezTo>
                    <a:pt x="37" y="166"/>
                    <a:pt x="37" y="86"/>
                    <a:pt x="53" y="17"/>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1"/>
            <p:cNvSpPr/>
            <p:nvPr/>
          </p:nvSpPr>
          <p:spPr>
            <a:xfrm>
              <a:off x="1792646" y="2086020"/>
              <a:ext cx="5364" cy="57112"/>
            </a:xfrm>
            <a:custGeom>
              <a:rect b="b" l="l" r="r" t="t"/>
              <a:pathLst>
                <a:path extrusionOk="0" h="575" w="54">
                  <a:moveTo>
                    <a:pt x="17" y="1"/>
                  </a:moveTo>
                  <a:lnTo>
                    <a:pt x="17" y="17"/>
                  </a:lnTo>
                  <a:cubicBezTo>
                    <a:pt x="1" y="85"/>
                    <a:pt x="1" y="154"/>
                    <a:pt x="17" y="219"/>
                  </a:cubicBezTo>
                  <a:cubicBezTo>
                    <a:pt x="17" y="336"/>
                    <a:pt x="17" y="457"/>
                    <a:pt x="1" y="558"/>
                  </a:cubicBezTo>
                  <a:lnTo>
                    <a:pt x="1" y="574"/>
                  </a:lnTo>
                  <a:lnTo>
                    <a:pt x="17" y="574"/>
                  </a:lnTo>
                  <a:lnTo>
                    <a:pt x="17" y="558"/>
                  </a:lnTo>
                  <a:cubicBezTo>
                    <a:pt x="53" y="457"/>
                    <a:pt x="33" y="336"/>
                    <a:pt x="33" y="219"/>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1"/>
            <p:cNvSpPr/>
            <p:nvPr/>
          </p:nvSpPr>
          <p:spPr>
            <a:xfrm>
              <a:off x="1765828" y="3146115"/>
              <a:ext cx="3675" cy="60290"/>
            </a:xfrm>
            <a:custGeom>
              <a:rect b="b" l="l" r="r" t="t"/>
              <a:pathLst>
                <a:path extrusionOk="0" h="607" w="37">
                  <a:moveTo>
                    <a:pt x="20" y="0"/>
                  </a:moveTo>
                  <a:lnTo>
                    <a:pt x="20" y="17"/>
                  </a:lnTo>
                  <a:cubicBezTo>
                    <a:pt x="0" y="85"/>
                    <a:pt x="0" y="166"/>
                    <a:pt x="20" y="235"/>
                  </a:cubicBezTo>
                  <a:cubicBezTo>
                    <a:pt x="20" y="352"/>
                    <a:pt x="20" y="469"/>
                    <a:pt x="0" y="590"/>
                  </a:cubicBezTo>
                  <a:lnTo>
                    <a:pt x="0" y="606"/>
                  </a:lnTo>
                  <a:lnTo>
                    <a:pt x="20" y="606"/>
                  </a:lnTo>
                  <a:lnTo>
                    <a:pt x="20" y="590"/>
                  </a:lnTo>
                  <a:cubicBezTo>
                    <a:pt x="37" y="469"/>
                    <a:pt x="37" y="352"/>
                    <a:pt x="37" y="235"/>
                  </a:cubicBezTo>
                  <a:lnTo>
                    <a:pt x="37" y="17"/>
                  </a:lnTo>
                  <a:cubicBezTo>
                    <a:pt x="37" y="17"/>
                    <a:pt x="3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1"/>
            <p:cNvSpPr/>
            <p:nvPr/>
          </p:nvSpPr>
          <p:spPr>
            <a:xfrm>
              <a:off x="1521886" y="2146211"/>
              <a:ext cx="180573" cy="342771"/>
            </a:xfrm>
            <a:custGeom>
              <a:rect b="b" l="l" r="r" t="t"/>
              <a:pathLst>
                <a:path extrusionOk="0" h="3451" w="1818">
                  <a:moveTo>
                    <a:pt x="53" y="1"/>
                  </a:moveTo>
                  <a:cubicBezTo>
                    <a:pt x="53" y="1"/>
                    <a:pt x="53" y="17"/>
                    <a:pt x="32" y="17"/>
                  </a:cubicBezTo>
                  <a:cubicBezTo>
                    <a:pt x="16" y="170"/>
                    <a:pt x="0" y="304"/>
                    <a:pt x="133" y="437"/>
                  </a:cubicBezTo>
                  <a:cubicBezTo>
                    <a:pt x="271" y="590"/>
                    <a:pt x="372" y="760"/>
                    <a:pt x="489" y="910"/>
                  </a:cubicBezTo>
                  <a:cubicBezTo>
                    <a:pt x="521" y="994"/>
                    <a:pt x="574" y="1063"/>
                    <a:pt x="638" y="1144"/>
                  </a:cubicBezTo>
                  <a:cubicBezTo>
                    <a:pt x="877" y="1483"/>
                    <a:pt x="1111" y="1835"/>
                    <a:pt x="1366" y="2174"/>
                  </a:cubicBezTo>
                  <a:lnTo>
                    <a:pt x="1382" y="2190"/>
                  </a:lnTo>
                  <a:cubicBezTo>
                    <a:pt x="1430" y="2275"/>
                    <a:pt x="1483" y="2340"/>
                    <a:pt x="1547" y="2424"/>
                  </a:cubicBezTo>
                  <a:cubicBezTo>
                    <a:pt x="1600" y="2509"/>
                    <a:pt x="1648" y="2578"/>
                    <a:pt x="1717" y="2659"/>
                  </a:cubicBezTo>
                  <a:lnTo>
                    <a:pt x="1717" y="2679"/>
                  </a:lnTo>
                  <a:cubicBezTo>
                    <a:pt x="1733" y="2711"/>
                    <a:pt x="1769" y="2727"/>
                    <a:pt x="1769" y="2744"/>
                  </a:cubicBezTo>
                  <a:lnTo>
                    <a:pt x="1769" y="2828"/>
                  </a:lnTo>
                  <a:cubicBezTo>
                    <a:pt x="1786" y="3030"/>
                    <a:pt x="1802" y="3232"/>
                    <a:pt x="1749" y="3434"/>
                  </a:cubicBezTo>
                  <a:cubicBezTo>
                    <a:pt x="1749" y="3450"/>
                    <a:pt x="1749" y="3450"/>
                    <a:pt x="1769" y="3450"/>
                  </a:cubicBezTo>
                  <a:lnTo>
                    <a:pt x="1786" y="3450"/>
                  </a:lnTo>
                  <a:cubicBezTo>
                    <a:pt x="1818" y="3232"/>
                    <a:pt x="1802" y="3030"/>
                    <a:pt x="1802" y="2828"/>
                  </a:cubicBezTo>
                  <a:cubicBezTo>
                    <a:pt x="1786" y="2796"/>
                    <a:pt x="1786" y="2780"/>
                    <a:pt x="1786" y="2744"/>
                  </a:cubicBezTo>
                  <a:cubicBezTo>
                    <a:pt x="1786" y="2727"/>
                    <a:pt x="1769" y="2695"/>
                    <a:pt x="1749" y="2659"/>
                  </a:cubicBezTo>
                  <a:lnTo>
                    <a:pt x="1733" y="2643"/>
                  </a:lnTo>
                  <a:cubicBezTo>
                    <a:pt x="1685" y="2578"/>
                    <a:pt x="1616" y="2493"/>
                    <a:pt x="1568" y="2408"/>
                  </a:cubicBezTo>
                  <a:cubicBezTo>
                    <a:pt x="1515" y="2323"/>
                    <a:pt x="1446" y="2255"/>
                    <a:pt x="1398" y="2174"/>
                  </a:cubicBezTo>
                  <a:lnTo>
                    <a:pt x="1382" y="2154"/>
                  </a:lnTo>
                  <a:cubicBezTo>
                    <a:pt x="1143" y="1818"/>
                    <a:pt x="893" y="1467"/>
                    <a:pt x="659" y="1128"/>
                  </a:cubicBezTo>
                  <a:cubicBezTo>
                    <a:pt x="606" y="1043"/>
                    <a:pt x="558" y="978"/>
                    <a:pt x="505" y="893"/>
                  </a:cubicBezTo>
                  <a:cubicBezTo>
                    <a:pt x="404" y="740"/>
                    <a:pt x="287" y="574"/>
                    <a:pt x="154" y="421"/>
                  </a:cubicBezTo>
                  <a:cubicBezTo>
                    <a:pt x="32" y="287"/>
                    <a:pt x="32"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1"/>
            <p:cNvSpPr/>
            <p:nvPr/>
          </p:nvSpPr>
          <p:spPr>
            <a:xfrm>
              <a:off x="1087339" y="2684651"/>
              <a:ext cx="6456" cy="86810"/>
            </a:xfrm>
            <a:custGeom>
              <a:rect b="b" l="l" r="r" t="t"/>
              <a:pathLst>
                <a:path extrusionOk="0" h="874" w="65">
                  <a:moveTo>
                    <a:pt x="16" y="1"/>
                  </a:moveTo>
                  <a:lnTo>
                    <a:pt x="0" y="17"/>
                  </a:lnTo>
                  <a:cubicBezTo>
                    <a:pt x="16" y="150"/>
                    <a:pt x="16" y="304"/>
                    <a:pt x="16" y="437"/>
                  </a:cubicBezTo>
                  <a:lnTo>
                    <a:pt x="16" y="692"/>
                  </a:lnTo>
                  <a:cubicBezTo>
                    <a:pt x="16" y="740"/>
                    <a:pt x="16" y="772"/>
                    <a:pt x="32" y="809"/>
                  </a:cubicBezTo>
                  <a:lnTo>
                    <a:pt x="32" y="857"/>
                  </a:lnTo>
                  <a:cubicBezTo>
                    <a:pt x="32" y="857"/>
                    <a:pt x="32" y="873"/>
                    <a:pt x="49" y="873"/>
                  </a:cubicBezTo>
                  <a:lnTo>
                    <a:pt x="65" y="857"/>
                  </a:lnTo>
                  <a:cubicBezTo>
                    <a:pt x="49" y="841"/>
                    <a:pt x="49" y="825"/>
                    <a:pt x="49" y="809"/>
                  </a:cubicBezTo>
                  <a:lnTo>
                    <a:pt x="49" y="692"/>
                  </a:lnTo>
                  <a:lnTo>
                    <a:pt x="49" y="437"/>
                  </a:lnTo>
                  <a:cubicBezTo>
                    <a:pt x="49" y="304"/>
                    <a:pt x="49" y="150"/>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1"/>
            <p:cNvSpPr/>
            <p:nvPr/>
          </p:nvSpPr>
          <p:spPr>
            <a:xfrm>
              <a:off x="1737719" y="3411710"/>
              <a:ext cx="170640" cy="244439"/>
            </a:xfrm>
            <a:custGeom>
              <a:rect b="b" l="l" r="r" t="t"/>
              <a:pathLst>
                <a:path extrusionOk="0" h="2461" w="1718">
                  <a:moveTo>
                    <a:pt x="33" y="1"/>
                  </a:moveTo>
                  <a:cubicBezTo>
                    <a:pt x="17" y="1"/>
                    <a:pt x="17" y="17"/>
                    <a:pt x="17" y="17"/>
                  </a:cubicBezTo>
                  <a:cubicBezTo>
                    <a:pt x="0" y="170"/>
                    <a:pt x="0" y="340"/>
                    <a:pt x="0" y="490"/>
                  </a:cubicBezTo>
                  <a:lnTo>
                    <a:pt x="0" y="776"/>
                  </a:lnTo>
                  <a:cubicBezTo>
                    <a:pt x="0" y="825"/>
                    <a:pt x="17" y="845"/>
                    <a:pt x="49" y="861"/>
                  </a:cubicBezTo>
                  <a:cubicBezTo>
                    <a:pt x="49" y="861"/>
                    <a:pt x="65" y="861"/>
                    <a:pt x="65" y="877"/>
                  </a:cubicBezTo>
                  <a:cubicBezTo>
                    <a:pt x="352" y="1128"/>
                    <a:pt x="639" y="1398"/>
                    <a:pt x="926" y="1685"/>
                  </a:cubicBezTo>
                  <a:cubicBezTo>
                    <a:pt x="990" y="1754"/>
                    <a:pt x="1059" y="1819"/>
                    <a:pt x="1128" y="1887"/>
                  </a:cubicBezTo>
                  <a:cubicBezTo>
                    <a:pt x="1293" y="2037"/>
                    <a:pt x="1447" y="2190"/>
                    <a:pt x="1616" y="2340"/>
                  </a:cubicBezTo>
                  <a:cubicBezTo>
                    <a:pt x="1649" y="2376"/>
                    <a:pt x="1665" y="2408"/>
                    <a:pt x="1681" y="2461"/>
                  </a:cubicBezTo>
                  <a:lnTo>
                    <a:pt x="1697" y="2461"/>
                  </a:lnTo>
                  <a:cubicBezTo>
                    <a:pt x="1717" y="2461"/>
                    <a:pt x="1717" y="2461"/>
                    <a:pt x="1717" y="2441"/>
                  </a:cubicBezTo>
                  <a:cubicBezTo>
                    <a:pt x="1697" y="2408"/>
                    <a:pt x="1665" y="2360"/>
                    <a:pt x="1632" y="2324"/>
                  </a:cubicBezTo>
                  <a:cubicBezTo>
                    <a:pt x="1463" y="2174"/>
                    <a:pt x="1313" y="2021"/>
                    <a:pt x="1144" y="1871"/>
                  </a:cubicBezTo>
                  <a:cubicBezTo>
                    <a:pt x="1075" y="1802"/>
                    <a:pt x="1010" y="1734"/>
                    <a:pt x="942" y="1669"/>
                  </a:cubicBezTo>
                  <a:cubicBezTo>
                    <a:pt x="655" y="1382"/>
                    <a:pt x="368" y="1112"/>
                    <a:pt x="81" y="845"/>
                  </a:cubicBezTo>
                  <a:cubicBezTo>
                    <a:pt x="81" y="845"/>
                    <a:pt x="65" y="845"/>
                    <a:pt x="65" y="825"/>
                  </a:cubicBezTo>
                  <a:cubicBezTo>
                    <a:pt x="33" y="809"/>
                    <a:pt x="17" y="809"/>
                    <a:pt x="17" y="776"/>
                  </a:cubicBezTo>
                  <a:cubicBezTo>
                    <a:pt x="33" y="692"/>
                    <a:pt x="33" y="591"/>
                    <a:pt x="17" y="490"/>
                  </a:cubicBezTo>
                  <a:cubicBezTo>
                    <a:pt x="17" y="340"/>
                    <a:pt x="17" y="187"/>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1"/>
            <p:cNvSpPr/>
            <p:nvPr/>
          </p:nvSpPr>
          <p:spPr>
            <a:xfrm>
              <a:off x="1923059" y="2985606"/>
              <a:ext cx="147398" cy="279401"/>
            </a:xfrm>
            <a:custGeom>
              <a:rect b="b" l="l" r="r" t="t"/>
              <a:pathLst>
                <a:path extrusionOk="0" h="2813" w="1484">
                  <a:moveTo>
                    <a:pt x="1" y="1"/>
                  </a:moveTo>
                  <a:lnTo>
                    <a:pt x="1" y="17"/>
                  </a:lnTo>
                  <a:cubicBezTo>
                    <a:pt x="17" y="166"/>
                    <a:pt x="102" y="267"/>
                    <a:pt x="187" y="368"/>
                  </a:cubicBezTo>
                  <a:cubicBezTo>
                    <a:pt x="219" y="405"/>
                    <a:pt x="255" y="437"/>
                    <a:pt x="288" y="489"/>
                  </a:cubicBezTo>
                  <a:cubicBezTo>
                    <a:pt x="574" y="857"/>
                    <a:pt x="861" y="1229"/>
                    <a:pt x="1144" y="1580"/>
                  </a:cubicBezTo>
                  <a:cubicBezTo>
                    <a:pt x="1229" y="1681"/>
                    <a:pt x="1314" y="1782"/>
                    <a:pt x="1399" y="1883"/>
                  </a:cubicBezTo>
                  <a:cubicBezTo>
                    <a:pt x="1431" y="1952"/>
                    <a:pt x="1447" y="2020"/>
                    <a:pt x="1447" y="2105"/>
                  </a:cubicBezTo>
                  <a:cubicBezTo>
                    <a:pt x="1431" y="2222"/>
                    <a:pt x="1431" y="2356"/>
                    <a:pt x="1431" y="2473"/>
                  </a:cubicBezTo>
                  <a:cubicBezTo>
                    <a:pt x="1431" y="2525"/>
                    <a:pt x="1447" y="2590"/>
                    <a:pt x="1431" y="2643"/>
                  </a:cubicBezTo>
                  <a:cubicBezTo>
                    <a:pt x="1431" y="2659"/>
                    <a:pt x="1447" y="2675"/>
                    <a:pt x="1447" y="2675"/>
                  </a:cubicBezTo>
                  <a:cubicBezTo>
                    <a:pt x="1447" y="2727"/>
                    <a:pt x="1447" y="2760"/>
                    <a:pt x="1415" y="2792"/>
                  </a:cubicBezTo>
                  <a:lnTo>
                    <a:pt x="1415" y="2812"/>
                  </a:lnTo>
                  <a:lnTo>
                    <a:pt x="1431" y="2812"/>
                  </a:lnTo>
                  <a:cubicBezTo>
                    <a:pt x="1467" y="2776"/>
                    <a:pt x="1467" y="2727"/>
                    <a:pt x="1467" y="2675"/>
                  </a:cubicBezTo>
                  <a:lnTo>
                    <a:pt x="1467" y="2643"/>
                  </a:lnTo>
                  <a:lnTo>
                    <a:pt x="1467" y="2473"/>
                  </a:lnTo>
                  <a:lnTo>
                    <a:pt x="1467" y="2105"/>
                  </a:lnTo>
                  <a:cubicBezTo>
                    <a:pt x="1483" y="2020"/>
                    <a:pt x="1467" y="1952"/>
                    <a:pt x="1415" y="1867"/>
                  </a:cubicBezTo>
                  <a:cubicBezTo>
                    <a:pt x="1330" y="1766"/>
                    <a:pt x="1245" y="1665"/>
                    <a:pt x="1164" y="1564"/>
                  </a:cubicBezTo>
                  <a:cubicBezTo>
                    <a:pt x="877" y="1213"/>
                    <a:pt x="591" y="841"/>
                    <a:pt x="304" y="469"/>
                  </a:cubicBezTo>
                  <a:cubicBezTo>
                    <a:pt x="271" y="421"/>
                    <a:pt x="235" y="388"/>
                    <a:pt x="219" y="352"/>
                  </a:cubicBezTo>
                  <a:cubicBezTo>
                    <a:pt x="118" y="251"/>
                    <a:pt x="33" y="15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1"/>
            <p:cNvSpPr/>
            <p:nvPr/>
          </p:nvSpPr>
          <p:spPr>
            <a:xfrm>
              <a:off x="1088928" y="3528914"/>
              <a:ext cx="4867" cy="97140"/>
            </a:xfrm>
            <a:custGeom>
              <a:rect b="b" l="l" r="r" t="t"/>
              <a:pathLst>
                <a:path extrusionOk="0" h="978" w="49">
                  <a:moveTo>
                    <a:pt x="16" y="0"/>
                  </a:moveTo>
                  <a:cubicBezTo>
                    <a:pt x="0" y="0"/>
                    <a:pt x="0" y="16"/>
                    <a:pt x="0" y="16"/>
                  </a:cubicBezTo>
                  <a:cubicBezTo>
                    <a:pt x="16" y="170"/>
                    <a:pt x="16" y="319"/>
                    <a:pt x="16" y="453"/>
                  </a:cubicBezTo>
                  <a:lnTo>
                    <a:pt x="16" y="740"/>
                  </a:lnTo>
                  <a:lnTo>
                    <a:pt x="16" y="808"/>
                  </a:lnTo>
                  <a:cubicBezTo>
                    <a:pt x="16" y="857"/>
                    <a:pt x="16" y="909"/>
                    <a:pt x="33" y="958"/>
                  </a:cubicBezTo>
                  <a:lnTo>
                    <a:pt x="49" y="978"/>
                  </a:lnTo>
                  <a:lnTo>
                    <a:pt x="49" y="958"/>
                  </a:lnTo>
                  <a:cubicBezTo>
                    <a:pt x="33" y="909"/>
                    <a:pt x="33" y="857"/>
                    <a:pt x="49" y="808"/>
                  </a:cubicBezTo>
                  <a:lnTo>
                    <a:pt x="49" y="740"/>
                  </a:lnTo>
                  <a:cubicBezTo>
                    <a:pt x="33" y="639"/>
                    <a:pt x="33" y="554"/>
                    <a:pt x="49" y="453"/>
                  </a:cubicBezTo>
                  <a:cubicBezTo>
                    <a:pt x="49" y="319"/>
                    <a:pt x="49" y="170"/>
                    <a:pt x="33" y="16"/>
                  </a:cubicBez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1"/>
            <p:cNvSpPr/>
            <p:nvPr/>
          </p:nvSpPr>
          <p:spPr>
            <a:xfrm>
              <a:off x="702554" y="2373764"/>
              <a:ext cx="5264" cy="66647"/>
            </a:xfrm>
            <a:custGeom>
              <a:rect b="b" l="l" r="r" t="t"/>
              <a:pathLst>
                <a:path extrusionOk="0" h="671" w="53">
                  <a:moveTo>
                    <a:pt x="36" y="0"/>
                  </a:moveTo>
                  <a:cubicBezTo>
                    <a:pt x="20" y="0"/>
                    <a:pt x="20" y="16"/>
                    <a:pt x="20" y="16"/>
                  </a:cubicBezTo>
                  <a:lnTo>
                    <a:pt x="20" y="267"/>
                  </a:lnTo>
                  <a:cubicBezTo>
                    <a:pt x="20" y="388"/>
                    <a:pt x="0" y="537"/>
                    <a:pt x="36" y="671"/>
                  </a:cubicBezTo>
                  <a:lnTo>
                    <a:pt x="53" y="671"/>
                  </a:lnTo>
                  <a:lnTo>
                    <a:pt x="53" y="655"/>
                  </a:lnTo>
                  <a:cubicBezTo>
                    <a:pt x="36" y="521"/>
                    <a:pt x="36" y="388"/>
                    <a:pt x="36" y="267"/>
                  </a:cubicBezTo>
                  <a:cubicBezTo>
                    <a:pt x="36" y="186"/>
                    <a:pt x="53" y="101"/>
                    <a:pt x="36" y="16"/>
                  </a:cubicBez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1"/>
            <p:cNvSpPr/>
            <p:nvPr/>
          </p:nvSpPr>
          <p:spPr>
            <a:xfrm>
              <a:off x="1521886" y="1412398"/>
              <a:ext cx="203914" cy="463053"/>
            </a:xfrm>
            <a:custGeom>
              <a:rect b="b" l="l" r="r" t="t"/>
              <a:pathLst>
                <a:path extrusionOk="0" h="4662" w="2053">
                  <a:moveTo>
                    <a:pt x="16" y="0"/>
                  </a:moveTo>
                  <a:cubicBezTo>
                    <a:pt x="16" y="16"/>
                    <a:pt x="0" y="16"/>
                    <a:pt x="0" y="16"/>
                  </a:cubicBezTo>
                  <a:cubicBezTo>
                    <a:pt x="32" y="117"/>
                    <a:pt x="53" y="218"/>
                    <a:pt x="32" y="303"/>
                  </a:cubicBezTo>
                  <a:lnTo>
                    <a:pt x="32" y="925"/>
                  </a:lnTo>
                  <a:lnTo>
                    <a:pt x="32" y="1244"/>
                  </a:lnTo>
                  <a:cubicBezTo>
                    <a:pt x="32" y="1297"/>
                    <a:pt x="53" y="1345"/>
                    <a:pt x="85" y="1382"/>
                  </a:cubicBezTo>
                  <a:cubicBezTo>
                    <a:pt x="170" y="1531"/>
                    <a:pt x="271" y="1701"/>
                    <a:pt x="372" y="1866"/>
                  </a:cubicBezTo>
                  <a:cubicBezTo>
                    <a:pt x="505" y="2089"/>
                    <a:pt x="659" y="2323"/>
                    <a:pt x="792" y="2557"/>
                  </a:cubicBezTo>
                  <a:cubicBezTo>
                    <a:pt x="893" y="2727"/>
                    <a:pt x="994" y="2897"/>
                    <a:pt x="1079" y="3046"/>
                  </a:cubicBezTo>
                  <a:cubicBezTo>
                    <a:pt x="1265" y="3365"/>
                    <a:pt x="1467" y="3704"/>
                    <a:pt x="1669" y="4007"/>
                  </a:cubicBezTo>
                  <a:cubicBezTo>
                    <a:pt x="1701" y="4056"/>
                    <a:pt x="1733" y="4125"/>
                    <a:pt x="1749" y="4173"/>
                  </a:cubicBezTo>
                  <a:cubicBezTo>
                    <a:pt x="1818" y="4290"/>
                    <a:pt x="1887" y="4411"/>
                    <a:pt x="1988" y="4512"/>
                  </a:cubicBezTo>
                  <a:cubicBezTo>
                    <a:pt x="2004" y="4529"/>
                    <a:pt x="2004" y="4561"/>
                    <a:pt x="2004" y="4593"/>
                  </a:cubicBezTo>
                  <a:cubicBezTo>
                    <a:pt x="2020" y="4613"/>
                    <a:pt x="2020" y="4630"/>
                    <a:pt x="2020" y="4646"/>
                  </a:cubicBezTo>
                  <a:lnTo>
                    <a:pt x="2036" y="4662"/>
                  </a:lnTo>
                  <a:lnTo>
                    <a:pt x="2036" y="4646"/>
                  </a:lnTo>
                  <a:lnTo>
                    <a:pt x="2052" y="4646"/>
                  </a:lnTo>
                  <a:cubicBezTo>
                    <a:pt x="2036" y="4630"/>
                    <a:pt x="2036" y="4613"/>
                    <a:pt x="2036" y="4593"/>
                  </a:cubicBezTo>
                  <a:cubicBezTo>
                    <a:pt x="2036" y="4545"/>
                    <a:pt x="2020" y="4512"/>
                    <a:pt x="2004" y="4476"/>
                  </a:cubicBezTo>
                  <a:cubicBezTo>
                    <a:pt x="1903" y="4391"/>
                    <a:pt x="1834" y="4274"/>
                    <a:pt x="1786" y="4157"/>
                  </a:cubicBezTo>
                  <a:cubicBezTo>
                    <a:pt x="1749" y="4108"/>
                    <a:pt x="1717" y="4056"/>
                    <a:pt x="1685" y="3987"/>
                  </a:cubicBezTo>
                  <a:cubicBezTo>
                    <a:pt x="1483" y="3684"/>
                    <a:pt x="1297" y="3349"/>
                    <a:pt x="1111" y="3030"/>
                  </a:cubicBezTo>
                  <a:cubicBezTo>
                    <a:pt x="1010" y="2876"/>
                    <a:pt x="909" y="2711"/>
                    <a:pt x="808" y="2541"/>
                  </a:cubicBezTo>
                  <a:cubicBezTo>
                    <a:pt x="675" y="2307"/>
                    <a:pt x="537" y="2068"/>
                    <a:pt x="388" y="1850"/>
                  </a:cubicBezTo>
                  <a:cubicBezTo>
                    <a:pt x="303" y="1685"/>
                    <a:pt x="202" y="1531"/>
                    <a:pt x="101" y="1361"/>
                  </a:cubicBezTo>
                  <a:cubicBezTo>
                    <a:pt x="85" y="1329"/>
                    <a:pt x="69" y="1297"/>
                    <a:pt x="69" y="1244"/>
                  </a:cubicBezTo>
                  <a:lnTo>
                    <a:pt x="69" y="925"/>
                  </a:lnTo>
                  <a:cubicBezTo>
                    <a:pt x="53" y="723"/>
                    <a:pt x="53" y="505"/>
                    <a:pt x="69" y="303"/>
                  </a:cubicBezTo>
                  <a:cubicBezTo>
                    <a:pt x="69" y="202"/>
                    <a:pt x="69" y="117"/>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1"/>
            <p:cNvSpPr/>
            <p:nvPr/>
          </p:nvSpPr>
          <p:spPr>
            <a:xfrm>
              <a:off x="1617337" y="2151475"/>
              <a:ext cx="1689" cy="56615"/>
            </a:xfrm>
            <a:custGeom>
              <a:rect b="b" l="l" r="r" t="t"/>
              <a:pathLst>
                <a:path extrusionOk="0" h="570" w="17">
                  <a:moveTo>
                    <a:pt x="1" y="0"/>
                  </a:moveTo>
                  <a:lnTo>
                    <a:pt x="1" y="16"/>
                  </a:lnTo>
                  <a:lnTo>
                    <a:pt x="1" y="554"/>
                  </a:lnTo>
                  <a:lnTo>
                    <a:pt x="1" y="570"/>
                  </a:lnTo>
                  <a:cubicBezTo>
                    <a:pt x="17" y="570"/>
                    <a:pt x="17" y="554"/>
                    <a:pt x="17" y="554"/>
                  </a:cubicBezTo>
                  <a:lnTo>
                    <a:pt x="17" y="16"/>
                  </a:lnTo>
                  <a:cubicBezTo>
                    <a:pt x="17" y="0"/>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1"/>
            <p:cNvSpPr/>
            <p:nvPr/>
          </p:nvSpPr>
          <p:spPr>
            <a:xfrm>
              <a:off x="1336446" y="2402171"/>
              <a:ext cx="6555" cy="92074"/>
            </a:xfrm>
            <a:custGeom>
              <a:rect b="b" l="l" r="r" t="t"/>
              <a:pathLst>
                <a:path extrusionOk="0" h="927" w="66">
                  <a:moveTo>
                    <a:pt x="33" y="1"/>
                  </a:moveTo>
                  <a:cubicBezTo>
                    <a:pt x="17" y="1"/>
                    <a:pt x="17" y="1"/>
                    <a:pt x="17" y="17"/>
                  </a:cubicBezTo>
                  <a:cubicBezTo>
                    <a:pt x="1" y="33"/>
                    <a:pt x="17" y="49"/>
                    <a:pt x="17" y="66"/>
                  </a:cubicBezTo>
                  <a:cubicBezTo>
                    <a:pt x="33" y="82"/>
                    <a:pt x="33" y="82"/>
                    <a:pt x="33" y="102"/>
                  </a:cubicBezTo>
                  <a:lnTo>
                    <a:pt x="33" y="304"/>
                  </a:lnTo>
                  <a:cubicBezTo>
                    <a:pt x="17" y="506"/>
                    <a:pt x="17" y="708"/>
                    <a:pt x="33" y="910"/>
                  </a:cubicBezTo>
                  <a:lnTo>
                    <a:pt x="49" y="926"/>
                  </a:lnTo>
                  <a:lnTo>
                    <a:pt x="65" y="910"/>
                  </a:lnTo>
                  <a:cubicBezTo>
                    <a:pt x="33" y="708"/>
                    <a:pt x="49" y="506"/>
                    <a:pt x="49" y="304"/>
                  </a:cubicBezTo>
                  <a:lnTo>
                    <a:pt x="49" y="102"/>
                  </a:lnTo>
                  <a:lnTo>
                    <a:pt x="49" y="49"/>
                  </a:lnTo>
                  <a:cubicBezTo>
                    <a:pt x="33" y="33"/>
                    <a:pt x="33" y="33"/>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1"/>
            <p:cNvSpPr/>
            <p:nvPr/>
          </p:nvSpPr>
          <p:spPr>
            <a:xfrm>
              <a:off x="1185969" y="2127736"/>
              <a:ext cx="4966" cy="87207"/>
            </a:xfrm>
            <a:custGeom>
              <a:rect b="b" l="l" r="r" t="t"/>
              <a:pathLst>
                <a:path extrusionOk="0" h="878" w="50">
                  <a:moveTo>
                    <a:pt x="17" y="1"/>
                  </a:moveTo>
                  <a:cubicBezTo>
                    <a:pt x="1" y="1"/>
                    <a:pt x="1" y="17"/>
                    <a:pt x="1" y="17"/>
                  </a:cubicBezTo>
                  <a:cubicBezTo>
                    <a:pt x="17" y="170"/>
                    <a:pt x="17" y="304"/>
                    <a:pt x="17" y="441"/>
                  </a:cubicBezTo>
                  <a:lnTo>
                    <a:pt x="17" y="708"/>
                  </a:lnTo>
                  <a:lnTo>
                    <a:pt x="17" y="744"/>
                  </a:lnTo>
                  <a:cubicBezTo>
                    <a:pt x="17" y="793"/>
                    <a:pt x="17" y="825"/>
                    <a:pt x="33" y="861"/>
                  </a:cubicBezTo>
                  <a:lnTo>
                    <a:pt x="33" y="877"/>
                  </a:lnTo>
                  <a:lnTo>
                    <a:pt x="49" y="877"/>
                  </a:lnTo>
                  <a:lnTo>
                    <a:pt x="49" y="845"/>
                  </a:lnTo>
                  <a:cubicBezTo>
                    <a:pt x="33" y="825"/>
                    <a:pt x="33" y="793"/>
                    <a:pt x="33" y="744"/>
                  </a:cubicBezTo>
                  <a:lnTo>
                    <a:pt x="33" y="708"/>
                  </a:lnTo>
                  <a:lnTo>
                    <a:pt x="33" y="441"/>
                  </a:lnTo>
                  <a:cubicBezTo>
                    <a:pt x="33" y="304"/>
                    <a:pt x="49" y="15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1"/>
            <p:cNvSpPr/>
            <p:nvPr/>
          </p:nvSpPr>
          <p:spPr>
            <a:xfrm>
              <a:off x="669181" y="1928788"/>
              <a:ext cx="147398" cy="210668"/>
            </a:xfrm>
            <a:custGeom>
              <a:rect b="b" l="l" r="r" t="t"/>
              <a:pathLst>
                <a:path extrusionOk="0" h="2121" w="1484">
                  <a:moveTo>
                    <a:pt x="1467" y="0"/>
                  </a:moveTo>
                  <a:cubicBezTo>
                    <a:pt x="1346" y="85"/>
                    <a:pt x="1213" y="137"/>
                    <a:pt x="1096" y="202"/>
                  </a:cubicBezTo>
                  <a:cubicBezTo>
                    <a:pt x="1027" y="238"/>
                    <a:pt x="942" y="271"/>
                    <a:pt x="877" y="323"/>
                  </a:cubicBezTo>
                  <a:cubicBezTo>
                    <a:pt x="639" y="457"/>
                    <a:pt x="389" y="574"/>
                    <a:pt x="170" y="707"/>
                  </a:cubicBezTo>
                  <a:lnTo>
                    <a:pt x="102" y="743"/>
                  </a:lnTo>
                  <a:cubicBezTo>
                    <a:pt x="53" y="760"/>
                    <a:pt x="17" y="792"/>
                    <a:pt x="17" y="861"/>
                  </a:cubicBezTo>
                  <a:cubicBezTo>
                    <a:pt x="33" y="994"/>
                    <a:pt x="33" y="1131"/>
                    <a:pt x="33" y="1265"/>
                  </a:cubicBezTo>
                  <a:cubicBezTo>
                    <a:pt x="17" y="1515"/>
                    <a:pt x="17" y="1786"/>
                    <a:pt x="33" y="2040"/>
                  </a:cubicBezTo>
                  <a:cubicBezTo>
                    <a:pt x="33" y="2072"/>
                    <a:pt x="17" y="2072"/>
                    <a:pt x="17" y="2089"/>
                  </a:cubicBezTo>
                  <a:lnTo>
                    <a:pt x="1" y="2105"/>
                  </a:lnTo>
                  <a:lnTo>
                    <a:pt x="1" y="2121"/>
                  </a:lnTo>
                  <a:lnTo>
                    <a:pt x="17" y="2121"/>
                  </a:lnTo>
                  <a:lnTo>
                    <a:pt x="33" y="2105"/>
                  </a:lnTo>
                  <a:cubicBezTo>
                    <a:pt x="53" y="2089"/>
                    <a:pt x="53" y="2072"/>
                    <a:pt x="53" y="2040"/>
                  </a:cubicBezTo>
                  <a:lnTo>
                    <a:pt x="53" y="1265"/>
                  </a:lnTo>
                  <a:lnTo>
                    <a:pt x="53" y="861"/>
                  </a:lnTo>
                  <a:cubicBezTo>
                    <a:pt x="53" y="808"/>
                    <a:pt x="70" y="792"/>
                    <a:pt x="118" y="760"/>
                  </a:cubicBezTo>
                  <a:lnTo>
                    <a:pt x="170" y="727"/>
                  </a:lnTo>
                  <a:cubicBezTo>
                    <a:pt x="405" y="606"/>
                    <a:pt x="659" y="473"/>
                    <a:pt x="877" y="339"/>
                  </a:cubicBezTo>
                  <a:cubicBezTo>
                    <a:pt x="962" y="303"/>
                    <a:pt x="1027" y="271"/>
                    <a:pt x="1112" y="222"/>
                  </a:cubicBezTo>
                  <a:cubicBezTo>
                    <a:pt x="1229" y="170"/>
                    <a:pt x="1366" y="101"/>
                    <a:pt x="1483" y="20"/>
                  </a:cubicBezTo>
                  <a:lnTo>
                    <a:pt x="14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1"/>
            <p:cNvSpPr/>
            <p:nvPr/>
          </p:nvSpPr>
          <p:spPr>
            <a:xfrm>
              <a:off x="1409946" y="2295993"/>
              <a:ext cx="10131" cy="74196"/>
            </a:xfrm>
            <a:custGeom>
              <a:rect b="b" l="l" r="r" t="t"/>
              <a:pathLst>
                <a:path extrusionOk="0" h="747" w="102">
                  <a:moveTo>
                    <a:pt x="81" y="0"/>
                  </a:moveTo>
                  <a:cubicBezTo>
                    <a:pt x="76" y="0"/>
                    <a:pt x="69" y="7"/>
                    <a:pt x="69" y="7"/>
                  </a:cubicBezTo>
                  <a:cubicBezTo>
                    <a:pt x="16" y="125"/>
                    <a:pt x="32" y="242"/>
                    <a:pt x="32" y="363"/>
                  </a:cubicBezTo>
                  <a:lnTo>
                    <a:pt x="32" y="496"/>
                  </a:lnTo>
                  <a:cubicBezTo>
                    <a:pt x="32" y="529"/>
                    <a:pt x="32" y="565"/>
                    <a:pt x="16" y="597"/>
                  </a:cubicBezTo>
                  <a:cubicBezTo>
                    <a:pt x="16" y="646"/>
                    <a:pt x="0" y="698"/>
                    <a:pt x="16" y="747"/>
                  </a:cubicBezTo>
                  <a:lnTo>
                    <a:pt x="32" y="747"/>
                  </a:lnTo>
                  <a:lnTo>
                    <a:pt x="32" y="731"/>
                  </a:lnTo>
                  <a:cubicBezTo>
                    <a:pt x="16" y="698"/>
                    <a:pt x="32" y="646"/>
                    <a:pt x="49" y="597"/>
                  </a:cubicBezTo>
                  <a:cubicBezTo>
                    <a:pt x="49" y="565"/>
                    <a:pt x="69" y="529"/>
                    <a:pt x="69" y="496"/>
                  </a:cubicBezTo>
                  <a:lnTo>
                    <a:pt x="69" y="363"/>
                  </a:lnTo>
                  <a:cubicBezTo>
                    <a:pt x="49" y="242"/>
                    <a:pt x="49" y="125"/>
                    <a:pt x="101" y="24"/>
                  </a:cubicBezTo>
                  <a:cubicBezTo>
                    <a:pt x="101" y="7"/>
                    <a:pt x="101" y="7"/>
                    <a:pt x="85" y="7"/>
                  </a:cubicBezTo>
                  <a:cubicBezTo>
                    <a:pt x="85" y="2"/>
                    <a:pt x="83"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1"/>
            <p:cNvSpPr/>
            <p:nvPr/>
          </p:nvSpPr>
          <p:spPr>
            <a:xfrm>
              <a:off x="1819563" y="3202731"/>
              <a:ext cx="4966" cy="62277"/>
            </a:xfrm>
            <a:custGeom>
              <a:rect b="b" l="l" r="r" t="t"/>
              <a:pathLst>
                <a:path extrusionOk="0" h="627" w="50">
                  <a:moveTo>
                    <a:pt x="33" y="0"/>
                  </a:moveTo>
                  <a:lnTo>
                    <a:pt x="17" y="20"/>
                  </a:lnTo>
                  <a:cubicBezTo>
                    <a:pt x="1" y="101"/>
                    <a:pt x="1" y="202"/>
                    <a:pt x="17" y="303"/>
                  </a:cubicBezTo>
                  <a:lnTo>
                    <a:pt x="17" y="473"/>
                  </a:lnTo>
                  <a:lnTo>
                    <a:pt x="17" y="525"/>
                  </a:lnTo>
                  <a:cubicBezTo>
                    <a:pt x="17" y="558"/>
                    <a:pt x="17" y="574"/>
                    <a:pt x="1" y="606"/>
                  </a:cubicBezTo>
                  <a:lnTo>
                    <a:pt x="1" y="626"/>
                  </a:lnTo>
                  <a:lnTo>
                    <a:pt x="17" y="626"/>
                  </a:lnTo>
                  <a:cubicBezTo>
                    <a:pt x="49" y="590"/>
                    <a:pt x="33" y="558"/>
                    <a:pt x="33" y="525"/>
                  </a:cubicBezTo>
                  <a:lnTo>
                    <a:pt x="33" y="473"/>
                  </a:lnTo>
                  <a:lnTo>
                    <a:pt x="33" y="303"/>
                  </a:lnTo>
                  <a:cubicBezTo>
                    <a:pt x="33" y="202"/>
                    <a:pt x="33" y="121"/>
                    <a:pt x="49" y="20"/>
                  </a:cubicBezTo>
                  <a:cubicBezTo>
                    <a:pt x="49" y="2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1"/>
            <p:cNvSpPr/>
            <p:nvPr/>
          </p:nvSpPr>
          <p:spPr>
            <a:xfrm>
              <a:off x="1521886" y="1283573"/>
              <a:ext cx="203914" cy="446665"/>
            </a:xfrm>
            <a:custGeom>
              <a:rect b="b" l="l" r="r" t="t"/>
              <a:pathLst>
                <a:path extrusionOk="0" h="4497" w="2053">
                  <a:moveTo>
                    <a:pt x="53" y="0"/>
                  </a:moveTo>
                  <a:cubicBezTo>
                    <a:pt x="0" y="33"/>
                    <a:pt x="16" y="85"/>
                    <a:pt x="32" y="134"/>
                  </a:cubicBezTo>
                  <a:lnTo>
                    <a:pt x="32" y="186"/>
                  </a:lnTo>
                  <a:lnTo>
                    <a:pt x="32" y="437"/>
                  </a:lnTo>
                  <a:lnTo>
                    <a:pt x="32" y="760"/>
                  </a:lnTo>
                  <a:cubicBezTo>
                    <a:pt x="16" y="925"/>
                    <a:pt x="101" y="1063"/>
                    <a:pt x="170" y="1180"/>
                  </a:cubicBezTo>
                  <a:cubicBezTo>
                    <a:pt x="186" y="1196"/>
                    <a:pt x="202" y="1228"/>
                    <a:pt x="218" y="1265"/>
                  </a:cubicBezTo>
                  <a:cubicBezTo>
                    <a:pt x="707" y="2121"/>
                    <a:pt x="1228" y="3046"/>
                    <a:pt x="1870" y="4141"/>
                  </a:cubicBezTo>
                  <a:cubicBezTo>
                    <a:pt x="1887" y="4173"/>
                    <a:pt x="1903" y="4194"/>
                    <a:pt x="1919" y="4226"/>
                  </a:cubicBezTo>
                  <a:cubicBezTo>
                    <a:pt x="1971" y="4311"/>
                    <a:pt x="2020" y="4375"/>
                    <a:pt x="2036" y="4476"/>
                  </a:cubicBezTo>
                  <a:cubicBezTo>
                    <a:pt x="2036" y="4496"/>
                    <a:pt x="2036" y="4496"/>
                    <a:pt x="2052" y="4496"/>
                  </a:cubicBezTo>
                  <a:lnTo>
                    <a:pt x="2052" y="4476"/>
                  </a:lnTo>
                  <a:cubicBezTo>
                    <a:pt x="2052" y="4375"/>
                    <a:pt x="2004" y="4294"/>
                    <a:pt x="1951" y="4210"/>
                  </a:cubicBezTo>
                  <a:cubicBezTo>
                    <a:pt x="1935" y="4194"/>
                    <a:pt x="1919" y="4157"/>
                    <a:pt x="1903" y="4141"/>
                  </a:cubicBezTo>
                  <a:cubicBezTo>
                    <a:pt x="1265" y="3030"/>
                    <a:pt x="723" y="2105"/>
                    <a:pt x="234" y="1245"/>
                  </a:cubicBezTo>
                  <a:cubicBezTo>
                    <a:pt x="218" y="1212"/>
                    <a:pt x="202" y="1196"/>
                    <a:pt x="186" y="1164"/>
                  </a:cubicBezTo>
                  <a:cubicBezTo>
                    <a:pt x="117" y="1043"/>
                    <a:pt x="53" y="925"/>
                    <a:pt x="53" y="760"/>
                  </a:cubicBezTo>
                  <a:cubicBezTo>
                    <a:pt x="69" y="659"/>
                    <a:pt x="69" y="538"/>
                    <a:pt x="69" y="437"/>
                  </a:cubicBezTo>
                  <a:lnTo>
                    <a:pt x="69" y="186"/>
                  </a:lnTo>
                  <a:cubicBezTo>
                    <a:pt x="69" y="170"/>
                    <a:pt x="53" y="134"/>
                    <a:pt x="53" y="117"/>
                  </a:cubicBezTo>
                  <a:cubicBezTo>
                    <a:pt x="32" y="85"/>
                    <a:pt x="32"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1"/>
            <p:cNvSpPr/>
            <p:nvPr/>
          </p:nvSpPr>
          <p:spPr>
            <a:xfrm>
              <a:off x="1841216" y="2161507"/>
              <a:ext cx="4966" cy="60290"/>
            </a:xfrm>
            <a:custGeom>
              <a:rect b="b" l="l" r="r" t="t"/>
              <a:pathLst>
                <a:path extrusionOk="0" h="607" w="50">
                  <a:moveTo>
                    <a:pt x="33" y="0"/>
                  </a:moveTo>
                  <a:lnTo>
                    <a:pt x="17" y="16"/>
                  </a:lnTo>
                  <a:cubicBezTo>
                    <a:pt x="1" y="101"/>
                    <a:pt x="1" y="202"/>
                    <a:pt x="1" y="283"/>
                  </a:cubicBezTo>
                  <a:cubicBezTo>
                    <a:pt x="17" y="335"/>
                    <a:pt x="17" y="384"/>
                    <a:pt x="1" y="453"/>
                  </a:cubicBezTo>
                  <a:cubicBezTo>
                    <a:pt x="1" y="469"/>
                    <a:pt x="1" y="485"/>
                    <a:pt x="17" y="485"/>
                  </a:cubicBezTo>
                  <a:cubicBezTo>
                    <a:pt x="17" y="521"/>
                    <a:pt x="17" y="554"/>
                    <a:pt x="1" y="570"/>
                  </a:cubicBezTo>
                  <a:lnTo>
                    <a:pt x="1" y="586"/>
                  </a:lnTo>
                  <a:lnTo>
                    <a:pt x="1" y="606"/>
                  </a:lnTo>
                  <a:lnTo>
                    <a:pt x="17" y="586"/>
                  </a:lnTo>
                  <a:cubicBezTo>
                    <a:pt x="33" y="554"/>
                    <a:pt x="33" y="521"/>
                    <a:pt x="33" y="485"/>
                  </a:cubicBezTo>
                  <a:lnTo>
                    <a:pt x="33" y="453"/>
                  </a:lnTo>
                  <a:lnTo>
                    <a:pt x="33" y="283"/>
                  </a:lnTo>
                  <a:cubicBezTo>
                    <a:pt x="33" y="202"/>
                    <a:pt x="33" y="101"/>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1"/>
            <p:cNvSpPr/>
            <p:nvPr/>
          </p:nvSpPr>
          <p:spPr>
            <a:xfrm>
              <a:off x="1530229" y="1639852"/>
              <a:ext cx="170640" cy="351213"/>
            </a:xfrm>
            <a:custGeom>
              <a:rect b="b" l="l" r="r" t="t"/>
              <a:pathLst>
                <a:path extrusionOk="0" h="3536" w="1718">
                  <a:moveTo>
                    <a:pt x="1" y="1"/>
                  </a:moveTo>
                  <a:lnTo>
                    <a:pt x="1" y="17"/>
                  </a:lnTo>
                  <a:cubicBezTo>
                    <a:pt x="86" y="102"/>
                    <a:pt x="134" y="182"/>
                    <a:pt x="187" y="283"/>
                  </a:cubicBezTo>
                  <a:cubicBezTo>
                    <a:pt x="203" y="320"/>
                    <a:pt x="219" y="352"/>
                    <a:pt x="251" y="384"/>
                  </a:cubicBezTo>
                  <a:cubicBezTo>
                    <a:pt x="405" y="639"/>
                    <a:pt x="554" y="909"/>
                    <a:pt x="708" y="1160"/>
                  </a:cubicBezTo>
                  <a:cubicBezTo>
                    <a:pt x="793" y="1313"/>
                    <a:pt x="878" y="1447"/>
                    <a:pt x="958" y="1580"/>
                  </a:cubicBezTo>
                  <a:cubicBezTo>
                    <a:pt x="1197" y="1984"/>
                    <a:pt x="1431" y="2356"/>
                    <a:pt x="1649" y="2727"/>
                  </a:cubicBezTo>
                  <a:cubicBezTo>
                    <a:pt x="1665" y="2727"/>
                    <a:pt x="1665" y="2743"/>
                    <a:pt x="1665" y="2743"/>
                  </a:cubicBezTo>
                  <a:cubicBezTo>
                    <a:pt x="1685" y="2760"/>
                    <a:pt x="1702" y="2776"/>
                    <a:pt x="1702" y="2792"/>
                  </a:cubicBezTo>
                  <a:lnTo>
                    <a:pt x="1702" y="3010"/>
                  </a:lnTo>
                  <a:lnTo>
                    <a:pt x="1702" y="3467"/>
                  </a:lnTo>
                  <a:cubicBezTo>
                    <a:pt x="1702" y="3483"/>
                    <a:pt x="1685" y="3483"/>
                    <a:pt x="1685" y="3483"/>
                  </a:cubicBezTo>
                  <a:lnTo>
                    <a:pt x="1665" y="3499"/>
                  </a:lnTo>
                  <a:lnTo>
                    <a:pt x="1665" y="3515"/>
                  </a:lnTo>
                  <a:lnTo>
                    <a:pt x="1685" y="3535"/>
                  </a:lnTo>
                  <a:lnTo>
                    <a:pt x="1685" y="3515"/>
                  </a:lnTo>
                  <a:lnTo>
                    <a:pt x="1702" y="3499"/>
                  </a:lnTo>
                  <a:cubicBezTo>
                    <a:pt x="1702" y="3499"/>
                    <a:pt x="1718" y="3483"/>
                    <a:pt x="1718" y="3467"/>
                  </a:cubicBezTo>
                  <a:lnTo>
                    <a:pt x="1718" y="3010"/>
                  </a:lnTo>
                  <a:lnTo>
                    <a:pt x="1718" y="2792"/>
                  </a:lnTo>
                  <a:cubicBezTo>
                    <a:pt x="1718" y="2760"/>
                    <a:pt x="1702" y="2743"/>
                    <a:pt x="1685" y="2727"/>
                  </a:cubicBezTo>
                  <a:lnTo>
                    <a:pt x="1685" y="2707"/>
                  </a:lnTo>
                  <a:cubicBezTo>
                    <a:pt x="1463" y="2356"/>
                    <a:pt x="1229" y="1968"/>
                    <a:pt x="995" y="1580"/>
                  </a:cubicBezTo>
                  <a:cubicBezTo>
                    <a:pt x="910" y="1431"/>
                    <a:pt x="825" y="1293"/>
                    <a:pt x="740" y="1160"/>
                  </a:cubicBezTo>
                  <a:cubicBezTo>
                    <a:pt x="591" y="889"/>
                    <a:pt x="437" y="639"/>
                    <a:pt x="272" y="368"/>
                  </a:cubicBezTo>
                  <a:cubicBezTo>
                    <a:pt x="251" y="336"/>
                    <a:pt x="235" y="304"/>
                    <a:pt x="203" y="267"/>
                  </a:cubicBezTo>
                  <a:cubicBezTo>
                    <a:pt x="150" y="166"/>
                    <a:pt x="102" y="8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1"/>
            <p:cNvSpPr/>
            <p:nvPr/>
          </p:nvSpPr>
          <p:spPr>
            <a:xfrm>
              <a:off x="987021" y="1690011"/>
              <a:ext cx="6456" cy="96842"/>
            </a:xfrm>
            <a:custGeom>
              <a:rect b="b" l="l" r="r" t="t"/>
              <a:pathLst>
                <a:path extrusionOk="0" h="975" w="65">
                  <a:moveTo>
                    <a:pt x="16" y="1"/>
                  </a:moveTo>
                  <a:cubicBezTo>
                    <a:pt x="0" y="1"/>
                    <a:pt x="0" y="1"/>
                    <a:pt x="0" y="17"/>
                  </a:cubicBezTo>
                  <a:cubicBezTo>
                    <a:pt x="16" y="166"/>
                    <a:pt x="16" y="336"/>
                    <a:pt x="16" y="505"/>
                  </a:cubicBezTo>
                  <a:lnTo>
                    <a:pt x="16" y="808"/>
                  </a:lnTo>
                  <a:lnTo>
                    <a:pt x="16" y="841"/>
                  </a:lnTo>
                  <a:cubicBezTo>
                    <a:pt x="16" y="873"/>
                    <a:pt x="16" y="926"/>
                    <a:pt x="49" y="958"/>
                  </a:cubicBezTo>
                  <a:lnTo>
                    <a:pt x="49" y="974"/>
                  </a:lnTo>
                  <a:lnTo>
                    <a:pt x="65" y="958"/>
                  </a:lnTo>
                  <a:lnTo>
                    <a:pt x="65" y="942"/>
                  </a:lnTo>
                  <a:cubicBezTo>
                    <a:pt x="33" y="909"/>
                    <a:pt x="33" y="873"/>
                    <a:pt x="49" y="841"/>
                  </a:cubicBezTo>
                  <a:lnTo>
                    <a:pt x="49" y="808"/>
                  </a:lnTo>
                  <a:cubicBezTo>
                    <a:pt x="33" y="707"/>
                    <a:pt x="33" y="606"/>
                    <a:pt x="49" y="505"/>
                  </a:cubicBezTo>
                  <a:cubicBezTo>
                    <a:pt x="49" y="336"/>
                    <a:pt x="49" y="166"/>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1"/>
            <p:cNvSpPr/>
            <p:nvPr/>
          </p:nvSpPr>
          <p:spPr>
            <a:xfrm>
              <a:off x="1035591" y="3209485"/>
              <a:ext cx="4867" cy="91975"/>
            </a:xfrm>
            <a:custGeom>
              <a:rect b="b" l="l" r="r" t="t"/>
              <a:pathLst>
                <a:path extrusionOk="0" h="926" w="49">
                  <a:moveTo>
                    <a:pt x="16" y="1"/>
                  </a:moveTo>
                  <a:cubicBezTo>
                    <a:pt x="0" y="1"/>
                    <a:pt x="0" y="17"/>
                    <a:pt x="0" y="17"/>
                  </a:cubicBezTo>
                  <a:cubicBezTo>
                    <a:pt x="16" y="154"/>
                    <a:pt x="16" y="288"/>
                    <a:pt x="16" y="405"/>
                  </a:cubicBezTo>
                  <a:lnTo>
                    <a:pt x="16" y="623"/>
                  </a:lnTo>
                  <a:lnTo>
                    <a:pt x="16" y="825"/>
                  </a:lnTo>
                  <a:lnTo>
                    <a:pt x="16" y="910"/>
                  </a:lnTo>
                  <a:cubicBezTo>
                    <a:pt x="16" y="910"/>
                    <a:pt x="16" y="926"/>
                    <a:pt x="32" y="926"/>
                  </a:cubicBezTo>
                  <a:lnTo>
                    <a:pt x="32" y="910"/>
                  </a:lnTo>
                  <a:lnTo>
                    <a:pt x="32" y="825"/>
                  </a:lnTo>
                  <a:cubicBezTo>
                    <a:pt x="32" y="760"/>
                    <a:pt x="49" y="692"/>
                    <a:pt x="32" y="623"/>
                  </a:cubicBezTo>
                  <a:lnTo>
                    <a:pt x="32" y="405"/>
                  </a:lnTo>
                  <a:cubicBezTo>
                    <a:pt x="49" y="288"/>
                    <a:pt x="49" y="154"/>
                    <a:pt x="32" y="17"/>
                  </a:cubicBezTo>
                  <a:cubicBezTo>
                    <a:pt x="32"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1"/>
            <p:cNvSpPr/>
            <p:nvPr/>
          </p:nvSpPr>
          <p:spPr>
            <a:xfrm>
              <a:off x="1792646" y="2873667"/>
              <a:ext cx="5364" cy="50258"/>
            </a:xfrm>
            <a:custGeom>
              <a:rect b="b" l="l" r="r" t="t"/>
              <a:pathLst>
                <a:path extrusionOk="0" h="506" w="54">
                  <a:moveTo>
                    <a:pt x="17" y="1"/>
                  </a:moveTo>
                  <a:cubicBezTo>
                    <a:pt x="1" y="81"/>
                    <a:pt x="1" y="166"/>
                    <a:pt x="17" y="251"/>
                  </a:cubicBezTo>
                  <a:cubicBezTo>
                    <a:pt x="17" y="336"/>
                    <a:pt x="17" y="421"/>
                    <a:pt x="1" y="485"/>
                  </a:cubicBezTo>
                  <a:lnTo>
                    <a:pt x="1" y="506"/>
                  </a:lnTo>
                  <a:lnTo>
                    <a:pt x="17" y="506"/>
                  </a:lnTo>
                  <a:cubicBezTo>
                    <a:pt x="53" y="421"/>
                    <a:pt x="33" y="336"/>
                    <a:pt x="33" y="251"/>
                  </a:cubicBezTo>
                  <a:cubicBezTo>
                    <a:pt x="33" y="166"/>
                    <a:pt x="33" y="81"/>
                    <a:pt x="53" y="17"/>
                  </a:cubicBezTo>
                  <a:cubicBezTo>
                    <a:pt x="53" y="1"/>
                    <a:pt x="5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1"/>
            <p:cNvSpPr/>
            <p:nvPr/>
          </p:nvSpPr>
          <p:spPr>
            <a:xfrm>
              <a:off x="936861" y="2276624"/>
              <a:ext cx="4867" cy="55423"/>
            </a:xfrm>
            <a:custGeom>
              <a:rect b="b" l="l" r="r" t="t"/>
              <a:pathLst>
                <a:path extrusionOk="0" h="558" w="49">
                  <a:moveTo>
                    <a:pt x="16" y="1"/>
                  </a:moveTo>
                  <a:lnTo>
                    <a:pt x="0" y="17"/>
                  </a:lnTo>
                  <a:cubicBezTo>
                    <a:pt x="16" y="85"/>
                    <a:pt x="16" y="154"/>
                    <a:pt x="0" y="219"/>
                  </a:cubicBezTo>
                  <a:cubicBezTo>
                    <a:pt x="0" y="320"/>
                    <a:pt x="0" y="437"/>
                    <a:pt x="16" y="558"/>
                  </a:cubicBezTo>
                  <a:lnTo>
                    <a:pt x="33" y="558"/>
                  </a:lnTo>
                  <a:cubicBezTo>
                    <a:pt x="49" y="558"/>
                    <a:pt x="49" y="558"/>
                    <a:pt x="49" y="538"/>
                  </a:cubicBezTo>
                  <a:cubicBezTo>
                    <a:pt x="33" y="437"/>
                    <a:pt x="33" y="320"/>
                    <a:pt x="33" y="219"/>
                  </a:cubicBezTo>
                  <a:lnTo>
                    <a:pt x="33" y="17"/>
                  </a:lnTo>
                  <a:cubicBezTo>
                    <a:pt x="33" y="17"/>
                    <a:pt x="33"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1"/>
            <p:cNvSpPr/>
            <p:nvPr/>
          </p:nvSpPr>
          <p:spPr>
            <a:xfrm>
              <a:off x="1819563" y="3495640"/>
              <a:ext cx="4966" cy="66647"/>
            </a:xfrm>
            <a:custGeom>
              <a:rect b="b" l="l" r="r" t="t"/>
              <a:pathLst>
                <a:path extrusionOk="0" h="671" w="50">
                  <a:moveTo>
                    <a:pt x="33" y="0"/>
                  </a:moveTo>
                  <a:lnTo>
                    <a:pt x="17" y="16"/>
                  </a:lnTo>
                  <a:cubicBezTo>
                    <a:pt x="1" y="117"/>
                    <a:pt x="1" y="218"/>
                    <a:pt x="17" y="335"/>
                  </a:cubicBezTo>
                  <a:lnTo>
                    <a:pt x="17" y="521"/>
                  </a:lnTo>
                  <a:lnTo>
                    <a:pt x="17" y="570"/>
                  </a:lnTo>
                  <a:cubicBezTo>
                    <a:pt x="17" y="606"/>
                    <a:pt x="17" y="638"/>
                    <a:pt x="1" y="654"/>
                  </a:cubicBezTo>
                  <a:lnTo>
                    <a:pt x="1" y="671"/>
                  </a:lnTo>
                  <a:lnTo>
                    <a:pt x="17" y="671"/>
                  </a:lnTo>
                  <a:cubicBezTo>
                    <a:pt x="49" y="638"/>
                    <a:pt x="33" y="606"/>
                    <a:pt x="33" y="570"/>
                  </a:cubicBezTo>
                  <a:lnTo>
                    <a:pt x="33" y="521"/>
                  </a:lnTo>
                  <a:lnTo>
                    <a:pt x="33" y="335"/>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1"/>
            <p:cNvSpPr/>
            <p:nvPr/>
          </p:nvSpPr>
          <p:spPr>
            <a:xfrm>
              <a:off x="608990" y="2243351"/>
              <a:ext cx="5364" cy="85122"/>
            </a:xfrm>
            <a:custGeom>
              <a:rect b="b" l="l" r="r" t="t"/>
              <a:pathLst>
                <a:path extrusionOk="0" h="857" w="54">
                  <a:moveTo>
                    <a:pt x="1" y="0"/>
                  </a:moveTo>
                  <a:lnTo>
                    <a:pt x="1" y="16"/>
                  </a:lnTo>
                  <a:cubicBezTo>
                    <a:pt x="17" y="150"/>
                    <a:pt x="17" y="303"/>
                    <a:pt x="17" y="437"/>
                  </a:cubicBezTo>
                  <a:cubicBezTo>
                    <a:pt x="17" y="521"/>
                    <a:pt x="1" y="606"/>
                    <a:pt x="17" y="671"/>
                  </a:cubicBezTo>
                  <a:lnTo>
                    <a:pt x="17" y="792"/>
                  </a:lnTo>
                  <a:lnTo>
                    <a:pt x="17" y="840"/>
                  </a:lnTo>
                  <a:lnTo>
                    <a:pt x="17" y="857"/>
                  </a:lnTo>
                  <a:cubicBezTo>
                    <a:pt x="33" y="857"/>
                    <a:pt x="33" y="840"/>
                    <a:pt x="33" y="840"/>
                  </a:cubicBezTo>
                  <a:lnTo>
                    <a:pt x="33" y="792"/>
                  </a:lnTo>
                  <a:lnTo>
                    <a:pt x="33" y="671"/>
                  </a:lnTo>
                  <a:lnTo>
                    <a:pt x="33" y="437"/>
                  </a:lnTo>
                  <a:cubicBezTo>
                    <a:pt x="33" y="303"/>
                    <a:pt x="53" y="150"/>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1"/>
            <p:cNvSpPr/>
            <p:nvPr/>
          </p:nvSpPr>
          <p:spPr>
            <a:xfrm>
              <a:off x="851343" y="2955511"/>
              <a:ext cx="354789" cy="250895"/>
            </a:xfrm>
            <a:custGeom>
              <a:rect b="b" l="l" r="r" t="t"/>
              <a:pathLst>
                <a:path extrusionOk="0" h="2526" w="3572">
                  <a:moveTo>
                    <a:pt x="3552" y="1"/>
                  </a:moveTo>
                  <a:cubicBezTo>
                    <a:pt x="2946" y="219"/>
                    <a:pt x="2340" y="437"/>
                    <a:pt x="1887" y="623"/>
                  </a:cubicBezTo>
                  <a:cubicBezTo>
                    <a:pt x="1532" y="756"/>
                    <a:pt x="1148" y="893"/>
                    <a:pt x="793" y="1027"/>
                  </a:cubicBezTo>
                  <a:cubicBezTo>
                    <a:pt x="643" y="1075"/>
                    <a:pt x="506" y="1128"/>
                    <a:pt x="356" y="1176"/>
                  </a:cubicBezTo>
                  <a:cubicBezTo>
                    <a:pt x="271" y="1213"/>
                    <a:pt x="171" y="1245"/>
                    <a:pt x="86" y="1277"/>
                  </a:cubicBezTo>
                  <a:cubicBezTo>
                    <a:pt x="37" y="1297"/>
                    <a:pt x="1" y="1346"/>
                    <a:pt x="1" y="1415"/>
                  </a:cubicBezTo>
                  <a:lnTo>
                    <a:pt x="1" y="2105"/>
                  </a:lnTo>
                  <a:lnTo>
                    <a:pt x="1" y="2441"/>
                  </a:lnTo>
                  <a:cubicBezTo>
                    <a:pt x="1" y="2457"/>
                    <a:pt x="1" y="2473"/>
                    <a:pt x="17" y="2489"/>
                  </a:cubicBezTo>
                  <a:lnTo>
                    <a:pt x="17" y="2509"/>
                  </a:lnTo>
                  <a:cubicBezTo>
                    <a:pt x="17" y="2509"/>
                    <a:pt x="17" y="2525"/>
                    <a:pt x="37" y="2525"/>
                  </a:cubicBezTo>
                  <a:cubicBezTo>
                    <a:pt x="37" y="2525"/>
                    <a:pt x="53" y="2509"/>
                    <a:pt x="37" y="2509"/>
                  </a:cubicBezTo>
                  <a:lnTo>
                    <a:pt x="37" y="2473"/>
                  </a:lnTo>
                  <a:lnTo>
                    <a:pt x="37" y="2441"/>
                  </a:lnTo>
                  <a:lnTo>
                    <a:pt x="37" y="2105"/>
                  </a:lnTo>
                  <a:lnTo>
                    <a:pt x="37" y="1415"/>
                  </a:lnTo>
                  <a:cubicBezTo>
                    <a:pt x="37" y="1346"/>
                    <a:pt x="53" y="1330"/>
                    <a:pt x="102" y="1297"/>
                  </a:cubicBezTo>
                  <a:cubicBezTo>
                    <a:pt x="187" y="1277"/>
                    <a:pt x="271" y="1245"/>
                    <a:pt x="372" y="1213"/>
                  </a:cubicBezTo>
                  <a:cubicBezTo>
                    <a:pt x="522" y="1160"/>
                    <a:pt x="659" y="1112"/>
                    <a:pt x="809" y="1043"/>
                  </a:cubicBezTo>
                  <a:cubicBezTo>
                    <a:pt x="1164" y="926"/>
                    <a:pt x="1532" y="772"/>
                    <a:pt x="1904" y="639"/>
                  </a:cubicBezTo>
                  <a:cubicBezTo>
                    <a:pt x="2360" y="469"/>
                    <a:pt x="2946" y="235"/>
                    <a:pt x="3572" y="17"/>
                  </a:cubicBezTo>
                  <a:lnTo>
                    <a:pt x="35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1"/>
            <p:cNvSpPr/>
            <p:nvPr/>
          </p:nvSpPr>
          <p:spPr>
            <a:xfrm>
              <a:off x="1841216" y="3077482"/>
              <a:ext cx="4966" cy="61879"/>
            </a:xfrm>
            <a:custGeom>
              <a:rect b="b" l="l" r="r" t="t"/>
              <a:pathLst>
                <a:path extrusionOk="0" h="623" w="50">
                  <a:moveTo>
                    <a:pt x="17" y="1"/>
                  </a:moveTo>
                  <a:cubicBezTo>
                    <a:pt x="1" y="102"/>
                    <a:pt x="1" y="203"/>
                    <a:pt x="1" y="288"/>
                  </a:cubicBezTo>
                  <a:cubicBezTo>
                    <a:pt x="17" y="352"/>
                    <a:pt x="17" y="405"/>
                    <a:pt x="1" y="473"/>
                  </a:cubicBezTo>
                  <a:cubicBezTo>
                    <a:pt x="1" y="490"/>
                    <a:pt x="1" y="506"/>
                    <a:pt x="17" y="506"/>
                  </a:cubicBezTo>
                  <a:cubicBezTo>
                    <a:pt x="17" y="538"/>
                    <a:pt x="17" y="574"/>
                    <a:pt x="1" y="590"/>
                  </a:cubicBezTo>
                  <a:lnTo>
                    <a:pt x="1" y="607"/>
                  </a:lnTo>
                  <a:lnTo>
                    <a:pt x="1" y="623"/>
                  </a:lnTo>
                  <a:lnTo>
                    <a:pt x="17" y="607"/>
                  </a:lnTo>
                  <a:cubicBezTo>
                    <a:pt x="33" y="574"/>
                    <a:pt x="33" y="538"/>
                    <a:pt x="33" y="506"/>
                  </a:cubicBezTo>
                  <a:lnTo>
                    <a:pt x="33" y="473"/>
                  </a:lnTo>
                  <a:lnTo>
                    <a:pt x="33" y="288"/>
                  </a:lnTo>
                  <a:cubicBezTo>
                    <a:pt x="33" y="203"/>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1"/>
            <p:cNvSpPr/>
            <p:nvPr/>
          </p:nvSpPr>
          <p:spPr>
            <a:xfrm>
              <a:off x="1670675" y="2714747"/>
              <a:ext cx="6953" cy="58701"/>
            </a:xfrm>
            <a:custGeom>
              <a:rect b="b" l="l" r="r" t="t"/>
              <a:pathLst>
                <a:path extrusionOk="0" h="591" w="70">
                  <a:moveTo>
                    <a:pt x="49" y="1"/>
                  </a:moveTo>
                  <a:cubicBezTo>
                    <a:pt x="49" y="1"/>
                    <a:pt x="33" y="1"/>
                    <a:pt x="33" y="17"/>
                  </a:cubicBezTo>
                  <a:cubicBezTo>
                    <a:pt x="17" y="102"/>
                    <a:pt x="17" y="187"/>
                    <a:pt x="17" y="267"/>
                  </a:cubicBezTo>
                  <a:cubicBezTo>
                    <a:pt x="17" y="320"/>
                    <a:pt x="33" y="368"/>
                    <a:pt x="17" y="437"/>
                  </a:cubicBezTo>
                  <a:lnTo>
                    <a:pt x="17" y="490"/>
                  </a:lnTo>
                  <a:cubicBezTo>
                    <a:pt x="17" y="522"/>
                    <a:pt x="33" y="538"/>
                    <a:pt x="17" y="570"/>
                  </a:cubicBezTo>
                  <a:cubicBezTo>
                    <a:pt x="1" y="570"/>
                    <a:pt x="17" y="591"/>
                    <a:pt x="17" y="591"/>
                  </a:cubicBezTo>
                  <a:lnTo>
                    <a:pt x="33" y="591"/>
                  </a:lnTo>
                  <a:cubicBezTo>
                    <a:pt x="49" y="554"/>
                    <a:pt x="49" y="522"/>
                    <a:pt x="49" y="469"/>
                  </a:cubicBezTo>
                  <a:lnTo>
                    <a:pt x="49" y="437"/>
                  </a:lnTo>
                  <a:lnTo>
                    <a:pt x="49" y="267"/>
                  </a:lnTo>
                  <a:cubicBezTo>
                    <a:pt x="49" y="187"/>
                    <a:pt x="49" y="102"/>
                    <a:pt x="70" y="17"/>
                  </a:cubicBezTo>
                  <a:cubicBezTo>
                    <a:pt x="70" y="17"/>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1"/>
            <p:cNvSpPr/>
            <p:nvPr/>
          </p:nvSpPr>
          <p:spPr>
            <a:xfrm>
              <a:off x="687655" y="1785065"/>
              <a:ext cx="125348" cy="165873"/>
            </a:xfrm>
            <a:custGeom>
              <a:rect b="b" l="l" r="r" t="t"/>
              <a:pathLst>
                <a:path extrusionOk="0" h="1670" w="1262">
                  <a:moveTo>
                    <a:pt x="1245" y="1"/>
                  </a:moveTo>
                  <a:cubicBezTo>
                    <a:pt x="1180" y="33"/>
                    <a:pt x="1128" y="70"/>
                    <a:pt x="1059" y="86"/>
                  </a:cubicBezTo>
                  <a:cubicBezTo>
                    <a:pt x="926" y="171"/>
                    <a:pt x="792" y="235"/>
                    <a:pt x="655" y="304"/>
                  </a:cubicBezTo>
                  <a:lnTo>
                    <a:pt x="405" y="457"/>
                  </a:lnTo>
                  <a:cubicBezTo>
                    <a:pt x="304" y="522"/>
                    <a:pt x="203" y="575"/>
                    <a:pt x="102" y="623"/>
                  </a:cubicBezTo>
                  <a:lnTo>
                    <a:pt x="85" y="639"/>
                  </a:lnTo>
                  <a:cubicBezTo>
                    <a:pt x="49" y="659"/>
                    <a:pt x="1" y="692"/>
                    <a:pt x="1" y="740"/>
                  </a:cubicBezTo>
                  <a:lnTo>
                    <a:pt x="1" y="1063"/>
                  </a:lnTo>
                  <a:cubicBezTo>
                    <a:pt x="1" y="1265"/>
                    <a:pt x="1" y="1467"/>
                    <a:pt x="17" y="1669"/>
                  </a:cubicBezTo>
                  <a:lnTo>
                    <a:pt x="33" y="1669"/>
                  </a:lnTo>
                  <a:cubicBezTo>
                    <a:pt x="33" y="1669"/>
                    <a:pt x="49" y="1669"/>
                    <a:pt x="49" y="1649"/>
                  </a:cubicBezTo>
                  <a:cubicBezTo>
                    <a:pt x="17" y="1467"/>
                    <a:pt x="33" y="1265"/>
                    <a:pt x="33" y="1063"/>
                  </a:cubicBezTo>
                  <a:lnTo>
                    <a:pt x="33" y="740"/>
                  </a:lnTo>
                  <a:cubicBezTo>
                    <a:pt x="33" y="708"/>
                    <a:pt x="49" y="692"/>
                    <a:pt x="102" y="659"/>
                  </a:cubicBezTo>
                  <a:lnTo>
                    <a:pt x="118" y="659"/>
                  </a:lnTo>
                  <a:cubicBezTo>
                    <a:pt x="219" y="607"/>
                    <a:pt x="320" y="538"/>
                    <a:pt x="421" y="490"/>
                  </a:cubicBezTo>
                  <a:lnTo>
                    <a:pt x="675" y="336"/>
                  </a:lnTo>
                  <a:cubicBezTo>
                    <a:pt x="809" y="255"/>
                    <a:pt x="942" y="187"/>
                    <a:pt x="1079" y="118"/>
                  </a:cubicBezTo>
                  <a:cubicBezTo>
                    <a:pt x="1128" y="86"/>
                    <a:pt x="1196" y="53"/>
                    <a:pt x="1245" y="17"/>
                  </a:cubicBezTo>
                  <a:cubicBezTo>
                    <a:pt x="1261" y="17"/>
                    <a:pt x="1261" y="17"/>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1"/>
            <p:cNvSpPr/>
            <p:nvPr/>
          </p:nvSpPr>
          <p:spPr>
            <a:xfrm>
              <a:off x="1528640" y="2005765"/>
              <a:ext cx="177096" cy="327971"/>
            </a:xfrm>
            <a:custGeom>
              <a:rect b="b" l="l" r="r" t="t"/>
              <a:pathLst>
                <a:path extrusionOk="0" h="3302" w="1783">
                  <a:moveTo>
                    <a:pt x="33" y="1"/>
                  </a:moveTo>
                  <a:cubicBezTo>
                    <a:pt x="17" y="1"/>
                    <a:pt x="17" y="1"/>
                    <a:pt x="17" y="17"/>
                  </a:cubicBezTo>
                  <a:cubicBezTo>
                    <a:pt x="1" y="17"/>
                    <a:pt x="17" y="33"/>
                    <a:pt x="17" y="33"/>
                  </a:cubicBezTo>
                  <a:cubicBezTo>
                    <a:pt x="65" y="53"/>
                    <a:pt x="102" y="102"/>
                    <a:pt x="118" y="154"/>
                  </a:cubicBezTo>
                  <a:lnTo>
                    <a:pt x="134" y="154"/>
                  </a:lnTo>
                  <a:cubicBezTo>
                    <a:pt x="288" y="421"/>
                    <a:pt x="453" y="675"/>
                    <a:pt x="607" y="893"/>
                  </a:cubicBezTo>
                  <a:cubicBezTo>
                    <a:pt x="708" y="1027"/>
                    <a:pt x="793" y="1164"/>
                    <a:pt x="873" y="1281"/>
                  </a:cubicBezTo>
                  <a:cubicBezTo>
                    <a:pt x="1043" y="1532"/>
                    <a:pt x="1213" y="1802"/>
                    <a:pt x="1399" y="2037"/>
                  </a:cubicBezTo>
                  <a:cubicBezTo>
                    <a:pt x="1665" y="2376"/>
                    <a:pt x="1766" y="2728"/>
                    <a:pt x="1718" y="3115"/>
                  </a:cubicBezTo>
                  <a:cubicBezTo>
                    <a:pt x="1701" y="3131"/>
                    <a:pt x="1718" y="3148"/>
                    <a:pt x="1718" y="3164"/>
                  </a:cubicBezTo>
                  <a:cubicBezTo>
                    <a:pt x="1718" y="3216"/>
                    <a:pt x="1718" y="3249"/>
                    <a:pt x="1681" y="3285"/>
                  </a:cubicBezTo>
                  <a:lnTo>
                    <a:pt x="1681" y="3301"/>
                  </a:lnTo>
                  <a:lnTo>
                    <a:pt x="1701" y="3301"/>
                  </a:lnTo>
                  <a:cubicBezTo>
                    <a:pt x="1734" y="3249"/>
                    <a:pt x="1734" y="3216"/>
                    <a:pt x="1734" y="3164"/>
                  </a:cubicBezTo>
                  <a:lnTo>
                    <a:pt x="1734" y="3115"/>
                  </a:lnTo>
                  <a:cubicBezTo>
                    <a:pt x="1782" y="2711"/>
                    <a:pt x="1681" y="2356"/>
                    <a:pt x="1415" y="2021"/>
                  </a:cubicBezTo>
                  <a:cubicBezTo>
                    <a:pt x="1229" y="1786"/>
                    <a:pt x="1059" y="1516"/>
                    <a:pt x="894" y="1281"/>
                  </a:cubicBezTo>
                  <a:cubicBezTo>
                    <a:pt x="809" y="1144"/>
                    <a:pt x="724" y="1011"/>
                    <a:pt x="639" y="877"/>
                  </a:cubicBezTo>
                  <a:cubicBezTo>
                    <a:pt x="469" y="659"/>
                    <a:pt x="304" y="405"/>
                    <a:pt x="150" y="154"/>
                  </a:cubicBezTo>
                  <a:lnTo>
                    <a:pt x="150" y="134"/>
                  </a:lnTo>
                  <a:cubicBezTo>
                    <a:pt x="118" y="86"/>
                    <a:pt x="86" y="3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1"/>
            <p:cNvSpPr/>
            <p:nvPr/>
          </p:nvSpPr>
          <p:spPr>
            <a:xfrm>
              <a:off x="1247848" y="3051558"/>
              <a:ext cx="168952" cy="186532"/>
            </a:xfrm>
            <a:custGeom>
              <a:rect b="b" l="l" r="r" t="t"/>
              <a:pathLst>
                <a:path extrusionOk="0" h="1878" w="1701">
                  <a:moveTo>
                    <a:pt x="1686" y="0"/>
                  </a:moveTo>
                  <a:cubicBezTo>
                    <a:pt x="1683" y="0"/>
                    <a:pt x="1681" y="2"/>
                    <a:pt x="1681" y="7"/>
                  </a:cubicBezTo>
                  <a:lnTo>
                    <a:pt x="1313" y="128"/>
                  </a:lnTo>
                  <a:cubicBezTo>
                    <a:pt x="994" y="246"/>
                    <a:pt x="671" y="363"/>
                    <a:pt x="351" y="480"/>
                  </a:cubicBezTo>
                  <a:cubicBezTo>
                    <a:pt x="267" y="512"/>
                    <a:pt x="186" y="532"/>
                    <a:pt x="85" y="565"/>
                  </a:cubicBezTo>
                  <a:cubicBezTo>
                    <a:pt x="49" y="581"/>
                    <a:pt x="0" y="597"/>
                    <a:pt x="16" y="682"/>
                  </a:cubicBezTo>
                  <a:lnTo>
                    <a:pt x="16" y="1118"/>
                  </a:lnTo>
                  <a:cubicBezTo>
                    <a:pt x="16" y="1340"/>
                    <a:pt x="0" y="1575"/>
                    <a:pt x="16" y="1793"/>
                  </a:cubicBezTo>
                  <a:lnTo>
                    <a:pt x="16" y="1825"/>
                  </a:lnTo>
                  <a:cubicBezTo>
                    <a:pt x="0" y="1845"/>
                    <a:pt x="0" y="1845"/>
                    <a:pt x="0" y="1861"/>
                  </a:cubicBezTo>
                  <a:lnTo>
                    <a:pt x="0" y="1878"/>
                  </a:lnTo>
                  <a:lnTo>
                    <a:pt x="16" y="1878"/>
                  </a:lnTo>
                  <a:lnTo>
                    <a:pt x="16" y="1861"/>
                  </a:lnTo>
                  <a:cubicBezTo>
                    <a:pt x="32" y="1861"/>
                    <a:pt x="32" y="1861"/>
                    <a:pt x="32" y="1845"/>
                  </a:cubicBezTo>
                  <a:cubicBezTo>
                    <a:pt x="49" y="1825"/>
                    <a:pt x="49" y="1809"/>
                    <a:pt x="49" y="1793"/>
                  </a:cubicBezTo>
                  <a:cubicBezTo>
                    <a:pt x="32" y="1575"/>
                    <a:pt x="32" y="1340"/>
                    <a:pt x="32" y="1118"/>
                  </a:cubicBezTo>
                  <a:lnTo>
                    <a:pt x="32" y="682"/>
                  </a:lnTo>
                  <a:cubicBezTo>
                    <a:pt x="32" y="633"/>
                    <a:pt x="49" y="613"/>
                    <a:pt x="101" y="597"/>
                  </a:cubicBezTo>
                  <a:cubicBezTo>
                    <a:pt x="186" y="565"/>
                    <a:pt x="267" y="532"/>
                    <a:pt x="368" y="496"/>
                  </a:cubicBezTo>
                  <a:cubicBezTo>
                    <a:pt x="691" y="379"/>
                    <a:pt x="994" y="278"/>
                    <a:pt x="1313" y="161"/>
                  </a:cubicBezTo>
                  <a:lnTo>
                    <a:pt x="1681" y="27"/>
                  </a:lnTo>
                  <a:cubicBezTo>
                    <a:pt x="1701" y="27"/>
                    <a:pt x="1701" y="7"/>
                    <a:pt x="1701" y="7"/>
                  </a:cubicBezTo>
                  <a:cubicBezTo>
                    <a:pt x="1701" y="7"/>
                    <a:pt x="1692" y="0"/>
                    <a:pt x="1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1"/>
            <p:cNvSpPr/>
            <p:nvPr/>
          </p:nvSpPr>
          <p:spPr>
            <a:xfrm>
              <a:off x="1928324" y="2122969"/>
              <a:ext cx="142134" cy="331150"/>
            </a:xfrm>
            <a:custGeom>
              <a:rect b="b" l="l" r="r" t="t"/>
              <a:pathLst>
                <a:path extrusionOk="0" h="3334" w="1431">
                  <a:moveTo>
                    <a:pt x="0" y="0"/>
                  </a:moveTo>
                  <a:lnTo>
                    <a:pt x="0" y="16"/>
                  </a:lnTo>
                  <a:cubicBezTo>
                    <a:pt x="101" y="85"/>
                    <a:pt x="134" y="166"/>
                    <a:pt x="182" y="267"/>
                  </a:cubicBezTo>
                  <a:cubicBezTo>
                    <a:pt x="202" y="303"/>
                    <a:pt x="218" y="336"/>
                    <a:pt x="235" y="368"/>
                  </a:cubicBezTo>
                  <a:cubicBezTo>
                    <a:pt x="469" y="756"/>
                    <a:pt x="687" y="1144"/>
                    <a:pt x="909" y="1515"/>
                  </a:cubicBezTo>
                  <a:cubicBezTo>
                    <a:pt x="1043" y="1749"/>
                    <a:pt x="1176" y="1968"/>
                    <a:pt x="1313" y="2206"/>
                  </a:cubicBezTo>
                  <a:cubicBezTo>
                    <a:pt x="1362" y="2287"/>
                    <a:pt x="1378" y="2372"/>
                    <a:pt x="1378" y="2440"/>
                  </a:cubicBezTo>
                  <a:cubicBezTo>
                    <a:pt x="1362" y="2525"/>
                    <a:pt x="1362" y="2626"/>
                    <a:pt x="1378" y="2711"/>
                  </a:cubicBezTo>
                  <a:cubicBezTo>
                    <a:pt x="1378" y="2828"/>
                    <a:pt x="1378" y="2961"/>
                    <a:pt x="1346" y="3095"/>
                  </a:cubicBezTo>
                  <a:cubicBezTo>
                    <a:pt x="1346" y="3147"/>
                    <a:pt x="1362" y="3196"/>
                    <a:pt x="1378" y="3248"/>
                  </a:cubicBezTo>
                  <a:cubicBezTo>
                    <a:pt x="1394" y="3281"/>
                    <a:pt x="1394" y="3297"/>
                    <a:pt x="1394" y="3333"/>
                  </a:cubicBezTo>
                  <a:lnTo>
                    <a:pt x="1414" y="3333"/>
                  </a:lnTo>
                  <a:cubicBezTo>
                    <a:pt x="1430" y="3333"/>
                    <a:pt x="1430" y="3333"/>
                    <a:pt x="1430" y="3317"/>
                  </a:cubicBezTo>
                  <a:cubicBezTo>
                    <a:pt x="1430" y="3297"/>
                    <a:pt x="1414" y="3264"/>
                    <a:pt x="1414" y="3248"/>
                  </a:cubicBezTo>
                  <a:cubicBezTo>
                    <a:pt x="1378" y="3196"/>
                    <a:pt x="1362" y="3147"/>
                    <a:pt x="1378" y="3095"/>
                  </a:cubicBezTo>
                  <a:cubicBezTo>
                    <a:pt x="1394" y="2961"/>
                    <a:pt x="1394" y="2828"/>
                    <a:pt x="1394" y="2691"/>
                  </a:cubicBezTo>
                  <a:lnTo>
                    <a:pt x="1394" y="2440"/>
                  </a:lnTo>
                  <a:cubicBezTo>
                    <a:pt x="1414" y="2355"/>
                    <a:pt x="1378" y="2287"/>
                    <a:pt x="1329" y="2186"/>
                  </a:cubicBezTo>
                  <a:cubicBezTo>
                    <a:pt x="1192" y="1968"/>
                    <a:pt x="1059" y="1733"/>
                    <a:pt x="925" y="1499"/>
                  </a:cubicBezTo>
                  <a:cubicBezTo>
                    <a:pt x="707" y="1127"/>
                    <a:pt x="485" y="740"/>
                    <a:pt x="267" y="352"/>
                  </a:cubicBezTo>
                  <a:cubicBezTo>
                    <a:pt x="235" y="319"/>
                    <a:pt x="218" y="287"/>
                    <a:pt x="202" y="251"/>
                  </a:cubicBezTo>
                  <a:cubicBezTo>
                    <a:pt x="166" y="166"/>
                    <a:pt x="117" y="6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1"/>
            <p:cNvSpPr/>
            <p:nvPr/>
          </p:nvSpPr>
          <p:spPr>
            <a:xfrm>
              <a:off x="1923059" y="3136084"/>
              <a:ext cx="148988" cy="282580"/>
            </a:xfrm>
            <a:custGeom>
              <a:rect b="b" l="l" r="r" t="t"/>
              <a:pathLst>
                <a:path extrusionOk="0" h="2845" w="1500">
                  <a:moveTo>
                    <a:pt x="17" y="0"/>
                  </a:moveTo>
                  <a:cubicBezTo>
                    <a:pt x="17" y="0"/>
                    <a:pt x="1" y="0"/>
                    <a:pt x="1" y="17"/>
                  </a:cubicBezTo>
                  <a:cubicBezTo>
                    <a:pt x="1" y="134"/>
                    <a:pt x="86" y="219"/>
                    <a:pt x="154" y="287"/>
                  </a:cubicBezTo>
                  <a:cubicBezTo>
                    <a:pt x="187" y="320"/>
                    <a:pt x="219" y="336"/>
                    <a:pt x="255" y="368"/>
                  </a:cubicBezTo>
                  <a:cubicBezTo>
                    <a:pt x="506" y="691"/>
                    <a:pt x="776" y="1027"/>
                    <a:pt x="1027" y="1330"/>
                  </a:cubicBezTo>
                  <a:cubicBezTo>
                    <a:pt x="1144" y="1479"/>
                    <a:pt x="1265" y="1616"/>
                    <a:pt x="1382" y="1750"/>
                  </a:cubicBezTo>
                  <a:cubicBezTo>
                    <a:pt x="1415" y="1802"/>
                    <a:pt x="1447" y="1867"/>
                    <a:pt x="1447" y="1935"/>
                  </a:cubicBezTo>
                  <a:cubicBezTo>
                    <a:pt x="1431" y="2053"/>
                    <a:pt x="1431" y="2170"/>
                    <a:pt x="1431" y="2287"/>
                  </a:cubicBezTo>
                  <a:lnTo>
                    <a:pt x="1431" y="2558"/>
                  </a:lnTo>
                  <a:lnTo>
                    <a:pt x="1431" y="2574"/>
                  </a:lnTo>
                  <a:cubicBezTo>
                    <a:pt x="1447" y="2590"/>
                    <a:pt x="1447" y="2610"/>
                    <a:pt x="1431" y="2626"/>
                  </a:cubicBezTo>
                  <a:cubicBezTo>
                    <a:pt x="1399" y="2711"/>
                    <a:pt x="1415" y="2776"/>
                    <a:pt x="1483" y="2828"/>
                  </a:cubicBezTo>
                  <a:lnTo>
                    <a:pt x="1500" y="2844"/>
                  </a:lnTo>
                  <a:lnTo>
                    <a:pt x="1500" y="2828"/>
                  </a:lnTo>
                  <a:lnTo>
                    <a:pt x="1500" y="2812"/>
                  </a:lnTo>
                  <a:cubicBezTo>
                    <a:pt x="1431" y="2776"/>
                    <a:pt x="1415" y="2711"/>
                    <a:pt x="1447" y="2642"/>
                  </a:cubicBezTo>
                  <a:cubicBezTo>
                    <a:pt x="1467" y="2610"/>
                    <a:pt x="1467" y="2590"/>
                    <a:pt x="1467" y="2574"/>
                  </a:cubicBezTo>
                  <a:lnTo>
                    <a:pt x="1467" y="2558"/>
                  </a:lnTo>
                  <a:lnTo>
                    <a:pt x="1467" y="2287"/>
                  </a:lnTo>
                  <a:lnTo>
                    <a:pt x="1467" y="1935"/>
                  </a:lnTo>
                  <a:cubicBezTo>
                    <a:pt x="1467" y="1867"/>
                    <a:pt x="1447" y="1802"/>
                    <a:pt x="1399" y="1734"/>
                  </a:cubicBezTo>
                  <a:cubicBezTo>
                    <a:pt x="1281" y="1600"/>
                    <a:pt x="1164" y="1463"/>
                    <a:pt x="1043" y="1313"/>
                  </a:cubicBezTo>
                  <a:cubicBezTo>
                    <a:pt x="793" y="1010"/>
                    <a:pt x="522" y="671"/>
                    <a:pt x="271" y="352"/>
                  </a:cubicBezTo>
                  <a:cubicBezTo>
                    <a:pt x="235" y="320"/>
                    <a:pt x="203" y="287"/>
                    <a:pt x="187" y="267"/>
                  </a:cubicBezTo>
                  <a:cubicBezTo>
                    <a:pt x="102" y="202"/>
                    <a:pt x="33"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1"/>
            <p:cNvSpPr/>
            <p:nvPr/>
          </p:nvSpPr>
          <p:spPr>
            <a:xfrm>
              <a:off x="1033505" y="3042221"/>
              <a:ext cx="6953" cy="97140"/>
            </a:xfrm>
            <a:custGeom>
              <a:rect b="b" l="l" r="r" t="t"/>
              <a:pathLst>
                <a:path extrusionOk="0" h="978" w="70">
                  <a:moveTo>
                    <a:pt x="21" y="0"/>
                  </a:moveTo>
                  <a:cubicBezTo>
                    <a:pt x="1" y="0"/>
                    <a:pt x="1" y="20"/>
                    <a:pt x="1" y="20"/>
                  </a:cubicBezTo>
                  <a:cubicBezTo>
                    <a:pt x="21" y="69"/>
                    <a:pt x="37" y="121"/>
                    <a:pt x="37" y="186"/>
                  </a:cubicBezTo>
                  <a:lnTo>
                    <a:pt x="37" y="760"/>
                  </a:lnTo>
                  <a:lnTo>
                    <a:pt x="37" y="962"/>
                  </a:lnTo>
                  <a:cubicBezTo>
                    <a:pt x="37" y="962"/>
                    <a:pt x="37" y="978"/>
                    <a:pt x="53" y="978"/>
                  </a:cubicBezTo>
                  <a:lnTo>
                    <a:pt x="53" y="962"/>
                  </a:lnTo>
                  <a:lnTo>
                    <a:pt x="53" y="760"/>
                  </a:lnTo>
                  <a:lnTo>
                    <a:pt x="53" y="186"/>
                  </a:lnTo>
                  <a:cubicBezTo>
                    <a:pt x="70" y="121"/>
                    <a:pt x="53" y="6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1"/>
            <p:cNvSpPr/>
            <p:nvPr/>
          </p:nvSpPr>
          <p:spPr>
            <a:xfrm>
              <a:off x="1413125" y="1368993"/>
              <a:ext cx="5264" cy="50258"/>
            </a:xfrm>
            <a:custGeom>
              <a:rect b="b" l="l" r="r" t="t"/>
              <a:pathLst>
                <a:path extrusionOk="0" h="506" w="53">
                  <a:moveTo>
                    <a:pt x="53" y="1"/>
                  </a:moveTo>
                  <a:cubicBezTo>
                    <a:pt x="37" y="1"/>
                    <a:pt x="37" y="1"/>
                    <a:pt x="37" y="17"/>
                  </a:cubicBezTo>
                  <a:cubicBezTo>
                    <a:pt x="0" y="118"/>
                    <a:pt x="0" y="219"/>
                    <a:pt x="0" y="320"/>
                  </a:cubicBezTo>
                  <a:cubicBezTo>
                    <a:pt x="17" y="368"/>
                    <a:pt x="17" y="437"/>
                    <a:pt x="0" y="506"/>
                  </a:cubicBezTo>
                  <a:lnTo>
                    <a:pt x="37" y="506"/>
                  </a:lnTo>
                  <a:lnTo>
                    <a:pt x="37" y="320"/>
                  </a:lnTo>
                  <a:cubicBezTo>
                    <a:pt x="37" y="219"/>
                    <a:pt x="37" y="118"/>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1"/>
            <p:cNvSpPr/>
            <p:nvPr/>
          </p:nvSpPr>
          <p:spPr>
            <a:xfrm>
              <a:off x="1553570" y="2057513"/>
              <a:ext cx="5264" cy="67144"/>
            </a:xfrm>
            <a:custGeom>
              <a:rect b="b" l="l" r="r" t="t"/>
              <a:pathLst>
                <a:path extrusionOk="0" h="676" w="53">
                  <a:moveTo>
                    <a:pt x="16" y="1"/>
                  </a:moveTo>
                  <a:cubicBezTo>
                    <a:pt x="0" y="86"/>
                    <a:pt x="16" y="171"/>
                    <a:pt x="16" y="255"/>
                  </a:cubicBezTo>
                  <a:cubicBezTo>
                    <a:pt x="16" y="389"/>
                    <a:pt x="16" y="522"/>
                    <a:pt x="0" y="659"/>
                  </a:cubicBezTo>
                  <a:cubicBezTo>
                    <a:pt x="0" y="659"/>
                    <a:pt x="0" y="675"/>
                    <a:pt x="16" y="675"/>
                  </a:cubicBezTo>
                  <a:lnTo>
                    <a:pt x="16" y="659"/>
                  </a:ln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1"/>
            <p:cNvSpPr/>
            <p:nvPr/>
          </p:nvSpPr>
          <p:spPr>
            <a:xfrm>
              <a:off x="1861279" y="2196370"/>
              <a:ext cx="6953" cy="58701"/>
            </a:xfrm>
            <a:custGeom>
              <a:rect b="b" l="l" r="r" t="t"/>
              <a:pathLst>
                <a:path extrusionOk="0" h="591" w="70">
                  <a:moveTo>
                    <a:pt x="49" y="1"/>
                  </a:moveTo>
                  <a:cubicBezTo>
                    <a:pt x="49" y="1"/>
                    <a:pt x="33" y="1"/>
                    <a:pt x="33" y="17"/>
                  </a:cubicBezTo>
                  <a:cubicBezTo>
                    <a:pt x="17" y="102"/>
                    <a:pt x="17" y="186"/>
                    <a:pt x="17" y="287"/>
                  </a:cubicBezTo>
                  <a:lnTo>
                    <a:pt x="17" y="457"/>
                  </a:lnTo>
                  <a:lnTo>
                    <a:pt x="17" y="489"/>
                  </a:lnTo>
                  <a:cubicBezTo>
                    <a:pt x="33" y="522"/>
                    <a:pt x="33" y="558"/>
                    <a:pt x="17" y="574"/>
                  </a:cubicBezTo>
                  <a:cubicBezTo>
                    <a:pt x="1" y="590"/>
                    <a:pt x="1" y="590"/>
                    <a:pt x="17" y="590"/>
                  </a:cubicBezTo>
                  <a:lnTo>
                    <a:pt x="33" y="590"/>
                  </a:lnTo>
                  <a:cubicBezTo>
                    <a:pt x="49" y="558"/>
                    <a:pt x="49" y="522"/>
                    <a:pt x="49" y="489"/>
                  </a:cubicBezTo>
                  <a:lnTo>
                    <a:pt x="49" y="457"/>
                  </a:lnTo>
                  <a:lnTo>
                    <a:pt x="49" y="287"/>
                  </a:lnTo>
                  <a:cubicBezTo>
                    <a:pt x="49" y="186"/>
                    <a:pt x="49" y="102"/>
                    <a:pt x="6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1"/>
            <p:cNvSpPr/>
            <p:nvPr/>
          </p:nvSpPr>
          <p:spPr>
            <a:xfrm>
              <a:off x="574127" y="3217927"/>
              <a:ext cx="4867" cy="55125"/>
            </a:xfrm>
            <a:custGeom>
              <a:rect b="b" l="l" r="r" t="t"/>
              <a:pathLst>
                <a:path extrusionOk="0" h="555" w="49">
                  <a:moveTo>
                    <a:pt x="17" y="1"/>
                  </a:moveTo>
                  <a:cubicBezTo>
                    <a:pt x="0" y="1"/>
                    <a:pt x="0" y="17"/>
                    <a:pt x="0" y="17"/>
                  </a:cubicBezTo>
                  <a:cubicBezTo>
                    <a:pt x="17" y="118"/>
                    <a:pt x="17" y="235"/>
                    <a:pt x="17" y="336"/>
                  </a:cubicBezTo>
                  <a:lnTo>
                    <a:pt x="17" y="538"/>
                  </a:lnTo>
                  <a:cubicBezTo>
                    <a:pt x="17" y="554"/>
                    <a:pt x="17" y="554"/>
                    <a:pt x="33" y="554"/>
                  </a:cubicBezTo>
                  <a:lnTo>
                    <a:pt x="33" y="538"/>
                  </a:lnTo>
                  <a:lnTo>
                    <a:pt x="33" y="336"/>
                  </a:lnTo>
                  <a:cubicBezTo>
                    <a:pt x="33" y="235"/>
                    <a:pt x="49" y="11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1"/>
            <p:cNvSpPr/>
            <p:nvPr/>
          </p:nvSpPr>
          <p:spPr>
            <a:xfrm>
              <a:off x="527146" y="3349930"/>
              <a:ext cx="108860" cy="41816"/>
            </a:xfrm>
            <a:custGeom>
              <a:rect b="b" l="l" r="r" t="t"/>
              <a:pathLst>
                <a:path extrusionOk="0" h="421" w="1096">
                  <a:moveTo>
                    <a:pt x="1079" y="1"/>
                  </a:moveTo>
                  <a:cubicBezTo>
                    <a:pt x="942" y="33"/>
                    <a:pt x="825" y="69"/>
                    <a:pt x="724" y="118"/>
                  </a:cubicBezTo>
                  <a:cubicBezTo>
                    <a:pt x="675" y="134"/>
                    <a:pt x="623" y="154"/>
                    <a:pt x="574" y="170"/>
                  </a:cubicBezTo>
                  <a:cubicBezTo>
                    <a:pt x="522" y="186"/>
                    <a:pt x="473" y="203"/>
                    <a:pt x="421" y="219"/>
                  </a:cubicBezTo>
                  <a:cubicBezTo>
                    <a:pt x="271" y="271"/>
                    <a:pt x="134" y="320"/>
                    <a:pt x="1" y="388"/>
                  </a:cubicBezTo>
                  <a:lnTo>
                    <a:pt x="1" y="405"/>
                  </a:lnTo>
                  <a:lnTo>
                    <a:pt x="17" y="421"/>
                  </a:lnTo>
                  <a:lnTo>
                    <a:pt x="17" y="405"/>
                  </a:lnTo>
                  <a:cubicBezTo>
                    <a:pt x="150" y="336"/>
                    <a:pt x="288" y="304"/>
                    <a:pt x="421" y="255"/>
                  </a:cubicBezTo>
                  <a:cubicBezTo>
                    <a:pt x="473" y="235"/>
                    <a:pt x="522" y="219"/>
                    <a:pt x="591" y="203"/>
                  </a:cubicBezTo>
                  <a:cubicBezTo>
                    <a:pt x="639" y="186"/>
                    <a:pt x="675" y="170"/>
                    <a:pt x="724" y="154"/>
                  </a:cubicBezTo>
                  <a:cubicBezTo>
                    <a:pt x="841" y="102"/>
                    <a:pt x="958" y="53"/>
                    <a:pt x="1079" y="33"/>
                  </a:cubicBezTo>
                  <a:cubicBezTo>
                    <a:pt x="1096" y="33"/>
                    <a:pt x="1096" y="33"/>
                    <a:pt x="1096" y="17"/>
                  </a:cubicBezTo>
                  <a:lnTo>
                    <a:pt x="10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1"/>
            <p:cNvSpPr/>
            <p:nvPr/>
          </p:nvSpPr>
          <p:spPr>
            <a:xfrm>
              <a:off x="1530229" y="1434050"/>
              <a:ext cx="193982" cy="424614"/>
            </a:xfrm>
            <a:custGeom>
              <a:rect b="b" l="l" r="r" t="t"/>
              <a:pathLst>
                <a:path extrusionOk="0" h="4275" w="1953">
                  <a:moveTo>
                    <a:pt x="1" y="0"/>
                  </a:moveTo>
                  <a:lnTo>
                    <a:pt x="1" y="16"/>
                  </a:lnTo>
                  <a:cubicBezTo>
                    <a:pt x="102" y="117"/>
                    <a:pt x="150" y="234"/>
                    <a:pt x="219" y="356"/>
                  </a:cubicBezTo>
                  <a:cubicBezTo>
                    <a:pt x="251" y="404"/>
                    <a:pt x="272" y="457"/>
                    <a:pt x="304" y="505"/>
                  </a:cubicBezTo>
                  <a:cubicBezTo>
                    <a:pt x="825" y="1382"/>
                    <a:pt x="1330" y="2254"/>
                    <a:pt x="1718" y="2929"/>
                  </a:cubicBezTo>
                  <a:cubicBezTo>
                    <a:pt x="1750" y="2981"/>
                    <a:pt x="1766" y="3014"/>
                    <a:pt x="1803" y="3062"/>
                  </a:cubicBezTo>
                  <a:cubicBezTo>
                    <a:pt x="1835" y="3131"/>
                    <a:pt x="1867" y="3183"/>
                    <a:pt x="1904" y="3248"/>
                  </a:cubicBezTo>
                  <a:cubicBezTo>
                    <a:pt x="1904" y="3264"/>
                    <a:pt x="1920" y="3301"/>
                    <a:pt x="1920" y="3333"/>
                  </a:cubicBezTo>
                  <a:lnTo>
                    <a:pt x="1920" y="3838"/>
                  </a:lnTo>
                  <a:lnTo>
                    <a:pt x="1920" y="4157"/>
                  </a:lnTo>
                  <a:cubicBezTo>
                    <a:pt x="1920" y="4193"/>
                    <a:pt x="1920" y="4210"/>
                    <a:pt x="1904" y="4226"/>
                  </a:cubicBezTo>
                  <a:lnTo>
                    <a:pt x="1904" y="4258"/>
                  </a:lnTo>
                  <a:lnTo>
                    <a:pt x="1904" y="4274"/>
                  </a:lnTo>
                  <a:lnTo>
                    <a:pt x="1920" y="4258"/>
                  </a:lnTo>
                  <a:lnTo>
                    <a:pt x="1936" y="4242"/>
                  </a:lnTo>
                  <a:cubicBezTo>
                    <a:pt x="1936" y="4210"/>
                    <a:pt x="1952" y="4193"/>
                    <a:pt x="1952" y="4157"/>
                  </a:cubicBezTo>
                  <a:lnTo>
                    <a:pt x="1952" y="3838"/>
                  </a:lnTo>
                  <a:lnTo>
                    <a:pt x="1952" y="3349"/>
                  </a:lnTo>
                  <a:cubicBezTo>
                    <a:pt x="1952" y="3301"/>
                    <a:pt x="1936" y="3248"/>
                    <a:pt x="1920" y="3232"/>
                  </a:cubicBezTo>
                  <a:cubicBezTo>
                    <a:pt x="1887" y="3163"/>
                    <a:pt x="1851" y="3115"/>
                    <a:pt x="1819" y="3046"/>
                  </a:cubicBezTo>
                  <a:cubicBezTo>
                    <a:pt x="1803" y="3014"/>
                    <a:pt x="1766" y="2961"/>
                    <a:pt x="1750" y="2913"/>
                  </a:cubicBezTo>
                  <a:cubicBezTo>
                    <a:pt x="1362" y="2254"/>
                    <a:pt x="841" y="1366"/>
                    <a:pt x="320" y="489"/>
                  </a:cubicBezTo>
                  <a:cubicBezTo>
                    <a:pt x="304" y="436"/>
                    <a:pt x="272" y="388"/>
                    <a:pt x="251" y="335"/>
                  </a:cubicBezTo>
                  <a:cubicBezTo>
                    <a:pt x="187" y="218"/>
                    <a:pt x="118"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1"/>
            <p:cNvSpPr/>
            <p:nvPr/>
          </p:nvSpPr>
          <p:spPr>
            <a:xfrm>
              <a:off x="1643857" y="2679487"/>
              <a:ext cx="6853" cy="61879"/>
            </a:xfrm>
            <a:custGeom>
              <a:rect b="b" l="l" r="r" t="t"/>
              <a:pathLst>
                <a:path extrusionOk="0" h="623" w="69">
                  <a:moveTo>
                    <a:pt x="53" y="0"/>
                  </a:moveTo>
                  <a:cubicBezTo>
                    <a:pt x="53" y="0"/>
                    <a:pt x="37" y="0"/>
                    <a:pt x="37" y="17"/>
                  </a:cubicBezTo>
                  <a:cubicBezTo>
                    <a:pt x="16" y="101"/>
                    <a:pt x="16" y="202"/>
                    <a:pt x="16" y="303"/>
                  </a:cubicBezTo>
                  <a:lnTo>
                    <a:pt x="16" y="473"/>
                  </a:lnTo>
                  <a:lnTo>
                    <a:pt x="16" y="521"/>
                  </a:lnTo>
                  <a:cubicBezTo>
                    <a:pt x="16" y="558"/>
                    <a:pt x="37" y="574"/>
                    <a:pt x="16" y="606"/>
                  </a:cubicBezTo>
                  <a:cubicBezTo>
                    <a:pt x="0" y="606"/>
                    <a:pt x="0" y="622"/>
                    <a:pt x="16" y="622"/>
                  </a:cubicBezTo>
                  <a:lnTo>
                    <a:pt x="37" y="622"/>
                  </a:lnTo>
                  <a:cubicBezTo>
                    <a:pt x="53" y="590"/>
                    <a:pt x="53" y="558"/>
                    <a:pt x="53" y="521"/>
                  </a:cubicBezTo>
                  <a:lnTo>
                    <a:pt x="53" y="473"/>
                  </a:lnTo>
                  <a:lnTo>
                    <a:pt x="53" y="303"/>
                  </a:lnTo>
                  <a:cubicBezTo>
                    <a:pt x="53" y="202"/>
                    <a:pt x="53" y="117"/>
                    <a:pt x="69"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1"/>
            <p:cNvSpPr/>
            <p:nvPr/>
          </p:nvSpPr>
          <p:spPr>
            <a:xfrm>
              <a:off x="1252616" y="3179787"/>
              <a:ext cx="165773" cy="75189"/>
            </a:xfrm>
            <a:custGeom>
              <a:rect b="b" l="l" r="r" t="t"/>
              <a:pathLst>
                <a:path extrusionOk="0" h="757" w="1669">
                  <a:moveTo>
                    <a:pt x="1571" y="1"/>
                  </a:moveTo>
                  <a:cubicBezTo>
                    <a:pt x="1551" y="1"/>
                    <a:pt x="1525" y="5"/>
                    <a:pt x="1499" y="13"/>
                  </a:cubicBezTo>
                  <a:cubicBezTo>
                    <a:pt x="1249" y="82"/>
                    <a:pt x="994" y="166"/>
                    <a:pt x="760" y="251"/>
                  </a:cubicBezTo>
                  <a:lnTo>
                    <a:pt x="303" y="401"/>
                  </a:lnTo>
                  <a:cubicBezTo>
                    <a:pt x="239" y="417"/>
                    <a:pt x="170" y="433"/>
                    <a:pt x="101" y="469"/>
                  </a:cubicBezTo>
                  <a:lnTo>
                    <a:pt x="17" y="486"/>
                  </a:lnTo>
                  <a:lnTo>
                    <a:pt x="1" y="502"/>
                  </a:lnTo>
                  <a:cubicBezTo>
                    <a:pt x="1" y="518"/>
                    <a:pt x="17" y="518"/>
                    <a:pt x="17" y="518"/>
                  </a:cubicBezTo>
                  <a:lnTo>
                    <a:pt x="118" y="486"/>
                  </a:lnTo>
                  <a:cubicBezTo>
                    <a:pt x="186" y="469"/>
                    <a:pt x="255" y="453"/>
                    <a:pt x="320" y="417"/>
                  </a:cubicBezTo>
                  <a:cubicBezTo>
                    <a:pt x="473" y="368"/>
                    <a:pt x="606" y="332"/>
                    <a:pt x="760" y="284"/>
                  </a:cubicBezTo>
                  <a:cubicBezTo>
                    <a:pt x="1010" y="199"/>
                    <a:pt x="1265" y="114"/>
                    <a:pt x="1499" y="29"/>
                  </a:cubicBezTo>
                  <a:cubicBezTo>
                    <a:pt x="1514" y="24"/>
                    <a:pt x="1528" y="22"/>
                    <a:pt x="1540" y="22"/>
                  </a:cubicBezTo>
                  <a:cubicBezTo>
                    <a:pt x="1570" y="22"/>
                    <a:pt x="1593" y="35"/>
                    <a:pt x="1616" y="49"/>
                  </a:cubicBezTo>
                  <a:cubicBezTo>
                    <a:pt x="1633" y="65"/>
                    <a:pt x="1633" y="82"/>
                    <a:pt x="1633" y="114"/>
                  </a:cubicBezTo>
                  <a:cubicBezTo>
                    <a:pt x="1633" y="267"/>
                    <a:pt x="1616" y="417"/>
                    <a:pt x="1600" y="554"/>
                  </a:cubicBezTo>
                  <a:cubicBezTo>
                    <a:pt x="1600" y="619"/>
                    <a:pt x="1584" y="671"/>
                    <a:pt x="1584" y="736"/>
                  </a:cubicBezTo>
                  <a:cubicBezTo>
                    <a:pt x="1584" y="736"/>
                    <a:pt x="1584" y="756"/>
                    <a:pt x="1600" y="756"/>
                  </a:cubicBezTo>
                  <a:lnTo>
                    <a:pt x="1616" y="736"/>
                  </a:lnTo>
                  <a:cubicBezTo>
                    <a:pt x="1616" y="671"/>
                    <a:pt x="1616" y="619"/>
                    <a:pt x="1633" y="554"/>
                  </a:cubicBezTo>
                  <a:cubicBezTo>
                    <a:pt x="1633" y="417"/>
                    <a:pt x="1653" y="267"/>
                    <a:pt x="1669" y="114"/>
                  </a:cubicBezTo>
                  <a:cubicBezTo>
                    <a:pt x="1669" y="82"/>
                    <a:pt x="1653" y="49"/>
                    <a:pt x="1616" y="13"/>
                  </a:cubicBezTo>
                  <a:cubicBezTo>
                    <a:pt x="1608" y="5"/>
                    <a:pt x="1592" y="1"/>
                    <a:pt x="15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1"/>
            <p:cNvSpPr/>
            <p:nvPr/>
          </p:nvSpPr>
          <p:spPr>
            <a:xfrm>
              <a:off x="1132234" y="3515704"/>
              <a:ext cx="5364" cy="96743"/>
            </a:xfrm>
            <a:custGeom>
              <a:rect b="b" l="l" r="r" t="t"/>
              <a:pathLst>
                <a:path extrusionOk="0" h="974" w="54">
                  <a:moveTo>
                    <a:pt x="17" y="0"/>
                  </a:moveTo>
                  <a:cubicBezTo>
                    <a:pt x="1" y="0"/>
                    <a:pt x="1" y="16"/>
                    <a:pt x="1" y="16"/>
                  </a:cubicBezTo>
                  <a:cubicBezTo>
                    <a:pt x="17" y="166"/>
                    <a:pt x="17" y="303"/>
                    <a:pt x="17" y="452"/>
                  </a:cubicBezTo>
                  <a:cubicBezTo>
                    <a:pt x="17" y="537"/>
                    <a:pt x="1" y="622"/>
                    <a:pt x="17" y="723"/>
                  </a:cubicBezTo>
                  <a:lnTo>
                    <a:pt x="17" y="788"/>
                  </a:lnTo>
                  <a:cubicBezTo>
                    <a:pt x="1" y="856"/>
                    <a:pt x="1" y="909"/>
                    <a:pt x="37" y="957"/>
                  </a:cubicBezTo>
                  <a:lnTo>
                    <a:pt x="37" y="974"/>
                  </a:lnTo>
                  <a:cubicBezTo>
                    <a:pt x="53" y="974"/>
                    <a:pt x="53" y="957"/>
                    <a:pt x="53" y="957"/>
                  </a:cubicBezTo>
                  <a:cubicBezTo>
                    <a:pt x="37" y="909"/>
                    <a:pt x="37" y="856"/>
                    <a:pt x="37" y="788"/>
                  </a:cubicBezTo>
                  <a:lnTo>
                    <a:pt x="37" y="723"/>
                  </a:lnTo>
                  <a:lnTo>
                    <a:pt x="37" y="452"/>
                  </a:lnTo>
                  <a:cubicBezTo>
                    <a:pt x="37" y="303"/>
                    <a:pt x="53" y="149"/>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1"/>
            <p:cNvSpPr/>
            <p:nvPr/>
          </p:nvSpPr>
          <p:spPr>
            <a:xfrm>
              <a:off x="1523475" y="3701044"/>
              <a:ext cx="50258" cy="33373"/>
            </a:xfrm>
            <a:custGeom>
              <a:rect b="b" l="l" r="r" t="t"/>
              <a:pathLst>
                <a:path extrusionOk="0" h="336" w="506">
                  <a:moveTo>
                    <a:pt x="0" y="0"/>
                  </a:moveTo>
                  <a:cubicBezTo>
                    <a:pt x="0" y="17"/>
                    <a:pt x="0" y="17"/>
                    <a:pt x="16" y="17"/>
                  </a:cubicBezTo>
                  <a:cubicBezTo>
                    <a:pt x="101" y="69"/>
                    <a:pt x="186" y="134"/>
                    <a:pt x="255" y="202"/>
                  </a:cubicBezTo>
                  <a:cubicBezTo>
                    <a:pt x="287" y="235"/>
                    <a:pt x="340" y="271"/>
                    <a:pt x="372" y="303"/>
                  </a:cubicBezTo>
                  <a:cubicBezTo>
                    <a:pt x="404" y="319"/>
                    <a:pt x="441" y="336"/>
                    <a:pt x="489" y="336"/>
                  </a:cubicBezTo>
                  <a:cubicBezTo>
                    <a:pt x="505" y="336"/>
                    <a:pt x="505" y="336"/>
                    <a:pt x="505" y="319"/>
                  </a:cubicBezTo>
                  <a:cubicBezTo>
                    <a:pt x="505" y="319"/>
                    <a:pt x="505" y="303"/>
                    <a:pt x="489" y="303"/>
                  </a:cubicBezTo>
                  <a:cubicBezTo>
                    <a:pt x="457" y="303"/>
                    <a:pt x="420" y="303"/>
                    <a:pt x="388" y="271"/>
                  </a:cubicBezTo>
                  <a:cubicBezTo>
                    <a:pt x="356" y="255"/>
                    <a:pt x="303" y="202"/>
                    <a:pt x="271" y="170"/>
                  </a:cubicBezTo>
                  <a:cubicBezTo>
                    <a:pt x="202" y="101"/>
                    <a:pt x="117" y="3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1"/>
            <p:cNvSpPr/>
            <p:nvPr/>
          </p:nvSpPr>
          <p:spPr>
            <a:xfrm>
              <a:off x="700865" y="3038944"/>
              <a:ext cx="5364" cy="58701"/>
            </a:xfrm>
            <a:custGeom>
              <a:rect b="b" l="l" r="r" t="t"/>
              <a:pathLst>
                <a:path extrusionOk="0" h="591" w="54">
                  <a:moveTo>
                    <a:pt x="17" y="1"/>
                  </a:moveTo>
                  <a:lnTo>
                    <a:pt x="1" y="17"/>
                  </a:lnTo>
                  <a:lnTo>
                    <a:pt x="1" y="219"/>
                  </a:lnTo>
                  <a:cubicBezTo>
                    <a:pt x="1" y="336"/>
                    <a:pt x="1" y="457"/>
                    <a:pt x="17" y="575"/>
                  </a:cubicBezTo>
                  <a:cubicBezTo>
                    <a:pt x="17" y="575"/>
                    <a:pt x="17" y="591"/>
                    <a:pt x="37" y="591"/>
                  </a:cubicBezTo>
                  <a:lnTo>
                    <a:pt x="53" y="575"/>
                  </a:lnTo>
                  <a:cubicBezTo>
                    <a:pt x="17" y="457"/>
                    <a:pt x="37" y="336"/>
                    <a:pt x="37" y="219"/>
                  </a:cubicBezTo>
                  <a:lnTo>
                    <a:pt x="3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1"/>
            <p:cNvSpPr/>
            <p:nvPr/>
          </p:nvSpPr>
          <p:spPr>
            <a:xfrm>
              <a:off x="1342902" y="1323700"/>
              <a:ext cx="3675" cy="68733"/>
            </a:xfrm>
            <a:custGeom>
              <a:rect b="b" l="l" r="r" t="t"/>
              <a:pathLst>
                <a:path extrusionOk="0" h="692" w="37">
                  <a:moveTo>
                    <a:pt x="17" y="0"/>
                  </a:moveTo>
                  <a:cubicBezTo>
                    <a:pt x="0" y="0"/>
                    <a:pt x="0" y="16"/>
                    <a:pt x="0" y="16"/>
                  </a:cubicBezTo>
                  <a:lnTo>
                    <a:pt x="0" y="271"/>
                  </a:lnTo>
                  <a:cubicBezTo>
                    <a:pt x="0" y="404"/>
                    <a:pt x="0" y="538"/>
                    <a:pt x="17" y="675"/>
                  </a:cubicBezTo>
                  <a:lnTo>
                    <a:pt x="17" y="691"/>
                  </a:lnTo>
                  <a:lnTo>
                    <a:pt x="37" y="691"/>
                  </a:lnTo>
                  <a:lnTo>
                    <a:pt x="37" y="675"/>
                  </a:lnTo>
                  <a:cubicBezTo>
                    <a:pt x="17" y="538"/>
                    <a:pt x="17" y="404"/>
                    <a:pt x="17" y="271"/>
                  </a:cubicBezTo>
                  <a:cubicBezTo>
                    <a:pt x="37" y="186"/>
                    <a:pt x="37" y="101"/>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1"/>
            <p:cNvSpPr/>
            <p:nvPr/>
          </p:nvSpPr>
          <p:spPr>
            <a:xfrm>
              <a:off x="851343" y="2776527"/>
              <a:ext cx="356477" cy="262516"/>
            </a:xfrm>
            <a:custGeom>
              <a:rect b="b" l="l" r="r" t="t"/>
              <a:pathLst>
                <a:path extrusionOk="0" h="2643" w="3589">
                  <a:moveTo>
                    <a:pt x="3552" y="1"/>
                  </a:moveTo>
                  <a:lnTo>
                    <a:pt x="3552" y="33"/>
                  </a:lnTo>
                  <a:cubicBezTo>
                    <a:pt x="3552" y="49"/>
                    <a:pt x="3552" y="70"/>
                    <a:pt x="3519" y="70"/>
                  </a:cubicBezTo>
                  <a:cubicBezTo>
                    <a:pt x="2663" y="405"/>
                    <a:pt x="1887" y="708"/>
                    <a:pt x="1128" y="1011"/>
                  </a:cubicBezTo>
                  <a:cubicBezTo>
                    <a:pt x="978" y="1080"/>
                    <a:pt x="809" y="1144"/>
                    <a:pt x="643" y="1197"/>
                  </a:cubicBezTo>
                  <a:cubicBezTo>
                    <a:pt x="473" y="1261"/>
                    <a:pt x="288" y="1346"/>
                    <a:pt x="102" y="1415"/>
                  </a:cubicBezTo>
                  <a:cubicBezTo>
                    <a:pt x="37" y="1447"/>
                    <a:pt x="1" y="1463"/>
                    <a:pt x="1" y="1532"/>
                  </a:cubicBezTo>
                  <a:lnTo>
                    <a:pt x="1" y="2611"/>
                  </a:lnTo>
                  <a:cubicBezTo>
                    <a:pt x="1" y="2611"/>
                    <a:pt x="1" y="2627"/>
                    <a:pt x="17" y="2627"/>
                  </a:cubicBezTo>
                  <a:lnTo>
                    <a:pt x="17" y="2643"/>
                  </a:lnTo>
                  <a:lnTo>
                    <a:pt x="37" y="2643"/>
                  </a:lnTo>
                  <a:cubicBezTo>
                    <a:pt x="37" y="2643"/>
                    <a:pt x="53" y="2627"/>
                    <a:pt x="37" y="2627"/>
                  </a:cubicBezTo>
                  <a:lnTo>
                    <a:pt x="37" y="2611"/>
                  </a:lnTo>
                  <a:lnTo>
                    <a:pt x="37" y="1532"/>
                  </a:lnTo>
                  <a:cubicBezTo>
                    <a:pt x="37" y="1484"/>
                    <a:pt x="53" y="1463"/>
                    <a:pt x="118" y="1431"/>
                  </a:cubicBezTo>
                  <a:cubicBezTo>
                    <a:pt x="288" y="1362"/>
                    <a:pt x="473" y="1298"/>
                    <a:pt x="659" y="1229"/>
                  </a:cubicBezTo>
                  <a:cubicBezTo>
                    <a:pt x="809" y="1160"/>
                    <a:pt x="978" y="1096"/>
                    <a:pt x="1148" y="1027"/>
                  </a:cubicBezTo>
                  <a:cubicBezTo>
                    <a:pt x="1904" y="724"/>
                    <a:pt x="2679" y="421"/>
                    <a:pt x="3536" y="102"/>
                  </a:cubicBezTo>
                  <a:cubicBezTo>
                    <a:pt x="3588" y="86"/>
                    <a:pt x="3588" y="49"/>
                    <a:pt x="3588" y="33"/>
                  </a:cubicBezTo>
                  <a:lnTo>
                    <a:pt x="3588" y="17"/>
                  </a:lnTo>
                  <a:cubicBezTo>
                    <a:pt x="3588" y="17"/>
                    <a:pt x="3588" y="1"/>
                    <a:pt x="3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1"/>
            <p:cNvSpPr/>
            <p:nvPr/>
          </p:nvSpPr>
          <p:spPr>
            <a:xfrm>
              <a:off x="981756" y="2562680"/>
              <a:ext cx="6953" cy="85221"/>
            </a:xfrm>
            <a:custGeom>
              <a:rect b="b" l="l" r="r" t="t"/>
              <a:pathLst>
                <a:path extrusionOk="0" h="858" w="70">
                  <a:moveTo>
                    <a:pt x="37" y="1"/>
                  </a:moveTo>
                  <a:cubicBezTo>
                    <a:pt x="17" y="1"/>
                    <a:pt x="17" y="17"/>
                    <a:pt x="17" y="17"/>
                  </a:cubicBezTo>
                  <a:lnTo>
                    <a:pt x="17" y="203"/>
                  </a:lnTo>
                  <a:lnTo>
                    <a:pt x="17" y="708"/>
                  </a:lnTo>
                  <a:lnTo>
                    <a:pt x="17" y="740"/>
                  </a:lnTo>
                  <a:cubicBezTo>
                    <a:pt x="17" y="772"/>
                    <a:pt x="1" y="825"/>
                    <a:pt x="53" y="857"/>
                  </a:cubicBezTo>
                  <a:lnTo>
                    <a:pt x="69" y="857"/>
                  </a:lnTo>
                  <a:lnTo>
                    <a:pt x="69" y="825"/>
                  </a:lnTo>
                  <a:cubicBezTo>
                    <a:pt x="37" y="809"/>
                    <a:pt x="37" y="772"/>
                    <a:pt x="37" y="740"/>
                  </a:cubicBezTo>
                  <a:lnTo>
                    <a:pt x="37" y="708"/>
                  </a:lnTo>
                  <a:lnTo>
                    <a:pt x="37" y="203"/>
                  </a:ln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1"/>
            <p:cNvSpPr/>
            <p:nvPr/>
          </p:nvSpPr>
          <p:spPr>
            <a:xfrm>
              <a:off x="1413125" y="2468818"/>
              <a:ext cx="5264" cy="55423"/>
            </a:xfrm>
            <a:custGeom>
              <a:rect b="b" l="l" r="r" t="t"/>
              <a:pathLst>
                <a:path extrusionOk="0" h="558" w="53">
                  <a:moveTo>
                    <a:pt x="37" y="1"/>
                  </a:moveTo>
                  <a:cubicBezTo>
                    <a:pt x="37" y="1"/>
                    <a:pt x="17" y="1"/>
                    <a:pt x="17" y="17"/>
                  </a:cubicBezTo>
                  <a:cubicBezTo>
                    <a:pt x="0" y="202"/>
                    <a:pt x="0" y="372"/>
                    <a:pt x="17" y="542"/>
                  </a:cubicBezTo>
                  <a:cubicBezTo>
                    <a:pt x="17" y="558"/>
                    <a:pt x="37" y="558"/>
                    <a:pt x="37" y="558"/>
                  </a:cubicBezTo>
                  <a:cubicBezTo>
                    <a:pt x="53" y="558"/>
                    <a:pt x="53" y="558"/>
                    <a:pt x="53" y="542"/>
                  </a:cubicBezTo>
                  <a:cubicBezTo>
                    <a:pt x="17" y="372"/>
                    <a:pt x="17" y="2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1"/>
            <p:cNvSpPr/>
            <p:nvPr/>
          </p:nvSpPr>
          <p:spPr>
            <a:xfrm>
              <a:off x="1520197" y="2997227"/>
              <a:ext cx="183950" cy="291022"/>
            </a:xfrm>
            <a:custGeom>
              <a:rect b="b" l="l" r="r" t="t"/>
              <a:pathLst>
                <a:path extrusionOk="0" h="2930" w="1852">
                  <a:moveTo>
                    <a:pt x="70" y="1"/>
                  </a:moveTo>
                  <a:cubicBezTo>
                    <a:pt x="70" y="1"/>
                    <a:pt x="49" y="1"/>
                    <a:pt x="49" y="17"/>
                  </a:cubicBezTo>
                  <a:cubicBezTo>
                    <a:pt x="1" y="134"/>
                    <a:pt x="1" y="251"/>
                    <a:pt x="134" y="372"/>
                  </a:cubicBezTo>
                  <a:cubicBezTo>
                    <a:pt x="336" y="574"/>
                    <a:pt x="538" y="793"/>
                    <a:pt x="724" y="1011"/>
                  </a:cubicBezTo>
                  <a:cubicBezTo>
                    <a:pt x="825" y="1096"/>
                    <a:pt x="910" y="1197"/>
                    <a:pt x="995" y="1281"/>
                  </a:cubicBezTo>
                  <a:cubicBezTo>
                    <a:pt x="1043" y="1346"/>
                    <a:pt x="1096" y="1415"/>
                    <a:pt x="1160" y="1463"/>
                  </a:cubicBezTo>
                  <a:cubicBezTo>
                    <a:pt x="1298" y="1617"/>
                    <a:pt x="1431" y="1786"/>
                    <a:pt x="1585" y="1920"/>
                  </a:cubicBezTo>
                  <a:cubicBezTo>
                    <a:pt x="1750" y="2069"/>
                    <a:pt x="1819" y="2239"/>
                    <a:pt x="1803" y="2509"/>
                  </a:cubicBezTo>
                  <a:cubicBezTo>
                    <a:pt x="1786" y="2558"/>
                    <a:pt x="1786" y="2610"/>
                    <a:pt x="1803" y="2659"/>
                  </a:cubicBezTo>
                  <a:cubicBezTo>
                    <a:pt x="1803" y="2744"/>
                    <a:pt x="1803" y="2829"/>
                    <a:pt x="1766" y="2913"/>
                  </a:cubicBezTo>
                  <a:lnTo>
                    <a:pt x="1766" y="2930"/>
                  </a:lnTo>
                  <a:lnTo>
                    <a:pt x="1786" y="2930"/>
                  </a:lnTo>
                  <a:cubicBezTo>
                    <a:pt x="1835" y="2829"/>
                    <a:pt x="1819" y="2744"/>
                    <a:pt x="1819" y="2659"/>
                  </a:cubicBezTo>
                  <a:lnTo>
                    <a:pt x="1819" y="2509"/>
                  </a:lnTo>
                  <a:cubicBezTo>
                    <a:pt x="1851" y="2239"/>
                    <a:pt x="1786" y="2053"/>
                    <a:pt x="1601" y="1903"/>
                  </a:cubicBezTo>
                  <a:cubicBezTo>
                    <a:pt x="1447" y="1766"/>
                    <a:pt x="1314" y="1600"/>
                    <a:pt x="1181" y="1447"/>
                  </a:cubicBezTo>
                  <a:cubicBezTo>
                    <a:pt x="1128" y="1398"/>
                    <a:pt x="1059" y="1330"/>
                    <a:pt x="1011" y="1261"/>
                  </a:cubicBezTo>
                  <a:cubicBezTo>
                    <a:pt x="926" y="1180"/>
                    <a:pt x="841" y="1079"/>
                    <a:pt x="756" y="995"/>
                  </a:cubicBezTo>
                  <a:cubicBezTo>
                    <a:pt x="554" y="776"/>
                    <a:pt x="352" y="554"/>
                    <a:pt x="150" y="352"/>
                  </a:cubicBezTo>
                  <a:cubicBezTo>
                    <a:pt x="33" y="235"/>
                    <a:pt x="33" y="134"/>
                    <a:pt x="86" y="17"/>
                  </a:cubicBezTo>
                  <a:cubicBezTo>
                    <a:pt x="86" y="17"/>
                    <a:pt x="70" y="17"/>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1"/>
            <p:cNvSpPr/>
            <p:nvPr/>
          </p:nvSpPr>
          <p:spPr>
            <a:xfrm>
              <a:off x="1583666" y="3100823"/>
              <a:ext cx="3675" cy="61879"/>
            </a:xfrm>
            <a:custGeom>
              <a:rect b="b" l="l" r="r" t="t"/>
              <a:pathLst>
                <a:path extrusionOk="0" h="623" w="37">
                  <a:moveTo>
                    <a:pt x="16" y="0"/>
                  </a:moveTo>
                  <a:lnTo>
                    <a:pt x="0" y="16"/>
                  </a:lnTo>
                  <a:lnTo>
                    <a:pt x="0" y="606"/>
                  </a:lnTo>
                  <a:cubicBezTo>
                    <a:pt x="0" y="622"/>
                    <a:pt x="16" y="622"/>
                    <a:pt x="16" y="622"/>
                  </a:cubicBezTo>
                  <a:cubicBezTo>
                    <a:pt x="37" y="622"/>
                    <a:pt x="37" y="622"/>
                    <a:pt x="37" y="606"/>
                  </a:cubicBezTo>
                  <a:lnTo>
                    <a:pt x="37" y="16"/>
                  </a:lnTo>
                  <a:cubicBezTo>
                    <a:pt x="37" y="16"/>
                    <a:pt x="37"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1"/>
            <p:cNvSpPr/>
            <p:nvPr/>
          </p:nvSpPr>
          <p:spPr>
            <a:xfrm>
              <a:off x="1859690" y="3252890"/>
              <a:ext cx="4867" cy="57013"/>
            </a:xfrm>
            <a:custGeom>
              <a:rect b="b" l="l" r="r" t="t"/>
              <a:pathLst>
                <a:path extrusionOk="0" h="574" w="49">
                  <a:moveTo>
                    <a:pt x="33" y="0"/>
                  </a:moveTo>
                  <a:cubicBezTo>
                    <a:pt x="1" y="101"/>
                    <a:pt x="17" y="186"/>
                    <a:pt x="17" y="271"/>
                  </a:cubicBezTo>
                  <a:lnTo>
                    <a:pt x="17" y="424"/>
                  </a:lnTo>
                  <a:lnTo>
                    <a:pt x="17" y="473"/>
                  </a:lnTo>
                  <a:cubicBezTo>
                    <a:pt x="17" y="505"/>
                    <a:pt x="17" y="541"/>
                    <a:pt x="1" y="558"/>
                  </a:cubicBezTo>
                  <a:lnTo>
                    <a:pt x="1" y="574"/>
                  </a:lnTo>
                  <a:lnTo>
                    <a:pt x="17" y="574"/>
                  </a:lnTo>
                  <a:cubicBezTo>
                    <a:pt x="49" y="541"/>
                    <a:pt x="33" y="505"/>
                    <a:pt x="33" y="473"/>
                  </a:cubicBezTo>
                  <a:lnTo>
                    <a:pt x="33" y="440"/>
                  </a:lnTo>
                  <a:lnTo>
                    <a:pt x="33" y="271"/>
                  </a:lnTo>
                  <a:cubicBezTo>
                    <a:pt x="33" y="186"/>
                    <a:pt x="33" y="101"/>
                    <a:pt x="49" y="20"/>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1"/>
            <p:cNvSpPr/>
            <p:nvPr/>
          </p:nvSpPr>
          <p:spPr>
            <a:xfrm>
              <a:off x="1520197" y="2983123"/>
              <a:ext cx="197557" cy="319926"/>
            </a:xfrm>
            <a:custGeom>
              <a:rect b="b" l="l" r="r" t="t"/>
              <a:pathLst>
                <a:path extrusionOk="0" h="3221" w="1989">
                  <a:moveTo>
                    <a:pt x="12" y="0"/>
                  </a:moveTo>
                  <a:cubicBezTo>
                    <a:pt x="10" y="0"/>
                    <a:pt x="6" y="3"/>
                    <a:pt x="1" y="9"/>
                  </a:cubicBezTo>
                  <a:lnTo>
                    <a:pt x="1" y="26"/>
                  </a:lnTo>
                  <a:cubicBezTo>
                    <a:pt x="1" y="26"/>
                    <a:pt x="1" y="42"/>
                    <a:pt x="17" y="58"/>
                  </a:cubicBezTo>
                  <a:cubicBezTo>
                    <a:pt x="17" y="90"/>
                    <a:pt x="33" y="143"/>
                    <a:pt x="49" y="159"/>
                  </a:cubicBezTo>
                  <a:cubicBezTo>
                    <a:pt x="235" y="292"/>
                    <a:pt x="389" y="478"/>
                    <a:pt x="522" y="632"/>
                  </a:cubicBezTo>
                  <a:cubicBezTo>
                    <a:pt x="607" y="716"/>
                    <a:pt x="676" y="797"/>
                    <a:pt x="740" y="882"/>
                  </a:cubicBezTo>
                  <a:cubicBezTo>
                    <a:pt x="995" y="1137"/>
                    <a:pt x="1245" y="1423"/>
                    <a:pt x="1484" y="1674"/>
                  </a:cubicBezTo>
                  <a:cubicBezTo>
                    <a:pt x="1617" y="1827"/>
                    <a:pt x="1750" y="1961"/>
                    <a:pt x="1887" y="2094"/>
                  </a:cubicBezTo>
                  <a:cubicBezTo>
                    <a:pt x="1920" y="2146"/>
                    <a:pt x="1952" y="2195"/>
                    <a:pt x="1952" y="2264"/>
                  </a:cubicBezTo>
                  <a:lnTo>
                    <a:pt x="1952" y="3120"/>
                  </a:lnTo>
                  <a:cubicBezTo>
                    <a:pt x="1952" y="3156"/>
                    <a:pt x="1952" y="3173"/>
                    <a:pt x="1936" y="3189"/>
                  </a:cubicBezTo>
                  <a:lnTo>
                    <a:pt x="1936" y="3205"/>
                  </a:lnTo>
                  <a:lnTo>
                    <a:pt x="1936" y="3221"/>
                  </a:lnTo>
                  <a:lnTo>
                    <a:pt x="1952" y="3205"/>
                  </a:lnTo>
                  <a:cubicBezTo>
                    <a:pt x="1968" y="3189"/>
                    <a:pt x="1988" y="3156"/>
                    <a:pt x="1988" y="3120"/>
                  </a:cubicBezTo>
                  <a:lnTo>
                    <a:pt x="1988" y="2264"/>
                  </a:lnTo>
                  <a:cubicBezTo>
                    <a:pt x="1988" y="2195"/>
                    <a:pt x="1936" y="2130"/>
                    <a:pt x="1904" y="2078"/>
                  </a:cubicBezTo>
                  <a:cubicBezTo>
                    <a:pt x="1766" y="1944"/>
                    <a:pt x="1633" y="1807"/>
                    <a:pt x="1516" y="1658"/>
                  </a:cubicBezTo>
                  <a:cubicBezTo>
                    <a:pt x="1261" y="1387"/>
                    <a:pt x="1011" y="1120"/>
                    <a:pt x="756" y="850"/>
                  </a:cubicBezTo>
                  <a:cubicBezTo>
                    <a:pt x="692" y="781"/>
                    <a:pt x="623" y="696"/>
                    <a:pt x="554" y="615"/>
                  </a:cubicBezTo>
                  <a:cubicBezTo>
                    <a:pt x="405" y="462"/>
                    <a:pt x="251" y="276"/>
                    <a:pt x="70" y="143"/>
                  </a:cubicBezTo>
                  <a:cubicBezTo>
                    <a:pt x="49" y="127"/>
                    <a:pt x="49" y="90"/>
                    <a:pt x="33" y="58"/>
                  </a:cubicBezTo>
                  <a:cubicBezTo>
                    <a:pt x="33" y="42"/>
                    <a:pt x="33" y="26"/>
                    <a:pt x="17" y="9"/>
                  </a:cubicBezTo>
                  <a:cubicBezTo>
                    <a:pt x="17" y="9"/>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1"/>
            <p:cNvSpPr/>
            <p:nvPr/>
          </p:nvSpPr>
          <p:spPr>
            <a:xfrm>
              <a:off x="608990" y="1900679"/>
              <a:ext cx="5364" cy="90386"/>
            </a:xfrm>
            <a:custGeom>
              <a:rect b="b" l="l" r="r" t="t"/>
              <a:pathLst>
                <a:path extrusionOk="0" h="910" w="54">
                  <a:moveTo>
                    <a:pt x="17" y="0"/>
                  </a:moveTo>
                  <a:cubicBezTo>
                    <a:pt x="1" y="0"/>
                    <a:pt x="1" y="0"/>
                    <a:pt x="1" y="16"/>
                  </a:cubicBezTo>
                  <a:cubicBezTo>
                    <a:pt x="17" y="150"/>
                    <a:pt x="17" y="303"/>
                    <a:pt x="17" y="453"/>
                  </a:cubicBezTo>
                  <a:cubicBezTo>
                    <a:pt x="17" y="538"/>
                    <a:pt x="1" y="639"/>
                    <a:pt x="17" y="723"/>
                  </a:cubicBezTo>
                  <a:lnTo>
                    <a:pt x="17" y="772"/>
                  </a:lnTo>
                  <a:cubicBezTo>
                    <a:pt x="1" y="824"/>
                    <a:pt x="1" y="857"/>
                    <a:pt x="17" y="909"/>
                  </a:cubicBezTo>
                  <a:lnTo>
                    <a:pt x="53" y="909"/>
                  </a:lnTo>
                  <a:lnTo>
                    <a:pt x="53" y="889"/>
                  </a:lnTo>
                  <a:cubicBezTo>
                    <a:pt x="33" y="857"/>
                    <a:pt x="33" y="824"/>
                    <a:pt x="33" y="772"/>
                  </a:cubicBezTo>
                  <a:lnTo>
                    <a:pt x="33" y="723"/>
                  </a:lnTo>
                  <a:lnTo>
                    <a:pt x="33" y="453"/>
                  </a:lnTo>
                  <a:cubicBezTo>
                    <a:pt x="33" y="303"/>
                    <a:pt x="33" y="15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1"/>
            <p:cNvSpPr/>
            <p:nvPr/>
          </p:nvSpPr>
          <p:spPr>
            <a:xfrm>
              <a:off x="518703" y="2535863"/>
              <a:ext cx="120481" cy="165376"/>
            </a:xfrm>
            <a:custGeom>
              <a:rect b="b" l="l" r="r" t="t"/>
              <a:pathLst>
                <a:path extrusionOk="0" h="1665" w="1213">
                  <a:moveTo>
                    <a:pt x="1181" y="0"/>
                  </a:moveTo>
                  <a:lnTo>
                    <a:pt x="1164" y="16"/>
                  </a:lnTo>
                  <a:lnTo>
                    <a:pt x="1164" y="32"/>
                  </a:lnTo>
                  <a:cubicBezTo>
                    <a:pt x="1197" y="49"/>
                    <a:pt x="1197" y="69"/>
                    <a:pt x="1197" y="101"/>
                  </a:cubicBezTo>
                  <a:lnTo>
                    <a:pt x="1197" y="117"/>
                  </a:lnTo>
                  <a:lnTo>
                    <a:pt x="1197" y="352"/>
                  </a:lnTo>
                  <a:lnTo>
                    <a:pt x="1197" y="994"/>
                  </a:lnTo>
                  <a:cubicBezTo>
                    <a:pt x="1197" y="1059"/>
                    <a:pt x="1181" y="1095"/>
                    <a:pt x="1112" y="1127"/>
                  </a:cubicBezTo>
                  <a:cubicBezTo>
                    <a:pt x="825" y="1244"/>
                    <a:pt x="558" y="1382"/>
                    <a:pt x="304" y="1499"/>
                  </a:cubicBezTo>
                  <a:cubicBezTo>
                    <a:pt x="203" y="1547"/>
                    <a:pt x="102" y="1600"/>
                    <a:pt x="1" y="1632"/>
                  </a:cubicBezTo>
                  <a:lnTo>
                    <a:pt x="1" y="1648"/>
                  </a:lnTo>
                  <a:lnTo>
                    <a:pt x="17" y="1664"/>
                  </a:lnTo>
                  <a:cubicBezTo>
                    <a:pt x="118" y="1616"/>
                    <a:pt x="219" y="1563"/>
                    <a:pt x="304" y="1531"/>
                  </a:cubicBezTo>
                  <a:cubicBezTo>
                    <a:pt x="575" y="1398"/>
                    <a:pt x="841" y="1281"/>
                    <a:pt x="1112" y="1160"/>
                  </a:cubicBezTo>
                  <a:cubicBezTo>
                    <a:pt x="1197" y="1111"/>
                    <a:pt x="1213" y="1079"/>
                    <a:pt x="1213" y="994"/>
                  </a:cubicBezTo>
                  <a:lnTo>
                    <a:pt x="1213" y="352"/>
                  </a:lnTo>
                  <a:lnTo>
                    <a:pt x="1213" y="117"/>
                  </a:lnTo>
                  <a:lnTo>
                    <a:pt x="1213" y="101"/>
                  </a:lnTo>
                  <a:cubicBezTo>
                    <a:pt x="1213" y="69"/>
                    <a:pt x="1213" y="32"/>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1"/>
            <p:cNvSpPr/>
            <p:nvPr/>
          </p:nvSpPr>
          <p:spPr>
            <a:xfrm>
              <a:off x="1133823" y="3343077"/>
              <a:ext cx="5364" cy="97239"/>
            </a:xfrm>
            <a:custGeom>
              <a:rect b="b" l="l" r="r" t="t"/>
              <a:pathLst>
                <a:path extrusionOk="0" h="979" w="54">
                  <a:moveTo>
                    <a:pt x="1" y="1"/>
                  </a:moveTo>
                  <a:lnTo>
                    <a:pt x="1" y="21"/>
                  </a:lnTo>
                  <a:cubicBezTo>
                    <a:pt x="21" y="203"/>
                    <a:pt x="21" y="405"/>
                    <a:pt x="1" y="591"/>
                  </a:cubicBezTo>
                  <a:lnTo>
                    <a:pt x="1" y="744"/>
                  </a:lnTo>
                  <a:lnTo>
                    <a:pt x="1" y="777"/>
                  </a:lnTo>
                  <a:lnTo>
                    <a:pt x="1" y="979"/>
                  </a:lnTo>
                  <a:lnTo>
                    <a:pt x="21" y="979"/>
                  </a:lnTo>
                  <a:cubicBezTo>
                    <a:pt x="37" y="979"/>
                    <a:pt x="37" y="979"/>
                    <a:pt x="37" y="962"/>
                  </a:cubicBezTo>
                  <a:lnTo>
                    <a:pt x="37" y="777"/>
                  </a:lnTo>
                  <a:lnTo>
                    <a:pt x="37" y="744"/>
                  </a:lnTo>
                  <a:lnTo>
                    <a:pt x="37" y="591"/>
                  </a:lnTo>
                  <a:cubicBezTo>
                    <a:pt x="37" y="405"/>
                    <a:pt x="53" y="203"/>
                    <a:pt x="21" y="21"/>
                  </a:cubicBezTo>
                  <a:cubicBezTo>
                    <a:pt x="21" y="21"/>
                    <a:pt x="2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1"/>
            <p:cNvSpPr/>
            <p:nvPr/>
          </p:nvSpPr>
          <p:spPr>
            <a:xfrm>
              <a:off x="875081" y="3647707"/>
              <a:ext cx="332739" cy="87207"/>
            </a:xfrm>
            <a:custGeom>
              <a:rect b="b" l="l" r="r" t="t"/>
              <a:pathLst>
                <a:path extrusionOk="0" h="878" w="3350">
                  <a:moveTo>
                    <a:pt x="3297" y="0"/>
                  </a:moveTo>
                  <a:cubicBezTo>
                    <a:pt x="3147" y="32"/>
                    <a:pt x="2994" y="85"/>
                    <a:pt x="2860" y="117"/>
                  </a:cubicBezTo>
                  <a:cubicBezTo>
                    <a:pt x="2525" y="218"/>
                    <a:pt x="2186" y="303"/>
                    <a:pt x="1834" y="404"/>
                  </a:cubicBezTo>
                  <a:cubicBezTo>
                    <a:pt x="1665" y="453"/>
                    <a:pt x="1479" y="505"/>
                    <a:pt x="1293" y="554"/>
                  </a:cubicBezTo>
                  <a:cubicBezTo>
                    <a:pt x="1059" y="622"/>
                    <a:pt x="788" y="691"/>
                    <a:pt x="537" y="755"/>
                  </a:cubicBezTo>
                  <a:cubicBezTo>
                    <a:pt x="505" y="772"/>
                    <a:pt x="469" y="772"/>
                    <a:pt x="436" y="792"/>
                  </a:cubicBezTo>
                  <a:cubicBezTo>
                    <a:pt x="334" y="817"/>
                    <a:pt x="229" y="851"/>
                    <a:pt x="119" y="851"/>
                  </a:cubicBezTo>
                  <a:cubicBezTo>
                    <a:pt x="85" y="851"/>
                    <a:pt x="51" y="848"/>
                    <a:pt x="16" y="840"/>
                  </a:cubicBezTo>
                  <a:lnTo>
                    <a:pt x="16" y="856"/>
                  </a:lnTo>
                  <a:cubicBezTo>
                    <a:pt x="0" y="873"/>
                    <a:pt x="16" y="873"/>
                    <a:pt x="16" y="873"/>
                  </a:cubicBezTo>
                  <a:lnTo>
                    <a:pt x="117" y="873"/>
                  </a:lnTo>
                  <a:cubicBezTo>
                    <a:pt x="234" y="873"/>
                    <a:pt x="335" y="840"/>
                    <a:pt x="453" y="808"/>
                  </a:cubicBezTo>
                  <a:cubicBezTo>
                    <a:pt x="485" y="808"/>
                    <a:pt x="521" y="792"/>
                    <a:pt x="554" y="772"/>
                  </a:cubicBezTo>
                  <a:cubicBezTo>
                    <a:pt x="808" y="707"/>
                    <a:pt x="1059" y="638"/>
                    <a:pt x="1313" y="570"/>
                  </a:cubicBezTo>
                  <a:cubicBezTo>
                    <a:pt x="1495" y="521"/>
                    <a:pt x="1665" y="469"/>
                    <a:pt x="1850" y="420"/>
                  </a:cubicBezTo>
                  <a:cubicBezTo>
                    <a:pt x="2186" y="335"/>
                    <a:pt x="2525" y="234"/>
                    <a:pt x="2860" y="150"/>
                  </a:cubicBezTo>
                  <a:cubicBezTo>
                    <a:pt x="3010" y="101"/>
                    <a:pt x="3147" y="65"/>
                    <a:pt x="3297" y="16"/>
                  </a:cubicBezTo>
                  <a:cubicBezTo>
                    <a:pt x="3313" y="101"/>
                    <a:pt x="3313" y="150"/>
                    <a:pt x="3297" y="202"/>
                  </a:cubicBezTo>
                  <a:cubicBezTo>
                    <a:pt x="3147" y="234"/>
                    <a:pt x="3010" y="287"/>
                    <a:pt x="2893" y="319"/>
                  </a:cubicBezTo>
                  <a:cubicBezTo>
                    <a:pt x="2775" y="352"/>
                    <a:pt x="2674" y="388"/>
                    <a:pt x="2557" y="404"/>
                  </a:cubicBezTo>
                  <a:cubicBezTo>
                    <a:pt x="2424" y="453"/>
                    <a:pt x="2287" y="489"/>
                    <a:pt x="2169" y="521"/>
                  </a:cubicBezTo>
                  <a:cubicBezTo>
                    <a:pt x="1951" y="590"/>
                    <a:pt x="1733" y="638"/>
                    <a:pt x="1515" y="691"/>
                  </a:cubicBezTo>
                  <a:cubicBezTo>
                    <a:pt x="1446" y="707"/>
                    <a:pt x="1362" y="739"/>
                    <a:pt x="1293" y="772"/>
                  </a:cubicBezTo>
                  <a:cubicBezTo>
                    <a:pt x="1177" y="812"/>
                    <a:pt x="1058" y="851"/>
                    <a:pt x="941" y="851"/>
                  </a:cubicBezTo>
                  <a:cubicBezTo>
                    <a:pt x="908" y="851"/>
                    <a:pt x="874" y="848"/>
                    <a:pt x="840" y="840"/>
                  </a:cubicBezTo>
                  <a:cubicBezTo>
                    <a:pt x="824" y="840"/>
                    <a:pt x="824" y="856"/>
                    <a:pt x="824" y="856"/>
                  </a:cubicBezTo>
                  <a:lnTo>
                    <a:pt x="824" y="873"/>
                  </a:lnTo>
                  <a:cubicBezTo>
                    <a:pt x="852" y="876"/>
                    <a:pt x="880" y="877"/>
                    <a:pt x="906" y="877"/>
                  </a:cubicBezTo>
                  <a:cubicBezTo>
                    <a:pt x="1055" y="877"/>
                    <a:pt x="1183" y="833"/>
                    <a:pt x="1313" y="792"/>
                  </a:cubicBezTo>
                  <a:cubicBezTo>
                    <a:pt x="1378" y="772"/>
                    <a:pt x="1446" y="739"/>
                    <a:pt x="1531" y="723"/>
                  </a:cubicBezTo>
                  <a:cubicBezTo>
                    <a:pt x="1749" y="671"/>
                    <a:pt x="1951" y="606"/>
                    <a:pt x="2169" y="554"/>
                  </a:cubicBezTo>
                  <a:cubicBezTo>
                    <a:pt x="2303" y="505"/>
                    <a:pt x="2440" y="469"/>
                    <a:pt x="2557" y="436"/>
                  </a:cubicBezTo>
                  <a:cubicBezTo>
                    <a:pt x="2674" y="404"/>
                    <a:pt x="2792" y="368"/>
                    <a:pt x="2893" y="335"/>
                  </a:cubicBezTo>
                  <a:cubicBezTo>
                    <a:pt x="3030" y="303"/>
                    <a:pt x="3163" y="267"/>
                    <a:pt x="3297" y="234"/>
                  </a:cubicBezTo>
                  <a:lnTo>
                    <a:pt x="3313" y="218"/>
                  </a:lnTo>
                  <a:cubicBezTo>
                    <a:pt x="3349" y="166"/>
                    <a:pt x="3333" y="85"/>
                    <a:pt x="3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1"/>
            <p:cNvSpPr/>
            <p:nvPr/>
          </p:nvSpPr>
          <p:spPr>
            <a:xfrm>
              <a:off x="888292" y="2930282"/>
              <a:ext cx="3278" cy="55423"/>
            </a:xfrm>
            <a:custGeom>
              <a:rect b="b" l="l" r="r" t="t"/>
              <a:pathLst>
                <a:path extrusionOk="0" h="558" w="33">
                  <a:moveTo>
                    <a:pt x="0" y="0"/>
                  </a:moveTo>
                  <a:lnTo>
                    <a:pt x="0" y="16"/>
                  </a:lnTo>
                  <a:cubicBezTo>
                    <a:pt x="17" y="137"/>
                    <a:pt x="17" y="238"/>
                    <a:pt x="17" y="356"/>
                  </a:cubicBezTo>
                  <a:cubicBezTo>
                    <a:pt x="0" y="404"/>
                    <a:pt x="0" y="473"/>
                    <a:pt x="17" y="541"/>
                  </a:cubicBezTo>
                  <a:lnTo>
                    <a:pt x="17" y="558"/>
                  </a:lnTo>
                  <a:cubicBezTo>
                    <a:pt x="33" y="558"/>
                    <a:pt x="33" y="558"/>
                    <a:pt x="33" y="541"/>
                  </a:cubicBezTo>
                  <a:lnTo>
                    <a:pt x="33" y="356"/>
                  </a:lnTo>
                  <a:cubicBezTo>
                    <a:pt x="33" y="238"/>
                    <a:pt x="33" y="117"/>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1"/>
            <p:cNvSpPr/>
            <p:nvPr/>
          </p:nvSpPr>
          <p:spPr>
            <a:xfrm>
              <a:off x="1252616" y="3001896"/>
              <a:ext cx="160609" cy="57211"/>
            </a:xfrm>
            <a:custGeom>
              <a:rect b="b" l="l" r="r" t="t"/>
              <a:pathLst>
                <a:path extrusionOk="0" h="576" w="1617">
                  <a:moveTo>
                    <a:pt x="1560" y="1"/>
                  </a:moveTo>
                  <a:cubicBezTo>
                    <a:pt x="1537" y="1"/>
                    <a:pt x="1518" y="11"/>
                    <a:pt x="1499" y="22"/>
                  </a:cubicBezTo>
                  <a:cubicBezTo>
                    <a:pt x="1483" y="22"/>
                    <a:pt x="1483" y="22"/>
                    <a:pt x="1467" y="39"/>
                  </a:cubicBezTo>
                  <a:cubicBezTo>
                    <a:pt x="1148" y="140"/>
                    <a:pt x="825" y="273"/>
                    <a:pt x="505" y="390"/>
                  </a:cubicBezTo>
                  <a:cubicBezTo>
                    <a:pt x="372" y="443"/>
                    <a:pt x="239" y="491"/>
                    <a:pt x="85" y="544"/>
                  </a:cubicBezTo>
                  <a:lnTo>
                    <a:pt x="37" y="544"/>
                  </a:lnTo>
                  <a:cubicBezTo>
                    <a:pt x="37" y="560"/>
                    <a:pt x="17" y="560"/>
                    <a:pt x="17" y="560"/>
                  </a:cubicBezTo>
                  <a:cubicBezTo>
                    <a:pt x="1" y="560"/>
                    <a:pt x="1" y="560"/>
                    <a:pt x="1" y="576"/>
                  </a:cubicBezTo>
                  <a:lnTo>
                    <a:pt x="53" y="576"/>
                  </a:lnTo>
                  <a:cubicBezTo>
                    <a:pt x="69" y="576"/>
                    <a:pt x="85" y="576"/>
                    <a:pt x="101" y="560"/>
                  </a:cubicBezTo>
                  <a:cubicBezTo>
                    <a:pt x="239" y="507"/>
                    <a:pt x="388" y="459"/>
                    <a:pt x="522" y="406"/>
                  </a:cubicBezTo>
                  <a:cubicBezTo>
                    <a:pt x="845" y="289"/>
                    <a:pt x="1164" y="172"/>
                    <a:pt x="1483" y="55"/>
                  </a:cubicBezTo>
                  <a:cubicBezTo>
                    <a:pt x="1483" y="55"/>
                    <a:pt x="1499" y="55"/>
                    <a:pt x="1515" y="39"/>
                  </a:cubicBezTo>
                  <a:cubicBezTo>
                    <a:pt x="1523" y="31"/>
                    <a:pt x="1537" y="26"/>
                    <a:pt x="1552" y="26"/>
                  </a:cubicBezTo>
                  <a:cubicBezTo>
                    <a:pt x="1567" y="26"/>
                    <a:pt x="1584" y="31"/>
                    <a:pt x="1600" y="39"/>
                  </a:cubicBezTo>
                  <a:lnTo>
                    <a:pt x="1616" y="39"/>
                  </a:lnTo>
                  <a:lnTo>
                    <a:pt x="1616" y="22"/>
                  </a:lnTo>
                  <a:cubicBezTo>
                    <a:pt x="1595" y="7"/>
                    <a:pt x="157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1"/>
            <p:cNvSpPr/>
            <p:nvPr/>
          </p:nvSpPr>
          <p:spPr>
            <a:xfrm>
              <a:off x="1553570" y="3069039"/>
              <a:ext cx="5264" cy="65554"/>
            </a:xfrm>
            <a:custGeom>
              <a:rect b="b" l="l" r="r" t="t"/>
              <a:pathLst>
                <a:path extrusionOk="0" h="660" w="53">
                  <a:moveTo>
                    <a:pt x="37" y="1"/>
                  </a:moveTo>
                  <a:cubicBezTo>
                    <a:pt x="16" y="1"/>
                    <a:pt x="16" y="1"/>
                    <a:pt x="16" y="17"/>
                  </a:cubicBezTo>
                  <a:lnTo>
                    <a:pt x="16" y="255"/>
                  </a:lnTo>
                  <a:cubicBezTo>
                    <a:pt x="16" y="389"/>
                    <a:pt x="16" y="522"/>
                    <a:pt x="0" y="639"/>
                  </a:cubicBezTo>
                  <a:cubicBezTo>
                    <a:pt x="0" y="659"/>
                    <a:pt x="0" y="659"/>
                    <a:pt x="16" y="659"/>
                  </a:cubicBez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1"/>
            <p:cNvSpPr/>
            <p:nvPr/>
          </p:nvSpPr>
          <p:spPr>
            <a:xfrm>
              <a:off x="1739308" y="2282783"/>
              <a:ext cx="169051" cy="350220"/>
            </a:xfrm>
            <a:custGeom>
              <a:rect b="b" l="l" r="r" t="t"/>
              <a:pathLst>
                <a:path extrusionOk="0" h="3526" w="1702">
                  <a:moveTo>
                    <a:pt x="28" y="0"/>
                  </a:moveTo>
                  <a:cubicBezTo>
                    <a:pt x="26" y="0"/>
                    <a:pt x="22" y="2"/>
                    <a:pt x="17" y="7"/>
                  </a:cubicBezTo>
                  <a:cubicBezTo>
                    <a:pt x="17" y="7"/>
                    <a:pt x="1" y="7"/>
                    <a:pt x="1" y="23"/>
                  </a:cubicBezTo>
                  <a:cubicBezTo>
                    <a:pt x="49" y="209"/>
                    <a:pt x="166" y="359"/>
                    <a:pt x="287" y="496"/>
                  </a:cubicBezTo>
                  <a:cubicBezTo>
                    <a:pt x="336" y="561"/>
                    <a:pt x="388" y="629"/>
                    <a:pt x="437" y="698"/>
                  </a:cubicBezTo>
                  <a:cubicBezTo>
                    <a:pt x="691" y="1102"/>
                    <a:pt x="958" y="1506"/>
                    <a:pt x="1229" y="1890"/>
                  </a:cubicBezTo>
                  <a:cubicBezTo>
                    <a:pt x="1362" y="2075"/>
                    <a:pt x="1479" y="2277"/>
                    <a:pt x="1616" y="2463"/>
                  </a:cubicBezTo>
                  <a:cubicBezTo>
                    <a:pt x="1649" y="2516"/>
                    <a:pt x="1665" y="2580"/>
                    <a:pt x="1665" y="2665"/>
                  </a:cubicBezTo>
                  <a:cubicBezTo>
                    <a:pt x="1649" y="2782"/>
                    <a:pt x="1649" y="2900"/>
                    <a:pt x="1665" y="3001"/>
                  </a:cubicBezTo>
                  <a:cubicBezTo>
                    <a:pt x="1665" y="3122"/>
                    <a:pt x="1665" y="3239"/>
                    <a:pt x="1649" y="3356"/>
                  </a:cubicBezTo>
                  <a:lnTo>
                    <a:pt x="1649" y="3388"/>
                  </a:lnTo>
                  <a:cubicBezTo>
                    <a:pt x="1649" y="3425"/>
                    <a:pt x="1649" y="3473"/>
                    <a:pt x="1616" y="3506"/>
                  </a:cubicBezTo>
                  <a:lnTo>
                    <a:pt x="1616" y="3526"/>
                  </a:lnTo>
                  <a:lnTo>
                    <a:pt x="1633" y="3526"/>
                  </a:lnTo>
                  <a:cubicBezTo>
                    <a:pt x="1681" y="3473"/>
                    <a:pt x="1681" y="3425"/>
                    <a:pt x="1681" y="3388"/>
                  </a:cubicBezTo>
                  <a:lnTo>
                    <a:pt x="1681" y="3356"/>
                  </a:lnTo>
                  <a:cubicBezTo>
                    <a:pt x="1701" y="3239"/>
                    <a:pt x="1681" y="3122"/>
                    <a:pt x="1681" y="3001"/>
                  </a:cubicBezTo>
                  <a:lnTo>
                    <a:pt x="1681" y="2681"/>
                  </a:lnTo>
                  <a:cubicBezTo>
                    <a:pt x="1701" y="2580"/>
                    <a:pt x="1681" y="2516"/>
                    <a:pt x="1633" y="2447"/>
                  </a:cubicBezTo>
                  <a:cubicBezTo>
                    <a:pt x="1516" y="2261"/>
                    <a:pt x="1378" y="2075"/>
                    <a:pt x="1245" y="1890"/>
                  </a:cubicBezTo>
                  <a:cubicBezTo>
                    <a:pt x="994" y="1486"/>
                    <a:pt x="708" y="1102"/>
                    <a:pt x="453" y="698"/>
                  </a:cubicBezTo>
                  <a:cubicBezTo>
                    <a:pt x="405" y="613"/>
                    <a:pt x="352" y="544"/>
                    <a:pt x="304" y="476"/>
                  </a:cubicBezTo>
                  <a:cubicBezTo>
                    <a:pt x="186" y="342"/>
                    <a:pt x="85" y="193"/>
                    <a:pt x="33" y="7"/>
                  </a:cubicBezTo>
                  <a:cubicBezTo>
                    <a:pt x="33" y="7"/>
                    <a:pt x="33"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1"/>
            <p:cNvSpPr/>
            <p:nvPr/>
          </p:nvSpPr>
          <p:spPr>
            <a:xfrm>
              <a:off x="1643857" y="2515799"/>
              <a:ext cx="6853" cy="61879"/>
            </a:xfrm>
            <a:custGeom>
              <a:rect b="b" l="l" r="r" t="t"/>
              <a:pathLst>
                <a:path extrusionOk="0" h="623" w="69">
                  <a:moveTo>
                    <a:pt x="53" y="0"/>
                  </a:moveTo>
                  <a:cubicBezTo>
                    <a:pt x="53" y="0"/>
                    <a:pt x="37" y="0"/>
                    <a:pt x="37" y="16"/>
                  </a:cubicBezTo>
                  <a:cubicBezTo>
                    <a:pt x="16" y="101"/>
                    <a:pt x="16" y="202"/>
                    <a:pt x="16" y="287"/>
                  </a:cubicBezTo>
                  <a:lnTo>
                    <a:pt x="16" y="453"/>
                  </a:lnTo>
                  <a:lnTo>
                    <a:pt x="16" y="505"/>
                  </a:lnTo>
                  <a:cubicBezTo>
                    <a:pt x="16" y="537"/>
                    <a:pt x="37" y="574"/>
                    <a:pt x="16" y="606"/>
                  </a:cubicBezTo>
                  <a:cubicBezTo>
                    <a:pt x="0" y="606"/>
                    <a:pt x="0" y="622"/>
                    <a:pt x="16" y="622"/>
                  </a:cubicBezTo>
                  <a:lnTo>
                    <a:pt x="37" y="622"/>
                  </a:lnTo>
                  <a:cubicBezTo>
                    <a:pt x="53" y="590"/>
                    <a:pt x="53" y="537"/>
                    <a:pt x="53" y="505"/>
                  </a:cubicBezTo>
                  <a:lnTo>
                    <a:pt x="53" y="473"/>
                  </a:lnTo>
                  <a:lnTo>
                    <a:pt x="53" y="287"/>
                  </a:lnTo>
                  <a:cubicBezTo>
                    <a:pt x="53" y="202"/>
                    <a:pt x="53" y="101"/>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1"/>
            <p:cNvSpPr/>
            <p:nvPr/>
          </p:nvSpPr>
          <p:spPr>
            <a:xfrm>
              <a:off x="889881" y="2438723"/>
              <a:ext cx="5364" cy="58701"/>
            </a:xfrm>
            <a:custGeom>
              <a:rect b="b" l="l" r="r" t="t"/>
              <a:pathLst>
                <a:path extrusionOk="0" h="591" w="54">
                  <a:moveTo>
                    <a:pt x="17" y="1"/>
                  </a:moveTo>
                  <a:cubicBezTo>
                    <a:pt x="17" y="17"/>
                    <a:pt x="1" y="17"/>
                    <a:pt x="1" y="17"/>
                  </a:cubicBezTo>
                  <a:cubicBezTo>
                    <a:pt x="17" y="138"/>
                    <a:pt x="17" y="255"/>
                    <a:pt x="17" y="372"/>
                  </a:cubicBezTo>
                  <a:lnTo>
                    <a:pt x="17" y="574"/>
                  </a:lnTo>
                  <a:cubicBezTo>
                    <a:pt x="17" y="590"/>
                    <a:pt x="33" y="590"/>
                    <a:pt x="33" y="590"/>
                  </a:cubicBezTo>
                  <a:cubicBezTo>
                    <a:pt x="33" y="590"/>
                    <a:pt x="53" y="590"/>
                    <a:pt x="53" y="574"/>
                  </a:cubicBezTo>
                  <a:lnTo>
                    <a:pt x="53" y="372"/>
                  </a:lnTo>
                  <a:cubicBezTo>
                    <a:pt x="53" y="255"/>
                    <a:pt x="53" y="13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1"/>
            <p:cNvSpPr/>
            <p:nvPr/>
          </p:nvSpPr>
          <p:spPr>
            <a:xfrm>
              <a:off x="1523475" y="1582839"/>
              <a:ext cx="200736" cy="443089"/>
            </a:xfrm>
            <a:custGeom>
              <a:rect b="b" l="l" r="r" t="t"/>
              <a:pathLst>
                <a:path extrusionOk="0" h="4461" w="2021">
                  <a:moveTo>
                    <a:pt x="0" y="1"/>
                  </a:moveTo>
                  <a:cubicBezTo>
                    <a:pt x="0" y="134"/>
                    <a:pt x="69" y="219"/>
                    <a:pt x="117" y="304"/>
                  </a:cubicBezTo>
                  <a:cubicBezTo>
                    <a:pt x="154" y="336"/>
                    <a:pt x="170" y="352"/>
                    <a:pt x="186" y="389"/>
                  </a:cubicBezTo>
                  <a:cubicBezTo>
                    <a:pt x="723" y="1281"/>
                    <a:pt x="1265" y="2170"/>
                    <a:pt x="1802" y="3031"/>
                  </a:cubicBezTo>
                  <a:lnTo>
                    <a:pt x="1935" y="3265"/>
                  </a:lnTo>
                  <a:cubicBezTo>
                    <a:pt x="1972" y="3334"/>
                    <a:pt x="1988" y="3382"/>
                    <a:pt x="1988" y="3435"/>
                  </a:cubicBezTo>
                  <a:lnTo>
                    <a:pt x="1988" y="4311"/>
                  </a:lnTo>
                  <a:cubicBezTo>
                    <a:pt x="1988" y="4360"/>
                    <a:pt x="1988" y="4412"/>
                    <a:pt x="1955" y="4445"/>
                  </a:cubicBezTo>
                  <a:lnTo>
                    <a:pt x="1955" y="4461"/>
                  </a:lnTo>
                  <a:lnTo>
                    <a:pt x="1972" y="4461"/>
                  </a:lnTo>
                  <a:cubicBezTo>
                    <a:pt x="2004" y="4412"/>
                    <a:pt x="2020" y="4360"/>
                    <a:pt x="2020" y="4311"/>
                  </a:cubicBezTo>
                  <a:lnTo>
                    <a:pt x="2020" y="3435"/>
                  </a:lnTo>
                  <a:cubicBezTo>
                    <a:pt x="2020" y="3366"/>
                    <a:pt x="2004" y="3317"/>
                    <a:pt x="1972" y="3249"/>
                  </a:cubicBezTo>
                  <a:lnTo>
                    <a:pt x="1818" y="3015"/>
                  </a:lnTo>
                  <a:cubicBezTo>
                    <a:pt x="1281" y="2154"/>
                    <a:pt x="744" y="1261"/>
                    <a:pt x="202" y="373"/>
                  </a:cubicBezTo>
                  <a:cubicBezTo>
                    <a:pt x="186" y="336"/>
                    <a:pt x="170" y="320"/>
                    <a:pt x="154" y="288"/>
                  </a:cubicBezTo>
                  <a:cubicBezTo>
                    <a:pt x="85" y="203"/>
                    <a:pt x="16" y="118"/>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1"/>
            <p:cNvSpPr/>
            <p:nvPr/>
          </p:nvSpPr>
          <p:spPr>
            <a:xfrm>
              <a:off x="702554" y="2527420"/>
              <a:ext cx="5264" cy="85519"/>
            </a:xfrm>
            <a:custGeom>
              <a:rect b="b" l="l" r="r" t="t"/>
              <a:pathLst>
                <a:path extrusionOk="0" h="861" w="53">
                  <a:moveTo>
                    <a:pt x="20" y="0"/>
                  </a:moveTo>
                  <a:cubicBezTo>
                    <a:pt x="0" y="0"/>
                    <a:pt x="0" y="16"/>
                    <a:pt x="0" y="16"/>
                  </a:cubicBezTo>
                  <a:cubicBezTo>
                    <a:pt x="20" y="154"/>
                    <a:pt x="20" y="303"/>
                    <a:pt x="20" y="437"/>
                  </a:cubicBezTo>
                  <a:lnTo>
                    <a:pt x="20" y="691"/>
                  </a:lnTo>
                  <a:lnTo>
                    <a:pt x="20" y="792"/>
                  </a:lnTo>
                  <a:cubicBezTo>
                    <a:pt x="20" y="808"/>
                    <a:pt x="36" y="824"/>
                    <a:pt x="36" y="841"/>
                  </a:cubicBezTo>
                  <a:lnTo>
                    <a:pt x="36" y="861"/>
                  </a:lnTo>
                  <a:cubicBezTo>
                    <a:pt x="53" y="861"/>
                    <a:pt x="53" y="861"/>
                    <a:pt x="53" y="841"/>
                  </a:cubicBezTo>
                  <a:lnTo>
                    <a:pt x="53" y="792"/>
                  </a:lnTo>
                  <a:cubicBezTo>
                    <a:pt x="53" y="760"/>
                    <a:pt x="36" y="723"/>
                    <a:pt x="36" y="691"/>
                  </a:cubicBezTo>
                  <a:lnTo>
                    <a:pt x="36" y="437"/>
                  </a:lnTo>
                  <a:cubicBezTo>
                    <a:pt x="53" y="303"/>
                    <a:pt x="53" y="154"/>
                    <a:pt x="36" y="16"/>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1"/>
            <p:cNvSpPr/>
            <p:nvPr/>
          </p:nvSpPr>
          <p:spPr>
            <a:xfrm>
              <a:off x="1246160" y="3416975"/>
              <a:ext cx="257351" cy="197061"/>
            </a:xfrm>
            <a:custGeom>
              <a:rect b="b" l="l" r="r" t="t"/>
              <a:pathLst>
                <a:path extrusionOk="0" h="1984" w="2591">
                  <a:moveTo>
                    <a:pt x="1665" y="0"/>
                  </a:moveTo>
                  <a:lnTo>
                    <a:pt x="17" y="489"/>
                  </a:lnTo>
                  <a:lnTo>
                    <a:pt x="1" y="489"/>
                  </a:lnTo>
                  <a:lnTo>
                    <a:pt x="1" y="942"/>
                  </a:lnTo>
                  <a:cubicBezTo>
                    <a:pt x="1" y="1176"/>
                    <a:pt x="1" y="1414"/>
                    <a:pt x="17" y="1648"/>
                  </a:cubicBezTo>
                  <a:lnTo>
                    <a:pt x="33" y="1648"/>
                  </a:lnTo>
                  <a:cubicBezTo>
                    <a:pt x="17" y="1414"/>
                    <a:pt x="17" y="1176"/>
                    <a:pt x="33" y="942"/>
                  </a:cubicBezTo>
                  <a:lnTo>
                    <a:pt x="33" y="505"/>
                  </a:lnTo>
                  <a:lnTo>
                    <a:pt x="1665" y="16"/>
                  </a:lnTo>
                  <a:cubicBezTo>
                    <a:pt x="1681" y="49"/>
                    <a:pt x="1665" y="65"/>
                    <a:pt x="1665" y="85"/>
                  </a:cubicBezTo>
                  <a:cubicBezTo>
                    <a:pt x="1649" y="117"/>
                    <a:pt x="1633" y="134"/>
                    <a:pt x="1649" y="166"/>
                  </a:cubicBezTo>
                  <a:cubicBezTo>
                    <a:pt x="1799" y="267"/>
                    <a:pt x="1952" y="404"/>
                    <a:pt x="2085" y="521"/>
                  </a:cubicBezTo>
                  <a:cubicBezTo>
                    <a:pt x="2122" y="570"/>
                    <a:pt x="2170" y="606"/>
                    <a:pt x="2223" y="655"/>
                  </a:cubicBezTo>
                  <a:cubicBezTo>
                    <a:pt x="2255" y="691"/>
                    <a:pt x="2271" y="723"/>
                    <a:pt x="2271" y="772"/>
                  </a:cubicBezTo>
                  <a:cubicBezTo>
                    <a:pt x="2255" y="909"/>
                    <a:pt x="2255" y="1043"/>
                    <a:pt x="2255" y="1176"/>
                  </a:cubicBezTo>
                  <a:lnTo>
                    <a:pt x="2255" y="1515"/>
                  </a:lnTo>
                  <a:cubicBezTo>
                    <a:pt x="2239" y="1632"/>
                    <a:pt x="2271" y="1681"/>
                    <a:pt x="2356" y="1749"/>
                  </a:cubicBezTo>
                  <a:cubicBezTo>
                    <a:pt x="2372" y="1766"/>
                    <a:pt x="2404" y="1782"/>
                    <a:pt x="2425" y="1802"/>
                  </a:cubicBezTo>
                  <a:cubicBezTo>
                    <a:pt x="2489" y="1834"/>
                    <a:pt x="2558" y="1883"/>
                    <a:pt x="2574" y="1968"/>
                  </a:cubicBezTo>
                  <a:lnTo>
                    <a:pt x="2574" y="1984"/>
                  </a:lnTo>
                  <a:cubicBezTo>
                    <a:pt x="2590" y="1984"/>
                    <a:pt x="2590" y="1968"/>
                    <a:pt x="2590" y="1968"/>
                  </a:cubicBezTo>
                  <a:cubicBezTo>
                    <a:pt x="2574" y="1867"/>
                    <a:pt x="2505" y="1818"/>
                    <a:pt x="2441" y="1766"/>
                  </a:cubicBezTo>
                  <a:cubicBezTo>
                    <a:pt x="2404" y="1766"/>
                    <a:pt x="2388" y="1749"/>
                    <a:pt x="2372" y="1733"/>
                  </a:cubicBezTo>
                  <a:cubicBezTo>
                    <a:pt x="2287" y="1665"/>
                    <a:pt x="2271" y="1616"/>
                    <a:pt x="2271" y="1531"/>
                  </a:cubicBezTo>
                  <a:cubicBezTo>
                    <a:pt x="2287" y="1414"/>
                    <a:pt x="2287" y="1277"/>
                    <a:pt x="2287" y="1176"/>
                  </a:cubicBezTo>
                  <a:cubicBezTo>
                    <a:pt x="2287" y="1043"/>
                    <a:pt x="2287" y="909"/>
                    <a:pt x="2303" y="772"/>
                  </a:cubicBezTo>
                  <a:cubicBezTo>
                    <a:pt x="2303" y="723"/>
                    <a:pt x="2287" y="671"/>
                    <a:pt x="2239" y="639"/>
                  </a:cubicBezTo>
                  <a:cubicBezTo>
                    <a:pt x="2186" y="590"/>
                    <a:pt x="2138" y="554"/>
                    <a:pt x="2101" y="505"/>
                  </a:cubicBezTo>
                  <a:cubicBezTo>
                    <a:pt x="1968" y="388"/>
                    <a:pt x="1835" y="251"/>
                    <a:pt x="1665" y="150"/>
                  </a:cubicBezTo>
                  <a:cubicBezTo>
                    <a:pt x="1665" y="134"/>
                    <a:pt x="1665" y="117"/>
                    <a:pt x="1681" y="101"/>
                  </a:cubicBezTo>
                  <a:cubicBezTo>
                    <a:pt x="1698" y="85"/>
                    <a:pt x="1718" y="49"/>
                    <a:pt x="1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1"/>
            <p:cNvSpPr/>
            <p:nvPr/>
          </p:nvSpPr>
          <p:spPr>
            <a:xfrm>
              <a:off x="1289565" y="1711664"/>
              <a:ext cx="8443" cy="95253"/>
            </a:xfrm>
            <a:custGeom>
              <a:rect b="b" l="l" r="r" t="t"/>
              <a:pathLst>
                <a:path extrusionOk="0" h="959" w="85">
                  <a:moveTo>
                    <a:pt x="49" y="1"/>
                  </a:moveTo>
                  <a:cubicBezTo>
                    <a:pt x="16" y="287"/>
                    <a:pt x="0" y="623"/>
                    <a:pt x="49" y="958"/>
                  </a:cubicBezTo>
                  <a:lnTo>
                    <a:pt x="69" y="958"/>
                  </a:lnTo>
                  <a:cubicBezTo>
                    <a:pt x="69" y="958"/>
                    <a:pt x="85" y="958"/>
                    <a:pt x="85" y="942"/>
                  </a:cubicBezTo>
                  <a:cubicBezTo>
                    <a:pt x="16" y="623"/>
                    <a:pt x="49" y="287"/>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1"/>
            <p:cNvSpPr/>
            <p:nvPr/>
          </p:nvSpPr>
          <p:spPr>
            <a:xfrm>
              <a:off x="1765828" y="2207991"/>
              <a:ext cx="5264" cy="55523"/>
            </a:xfrm>
            <a:custGeom>
              <a:rect b="b" l="l" r="r" t="t"/>
              <a:pathLst>
                <a:path extrusionOk="0" h="559" w="53">
                  <a:moveTo>
                    <a:pt x="37" y="1"/>
                  </a:moveTo>
                  <a:lnTo>
                    <a:pt x="20" y="17"/>
                  </a:lnTo>
                  <a:cubicBezTo>
                    <a:pt x="0" y="138"/>
                    <a:pt x="0" y="239"/>
                    <a:pt x="20" y="356"/>
                  </a:cubicBezTo>
                  <a:lnTo>
                    <a:pt x="20" y="542"/>
                  </a:lnTo>
                  <a:cubicBezTo>
                    <a:pt x="0" y="558"/>
                    <a:pt x="20" y="558"/>
                    <a:pt x="20" y="558"/>
                  </a:cubicBezTo>
                  <a:lnTo>
                    <a:pt x="37" y="558"/>
                  </a:lnTo>
                  <a:lnTo>
                    <a:pt x="37" y="356"/>
                  </a:lnTo>
                  <a:cubicBezTo>
                    <a:pt x="37" y="239"/>
                    <a:pt x="37" y="138"/>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1"/>
            <p:cNvSpPr/>
            <p:nvPr/>
          </p:nvSpPr>
          <p:spPr>
            <a:xfrm>
              <a:off x="1520197" y="3027323"/>
              <a:ext cx="199147" cy="291022"/>
            </a:xfrm>
            <a:custGeom>
              <a:rect b="b" l="l" r="r" t="t"/>
              <a:pathLst>
                <a:path extrusionOk="0" h="2930" w="2005">
                  <a:moveTo>
                    <a:pt x="49" y="1"/>
                  </a:moveTo>
                  <a:cubicBezTo>
                    <a:pt x="17" y="33"/>
                    <a:pt x="17" y="69"/>
                    <a:pt x="17" y="102"/>
                  </a:cubicBezTo>
                  <a:lnTo>
                    <a:pt x="17" y="288"/>
                  </a:lnTo>
                  <a:lnTo>
                    <a:pt x="17" y="453"/>
                  </a:lnTo>
                  <a:cubicBezTo>
                    <a:pt x="1" y="591"/>
                    <a:pt x="1" y="724"/>
                    <a:pt x="33" y="841"/>
                  </a:cubicBezTo>
                  <a:cubicBezTo>
                    <a:pt x="86" y="958"/>
                    <a:pt x="203" y="1059"/>
                    <a:pt x="304" y="1160"/>
                  </a:cubicBezTo>
                  <a:cubicBezTo>
                    <a:pt x="352" y="1196"/>
                    <a:pt x="389" y="1245"/>
                    <a:pt x="437" y="1281"/>
                  </a:cubicBezTo>
                  <a:cubicBezTo>
                    <a:pt x="724" y="1584"/>
                    <a:pt x="1027" y="1903"/>
                    <a:pt x="1330" y="2206"/>
                  </a:cubicBezTo>
                  <a:lnTo>
                    <a:pt x="1665" y="2542"/>
                  </a:lnTo>
                  <a:cubicBezTo>
                    <a:pt x="1686" y="2574"/>
                    <a:pt x="1718" y="2610"/>
                    <a:pt x="1750" y="2627"/>
                  </a:cubicBezTo>
                  <a:cubicBezTo>
                    <a:pt x="1851" y="2728"/>
                    <a:pt x="1936" y="2796"/>
                    <a:pt x="1968" y="2930"/>
                  </a:cubicBezTo>
                  <a:lnTo>
                    <a:pt x="1988" y="2930"/>
                  </a:lnTo>
                  <a:cubicBezTo>
                    <a:pt x="1988" y="2930"/>
                    <a:pt x="2005" y="2930"/>
                    <a:pt x="2005" y="2913"/>
                  </a:cubicBezTo>
                  <a:cubicBezTo>
                    <a:pt x="1952" y="2776"/>
                    <a:pt x="1851" y="2695"/>
                    <a:pt x="1766" y="2610"/>
                  </a:cubicBezTo>
                  <a:cubicBezTo>
                    <a:pt x="1734" y="2594"/>
                    <a:pt x="1718" y="2558"/>
                    <a:pt x="1686" y="2526"/>
                  </a:cubicBezTo>
                  <a:lnTo>
                    <a:pt x="1346" y="2190"/>
                  </a:lnTo>
                  <a:cubicBezTo>
                    <a:pt x="1043" y="1887"/>
                    <a:pt x="756" y="1564"/>
                    <a:pt x="453" y="1261"/>
                  </a:cubicBezTo>
                  <a:cubicBezTo>
                    <a:pt x="421" y="1213"/>
                    <a:pt x="373" y="1180"/>
                    <a:pt x="320" y="1144"/>
                  </a:cubicBezTo>
                  <a:cubicBezTo>
                    <a:pt x="219" y="1043"/>
                    <a:pt x="118" y="942"/>
                    <a:pt x="70" y="825"/>
                  </a:cubicBezTo>
                  <a:cubicBezTo>
                    <a:pt x="17" y="724"/>
                    <a:pt x="33" y="591"/>
                    <a:pt x="33" y="453"/>
                  </a:cubicBezTo>
                  <a:cubicBezTo>
                    <a:pt x="49" y="405"/>
                    <a:pt x="49" y="336"/>
                    <a:pt x="49" y="288"/>
                  </a:cubicBezTo>
                  <a:lnTo>
                    <a:pt x="49" y="102"/>
                  </a:lnTo>
                  <a:cubicBezTo>
                    <a:pt x="49" y="69"/>
                    <a:pt x="49" y="3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1"/>
            <p:cNvSpPr/>
            <p:nvPr/>
          </p:nvSpPr>
          <p:spPr>
            <a:xfrm>
              <a:off x="608990" y="2074399"/>
              <a:ext cx="5364" cy="90386"/>
            </a:xfrm>
            <a:custGeom>
              <a:rect b="b" l="l" r="r" t="t"/>
              <a:pathLst>
                <a:path extrusionOk="0" h="910" w="54">
                  <a:moveTo>
                    <a:pt x="1" y="1"/>
                  </a:moveTo>
                  <a:lnTo>
                    <a:pt x="1" y="17"/>
                  </a:lnTo>
                  <a:cubicBezTo>
                    <a:pt x="17" y="134"/>
                    <a:pt x="17" y="251"/>
                    <a:pt x="17" y="372"/>
                  </a:cubicBezTo>
                  <a:cubicBezTo>
                    <a:pt x="17" y="453"/>
                    <a:pt x="1" y="538"/>
                    <a:pt x="17" y="606"/>
                  </a:cubicBezTo>
                  <a:lnTo>
                    <a:pt x="17" y="707"/>
                  </a:lnTo>
                  <a:cubicBezTo>
                    <a:pt x="1" y="776"/>
                    <a:pt x="1" y="841"/>
                    <a:pt x="17" y="893"/>
                  </a:cubicBezTo>
                  <a:lnTo>
                    <a:pt x="33" y="909"/>
                  </a:lnTo>
                  <a:cubicBezTo>
                    <a:pt x="53" y="909"/>
                    <a:pt x="53" y="893"/>
                    <a:pt x="53" y="893"/>
                  </a:cubicBezTo>
                  <a:cubicBezTo>
                    <a:pt x="33" y="825"/>
                    <a:pt x="33" y="776"/>
                    <a:pt x="33" y="707"/>
                  </a:cubicBezTo>
                  <a:lnTo>
                    <a:pt x="33" y="606"/>
                  </a:lnTo>
                  <a:lnTo>
                    <a:pt x="33" y="372"/>
                  </a:lnTo>
                  <a:cubicBezTo>
                    <a:pt x="33" y="251"/>
                    <a:pt x="33" y="134"/>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1"/>
            <p:cNvSpPr/>
            <p:nvPr/>
          </p:nvSpPr>
          <p:spPr>
            <a:xfrm>
              <a:off x="1254205" y="1746626"/>
              <a:ext cx="159019" cy="83930"/>
            </a:xfrm>
            <a:custGeom>
              <a:rect b="b" l="l" r="r" t="t"/>
              <a:pathLst>
                <a:path extrusionOk="0" h="845" w="1601">
                  <a:moveTo>
                    <a:pt x="1584" y="0"/>
                  </a:moveTo>
                  <a:cubicBezTo>
                    <a:pt x="1467" y="16"/>
                    <a:pt x="1366" y="85"/>
                    <a:pt x="1265" y="137"/>
                  </a:cubicBezTo>
                  <a:cubicBezTo>
                    <a:pt x="1233" y="170"/>
                    <a:pt x="1180" y="186"/>
                    <a:pt x="1148" y="218"/>
                  </a:cubicBezTo>
                  <a:cubicBezTo>
                    <a:pt x="877" y="356"/>
                    <a:pt x="590" y="505"/>
                    <a:pt x="324" y="642"/>
                  </a:cubicBezTo>
                  <a:cubicBezTo>
                    <a:pt x="223" y="707"/>
                    <a:pt x="122" y="760"/>
                    <a:pt x="1" y="824"/>
                  </a:cubicBezTo>
                  <a:lnTo>
                    <a:pt x="1" y="844"/>
                  </a:lnTo>
                  <a:lnTo>
                    <a:pt x="21" y="844"/>
                  </a:lnTo>
                  <a:cubicBezTo>
                    <a:pt x="122" y="776"/>
                    <a:pt x="239" y="723"/>
                    <a:pt x="340" y="675"/>
                  </a:cubicBezTo>
                  <a:cubicBezTo>
                    <a:pt x="607" y="521"/>
                    <a:pt x="877" y="372"/>
                    <a:pt x="1164" y="238"/>
                  </a:cubicBezTo>
                  <a:cubicBezTo>
                    <a:pt x="1196" y="218"/>
                    <a:pt x="1249" y="186"/>
                    <a:pt x="1281" y="170"/>
                  </a:cubicBezTo>
                  <a:cubicBezTo>
                    <a:pt x="1366" y="101"/>
                    <a:pt x="1467" y="53"/>
                    <a:pt x="1584" y="36"/>
                  </a:cubicBezTo>
                  <a:lnTo>
                    <a:pt x="1600" y="16"/>
                  </a:lnTo>
                  <a:lnTo>
                    <a:pt x="15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1"/>
            <p:cNvSpPr/>
            <p:nvPr/>
          </p:nvSpPr>
          <p:spPr>
            <a:xfrm>
              <a:off x="848164" y="3480344"/>
              <a:ext cx="354392" cy="223978"/>
            </a:xfrm>
            <a:custGeom>
              <a:rect b="b" l="l" r="r" t="t"/>
              <a:pathLst>
                <a:path extrusionOk="0" h="2255" w="3568">
                  <a:moveTo>
                    <a:pt x="3568" y="1"/>
                  </a:moveTo>
                  <a:cubicBezTo>
                    <a:pt x="3467" y="1"/>
                    <a:pt x="3382" y="17"/>
                    <a:pt x="3301" y="53"/>
                  </a:cubicBezTo>
                  <a:cubicBezTo>
                    <a:pt x="3281" y="53"/>
                    <a:pt x="3248" y="69"/>
                    <a:pt x="3216" y="85"/>
                  </a:cubicBezTo>
                  <a:cubicBezTo>
                    <a:pt x="2828" y="186"/>
                    <a:pt x="2440" y="304"/>
                    <a:pt x="2053" y="421"/>
                  </a:cubicBezTo>
                  <a:cubicBezTo>
                    <a:pt x="1786" y="505"/>
                    <a:pt x="1515" y="590"/>
                    <a:pt x="1245" y="675"/>
                  </a:cubicBezTo>
                  <a:cubicBezTo>
                    <a:pt x="1079" y="724"/>
                    <a:pt x="893" y="776"/>
                    <a:pt x="724" y="825"/>
                  </a:cubicBezTo>
                  <a:lnTo>
                    <a:pt x="170" y="978"/>
                  </a:lnTo>
                  <a:cubicBezTo>
                    <a:pt x="85" y="1010"/>
                    <a:pt x="1" y="1043"/>
                    <a:pt x="1" y="1164"/>
                  </a:cubicBezTo>
                  <a:cubicBezTo>
                    <a:pt x="17" y="1313"/>
                    <a:pt x="17" y="1447"/>
                    <a:pt x="1" y="1584"/>
                  </a:cubicBezTo>
                  <a:cubicBezTo>
                    <a:pt x="1" y="1802"/>
                    <a:pt x="1" y="2004"/>
                    <a:pt x="17" y="2222"/>
                  </a:cubicBezTo>
                  <a:lnTo>
                    <a:pt x="17" y="2239"/>
                  </a:lnTo>
                  <a:cubicBezTo>
                    <a:pt x="1" y="2255"/>
                    <a:pt x="17" y="2255"/>
                    <a:pt x="17" y="2255"/>
                  </a:cubicBezTo>
                  <a:lnTo>
                    <a:pt x="33" y="2255"/>
                  </a:lnTo>
                  <a:lnTo>
                    <a:pt x="33" y="2239"/>
                  </a:lnTo>
                  <a:cubicBezTo>
                    <a:pt x="49" y="2239"/>
                    <a:pt x="49" y="2239"/>
                    <a:pt x="49" y="2222"/>
                  </a:cubicBezTo>
                  <a:cubicBezTo>
                    <a:pt x="33" y="2004"/>
                    <a:pt x="33" y="1802"/>
                    <a:pt x="33" y="1584"/>
                  </a:cubicBezTo>
                  <a:lnTo>
                    <a:pt x="33" y="1164"/>
                  </a:lnTo>
                  <a:cubicBezTo>
                    <a:pt x="33" y="1063"/>
                    <a:pt x="102" y="1027"/>
                    <a:pt x="170" y="1010"/>
                  </a:cubicBezTo>
                  <a:cubicBezTo>
                    <a:pt x="352" y="962"/>
                    <a:pt x="538" y="893"/>
                    <a:pt x="724" y="841"/>
                  </a:cubicBezTo>
                  <a:cubicBezTo>
                    <a:pt x="893" y="792"/>
                    <a:pt x="1079" y="740"/>
                    <a:pt x="1261" y="691"/>
                  </a:cubicBezTo>
                  <a:cubicBezTo>
                    <a:pt x="1515" y="606"/>
                    <a:pt x="1786" y="538"/>
                    <a:pt x="2053" y="457"/>
                  </a:cubicBezTo>
                  <a:cubicBezTo>
                    <a:pt x="2440" y="336"/>
                    <a:pt x="2844" y="219"/>
                    <a:pt x="3232" y="102"/>
                  </a:cubicBezTo>
                  <a:cubicBezTo>
                    <a:pt x="3248" y="102"/>
                    <a:pt x="3281" y="85"/>
                    <a:pt x="3317" y="69"/>
                  </a:cubicBezTo>
                  <a:cubicBezTo>
                    <a:pt x="3402" y="53"/>
                    <a:pt x="3467" y="17"/>
                    <a:pt x="3568" y="17"/>
                  </a:cubicBez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1"/>
            <p:cNvSpPr/>
            <p:nvPr/>
          </p:nvSpPr>
          <p:spPr>
            <a:xfrm>
              <a:off x="1416701" y="3540138"/>
              <a:ext cx="53536" cy="37446"/>
            </a:xfrm>
            <a:custGeom>
              <a:rect b="b" l="l" r="r" t="t"/>
              <a:pathLst>
                <a:path extrusionOk="0" h="377" w="539">
                  <a:moveTo>
                    <a:pt x="42" y="0"/>
                  </a:moveTo>
                  <a:cubicBezTo>
                    <a:pt x="34" y="0"/>
                    <a:pt x="26" y="2"/>
                    <a:pt x="17" y="4"/>
                  </a:cubicBezTo>
                  <a:cubicBezTo>
                    <a:pt x="1" y="4"/>
                    <a:pt x="1" y="4"/>
                    <a:pt x="1" y="21"/>
                  </a:cubicBezTo>
                  <a:lnTo>
                    <a:pt x="17" y="21"/>
                  </a:lnTo>
                  <a:cubicBezTo>
                    <a:pt x="49" y="21"/>
                    <a:pt x="82" y="37"/>
                    <a:pt x="118" y="73"/>
                  </a:cubicBezTo>
                  <a:lnTo>
                    <a:pt x="134" y="89"/>
                  </a:lnTo>
                  <a:cubicBezTo>
                    <a:pt x="183" y="122"/>
                    <a:pt x="219" y="158"/>
                    <a:pt x="251" y="190"/>
                  </a:cubicBezTo>
                  <a:cubicBezTo>
                    <a:pt x="336" y="259"/>
                    <a:pt x="421" y="340"/>
                    <a:pt x="522" y="376"/>
                  </a:cubicBezTo>
                  <a:lnTo>
                    <a:pt x="538" y="376"/>
                  </a:lnTo>
                  <a:lnTo>
                    <a:pt x="538" y="360"/>
                  </a:lnTo>
                  <a:cubicBezTo>
                    <a:pt x="437" y="307"/>
                    <a:pt x="352" y="239"/>
                    <a:pt x="267" y="174"/>
                  </a:cubicBezTo>
                  <a:cubicBezTo>
                    <a:pt x="235" y="138"/>
                    <a:pt x="203" y="105"/>
                    <a:pt x="150" y="73"/>
                  </a:cubicBezTo>
                  <a:cubicBezTo>
                    <a:pt x="150" y="57"/>
                    <a:pt x="134" y="57"/>
                    <a:pt x="134" y="57"/>
                  </a:cubicBezTo>
                  <a:cubicBezTo>
                    <a:pt x="108" y="27"/>
                    <a:pt x="78"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1"/>
            <p:cNvSpPr/>
            <p:nvPr/>
          </p:nvSpPr>
          <p:spPr>
            <a:xfrm>
              <a:off x="1670675" y="2550662"/>
              <a:ext cx="6953" cy="62277"/>
            </a:xfrm>
            <a:custGeom>
              <a:rect b="b" l="l" r="r" t="t"/>
              <a:pathLst>
                <a:path extrusionOk="0" h="627" w="70">
                  <a:moveTo>
                    <a:pt x="49" y="1"/>
                  </a:moveTo>
                  <a:cubicBezTo>
                    <a:pt x="49" y="1"/>
                    <a:pt x="33" y="1"/>
                    <a:pt x="33" y="21"/>
                  </a:cubicBezTo>
                  <a:cubicBezTo>
                    <a:pt x="17" y="102"/>
                    <a:pt x="17" y="203"/>
                    <a:pt x="17" y="287"/>
                  </a:cubicBezTo>
                  <a:cubicBezTo>
                    <a:pt x="17" y="340"/>
                    <a:pt x="33" y="405"/>
                    <a:pt x="17" y="457"/>
                  </a:cubicBezTo>
                  <a:lnTo>
                    <a:pt x="17" y="506"/>
                  </a:lnTo>
                  <a:cubicBezTo>
                    <a:pt x="33" y="542"/>
                    <a:pt x="33" y="574"/>
                    <a:pt x="17" y="607"/>
                  </a:cubicBezTo>
                  <a:cubicBezTo>
                    <a:pt x="1" y="607"/>
                    <a:pt x="17" y="627"/>
                    <a:pt x="17" y="627"/>
                  </a:cubicBezTo>
                  <a:lnTo>
                    <a:pt x="33" y="627"/>
                  </a:lnTo>
                  <a:cubicBezTo>
                    <a:pt x="49" y="574"/>
                    <a:pt x="49" y="542"/>
                    <a:pt x="49" y="506"/>
                  </a:cubicBezTo>
                  <a:lnTo>
                    <a:pt x="49" y="457"/>
                  </a:lnTo>
                  <a:lnTo>
                    <a:pt x="49" y="287"/>
                  </a:lnTo>
                  <a:cubicBezTo>
                    <a:pt x="49" y="203"/>
                    <a:pt x="49" y="102"/>
                    <a:pt x="70" y="21"/>
                  </a:cubicBezTo>
                  <a:cubicBezTo>
                    <a:pt x="70" y="2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1"/>
            <p:cNvSpPr/>
            <p:nvPr/>
          </p:nvSpPr>
          <p:spPr>
            <a:xfrm>
              <a:off x="1291154" y="2253382"/>
              <a:ext cx="5264" cy="83532"/>
            </a:xfrm>
            <a:custGeom>
              <a:rect b="b" l="l" r="r" t="t"/>
              <a:pathLst>
                <a:path extrusionOk="0" h="841" w="53">
                  <a:moveTo>
                    <a:pt x="0" y="0"/>
                  </a:moveTo>
                  <a:lnTo>
                    <a:pt x="0" y="16"/>
                  </a:lnTo>
                  <a:cubicBezTo>
                    <a:pt x="16" y="150"/>
                    <a:pt x="16" y="303"/>
                    <a:pt x="0" y="436"/>
                  </a:cubicBezTo>
                  <a:lnTo>
                    <a:pt x="0" y="691"/>
                  </a:lnTo>
                  <a:lnTo>
                    <a:pt x="0" y="723"/>
                  </a:lnTo>
                  <a:cubicBezTo>
                    <a:pt x="0" y="756"/>
                    <a:pt x="0" y="808"/>
                    <a:pt x="16" y="840"/>
                  </a:cubicBezTo>
                  <a:lnTo>
                    <a:pt x="33" y="840"/>
                  </a:lnTo>
                  <a:cubicBezTo>
                    <a:pt x="53" y="840"/>
                    <a:pt x="53" y="840"/>
                    <a:pt x="53" y="824"/>
                  </a:cubicBezTo>
                  <a:cubicBezTo>
                    <a:pt x="33" y="792"/>
                    <a:pt x="33" y="756"/>
                    <a:pt x="33" y="723"/>
                  </a:cubicBezTo>
                  <a:lnTo>
                    <a:pt x="33" y="691"/>
                  </a:lnTo>
                  <a:lnTo>
                    <a:pt x="33" y="436"/>
                  </a:lnTo>
                  <a:cubicBezTo>
                    <a:pt x="33" y="287"/>
                    <a:pt x="33" y="150"/>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1"/>
            <p:cNvSpPr/>
            <p:nvPr/>
          </p:nvSpPr>
          <p:spPr>
            <a:xfrm>
              <a:off x="2080390" y="2978753"/>
              <a:ext cx="8542" cy="50258"/>
            </a:xfrm>
            <a:custGeom>
              <a:rect b="b" l="l" r="r" t="t"/>
              <a:pathLst>
                <a:path extrusionOk="0" h="506" w="86">
                  <a:moveTo>
                    <a:pt x="85" y="1"/>
                  </a:moveTo>
                  <a:cubicBezTo>
                    <a:pt x="65" y="1"/>
                    <a:pt x="65" y="1"/>
                    <a:pt x="65" y="17"/>
                  </a:cubicBezTo>
                  <a:cubicBezTo>
                    <a:pt x="17" y="70"/>
                    <a:pt x="33" y="134"/>
                    <a:pt x="33" y="203"/>
                  </a:cubicBezTo>
                  <a:lnTo>
                    <a:pt x="33" y="304"/>
                  </a:lnTo>
                  <a:lnTo>
                    <a:pt x="33" y="356"/>
                  </a:lnTo>
                  <a:cubicBezTo>
                    <a:pt x="33" y="405"/>
                    <a:pt x="33" y="457"/>
                    <a:pt x="0" y="490"/>
                  </a:cubicBezTo>
                  <a:cubicBezTo>
                    <a:pt x="0" y="490"/>
                    <a:pt x="0" y="506"/>
                    <a:pt x="17" y="506"/>
                  </a:cubicBezTo>
                  <a:lnTo>
                    <a:pt x="33" y="506"/>
                  </a:lnTo>
                  <a:cubicBezTo>
                    <a:pt x="49" y="457"/>
                    <a:pt x="49" y="405"/>
                    <a:pt x="49" y="356"/>
                  </a:cubicBezTo>
                  <a:cubicBezTo>
                    <a:pt x="49" y="336"/>
                    <a:pt x="49" y="320"/>
                    <a:pt x="65" y="304"/>
                  </a:cubicBezTo>
                  <a:cubicBezTo>
                    <a:pt x="65" y="272"/>
                    <a:pt x="65" y="235"/>
                    <a:pt x="49" y="203"/>
                  </a:cubicBezTo>
                  <a:cubicBezTo>
                    <a:pt x="49" y="134"/>
                    <a:pt x="49" y="86"/>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1"/>
            <p:cNvSpPr/>
            <p:nvPr/>
          </p:nvSpPr>
          <p:spPr>
            <a:xfrm>
              <a:off x="1180804" y="3677008"/>
              <a:ext cx="3278" cy="57410"/>
            </a:xfrm>
            <a:custGeom>
              <a:rect b="b" l="l" r="r" t="t"/>
              <a:pathLst>
                <a:path extrusionOk="0" h="578" w="33">
                  <a:moveTo>
                    <a:pt x="12" y="1"/>
                  </a:moveTo>
                  <a:cubicBezTo>
                    <a:pt x="9" y="1"/>
                    <a:pt x="6" y="3"/>
                    <a:pt x="0" y="8"/>
                  </a:cubicBezTo>
                  <a:cubicBezTo>
                    <a:pt x="17" y="125"/>
                    <a:pt x="17" y="242"/>
                    <a:pt x="17" y="360"/>
                  </a:cubicBezTo>
                  <a:cubicBezTo>
                    <a:pt x="0" y="428"/>
                    <a:pt x="0" y="497"/>
                    <a:pt x="17" y="561"/>
                  </a:cubicBezTo>
                  <a:lnTo>
                    <a:pt x="17" y="578"/>
                  </a:lnTo>
                  <a:cubicBezTo>
                    <a:pt x="33" y="578"/>
                    <a:pt x="33" y="578"/>
                    <a:pt x="33" y="561"/>
                  </a:cubicBezTo>
                  <a:lnTo>
                    <a:pt x="33" y="360"/>
                  </a:lnTo>
                  <a:cubicBezTo>
                    <a:pt x="33" y="242"/>
                    <a:pt x="33" y="12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1"/>
            <p:cNvSpPr/>
            <p:nvPr/>
          </p:nvSpPr>
          <p:spPr>
            <a:xfrm>
              <a:off x="1287876" y="2948657"/>
              <a:ext cx="4966" cy="97239"/>
            </a:xfrm>
            <a:custGeom>
              <a:rect b="b" l="l" r="r" t="t"/>
              <a:pathLst>
                <a:path extrusionOk="0" h="979" w="50">
                  <a:moveTo>
                    <a:pt x="17" y="1"/>
                  </a:moveTo>
                  <a:lnTo>
                    <a:pt x="1" y="17"/>
                  </a:lnTo>
                  <a:cubicBezTo>
                    <a:pt x="17" y="134"/>
                    <a:pt x="17" y="272"/>
                    <a:pt x="17" y="389"/>
                  </a:cubicBezTo>
                  <a:lnTo>
                    <a:pt x="17" y="575"/>
                  </a:lnTo>
                  <a:lnTo>
                    <a:pt x="17" y="841"/>
                  </a:lnTo>
                  <a:lnTo>
                    <a:pt x="17" y="962"/>
                  </a:lnTo>
                  <a:cubicBezTo>
                    <a:pt x="17" y="979"/>
                    <a:pt x="17" y="979"/>
                    <a:pt x="33" y="979"/>
                  </a:cubicBezTo>
                  <a:lnTo>
                    <a:pt x="33" y="962"/>
                  </a:lnTo>
                  <a:lnTo>
                    <a:pt x="33" y="841"/>
                  </a:lnTo>
                  <a:lnTo>
                    <a:pt x="33" y="575"/>
                  </a:lnTo>
                  <a:lnTo>
                    <a:pt x="33" y="389"/>
                  </a:lnTo>
                  <a:cubicBezTo>
                    <a:pt x="49" y="272"/>
                    <a:pt x="49" y="134"/>
                    <a:pt x="33" y="17"/>
                  </a:cubicBezTo>
                  <a:cubicBezTo>
                    <a:pt x="17" y="17"/>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1"/>
            <p:cNvSpPr/>
            <p:nvPr/>
          </p:nvSpPr>
          <p:spPr>
            <a:xfrm>
              <a:off x="2010167" y="3553745"/>
              <a:ext cx="4867" cy="55523"/>
            </a:xfrm>
            <a:custGeom>
              <a:rect b="b" l="l" r="r" t="t"/>
              <a:pathLst>
                <a:path extrusionOk="0" h="559" w="49">
                  <a:moveTo>
                    <a:pt x="33" y="1"/>
                  </a:moveTo>
                  <a:cubicBezTo>
                    <a:pt x="33" y="1"/>
                    <a:pt x="33" y="21"/>
                    <a:pt x="17" y="21"/>
                  </a:cubicBezTo>
                  <a:cubicBezTo>
                    <a:pt x="0" y="102"/>
                    <a:pt x="0" y="187"/>
                    <a:pt x="17" y="288"/>
                  </a:cubicBezTo>
                  <a:cubicBezTo>
                    <a:pt x="17" y="372"/>
                    <a:pt x="17" y="457"/>
                    <a:pt x="0" y="542"/>
                  </a:cubicBezTo>
                  <a:lnTo>
                    <a:pt x="0" y="558"/>
                  </a:lnTo>
                  <a:lnTo>
                    <a:pt x="17" y="558"/>
                  </a:lnTo>
                  <a:lnTo>
                    <a:pt x="17" y="542"/>
                  </a:lnTo>
                  <a:cubicBezTo>
                    <a:pt x="49" y="457"/>
                    <a:pt x="33" y="372"/>
                    <a:pt x="33" y="271"/>
                  </a:cubicBezTo>
                  <a:cubicBezTo>
                    <a:pt x="33" y="203"/>
                    <a:pt x="33" y="102"/>
                    <a:pt x="49" y="21"/>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1"/>
            <p:cNvSpPr/>
            <p:nvPr/>
          </p:nvSpPr>
          <p:spPr>
            <a:xfrm>
              <a:off x="1033505" y="2539041"/>
              <a:ext cx="8542" cy="83930"/>
            </a:xfrm>
            <a:custGeom>
              <a:rect b="b" l="l" r="r" t="t"/>
              <a:pathLst>
                <a:path extrusionOk="0" h="845" w="86">
                  <a:moveTo>
                    <a:pt x="21" y="0"/>
                  </a:moveTo>
                  <a:cubicBezTo>
                    <a:pt x="1" y="0"/>
                    <a:pt x="1" y="17"/>
                    <a:pt x="1" y="17"/>
                  </a:cubicBezTo>
                  <a:cubicBezTo>
                    <a:pt x="37" y="53"/>
                    <a:pt x="37" y="101"/>
                    <a:pt x="37" y="154"/>
                  </a:cubicBezTo>
                  <a:lnTo>
                    <a:pt x="37" y="707"/>
                  </a:lnTo>
                  <a:lnTo>
                    <a:pt x="37" y="724"/>
                  </a:lnTo>
                  <a:cubicBezTo>
                    <a:pt x="37" y="760"/>
                    <a:pt x="37" y="808"/>
                    <a:pt x="70" y="845"/>
                  </a:cubicBezTo>
                  <a:lnTo>
                    <a:pt x="86" y="845"/>
                  </a:lnTo>
                  <a:lnTo>
                    <a:pt x="86" y="825"/>
                  </a:lnTo>
                  <a:cubicBezTo>
                    <a:pt x="53" y="792"/>
                    <a:pt x="53" y="760"/>
                    <a:pt x="53" y="724"/>
                  </a:cubicBezTo>
                  <a:lnTo>
                    <a:pt x="53" y="707"/>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1"/>
            <p:cNvSpPr/>
            <p:nvPr/>
          </p:nvSpPr>
          <p:spPr>
            <a:xfrm>
              <a:off x="1923059" y="2555926"/>
              <a:ext cx="145809" cy="305822"/>
            </a:xfrm>
            <a:custGeom>
              <a:rect b="b" l="l" r="r" t="t"/>
              <a:pathLst>
                <a:path extrusionOk="0" h="3079" w="1468">
                  <a:moveTo>
                    <a:pt x="17" y="0"/>
                  </a:moveTo>
                  <a:lnTo>
                    <a:pt x="1" y="16"/>
                  </a:lnTo>
                  <a:cubicBezTo>
                    <a:pt x="1" y="117"/>
                    <a:pt x="69" y="186"/>
                    <a:pt x="118" y="251"/>
                  </a:cubicBezTo>
                  <a:cubicBezTo>
                    <a:pt x="134" y="271"/>
                    <a:pt x="134" y="287"/>
                    <a:pt x="154" y="303"/>
                  </a:cubicBezTo>
                  <a:cubicBezTo>
                    <a:pt x="288" y="489"/>
                    <a:pt x="405" y="675"/>
                    <a:pt x="522" y="857"/>
                  </a:cubicBezTo>
                  <a:cubicBezTo>
                    <a:pt x="591" y="958"/>
                    <a:pt x="659" y="1059"/>
                    <a:pt x="724" y="1160"/>
                  </a:cubicBezTo>
                  <a:cubicBezTo>
                    <a:pt x="962" y="1499"/>
                    <a:pt x="1164" y="1818"/>
                    <a:pt x="1382" y="2121"/>
                  </a:cubicBezTo>
                  <a:cubicBezTo>
                    <a:pt x="1415" y="2169"/>
                    <a:pt x="1431" y="2222"/>
                    <a:pt x="1431" y="2307"/>
                  </a:cubicBezTo>
                  <a:lnTo>
                    <a:pt x="1431" y="2541"/>
                  </a:lnTo>
                  <a:cubicBezTo>
                    <a:pt x="1431" y="2711"/>
                    <a:pt x="1415" y="2876"/>
                    <a:pt x="1431" y="3030"/>
                  </a:cubicBezTo>
                  <a:lnTo>
                    <a:pt x="1431" y="3046"/>
                  </a:lnTo>
                  <a:lnTo>
                    <a:pt x="1415" y="3062"/>
                  </a:lnTo>
                  <a:lnTo>
                    <a:pt x="1415" y="3078"/>
                  </a:lnTo>
                  <a:lnTo>
                    <a:pt x="1431" y="3078"/>
                  </a:lnTo>
                  <a:lnTo>
                    <a:pt x="1447" y="3062"/>
                  </a:lnTo>
                  <a:cubicBezTo>
                    <a:pt x="1447" y="3062"/>
                    <a:pt x="1467" y="3046"/>
                    <a:pt x="1467" y="3030"/>
                  </a:cubicBezTo>
                  <a:cubicBezTo>
                    <a:pt x="1447" y="2860"/>
                    <a:pt x="1447" y="2711"/>
                    <a:pt x="1447" y="2541"/>
                  </a:cubicBezTo>
                  <a:lnTo>
                    <a:pt x="1447" y="2307"/>
                  </a:lnTo>
                  <a:cubicBezTo>
                    <a:pt x="1447" y="2222"/>
                    <a:pt x="1431" y="2153"/>
                    <a:pt x="1399" y="2105"/>
                  </a:cubicBezTo>
                  <a:cubicBezTo>
                    <a:pt x="1197" y="1802"/>
                    <a:pt x="978" y="1483"/>
                    <a:pt x="740" y="1143"/>
                  </a:cubicBezTo>
                  <a:cubicBezTo>
                    <a:pt x="675" y="1042"/>
                    <a:pt x="623" y="941"/>
                    <a:pt x="558" y="840"/>
                  </a:cubicBezTo>
                  <a:cubicBezTo>
                    <a:pt x="421" y="675"/>
                    <a:pt x="304" y="473"/>
                    <a:pt x="187" y="303"/>
                  </a:cubicBezTo>
                  <a:cubicBezTo>
                    <a:pt x="170" y="271"/>
                    <a:pt x="154" y="251"/>
                    <a:pt x="134" y="234"/>
                  </a:cubicBezTo>
                  <a:cubicBezTo>
                    <a:pt x="86" y="170"/>
                    <a:pt x="33" y="101"/>
                    <a:pt x="33" y="16"/>
                  </a:cubicBezTo>
                  <a:cubicBezTo>
                    <a:pt x="33" y="16"/>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1"/>
            <p:cNvSpPr/>
            <p:nvPr/>
          </p:nvSpPr>
          <p:spPr>
            <a:xfrm>
              <a:off x="2095190" y="3522061"/>
              <a:ext cx="5364" cy="48669"/>
            </a:xfrm>
            <a:custGeom>
              <a:rect b="b" l="l" r="r" t="t"/>
              <a:pathLst>
                <a:path extrusionOk="0" h="490" w="54">
                  <a:moveTo>
                    <a:pt x="53" y="1"/>
                  </a:moveTo>
                  <a:cubicBezTo>
                    <a:pt x="37" y="1"/>
                    <a:pt x="37" y="1"/>
                    <a:pt x="37" y="17"/>
                  </a:cubicBezTo>
                  <a:cubicBezTo>
                    <a:pt x="17" y="85"/>
                    <a:pt x="17" y="170"/>
                    <a:pt x="17" y="255"/>
                  </a:cubicBezTo>
                  <a:cubicBezTo>
                    <a:pt x="17" y="320"/>
                    <a:pt x="17" y="405"/>
                    <a:pt x="1" y="473"/>
                  </a:cubicBezTo>
                  <a:cubicBezTo>
                    <a:pt x="1" y="489"/>
                    <a:pt x="1" y="489"/>
                    <a:pt x="17" y="489"/>
                  </a:cubicBezTo>
                  <a:lnTo>
                    <a:pt x="37" y="473"/>
                  </a:lnTo>
                  <a:cubicBezTo>
                    <a:pt x="53" y="405"/>
                    <a:pt x="53" y="320"/>
                    <a:pt x="53" y="255"/>
                  </a:cubicBezTo>
                  <a:cubicBezTo>
                    <a:pt x="37" y="170"/>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1"/>
            <p:cNvSpPr/>
            <p:nvPr/>
          </p:nvSpPr>
          <p:spPr>
            <a:xfrm>
              <a:off x="1408258" y="2731235"/>
              <a:ext cx="6555" cy="90386"/>
            </a:xfrm>
            <a:custGeom>
              <a:rect b="b" l="l" r="r" t="t"/>
              <a:pathLst>
                <a:path extrusionOk="0" h="910" w="66">
                  <a:moveTo>
                    <a:pt x="66" y="0"/>
                  </a:moveTo>
                  <a:cubicBezTo>
                    <a:pt x="49" y="0"/>
                    <a:pt x="49" y="21"/>
                    <a:pt x="49" y="21"/>
                  </a:cubicBezTo>
                  <a:cubicBezTo>
                    <a:pt x="17" y="170"/>
                    <a:pt x="33" y="324"/>
                    <a:pt x="33" y="473"/>
                  </a:cubicBezTo>
                  <a:lnTo>
                    <a:pt x="33" y="728"/>
                  </a:lnTo>
                  <a:lnTo>
                    <a:pt x="33" y="744"/>
                  </a:lnTo>
                  <a:cubicBezTo>
                    <a:pt x="33" y="792"/>
                    <a:pt x="33" y="845"/>
                    <a:pt x="1" y="893"/>
                  </a:cubicBezTo>
                  <a:cubicBezTo>
                    <a:pt x="1" y="893"/>
                    <a:pt x="1" y="909"/>
                    <a:pt x="17" y="909"/>
                  </a:cubicBezTo>
                  <a:lnTo>
                    <a:pt x="33" y="909"/>
                  </a:lnTo>
                  <a:cubicBezTo>
                    <a:pt x="49" y="861"/>
                    <a:pt x="49" y="808"/>
                    <a:pt x="49" y="744"/>
                  </a:cubicBezTo>
                  <a:lnTo>
                    <a:pt x="49" y="728"/>
                  </a:lnTo>
                  <a:cubicBezTo>
                    <a:pt x="66" y="643"/>
                    <a:pt x="49" y="558"/>
                    <a:pt x="49" y="473"/>
                  </a:cubicBezTo>
                  <a:cubicBezTo>
                    <a:pt x="49" y="324"/>
                    <a:pt x="49" y="170"/>
                    <a:pt x="66" y="21"/>
                  </a:cubicBezTo>
                  <a:lnTo>
                    <a:pt x="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1"/>
            <p:cNvSpPr/>
            <p:nvPr/>
          </p:nvSpPr>
          <p:spPr>
            <a:xfrm>
              <a:off x="1247848" y="2874561"/>
              <a:ext cx="168952" cy="191399"/>
            </a:xfrm>
            <a:custGeom>
              <a:rect b="b" l="l" r="r" t="t"/>
              <a:pathLst>
                <a:path extrusionOk="0" h="1927" w="1701">
                  <a:moveTo>
                    <a:pt x="1686" y="1"/>
                  </a:moveTo>
                  <a:cubicBezTo>
                    <a:pt x="1683" y="1"/>
                    <a:pt x="1681" y="2"/>
                    <a:pt x="1681" y="8"/>
                  </a:cubicBezTo>
                  <a:cubicBezTo>
                    <a:pt x="1479" y="93"/>
                    <a:pt x="1277" y="173"/>
                    <a:pt x="1075" y="242"/>
                  </a:cubicBezTo>
                  <a:cubicBezTo>
                    <a:pt x="974" y="274"/>
                    <a:pt x="873" y="311"/>
                    <a:pt x="772" y="343"/>
                  </a:cubicBezTo>
                  <a:cubicBezTo>
                    <a:pt x="570" y="428"/>
                    <a:pt x="351" y="513"/>
                    <a:pt x="117" y="597"/>
                  </a:cubicBezTo>
                  <a:cubicBezTo>
                    <a:pt x="32" y="614"/>
                    <a:pt x="0" y="662"/>
                    <a:pt x="16" y="763"/>
                  </a:cubicBezTo>
                  <a:lnTo>
                    <a:pt x="16" y="1183"/>
                  </a:lnTo>
                  <a:cubicBezTo>
                    <a:pt x="0" y="1405"/>
                    <a:pt x="0" y="1624"/>
                    <a:pt x="32" y="1858"/>
                  </a:cubicBezTo>
                  <a:cubicBezTo>
                    <a:pt x="32" y="1858"/>
                    <a:pt x="32" y="1874"/>
                    <a:pt x="16" y="1890"/>
                  </a:cubicBezTo>
                  <a:lnTo>
                    <a:pt x="0" y="1910"/>
                  </a:lnTo>
                  <a:lnTo>
                    <a:pt x="0" y="1927"/>
                  </a:lnTo>
                  <a:lnTo>
                    <a:pt x="16" y="1927"/>
                  </a:lnTo>
                  <a:lnTo>
                    <a:pt x="32" y="1910"/>
                  </a:lnTo>
                  <a:cubicBezTo>
                    <a:pt x="49" y="1890"/>
                    <a:pt x="65" y="1874"/>
                    <a:pt x="65" y="1842"/>
                  </a:cubicBezTo>
                  <a:cubicBezTo>
                    <a:pt x="32" y="1624"/>
                    <a:pt x="32" y="1405"/>
                    <a:pt x="32" y="1183"/>
                  </a:cubicBezTo>
                  <a:cubicBezTo>
                    <a:pt x="32" y="1050"/>
                    <a:pt x="49" y="900"/>
                    <a:pt x="32" y="747"/>
                  </a:cubicBezTo>
                  <a:cubicBezTo>
                    <a:pt x="32" y="678"/>
                    <a:pt x="49" y="646"/>
                    <a:pt x="117" y="614"/>
                  </a:cubicBezTo>
                  <a:cubicBezTo>
                    <a:pt x="368" y="529"/>
                    <a:pt x="590" y="460"/>
                    <a:pt x="792" y="375"/>
                  </a:cubicBezTo>
                  <a:cubicBezTo>
                    <a:pt x="873" y="343"/>
                    <a:pt x="974" y="311"/>
                    <a:pt x="1075" y="258"/>
                  </a:cubicBezTo>
                  <a:cubicBezTo>
                    <a:pt x="1277" y="194"/>
                    <a:pt x="1499" y="109"/>
                    <a:pt x="1701" y="24"/>
                  </a:cubicBezTo>
                  <a:lnTo>
                    <a:pt x="1701" y="8"/>
                  </a:lnTo>
                  <a:cubicBezTo>
                    <a:pt x="1701" y="8"/>
                    <a:pt x="1692" y="1"/>
                    <a:pt x="1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1"/>
            <p:cNvSpPr/>
            <p:nvPr/>
          </p:nvSpPr>
          <p:spPr>
            <a:xfrm>
              <a:off x="1521886" y="2350026"/>
              <a:ext cx="200636" cy="343168"/>
            </a:xfrm>
            <a:custGeom>
              <a:rect b="b" l="l" r="r" t="t"/>
              <a:pathLst>
                <a:path extrusionOk="0" h="3455" w="2020">
                  <a:moveTo>
                    <a:pt x="53" y="1"/>
                  </a:moveTo>
                  <a:cubicBezTo>
                    <a:pt x="32" y="21"/>
                    <a:pt x="0" y="53"/>
                    <a:pt x="0" y="86"/>
                  </a:cubicBezTo>
                  <a:lnTo>
                    <a:pt x="0" y="223"/>
                  </a:lnTo>
                  <a:lnTo>
                    <a:pt x="0" y="728"/>
                  </a:lnTo>
                  <a:cubicBezTo>
                    <a:pt x="0" y="793"/>
                    <a:pt x="53" y="845"/>
                    <a:pt x="85" y="894"/>
                  </a:cubicBezTo>
                  <a:cubicBezTo>
                    <a:pt x="101" y="910"/>
                    <a:pt x="117" y="930"/>
                    <a:pt x="117" y="930"/>
                  </a:cubicBezTo>
                  <a:cubicBezTo>
                    <a:pt x="335" y="1233"/>
                    <a:pt x="574" y="1516"/>
                    <a:pt x="792" y="1802"/>
                  </a:cubicBezTo>
                  <a:cubicBezTo>
                    <a:pt x="1010" y="2089"/>
                    <a:pt x="1244" y="2392"/>
                    <a:pt x="1467" y="2679"/>
                  </a:cubicBezTo>
                  <a:cubicBezTo>
                    <a:pt x="1499" y="2728"/>
                    <a:pt x="1547" y="2780"/>
                    <a:pt x="1584" y="2829"/>
                  </a:cubicBezTo>
                  <a:cubicBezTo>
                    <a:pt x="1701" y="2982"/>
                    <a:pt x="1802" y="3132"/>
                    <a:pt x="1935" y="3285"/>
                  </a:cubicBezTo>
                  <a:cubicBezTo>
                    <a:pt x="1971" y="3301"/>
                    <a:pt x="1971" y="3334"/>
                    <a:pt x="1988" y="3386"/>
                  </a:cubicBezTo>
                  <a:lnTo>
                    <a:pt x="1988" y="3455"/>
                  </a:lnTo>
                  <a:lnTo>
                    <a:pt x="2004" y="3455"/>
                  </a:lnTo>
                  <a:cubicBezTo>
                    <a:pt x="2020" y="3455"/>
                    <a:pt x="2020" y="3455"/>
                    <a:pt x="2020" y="3434"/>
                  </a:cubicBezTo>
                  <a:cubicBezTo>
                    <a:pt x="2020" y="3418"/>
                    <a:pt x="2004" y="3402"/>
                    <a:pt x="2004" y="3386"/>
                  </a:cubicBezTo>
                  <a:cubicBezTo>
                    <a:pt x="2004" y="3334"/>
                    <a:pt x="1988" y="3285"/>
                    <a:pt x="1951" y="3269"/>
                  </a:cubicBezTo>
                  <a:cubicBezTo>
                    <a:pt x="1834" y="3115"/>
                    <a:pt x="1717" y="2966"/>
                    <a:pt x="1600" y="2812"/>
                  </a:cubicBezTo>
                  <a:cubicBezTo>
                    <a:pt x="1568" y="2764"/>
                    <a:pt x="1531" y="2711"/>
                    <a:pt x="1483" y="2663"/>
                  </a:cubicBezTo>
                  <a:cubicBezTo>
                    <a:pt x="1265" y="2376"/>
                    <a:pt x="1042" y="2073"/>
                    <a:pt x="824" y="1786"/>
                  </a:cubicBezTo>
                  <a:cubicBezTo>
                    <a:pt x="590" y="1499"/>
                    <a:pt x="372" y="1213"/>
                    <a:pt x="133" y="910"/>
                  </a:cubicBezTo>
                  <a:cubicBezTo>
                    <a:pt x="133" y="910"/>
                    <a:pt x="117" y="894"/>
                    <a:pt x="117" y="877"/>
                  </a:cubicBezTo>
                  <a:cubicBezTo>
                    <a:pt x="69" y="845"/>
                    <a:pt x="32" y="793"/>
                    <a:pt x="32" y="728"/>
                  </a:cubicBezTo>
                  <a:lnTo>
                    <a:pt x="32" y="223"/>
                  </a:lnTo>
                  <a:lnTo>
                    <a:pt x="32" y="86"/>
                  </a:lnTo>
                  <a:cubicBezTo>
                    <a:pt x="32" y="69"/>
                    <a:pt x="53" y="37"/>
                    <a:pt x="69" y="21"/>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1"/>
            <p:cNvSpPr/>
            <p:nvPr/>
          </p:nvSpPr>
          <p:spPr>
            <a:xfrm>
              <a:off x="610678" y="2896909"/>
              <a:ext cx="1689" cy="57112"/>
            </a:xfrm>
            <a:custGeom>
              <a:rect b="b" l="l" r="r" t="t"/>
              <a:pathLst>
                <a:path extrusionOk="0" h="575" w="17">
                  <a:moveTo>
                    <a:pt x="0" y="1"/>
                  </a:moveTo>
                  <a:lnTo>
                    <a:pt x="0" y="17"/>
                  </a:lnTo>
                  <a:lnTo>
                    <a:pt x="0" y="554"/>
                  </a:lnTo>
                  <a:lnTo>
                    <a:pt x="0" y="574"/>
                  </a:lnTo>
                  <a:cubicBezTo>
                    <a:pt x="16" y="574"/>
                    <a:pt x="16" y="554"/>
                    <a:pt x="16" y="554"/>
                  </a:cubicBezTo>
                  <a:lnTo>
                    <a:pt x="16" y="17"/>
                  </a:lnTo>
                  <a:cubicBezTo>
                    <a:pt x="16" y="17"/>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1"/>
            <p:cNvSpPr/>
            <p:nvPr/>
          </p:nvSpPr>
          <p:spPr>
            <a:xfrm>
              <a:off x="1742487" y="1791918"/>
              <a:ext cx="167462" cy="394519"/>
            </a:xfrm>
            <a:custGeom>
              <a:rect b="b" l="l" r="r" t="t"/>
              <a:pathLst>
                <a:path extrusionOk="0" h="3972" w="1686">
                  <a:moveTo>
                    <a:pt x="17" y="1"/>
                  </a:moveTo>
                  <a:cubicBezTo>
                    <a:pt x="1" y="1"/>
                    <a:pt x="1" y="1"/>
                    <a:pt x="1" y="17"/>
                  </a:cubicBezTo>
                  <a:cubicBezTo>
                    <a:pt x="1" y="134"/>
                    <a:pt x="70" y="235"/>
                    <a:pt x="134" y="320"/>
                  </a:cubicBezTo>
                  <a:cubicBezTo>
                    <a:pt x="171" y="352"/>
                    <a:pt x="187" y="388"/>
                    <a:pt x="203" y="437"/>
                  </a:cubicBezTo>
                  <a:cubicBezTo>
                    <a:pt x="474" y="893"/>
                    <a:pt x="740" y="1362"/>
                    <a:pt x="1011" y="1818"/>
                  </a:cubicBezTo>
                  <a:cubicBezTo>
                    <a:pt x="1128" y="2004"/>
                    <a:pt x="1245" y="2206"/>
                    <a:pt x="1346" y="2388"/>
                  </a:cubicBezTo>
                  <a:cubicBezTo>
                    <a:pt x="1383" y="2441"/>
                    <a:pt x="1399" y="2489"/>
                    <a:pt x="1431" y="2525"/>
                  </a:cubicBezTo>
                  <a:cubicBezTo>
                    <a:pt x="1467" y="2610"/>
                    <a:pt x="1516" y="2691"/>
                    <a:pt x="1568" y="2760"/>
                  </a:cubicBezTo>
                  <a:cubicBezTo>
                    <a:pt x="1617" y="2845"/>
                    <a:pt x="1633" y="2929"/>
                    <a:pt x="1633" y="3030"/>
                  </a:cubicBezTo>
                  <a:lnTo>
                    <a:pt x="1633" y="3281"/>
                  </a:lnTo>
                  <a:cubicBezTo>
                    <a:pt x="1633" y="3434"/>
                    <a:pt x="1649" y="3584"/>
                    <a:pt x="1617" y="3721"/>
                  </a:cubicBezTo>
                  <a:cubicBezTo>
                    <a:pt x="1601" y="3770"/>
                    <a:pt x="1617" y="3838"/>
                    <a:pt x="1649" y="3887"/>
                  </a:cubicBezTo>
                  <a:cubicBezTo>
                    <a:pt x="1649" y="3903"/>
                    <a:pt x="1649" y="3939"/>
                    <a:pt x="1669" y="3955"/>
                  </a:cubicBezTo>
                  <a:cubicBezTo>
                    <a:pt x="1669" y="3955"/>
                    <a:pt x="1669" y="3972"/>
                    <a:pt x="1685" y="3972"/>
                  </a:cubicBezTo>
                  <a:lnTo>
                    <a:pt x="1685" y="3955"/>
                  </a:lnTo>
                  <a:cubicBezTo>
                    <a:pt x="1685" y="3923"/>
                    <a:pt x="1669" y="3903"/>
                    <a:pt x="1669" y="3871"/>
                  </a:cubicBezTo>
                  <a:cubicBezTo>
                    <a:pt x="1649" y="3822"/>
                    <a:pt x="1633" y="3770"/>
                    <a:pt x="1633" y="3721"/>
                  </a:cubicBezTo>
                  <a:cubicBezTo>
                    <a:pt x="1669" y="3584"/>
                    <a:pt x="1669" y="3434"/>
                    <a:pt x="1669" y="3281"/>
                  </a:cubicBezTo>
                  <a:cubicBezTo>
                    <a:pt x="1669" y="3196"/>
                    <a:pt x="1649" y="3115"/>
                    <a:pt x="1669" y="3030"/>
                  </a:cubicBezTo>
                  <a:cubicBezTo>
                    <a:pt x="1669" y="2913"/>
                    <a:pt x="1649" y="2828"/>
                    <a:pt x="1584" y="2744"/>
                  </a:cubicBezTo>
                  <a:cubicBezTo>
                    <a:pt x="1532" y="2675"/>
                    <a:pt x="1500" y="2590"/>
                    <a:pt x="1447" y="2525"/>
                  </a:cubicBezTo>
                  <a:cubicBezTo>
                    <a:pt x="1431" y="2473"/>
                    <a:pt x="1399" y="2424"/>
                    <a:pt x="1383" y="2372"/>
                  </a:cubicBezTo>
                  <a:cubicBezTo>
                    <a:pt x="1265" y="2186"/>
                    <a:pt x="1144" y="1984"/>
                    <a:pt x="1043" y="1802"/>
                  </a:cubicBezTo>
                  <a:cubicBezTo>
                    <a:pt x="777" y="1346"/>
                    <a:pt x="490" y="873"/>
                    <a:pt x="235" y="421"/>
                  </a:cubicBezTo>
                  <a:cubicBezTo>
                    <a:pt x="203" y="388"/>
                    <a:pt x="187" y="336"/>
                    <a:pt x="154" y="304"/>
                  </a:cubicBezTo>
                  <a:cubicBezTo>
                    <a:pt x="86" y="219"/>
                    <a:pt x="17"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1"/>
            <p:cNvSpPr/>
            <p:nvPr/>
          </p:nvSpPr>
          <p:spPr>
            <a:xfrm>
              <a:off x="1553570" y="2226465"/>
              <a:ext cx="5264" cy="63469"/>
            </a:xfrm>
            <a:custGeom>
              <a:rect b="b" l="l" r="r" t="t"/>
              <a:pathLst>
                <a:path extrusionOk="0" h="639" w="53">
                  <a:moveTo>
                    <a:pt x="37" y="1"/>
                  </a:moveTo>
                  <a:cubicBezTo>
                    <a:pt x="0" y="102"/>
                    <a:pt x="16" y="203"/>
                    <a:pt x="16" y="304"/>
                  </a:cubicBezTo>
                  <a:lnTo>
                    <a:pt x="16" y="489"/>
                  </a:lnTo>
                  <a:lnTo>
                    <a:pt x="16" y="538"/>
                  </a:lnTo>
                  <a:cubicBezTo>
                    <a:pt x="16" y="574"/>
                    <a:pt x="16" y="607"/>
                    <a:pt x="0" y="623"/>
                  </a:cubicBezTo>
                  <a:lnTo>
                    <a:pt x="0" y="639"/>
                  </a:lnTo>
                  <a:lnTo>
                    <a:pt x="16" y="639"/>
                  </a:lnTo>
                  <a:cubicBezTo>
                    <a:pt x="53" y="607"/>
                    <a:pt x="37" y="574"/>
                    <a:pt x="37" y="538"/>
                  </a:cubicBezTo>
                  <a:lnTo>
                    <a:pt x="37" y="506"/>
                  </a:lnTo>
                  <a:lnTo>
                    <a:pt x="37" y="304"/>
                  </a:lnTo>
                  <a:cubicBezTo>
                    <a:pt x="37" y="203"/>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1"/>
            <p:cNvSpPr/>
            <p:nvPr/>
          </p:nvSpPr>
          <p:spPr>
            <a:xfrm>
              <a:off x="1643857" y="2355290"/>
              <a:ext cx="6853" cy="61879"/>
            </a:xfrm>
            <a:custGeom>
              <a:rect b="b" l="l" r="r" t="t"/>
              <a:pathLst>
                <a:path extrusionOk="0" h="623" w="69">
                  <a:moveTo>
                    <a:pt x="53" y="0"/>
                  </a:moveTo>
                  <a:cubicBezTo>
                    <a:pt x="53" y="0"/>
                    <a:pt x="37" y="0"/>
                    <a:pt x="37" y="16"/>
                  </a:cubicBezTo>
                  <a:cubicBezTo>
                    <a:pt x="16" y="101"/>
                    <a:pt x="16" y="202"/>
                    <a:pt x="16" y="287"/>
                  </a:cubicBezTo>
                  <a:lnTo>
                    <a:pt x="16" y="473"/>
                  </a:lnTo>
                  <a:lnTo>
                    <a:pt x="16" y="521"/>
                  </a:lnTo>
                  <a:cubicBezTo>
                    <a:pt x="16" y="538"/>
                    <a:pt x="37" y="574"/>
                    <a:pt x="16" y="606"/>
                  </a:cubicBezTo>
                  <a:cubicBezTo>
                    <a:pt x="0" y="606"/>
                    <a:pt x="0" y="606"/>
                    <a:pt x="16" y="622"/>
                  </a:cubicBezTo>
                  <a:lnTo>
                    <a:pt x="37" y="606"/>
                  </a:lnTo>
                  <a:cubicBezTo>
                    <a:pt x="53" y="574"/>
                    <a:pt x="53" y="538"/>
                    <a:pt x="53" y="505"/>
                  </a:cubicBezTo>
                  <a:lnTo>
                    <a:pt x="53" y="473"/>
                  </a:lnTo>
                  <a:lnTo>
                    <a:pt x="53" y="287"/>
                  </a:lnTo>
                  <a:cubicBezTo>
                    <a:pt x="53" y="202"/>
                    <a:pt x="53" y="101"/>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1"/>
            <p:cNvSpPr/>
            <p:nvPr/>
          </p:nvSpPr>
          <p:spPr>
            <a:xfrm>
              <a:off x="869817" y="2978753"/>
              <a:ext cx="334328" cy="219210"/>
            </a:xfrm>
            <a:custGeom>
              <a:rect b="b" l="l" r="r" t="t"/>
              <a:pathLst>
                <a:path extrusionOk="0" h="2207" w="3366">
                  <a:moveTo>
                    <a:pt x="3350" y="1"/>
                  </a:moveTo>
                  <a:cubicBezTo>
                    <a:pt x="3200" y="33"/>
                    <a:pt x="3063" y="86"/>
                    <a:pt x="2929" y="154"/>
                  </a:cubicBezTo>
                  <a:cubicBezTo>
                    <a:pt x="2881" y="171"/>
                    <a:pt x="2828" y="187"/>
                    <a:pt x="2780" y="203"/>
                  </a:cubicBezTo>
                  <a:cubicBezTo>
                    <a:pt x="2392" y="356"/>
                    <a:pt x="2004" y="490"/>
                    <a:pt x="1633" y="639"/>
                  </a:cubicBezTo>
                  <a:cubicBezTo>
                    <a:pt x="1415" y="724"/>
                    <a:pt x="1180" y="809"/>
                    <a:pt x="962" y="894"/>
                  </a:cubicBezTo>
                  <a:cubicBezTo>
                    <a:pt x="792" y="962"/>
                    <a:pt x="623" y="1011"/>
                    <a:pt x="473" y="1080"/>
                  </a:cubicBezTo>
                  <a:cubicBezTo>
                    <a:pt x="356" y="1128"/>
                    <a:pt x="235" y="1164"/>
                    <a:pt x="118" y="1213"/>
                  </a:cubicBezTo>
                  <a:cubicBezTo>
                    <a:pt x="33" y="1245"/>
                    <a:pt x="1" y="1298"/>
                    <a:pt x="1" y="1383"/>
                  </a:cubicBezTo>
                  <a:cubicBezTo>
                    <a:pt x="17" y="1568"/>
                    <a:pt x="1" y="1734"/>
                    <a:pt x="1" y="1920"/>
                  </a:cubicBezTo>
                  <a:lnTo>
                    <a:pt x="1" y="2053"/>
                  </a:lnTo>
                  <a:cubicBezTo>
                    <a:pt x="1" y="2106"/>
                    <a:pt x="1" y="2154"/>
                    <a:pt x="33" y="2207"/>
                  </a:cubicBezTo>
                  <a:lnTo>
                    <a:pt x="53" y="2207"/>
                  </a:lnTo>
                  <a:cubicBezTo>
                    <a:pt x="69" y="2207"/>
                    <a:pt x="69" y="2190"/>
                    <a:pt x="53" y="2190"/>
                  </a:cubicBezTo>
                  <a:cubicBezTo>
                    <a:pt x="33" y="2138"/>
                    <a:pt x="33" y="2106"/>
                    <a:pt x="33" y="2053"/>
                  </a:cubicBezTo>
                  <a:lnTo>
                    <a:pt x="33" y="1920"/>
                  </a:lnTo>
                  <a:lnTo>
                    <a:pt x="33" y="1383"/>
                  </a:lnTo>
                  <a:cubicBezTo>
                    <a:pt x="33" y="1298"/>
                    <a:pt x="53" y="1265"/>
                    <a:pt x="134" y="1229"/>
                  </a:cubicBezTo>
                  <a:cubicBezTo>
                    <a:pt x="255" y="1197"/>
                    <a:pt x="356" y="1144"/>
                    <a:pt x="473" y="1112"/>
                  </a:cubicBezTo>
                  <a:cubicBezTo>
                    <a:pt x="639" y="1043"/>
                    <a:pt x="809" y="979"/>
                    <a:pt x="978" y="926"/>
                  </a:cubicBezTo>
                  <a:cubicBezTo>
                    <a:pt x="1196" y="841"/>
                    <a:pt x="1415" y="740"/>
                    <a:pt x="1649" y="659"/>
                  </a:cubicBezTo>
                  <a:cubicBezTo>
                    <a:pt x="2020" y="522"/>
                    <a:pt x="2408" y="373"/>
                    <a:pt x="2780" y="235"/>
                  </a:cubicBezTo>
                  <a:cubicBezTo>
                    <a:pt x="2828" y="219"/>
                    <a:pt x="2897" y="187"/>
                    <a:pt x="2946" y="171"/>
                  </a:cubicBezTo>
                  <a:cubicBezTo>
                    <a:pt x="3083" y="118"/>
                    <a:pt x="3216" y="53"/>
                    <a:pt x="3366" y="33"/>
                  </a:cubicBezTo>
                  <a:lnTo>
                    <a:pt x="3366" y="17"/>
                  </a:lnTo>
                  <a:cubicBezTo>
                    <a:pt x="3366" y="1"/>
                    <a:pt x="3366" y="1"/>
                    <a:pt x="33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1"/>
            <p:cNvSpPr/>
            <p:nvPr/>
          </p:nvSpPr>
          <p:spPr>
            <a:xfrm>
              <a:off x="1257880" y="1238579"/>
              <a:ext cx="160509" cy="204014"/>
            </a:xfrm>
            <a:custGeom>
              <a:rect b="b" l="l" r="r" t="t"/>
              <a:pathLst>
                <a:path extrusionOk="0" h="2054" w="1616">
                  <a:moveTo>
                    <a:pt x="1600" y="1"/>
                  </a:moveTo>
                  <a:lnTo>
                    <a:pt x="1277" y="183"/>
                  </a:lnTo>
                  <a:cubicBezTo>
                    <a:pt x="994" y="352"/>
                    <a:pt x="707" y="522"/>
                    <a:pt x="436" y="688"/>
                  </a:cubicBezTo>
                  <a:cubicBezTo>
                    <a:pt x="388" y="724"/>
                    <a:pt x="351" y="740"/>
                    <a:pt x="319" y="772"/>
                  </a:cubicBezTo>
                  <a:cubicBezTo>
                    <a:pt x="250" y="809"/>
                    <a:pt x="186" y="857"/>
                    <a:pt x="101" y="890"/>
                  </a:cubicBezTo>
                  <a:cubicBezTo>
                    <a:pt x="32" y="926"/>
                    <a:pt x="0" y="974"/>
                    <a:pt x="0" y="1043"/>
                  </a:cubicBezTo>
                  <a:lnTo>
                    <a:pt x="0" y="1968"/>
                  </a:lnTo>
                  <a:cubicBezTo>
                    <a:pt x="0" y="1984"/>
                    <a:pt x="16" y="2001"/>
                    <a:pt x="16" y="2021"/>
                  </a:cubicBezTo>
                  <a:cubicBezTo>
                    <a:pt x="32" y="2037"/>
                    <a:pt x="32" y="2037"/>
                    <a:pt x="32" y="2053"/>
                  </a:cubicBezTo>
                  <a:lnTo>
                    <a:pt x="48" y="2053"/>
                  </a:lnTo>
                  <a:cubicBezTo>
                    <a:pt x="48" y="2053"/>
                    <a:pt x="65" y="2037"/>
                    <a:pt x="48" y="2037"/>
                  </a:cubicBezTo>
                  <a:lnTo>
                    <a:pt x="48" y="2021"/>
                  </a:lnTo>
                  <a:cubicBezTo>
                    <a:pt x="32" y="2001"/>
                    <a:pt x="32" y="1984"/>
                    <a:pt x="32" y="1968"/>
                  </a:cubicBezTo>
                  <a:lnTo>
                    <a:pt x="32" y="1043"/>
                  </a:lnTo>
                  <a:cubicBezTo>
                    <a:pt x="32" y="974"/>
                    <a:pt x="48" y="942"/>
                    <a:pt x="117" y="910"/>
                  </a:cubicBezTo>
                  <a:cubicBezTo>
                    <a:pt x="186" y="873"/>
                    <a:pt x="250" y="841"/>
                    <a:pt x="319" y="789"/>
                  </a:cubicBezTo>
                  <a:cubicBezTo>
                    <a:pt x="368" y="756"/>
                    <a:pt x="404" y="740"/>
                    <a:pt x="436" y="708"/>
                  </a:cubicBezTo>
                  <a:cubicBezTo>
                    <a:pt x="723" y="538"/>
                    <a:pt x="1010" y="385"/>
                    <a:pt x="1297" y="219"/>
                  </a:cubicBezTo>
                  <a:lnTo>
                    <a:pt x="1600" y="33"/>
                  </a:lnTo>
                  <a:cubicBezTo>
                    <a:pt x="1616" y="17"/>
                    <a:pt x="1616" y="17"/>
                    <a:pt x="1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1"/>
            <p:cNvSpPr/>
            <p:nvPr/>
          </p:nvSpPr>
          <p:spPr>
            <a:xfrm>
              <a:off x="871406" y="1393923"/>
              <a:ext cx="339592" cy="280891"/>
            </a:xfrm>
            <a:custGeom>
              <a:rect b="b" l="l" r="r" t="t"/>
              <a:pathLst>
                <a:path extrusionOk="0" h="2828" w="3419">
                  <a:moveTo>
                    <a:pt x="3402" y="0"/>
                  </a:moveTo>
                  <a:cubicBezTo>
                    <a:pt x="3233" y="69"/>
                    <a:pt x="3083" y="170"/>
                    <a:pt x="2930" y="255"/>
                  </a:cubicBezTo>
                  <a:cubicBezTo>
                    <a:pt x="2881" y="303"/>
                    <a:pt x="2812" y="336"/>
                    <a:pt x="2764" y="372"/>
                  </a:cubicBezTo>
                  <a:cubicBezTo>
                    <a:pt x="2174" y="707"/>
                    <a:pt x="1601" y="1042"/>
                    <a:pt x="1047" y="1382"/>
                  </a:cubicBezTo>
                  <a:lnTo>
                    <a:pt x="623" y="1632"/>
                  </a:lnTo>
                  <a:cubicBezTo>
                    <a:pt x="558" y="1669"/>
                    <a:pt x="490" y="1701"/>
                    <a:pt x="421" y="1733"/>
                  </a:cubicBezTo>
                  <a:cubicBezTo>
                    <a:pt x="320" y="1802"/>
                    <a:pt x="203" y="1887"/>
                    <a:pt x="69" y="1951"/>
                  </a:cubicBezTo>
                  <a:cubicBezTo>
                    <a:pt x="37" y="1972"/>
                    <a:pt x="1" y="1988"/>
                    <a:pt x="1" y="2036"/>
                  </a:cubicBezTo>
                  <a:lnTo>
                    <a:pt x="1" y="2323"/>
                  </a:lnTo>
                  <a:cubicBezTo>
                    <a:pt x="1" y="2493"/>
                    <a:pt x="1" y="2658"/>
                    <a:pt x="17" y="2812"/>
                  </a:cubicBezTo>
                  <a:cubicBezTo>
                    <a:pt x="17" y="2828"/>
                    <a:pt x="17" y="2828"/>
                    <a:pt x="37" y="2828"/>
                  </a:cubicBezTo>
                  <a:lnTo>
                    <a:pt x="53" y="2812"/>
                  </a:lnTo>
                  <a:cubicBezTo>
                    <a:pt x="17" y="2658"/>
                    <a:pt x="37" y="2493"/>
                    <a:pt x="37" y="2323"/>
                  </a:cubicBezTo>
                  <a:lnTo>
                    <a:pt x="37" y="2036"/>
                  </a:lnTo>
                  <a:cubicBezTo>
                    <a:pt x="37" y="2004"/>
                    <a:pt x="53" y="1988"/>
                    <a:pt x="86" y="1972"/>
                  </a:cubicBezTo>
                  <a:cubicBezTo>
                    <a:pt x="203" y="1903"/>
                    <a:pt x="320" y="1834"/>
                    <a:pt x="441" y="1770"/>
                  </a:cubicBezTo>
                  <a:cubicBezTo>
                    <a:pt x="506" y="1717"/>
                    <a:pt x="574" y="1685"/>
                    <a:pt x="623" y="1648"/>
                  </a:cubicBezTo>
                  <a:lnTo>
                    <a:pt x="1047" y="1398"/>
                  </a:lnTo>
                  <a:cubicBezTo>
                    <a:pt x="1617" y="1079"/>
                    <a:pt x="2190" y="723"/>
                    <a:pt x="2764" y="388"/>
                  </a:cubicBezTo>
                  <a:cubicBezTo>
                    <a:pt x="2829" y="356"/>
                    <a:pt x="2897" y="319"/>
                    <a:pt x="2946" y="287"/>
                  </a:cubicBezTo>
                  <a:cubicBezTo>
                    <a:pt x="3099" y="186"/>
                    <a:pt x="3249" y="101"/>
                    <a:pt x="3418" y="33"/>
                  </a:cubicBezTo>
                  <a:lnTo>
                    <a:pt x="3418" y="16"/>
                  </a:lnTo>
                  <a:cubicBezTo>
                    <a:pt x="3418" y="0"/>
                    <a:pt x="3402" y="0"/>
                    <a:pt x="3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1"/>
            <p:cNvSpPr/>
            <p:nvPr/>
          </p:nvSpPr>
          <p:spPr>
            <a:xfrm>
              <a:off x="936861" y="2418659"/>
              <a:ext cx="4867" cy="83930"/>
            </a:xfrm>
            <a:custGeom>
              <a:rect b="b" l="l" r="r" t="t"/>
              <a:pathLst>
                <a:path extrusionOk="0" h="845" w="49">
                  <a:moveTo>
                    <a:pt x="0" y="1"/>
                  </a:moveTo>
                  <a:lnTo>
                    <a:pt x="0" y="17"/>
                  </a:lnTo>
                  <a:cubicBezTo>
                    <a:pt x="16" y="154"/>
                    <a:pt x="16" y="287"/>
                    <a:pt x="0" y="421"/>
                  </a:cubicBezTo>
                  <a:lnTo>
                    <a:pt x="0" y="691"/>
                  </a:lnTo>
                  <a:cubicBezTo>
                    <a:pt x="16" y="691"/>
                    <a:pt x="0" y="707"/>
                    <a:pt x="0" y="724"/>
                  </a:cubicBezTo>
                  <a:cubicBezTo>
                    <a:pt x="0" y="760"/>
                    <a:pt x="0" y="808"/>
                    <a:pt x="33" y="845"/>
                  </a:cubicBezTo>
                  <a:lnTo>
                    <a:pt x="49" y="845"/>
                  </a:lnTo>
                  <a:lnTo>
                    <a:pt x="49" y="825"/>
                  </a:lnTo>
                  <a:cubicBezTo>
                    <a:pt x="33" y="792"/>
                    <a:pt x="33" y="760"/>
                    <a:pt x="33" y="724"/>
                  </a:cubicBezTo>
                  <a:lnTo>
                    <a:pt x="33" y="691"/>
                  </a:lnTo>
                  <a:lnTo>
                    <a:pt x="33" y="421"/>
                  </a:lnTo>
                  <a:cubicBezTo>
                    <a:pt x="33" y="287"/>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1"/>
            <p:cNvSpPr/>
            <p:nvPr/>
          </p:nvSpPr>
          <p:spPr>
            <a:xfrm>
              <a:off x="687655" y="2637770"/>
              <a:ext cx="127335" cy="135678"/>
            </a:xfrm>
            <a:custGeom>
              <a:rect b="b" l="l" r="r" t="t"/>
              <a:pathLst>
                <a:path extrusionOk="0" h="1366" w="1282">
                  <a:moveTo>
                    <a:pt x="1261" y="0"/>
                  </a:moveTo>
                  <a:cubicBezTo>
                    <a:pt x="1128" y="53"/>
                    <a:pt x="978" y="117"/>
                    <a:pt x="841" y="186"/>
                  </a:cubicBezTo>
                  <a:cubicBezTo>
                    <a:pt x="740" y="235"/>
                    <a:pt x="639" y="271"/>
                    <a:pt x="538" y="319"/>
                  </a:cubicBezTo>
                  <a:cubicBezTo>
                    <a:pt x="421" y="356"/>
                    <a:pt x="304" y="420"/>
                    <a:pt x="203" y="473"/>
                  </a:cubicBezTo>
                  <a:cubicBezTo>
                    <a:pt x="170" y="489"/>
                    <a:pt x="150" y="489"/>
                    <a:pt x="118" y="505"/>
                  </a:cubicBezTo>
                  <a:lnTo>
                    <a:pt x="102" y="505"/>
                  </a:lnTo>
                  <a:cubicBezTo>
                    <a:pt x="69" y="537"/>
                    <a:pt x="1" y="558"/>
                    <a:pt x="1" y="622"/>
                  </a:cubicBezTo>
                  <a:lnTo>
                    <a:pt x="1" y="877"/>
                  </a:lnTo>
                  <a:cubicBezTo>
                    <a:pt x="1" y="1026"/>
                    <a:pt x="1" y="1196"/>
                    <a:pt x="17" y="1366"/>
                  </a:cubicBezTo>
                  <a:lnTo>
                    <a:pt x="33" y="1366"/>
                  </a:lnTo>
                  <a:cubicBezTo>
                    <a:pt x="33" y="1366"/>
                    <a:pt x="49" y="1366"/>
                    <a:pt x="49" y="1345"/>
                  </a:cubicBezTo>
                  <a:cubicBezTo>
                    <a:pt x="17" y="1196"/>
                    <a:pt x="33" y="1026"/>
                    <a:pt x="33" y="877"/>
                  </a:cubicBezTo>
                  <a:lnTo>
                    <a:pt x="33" y="622"/>
                  </a:lnTo>
                  <a:cubicBezTo>
                    <a:pt x="33" y="574"/>
                    <a:pt x="69" y="558"/>
                    <a:pt x="118" y="537"/>
                  </a:cubicBezTo>
                  <a:lnTo>
                    <a:pt x="134" y="521"/>
                  </a:lnTo>
                  <a:cubicBezTo>
                    <a:pt x="150" y="521"/>
                    <a:pt x="186" y="505"/>
                    <a:pt x="219" y="489"/>
                  </a:cubicBezTo>
                  <a:cubicBezTo>
                    <a:pt x="320" y="437"/>
                    <a:pt x="437" y="388"/>
                    <a:pt x="554" y="336"/>
                  </a:cubicBezTo>
                  <a:cubicBezTo>
                    <a:pt x="655" y="303"/>
                    <a:pt x="756" y="255"/>
                    <a:pt x="857" y="202"/>
                  </a:cubicBezTo>
                  <a:cubicBezTo>
                    <a:pt x="994" y="134"/>
                    <a:pt x="1128" y="69"/>
                    <a:pt x="1281" y="33"/>
                  </a:cubicBezTo>
                  <a:lnTo>
                    <a:pt x="1281" y="16"/>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1"/>
            <p:cNvSpPr/>
            <p:nvPr/>
          </p:nvSpPr>
          <p:spPr>
            <a:xfrm>
              <a:off x="540455" y="3329867"/>
              <a:ext cx="97140" cy="33373"/>
            </a:xfrm>
            <a:custGeom>
              <a:rect b="b" l="l" r="r" t="t"/>
              <a:pathLst>
                <a:path extrusionOk="0" h="336" w="978">
                  <a:moveTo>
                    <a:pt x="962" y="1"/>
                  </a:moveTo>
                  <a:cubicBezTo>
                    <a:pt x="776" y="53"/>
                    <a:pt x="606" y="118"/>
                    <a:pt x="440" y="186"/>
                  </a:cubicBezTo>
                  <a:cubicBezTo>
                    <a:pt x="356" y="203"/>
                    <a:pt x="271" y="235"/>
                    <a:pt x="202" y="271"/>
                  </a:cubicBezTo>
                  <a:cubicBezTo>
                    <a:pt x="186" y="271"/>
                    <a:pt x="170" y="271"/>
                    <a:pt x="154" y="287"/>
                  </a:cubicBezTo>
                  <a:cubicBezTo>
                    <a:pt x="101" y="304"/>
                    <a:pt x="69" y="320"/>
                    <a:pt x="16" y="320"/>
                  </a:cubicBezTo>
                  <a:cubicBezTo>
                    <a:pt x="0" y="320"/>
                    <a:pt x="0" y="320"/>
                    <a:pt x="0" y="336"/>
                  </a:cubicBezTo>
                  <a:lnTo>
                    <a:pt x="16" y="336"/>
                  </a:lnTo>
                  <a:cubicBezTo>
                    <a:pt x="69" y="336"/>
                    <a:pt x="117" y="320"/>
                    <a:pt x="154" y="304"/>
                  </a:cubicBezTo>
                  <a:cubicBezTo>
                    <a:pt x="170" y="304"/>
                    <a:pt x="186" y="304"/>
                    <a:pt x="202" y="287"/>
                  </a:cubicBezTo>
                  <a:cubicBezTo>
                    <a:pt x="287" y="271"/>
                    <a:pt x="372" y="235"/>
                    <a:pt x="440" y="203"/>
                  </a:cubicBezTo>
                  <a:cubicBezTo>
                    <a:pt x="606" y="134"/>
                    <a:pt x="792" y="69"/>
                    <a:pt x="962" y="33"/>
                  </a:cubicBezTo>
                  <a:cubicBezTo>
                    <a:pt x="978" y="33"/>
                    <a:pt x="978" y="17"/>
                    <a:pt x="978" y="17"/>
                  </a:cubicBezTo>
                  <a:cubicBezTo>
                    <a:pt x="978" y="17"/>
                    <a:pt x="978" y="1"/>
                    <a:pt x="9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1"/>
            <p:cNvSpPr/>
            <p:nvPr/>
          </p:nvSpPr>
          <p:spPr>
            <a:xfrm>
              <a:off x="1413125" y="1562080"/>
              <a:ext cx="5264" cy="47775"/>
            </a:xfrm>
            <a:custGeom>
              <a:rect b="b" l="l" r="r" t="t"/>
              <a:pathLst>
                <a:path extrusionOk="0" h="481" w="53">
                  <a:moveTo>
                    <a:pt x="31" y="1"/>
                  </a:moveTo>
                  <a:cubicBezTo>
                    <a:pt x="26" y="1"/>
                    <a:pt x="17" y="8"/>
                    <a:pt x="17" y="8"/>
                  </a:cubicBezTo>
                  <a:cubicBezTo>
                    <a:pt x="0" y="109"/>
                    <a:pt x="0" y="210"/>
                    <a:pt x="0" y="311"/>
                  </a:cubicBezTo>
                  <a:cubicBezTo>
                    <a:pt x="0" y="359"/>
                    <a:pt x="17" y="412"/>
                    <a:pt x="0" y="481"/>
                  </a:cubicBezTo>
                  <a:lnTo>
                    <a:pt x="37" y="481"/>
                  </a:lnTo>
                  <a:lnTo>
                    <a:pt x="37" y="311"/>
                  </a:lnTo>
                  <a:cubicBezTo>
                    <a:pt x="37" y="210"/>
                    <a:pt x="37" y="109"/>
                    <a:pt x="53" y="8"/>
                  </a:cubicBezTo>
                  <a:lnTo>
                    <a:pt x="37" y="8"/>
                  </a:lnTo>
                  <a:cubicBezTo>
                    <a:pt x="37" y="3"/>
                    <a:pt x="34"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1"/>
            <p:cNvSpPr/>
            <p:nvPr/>
          </p:nvSpPr>
          <p:spPr>
            <a:xfrm>
              <a:off x="1583666" y="1928788"/>
              <a:ext cx="3675" cy="55423"/>
            </a:xfrm>
            <a:custGeom>
              <a:rect b="b" l="l" r="r" t="t"/>
              <a:pathLst>
                <a:path extrusionOk="0" h="558" w="37">
                  <a:moveTo>
                    <a:pt x="0" y="0"/>
                  </a:moveTo>
                  <a:lnTo>
                    <a:pt x="0" y="558"/>
                  </a:lnTo>
                  <a:lnTo>
                    <a:pt x="37" y="558"/>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1"/>
            <p:cNvSpPr/>
            <p:nvPr/>
          </p:nvSpPr>
          <p:spPr>
            <a:xfrm>
              <a:off x="891470" y="2106083"/>
              <a:ext cx="5364" cy="88797"/>
            </a:xfrm>
            <a:custGeom>
              <a:rect b="b" l="l" r="r" t="t"/>
              <a:pathLst>
                <a:path extrusionOk="0" h="894" w="54">
                  <a:moveTo>
                    <a:pt x="1" y="1"/>
                  </a:moveTo>
                  <a:lnTo>
                    <a:pt x="1" y="203"/>
                  </a:lnTo>
                  <a:lnTo>
                    <a:pt x="1" y="760"/>
                  </a:lnTo>
                  <a:lnTo>
                    <a:pt x="1" y="776"/>
                  </a:lnTo>
                  <a:cubicBezTo>
                    <a:pt x="1" y="809"/>
                    <a:pt x="1" y="861"/>
                    <a:pt x="17" y="893"/>
                  </a:cubicBezTo>
                  <a:lnTo>
                    <a:pt x="37" y="893"/>
                  </a:lnTo>
                  <a:cubicBezTo>
                    <a:pt x="53" y="893"/>
                    <a:pt x="53" y="893"/>
                    <a:pt x="37" y="877"/>
                  </a:cubicBezTo>
                  <a:lnTo>
                    <a:pt x="37" y="776"/>
                  </a:lnTo>
                  <a:lnTo>
                    <a:pt x="37" y="760"/>
                  </a:lnTo>
                  <a:lnTo>
                    <a:pt x="37" y="203"/>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1"/>
            <p:cNvSpPr/>
            <p:nvPr/>
          </p:nvSpPr>
          <p:spPr>
            <a:xfrm>
              <a:off x="1815987" y="1976564"/>
              <a:ext cx="5264" cy="42610"/>
            </a:xfrm>
            <a:custGeom>
              <a:rect b="b" l="l" r="r" t="t"/>
              <a:pathLst>
                <a:path extrusionOk="0" h="429" w="53">
                  <a:moveTo>
                    <a:pt x="41" y="1"/>
                  </a:moveTo>
                  <a:cubicBezTo>
                    <a:pt x="37" y="1"/>
                    <a:pt x="37" y="8"/>
                    <a:pt x="37" y="8"/>
                  </a:cubicBezTo>
                  <a:cubicBezTo>
                    <a:pt x="20" y="77"/>
                    <a:pt x="20" y="145"/>
                    <a:pt x="20" y="210"/>
                  </a:cubicBezTo>
                  <a:cubicBezTo>
                    <a:pt x="20" y="279"/>
                    <a:pt x="20" y="347"/>
                    <a:pt x="0" y="412"/>
                  </a:cubicBezTo>
                  <a:cubicBezTo>
                    <a:pt x="0" y="428"/>
                    <a:pt x="0" y="428"/>
                    <a:pt x="20" y="428"/>
                  </a:cubicBezTo>
                  <a:lnTo>
                    <a:pt x="37" y="428"/>
                  </a:lnTo>
                  <a:cubicBezTo>
                    <a:pt x="53" y="363"/>
                    <a:pt x="53" y="279"/>
                    <a:pt x="53" y="210"/>
                  </a:cubicBezTo>
                  <a:cubicBezTo>
                    <a:pt x="37" y="145"/>
                    <a:pt x="37" y="77"/>
                    <a:pt x="53" y="24"/>
                  </a:cubicBezTo>
                  <a:lnTo>
                    <a:pt x="53" y="8"/>
                  </a:lnTo>
                  <a:cubicBezTo>
                    <a:pt x="47" y="3"/>
                    <a:pt x="44"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1"/>
            <p:cNvSpPr/>
            <p:nvPr/>
          </p:nvSpPr>
          <p:spPr>
            <a:xfrm>
              <a:off x="1182393" y="3328277"/>
              <a:ext cx="5364" cy="97239"/>
            </a:xfrm>
            <a:custGeom>
              <a:rect b="b" l="l" r="r" t="t"/>
              <a:pathLst>
                <a:path extrusionOk="0" h="979" w="54">
                  <a:moveTo>
                    <a:pt x="17" y="0"/>
                  </a:moveTo>
                  <a:cubicBezTo>
                    <a:pt x="17" y="0"/>
                    <a:pt x="1" y="0"/>
                    <a:pt x="1" y="17"/>
                  </a:cubicBezTo>
                  <a:cubicBezTo>
                    <a:pt x="37" y="134"/>
                    <a:pt x="17" y="251"/>
                    <a:pt x="17" y="372"/>
                  </a:cubicBezTo>
                  <a:lnTo>
                    <a:pt x="17" y="574"/>
                  </a:lnTo>
                  <a:lnTo>
                    <a:pt x="17" y="841"/>
                  </a:lnTo>
                  <a:lnTo>
                    <a:pt x="17" y="958"/>
                  </a:lnTo>
                  <a:lnTo>
                    <a:pt x="37" y="978"/>
                  </a:lnTo>
                  <a:lnTo>
                    <a:pt x="53" y="958"/>
                  </a:lnTo>
                  <a:lnTo>
                    <a:pt x="53" y="841"/>
                  </a:lnTo>
                  <a:lnTo>
                    <a:pt x="53" y="574"/>
                  </a:lnTo>
                  <a:lnTo>
                    <a:pt x="53" y="372"/>
                  </a:lnTo>
                  <a:cubicBezTo>
                    <a:pt x="53" y="251"/>
                    <a:pt x="53" y="13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1"/>
            <p:cNvSpPr/>
            <p:nvPr/>
          </p:nvSpPr>
          <p:spPr>
            <a:xfrm>
              <a:off x="1923059" y="2398595"/>
              <a:ext cx="145809" cy="324693"/>
            </a:xfrm>
            <a:custGeom>
              <a:rect b="b" l="l" r="r" t="t"/>
              <a:pathLst>
                <a:path extrusionOk="0" h="3269" w="1468">
                  <a:moveTo>
                    <a:pt x="1" y="1"/>
                  </a:moveTo>
                  <a:cubicBezTo>
                    <a:pt x="1" y="118"/>
                    <a:pt x="53" y="203"/>
                    <a:pt x="118" y="287"/>
                  </a:cubicBezTo>
                  <a:cubicBezTo>
                    <a:pt x="134" y="304"/>
                    <a:pt x="154" y="340"/>
                    <a:pt x="170" y="372"/>
                  </a:cubicBezTo>
                  <a:cubicBezTo>
                    <a:pt x="558" y="978"/>
                    <a:pt x="978" y="1633"/>
                    <a:pt x="1399" y="2291"/>
                  </a:cubicBezTo>
                  <a:cubicBezTo>
                    <a:pt x="1415" y="2323"/>
                    <a:pt x="1431" y="2376"/>
                    <a:pt x="1431" y="2408"/>
                  </a:cubicBezTo>
                  <a:lnTo>
                    <a:pt x="1431" y="2695"/>
                  </a:lnTo>
                  <a:cubicBezTo>
                    <a:pt x="1431" y="2845"/>
                    <a:pt x="1415" y="2982"/>
                    <a:pt x="1431" y="3131"/>
                  </a:cubicBezTo>
                  <a:cubicBezTo>
                    <a:pt x="1447" y="3147"/>
                    <a:pt x="1431" y="3184"/>
                    <a:pt x="1415" y="3200"/>
                  </a:cubicBezTo>
                  <a:cubicBezTo>
                    <a:pt x="1415" y="3216"/>
                    <a:pt x="1399" y="3232"/>
                    <a:pt x="1399" y="3248"/>
                  </a:cubicBezTo>
                  <a:cubicBezTo>
                    <a:pt x="1399" y="3248"/>
                    <a:pt x="1399" y="3269"/>
                    <a:pt x="1415" y="3269"/>
                  </a:cubicBezTo>
                  <a:lnTo>
                    <a:pt x="1431" y="3248"/>
                  </a:lnTo>
                  <a:cubicBezTo>
                    <a:pt x="1431" y="3248"/>
                    <a:pt x="1431" y="3232"/>
                    <a:pt x="1447" y="3216"/>
                  </a:cubicBezTo>
                  <a:cubicBezTo>
                    <a:pt x="1447" y="3184"/>
                    <a:pt x="1467" y="3147"/>
                    <a:pt x="1467" y="3131"/>
                  </a:cubicBezTo>
                  <a:cubicBezTo>
                    <a:pt x="1447" y="2982"/>
                    <a:pt x="1447" y="2845"/>
                    <a:pt x="1447" y="2695"/>
                  </a:cubicBezTo>
                  <a:lnTo>
                    <a:pt x="1447" y="2408"/>
                  </a:lnTo>
                  <a:cubicBezTo>
                    <a:pt x="1447" y="2360"/>
                    <a:pt x="1447" y="2323"/>
                    <a:pt x="1415" y="2275"/>
                  </a:cubicBezTo>
                  <a:cubicBezTo>
                    <a:pt x="995" y="1616"/>
                    <a:pt x="591" y="962"/>
                    <a:pt x="203" y="356"/>
                  </a:cubicBezTo>
                  <a:cubicBezTo>
                    <a:pt x="187" y="320"/>
                    <a:pt x="154" y="287"/>
                    <a:pt x="134" y="271"/>
                  </a:cubicBezTo>
                  <a:cubicBezTo>
                    <a:pt x="86" y="186"/>
                    <a:pt x="17" y="118"/>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1"/>
            <p:cNvSpPr/>
            <p:nvPr/>
          </p:nvSpPr>
          <p:spPr>
            <a:xfrm>
              <a:off x="2153791" y="2945479"/>
              <a:ext cx="6953" cy="48669"/>
            </a:xfrm>
            <a:custGeom>
              <a:rect b="b" l="l" r="r" t="t"/>
              <a:pathLst>
                <a:path extrusionOk="0" h="490" w="70">
                  <a:moveTo>
                    <a:pt x="53" y="1"/>
                  </a:moveTo>
                  <a:cubicBezTo>
                    <a:pt x="53" y="1"/>
                    <a:pt x="33" y="1"/>
                    <a:pt x="33" y="17"/>
                  </a:cubicBezTo>
                  <a:cubicBezTo>
                    <a:pt x="17" y="85"/>
                    <a:pt x="17" y="166"/>
                    <a:pt x="17" y="251"/>
                  </a:cubicBezTo>
                  <a:cubicBezTo>
                    <a:pt x="17" y="320"/>
                    <a:pt x="33" y="405"/>
                    <a:pt x="17" y="469"/>
                  </a:cubicBezTo>
                  <a:cubicBezTo>
                    <a:pt x="1" y="469"/>
                    <a:pt x="17" y="489"/>
                    <a:pt x="17" y="489"/>
                  </a:cubicBezTo>
                  <a:lnTo>
                    <a:pt x="33" y="469"/>
                  </a:lnTo>
                  <a:cubicBezTo>
                    <a:pt x="53" y="405"/>
                    <a:pt x="53" y="320"/>
                    <a:pt x="53" y="235"/>
                  </a:cubicBezTo>
                  <a:cubicBezTo>
                    <a:pt x="53" y="166"/>
                    <a:pt x="33" y="85"/>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1"/>
            <p:cNvSpPr/>
            <p:nvPr/>
          </p:nvSpPr>
          <p:spPr>
            <a:xfrm>
              <a:off x="1491790" y="1230236"/>
              <a:ext cx="8443" cy="102007"/>
            </a:xfrm>
            <a:custGeom>
              <a:rect b="b" l="l" r="r" t="t"/>
              <a:pathLst>
                <a:path extrusionOk="0" h="1027" w="85">
                  <a:moveTo>
                    <a:pt x="53" y="0"/>
                  </a:moveTo>
                  <a:cubicBezTo>
                    <a:pt x="16" y="32"/>
                    <a:pt x="32" y="85"/>
                    <a:pt x="32" y="117"/>
                  </a:cubicBezTo>
                  <a:lnTo>
                    <a:pt x="32" y="150"/>
                  </a:lnTo>
                  <a:lnTo>
                    <a:pt x="32" y="420"/>
                  </a:lnTo>
                  <a:cubicBezTo>
                    <a:pt x="53" y="553"/>
                    <a:pt x="53" y="691"/>
                    <a:pt x="16" y="824"/>
                  </a:cubicBezTo>
                  <a:cubicBezTo>
                    <a:pt x="0" y="873"/>
                    <a:pt x="16" y="925"/>
                    <a:pt x="32" y="957"/>
                  </a:cubicBezTo>
                  <a:cubicBezTo>
                    <a:pt x="53" y="974"/>
                    <a:pt x="53" y="1010"/>
                    <a:pt x="53" y="1026"/>
                  </a:cubicBezTo>
                  <a:lnTo>
                    <a:pt x="69" y="1026"/>
                  </a:lnTo>
                  <a:cubicBezTo>
                    <a:pt x="85" y="1026"/>
                    <a:pt x="85" y="1026"/>
                    <a:pt x="85" y="1010"/>
                  </a:cubicBezTo>
                  <a:cubicBezTo>
                    <a:pt x="69" y="994"/>
                    <a:pt x="69" y="974"/>
                    <a:pt x="69" y="957"/>
                  </a:cubicBezTo>
                  <a:cubicBezTo>
                    <a:pt x="53" y="909"/>
                    <a:pt x="32" y="873"/>
                    <a:pt x="53" y="840"/>
                  </a:cubicBezTo>
                  <a:cubicBezTo>
                    <a:pt x="69" y="691"/>
                    <a:pt x="69" y="553"/>
                    <a:pt x="69" y="420"/>
                  </a:cubicBezTo>
                  <a:lnTo>
                    <a:pt x="69" y="150"/>
                  </a:lnTo>
                  <a:lnTo>
                    <a:pt x="69" y="101"/>
                  </a:lnTo>
                  <a:cubicBezTo>
                    <a:pt x="53" y="65"/>
                    <a:pt x="53" y="49"/>
                    <a:pt x="69" y="32"/>
                  </a:cubicBezTo>
                  <a:lnTo>
                    <a:pt x="85" y="16"/>
                  </a:ln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1"/>
            <p:cNvSpPr/>
            <p:nvPr/>
          </p:nvSpPr>
          <p:spPr>
            <a:xfrm>
              <a:off x="1734143" y="3369994"/>
              <a:ext cx="174216" cy="276124"/>
            </a:xfrm>
            <a:custGeom>
              <a:rect b="b" l="l" r="r" t="t"/>
              <a:pathLst>
                <a:path extrusionOk="0" h="2780" w="1754">
                  <a:moveTo>
                    <a:pt x="16" y="1"/>
                  </a:moveTo>
                  <a:cubicBezTo>
                    <a:pt x="0" y="1"/>
                    <a:pt x="0" y="1"/>
                    <a:pt x="0" y="17"/>
                  </a:cubicBezTo>
                  <a:cubicBezTo>
                    <a:pt x="36" y="118"/>
                    <a:pt x="101" y="186"/>
                    <a:pt x="186" y="255"/>
                  </a:cubicBezTo>
                  <a:cubicBezTo>
                    <a:pt x="218" y="271"/>
                    <a:pt x="238" y="304"/>
                    <a:pt x="271" y="320"/>
                  </a:cubicBezTo>
                  <a:cubicBezTo>
                    <a:pt x="622" y="691"/>
                    <a:pt x="978" y="1043"/>
                    <a:pt x="1329" y="1398"/>
                  </a:cubicBezTo>
                  <a:lnTo>
                    <a:pt x="1632" y="1701"/>
                  </a:lnTo>
                  <a:cubicBezTo>
                    <a:pt x="1632" y="1717"/>
                    <a:pt x="1652" y="1717"/>
                    <a:pt x="1652" y="1717"/>
                  </a:cubicBezTo>
                  <a:cubicBezTo>
                    <a:pt x="1685" y="1770"/>
                    <a:pt x="1733" y="1802"/>
                    <a:pt x="1717" y="1851"/>
                  </a:cubicBezTo>
                  <a:cubicBezTo>
                    <a:pt x="1701" y="2020"/>
                    <a:pt x="1701" y="2174"/>
                    <a:pt x="1701" y="2340"/>
                  </a:cubicBezTo>
                  <a:cubicBezTo>
                    <a:pt x="1701" y="2424"/>
                    <a:pt x="1717" y="2525"/>
                    <a:pt x="1701" y="2610"/>
                  </a:cubicBezTo>
                  <a:lnTo>
                    <a:pt x="1701" y="2643"/>
                  </a:lnTo>
                  <a:cubicBezTo>
                    <a:pt x="1701" y="2679"/>
                    <a:pt x="1701" y="2727"/>
                    <a:pt x="1685" y="2760"/>
                  </a:cubicBezTo>
                  <a:lnTo>
                    <a:pt x="1685" y="2780"/>
                  </a:lnTo>
                  <a:lnTo>
                    <a:pt x="1701" y="2780"/>
                  </a:lnTo>
                  <a:cubicBezTo>
                    <a:pt x="1733" y="2727"/>
                    <a:pt x="1733" y="2679"/>
                    <a:pt x="1733" y="2643"/>
                  </a:cubicBezTo>
                  <a:lnTo>
                    <a:pt x="1733" y="2610"/>
                  </a:lnTo>
                  <a:lnTo>
                    <a:pt x="1733" y="2340"/>
                  </a:lnTo>
                  <a:cubicBezTo>
                    <a:pt x="1733" y="2174"/>
                    <a:pt x="1733" y="2020"/>
                    <a:pt x="1753" y="1871"/>
                  </a:cubicBezTo>
                  <a:cubicBezTo>
                    <a:pt x="1753" y="1786"/>
                    <a:pt x="1717" y="1750"/>
                    <a:pt x="1668" y="1701"/>
                  </a:cubicBezTo>
                  <a:cubicBezTo>
                    <a:pt x="1668" y="1701"/>
                    <a:pt x="1652" y="1701"/>
                    <a:pt x="1652" y="1685"/>
                  </a:cubicBezTo>
                  <a:lnTo>
                    <a:pt x="1349" y="1382"/>
                  </a:lnTo>
                  <a:cubicBezTo>
                    <a:pt x="994" y="1027"/>
                    <a:pt x="642" y="675"/>
                    <a:pt x="287" y="304"/>
                  </a:cubicBezTo>
                  <a:cubicBezTo>
                    <a:pt x="255" y="287"/>
                    <a:pt x="238" y="255"/>
                    <a:pt x="202" y="235"/>
                  </a:cubicBezTo>
                  <a:cubicBezTo>
                    <a:pt x="117" y="170"/>
                    <a:pt x="53" y="102"/>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1"/>
            <p:cNvSpPr/>
            <p:nvPr/>
          </p:nvSpPr>
          <p:spPr>
            <a:xfrm>
              <a:off x="2153791" y="3463459"/>
              <a:ext cx="6953" cy="43902"/>
            </a:xfrm>
            <a:custGeom>
              <a:rect b="b" l="l" r="r" t="t"/>
              <a:pathLst>
                <a:path extrusionOk="0" h="442" w="70">
                  <a:moveTo>
                    <a:pt x="33" y="1"/>
                  </a:moveTo>
                  <a:cubicBezTo>
                    <a:pt x="17" y="86"/>
                    <a:pt x="17" y="154"/>
                    <a:pt x="17" y="223"/>
                  </a:cubicBezTo>
                  <a:cubicBezTo>
                    <a:pt x="17" y="288"/>
                    <a:pt x="33" y="356"/>
                    <a:pt x="17" y="425"/>
                  </a:cubicBezTo>
                  <a:cubicBezTo>
                    <a:pt x="1" y="425"/>
                    <a:pt x="17" y="425"/>
                    <a:pt x="17" y="441"/>
                  </a:cubicBezTo>
                  <a:lnTo>
                    <a:pt x="33" y="425"/>
                  </a:lnTo>
                  <a:cubicBezTo>
                    <a:pt x="53" y="356"/>
                    <a:pt x="53" y="288"/>
                    <a:pt x="53" y="223"/>
                  </a:cubicBezTo>
                  <a:cubicBezTo>
                    <a:pt x="53" y="154"/>
                    <a:pt x="3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1"/>
            <p:cNvSpPr/>
            <p:nvPr/>
          </p:nvSpPr>
          <p:spPr>
            <a:xfrm>
              <a:off x="1249437" y="2701835"/>
              <a:ext cx="250796" cy="206795"/>
            </a:xfrm>
            <a:custGeom>
              <a:rect b="b" l="l" r="r" t="t"/>
              <a:pathLst>
                <a:path extrusionOk="0" h="2082" w="2525">
                  <a:moveTo>
                    <a:pt x="1632" y="1"/>
                  </a:moveTo>
                  <a:cubicBezTo>
                    <a:pt x="1597" y="1"/>
                    <a:pt x="1558" y="11"/>
                    <a:pt x="1515" y="30"/>
                  </a:cubicBezTo>
                  <a:lnTo>
                    <a:pt x="1244" y="131"/>
                  </a:lnTo>
                  <a:cubicBezTo>
                    <a:pt x="877" y="280"/>
                    <a:pt x="489" y="434"/>
                    <a:pt x="101" y="583"/>
                  </a:cubicBezTo>
                  <a:lnTo>
                    <a:pt x="85" y="583"/>
                  </a:lnTo>
                  <a:cubicBezTo>
                    <a:pt x="49" y="599"/>
                    <a:pt x="16" y="620"/>
                    <a:pt x="16" y="668"/>
                  </a:cubicBezTo>
                  <a:cubicBezTo>
                    <a:pt x="0" y="1056"/>
                    <a:pt x="0" y="1428"/>
                    <a:pt x="16" y="1795"/>
                  </a:cubicBezTo>
                  <a:lnTo>
                    <a:pt x="33" y="1811"/>
                  </a:lnTo>
                  <a:lnTo>
                    <a:pt x="49" y="1795"/>
                  </a:lnTo>
                  <a:cubicBezTo>
                    <a:pt x="16" y="1428"/>
                    <a:pt x="33" y="1056"/>
                    <a:pt x="49" y="668"/>
                  </a:cubicBezTo>
                  <a:cubicBezTo>
                    <a:pt x="49" y="636"/>
                    <a:pt x="69" y="636"/>
                    <a:pt x="101" y="620"/>
                  </a:cubicBezTo>
                  <a:cubicBezTo>
                    <a:pt x="489" y="466"/>
                    <a:pt x="877" y="317"/>
                    <a:pt x="1244" y="163"/>
                  </a:cubicBezTo>
                  <a:lnTo>
                    <a:pt x="1531" y="46"/>
                  </a:lnTo>
                  <a:cubicBezTo>
                    <a:pt x="1563" y="36"/>
                    <a:pt x="1593" y="31"/>
                    <a:pt x="1621" y="31"/>
                  </a:cubicBezTo>
                  <a:cubicBezTo>
                    <a:pt x="1684" y="31"/>
                    <a:pt x="1739" y="56"/>
                    <a:pt x="1786" y="115"/>
                  </a:cubicBezTo>
                  <a:cubicBezTo>
                    <a:pt x="2036" y="397"/>
                    <a:pt x="2238" y="636"/>
                    <a:pt x="2424" y="854"/>
                  </a:cubicBezTo>
                  <a:cubicBezTo>
                    <a:pt x="2472" y="902"/>
                    <a:pt x="2493" y="955"/>
                    <a:pt x="2493" y="1040"/>
                  </a:cubicBezTo>
                  <a:lnTo>
                    <a:pt x="2493" y="1630"/>
                  </a:lnTo>
                  <a:lnTo>
                    <a:pt x="2493" y="1933"/>
                  </a:lnTo>
                  <a:lnTo>
                    <a:pt x="2493" y="1949"/>
                  </a:lnTo>
                  <a:cubicBezTo>
                    <a:pt x="2493" y="1997"/>
                    <a:pt x="2493" y="2034"/>
                    <a:pt x="2472" y="2050"/>
                  </a:cubicBezTo>
                  <a:lnTo>
                    <a:pt x="2472" y="2066"/>
                  </a:lnTo>
                  <a:lnTo>
                    <a:pt x="2472" y="2082"/>
                  </a:lnTo>
                  <a:lnTo>
                    <a:pt x="2493" y="2066"/>
                  </a:lnTo>
                  <a:cubicBezTo>
                    <a:pt x="2525" y="2034"/>
                    <a:pt x="2525" y="1997"/>
                    <a:pt x="2525" y="1949"/>
                  </a:cubicBezTo>
                  <a:lnTo>
                    <a:pt x="2525" y="1933"/>
                  </a:lnTo>
                  <a:lnTo>
                    <a:pt x="2525" y="1630"/>
                  </a:lnTo>
                  <a:lnTo>
                    <a:pt x="2525" y="1040"/>
                  </a:lnTo>
                  <a:cubicBezTo>
                    <a:pt x="2525" y="955"/>
                    <a:pt x="2509" y="886"/>
                    <a:pt x="2456" y="838"/>
                  </a:cubicBezTo>
                  <a:cubicBezTo>
                    <a:pt x="2254" y="620"/>
                    <a:pt x="2052" y="381"/>
                    <a:pt x="1802" y="94"/>
                  </a:cubicBezTo>
                  <a:cubicBezTo>
                    <a:pt x="1748" y="31"/>
                    <a:pt x="1694" y="1"/>
                    <a:pt x="1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1"/>
            <p:cNvSpPr/>
            <p:nvPr/>
          </p:nvSpPr>
          <p:spPr>
            <a:xfrm>
              <a:off x="2081979" y="2792518"/>
              <a:ext cx="100418" cy="244935"/>
            </a:xfrm>
            <a:custGeom>
              <a:rect b="b" l="l" r="r" t="t"/>
              <a:pathLst>
                <a:path extrusionOk="0" h="2466" w="1011">
                  <a:moveTo>
                    <a:pt x="21" y="1"/>
                  </a:moveTo>
                  <a:cubicBezTo>
                    <a:pt x="18" y="1"/>
                    <a:pt x="17" y="3"/>
                    <a:pt x="17" y="10"/>
                  </a:cubicBezTo>
                  <a:cubicBezTo>
                    <a:pt x="1" y="10"/>
                    <a:pt x="1" y="10"/>
                    <a:pt x="1" y="26"/>
                  </a:cubicBezTo>
                  <a:cubicBezTo>
                    <a:pt x="49" y="228"/>
                    <a:pt x="33" y="430"/>
                    <a:pt x="17" y="648"/>
                  </a:cubicBezTo>
                  <a:lnTo>
                    <a:pt x="17" y="834"/>
                  </a:lnTo>
                  <a:cubicBezTo>
                    <a:pt x="1" y="1020"/>
                    <a:pt x="49" y="1185"/>
                    <a:pt x="186" y="1355"/>
                  </a:cubicBezTo>
                  <a:cubicBezTo>
                    <a:pt x="336" y="1557"/>
                    <a:pt x="489" y="1775"/>
                    <a:pt x="639" y="1993"/>
                  </a:cubicBezTo>
                  <a:cubicBezTo>
                    <a:pt x="707" y="2110"/>
                    <a:pt x="792" y="2231"/>
                    <a:pt x="877" y="2349"/>
                  </a:cubicBezTo>
                  <a:cubicBezTo>
                    <a:pt x="877" y="2349"/>
                    <a:pt x="877" y="2365"/>
                    <a:pt x="893" y="2381"/>
                  </a:cubicBezTo>
                  <a:cubicBezTo>
                    <a:pt x="909" y="2413"/>
                    <a:pt x="926" y="2450"/>
                    <a:pt x="994" y="2466"/>
                  </a:cubicBezTo>
                  <a:cubicBezTo>
                    <a:pt x="994" y="2466"/>
                    <a:pt x="994" y="2450"/>
                    <a:pt x="1010" y="2450"/>
                  </a:cubicBezTo>
                  <a:cubicBezTo>
                    <a:pt x="1010" y="2433"/>
                    <a:pt x="994" y="2433"/>
                    <a:pt x="994" y="2433"/>
                  </a:cubicBezTo>
                  <a:cubicBezTo>
                    <a:pt x="942" y="2433"/>
                    <a:pt x="926" y="2397"/>
                    <a:pt x="909" y="2365"/>
                  </a:cubicBezTo>
                  <a:cubicBezTo>
                    <a:pt x="909" y="2349"/>
                    <a:pt x="893" y="2349"/>
                    <a:pt x="893" y="2332"/>
                  </a:cubicBezTo>
                  <a:cubicBezTo>
                    <a:pt x="808" y="2211"/>
                    <a:pt x="740" y="2094"/>
                    <a:pt x="655" y="1977"/>
                  </a:cubicBezTo>
                  <a:cubicBezTo>
                    <a:pt x="505" y="1775"/>
                    <a:pt x="352" y="1541"/>
                    <a:pt x="202" y="1339"/>
                  </a:cubicBezTo>
                  <a:cubicBezTo>
                    <a:pt x="85" y="1169"/>
                    <a:pt x="33" y="1020"/>
                    <a:pt x="33" y="834"/>
                  </a:cubicBezTo>
                  <a:cubicBezTo>
                    <a:pt x="33" y="765"/>
                    <a:pt x="49" y="717"/>
                    <a:pt x="49" y="648"/>
                  </a:cubicBezTo>
                  <a:cubicBezTo>
                    <a:pt x="69" y="430"/>
                    <a:pt x="69" y="228"/>
                    <a:pt x="33" y="10"/>
                  </a:cubicBezTo>
                  <a:cubicBezTo>
                    <a:pt x="33" y="10"/>
                    <a:pt x="26"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1"/>
            <p:cNvSpPr/>
            <p:nvPr/>
          </p:nvSpPr>
          <p:spPr>
            <a:xfrm>
              <a:off x="1520197" y="2816654"/>
              <a:ext cx="199147" cy="346048"/>
            </a:xfrm>
            <a:custGeom>
              <a:rect b="b" l="l" r="r" t="t"/>
              <a:pathLst>
                <a:path extrusionOk="0" h="3484" w="2005">
                  <a:moveTo>
                    <a:pt x="17" y="1"/>
                  </a:moveTo>
                  <a:lnTo>
                    <a:pt x="17" y="17"/>
                  </a:lnTo>
                  <a:cubicBezTo>
                    <a:pt x="1" y="102"/>
                    <a:pt x="49" y="150"/>
                    <a:pt x="118" y="187"/>
                  </a:cubicBezTo>
                  <a:cubicBezTo>
                    <a:pt x="134" y="203"/>
                    <a:pt x="150" y="219"/>
                    <a:pt x="171" y="235"/>
                  </a:cubicBezTo>
                  <a:cubicBezTo>
                    <a:pt x="272" y="373"/>
                    <a:pt x="389" y="490"/>
                    <a:pt x="490" y="607"/>
                  </a:cubicBezTo>
                  <a:cubicBezTo>
                    <a:pt x="538" y="655"/>
                    <a:pt x="575" y="708"/>
                    <a:pt x="623" y="756"/>
                  </a:cubicBezTo>
                  <a:cubicBezTo>
                    <a:pt x="724" y="878"/>
                    <a:pt x="825" y="995"/>
                    <a:pt x="910" y="1096"/>
                  </a:cubicBezTo>
                  <a:cubicBezTo>
                    <a:pt x="1213" y="1431"/>
                    <a:pt x="1516" y="1786"/>
                    <a:pt x="1803" y="2138"/>
                  </a:cubicBezTo>
                  <a:cubicBezTo>
                    <a:pt x="1819" y="2154"/>
                    <a:pt x="1835" y="2170"/>
                    <a:pt x="1867" y="2190"/>
                  </a:cubicBezTo>
                  <a:cubicBezTo>
                    <a:pt x="1920" y="2239"/>
                    <a:pt x="1968" y="2308"/>
                    <a:pt x="1968" y="2392"/>
                  </a:cubicBezTo>
                  <a:lnTo>
                    <a:pt x="1968" y="2760"/>
                  </a:lnTo>
                  <a:cubicBezTo>
                    <a:pt x="1968" y="2962"/>
                    <a:pt x="1988" y="3180"/>
                    <a:pt x="1936" y="3382"/>
                  </a:cubicBezTo>
                  <a:cubicBezTo>
                    <a:pt x="1936" y="3418"/>
                    <a:pt x="1936" y="3451"/>
                    <a:pt x="1968" y="3483"/>
                  </a:cubicBezTo>
                  <a:lnTo>
                    <a:pt x="1988" y="3483"/>
                  </a:lnTo>
                  <a:cubicBezTo>
                    <a:pt x="2005" y="3467"/>
                    <a:pt x="2005" y="3467"/>
                    <a:pt x="1988" y="3467"/>
                  </a:cubicBezTo>
                  <a:cubicBezTo>
                    <a:pt x="1968" y="3451"/>
                    <a:pt x="1968" y="3418"/>
                    <a:pt x="1968" y="3382"/>
                  </a:cubicBezTo>
                  <a:cubicBezTo>
                    <a:pt x="2005" y="3180"/>
                    <a:pt x="2005" y="2962"/>
                    <a:pt x="2005" y="2760"/>
                  </a:cubicBezTo>
                  <a:cubicBezTo>
                    <a:pt x="1988" y="2643"/>
                    <a:pt x="1988" y="2526"/>
                    <a:pt x="2005" y="2392"/>
                  </a:cubicBezTo>
                  <a:cubicBezTo>
                    <a:pt x="2005" y="2291"/>
                    <a:pt x="1936" y="2223"/>
                    <a:pt x="1887" y="2170"/>
                  </a:cubicBezTo>
                  <a:cubicBezTo>
                    <a:pt x="1867" y="2154"/>
                    <a:pt x="1835" y="2138"/>
                    <a:pt x="1835" y="2122"/>
                  </a:cubicBezTo>
                  <a:cubicBezTo>
                    <a:pt x="1532" y="1766"/>
                    <a:pt x="1229" y="1415"/>
                    <a:pt x="942" y="1080"/>
                  </a:cubicBezTo>
                  <a:cubicBezTo>
                    <a:pt x="841" y="979"/>
                    <a:pt x="740" y="857"/>
                    <a:pt x="639" y="740"/>
                  </a:cubicBezTo>
                  <a:cubicBezTo>
                    <a:pt x="591" y="692"/>
                    <a:pt x="554" y="639"/>
                    <a:pt x="506" y="591"/>
                  </a:cubicBezTo>
                  <a:cubicBezTo>
                    <a:pt x="405" y="474"/>
                    <a:pt x="288" y="336"/>
                    <a:pt x="187" y="219"/>
                  </a:cubicBezTo>
                  <a:cubicBezTo>
                    <a:pt x="171" y="203"/>
                    <a:pt x="150" y="187"/>
                    <a:pt x="134" y="171"/>
                  </a:cubicBezTo>
                  <a:cubicBezTo>
                    <a:pt x="86" y="118"/>
                    <a:pt x="33" y="86"/>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1"/>
            <p:cNvSpPr/>
            <p:nvPr/>
          </p:nvSpPr>
          <p:spPr>
            <a:xfrm>
              <a:off x="1384619" y="1708088"/>
              <a:ext cx="5364" cy="46981"/>
            </a:xfrm>
            <a:custGeom>
              <a:rect b="b" l="l" r="r" t="t"/>
              <a:pathLst>
                <a:path extrusionOk="0" h="473" w="54">
                  <a:moveTo>
                    <a:pt x="21" y="0"/>
                  </a:moveTo>
                  <a:lnTo>
                    <a:pt x="21" y="20"/>
                  </a:lnTo>
                  <a:lnTo>
                    <a:pt x="21" y="186"/>
                  </a:lnTo>
                  <a:cubicBezTo>
                    <a:pt x="1" y="271"/>
                    <a:pt x="1" y="372"/>
                    <a:pt x="21" y="457"/>
                  </a:cubicBezTo>
                  <a:cubicBezTo>
                    <a:pt x="21" y="473"/>
                    <a:pt x="37" y="473"/>
                    <a:pt x="37" y="473"/>
                  </a:cubicBezTo>
                  <a:cubicBezTo>
                    <a:pt x="53" y="473"/>
                    <a:pt x="53" y="473"/>
                    <a:pt x="53" y="457"/>
                  </a:cubicBezTo>
                  <a:cubicBezTo>
                    <a:pt x="37" y="372"/>
                    <a:pt x="37" y="271"/>
                    <a:pt x="37" y="186"/>
                  </a:cubicBezTo>
                  <a:lnTo>
                    <a:pt x="37" y="20"/>
                  </a:lnTo>
                  <a:cubicBezTo>
                    <a:pt x="37" y="0"/>
                    <a:pt x="37"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1"/>
            <p:cNvSpPr/>
            <p:nvPr/>
          </p:nvSpPr>
          <p:spPr>
            <a:xfrm>
              <a:off x="2095190" y="3649296"/>
              <a:ext cx="5364" cy="48669"/>
            </a:xfrm>
            <a:custGeom>
              <a:rect b="b" l="l" r="r" t="t"/>
              <a:pathLst>
                <a:path extrusionOk="0" h="490" w="54">
                  <a:moveTo>
                    <a:pt x="37" y="0"/>
                  </a:moveTo>
                  <a:cubicBezTo>
                    <a:pt x="17" y="85"/>
                    <a:pt x="17" y="170"/>
                    <a:pt x="17" y="235"/>
                  </a:cubicBezTo>
                  <a:cubicBezTo>
                    <a:pt x="17" y="319"/>
                    <a:pt x="17" y="388"/>
                    <a:pt x="1" y="473"/>
                  </a:cubicBezTo>
                  <a:lnTo>
                    <a:pt x="17" y="489"/>
                  </a:lnTo>
                  <a:lnTo>
                    <a:pt x="37" y="473"/>
                  </a:lnTo>
                  <a:cubicBezTo>
                    <a:pt x="53" y="388"/>
                    <a:pt x="53" y="319"/>
                    <a:pt x="53" y="235"/>
                  </a:cubicBezTo>
                  <a:cubicBezTo>
                    <a:pt x="37" y="170"/>
                    <a:pt x="37" y="85"/>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1"/>
            <p:cNvSpPr/>
            <p:nvPr/>
          </p:nvSpPr>
          <p:spPr>
            <a:xfrm>
              <a:off x="852932" y="1198452"/>
              <a:ext cx="364920" cy="337606"/>
            </a:xfrm>
            <a:custGeom>
              <a:rect b="b" l="l" r="r" t="t"/>
              <a:pathLst>
                <a:path extrusionOk="0" h="3399" w="3674">
                  <a:moveTo>
                    <a:pt x="3637" y="1"/>
                  </a:moveTo>
                  <a:cubicBezTo>
                    <a:pt x="3621" y="1"/>
                    <a:pt x="3621" y="1"/>
                    <a:pt x="3621" y="17"/>
                  </a:cubicBezTo>
                  <a:lnTo>
                    <a:pt x="3621" y="251"/>
                  </a:lnTo>
                  <a:cubicBezTo>
                    <a:pt x="3621" y="421"/>
                    <a:pt x="3604" y="607"/>
                    <a:pt x="3621" y="789"/>
                  </a:cubicBezTo>
                  <a:cubicBezTo>
                    <a:pt x="3657" y="1043"/>
                    <a:pt x="3572" y="1193"/>
                    <a:pt x="3318" y="1330"/>
                  </a:cubicBezTo>
                  <a:cubicBezTo>
                    <a:pt x="2562" y="1782"/>
                    <a:pt x="1787" y="2255"/>
                    <a:pt x="1031" y="2728"/>
                  </a:cubicBezTo>
                  <a:cubicBezTo>
                    <a:pt x="760" y="2893"/>
                    <a:pt x="474" y="3063"/>
                    <a:pt x="187" y="3249"/>
                  </a:cubicBezTo>
                  <a:cubicBezTo>
                    <a:pt x="171" y="3249"/>
                    <a:pt x="138" y="3265"/>
                    <a:pt x="122" y="3265"/>
                  </a:cubicBezTo>
                  <a:cubicBezTo>
                    <a:pt x="70" y="3281"/>
                    <a:pt x="21" y="3313"/>
                    <a:pt x="1" y="3382"/>
                  </a:cubicBezTo>
                  <a:cubicBezTo>
                    <a:pt x="1" y="3398"/>
                    <a:pt x="1" y="3398"/>
                    <a:pt x="21" y="3398"/>
                  </a:cubicBezTo>
                  <a:cubicBezTo>
                    <a:pt x="37" y="3334"/>
                    <a:pt x="86" y="3313"/>
                    <a:pt x="138" y="3297"/>
                  </a:cubicBezTo>
                  <a:cubicBezTo>
                    <a:pt x="155" y="3281"/>
                    <a:pt x="171" y="3281"/>
                    <a:pt x="203" y="3265"/>
                  </a:cubicBezTo>
                  <a:cubicBezTo>
                    <a:pt x="474" y="3095"/>
                    <a:pt x="760" y="2909"/>
                    <a:pt x="1047" y="2744"/>
                  </a:cubicBezTo>
                  <a:cubicBezTo>
                    <a:pt x="1803" y="2287"/>
                    <a:pt x="2562" y="1799"/>
                    <a:pt x="3334" y="1362"/>
                  </a:cubicBezTo>
                  <a:cubicBezTo>
                    <a:pt x="3588" y="1213"/>
                    <a:pt x="3673" y="1059"/>
                    <a:pt x="3657" y="772"/>
                  </a:cubicBezTo>
                  <a:cubicBezTo>
                    <a:pt x="3637" y="607"/>
                    <a:pt x="3637" y="421"/>
                    <a:pt x="3637" y="251"/>
                  </a:cubicBezTo>
                  <a:cubicBezTo>
                    <a:pt x="3637" y="167"/>
                    <a:pt x="3657" y="82"/>
                    <a:pt x="3657" y="17"/>
                  </a:cubicBezTo>
                  <a:cubicBezTo>
                    <a:pt x="3657" y="1"/>
                    <a:pt x="3637" y="1"/>
                    <a:pt x="3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1"/>
            <p:cNvSpPr/>
            <p:nvPr/>
          </p:nvSpPr>
          <p:spPr>
            <a:xfrm>
              <a:off x="515525" y="3648104"/>
              <a:ext cx="122070" cy="86313"/>
            </a:xfrm>
            <a:custGeom>
              <a:rect b="b" l="l" r="r" t="t"/>
              <a:pathLst>
                <a:path extrusionOk="0" h="869" w="1229">
                  <a:moveTo>
                    <a:pt x="1174" y="0"/>
                  </a:moveTo>
                  <a:cubicBezTo>
                    <a:pt x="1157" y="0"/>
                    <a:pt x="1136" y="4"/>
                    <a:pt x="1112" y="12"/>
                  </a:cubicBezTo>
                  <a:cubicBezTo>
                    <a:pt x="893" y="81"/>
                    <a:pt x="671" y="146"/>
                    <a:pt x="453" y="214"/>
                  </a:cubicBezTo>
                  <a:cubicBezTo>
                    <a:pt x="336" y="247"/>
                    <a:pt x="219" y="283"/>
                    <a:pt x="85" y="315"/>
                  </a:cubicBezTo>
                  <a:cubicBezTo>
                    <a:pt x="65" y="331"/>
                    <a:pt x="65" y="331"/>
                    <a:pt x="49" y="331"/>
                  </a:cubicBezTo>
                  <a:lnTo>
                    <a:pt x="17" y="331"/>
                  </a:lnTo>
                  <a:cubicBezTo>
                    <a:pt x="17" y="331"/>
                    <a:pt x="1" y="331"/>
                    <a:pt x="1" y="348"/>
                  </a:cubicBezTo>
                  <a:cubicBezTo>
                    <a:pt x="11" y="348"/>
                    <a:pt x="15" y="355"/>
                    <a:pt x="16" y="355"/>
                  </a:cubicBezTo>
                  <a:cubicBezTo>
                    <a:pt x="17" y="355"/>
                    <a:pt x="17" y="353"/>
                    <a:pt x="17" y="348"/>
                  </a:cubicBezTo>
                  <a:lnTo>
                    <a:pt x="85" y="348"/>
                  </a:lnTo>
                  <a:cubicBezTo>
                    <a:pt x="219" y="315"/>
                    <a:pt x="352" y="263"/>
                    <a:pt x="469" y="230"/>
                  </a:cubicBezTo>
                  <a:cubicBezTo>
                    <a:pt x="691" y="182"/>
                    <a:pt x="910" y="113"/>
                    <a:pt x="1112" y="45"/>
                  </a:cubicBezTo>
                  <a:cubicBezTo>
                    <a:pt x="1160" y="28"/>
                    <a:pt x="1176" y="28"/>
                    <a:pt x="1196" y="28"/>
                  </a:cubicBezTo>
                  <a:cubicBezTo>
                    <a:pt x="1213" y="45"/>
                    <a:pt x="1213" y="61"/>
                    <a:pt x="1213" y="97"/>
                  </a:cubicBezTo>
                  <a:lnTo>
                    <a:pt x="1213" y="634"/>
                  </a:lnTo>
                  <a:lnTo>
                    <a:pt x="1213" y="852"/>
                  </a:lnTo>
                  <a:cubicBezTo>
                    <a:pt x="1213" y="869"/>
                    <a:pt x="1213" y="869"/>
                    <a:pt x="1229" y="869"/>
                  </a:cubicBezTo>
                  <a:lnTo>
                    <a:pt x="1229" y="852"/>
                  </a:lnTo>
                  <a:lnTo>
                    <a:pt x="1229" y="634"/>
                  </a:lnTo>
                  <a:lnTo>
                    <a:pt x="1229" y="97"/>
                  </a:lnTo>
                  <a:cubicBezTo>
                    <a:pt x="1229" y="45"/>
                    <a:pt x="1229" y="28"/>
                    <a:pt x="1213" y="12"/>
                  </a:cubicBezTo>
                  <a:cubicBezTo>
                    <a:pt x="1204" y="4"/>
                    <a:pt x="1191"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1"/>
            <p:cNvSpPr/>
            <p:nvPr/>
          </p:nvSpPr>
          <p:spPr>
            <a:xfrm>
              <a:off x="789563" y="3296593"/>
              <a:ext cx="5364" cy="81943"/>
            </a:xfrm>
            <a:custGeom>
              <a:rect b="b" l="l" r="r" t="t"/>
              <a:pathLst>
                <a:path extrusionOk="0" h="825" w="54">
                  <a:moveTo>
                    <a:pt x="1" y="0"/>
                  </a:moveTo>
                  <a:lnTo>
                    <a:pt x="1" y="186"/>
                  </a:lnTo>
                  <a:lnTo>
                    <a:pt x="1" y="671"/>
                  </a:lnTo>
                  <a:lnTo>
                    <a:pt x="1" y="707"/>
                  </a:lnTo>
                  <a:cubicBezTo>
                    <a:pt x="1" y="740"/>
                    <a:pt x="1" y="792"/>
                    <a:pt x="17" y="824"/>
                  </a:cubicBezTo>
                  <a:lnTo>
                    <a:pt x="33" y="824"/>
                  </a:lnTo>
                  <a:cubicBezTo>
                    <a:pt x="53" y="824"/>
                    <a:pt x="53" y="824"/>
                    <a:pt x="33" y="808"/>
                  </a:cubicBezTo>
                  <a:lnTo>
                    <a:pt x="33" y="707"/>
                  </a:lnTo>
                  <a:lnTo>
                    <a:pt x="33" y="671"/>
                  </a:lnTo>
                  <a:lnTo>
                    <a:pt x="33" y="186"/>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1"/>
            <p:cNvSpPr/>
            <p:nvPr/>
          </p:nvSpPr>
          <p:spPr>
            <a:xfrm>
              <a:off x="697687" y="3647707"/>
              <a:ext cx="3278" cy="41816"/>
            </a:xfrm>
            <a:custGeom>
              <a:rect b="b" l="l" r="r" t="t"/>
              <a:pathLst>
                <a:path extrusionOk="0" h="421" w="33">
                  <a:moveTo>
                    <a:pt x="1" y="0"/>
                  </a:moveTo>
                  <a:lnTo>
                    <a:pt x="1" y="16"/>
                  </a:lnTo>
                  <a:cubicBezTo>
                    <a:pt x="17" y="101"/>
                    <a:pt x="17" y="186"/>
                    <a:pt x="17" y="251"/>
                  </a:cubicBezTo>
                  <a:cubicBezTo>
                    <a:pt x="17" y="303"/>
                    <a:pt x="1" y="352"/>
                    <a:pt x="17" y="404"/>
                  </a:cubicBezTo>
                  <a:lnTo>
                    <a:pt x="17" y="420"/>
                  </a:lnTo>
                  <a:cubicBezTo>
                    <a:pt x="33" y="420"/>
                    <a:pt x="33" y="404"/>
                    <a:pt x="33" y="404"/>
                  </a:cubicBezTo>
                  <a:lnTo>
                    <a:pt x="33" y="251"/>
                  </a:lnTo>
                  <a:cubicBezTo>
                    <a:pt x="33" y="166"/>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1"/>
            <p:cNvSpPr/>
            <p:nvPr/>
          </p:nvSpPr>
          <p:spPr>
            <a:xfrm>
              <a:off x="1409946" y="1288738"/>
              <a:ext cx="83532" cy="192293"/>
            </a:xfrm>
            <a:custGeom>
              <a:rect b="b" l="l" r="r" t="t"/>
              <a:pathLst>
                <a:path extrusionOk="0" h="1936" w="841">
                  <a:moveTo>
                    <a:pt x="32" y="1"/>
                  </a:moveTo>
                  <a:cubicBezTo>
                    <a:pt x="0" y="235"/>
                    <a:pt x="16" y="453"/>
                    <a:pt x="16" y="671"/>
                  </a:cubicBezTo>
                  <a:lnTo>
                    <a:pt x="16" y="708"/>
                  </a:lnTo>
                  <a:cubicBezTo>
                    <a:pt x="16" y="756"/>
                    <a:pt x="49" y="772"/>
                    <a:pt x="69" y="789"/>
                  </a:cubicBezTo>
                  <a:cubicBezTo>
                    <a:pt x="186" y="890"/>
                    <a:pt x="271" y="1043"/>
                    <a:pt x="335" y="1176"/>
                  </a:cubicBezTo>
                  <a:cubicBezTo>
                    <a:pt x="388" y="1277"/>
                    <a:pt x="452" y="1378"/>
                    <a:pt x="521" y="1463"/>
                  </a:cubicBezTo>
                  <a:cubicBezTo>
                    <a:pt x="574" y="1516"/>
                    <a:pt x="606" y="1597"/>
                    <a:pt x="638" y="1665"/>
                  </a:cubicBezTo>
                  <a:cubicBezTo>
                    <a:pt x="691" y="1766"/>
                    <a:pt x="739" y="1867"/>
                    <a:pt x="824" y="1936"/>
                  </a:cubicBezTo>
                  <a:lnTo>
                    <a:pt x="840" y="1936"/>
                  </a:lnTo>
                  <a:lnTo>
                    <a:pt x="840" y="1920"/>
                  </a:lnTo>
                  <a:cubicBezTo>
                    <a:pt x="755" y="1851"/>
                    <a:pt x="707" y="1750"/>
                    <a:pt x="654" y="1649"/>
                  </a:cubicBezTo>
                  <a:cubicBezTo>
                    <a:pt x="622" y="1580"/>
                    <a:pt x="590" y="1516"/>
                    <a:pt x="537" y="1447"/>
                  </a:cubicBezTo>
                  <a:cubicBezTo>
                    <a:pt x="473" y="1362"/>
                    <a:pt x="420" y="1261"/>
                    <a:pt x="372" y="1160"/>
                  </a:cubicBezTo>
                  <a:cubicBezTo>
                    <a:pt x="287" y="1027"/>
                    <a:pt x="202" y="873"/>
                    <a:pt x="85" y="772"/>
                  </a:cubicBezTo>
                  <a:cubicBezTo>
                    <a:pt x="69" y="756"/>
                    <a:pt x="49" y="740"/>
                    <a:pt x="49" y="708"/>
                  </a:cubicBezTo>
                  <a:lnTo>
                    <a:pt x="49" y="671"/>
                  </a:lnTo>
                  <a:cubicBezTo>
                    <a:pt x="32" y="453"/>
                    <a:pt x="32" y="235"/>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1"/>
            <p:cNvSpPr/>
            <p:nvPr/>
          </p:nvSpPr>
          <p:spPr>
            <a:xfrm>
              <a:off x="1520197" y="3167073"/>
              <a:ext cx="180672" cy="281686"/>
            </a:xfrm>
            <a:custGeom>
              <a:rect b="b" l="l" r="r" t="t"/>
              <a:pathLst>
                <a:path extrusionOk="0" h="2836" w="1819">
                  <a:moveTo>
                    <a:pt x="64" y="0"/>
                  </a:moveTo>
                  <a:cubicBezTo>
                    <a:pt x="58" y="0"/>
                    <a:pt x="49" y="8"/>
                    <a:pt x="49" y="8"/>
                  </a:cubicBezTo>
                  <a:cubicBezTo>
                    <a:pt x="1" y="157"/>
                    <a:pt x="1" y="258"/>
                    <a:pt x="150" y="379"/>
                  </a:cubicBezTo>
                  <a:cubicBezTo>
                    <a:pt x="352" y="561"/>
                    <a:pt x="538" y="747"/>
                    <a:pt x="724" y="949"/>
                  </a:cubicBezTo>
                  <a:cubicBezTo>
                    <a:pt x="793" y="1018"/>
                    <a:pt x="857" y="1086"/>
                    <a:pt x="926" y="1151"/>
                  </a:cubicBezTo>
                  <a:cubicBezTo>
                    <a:pt x="1027" y="1252"/>
                    <a:pt x="1128" y="1353"/>
                    <a:pt x="1213" y="1454"/>
                  </a:cubicBezTo>
                  <a:cubicBezTo>
                    <a:pt x="1399" y="1623"/>
                    <a:pt x="1564" y="1809"/>
                    <a:pt x="1750" y="1975"/>
                  </a:cubicBezTo>
                  <a:cubicBezTo>
                    <a:pt x="1786" y="2011"/>
                    <a:pt x="1803" y="2027"/>
                    <a:pt x="1803" y="2060"/>
                  </a:cubicBezTo>
                  <a:lnTo>
                    <a:pt x="1803" y="2751"/>
                  </a:lnTo>
                  <a:cubicBezTo>
                    <a:pt x="1803" y="2767"/>
                    <a:pt x="1786" y="2783"/>
                    <a:pt x="1786" y="2803"/>
                  </a:cubicBezTo>
                  <a:cubicBezTo>
                    <a:pt x="1766" y="2803"/>
                    <a:pt x="1766" y="2819"/>
                    <a:pt x="1766" y="2819"/>
                  </a:cubicBezTo>
                  <a:lnTo>
                    <a:pt x="1766" y="2835"/>
                  </a:lnTo>
                  <a:lnTo>
                    <a:pt x="1803" y="2835"/>
                  </a:lnTo>
                  <a:lnTo>
                    <a:pt x="1803" y="2819"/>
                  </a:lnTo>
                  <a:cubicBezTo>
                    <a:pt x="1819" y="2803"/>
                    <a:pt x="1819" y="2767"/>
                    <a:pt x="1819" y="2751"/>
                  </a:cubicBezTo>
                  <a:lnTo>
                    <a:pt x="1819" y="2060"/>
                  </a:lnTo>
                  <a:cubicBezTo>
                    <a:pt x="1819" y="2027"/>
                    <a:pt x="1803" y="1995"/>
                    <a:pt x="1766" y="1959"/>
                  </a:cubicBezTo>
                  <a:cubicBezTo>
                    <a:pt x="1585" y="1793"/>
                    <a:pt x="1415" y="1607"/>
                    <a:pt x="1245" y="1422"/>
                  </a:cubicBezTo>
                  <a:cubicBezTo>
                    <a:pt x="1144" y="1337"/>
                    <a:pt x="1043" y="1236"/>
                    <a:pt x="958" y="1135"/>
                  </a:cubicBezTo>
                  <a:cubicBezTo>
                    <a:pt x="878" y="1066"/>
                    <a:pt x="809" y="1001"/>
                    <a:pt x="740" y="933"/>
                  </a:cubicBezTo>
                  <a:cubicBezTo>
                    <a:pt x="554" y="731"/>
                    <a:pt x="373" y="529"/>
                    <a:pt x="171" y="359"/>
                  </a:cubicBezTo>
                  <a:cubicBezTo>
                    <a:pt x="33" y="242"/>
                    <a:pt x="33" y="157"/>
                    <a:pt x="86" y="24"/>
                  </a:cubicBezTo>
                  <a:cubicBezTo>
                    <a:pt x="86" y="8"/>
                    <a:pt x="70" y="8"/>
                    <a:pt x="70" y="8"/>
                  </a:cubicBezTo>
                  <a:cubicBezTo>
                    <a:pt x="70" y="2"/>
                    <a:pt x="67"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1"/>
            <p:cNvSpPr/>
            <p:nvPr/>
          </p:nvSpPr>
          <p:spPr>
            <a:xfrm>
              <a:off x="1133823" y="3004081"/>
              <a:ext cx="6953" cy="96743"/>
            </a:xfrm>
            <a:custGeom>
              <a:rect b="b" l="l" r="r" t="t"/>
              <a:pathLst>
                <a:path extrusionOk="0" h="974" w="70">
                  <a:moveTo>
                    <a:pt x="1" y="0"/>
                  </a:moveTo>
                  <a:lnTo>
                    <a:pt x="1" y="17"/>
                  </a:lnTo>
                  <a:cubicBezTo>
                    <a:pt x="21" y="81"/>
                    <a:pt x="21" y="150"/>
                    <a:pt x="21" y="202"/>
                  </a:cubicBezTo>
                  <a:lnTo>
                    <a:pt x="21" y="788"/>
                  </a:lnTo>
                  <a:lnTo>
                    <a:pt x="21" y="825"/>
                  </a:lnTo>
                  <a:lnTo>
                    <a:pt x="21" y="857"/>
                  </a:lnTo>
                  <a:cubicBezTo>
                    <a:pt x="21" y="889"/>
                    <a:pt x="21" y="942"/>
                    <a:pt x="53" y="974"/>
                  </a:cubicBezTo>
                  <a:lnTo>
                    <a:pt x="69" y="974"/>
                  </a:lnTo>
                  <a:lnTo>
                    <a:pt x="69" y="958"/>
                  </a:lnTo>
                  <a:cubicBezTo>
                    <a:pt x="53" y="926"/>
                    <a:pt x="53" y="889"/>
                    <a:pt x="53" y="857"/>
                  </a:cubicBezTo>
                  <a:lnTo>
                    <a:pt x="53" y="825"/>
                  </a:lnTo>
                  <a:lnTo>
                    <a:pt x="53" y="788"/>
                  </a:lnTo>
                  <a:lnTo>
                    <a:pt x="53" y="202"/>
                  </a:lnTo>
                  <a:cubicBezTo>
                    <a:pt x="53" y="150"/>
                    <a:pt x="53" y="81"/>
                    <a:pt x="21" y="17"/>
                  </a:cubicBezTo>
                  <a:cubicBezTo>
                    <a:pt x="21" y="0"/>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1"/>
            <p:cNvSpPr/>
            <p:nvPr/>
          </p:nvSpPr>
          <p:spPr>
            <a:xfrm>
              <a:off x="2028642" y="2900187"/>
              <a:ext cx="4867" cy="48570"/>
            </a:xfrm>
            <a:custGeom>
              <a:rect b="b" l="l" r="r" t="t"/>
              <a:pathLst>
                <a:path extrusionOk="0" h="489" w="49">
                  <a:moveTo>
                    <a:pt x="33" y="0"/>
                  </a:moveTo>
                  <a:cubicBezTo>
                    <a:pt x="0" y="85"/>
                    <a:pt x="16" y="170"/>
                    <a:pt x="16" y="239"/>
                  </a:cubicBezTo>
                  <a:cubicBezTo>
                    <a:pt x="16" y="319"/>
                    <a:pt x="16" y="388"/>
                    <a:pt x="0" y="473"/>
                  </a:cubicBezTo>
                  <a:cubicBezTo>
                    <a:pt x="0" y="473"/>
                    <a:pt x="0" y="489"/>
                    <a:pt x="16" y="489"/>
                  </a:cubicBezTo>
                  <a:lnTo>
                    <a:pt x="33" y="473"/>
                  </a:lnTo>
                  <a:cubicBezTo>
                    <a:pt x="49" y="388"/>
                    <a:pt x="49" y="319"/>
                    <a:pt x="33" y="239"/>
                  </a:cubicBezTo>
                  <a:cubicBezTo>
                    <a:pt x="33" y="170"/>
                    <a:pt x="33" y="85"/>
                    <a:pt x="49"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1"/>
            <p:cNvSpPr/>
            <p:nvPr/>
          </p:nvSpPr>
          <p:spPr>
            <a:xfrm>
              <a:off x="1525064" y="1604591"/>
              <a:ext cx="200736" cy="444678"/>
            </a:xfrm>
            <a:custGeom>
              <a:rect b="b" l="l" r="r" t="t"/>
              <a:pathLst>
                <a:path extrusionOk="0" h="4477" w="2021">
                  <a:moveTo>
                    <a:pt x="37" y="0"/>
                  </a:moveTo>
                  <a:cubicBezTo>
                    <a:pt x="0" y="53"/>
                    <a:pt x="0" y="85"/>
                    <a:pt x="0" y="133"/>
                  </a:cubicBezTo>
                  <a:lnTo>
                    <a:pt x="0" y="170"/>
                  </a:lnTo>
                  <a:lnTo>
                    <a:pt x="0" y="707"/>
                  </a:lnTo>
                  <a:lnTo>
                    <a:pt x="0" y="1127"/>
                  </a:lnTo>
                  <a:cubicBezTo>
                    <a:pt x="0" y="1196"/>
                    <a:pt x="21" y="1244"/>
                    <a:pt x="53" y="1313"/>
                  </a:cubicBezTo>
                  <a:cubicBezTo>
                    <a:pt x="154" y="1466"/>
                    <a:pt x="255" y="1616"/>
                    <a:pt x="340" y="1769"/>
                  </a:cubicBezTo>
                  <a:cubicBezTo>
                    <a:pt x="526" y="2052"/>
                    <a:pt x="691" y="2339"/>
                    <a:pt x="877" y="2626"/>
                  </a:cubicBezTo>
                  <a:cubicBezTo>
                    <a:pt x="994" y="2796"/>
                    <a:pt x="1111" y="2981"/>
                    <a:pt x="1212" y="3163"/>
                  </a:cubicBezTo>
                  <a:cubicBezTo>
                    <a:pt x="1350" y="3365"/>
                    <a:pt x="1467" y="3587"/>
                    <a:pt x="1600" y="3769"/>
                  </a:cubicBezTo>
                  <a:cubicBezTo>
                    <a:pt x="1637" y="3822"/>
                    <a:pt x="1669" y="3870"/>
                    <a:pt x="1685" y="3923"/>
                  </a:cubicBezTo>
                  <a:cubicBezTo>
                    <a:pt x="1754" y="4040"/>
                    <a:pt x="1818" y="4157"/>
                    <a:pt x="1919" y="4242"/>
                  </a:cubicBezTo>
                  <a:cubicBezTo>
                    <a:pt x="1972" y="4294"/>
                    <a:pt x="1988" y="4395"/>
                    <a:pt x="1972" y="4460"/>
                  </a:cubicBezTo>
                  <a:cubicBezTo>
                    <a:pt x="1972" y="4460"/>
                    <a:pt x="1972" y="4476"/>
                    <a:pt x="1988" y="4476"/>
                  </a:cubicBezTo>
                  <a:cubicBezTo>
                    <a:pt x="1988" y="4476"/>
                    <a:pt x="2004" y="4476"/>
                    <a:pt x="2004" y="4460"/>
                  </a:cubicBezTo>
                  <a:cubicBezTo>
                    <a:pt x="2020" y="4359"/>
                    <a:pt x="1988" y="4274"/>
                    <a:pt x="1939" y="4226"/>
                  </a:cubicBezTo>
                  <a:cubicBezTo>
                    <a:pt x="1838" y="4141"/>
                    <a:pt x="1770" y="4024"/>
                    <a:pt x="1717" y="3923"/>
                  </a:cubicBezTo>
                  <a:cubicBezTo>
                    <a:pt x="1685" y="3870"/>
                    <a:pt x="1653" y="3805"/>
                    <a:pt x="1616" y="3769"/>
                  </a:cubicBezTo>
                  <a:cubicBezTo>
                    <a:pt x="1499" y="3567"/>
                    <a:pt x="1366" y="3349"/>
                    <a:pt x="1249" y="3147"/>
                  </a:cubicBezTo>
                  <a:cubicBezTo>
                    <a:pt x="1132" y="2981"/>
                    <a:pt x="1031" y="2779"/>
                    <a:pt x="909" y="2610"/>
                  </a:cubicBezTo>
                  <a:cubicBezTo>
                    <a:pt x="728" y="2323"/>
                    <a:pt x="542" y="2036"/>
                    <a:pt x="372" y="1749"/>
                  </a:cubicBezTo>
                  <a:cubicBezTo>
                    <a:pt x="271" y="1600"/>
                    <a:pt x="170" y="1446"/>
                    <a:pt x="85" y="1297"/>
                  </a:cubicBezTo>
                  <a:cubicBezTo>
                    <a:pt x="37" y="1244"/>
                    <a:pt x="37" y="1196"/>
                    <a:pt x="37" y="1127"/>
                  </a:cubicBezTo>
                  <a:lnTo>
                    <a:pt x="37" y="707"/>
                  </a:lnTo>
                  <a:lnTo>
                    <a:pt x="37" y="170"/>
                  </a:lnTo>
                  <a:lnTo>
                    <a:pt x="37" y="133"/>
                  </a:lnTo>
                  <a:cubicBezTo>
                    <a:pt x="21" y="101"/>
                    <a:pt x="21" y="53"/>
                    <a:pt x="53" y="32"/>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1"/>
            <p:cNvSpPr/>
            <p:nvPr/>
          </p:nvSpPr>
          <p:spPr>
            <a:xfrm>
              <a:off x="849753" y="2262918"/>
              <a:ext cx="364423" cy="279799"/>
            </a:xfrm>
            <a:custGeom>
              <a:rect b="b" l="l" r="r" t="t"/>
              <a:pathLst>
                <a:path extrusionOk="0" h="2817" w="3669">
                  <a:moveTo>
                    <a:pt x="3583" y="1"/>
                  </a:moveTo>
                  <a:cubicBezTo>
                    <a:pt x="3529" y="1"/>
                    <a:pt x="3480" y="27"/>
                    <a:pt x="3451" y="54"/>
                  </a:cubicBezTo>
                  <a:cubicBezTo>
                    <a:pt x="3434" y="54"/>
                    <a:pt x="3418" y="70"/>
                    <a:pt x="3386" y="90"/>
                  </a:cubicBezTo>
                  <a:cubicBezTo>
                    <a:pt x="2493" y="510"/>
                    <a:pt x="1568" y="946"/>
                    <a:pt x="675" y="1367"/>
                  </a:cubicBezTo>
                  <a:lnTo>
                    <a:pt x="372" y="1520"/>
                  </a:lnTo>
                  <a:cubicBezTo>
                    <a:pt x="356" y="1520"/>
                    <a:pt x="356" y="1520"/>
                    <a:pt x="356" y="1536"/>
                  </a:cubicBezTo>
                  <a:lnTo>
                    <a:pt x="336" y="1536"/>
                  </a:lnTo>
                  <a:cubicBezTo>
                    <a:pt x="102" y="1585"/>
                    <a:pt x="1" y="1722"/>
                    <a:pt x="33" y="1989"/>
                  </a:cubicBezTo>
                  <a:lnTo>
                    <a:pt x="33" y="2461"/>
                  </a:lnTo>
                  <a:cubicBezTo>
                    <a:pt x="17" y="2530"/>
                    <a:pt x="17" y="2595"/>
                    <a:pt x="17" y="2663"/>
                  </a:cubicBezTo>
                  <a:lnTo>
                    <a:pt x="17" y="2696"/>
                  </a:lnTo>
                  <a:cubicBezTo>
                    <a:pt x="17" y="2732"/>
                    <a:pt x="17" y="2780"/>
                    <a:pt x="33" y="2817"/>
                  </a:cubicBezTo>
                  <a:lnTo>
                    <a:pt x="53" y="2817"/>
                  </a:lnTo>
                  <a:cubicBezTo>
                    <a:pt x="53" y="2817"/>
                    <a:pt x="69" y="2797"/>
                    <a:pt x="53" y="2797"/>
                  </a:cubicBezTo>
                  <a:cubicBezTo>
                    <a:pt x="33" y="2764"/>
                    <a:pt x="53" y="2732"/>
                    <a:pt x="53" y="2696"/>
                  </a:cubicBezTo>
                  <a:lnTo>
                    <a:pt x="53" y="2663"/>
                  </a:lnTo>
                  <a:lnTo>
                    <a:pt x="53" y="2461"/>
                  </a:lnTo>
                  <a:cubicBezTo>
                    <a:pt x="69" y="2312"/>
                    <a:pt x="69" y="2142"/>
                    <a:pt x="53" y="1989"/>
                  </a:cubicBezTo>
                  <a:cubicBezTo>
                    <a:pt x="33" y="1738"/>
                    <a:pt x="118" y="1605"/>
                    <a:pt x="336" y="1569"/>
                  </a:cubicBezTo>
                  <a:lnTo>
                    <a:pt x="372" y="1536"/>
                  </a:lnTo>
                  <a:lnTo>
                    <a:pt x="691" y="1383"/>
                  </a:lnTo>
                  <a:cubicBezTo>
                    <a:pt x="1584" y="963"/>
                    <a:pt x="2493" y="526"/>
                    <a:pt x="3402" y="106"/>
                  </a:cubicBezTo>
                  <a:cubicBezTo>
                    <a:pt x="3418" y="90"/>
                    <a:pt x="3434" y="90"/>
                    <a:pt x="3451" y="70"/>
                  </a:cubicBezTo>
                  <a:cubicBezTo>
                    <a:pt x="3503" y="38"/>
                    <a:pt x="3552" y="21"/>
                    <a:pt x="3604" y="21"/>
                  </a:cubicBezTo>
                  <a:cubicBezTo>
                    <a:pt x="3636" y="207"/>
                    <a:pt x="3636" y="223"/>
                    <a:pt x="3467" y="292"/>
                  </a:cubicBezTo>
                  <a:cubicBezTo>
                    <a:pt x="3350" y="357"/>
                    <a:pt x="3216" y="409"/>
                    <a:pt x="3083" y="474"/>
                  </a:cubicBezTo>
                  <a:cubicBezTo>
                    <a:pt x="2946" y="542"/>
                    <a:pt x="2796" y="611"/>
                    <a:pt x="2659" y="676"/>
                  </a:cubicBezTo>
                  <a:cubicBezTo>
                    <a:pt x="2542" y="728"/>
                    <a:pt x="2408" y="797"/>
                    <a:pt x="2291" y="862"/>
                  </a:cubicBezTo>
                  <a:cubicBezTo>
                    <a:pt x="2138" y="930"/>
                    <a:pt x="1988" y="1015"/>
                    <a:pt x="1835" y="1080"/>
                  </a:cubicBezTo>
                  <a:cubicBezTo>
                    <a:pt x="1516" y="1233"/>
                    <a:pt x="1196" y="1383"/>
                    <a:pt x="877" y="1520"/>
                  </a:cubicBezTo>
                  <a:cubicBezTo>
                    <a:pt x="691" y="1621"/>
                    <a:pt x="489" y="1706"/>
                    <a:pt x="304" y="1787"/>
                  </a:cubicBezTo>
                  <a:cubicBezTo>
                    <a:pt x="235" y="1823"/>
                    <a:pt x="203" y="1872"/>
                    <a:pt x="203" y="1956"/>
                  </a:cubicBezTo>
                  <a:lnTo>
                    <a:pt x="203" y="2259"/>
                  </a:lnTo>
                  <a:lnTo>
                    <a:pt x="203" y="2514"/>
                  </a:lnTo>
                  <a:lnTo>
                    <a:pt x="203" y="2562"/>
                  </a:lnTo>
                  <a:cubicBezTo>
                    <a:pt x="203" y="2615"/>
                    <a:pt x="203" y="2663"/>
                    <a:pt x="235" y="2716"/>
                  </a:cubicBezTo>
                  <a:lnTo>
                    <a:pt x="255" y="2716"/>
                  </a:lnTo>
                  <a:lnTo>
                    <a:pt x="255" y="2696"/>
                  </a:lnTo>
                  <a:cubicBezTo>
                    <a:pt x="219" y="2663"/>
                    <a:pt x="235" y="2615"/>
                    <a:pt x="235" y="2562"/>
                  </a:cubicBezTo>
                  <a:lnTo>
                    <a:pt x="235" y="2514"/>
                  </a:lnTo>
                  <a:lnTo>
                    <a:pt x="235" y="2259"/>
                  </a:lnTo>
                  <a:lnTo>
                    <a:pt x="235" y="1956"/>
                  </a:lnTo>
                  <a:cubicBezTo>
                    <a:pt x="235" y="1888"/>
                    <a:pt x="255" y="1839"/>
                    <a:pt x="304" y="1823"/>
                  </a:cubicBezTo>
                  <a:cubicBezTo>
                    <a:pt x="506" y="1722"/>
                    <a:pt x="691" y="1637"/>
                    <a:pt x="893" y="1552"/>
                  </a:cubicBezTo>
                  <a:cubicBezTo>
                    <a:pt x="1213" y="1403"/>
                    <a:pt x="1532" y="1249"/>
                    <a:pt x="1851" y="1100"/>
                  </a:cubicBezTo>
                  <a:cubicBezTo>
                    <a:pt x="2004" y="1031"/>
                    <a:pt x="2154" y="946"/>
                    <a:pt x="2307" y="878"/>
                  </a:cubicBezTo>
                  <a:cubicBezTo>
                    <a:pt x="2424" y="813"/>
                    <a:pt x="2542" y="761"/>
                    <a:pt x="2679" y="696"/>
                  </a:cubicBezTo>
                  <a:cubicBezTo>
                    <a:pt x="2812" y="627"/>
                    <a:pt x="2962" y="559"/>
                    <a:pt x="3099" y="494"/>
                  </a:cubicBezTo>
                  <a:cubicBezTo>
                    <a:pt x="3216" y="441"/>
                    <a:pt x="3350" y="373"/>
                    <a:pt x="3487" y="324"/>
                  </a:cubicBezTo>
                  <a:cubicBezTo>
                    <a:pt x="3653" y="240"/>
                    <a:pt x="3669" y="223"/>
                    <a:pt x="3620" y="21"/>
                  </a:cubicBezTo>
                  <a:lnTo>
                    <a:pt x="3620" y="5"/>
                  </a:lnTo>
                  <a:cubicBezTo>
                    <a:pt x="3608" y="2"/>
                    <a:pt x="3595" y="1"/>
                    <a:pt x="3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1"/>
            <p:cNvSpPr/>
            <p:nvPr/>
          </p:nvSpPr>
          <p:spPr>
            <a:xfrm>
              <a:off x="751024" y="2042714"/>
              <a:ext cx="5364" cy="46583"/>
            </a:xfrm>
            <a:custGeom>
              <a:rect b="b" l="l" r="r" t="t"/>
              <a:pathLst>
                <a:path extrusionOk="0" h="469" w="54">
                  <a:moveTo>
                    <a:pt x="37" y="0"/>
                  </a:moveTo>
                  <a:lnTo>
                    <a:pt x="37" y="17"/>
                  </a:lnTo>
                  <a:cubicBezTo>
                    <a:pt x="1" y="166"/>
                    <a:pt x="1" y="320"/>
                    <a:pt x="37" y="453"/>
                  </a:cubicBezTo>
                  <a:lnTo>
                    <a:pt x="37" y="469"/>
                  </a:lnTo>
                  <a:cubicBezTo>
                    <a:pt x="53" y="469"/>
                    <a:pt x="53" y="453"/>
                    <a:pt x="53" y="453"/>
                  </a:cubicBezTo>
                  <a:cubicBezTo>
                    <a:pt x="37" y="320"/>
                    <a:pt x="37" y="166"/>
                    <a:pt x="53" y="17"/>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1"/>
            <p:cNvSpPr/>
            <p:nvPr/>
          </p:nvSpPr>
          <p:spPr>
            <a:xfrm>
              <a:off x="2006592" y="2873667"/>
              <a:ext cx="5264" cy="48272"/>
            </a:xfrm>
            <a:custGeom>
              <a:rect b="b" l="l" r="r" t="t"/>
              <a:pathLst>
                <a:path extrusionOk="0" h="486" w="53">
                  <a:moveTo>
                    <a:pt x="36" y="1"/>
                  </a:moveTo>
                  <a:cubicBezTo>
                    <a:pt x="20" y="81"/>
                    <a:pt x="20" y="166"/>
                    <a:pt x="20" y="235"/>
                  </a:cubicBezTo>
                  <a:cubicBezTo>
                    <a:pt x="20" y="320"/>
                    <a:pt x="20" y="384"/>
                    <a:pt x="0" y="469"/>
                  </a:cubicBezTo>
                  <a:lnTo>
                    <a:pt x="20" y="485"/>
                  </a:lnTo>
                  <a:lnTo>
                    <a:pt x="36" y="469"/>
                  </a:lnTo>
                  <a:cubicBezTo>
                    <a:pt x="53" y="384"/>
                    <a:pt x="53" y="320"/>
                    <a:pt x="53" y="235"/>
                  </a:cubicBezTo>
                  <a:cubicBezTo>
                    <a:pt x="36" y="166"/>
                    <a:pt x="36" y="81"/>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1"/>
            <p:cNvSpPr/>
            <p:nvPr/>
          </p:nvSpPr>
          <p:spPr>
            <a:xfrm>
              <a:off x="672458" y="1751791"/>
              <a:ext cx="144121" cy="207192"/>
            </a:xfrm>
            <a:custGeom>
              <a:rect b="b" l="l" r="r" t="t"/>
              <a:pathLst>
                <a:path extrusionOk="0" h="2086" w="1451">
                  <a:moveTo>
                    <a:pt x="1434" y="1"/>
                  </a:moveTo>
                  <a:cubicBezTo>
                    <a:pt x="1414" y="33"/>
                    <a:pt x="1398" y="33"/>
                    <a:pt x="1366" y="49"/>
                  </a:cubicBezTo>
                  <a:cubicBezTo>
                    <a:pt x="1349" y="49"/>
                    <a:pt x="1333" y="65"/>
                    <a:pt x="1333" y="65"/>
                  </a:cubicBezTo>
                  <a:cubicBezTo>
                    <a:pt x="1131" y="186"/>
                    <a:pt x="909" y="304"/>
                    <a:pt x="707" y="421"/>
                  </a:cubicBezTo>
                  <a:cubicBezTo>
                    <a:pt x="505" y="538"/>
                    <a:pt x="287" y="671"/>
                    <a:pt x="69" y="792"/>
                  </a:cubicBezTo>
                  <a:cubicBezTo>
                    <a:pt x="20" y="809"/>
                    <a:pt x="0" y="825"/>
                    <a:pt x="0" y="893"/>
                  </a:cubicBezTo>
                  <a:lnTo>
                    <a:pt x="0" y="1362"/>
                  </a:lnTo>
                  <a:lnTo>
                    <a:pt x="0" y="2037"/>
                  </a:lnTo>
                  <a:cubicBezTo>
                    <a:pt x="0" y="2053"/>
                    <a:pt x="0" y="2053"/>
                    <a:pt x="20" y="2069"/>
                  </a:cubicBezTo>
                  <a:lnTo>
                    <a:pt x="20" y="2085"/>
                  </a:lnTo>
                  <a:lnTo>
                    <a:pt x="37" y="2085"/>
                  </a:lnTo>
                  <a:cubicBezTo>
                    <a:pt x="53" y="2085"/>
                    <a:pt x="53" y="2069"/>
                    <a:pt x="53" y="2069"/>
                  </a:cubicBezTo>
                  <a:lnTo>
                    <a:pt x="37" y="2053"/>
                  </a:lnTo>
                  <a:lnTo>
                    <a:pt x="20" y="2037"/>
                  </a:lnTo>
                  <a:lnTo>
                    <a:pt x="20" y="1362"/>
                  </a:lnTo>
                  <a:lnTo>
                    <a:pt x="20" y="893"/>
                  </a:lnTo>
                  <a:cubicBezTo>
                    <a:pt x="20" y="841"/>
                    <a:pt x="37" y="841"/>
                    <a:pt x="69" y="825"/>
                  </a:cubicBezTo>
                  <a:lnTo>
                    <a:pt x="85" y="809"/>
                  </a:lnTo>
                  <a:cubicBezTo>
                    <a:pt x="287" y="691"/>
                    <a:pt x="505" y="570"/>
                    <a:pt x="727" y="437"/>
                  </a:cubicBezTo>
                  <a:cubicBezTo>
                    <a:pt x="929" y="320"/>
                    <a:pt x="1131" y="203"/>
                    <a:pt x="1333" y="85"/>
                  </a:cubicBezTo>
                  <a:lnTo>
                    <a:pt x="1382" y="85"/>
                  </a:lnTo>
                  <a:cubicBezTo>
                    <a:pt x="1398" y="65"/>
                    <a:pt x="1434" y="49"/>
                    <a:pt x="1450" y="17"/>
                  </a:cubicBezTo>
                  <a:lnTo>
                    <a:pt x="1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1"/>
            <p:cNvSpPr/>
            <p:nvPr/>
          </p:nvSpPr>
          <p:spPr>
            <a:xfrm>
              <a:off x="1521886" y="1766690"/>
              <a:ext cx="202325" cy="429779"/>
            </a:xfrm>
            <a:custGeom>
              <a:rect b="b" l="l" r="r" t="t"/>
              <a:pathLst>
                <a:path extrusionOk="0" h="4327" w="2037">
                  <a:moveTo>
                    <a:pt x="16" y="0"/>
                  </a:moveTo>
                  <a:lnTo>
                    <a:pt x="0" y="16"/>
                  </a:lnTo>
                  <a:cubicBezTo>
                    <a:pt x="16" y="117"/>
                    <a:pt x="69" y="186"/>
                    <a:pt x="117" y="271"/>
                  </a:cubicBezTo>
                  <a:cubicBezTo>
                    <a:pt x="133" y="287"/>
                    <a:pt x="154" y="303"/>
                    <a:pt x="170" y="339"/>
                  </a:cubicBezTo>
                  <a:cubicBezTo>
                    <a:pt x="319" y="574"/>
                    <a:pt x="473" y="808"/>
                    <a:pt x="622" y="1046"/>
                  </a:cubicBezTo>
                  <a:cubicBezTo>
                    <a:pt x="962" y="1567"/>
                    <a:pt x="1313" y="2121"/>
                    <a:pt x="1648" y="2642"/>
                  </a:cubicBezTo>
                  <a:cubicBezTo>
                    <a:pt x="1685" y="2711"/>
                    <a:pt x="1717" y="2763"/>
                    <a:pt x="1749" y="2812"/>
                  </a:cubicBezTo>
                  <a:cubicBezTo>
                    <a:pt x="1850" y="2929"/>
                    <a:pt x="1935" y="3066"/>
                    <a:pt x="1971" y="3216"/>
                  </a:cubicBezTo>
                  <a:cubicBezTo>
                    <a:pt x="2004" y="3349"/>
                    <a:pt x="1988" y="3486"/>
                    <a:pt x="1988" y="3636"/>
                  </a:cubicBezTo>
                  <a:lnTo>
                    <a:pt x="1988" y="3789"/>
                  </a:lnTo>
                  <a:cubicBezTo>
                    <a:pt x="1971" y="3838"/>
                    <a:pt x="1988" y="3906"/>
                    <a:pt x="1988" y="3955"/>
                  </a:cubicBezTo>
                  <a:cubicBezTo>
                    <a:pt x="1988" y="4076"/>
                    <a:pt x="1988" y="4193"/>
                    <a:pt x="1971" y="4310"/>
                  </a:cubicBezTo>
                  <a:lnTo>
                    <a:pt x="1971" y="4327"/>
                  </a:lnTo>
                  <a:lnTo>
                    <a:pt x="1988" y="4327"/>
                  </a:lnTo>
                  <a:lnTo>
                    <a:pt x="1988" y="4310"/>
                  </a:lnTo>
                  <a:cubicBezTo>
                    <a:pt x="2020" y="4193"/>
                    <a:pt x="2004" y="4076"/>
                    <a:pt x="2004" y="3955"/>
                  </a:cubicBezTo>
                  <a:lnTo>
                    <a:pt x="2004" y="3789"/>
                  </a:lnTo>
                  <a:cubicBezTo>
                    <a:pt x="2004" y="3737"/>
                    <a:pt x="2004" y="3688"/>
                    <a:pt x="2020" y="3636"/>
                  </a:cubicBezTo>
                  <a:cubicBezTo>
                    <a:pt x="2020" y="3486"/>
                    <a:pt x="2036" y="3349"/>
                    <a:pt x="2004" y="3200"/>
                  </a:cubicBezTo>
                  <a:cubicBezTo>
                    <a:pt x="1971" y="3046"/>
                    <a:pt x="1870" y="2929"/>
                    <a:pt x="1769" y="2796"/>
                  </a:cubicBezTo>
                  <a:cubicBezTo>
                    <a:pt x="1733" y="2743"/>
                    <a:pt x="1701" y="2695"/>
                    <a:pt x="1669" y="2642"/>
                  </a:cubicBezTo>
                  <a:cubicBezTo>
                    <a:pt x="1329" y="2105"/>
                    <a:pt x="978" y="1567"/>
                    <a:pt x="659" y="1046"/>
                  </a:cubicBezTo>
                  <a:cubicBezTo>
                    <a:pt x="505" y="792"/>
                    <a:pt x="356" y="558"/>
                    <a:pt x="202" y="319"/>
                  </a:cubicBezTo>
                  <a:cubicBezTo>
                    <a:pt x="186" y="303"/>
                    <a:pt x="154" y="271"/>
                    <a:pt x="133" y="255"/>
                  </a:cubicBezTo>
                  <a:cubicBezTo>
                    <a:pt x="85" y="170"/>
                    <a:pt x="32" y="117"/>
                    <a:pt x="32" y="16"/>
                  </a:cubicBez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1"/>
            <p:cNvSpPr/>
            <p:nvPr/>
          </p:nvSpPr>
          <p:spPr>
            <a:xfrm>
              <a:off x="1411536" y="2376943"/>
              <a:ext cx="90386" cy="195869"/>
            </a:xfrm>
            <a:custGeom>
              <a:rect b="b" l="l" r="r" t="t"/>
              <a:pathLst>
                <a:path extrusionOk="0" h="1972" w="910">
                  <a:moveTo>
                    <a:pt x="33" y="0"/>
                  </a:moveTo>
                  <a:cubicBezTo>
                    <a:pt x="0" y="33"/>
                    <a:pt x="0" y="85"/>
                    <a:pt x="0" y="118"/>
                  </a:cubicBezTo>
                  <a:lnTo>
                    <a:pt x="0" y="154"/>
                  </a:lnTo>
                  <a:lnTo>
                    <a:pt x="0" y="675"/>
                  </a:lnTo>
                  <a:cubicBezTo>
                    <a:pt x="0" y="792"/>
                    <a:pt x="0" y="893"/>
                    <a:pt x="134" y="994"/>
                  </a:cubicBezTo>
                  <a:cubicBezTo>
                    <a:pt x="218" y="1043"/>
                    <a:pt x="271" y="1127"/>
                    <a:pt x="336" y="1212"/>
                  </a:cubicBezTo>
                  <a:cubicBezTo>
                    <a:pt x="372" y="1265"/>
                    <a:pt x="404" y="1313"/>
                    <a:pt x="457" y="1346"/>
                  </a:cubicBezTo>
                  <a:cubicBezTo>
                    <a:pt x="505" y="1414"/>
                    <a:pt x="558" y="1483"/>
                    <a:pt x="590" y="1548"/>
                  </a:cubicBezTo>
                  <a:cubicBezTo>
                    <a:pt x="659" y="1632"/>
                    <a:pt x="739" y="1733"/>
                    <a:pt x="824" y="1818"/>
                  </a:cubicBezTo>
                  <a:cubicBezTo>
                    <a:pt x="840" y="1834"/>
                    <a:pt x="861" y="1871"/>
                    <a:pt x="861" y="1903"/>
                  </a:cubicBezTo>
                  <a:cubicBezTo>
                    <a:pt x="861" y="1919"/>
                    <a:pt x="877" y="1935"/>
                    <a:pt x="877" y="1952"/>
                  </a:cubicBezTo>
                  <a:lnTo>
                    <a:pt x="893" y="1972"/>
                  </a:lnTo>
                  <a:lnTo>
                    <a:pt x="909" y="1952"/>
                  </a:lnTo>
                  <a:cubicBezTo>
                    <a:pt x="893" y="1935"/>
                    <a:pt x="893" y="1919"/>
                    <a:pt x="893" y="1903"/>
                  </a:cubicBezTo>
                  <a:cubicBezTo>
                    <a:pt x="877" y="1871"/>
                    <a:pt x="877" y="1818"/>
                    <a:pt x="840" y="1802"/>
                  </a:cubicBezTo>
                  <a:cubicBezTo>
                    <a:pt x="760" y="1717"/>
                    <a:pt x="691" y="1616"/>
                    <a:pt x="622" y="1531"/>
                  </a:cubicBezTo>
                  <a:cubicBezTo>
                    <a:pt x="574" y="1467"/>
                    <a:pt x="521" y="1398"/>
                    <a:pt x="473" y="1329"/>
                  </a:cubicBezTo>
                  <a:cubicBezTo>
                    <a:pt x="420" y="1297"/>
                    <a:pt x="388" y="1245"/>
                    <a:pt x="356" y="1196"/>
                  </a:cubicBezTo>
                  <a:cubicBezTo>
                    <a:pt x="287" y="1111"/>
                    <a:pt x="235" y="1027"/>
                    <a:pt x="154" y="962"/>
                  </a:cubicBezTo>
                  <a:cubicBezTo>
                    <a:pt x="16" y="893"/>
                    <a:pt x="16" y="792"/>
                    <a:pt x="16" y="675"/>
                  </a:cubicBezTo>
                  <a:lnTo>
                    <a:pt x="16" y="154"/>
                  </a:lnTo>
                  <a:lnTo>
                    <a:pt x="16" y="118"/>
                  </a:lnTo>
                  <a:cubicBezTo>
                    <a:pt x="16" y="85"/>
                    <a:pt x="16" y="53"/>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1"/>
            <p:cNvSpPr/>
            <p:nvPr/>
          </p:nvSpPr>
          <p:spPr>
            <a:xfrm>
              <a:off x="1334459" y="3102412"/>
              <a:ext cx="5364" cy="97140"/>
            </a:xfrm>
            <a:custGeom>
              <a:rect b="b" l="l" r="r" t="t"/>
              <a:pathLst>
                <a:path extrusionOk="0" h="978" w="54">
                  <a:moveTo>
                    <a:pt x="37" y="0"/>
                  </a:moveTo>
                  <a:cubicBezTo>
                    <a:pt x="21" y="0"/>
                    <a:pt x="21" y="0"/>
                    <a:pt x="21" y="20"/>
                  </a:cubicBezTo>
                  <a:lnTo>
                    <a:pt x="21" y="222"/>
                  </a:lnTo>
                  <a:cubicBezTo>
                    <a:pt x="1" y="424"/>
                    <a:pt x="1" y="626"/>
                    <a:pt x="1" y="828"/>
                  </a:cubicBezTo>
                  <a:lnTo>
                    <a:pt x="1" y="844"/>
                  </a:lnTo>
                  <a:cubicBezTo>
                    <a:pt x="1" y="893"/>
                    <a:pt x="1" y="929"/>
                    <a:pt x="21" y="962"/>
                  </a:cubicBezTo>
                  <a:lnTo>
                    <a:pt x="37" y="978"/>
                  </a:lnTo>
                  <a:cubicBezTo>
                    <a:pt x="37" y="962"/>
                    <a:pt x="53" y="962"/>
                    <a:pt x="37" y="962"/>
                  </a:cubicBezTo>
                  <a:cubicBezTo>
                    <a:pt x="21" y="929"/>
                    <a:pt x="37" y="893"/>
                    <a:pt x="37" y="861"/>
                  </a:cubicBezTo>
                  <a:lnTo>
                    <a:pt x="37" y="828"/>
                  </a:lnTo>
                  <a:lnTo>
                    <a:pt x="37" y="222"/>
                  </a:lnTo>
                  <a:lnTo>
                    <a:pt x="37" y="20"/>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1"/>
            <p:cNvSpPr/>
            <p:nvPr/>
          </p:nvSpPr>
          <p:spPr>
            <a:xfrm>
              <a:off x="2083569" y="3192699"/>
              <a:ext cx="103596" cy="158920"/>
            </a:xfrm>
            <a:custGeom>
              <a:rect b="b" l="l" r="r" t="t"/>
              <a:pathLst>
                <a:path extrusionOk="0" h="1600" w="1043">
                  <a:moveTo>
                    <a:pt x="17" y="0"/>
                  </a:moveTo>
                  <a:cubicBezTo>
                    <a:pt x="1" y="0"/>
                    <a:pt x="1" y="0"/>
                    <a:pt x="1" y="20"/>
                  </a:cubicBezTo>
                  <a:cubicBezTo>
                    <a:pt x="1" y="101"/>
                    <a:pt x="17" y="154"/>
                    <a:pt x="69" y="202"/>
                  </a:cubicBezTo>
                  <a:cubicBezTo>
                    <a:pt x="118" y="255"/>
                    <a:pt x="170" y="303"/>
                    <a:pt x="203" y="356"/>
                  </a:cubicBezTo>
                  <a:cubicBezTo>
                    <a:pt x="287" y="457"/>
                    <a:pt x="356" y="541"/>
                    <a:pt x="421" y="642"/>
                  </a:cubicBezTo>
                  <a:cubicBezTo>
                    <a:pt x="574" y="844"/>
                    <a:pt x="740" y="1046"/>
                    <a:pt x="893" y="1232"/>
                  </a:cubicBezTo>
                  <a:cubicBezTo>
                    <a:pt x="994" y="1349"/>
                    <a:pt x="1027" y="1450"/>
                    <a:pt x="978" y="1584"/>
                  </a:cubicBezTo>
                  <a:lnTo>
                    <a:pt x="978" y="1600"/>
                  </a:lnTo>
                  <a:lnTo>
                    <a:pt x="994" y="1600"/>
                  </a:lnTo>
                  <a:cubicBezTo>
                    <a:pt x="1043" y="1450"/>
                    <a:pt x="1027" y="1349"/>
                    <a:pt x="926" y="1212"/>
                  </a:cubicBezTo>
                  <a:cubicBezTo>
                    <a:pt x="760" y="1030"/>
                    <a:pt x="590" y="828"/>
                    <a:pt x="437" y="626"/>
                  </a:cubicBezTo>
                  <a:cubicBezTo>
                    <a:pt x="372" y="525"/>
                    <a:pt x="304" y="440"/>
                    <a:pt x="219" y="339"/>
                  </a:cubicBezTo>
                  <a:cubicBezTo>
                    <a:pt x="186" y="287"/>
                    <a:pt x="134" y="238"/>
                    <a:pt x="85" y="186"/>
                  </a:cubicBezTo>
                  <a:cubicBezTo>
                    <a:pt x="33" y="154"/>
                    <a:pt x="17" y="85"/>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1"/>
            <p:cNvSpPr/>
            <p:nvPr/>
          </p:nvSpPr>
          <p:spPr>
            <a:xfrm>
              <a:off x="1923059" y="3323013"/>
              <a:ext cx="147398" cy="229242"/>
            </a:xfrm>
            <a:custGeom>
              <a:rect b="b" l="l" r="r" t="t"/>
              <a:pathLst>
                <a:path extrusionOk="0" h="2308" w="1484">
                  <a:moveTo>
                    <a:pt x="53" y="1"/>
                  </a:moveTo>
                  <a:lnTo>
                    <a:pt x="33" y="21"/>
                  </a:lnTo>
                  <a:cubicBezTo>
                    <a:pt x="17" y="102"/>
                    <a:pt x="17" y="187"/>
                    <a:pt x="17" y="272"/>
                  </a:cubicBezTo>
                  <a:cubicBezTo>
                    <a:pt x="17" y="340"/>
                    <a:pt x="33" y="405"/>
                    <a:pt x="17" y="474"/>
                  </a:cubicBezTo>
                  <a:cubicBezTo>
                    <a:pt x="1" y="607"/>
                    <a:pt x="53" y="708"/>
                    <a:pt x="154" y="829"/>
                  </a:cubicBezTo>
                  <a:cubicBezTo>
                    <a:pt x="457" y="1148"/>
                    <a:pt x="740" y="1467"/>
                    <a:pt x="1063" y="1819"/>
                  </a:cubicBezTo>
                  <a:cubicBezTo>
                    <a:pt x="1096" y="1855"/>
                    <a:pt x="1144" y="1888"/>
                    <a:pt x="1180" y="1940"/>
                  </a:cubicBezTo>
                  <a:cubicBezTo>
                    <a:pt x="1245" y="2005"/>
                    <a:pt x="1314" y="2073"/>
                    <a:pt x="1366" y="2158"/>
                  </a:cubicBezTo>
                  <a:cubicBezTo>
                    <a:pt x="1415" y="2207"/>
                    <a:pt x="1431" y="2259"/>
                    <a:pt x="1447" y="2291"/>
                  </a:cubicBezTo>
                  <a:lnTo>
                    <a:pt x="1467" y="2308"/>
                  </a:lnTo>
                  <a:cubicBezTo>
                    <a:pt x="1483" y="2308"/>
                    <a:pt x="1483" y="2291"/>
                    <a:pt x="1483" y="2291"/>
                  </a:cubicBezTo>
                  <a:cubicBezTo>
                    <a:pt x="1467" y="2243"/>
                    <a:pt x="1431" y="2190"/>
                    <a:pt x="1382" y="2142"/>
                  </a:cubicBezTo>
                  <a:cubicBezTo>
                    <a:pt x="1330" y="2057"/>
                    <a:pt x="1265" y="1989"/>
                    <a:pt x="1197" y="1920"/>
                  </a:cubicBezTo>
                  <a:cubicBezTo>
                    <a:pt x="1164" y="1871"/>
                    <a:pt x="1112" y="1839"/>
                    <a:pt x="1079" y="1803"/>
                  </a:cubicBezTo>
                  <a:cubicBezTo>
                    <a:pt x="776" y="1451"/>
                    <a:pt x="473" y="1132"/>
                    <a:pt x="187" y="809"/>
                  </a:cubicBezTo>
                  <a:cubicBezTo>
                    <a:pt x="69" y="692"/>
                    <a:pt x="33" y="591"/>
                    <a:pt x="53" y="474"/>
                  </a:cubicBezTo>
                  <a:lnTo>
                    <a:pt x="53" y="272"/>
                  </a:lnTo>
                  <a:cubicBezTo>
                    <a:pt x="53" y="187"/>
                    <a:pt x="53" y="102"/>
                    <a:pt x="69" y="21"/>
                  </a:cubicBezTo>
                  <a:cubicBezTo>
                    <a:pt x="69" y="21"/>
                    <a:pt x="53" y="2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1"/>
            <p:cNvSpPr/>
            <p:nvPr/>
          </p:nvSpPr>
          <p:spPr>
            <a:xfrm>
              <a:off x="1132234" y="3172635"/>
              <a:ext cx="6953" cy="95551"/>
            </a:xfrm>
            <a:custGeom>
              <a:rect b="b" l="l" r="r" t="t"/>
              <a:pathLst>
                <a:path extrusionOk="0" h="962" w="70">
                  <a:moveTo>
                    <a:pt x="17" y="0"/>
                  </a:moveTo>
                  <a:cubicBezTo>
                    <a:pt x="1" y="36"/>
                    <a:pt x="17" y="53"/>
                    <a:pt x="17" y="69"/>
                  </a:cubicBezTo>
                  <a:cubicBezTo>
                    <a:pt x="37" y="69"/>
                    <a:pt x="37" y="85"/>
                    <a:pt x="37" y="101"/>
                  </a:cubicBezTo>
                  <a:lnTo>
                    <a:pt x="37" y="271"/>
                  </a:lnTo>
                  <a:cubicBezTo>
                    <a:pt x="17" y="489"/>
                    <a:pt x="17" y="727"/>
                    <a:pt x="37" y="945"/>
                  </a:cubicBezTo>
                  <a:lnTo>
                    <a:pt x="53" y="962"/>
                  </a:lnTo>
                  <a:cubicBezTo>
                    <a:pt x="69" y="962"/>
                    <a:pt x="69" y="945"/>
                    <a:pt x="69" y="945"/>
                  </a:cubicBezTo>
                  <a:cubicBezTo>
                    <a:pt x="53" y="707"/>
                    <a:pt x="53" y="489"/>
                    <a:pt x="53" y="271"/>
                  </a:cubicBezTo>
                  <a:lnTo>
                    <a:pt x="53" y="101"/>
                  </a:lnTo>
                  <a:lnTo>
                    <a:pt x="53" y="53"/>
                  </a:lnTo>
                  <a:cubicBezTo>
                    <a:pt x="37" y="36"/>
                    <a:pt x="37" y="20"/>
                    <a:pt x="37" y="20"/>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1"/>
            <p:cNvSpPr/>
            <p:nvPr/>
          </p:nvSpPr>
          <p:spPr>
            <a:xfrm>
              <a:off x="1734143" y="3706209"/>
              <a:ext cx="21752" cy="28208"/>
            </a:xfrm>
            <a:custGeom>
              <a:rect b="b" l="l" r="r" t="t"/>
              <a:pathLst>
                <a:path extrusionOk="0" h="284" w="219">
                  <a:moveTo>
                    <a:pt x="53" y="1"/>
                  </a:moveTo>
                  <a:lnTo>
                    <a:pt x="36" y="17"/>
                  </a:lnTo>
                  <a:cubicBezTo>
                    <a:pt x="0" y="102"/>
                    <a:pt x="16" y="183"/>
                    <a:pt x="53" y="267"/>
                  </a:cubicBezTo>
                  <a:lnTo>
                    <a:pt x="69" y="284"/>
                  </a:lnTo>
                  <a:lnTo>
                    <a:pt x="202" y="284"/>
                  </a:lnTo>
                  <a:cubicBezTo>
                    <a:pt x="218" y="284"/>
                    <a:pt x="218" y="284"/>
                    <a:pt x="218" y="267"/>
                  </a:cubicBezTo>
                  <a:cubicBezTo>
                    <a:pt x="218" y="267"/>
                    <a:pt x="218" y="251"/>
                    <a:pt x="202" y="251"/>
                  </a:cubicBezTo>
                  <a:lnTo>
                    <a:pt x="69" y="251"/>
                  </a:lnTo>
                  <a:cubicBezTo>
                    <a:pt x="53" y="183"/>
                    <a:pt x="36" y="102"/>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1"/>
            <p:cNvSpPr/>
            <p:nvPr/>
          </p:nvSpPr>
          <p:spPr>
            <a:xfrm>
              <a:off x="1520197" y="3343077"/>
              <a:ext cx="182261" cy="266191"/>
            </a:xfrm>
            <a:custGeom>
              <a:rect b="b" l="l" r="r" t="t"/>
              <a:pathLst>
                <a:path extrusionOk="0" h="2680" w="1835">
                  <a:moveTo>
                    <a:pt x="33" y="1"/>
                  </a:moveTo>
                  <a:cubicBezTo>
                    <a:pt x="17" y="122"/>
                    <a:pt x="1" y="223"/>
                    <a:pt x="134" y="288"/>
                  </a:cubicBezTo>
                  <a:cubicBezTo>
                    <a:pt x="203" y="340"/>
                    <a:pt x="272" y="405"/>
                    <a:pt x="320" y="457"/>
                  </a:cubicBezTo>
                  <a:cubicBezTo>
                    <a:pt x="352" y="490"/>
                    <a:pt x="389" y="526"/>
                    <a:pt x="405" y="542"/>
                  </a:cubicBezTo>
                  <a:lnTo>
                    <a:pt x="692" y="829"/>
                  </a:lnTo>
                  <a:cubicBezTo>
                    <a:pt x="1027" y="1148"/>
                    <a:pt x="1383" y="1484"/>
                    <a:pt x="1734" y="1819"/>
                  </a:cubicBezTo>
                  <a:cubicBezTo>
                    <a:pt x="1766" y="1839"/>
                    <a:pt x="1803" y="1871"/>
                    <a:pt x="1786" y="1904"/>
                  </a:cubicBezTo>
                  <a:cubicBezTo>
                    <a:pt x="1786" y="1988"/>
                    <a:pt x="1786" y="2073"/>
                    <a:pt x="1803" y="2174"/>
                  </a:cubicBezTo>
                  <a:cubicBezTo>
                    <a:pt x="1803" y="2324"/>
                    <a:pt x="1803" y="2510"/>
                    <a:pt x="1786" y="2663"/>
                  </a:cubicBezTo>
                  <a:lnTo>
                    <a:pt x="1786" y="2679"/>
                  </a:lnTo>
                  <a:lnTo>
                    <a:pt x="1803" y="2679"/>
                  </a:lnTo>
                  <a:cubicBezTo>
                    <a:pt x="1835" y="2510"/>
                    <a:pt x="1819" y="2324"/>
                    <a:pt x="1819" y="2174"/>
                  </a:cubicBezTo>
                  <a:lnTo>
                    <a:pt x="1819" y="1904"/>
                  </a:lnTo>
                  <a:cubicBezTo>
                    <a:pt x="1819" y="1855"/>
                    <a:pt x="1786" y="1839"/>
                    <a:pt x="1750" y="1803"/>
                  </a:cubicBezTo>
                  <a:lnTo>
                    <a:pt x="1750" y="1787"/>
                  </a:lnTo>
                  <a:cubicBezTo>
                    <a:pt x="1399" y="1467"/>
                    <a:pt x="1059" y="1132"/>
                    <a:pt x="708" y="809"/>
                  </a:cubicBezTo>
                  <a:lnTo>
                    <a:pt x="421" y="526"/>
                  </a:lnTo>
                  <a:cubicBezTo>
                    <a:pt x="405" y="506"/>
                    <a:pt x="373" y="474"/>
                    <a:pt x="352" y="441"/>
                  </a:cubicBezTo>
                  <a:cubicBezTo>
                    <a:pt x="288" y="389"/>
                    <a:pt x="219" y="324"/>
                    <a:pt x="150" y="272"/>
                  </a:cubicBezTo>
                  <a:cubicBezTo>
                    <a:pt x="33" y="203"/>
                    <a:pt x="33" y="122"/>
                    <a:pt x="70" y="21"/>
                  </a:cubicBezTo>
                  <a:cubicBezTo>
                    <a:pt x="70" y="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1"/>
            <p:cNvSpPr/>
            <p:nvPr/>
          </p:nvSpPr>
          <p:spPr>
            <a:xfrm>
              <a:off x="1413125" y="3610758"/>
              <a:ext cx="60290" cy="123660"/>
            </a:xfrm>
            <a:custGeom>
              <a:rect b="b" l="l" r="r" t="t"/>
              <a:pathLst>
                <a:path extrusionOk="0" h="1245" w="607">
                  <a:moveTo>
                    <a:pt x="17" y="0"/>
                  </a:moveTo>
                  <a:cubicBezTo>
                    <a:pt x="0" y="0"/>
                    <a:pt x="0" y="0"/>
                    <a:pt x="0" y="17"/>
                  </a:cubicBezTo>
                  <a:lnTo>
                    <a:pt x="0" y="33"/>
                  </a:lnTo>
                  <a:cubicBezTo>
                    <a:pt x="101" y="69"/>
                    <a:pt x="186" y="134"/>
                    <a:pt x="271" y="202"/>
                  </a:cubicBezTo>
                  <a:cubicBezTo>
                    <a:pt x="320" y="255"/>
                    <a:pt x="372" y="303"/>
                    <a:pt x="441" y="336"/>
                  </a:cubicBezTo>
                  <a:cubicBezTo>
                    <a:pt x="542" y="404"/>
                    <a:pt x="590" y="505"/>
                    <a:pt x="574" y="659"/>
                  </a:cubicBezTo>
                  <a:lnTo>
                    <a:pt x="574" y="909"/>
                  </a:lnTo>
                  <a:cubicBezTo>
                    <a:pt x="574" y="1010"/>
                    <a:pt x="574" y="1127"/>
                    <a:pt x="558" y="1228"/>
                  </a:cubicBezTo>
                  <a:cubicBezTo>
                    <a:pt x="558" y="1245"/>
                    <a:pt x="574" y="1245"/>
                    <a:pt x="574" y="1245"/>
                  </a:cubicBezTo>
                  <a:cubicBezTo>
                    <a:pt x="574" y="1245"/>
                    <a:pt x="590" y="1245"/>
                    <a:pt x="590" y="1228"/>
                  </a:cubicBezTo>
                  <a:cubicBezTo>
                    <a:pt x="606" y="1127"/>
                    <a:pt x="606" y="1010"/>
                    <a:pt x="606" y="909"/>
                  </a:cubicBezTo>
                  <a:cubicBezTo>
                    <a:pt x="606" y="825"/>
                    <a:pt x="590" y="740"/>
                    <a:pt x="606" y="675"/>
                  </a:cubicBezTo>
                  <a:cubicBezTo>
                    <a:pt x="606" y="505"/>
                    <a:pt x="574" y="388"/>
                    <a:pt x="441" y="320"/>
                  </a:cubicBezTo>
                  <a:cubicBezTo>
                    <a:pt x="388" y="287"/>
                    <a:pt x="340" y="235"/>
                    <a:pt x="287" y="186"/>
                  </a:cubicBezTo>
                  <a:cubicBezTo>
                    <a:pt x="202"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1"/>
            <p:cNvSpPr/>
            <p:nvPr/>
          </p:nvSpPr>
          <p:spPr>
            <a:xfrm>
              <a:off x="706130" y="2031093"/>
              <a:ext cx="4867" cy="81943"/>
            </a:xfrm>
            <a:custGeom>
              <a:rect b="b" l="l" r="r" t="t"/>
              <a:pathLst>
                <a:path extrusionOk="0" h="825" w="49">
                  <a:moveTo>
                    <a:pt x="0" y="0"/>
                  </a:moveTo>
                  <a:cubicBezTo>
                    <a:pt x="17" y="101"/>
                    <a:pt x="0" y="218"/>
                    <a:pt x="0" y="303"/>
                  </a:cubicBezTo>
                  <a:cubicBezTo>
                    <a:pt x="0" y="469"/>
                    <a:pt x="0" y="655"/>
                    <a:pt x="17" y="824"/>
                  </a:cubicBezTo>
                  <a:lnTo>
                    <a:pt x="49" y="824"/>
                  </a:lnTo>
                  <a:cubicBezTo>
                    <a:pt x="33" y="655"/>
                    <a:pt x="33" y="469"/>
                    <a:pt x="33" y="319"/>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1"/>
            <p:cNvSpPr/>
            <p:nvPr/>
          </p:nvSpPr>
          <p:spPr>
            <a:xfrm>
              <a:off x="1923059" y="3281297"/>
              <a:ext cx="147398" cy="259338"/>
            </a:xfrm>
            <a:custGeom>
              <a:rect b="b" l="l" r="r" t="t"/>
              <a:pathLst>
                <a:path extrusionOk="0" h="2611" w="1484">
                  <a:moveTo>
                    <a:pt x="17" y="1"/>
                  </a:moveTo>
                  <a:cubicBezTo>
                    <a:pt x="17" y="1"/>
                    <a:pt x="1" y="1"/>
                    <a:pt x="1" y="17"/>
                  </a:cubicBezTo>
                  <a:cubicBezTo>
                    <a:pt x="17" y="138"/>
                    <a:pt x="86" y="203"/>
                    <a:pt x="170" y="272"/>
                  </a:cubicBezTo>
                  <a:cubicBezTo>
                    <a:pt x="203" y="288"/>
                    <a:pt x="235" y="320"/>
                    <a:pt x="255" y="356"/>
                  </a:cubicBezTo>
                  <a:lnTo>
                    <a:pt x="304" y="421"/>
                  </a:lnTo>
                  <a:cubicBezTo>
                    <a:pt x="607" y="776"/>
                    <a:pt x="910" y="1164"/>
                    <a:pt x="1245" y="1500"/>
                  </a:cubicBezTo>
                  <a:cubicBezTo>
                    <a:pt x="1399" y="1653"/>
                    <a:pt x="1467" y="1819"/>
                    <a:pt x="1447" y="2057"/>
                  </a:cubicBezTo>
                  <a:cubicBezTo>
                    <a:pt x="1431" y="2122"/>
                    <a:pt x="1431" y="2190"/>
                    <a:pt x="1447" y="2259"/>
                  </a:cubicBezTo>
                  <a:cubicBezTo>
                    <a:pt x="1447" y="2376"/>
                    <a:pt x="1447" y="2477"/>
                    <a:pt x="1415" y="2594"/>
                  </a:cubicBezTo>
                  <a:lnTo>
                    <a:pt x="1415" y="2610"/>
                  </a:lnTo>
                  <a:lnTo>
                    <a:pt x="1431" y="2610"/>
                  </a:lnTo>
                  <a:lnTo>
                    <a:pt x="1431" y="2594"/>
                  </a:lnTo>
                  <a:cubicBezTo>
                    <a:pt x="1483" y="2493"/>
                    <a:pt x="1467" y="2376"/>
                    <a:pt x="1467" y="2259"/>
                  </a:cubicBezTo>
                  <a:lnTo>
                    <a:pt x="1467" y="2073"/>
                  </a:lnTo>
                  <a:cubicBezTo>
                    <a:pt x="1483" y="1819"/>
                    <a:pt x="1431" y="1653"/>
                    <a:pt x="1265" y="1483"/>
                  </a:cubicBezTo>
                  <a:cubicBezTo>
                    <a:pt x="942" y="1148"/>
                    <a:pt x="623" y="760"/>
                    <a:pt x="336" y="405"/>
                  </a:cubicBezTo>
                  <a:lnTo>
                    <a:pt x="271" y="340"/>
                  </a:lnTo>
                  <a:cubicBezTo>
                    <a:pt x="255" y="304"/>
                    <a:pt x="219" y="272"/>
                    <a:pt x="187" y="255"/>
                  </a:cubicBezTo>
                  <a:cubicBezTo>
                    <a:pt x="118" y="187"/>
                    <a:pt x="33" y="11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1"/>
            <p:cNvSpPr/>
            <p:nvPr/>
          </p:nvSpPr>
          <p:spPr>
            <a:xfrm>
              <a:off x="575716" y="2096052"/>
              <a:ext cx="6555" cy="88797"/>
            </a:xfrm>
            <a:custGeom>
              <a:rect b="b" l="l" r="r" t="t"/>
              <a:pathLst>
                <a:path extrusionOk="0" h="894" w="66">
                  <a:moveTo>
                    <a:pt x="17" y="1"/>
                  </a:moveTo>
                  <a:cubicBezTo>
                    <a:pt x="17" y="1"/>
                    <a:pt x="1" y="1"/>
                    <a:pt x="17" y="17"/>
                  </a:cubicBezTo>
                  <a:cubicBezTo>
                    <a:pt x="33" y="170"/>
                    <a:pt x="33" y="304"/>
                    <a:pt x="17" y="457"/>
                  </a:cubicBezTo>
                  <a:lnTo>
                    <a:pt x="17" y="724"/>
                  </a:lnTo>
                  <a:lnTo>
                    <a:pt x="17" y="776"/>
                  </a:lnTo>
                  <a:cubicBezTo>
                    <a:pt x="17" y="809"/>
                    <a:pt x="17" y="841"/>
                    <a:pt x="33" y="877"/>
                  </a:cubicBezTo>
                  <a:lnTo>
                    <a:pt x="49" y="893"/>
                  </a:lnTo>
                  <a:cubicBezTo>
                    <a:pt x="65" y="893"/>
                    <a:pt x="65" y="877"/>
                    <a:pt x="65" y="877"/>
                  </a:cubicBezTo>
                  <a:cubicBezTo>
                    <a:pt x="49" y="841"/>
                    <a:pt x="49" y="809"/>
                    <a:pt x="49" y="776"/>
                  </a:cubicBezTo>
                  <a:lnTo>
                    <a:pt x="49" y="724"/>
                  </a:lnTo>
                  <a:lnTo>
                    <a:pt x="49" y="457"/>
                  </a:lnTo>
                  <a:cubicBezTo>
                    <a:pt x="49" y="304"/>
                    <a:pt x="49" y="154"/>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1"/>
            <p:cNvSpPr/>
            <p:nvPr/>
          </p:nvSpPr>
          <p:spPr>
            <a:xfrm>
              <a:off x="2080390" y="3346752"/>
              <a:ext cx="106774" cy="193882"/>
            </a:xfrm>
            <a:custGeom>
              <a:rect b="b" l="l" r="r" t="t"/>
              <a:pathLst>
                <a:path extrusionOk="0" h="1952" w="1075">
                  <a:moveTo>
                    <a:pt x="85" y="0"/>
                  </a:moveTo>
                  <a:cubicBezTo>
                    <a:pt x="65" y="0"/>
                    <a:pt x="65" y="0"/>
                    <a:pt x="65" y="16"/>
                  </a:cubicBezTo>
                  <a:cubicBezTo>
                    <a:pt x="49" y="16"/>
                    <a:pt x="49" y="16"/>
                    <a:pt x="49" y="33"/>
                  </a:cubicBezTo>
                  <a:cubicBezTo>
                    <a:pt x="49" y="49"/>
                    <a:pt x="33" y="65"/>
                    <a:pt x="33" y="85"/>
                  </a:cubicBezTo>
                  <a:cubicBezTo>
                    <a:pt x="0" y="186"/>
                    <a:pt x="65" y="251"/>
                    <a:pt x="134" y="319"/>
                  </a:cubicBezTo>
                  <a:cubicBezTo>
                    <a:pt x="150" y="336"/>
                    <a:pt x="166" y="336"/>
                    <a:pt x="166" y="352"/>
                  </a:cubicBezTo>
                  <a:cubicBezTo>
                    <a:pt x="287" y="489"/>
                    <a:pt x="388" y="622"/>
                    <a:pt x="489" y="756"/>
                  </a:cubicBezTo>
                  <a:cubicBezTo>
                    <a:pt x="655" y="942"/>
                    <a:pt x="808" y="1160"/>
                    <a:pt x="994" y="1329"/>
                  </a:cubicBezTo>
                  <a:cubicBezTo>
                    <a:pt x="1010" y="1362"/>
                    <a:pt x="1026" y="1378"/>
                    <a:pt x="1026" y="1398"/>
                  </a:cubicBezTo>
                  <a:lnTo>
                    <a:pt x="1026" y="1580"/>
                  </a:lnTo>
                  <a:cubicBezTo>
                    <a:pt x="1043" y="1701"/>
                    <a:pt x="1043" y="1834"/>
                    <a:pt x="1010" y="1935"/>
                  </a:cubicBezTo>
                  <a:lnTo>
                    <a:pt x="1010" y="1951"/>
                  </a:lnTo>
                  <a:lnTo>
                    <a:pt x="1026" y="1951"/>
                  </a:lnTo>
                  <a:cubicBezTo>
                    <a:pt x="1075" y="1834"/>
                    <a:pt x="1059" y="1701"/>
                    <a:pt x="1059" y="1580"/>
                  </a:cubicBezTo>
                  <a:lnTo>
                    <a:pt x="1059" y="1398"/>
                  </a:lnTo>
                  <a:cubicBezTo>
                    <a:pt x="1059" y="1362"/>
                    <a:pt x="1026" y="1329"/>
                    <a:pt x="1010" y="1313"/>
                  </a:cubicBezTo>
                  <a:cubicBezTo>
                    <a:pt x="824" y="1144"/>
                    <a:pt x="671" y="925"/>
                    <a:pt x="521" y="740"/>
                  </a:cubicBezTo>
                  <a:cubicBezTo>
                    <a:pt x="404" y="606"/>
                    <a:pt x="303" y="469"/>
                    <a:pt x="186" y="336"/>
                  </a:cubicBezTo>
                  <a:cubicBezTo>
                    <a:pt x="186" y="319"/>
                    <a:pt x="166" y="303"/>
                    <a:pt x="150" y="303"/>
                  </a:cubicBezTo>
                  <a:cubicBezTo>
                    <a:pt x="85" y="235"/>
                    <a:pt x="33" y="186"/>
                    <a:pt x="65" y="85"/>
                  </a:cubicBezTo>
                  <a:cubicBezTo>
                    <a:pt x="65" y="65"/>
                    <a:pt x="65" y="49"/>
                    <a:pt x="85" y="33"/>
                  </a:cubicBezTo>
                  <a:lnTo>
                    <a:pt x="85" y="16"/>
                  </a:ln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1"/>
            <p:cNvSpPr/>
            <p:nvPr/>
          </p:nvSpPr>
          <p:spPr>
            <a:xfrm>
              <a:off x="1284300" y="3470312"/>
              <a:ext cx="6953" cy="97239"/>
            </a:xfrm>
            <a:custGeom>
              <a:rect b="b" l="l" r="r" t="t"/>
              <a:pathLst>
                <a:path extrusionOk="0" h="979" w="70">
                  <a:moveTo>
                    <a:pt x="21" y="1"/>
                  </a:moveTo>
                  <a:cubicBezTo>
                    <a:pt x="21" y="1"/>
                    <a:pt x="1" y="1"/>
                    <a:pt x="1" y="17"/>
                  </a:cubicBezTo>
                  <a:cubicBezTo>
                    <a:pt x="21" y="154"/>
                    <a:pt x="21" y="304"/>
                    <a:pt x="21" y="457"/>
                  </a:cubicBezTo>
                  <a:lnTo>
                    <a:pt x="21" y="724"/>
                  </a:lnTo>
                  <a:lnTo>
                    <a:pt x="21" y="792"/>
                  </a:lnTo>
                  <a:cubicBezTo>
                    <a:pt x="21" y="861"/>
                    <a:pt x="21" y="909"/>
                    <a:pt x="37" y="962"/>
                  </a:cubicBezTo>
                  <a:lnTo>
                    <a:pt x="53" y="978"/>
                  </a:lnTo>
                  <a:cubicBezTo>
                    <a:pt x="53" y="962"/>
                    <a:pt x="69" y="962"/>
                    <a:pt x="53" y="962"/>
                  </a:cubicBezTo>
                  <a:cubicBezTo>
                    <a:pt x="37" y="909"/>
                    <a:pt x="53" y="861"/>
                    <a:pt x="53" y="808"/>
                  </a:cubicBezTo>
                  <a:lnTo>
                    <a:pt x="53" y="724"/>
                  </a:lnTo>
                  <a:lnTo>
                    <a:pt x="53" y="457"/>
                  </a:lnTo>
                  <a:cubicBezTo>
                    <a:pt x="53" y="304"/>
                    <a:pt x="53" y="154"/>
                    <a:pt x="37" y="17"/>
                  </a:cubicBez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1"/>
            <p:cNvSpPr/>
            <p:nvPr/>
          </p:nvSpPr>
          <p:spPr>
            <a:xfrm>
              <a:off x="1993282" y="3543713"/>
              <a:ext cx="5364" cy="45491"/>
            </a:xfrm>
            <a:custGeom>
              <a:rect b="b" l="l" r="r" t="t"/>
              <a:pathLst>
                <a:path extrusionOk="0" h="458" w="54">
                  <a:moveTo>
                    <a:pt x="33" y="1"/>
                  </a:moveTo>
                  <a:cubicBezTo>
                    <a:pt x="17" y="1"/>
                    <a:pt x="17" y="1"/>
                    <a:pt x="17" y="21"/>
                  </a:cubicBezTo>
                  <a:lnTo>
                    <a:pt x="17" y="187"/>
                  </a:lnTo>
                  <a:cubicBezTo>
                    <a:pt x="17" y="271"/>
                    <a:pt x="17" y="356"/>
                    <a:pt x="1" y="441"/>
                  </a:cubicBezTo>
                  <a:cubicBezTo>
                    <a:pt x="1" y="457"/>
                    <a:pt x="1" y="457"/>
                    <a:pt x="17" y="457"/>
                  </a:cubicBezTo>
                  <a:lnTo>
                    <a:pt x="33" y="457"/>
                  </a:lnTo>
                  <a:cubicBezTo>
                    <a:pt x="53" y="356"/>
                    <a:pt x="53" y="271"/>
                    <a:pt x="53" y="170"/>
                  </a:cubicBezTo>
                  <a:cubicBezTo>
                    <a:pt x="33" y="122"/>
                    <a:pt x="33" y="69"/>
                    <a:pt x="53" y="21"/>
                  </a:cubicBezTo>
                  <a:cubicBezTo>
                    <a:pt x="53"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1"/>
            <p:cNvSpPr/>
            <p:nvPr/>
          </p:nvSpPr>
          <p:spPr>
            <a:xfrm>
              <a:off x="985431" y="1870584"/>
              <a:ext cx="4867" cy="95153"/>
            </a:xfrm>
            <a:custGeom>
              <a:rect b="b" l="l" r="r" t="t"/>
              <a:pathLst>
                <a:path extrusionOk="0" h="958" w="49">
                  <a:moveTo>
                    <a:pt x="16" y="0"/>
                  </a:moveTo>
                  <a:cubicBezTo>
                    <a:pt x="16" y="0"/>
                    <a:pt x="0" y="0"/>
                    <a:pt x="0" y="17"/>
                  </a:cubicBezTo>
                  <a:lnTo>
                    <a:pt x="0" y="219"/>
                  </a:lnTo>
                  <a:lnTo>
                    <a:pt x="0" y="808"/>
                  </a:lnTo>
                  <a:lnTo>
                    <a:pt x="0" y="841"/>
                  </a:lnTo>
                  <a:cubicBezTo>
                    <a:pt x="0" y="873"/>
                    <a:pt x="0" y="925"/>
                    <a:pt x="16" y="958"/>
                  </a:cubicBezTo>
                  <a:lnTo>
                    <a:pt x="32" y="958"/>
                  </a:lnTo>
                  <a:cubicBezTo>
                    <a:pt x="49" y="958"/>
                    <a:pt x="49" y="942"/>
                    <a:pt x="49" y="942"/>
                  </a:cubicBezTo>
                  <a:cubicBezTo>
                    <a:pt x="32" y="909"/>
                    <a:pt x="32" y="873"/>
                    <a:pt x="32" y="857"/>
                  </a:cubicBezTo>
                  <a:lnTo>
                    <a:pt x="32" y="808"/>
                  </a:lnTo>
                  <a:lnTo>
                    <a:pt x="32" y="219"/>
                  </a:lnTo>
                  <a:lnTo>
                    <a:pt x="32" y="17"/>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1"/>
            <p:cNvSpPr/>
            <p:nvPr/>
          </p:nvSpPr>
          <p:spPr>
            <a:xfrm>
              <a:off x="1744175" y="1813571"/>
              <a:ext cx="138856" cy="312675"/>
            </a:xfrm>
            <a:custGeom>
              <a:rect b="b" l="l" r="r" t="t"/>
              <a:pathLst>
                <a:path extrusionOk="0" h="3148" w="1398">
                  <a:moveTo>
                    <a:pt x="16" y="1"/>
                  </a:moveTo>
                  <a:lnTo>
                    <a:pt x="16" y="437"/>
                  </a:lnTo>
                  <a:lnTo>
                    <a:pt x="16" y="776"/>
                  </a:lnTo>
                  <a:cubicBezTo>
                    <a:pt x="0" y="893"/>
                    <a:pt x="36" y="1011"/>
                    <a:pt x="101" y="1112"/>
                  </a:cubicBezTo>
                  <a:cubicBezTo>
                    <a:pt x="303" y="1415"/>
                    <a:pt x="489" y="1750"/>
                    <a:pt x="675" y="2069"/>
                  </a:cubicBezTo>
                  <a:cubicBezTo>
                    <a:pt x="743" y="2190"/>
                    <a:pt x="808" y="2291"/>
                    <a:pt x="877" y="2408"/>
                  </a:cubicBezTo>
                  <a:cubicBezTo>
                    <a:pt x="925" y="2493"/>
                    <a:pt x="978" y="2574"/>
                    <a:pt x="1026" y="2659"/>
                  </a:cubicBezTo>
                  <a:cubicBezTo>
                    <a:pt x="1111" y="2776"/>
                    <a:pt x="1180" y="2897"/>
                    <a:pt x="1248" y="3030"/>
                  </a:cubicBezTo>
                  <a:cubicBezTo>
                    <a:pt x="1281" y="3079"/>
                    <a:pt x="1313" y="3131"/>
                    <a:pt x="1366" y="3148"/>
                  </a:cubicBezTo>
                  <a:lnTo>
                    <a:pt x="1382" y="3148"/>
                  </a:lnTo>
                  <a:cubicBezTo>
                    <a:pt x="1398" y="3148"/>
                    <a:pt x="1382" y="3131"/>
                    <a:pt x="1382" y="3131"/>
                  </a:cubicBezTo>
                  <a:cubicBezTo>
                    <a:pt x="1329" y="3115"/>
                    <a:pt x="1313" y="3063"/>
                    <a:pt x="1281" y="3014"/>
                  </a:cubicBezTo>
                  <a:cubicBezTo>
                    <a:pt x="1212" y="2897"/>
                    <a:pt x="1127" y="2760"/>
                    <a:pt x="1046" y="2643"/>
                  </a:cubicBezTo>
                  <a:cubicBezTo>
                    <a:pt x="994" y="2558"/>
                    <a:pt x="945" y="2473"/>
                    <a:pt x="909" y="2392"/>
                  </a:cubicBezTo>
                  <a:cubicBezTo>
                    <a:pt x="844" y="2271"/>
                    <a:pt x="776" y="2170"/>
                    <a:pt x="707" y="2053"/>
                  </a:cubicBezTo>
                  <a:cubicBezTo>
                    <a:pt x="521" y="1734"/>
                    <a:pt x="319" y="1415"/>
                    <a:pt x="117" y="1095"/>
                  </a:cubicBezTo>
                  <a:cubicBezTo>
                    <a:pt x="53" y="994"/>
                    <a:pt x="36" y="893"/>
                    <a:pt x="36" y="776"/>
                  </a:cubicBezTo>
                  <a:cubicBezTo>
                    <a:pt x="53" y="655"/>
                    <a:pt x="53" y="538"/>
                    <a:pt x="36" y="437"/>
                  </a:cubicBezTo>
                  <a:cubicBezTo>
                    <a:pt x="36" y="288"/>
                    <a:pt x="36" y="150"/>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1"/>
            <p:cNvSpPr/>
            <p:nvPr/>
          </p:nvSpPr>
          <p:spPr>
            <a:xfrm>
              <a:off x="2095190" y="3390952"/>
              <a:ext cx="5364" cy="47775"/>
            </a:xfrm>
            <a:custGeom>
              <a:rect b="b" l="l" r="r" t="t"/>
              <a:pathLst>
                <a:path extrusionOk="0" h="481" w="54">
                  <a:moveTo>
                    <a:pt x="42" y="1"/>
                  </a:moveTo>
                  <a:cubicBezTo>
                    <a:pt x="37" y="1"/>
                    <a:pt x="37" y="8"/>
                    <a:pt x="37" y="8"/>
                  </a:cubicBezTo>
                  <a:cubicBezTo>
                    <a:pt x="17" y="93"/>
                    <a:pt x="17" y="161"/>
                    <a:pt x="17" y="246"/>
                  </a:cubicBezTo>
                  <a:cubicBezTo>
                    <a:pt x="17" y="311"/>
                    <a:pt x="17" y="396"/>
                    <a:pt x="1" y="464"/>
                  </a:cubicBezTo>
                  <a:cubicBezTo>
                    <a:pt x="1" y="480"/>
                    <a:pt x="1" y="480"/>
                    <a:pt x="17" y="480"/>
                  </a:cubicBezTo>
                  <a:lnTo>
                    <a:pt x="37" y="480"/>
                  </a:lnTo>
                  <a:cubicBezTo>
                    <a:pt x="53" y="396"/>
                    <a:pt x="53" y="327"/>
                    <a:pt x="53" y="246"/>
                  </a:cubicBezTo>
                  <a:cubicBezTo>
                    <a:pt x="37" y="177"/>
                    <a:pt x="37" y="93"/>
                    <a:pt x="53" y="24"/>
                  </a:cubicBezTo>
                  <a:lnTo>
                    <a:pt x="53" y="8"/>
                  </a:lnTo>
                  <a:cubicBezTo>
                    <a:pt x="48" y="2"/>
                    <a:pt x="44"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1"/>
            <p:cNvSpPr/>
            <p:nvPr/>
          </p:nvSpPr>
          <p:spPr>
            <a:xfrm>
              <a:off x="2028642" y="3037355"/>
              <a:ext cx="4867" cy="40227"/>
            </a:xfrm>
            <a:custGeom>
              <a:rect b="b" l="l" r="r" t="t"/>
              <a:pathLst>
                <a:path extrusionOk="0" h="405" w="49">
                  <a:moveTo>
                    <a:pt x="33" y="1"/>
                  </a:moveTo>
                  <a:cubicBezTo>
                    <a:pt x="0" y="69"/>
                    <a:pt x="16" y="134"/>
                    <a:pt x="16" y="203"/>
                  </a:cubicBezTo>
                  <a:cubicBezTo>
                    <a:pt x="16" y="271"/>
                    <a:pt x="16" y="336"/>
                    <a:pt x="0" y="389"/>
                  </a:cubicBezTo>
                  <a:cubicBezTo>
                    <a:pt x="0" y="405"/>
                    <a:pt x="0" y="405"/>
                    <a:pt x="16" y="405"/>
                  </a:cubicBezTo>
                  <a:lnTo>
                    <a:pt x="33" y="405"/>
                  </a:lnTo>
                  <a:cubicBezTo>
                    <a:pt x="49" y="336"/>
                    <a:pt x="49" y="271"/>
                    <a:pt x="33" y="203"/>
                  </a:cubicBezTo>
                  <a:cubicBezTo>
                    <a:pt x="33" y="134"/>
                    <a:pt x="33" y="69"/>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1"/>
            <p:cNvSpPr/>
            <p:nvPr/>
          </p:nvSpPr>
          <p:spPr>
            <a:xfrm>
              <a:off x="983346" y="2729646"/>
              <a:ext cx="3774" cy="83930"/>
            </a:xfrm>
            <a:custGeom>
              <a:rect b="b" l="l" r="r" t="t"/>
              <a:pathLst>
                <a:path extrusionOk="0" h="845" w="38">
                  <a:moveTo>
                    <a:pt x="21" y="0"/>
                  </a:moveTo>
                  <a:cubicBezTo>
                    <a:pt x="1" y="0"/>
                    <a:pt x="1" y="0"/>
                    <a:pt x="1" y="16"/>
                  </a:cubicBezTo>
                  <a:lnTo>
                    <a:pt x="1" y="186"/>
                  </a:lnTo>
                  <a:lnTo>
                    <a:pt x="1" y="691"/>
                  </a:lnTo>
                  <a:lnTo>
                    <a:pt x="1" y="723"/>
                  </a:lnTo>
                  <a:cubicBezTo>
                    <a:pt x="1" y="760"/>
                    <a:pt x="1" y="792"/>
                    <a:pt x="21" y="824"/>
                  </a:cubicBezTo>
                  <a:lnTo>
                    <a:pt x="21" y="845"/>
                  </a:lnTo>
                  <a:lnTo>
                    <a:pt x="37" y="824"/>
                  </a:lnTo>
                  <a:lnTo>
                    <a:pt x="37" y="808"/>
                  </a:lnTo>
                  <a:cubicBezTo>
                    <a:pt x="21" y="792"/>
                    <a:pt x="21" y="760"/>
                    <a:pt x="21" y="723"/>
                  </a:cubicBezTo>
                  <a:lnTo>
                    <a:pt x="21" y="691"/>
                  </a:lnTo>
                  <a:lnTo>
                    <a:pt x="21" y="186"/>
                  </a:lnTo>
                  <a:lnTo>
                    <a:pt x="21"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1"/>
            <p:cNvSpPr/>
            <p:nvPr/>
          </p:nvSpPr>
          <p:spPr>
            <a:xfrm>
              <a:off x="1520197" y="2861649"/>
              <a:ext cx="193982" cy="291022"/>
            </a:xfrm>
            <a:custGeom>
              <a:rect b="b" l="l" r="r" t="t"/>
              <a:pathLst>
                <a:path extrusionOk="0" h="2930" w="1953">
                  <a:moveTo>
                    <a:pt x="49" y="0"/>
                  </a:moveTo>
                  <a:cubicBezTo>
                    <a:pt x="17" y="37"/>
                    <a:pt x="17" y="69"/>
                    <a:pt x="17" y="122"/>
                  </a:cubicBezTo>
                  <a:lnTo>
                    <a:pt x="17" y="138"/>
                  </a:lnTo>
                  <a:cubicBezTo>
                    <a:pt x="17" y="186"/>
                    <a:pt x="17" y="223"/>
                    <a:pt x="33" y="271"/>
                  </a:cubicBezTo>
                  <a:cubicBezTo>
                    <a:pt x="33" y="356"/>
                    <a:pt x="33" y="441"/>
                    <a:pt x="17" y="526"/>
                  </a:cubicBezTo>
                  <a:cubicBezTo>
                    <a:pt x="1" y="744"/>
                    <a:pt x="70" y="929"/>
                    <a:pt x="251" y="1095"/>
                  </a:cubicBezTo>
                  <a:cubicBezTo>
                    <a:pt x="421" y="1265"/>
                    <a:pt x="591" y="1451"/>
                    <a:pt x="740" y="1636"/>
                  </a:cubicBezTo>
                  <a:cubicBezTo>
                    <a:pt x="878" y="1786"/>
                    <a:pt x="995" y="1939"/>
                    <a:pt x="1144" y="2073"/>
                  </a:cubicBezTo>
                  <a:cubicBezTo>
                    <a:pt x="1245" y="2190"/>
                    <a:pt x="1330" y="2291"/>
                    <a:pt x="1431" y="2392"/>
                  </a:cubicBezTo>
                  <a:cubicBezTo>
                    <a:pt x="1585" y="2578"/>
                    <a:pt x="1750" y="2763"/>
                    <a:pt x="1936" y="2913"/>
                  </a:cubicBezTo>
                  <a:lnTo>
                    <a:pt x="1936" y="2929"/>
                  </a:lnTo>
                  <a:lnTo>
                    <a:pt x="1952" y="2913"/>
                  </a:lnTo>
                  <a:lnTo>
                    <a:pt x="1952" y="2897"/>
                  </a:lnTo>
                  <a:cubicBezTo>
                    <a:pt x="1766" y="2747"/>
                    <a:pt x="1601" y="2562"/>
                    <a:pt x="1447" y="2376"/>
                  </a:cubicBezTo>
                  <a:cubicBezTo>
                    <a:pt x="1346" y="2275"/>
                    <a:pt x="1261" y="2158"/>
                    <a:pt x="1160" y="2057"/>
                  </a:cubicBezTo>
                  <a:cubicBezTo>
                    <a:pt x="1027" y="1919"/>
                    <a:pt x="894" y="1770"/>
                    <a:pt x="756" y="1616"/>
                  </a:cubicBezTo>
                  <a:cubicBezTo>
                    <a:pt x="607" y="1434"/>
                    <a:pt x="437" y="1249"/>
                    <a:pt x="272" y="1079"/>
                  </a:cubicBezTo>
                  <a:cubicBezTo>
                    <a:pt x="86" y="909"/>
                    <a:pt x="33" y="744"/>
                    <a:pt x="49" y="526"/>
                  </a:cubicBezTo>
                  <a:lnTo>
                    <a:pt x="49" y="271"/>
                  </a:lnTo>
                  <a:lnTo>
                    <a:pt x="49" y="138"/>
                  </a:lnTo>
                  <a:lnTo>
                    <a:pt x="49" y="122"/>
                  </a:lnTo>
                  <a:cubicBezTo>
                    <a:pt x="49" y="69"/>
                    <a:pt x="49" y="37"/>
                    <a:pt x="70" y="21"/>
                  </a:cubicBezTo>
                  <a:lnTo>
                    <a:pt x="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1"/>
            <p:cNvSpPr/>
            <p:nvPr/>
          </p:nvSpPr>
          <p:spPr>
            <a:xfrm>
              <a:off x="674445" y="1964049"/>
              <a:ext cx="143723" cy="172230"/>
            </a:xfrm>
            <a:custGeom>
              <a:rect b="b" l="l" r="r" t="t"/>
              <a:pathLst>
                <a:path extrusionOk="0" h="1734" w="1447">
                  <a:moveTo>
                    <a:pt x="1394" y="1"/>
                  </a:moveTo>
                  <a:cubicBezTo>
                    <a:pt x="1414" y="170"/>
                    <a:pt x="1414" y="336"/>
                    <a:pt x="1414" y="506"/>
                  </a:cubicBezTo>
                  <a:cubicBezTo>
                    <a:pt x="1414" y="607"/>
                    <a:pt x="1394" y="708"/>
                    <a:pt x="1414" y="809"/>
                  </a:cubicBezTo>
                  <a:lnTo>
                    <a:pt x="1414" y="841"/>
                  </a:lnTo>
                  <a:cubicBezTo>
                    <a:pt x="1414" y="877"/>
                    <a:pt x="1414" y="926"/>
                    <a:pt x="1430" y="978"/>
                  </a:cubicBezTo>
                  <a:lnTo>
                    <a:pt x="17" y="1717"/>
                  </a:lnTo>
                  <a:cubicBezTo>
                    <a:pt x="0" y="1717"/>
                    <a:pt x="0" y="1717"/>
                    <a:pt x="0" y="1734"/>
                  </a:cubicBezTo>
                  <a:lnTo>
                    <a:pt x="17" y="1734"/>
                  </a:lnTo>
                  <a:lnTo>
                    <a:pt x="1447" y="994"/>
                  </a:lnTo>
                  <a:lnTo>
                    <a:pt x="1447" y="978"/>
                  </a:lnTo>
                  <a:cubicBezTo>
                    <a:pt x="1430" y="926"/>
                    <a:pt x="1430" y="877"/>
                    <a:pt x="1430" y="841"/>
                  </a:cubicBezTo>
                  <a:lnTo>
                    <a:pt x="1430" y="809"/>
                  </a:lnTo>
                  <a:lnTo>
                    <a:pt x="1430" y="506"/>
                  </a:lnTo>
                  <a:cubicBezTo>
                    <a:pt x="1430" y="336"/>
                    <a:pt x="1447" y="170"/>
                    <a:pt x="1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1"/>
            <p:cNvSpPr/>
            <p:nvPr/>
          </p:nvSpPr>
          <p:spPr>
            <a:xfrm>
              <a:off x="1087339" y="2343669"/>
              <a:ext cx="6456" cy="88697"/>
            </a:xfrm>
            <a:custGeom>
              <a:rect b="b" l="l" r="r" t="t"/>
              <a:pathLst>
                <a:path extrusionOk="0" h="893" w="65">
                  <a:moveTo>
                    <a:pt x="16" y="0"/>
                  </a:moveTo>
                  <a:lnTo>
                    <a:pt x="0" y="16"/>
                  </a:lnTo>
                  <a:lnTo>
                    <a:pt x="0" y="202"/>
                  </a:lnTo>
                  <a:lnTo>
                    <a:pt x="0" y="707"/>
                  </a:lnTo>
                  <a:cubicBezTo>
                    <a:pt x="0" y="772"/>
                    <a:pt x="16" y="840"/>
                    <a:pt x="32" y="893"/>
                  </a:cubicBezTo>
                  <a:lnTo>
                    <a:pt x="49" y="893"/>
                  </a:lnTo>
                  <a:cubicBezTo>
                    <a:pt x="49" y="893"/>
                    <a:pt x="65" y="893"/>
                    <a:pt x="49" y="873"/>
                  </a:cubicBezTo>
                  <a:cubicBezTo>
                    <a:pt x="32" y="824"/>
                    <a:pt x="32" y="772"/>
                    <a:pt x="32" y="707"/>
                  </a:cubicBezTo>
                  <a:lnTo>
                    <a:pt x="32" y="202"/>
                  </a:lnTo>
                  <a:lnTo>
                    <a:pt x="32" y="16"/>
                  </a:ln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1"/>
            <p:cNvSpPr/>
            <p:nvPr/>
          </p:nvSpPr>
          <p:spPr>
            <a:xfrm>
              <a:off x="686066" y="3261630"/>
              <a:ext cx="138956" cy="151769"/>
            </a:xfrm>
            <a:custGeom>
              <a:rect b="b" l="l" r="r" t="t"/>
              <a:pathLst>
                <a:path extrusionOk="0" h="1528" w="1399">
                  <a:moveTo>
                    <a:pt x="1354" y="1"/>
                  </a:moveTo>
                  <a:cubicBezTo>
                    <a:pt x="1350" y="1"/>
                    <a:pt x="1346" y="5"/>
                    <a:pt x="1346" y="13"/>
                  </a:cubicBezTo>
                  <a:cubicBezTo>
                    <a:pt x="1330" y="49"/>
                    <a:pt x="1330" y="98"/>
                    <a:pt x="1346" y="134"/>
                  </a:cubicBezTo>
                  <a:cubicBezTo>
                    <a:pt x="1346" y="183"/>
                    <a:pt x="1362" y="215"/>
                    <a:pt x="1313" y="235"/>
                  </a:cubicBezTo>
                  <a:cubicBezTo>
                    <a:pt x="1277" y="268"/>
                    <a:pt x="1229" y="268"/>
                    <a:pt x="1176" y="284"/>
                  </a:cubicBezTo>
                  <a:cubicBezTo>
                    <a:pt x="1160" y="284"/>
                    <a:pt x="1128" y="300"/>
                    <a:pt x="1095" y="300"/>
                  </a:cubicBezTo>
                  <a:cubicBezTo>
                    <a:pt x="974" y="352"/>
                    <a:pt x="857" y="385"/>
                    <a:pt x="740" y="437"/>
                  </a:cubicBezTo>
                  <a:cubicBezTo>
                    <a:pt x="554" y="486"/>
                    <a:pt x="368" y="571"/>
                    <a:pt x="186" y="619"/>
                  </a:cubicBezTo>
                  <a:cubicBezTo>
                    <a:pt x="49" y="671"/>
                    <a:pt x="0" y="740"/>
                    <a:pt x="17" y="857"/>
                  </a:cubicBezTo>
                  <a:lnTo>
                    <a:pt x="17" y="1209"/>
                  </a:lnTo>
                  <a:lnTo>
                    <a:pt x="17" y="1378"/>
                  </a:lnTo>
                  <a:lnTo>
                    <a:pt x="17" y="1411"/>
                  </a:lnTo>
                  <a:cubicBezTo>
                    <a:pt x="17" y="1447"/>
                    <a:pt x="17" y="1496"/>
                    <a:pt x="49" y="1528"/>
                  </a:cubicBezTo>
                  <a:lnTo>
                    <a:pt x="65" y="1528"/>
                  </a:lnTo>
                  <a:lnTo>
                    <a:pt x="65" y="1512"/>
                  </a:lnTo>
                  <a:cubicBezTo>
                    <a:pt x="33" y="1479"/>
                    <a:pt x="49" y="1447"/>
                    <a:pt x="49" y="1411"/>
                  </a:cubicBezTo>
                  <a:lnTo>
                    <a:pt x="49" y="1378"/>
                  </a:lnTo>
                  <a:lnTo>
                    <a:pt x="49" y="1209"/>
                  </a:lnTo>
                  <a:lnTo>
                    <a:pt x="49" y="857"/>
                  </a:lnTo>
                  <a:cubicBezTo>
                    <a:pt x="33" y="740"/>
                    <a:pt x="65" y="688"/>
                    <a:pt x="186" y="655"/>
                  </a:cubicBezTo>
                  <a:cubicBezTo>
                    <a:pt x="368" y="587"/>
                    <a:pt x="570" y="518"/>
                    <a:pt x="756" y="453"/>
                  </a:cubicBezTo>
                  <a:cubicBezTo>
                    <a:pt x="873" y="417"/>
                    <a:pt x="994" y="369"/>
                    <a:pt x="1111" y="336"/>
                  </a:cubicBezTo>
                  <a:cubicBezTo>
                    <a:pt x="1128" y="316"/>
                    <a:pt x="1160" y="316"/>
                    <a:pt x="1196" y="300"/>
                  </a:cubicBezTo>
                  <a:cubicBezTo>
                    <a:pt x="1245" y="300"/>
                    <a:pt x="1297" y="284"/>
                    <a:pt x="1330" y="251"/>
                  </a:cubicBezTo>
                  <a:cubicBezTo>
                    <a:pt x="1398" y="215"/>
                    <a:pt x="1378" y="167"/>
                    <a:pt x="1362" y="114"/>
                  </a:cubicBezTo>
                  <a:cubicBezTo>
                    <a:pt x="1362" y="82"/>
                    <a:pt x="1346" y="49"/>
                    <a:pt x="1362" y="33"/>
                  </a:cubicBezTo>
                  <a:cubicBezTo>
                    <a:pt x="1378" y="13"/>
                    <a:pt x="1362" y="13"/>
                    <a:pt x="1362" y="13"/>
                  </a:cubicBezTo>
                  <a:cubicBezTo>
                    <a:pt x="1362" y="5"/>
                    <a:pt x="1358" y="1"/>
                    <a:pt x="1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1"/>
            <p:cNvSpPr/>
            <p:nvPr/>
          </p:nvSpPr>
          <p:spPr>
            <a:xfrm>
              <a:off x="1792646" y="3020569"/>
              <a:ext cx="5364" cy="48570"/>
            </a:xfrm>
            <a:custGeom>
              <a:rect b="b" l="l" r="r" t="t"/>
              <a:pathLst>
                <a:path extrusionOk="0" h="489" w="54">
                  <a:moveTo>
                    <a:pt x="33" y="0"/>
                  </a:moveTo>
                  <a:cubicBezTo>
                    <a:pt x="33" y="0"/>
                    <a:pt x="17" y="0"/>
                    <a:pt x="17" y="16"/>
                  </a:cubicBezTo>
                  <a:cubicBezTo>
                    <a:pt x="1" y="101"/>
                    <a:pt x="1" y="202"/>
                    <a:pt x="17" y="303"/>
                  </a:cubicBezTo>
                  <a:lnTo>
                    <a:pt x="17" y="473"/>
                  </a:lnTo>
                  <a:lnTo>
                    <a:pt x="17" y="489"/>
                  </a:lnTo>
                  <a:cubicBezTo>
                    <a:pt x="33" y="489"/>
                    <a:pt x="33" y="489"/>
                    <a:pt x="33" y="473"/>
                  </a:cubicBezTo>
                  <a:lnTo>
                    <a:pt x="33" y="303"/>
                  </a:lnTo>
                  <a:cubicBezTo>
                    <a:pt x="33" y="202"/>
                    <a:pt x="33" y="117"/>
                    <a:pt x="53" y="16"/>
                  </a:cubicBezTo>
                  <a:cubicBezTo>
                    <a:pt x="53" y="16"/>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1"/>
            <p:cNvSpPr/>
            <p:nvPr/>
          </p:nvSpPr>
          <p:spPr>
            <a:xfrm>
              <a:off x="1416701" y="3234813"/>
              <a:ext cx="85221" cy="195472"/>
            </a:xfrm>
            <a:custGeom>
              <a:rect b="b" l="l" r="r" t="t"/>
              <a:pathLst>
                <a:path extrusionOk="0" h="1968" w="858">
                  <a:moveTo>
                    <a:pt x="1" y="0"/>
                  </a:moveTo>
                  <a:lnTo>
                    <a:pt x="1" y="16"/>
                  </a:lnTo>
                  <a:cubicBezTo>
                    <a:pt x="65" y="81"/>
                    <a:pt x="134" y="134"/>
                    <a:pt x="203" y="202"/>
                  </a:cubicBezTo>
                  <a:cubicBezTo>
                    <a:pt x="368" y="352"/>
                    <a:pt x="538" y="521"/>
                    <a:pt x="708" y="671"/>
                  </a:cubicBezTo>
                  <a:cubicBezTo>
                    <a:pt x="788" y="756"/>
                    <a:pt x="825" y="841"/>
                    <a:pt x="825" y="958"/>
                  </a:cubicBezTo>
                  <a:lnTo>
                    <a:pt x="825" y="1547"/>
                  </a:lnTo>
                  <a:lnTo>
                    <a:pt x="825" y="1818"/>
                  </a:lnTo>
                  <a:lnTo>
                    <a:pt x="825" y="1850"/>
                  </a:lnTo>
                  <a:cubicBezTo>
                    <a:pt x="825" y="1883"/>
                    <a:pt x="825" y="1919"/>
                    <a:pt x="809" y="1935"/>
                  </a:cubicBezTo>
                  <a:lnTo>
                    <a:pt x="809" y="1968"/>
                  </a:lnTo>
                  <a:lnTo>
                    <a:pt x="825" y="1968"/>
                  </a:lnTo>
                  <a:cubicBezTo>
                    <a:pt x="857" y="1919"/>
                    <a:pt x="857" y="1883"/>
                    <a:pt x="857" y="1850"/>
                  </a:cubicBezTo>
                  <a:lnTo>
                    <a:pt x="857" y="1818"/>
                  </a:lnTo>
                  <a:cubicBezTo>
                    <a:pt x="857" y="1733"/>
                    <a:pt x="857" y="1632"/>
                    <a:pt x="841" y="1547"/>
                  </a:cubicBezTo>
                  <a:cubicBezTo>
                    <a:pt x="841" y="1345"/>
                    <a:pt x="841" y="1143"/>
                    <a:pt x="857" y="958"/>
                  </a:cubicBezTo>
                  <a:cubicBezTo>
                    <a:pt x="857" y="824"/>
                    <a:pt x="825" y="740"/>
                    <a:pt x="724" y="655"/>
                  </a:cubicBezTo>
                  <a:cubicBezTo>
                    <a:pt x="554" y="505"/>
                    <a:pt x="384" y="336"/>
                    <a:pt x="219" y="182"/>
                  </a:cubicBezTo>
                  <a:cubicBezTo>
                    <a:pt x="150" y="117"/>
                    <a:pt x="82" y="6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1"/>
            <p:cNvSpPr/>
            <p:nvPr/>
          </p:nvSpPr>
          <p:spPr>
            <a:xfrm>
              <a:off x="871406" y="1559597"/>
              <a:ext cx="338003" cy="289036"/>
            </a:xfrm>
            <a:custGeom>
              <a:rect b="b" l="l" r="r" t="t"/>
              <a:pathLst>
                <a:path extrusionOk="0" h="2910" w="3403">
                  <a:moveTo>
                    <a:pt x="3386" y="1"/>
                  </a:moveTo>
                  <a:cubicBezTo>
                    <a:pt x="3184" y="118"/>
                    <a:pt x="2966" y="235"/>
                    <a:pt x="2764" y="352"/>
                  </a:cubicBezTo>
                  <a:cubicBezTo>
                    <a:pt x="2461" y="522"/>
                    <a:pt x="2138" y="687"/>
                    <a:pt x="1855" y="873"/>
                  </a:cubicBezTo>
                  <a:cubicBezTo>
                    <a:pt x="1399" y="1144"/>
                    <a:pt x="946" y="1394"/>
                    <a:pt x="490" y="1633"/>
                  </a:cubicBezTo>
                  <a:cubicBezTo>
                    <a:pt x="372" y="1697"/>
                    <a:pt x="239" y="1782"/>
                    <a:pt x="102" y="1851"/>
                  </a:cubicBezTo>
                  <a:cubicBezTo>
                    <a:pt x="37" y="1883"/>
                    <a:pt x="1" y="1919"/>
                    <a:pt x="1" y="2020"/>
                  </a:cubicBezTo>
                  <a:lnTo>
                    <a:pt x="1" y="2643"/>
                  </a:lnTo>
                  <a:lnTo>
                    <a:pt x="1" y="2760"/>
                  </a:lnTo>
                  <a:cubicBezTo>
                    <a:pt x="1" y="2808"/>
                    <a:pt x="1" y="2861"/>
                    <a:pt x="37" y="2909"/>
                  </a:cubicBezTo>
                  <a:lnTo>
                    <a:pt x="53" y="2909"/>
                  </a:lnTo>
                  <a:lnTo>
                    <a:pt x="53" y="2893"/>
                  </a:lnTo>
                  <a:cubicBezTo>
                    <a:pt x="37" y="2861"/>
                    <a:pt x="37" y="2808"/>
                    <a:pt x="37" y="2760"/>
                  </a:cubicBezTo>
                  <a:lnTo>
                    <a:pt x="37" y="2643"/>
                  </a:lnTo>
                  <a:lnTo>
                    <a:pt x="37" y="2000"/>
                  </a:lnTo>
                  <a:cubicBezTo>
                    <a:pt x="17" y="1936"/>
                    <a:pt x="53" y="1899"/>
                    <a:pt x="118" y="1867"/>
                  </a:cubicBezTo>
                  <a:cubicBezTo>
                    <a:pt x="255" y="1798"/>
                    <a:pt x="372" y="1734"/>
                    <a:pt x="506" y="1649"/>
                  </a:cubicBezTo>
                  <a:cubicBezTo>
                    <a:pt x="962" y="1415"/>
                    <a:pt x="1415" y="1160"/>
                    <a:pt x="1855" y="889"/>
                  </a:cubicBezTo>
                  <a:cubicBezTo>
                    <a:pt x="2158" y="724"/>
                    <a:pt x="2477" y="538"/>
                    <a:pt x="2780" y="384"/>
                  </a:cubicBezTo>
                  <a:cubicBezTo>
                    <a:pt x="2982" y="267"/>
                    <a:pt x="3200" y="150"/>
                    <a:pt x="3402"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1"/>
            <p:cNvSpPr/>
            <p:nvPr/>
          </p:nvSpPr>
          <p:spPr>
            <a:xfrm>
              <a:off x="2165412" y="2963953"/>
              <a:ext cx="5364" cy="40227"/>
            </a:xfrm>
            <a:custGeom>
              <a:rect b="b" l="l" r="r" t="t"/>
              <a:pathLst>
                <a:path extrusionOk="0" h="405" w="54">
                  <a:moveTo>
                    <a:pt x="37" y="0"/>
                  </a:moveTo>
                  <a:lnTo>
                    <a:pt x="37" y="17"/>
                  </a:lnTo>
                  <a:cubicBezTo>
                    <a:pt x="1" y="101"/>
                    <a:pt x="17" y="182"/>
                    <a:pt x="17" y="251"/>
                  </a:cubicBezTo>
                  <a:lnTo>
                    <a:pt x="17" y="404"/>
                  </a:lnTo>
                  <a:lnTo>
                    <a:pt x="37" y="404"/>
                  </a:lnTo>
                  <a:lnTo>
                    <a:pt x="37" y="251"/>
                  </a:lnTo>
                  <a:cubicBezTo>
                    <a:pt x="37" y="182"/>
                    <a:pt x="37" y="101"/>
                    <a:pt x="53" y="17"/>
                  </a:cubicBezTo>
                  <a:cubicBezTo>
                    <a:pt x="53" y="17"/>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1"/>
            <p:cNvSpPr/>
            <p:nvPr/>
          </p:nvSpPr>
          <p:spPr>
            <a:xfrm>
              <a:off x="1287876" y="2772455"/>
              <a:ext cx="4966" cy="94458"/>
            </a:xfrm>
            <a:custGeom>
              <a:rect b="b" l="l" r="r" t="t"/>
              <a:pathLst>
                <a:path extrusionOk="0" h="951" w="50">
                  <a:moveTo>
                    <a:pt x="18" y="1"/>
                  </a:moveTo>
                  <a:cubicBezTo>
                    <a:pt x="17" y="1"/>
                    <a:pt x="17" y="3"/>
                    <a:pt x="17" y="10"/>
                  </a:cubicBezTo>
                  <a:lnTo>
                    <a:pt x="1" y="10"/>
                  </a:lnTo>
                  <a:cubicBezTo>
                    <a:pt x="17" y="143"/>
                    <a:pt x="17" y="260"/>
                    <a:pt x="17" y="377"/>
                  </a:cubicBezTo>
                  <a:lnTo>
                    <a:pt x="17" y="579"/>
                  </a:lnTo>
                  <a:lnTo>
                    <a:pt x="17" y="834"/>
                  </a:lnTo>
                  <a:lnTo>
                    <a:pt x="17" y="951"/>
                  </a:lnTo>
                  <a:lnTo>
                    <a:pt x="33" y="951"/>
                  </a:lnTo>
                  <a:lnTo>
                    <a:pt x="33" y="834"/>
                  </a:lnTo>
                  <a:lnTo>
                    <a:pt x="33" y="579"/>
                  </a:lnTo>
                  <a:lnTo>
                    <a:pt x="33" y="377"/>
                  </a:lnTo>
                  <a:cubicBezTo>
                    <a:pt x="49" y="260"/>
                    <a:pt x="49" y="143"/>
                    <a:pt x="33" y="10"/>
                  </a:cubicBezTo>
                  <a:cubicBezTo>
                    <a:pt x="23" y="10"/>
                    <a:pt x="19"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1"/>
            <p:cNvSpPr/>
            <p:nvPr/>
          </p:nvSpPr>
          <p:spPr>
            <a:xfrm>
              <a:off x="791152" y="2485704"/>
              <a:ext cx="5364" cy="81943"/>
            </a:xfrm>
            <a:custGeom>
              <a:rect b="b" l="l" r="r" t="t"/>
              <a:pathLst>
                <a:path extrusionOk="0" h="825" w="54">
                  <a:moveTo>
                    <a:pt x="17" y="0"/>
                  </a:moveTo>
                  <a:cubicBezTo>
                    <a:pt x="1" y="0"/>
                    <a:pt x="1" y="0"/>
                    <a:pt x="1" y="16"/>
                  </a:cubicBezTo>
                  <a:cubicBezTo>
                    <a:pt x="17" y="133"/>
                    <a:pt x="17" y="251"/>
                    <a:pt x="17" y="372"/>
                  </a:cubicBezTo>
                  <a:lnTo>
                    <a:pt x="17" y="606"/>
                  </a:lnTo>
                  <a:lnTo>
                    <a:pt x="17" y="675"/>
                  </a:lnTo>
                  <a:cubicBezTo>
                    <a:pt x="17" y="707"/>
                    <a:pt x="1" y="756"/>
                    <a:pt x="37" y="808"/>
                  </a:cubicBezTo>
                  <a:lnTo>
                    <a:pt x="37" y="824"/>
                  </a:lnTo>
                  <a:lnTo>
                    <a:pt x="53" y="824"/>
                  </a:lnTo>
                  <a:lnTo>
                    <a:pt x="53" y="808"/>
                  </a:lnTo>
                  <a:cubicBezTo>
                    <a:pt x="37" y="756"/>
                    <a:pt x="37" y="707"/>
                    <a:pt x="37" y="675"/>
                  </a:cubicBezTo>
                  <a:lnTo>
                    <a:pt x="37" y="606"/>
                  </a:lnTo>
                  <a:lnTo>
                    <a:pt x="37" y="372"/>
                  </a:lnTo>
                  <a:cubicBezTo>
                    <a:pt x="37" y="251"/>
                    <a:pt x="53" y="1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1"/>
            <p:cNvSpPr/>
            <p:nvPr/>
          </p:nvSpPr>
          <p:spPr>
            <a:xfrm>
              <a:off x="2120518" y="3672538"/>
              <a:ext cx="4867" cy="48669"/>
            </a:xfrm>
            <a:custGeom>
              <a:rect b="b" l="l" r="r" t="t"/>
              <a:pathLst>
                <a:path extrusionOk="0" h="490" w="49">
                  <a:moveTo>
                    <a:pt x="33" y="1"/>
                  </a:moveTo>
                  <a:cubicBezTo>
                    <a:pt x="33" y="1"/>
                    <a:pt x="16" y="1"/>
                    <a:pt x="16" y="17"/>
                  </a:cubicBezTo>
                  <a:cubicBezTo>
                    <a:pt x="0" y="85"/>
                    <a:pt x="0" y="170"/>
                    <a:pt x="0" y="255"/>
                  </a:cubicBezTo>
                  <a:cubicBezTo>
                    <a:pt x="16" y="320"/>
                    <a:pt x="16" y="405"/>
                    <a:pt x="0" y="473"/>
                  </a:cubicBezTo>
                  <a:lnTo>
                    <a:pt x="0" y="489"/>
                  </a:lnTo>
                  <a:lnTo>
                    <a:pt x="16" y="473"/>
                  </a:lnTo>
                  <a:cubicBezTo>
                    <a:pt x="33" y="405"/>
                    <a:pt x="33" y="320"/>
                    <a:pt x="33" y="255"/>
                  </a:cubicBezTo>
                  <a:cubicBezTo>
                    <a:pt x="33" y="170"/>
                    <a:pt x="33" y="8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1"/>
            <p:cNvSpPr/>
            <p:nvPr/>
          </p:nvSpPr>
          <p:spPr>
            <a:xfrm>
              <a:off x="1734143" y="3547786"/>
              <a:ext cx="157331" cy="186632"/>
            </a:xfrm>
            <a:custGeom>
              <a:rect b="b" l="l" r="r" t="t"/>
              <a:pathLst>
                <a:path extrusionOk="0" h="1879" w="1584">
                  <a:moveTo>
                    <a:pt x="71" y="0"/>
                  </a:moveTo>
                  <a:cubicBezTo>
                    <a:pt x="69" y="0"/>
                    <a:pt x="69" y="4"/>
                    <a:pt x="69" y="12"/>
                  </a:cubicBezTo>
                  <a:cubicBezTo>
                    <a:pt x="0" y="113"/>
                    <a:pt x="16" y="198"/>
                    <a:pt x="137" y="283"/>
                  </a:cubicBezTo>
                  <a:cubicBezTo>
                    <a:pt x="303" y="432"/>
                    <a:pt x="473" y="602"/>
                    <a:pt x="642" y="768"/>
                  </a:cubicBezTo>
                  <a:cubicBezTo>
                    <a:pt x="675" y="804"/>
                    <a:pt x="707" y="836"/>
                    <a:pt x="760" y="869"/>
                  </a:cubicBezTo>
                  <a:cubicBezTo>
                    <a:pt x="792" y="921"/>
                    <a:pt x="824" y="954"/>
                    <a:pt x="877" y="990"/>
                  </a:cubicBezTo>
                  <a:cubicBezTo>
                    <a:pt x="1079" y="1192"/>
                    <a:pt x="1281" y="1394"/>
                    <a:pt x="1499" y="1576"/>
                  </a:cubicBezTo>
                  <a:cubicBezTo>
                    <a:pt x="1551" y="1628"/>
                    <a:pt x="1551" y="1697"/>
                    <a:pt x="1551" y="1761"/>
                  </a:cubicBezTo>
                  <a:cubicBezTo>
                    <a:pt x="1551" y="1798"/>
                    <a:pt x="1531" y="1830"/>
                    <a:pt x="1551" y="1862"/>
                  </a:cubicBezTo>
                  <a:cubicBezTo>
                    <a:pt x="1551" y="1879"/>
                    <a:pt x="1551" y="1879"/>
                    <a:pt x="1568" y="1879"/>
                  </a:cubicBezTo>
                  <a:lnTo>
                    <a:pt x="1568" y="1862"/>
                  </a:lnTo>
                  <a:lnTo>
                    <a:pt x="1568" y="1761"/>
                  </a:lnTo>
                  <a:cubicBezTo>
                    <a:pt x="1584" y="1697"/>
                    <a:pt x="1584" y="1628"/>
                    <a:pt x="1515" y="1560"/>
                  </a:cubicBezTo>
                  <a:cubicBezTo>
                    <a:pt x="1297" y="1374"/>
                    <a:pt x="1095" y="1172"/>
                    <a:pt x="893" y="970"/>
                  </a:cubicBezTo>
                  <a:cubicBezTo>
                    <a:pt x="844" y="937"/>
                    <a:pt x="808" y="905"/>
                    <a:pt x="776" y="853"/>
                  </a:cubicBezTo>
                  <a:cubicBezTo>
                    <a:pt x="743" y="820"/>
                    <a:pt x="691" y="788"/>
                    <a:pt x="659" y="752"/>
                  </a:cubicBezTo>
                  <a:cubicBezTo>
                    <a:pt x="489" y="586"/>
                    <a:pt x="319" y="416"/>
                    <a:pt x="154" y="263"/>
                  </a:cubicBezTo>
                  <a:cubicBezTo>
                    <a:pt x="53" y="182"/>
                    <a:pt x="36" y="113"/>
                    <a:pt x="85" y="28"/>
                  </a:cubicBezTo>
                  <a:lnTo>
                    <a:pt x="85" y="12"/>
                  </a:lnTo>
                  <a:cubicBezTo>
                    <a:pt x="77" y="4"/>
                    <a:pt x="73"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1"/>
            <p:cNvSpPr/>
            <p:nvPr/>
          </p:nvSpPr>
          <p:spPr>
            <a:xfrm>
              <a:off x="754699" y="1826881"/>
              <a:ext cx="3278" cy="88697"/>
            </a:xfrm>
            <a:custGeom>
              <a:rect b="b" l="l" r="r" t="t"/>
              <a:pathLst>
                <a:path extrusionOk="0" h="893" w="33">
                  <a:moveTo>
                    <a:pt x="0" y="0"/>
                  </a:moveTo>
                  <a:lnTo>
                    <a:pt x="0" y="877"/>
                  </a:lnTo>
                  <a:lnTo>
                    <a:pt x="16" y="893"/>
                  </a:lnTo>
                  <a:cubicBezTo>
                    <a:pt x="33" y="893"/>
                    <a:pt x="33" y="877"/>
                    <a:pt x="33" y="877"/>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1"/>
            <p:cNvSpPr/>
            <p:nvPr/>
          </p:nvSpPr>
          <p:spPr>
            <a:xfrm>
              <a:off x="2096779" y="2860059"/>
              <a:ext cx="3774" cy="45392"/>
            </a:xfrm>
            <a:custGeom>
              <a:rect b="b" l="l" r="r" t="t"/>
              <a:pathLst>
                <a:path extrusionOk="0" h="457" w="38">
                  <a:moveTo>
                    <a:pt x="21" y="0"/>
                  </a:moveTo>
                  <a:cubicBezTo>
                    <a:pt x="1" y="101"/>
                    <a:pt x="1" y="186"/>
                    <a:pt x="1" y="287"/>
                  </a:cubicBezTo>
                  <a:lnTo>
                    <a:pt x="1" y="441"/>
                  </a:lnTo>
                  <a:cubicBezTo>
                    <a:pt x="1" y="457"/>
                    <a:pt x="1" y="457"/>
                    <a:pt x="21" y="457"/>
                  </a:cubicBezTo>
                  <a:cubicBezTo>
                    <a:pt x="21" y="457"/>
                    <a:pt x="37" y="457"/>
                    <a:pt x="37" y="441"/>
                  </a:cubicBezTo>
                  <a:lnTo>
                    <a:pt x="37" y="287"/>
                  </a:lnTo>
                  <a:cubicBezTo>
                    <a:pt x="21" y="186"/>
                    <a:pt x="21" y="101"/>
                    <a:pt x="37"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1"/>
            <p:cNvSpPr/>
            <p:nvPr/>
          </p:nvSpPr>
          <p:spPr>
            <a:xfrm>
              <a:off x="1246160" y="3533682"/>
              <a:ext cx="172230" cy="200736"/>
            </a:xfrm>
            <a:custGeom>
              <a:rect b="b" l="l" r="r" t="t"/>
              <a:pathLst>
                <a:path extrusionOk="0" h="2021" w="1734">
                  <a:moveTo>
                    <a:pt x="1649" y="1"/>
                  </a:moveTo>
                  <a:lnTo>
                    <a:pt x="1649" y="21"/>
                  </a:lnTo>
                  <a:cubicBezTo>
                    <a:pt x="1665" y="21"/>
                    <a:pt x="1665" y="37"/>
                    <a:pt x="1681" y="37"/>
                  </a:cubicBezTo>
                  <a:cubicBezTo>
                    <a:pt x="1698" y="53"/>
                    <a:pt x="1698" y="69"/>
                    <a:pt x="1698" y="86"/>
                  </a:cubicBezTo>
                  <a:cubicBezTo>
                    <a:pt x="1681" y="187"/>
                    <a:pt x="1681" y="271"/>
                    <a:pt x="1681" y="372"/>
                  </a:cubicBezTo>
                  <a:cubicBezTo>
                    <a:pt x="1681" y="389"/>
                    <a:pt x="1698" y="425"/>
                    <a:pt x="1698" y="457"/>
                  </a:cubicBezTo>
                  <a:cubicBezTo>
                    <a:pt x="1698" y="542"/>
                    <a:pt x="1665" y="574"/>
                    <a:pt x="1597" y="591"/>
                  </a:cubicBezTo>
                  <a:cubicBezTo>
                    <a:pt x="1447" y="627"/>
                    <a:pt x="1314" y="675"/>
                    <a:pt x="1160" y="708"/>
                  </a:cubicBezTo>
                  <a:cubicBezTo>
                    <a:pt x="825" y="793"/>
                    <a:pt x="486" y="894"/>
                    <a:pt x="150" y="978"/>
                  </a:cubicBezTo>
                  <a:cubicBezTo>
                    <a:pt x="33" y="1011"/>
                    <a:pt x="1" y="1047"/>
                    <a:pt x="1" y="1164"/>
                  </a:cubicBezTo>
                  <a:lnTo>
                    <a:pt x="1" y="1770"/>
                  </a:lnTo>
                  <a:lnTo>
                    <a:pt x="1" y="2004"/>
                  </a:lnTo>
                  <a:cubicBezTo>
                    <a:pt x="1" y="2021"/>
                    <a:pt x="1" y="2021"/>
                    <a:pt x="17" y="2021"/>
                  </a:cubicBezTo>
                  <a:cubicBezTo>
                    <a:pt x="17" y="2021"/>
                    <a:pt x="33" y="2021"/>
                    <a:pt x="33" y="2004"/>
                  </a:cubicBezTo>
                  <a:lnTo>
                    <a:pt x="33" y="1770"/>
                  </a:lnTo>
                  <a:lnTo>
                    <a:pt x="33" y="1164"/>
                  </a:lnTo>
                  <a:cubicBezTo>
                    <a:pt x="17" y="1063"/>
                    <a:pt x="49" y="1031"/>
                    <a:pt x="150" y="1011"/>
                  </a:cubicBezTo>
                  <a:cubicBezTo>
                    <a:pt x="486" y="910"/>
                    <a:pt x="841" y="829"/>
                    <a:pt x="1176" y="728"/>
                  </a:cubicBezTo>
                  <a:cubicBezTo>
                    <a:pt x="1314" y="692"/>
                    <a:pt x="1463" y="659"/>
                    <a:pt x="1597" y="627"/>
                  </a:cubicBezTo>
                  <a:cubicBezTo>
                    <a:pt x="1681" y="591"/>
                    <a:pt x="1718" y="542"/>
                    <a:pt x="1718" y="457"/>
                  </a:cubicBezTo>
                  <a:lnTo>
                    <a:pt x="1718" y="372"/>
                  </a:lnTo>
                  <a:cubicBezTo>
                    <a:pt x="1718" y="271"/>
                    <a:pt x="1718" y="187"/>
                    <a:pt x="1734" y="86"/>
                  </a:cubicBezTo>
                  <a:cubicBezTo>
                    <a:pt x="1734" y="53"/>
                    <a:pt x="1718" y="37"/>
                    <a:pt x="1698" y="21"/>
                  </a:cubicBezTo>
                  <a:cubicBezTo>
                    <a:pt x="1681" y="21"/>
                    <a:pt x="1681" y="1"/>
                    <a:pt x="16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1"/>
            <p:cNvSpPr/>
            <p:nvPr/>
          </p:nvSpPr>
          <p:spPr>
            <a:xfrm>
              <a:off x="1923059" y="2704715"/>
              <a:ext cx="145809" cy="294201"/>
            </a:xfrm>
            <a:custGeom>
              <a:rect b="b" l="l" r="r" t="t"/>
              <a:pathLst>
                <a:path extrusionOk="0" h="2962" w="1468">
                  <a:moveTo>
                    <a:pt x="1" y="1"/>
                  </a:moveTo>
                  <a:lnTo>
                    <a:pt x="1" y="17"/>
                  </a:lnTo>
                  <a:cubicBezTo>
                    <a:pt x="33" y="166"/>
                    <a:pt x="134" y="304"/>
                    <a:pt x="235" y="437"/>
                  </a:cubicBezTo>
                  <a:cubicBezTo>
                    <a:pt x="288" y="490"/>
                    <a:pt x="336" y="538"/>
                    <a:pt x="372" y="607"/>
                  </a:cubicBezTo>
                  <a:cubicBezTo>
                    <a:pt x="607" y="942"/>
                    <a:pt x="841" y="1277"/>
                    <a:pt x="1079" y="1617"/>
                  </a:cubicBezTo>
                  <a:cubicBezTo>
                    <a:pt x="1180" y="1766"/>
                    <a:pt x="1281" y="1904"/>
                    <a:pt x="1382" y="2053"/>
                  </a:cubicBezTo>
                  <a:cubicBezTo>
                    <a:pt x="1415" y="2106"/>
                    <a:pt x="1431" y="2154"/>
                    <a:pt x="1431" y="2207"/>
                  </a:cubicBezTo>
                  <a:cubicBezTo>
                    <a:pt x="1447" y="2457"/>
                    <a:pt x="1447" y="2691"/>
                    <a:pt x="1431" y="2893"/>
                  </a:cubicBezTo>
                  <a:lnTo>
                    <a:pt x="1431" y="2930"/>
                  </a:lnTo>
                  <a:cubicBezTo>
                    <a:pt x="1415" y="2930"/>
                    <a:pt x="1415" y="2946"/>
                    <a:pt x="1415" y="2946"/>
                  </a:cubicBezTo>
                  <a:lnTo>
                    <a:pt x="1415" y="2962"/>
                  </a:lnTo>
                  <a:lnTo>
                    <a:pt x="1431" y="2962"/>
                  </a:lnTo>
                  <a:lnTo>
                    <a:pt x="1447" y="2946"/>
                  </a:lnTo>
                  <a:cubicBezTo>
                    <a:pt x="1447" y="2930"/>
                    <a:pt x="1467" y="2913"/>
                    <a:pt x="1467" y="2893"/>
                  </a:cubicBezTo>
                  <a:lnTo>
                    <a:pt x="1467" y="2207"/>
                  </a:lnTo>
                  <a:cubicBezTo>
                    <a:pt x="1467" y="2154"/>
                    <a:pt x="1447" y="2085"/>
                    <a:pt x="1415" y="2037"/>
                  </a:cubicBezTo>
                  <a:cubicBezTo>
                    <a:pt x="1314" y="1883"/>
                    <a:pt x="1197" y="1750"/>
                    <a:pt x="1096" y="1601"/>
                  </a:cubicBezTo>
                  <a:cubicBezTo>
                    <a:pt x="861" y="1261"/>
                    <a:pt x="623" y="926"/>
                    <a:pt x="405" y="591"/>
                  </a:cubicBezTo>
                  <a:cubicBezTo>
                    <a:pt x="356" y="522"/>
                    <a:pt x="304" y="469"/>
                    <a:pt x="271" y="421"/>
                  </a:cubicBezTo>
                  <a:cubicBezTo>
                    <a:pt x="170" y="288"/>
                    <a:pt x="69" y="166"/>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1"/>
            <p:cNvSpPr/>
            <p:nvPr/>
          </p:nvSpPr>
          <p:spPr>
            <a:xfrm>
              <a:off x="1264237" y="3075098"/>
              <a:ext cx="150577" cy="149782"/>
            </a:xfrm>
            <a:custGeom>
              <a:rect b="b" l="l" r="r" t="t"/>
              <a:pathLst>
                <a:path extrusionOk="0" h="1508" w="1516">
                  <a:moveTo>
                    <a:pt x="1429" y="0"/>
                  </a:moveTo>
                  <a:cubicBezTo>
                    <a:pt x="1403" y="0"/>
                    <a:pt x="1374" y="9"/>
                    <a:pt x="1350" y="25"/>
                  </a:cubicBezTo>
                  <a:lnTo>
                    <a:pt x="893" y="174"/>
                  </a:lnTo>
                  <a:lnTo>
                    <a:pt x="659" y="259"/>
                  </a:lnTo>
                  <a:cubicBezTo>
                    <a:pt x="607" y="275"/>
                    <a:pt x="558" y="295"/>
                    <a:pt x="506" y="328"/>
                  </a:cubicBezTo>
                  <a:cubicBezTo>
                    <a:pt x="388" y="360"/>
                    <a:pt x="271" y="413"/>
                    <a:pt x="138" y="445"/>
                  </a:cubicBezTo>
                  <a:cubicBezTo>
                    <a:pt x="21" y="477"/>
                    <a:pt x="1" y="546"/>
                    <a:pt x="1" y="647"/>
                  </a:cubicBezTo>
                  <a:lnTo>
                    <a:pt x="1" y="1119"/>
                  </a:lnTo>
                  <a:lnTo>
                    <a:pt x="1" y="1370"/>
                  </a:lnTo>
                  <a:cubicBezTo>
                    <a:pt x="1" y="1406"/>
                    <a:pt x="21" y="1422"/>
                    <a:pt x="21" y="1455"/>
                  </a:cubicBezTo>
                  <a:lnTo>
                    <a:pt x="21" y="1487"/>
                  </a:lnTo>
                  <a:cubicBezTo>
                    <a:pt x="21" y="1507"/>
                    <a:pt x="37" y="1507"/>
                    <a:pt x="37" y="1507"/>
                  </a:cubicBezTo>
                  <a:cubicBezTo>
                    <a:pt x="37" y="1507"/>
                    <a:pt x="53" y="1507"/>
                    <a:pt x="53" y="1487"/>
                  </a:cubicBezTo>
                  <a:cubicBezTo>
                    <a:pt x="53" y="1471"/>
                    <a:pt x="37" y="1471"/>
                    <a:pt x="37" y="1455"/>
                  </a:cubicBezTo>
                  <a:lnTo>
                    <a:pt x="37" y="1370"/>
                  </a:lnTo>
                  <a:lnTo>
                    <a:pt x="37" y="1119"/>
                  </a:lnTo>
                  <a:lnTo>
                    <a:pt x="37" y="647"/>
                  </a:lnTo>
                  <a:cubicBezTo>
                    <a:pt x="37" y="546"/>
                    <a:pt x="53" y="497"/>
                    <a:pt x="138" y="477"/>
                  </a:cubicBezTo>
                  <a:cubicBezTo>
                    <a:pt x="271" y="445"/>
                    <a:pt x="405" y="396"/>
                    <a:pt x="526" y="344"/>
                  </a:cubicBezTo>
                  <a:cubicBezTo>
                    <a:pt x="574" y="328"/>
                    <a:pt x="627" y="312"/>
                    <a:pt x="675" y="295"/>
                  </a:cubicBezTo>
                  <a:lnTo>
                    <a:pt x="910" y="211"/>
                  </a:lnTo>
                  <a:cubicBezTo>
                    <a:pt x="1047" y="158"/>
                    <a:pt x="1196" y="93"/>
                    <a:pt x="1350" y="41"/>
                  </a:cubicBezTo>
                  <a:cubicBezTo>
                    <a:pt x="1374" y="33"/>
                    <a:pt x="1399" y="29"/>
                    <a:pt x="1421" y="29"/>
                  </a:cubicBezTo>
                  <a:cubicBezTo>
                    <a:pt x="1442" y="29"/>
                    <a:pt x="1459" y="33"/>
                    <a:pt x="1467" y="41"/>
                  </a:cubicBezTo>
                  <a:cubicBezTo>
                    <a:pt x="1483" y="57"/>
                    <a:pt x="1499" y="73"/>
                    <a:pt x="1499" y="93"/>
                  </a:cubicBezTo>
                  <a:cubicBezTo>
                    <a:pt x="1467" y="275"/>
                    <a:pt x="1483" y="445"/>
                    <a:pt x="1483" y="631"/>
                  </a:cubicBezTo>
                  <a:lnTo>
                    <a:pt x="1483" y="917"/>
                  </a:lnTo>
                  <a:cubicBezTo>
                    <a:pt x="1483" y="966"/>
                    <a:pt x="1467" y="1018"/>
                    <a:pt x="1451" y="1051"/>
                  </a:cubicBezTo>
                  <a:cubicBezTo>
                    <a:pt x="1451" y="1067"/>
                    <a:pt x="1451" y="1067"/>
                    <a:pt x="1467" y="1067"/>
                  </a:cubicBezTo>
                  <a:lnTo>
                    <a:pt x="1483" y="1067"/>
                  </a:lnTo>
                  <a:cubicBezTo>
                    <a:pt x="1499" y="1018"/>
                    <a:pt x="1499" y="966"/>
                    <a:pt x="1499" y="934"/>
                  </a:cubicBezTo>
                  <a:cubicBezTo>
                    <a:pt x="1516" y="833"/>
                    <a:pt x="1499" y="715"/>
                    <a:pt x="1499" y="631"/>
                  </a:cubicBezTo>
                  <a:cubicBezTo>
                    <a:pt x="1499" y="445"/>
                    <a:pt x="1499" y="275"/>
                    <a:pt x="1516" y="110"/>
                  </a:cubicBezTo>
                  <a:cubicBezTo>
                    <a:pt x="1516" y="57"/>
                    <a:pt x="1499" y="41"/>
                    <a:pt x="1483" y="25"/>
                  </a:cubicBezTo>
                  <a:cubicBezTo>
                    <a:pt x="1475" y="9"/>
                    <a:pt x="1454"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1"/>
            <p:cNvSpPr/>
            <p:nvPr/>
          </p:nvSpPr>
          <p:spPr>
            <a:xfrm>
              <a:off x="1266223" y="2368699"/>
              <a:ext cx="212357" cy="158821"/>
            </a:xfrm>
            <a:custGeom>
              <a:rect b="b" l="l" r="r" t="t"/>
              <a:pathLst>
                <a:path extrusionOk="0" h="1599" w="2138">
                  <a:moveTo>
                    <a:pt x="1439" y="1"/>
                  </a:moveTo>
                  <a:cubicBezTo>
                    <a:pt x="1420" y="1"/>
                    <a:pt x="1401" y="8"/>
                    <a:pt x="1378" y="15"/>
                  </a:cubicBezTo>
                  <a:cubicBezTo>
                    <a:pt x="942" y="237"/>
                    <a:pt x="570" y="403"/>
                    <a:pt x="219" y="540"/>
                  </a:cubicBezTo>
                  <a:cubicBezTo>
                    <a:pt x="33" y="621"/>
                    <a:pt x="1" y="722"/>
                    <a:pt x="17" y="891"/>
                  </a:cubicBezTo>
                  <a:lnTo>
                    <a:pt x="17" y="1178"/>
                  </a:lnTo>
                  <a:cubicBezTo>
                    <a:pt x="17" y="1295"/>
                    <a:pt x="17" y="1429"/>
                    <a:pt x="33" y="1550"/>
                  </a:cubicBezTo>
                  <a:cubicBezTo>
                    <a:pt x="33" y="1566"/>
                    <a:pt x="33" y="1566"/>
                    <a:pt x="49" y="1566"/>
                  </a:cubicBezTo>
                  <a:lnTo>
                    <a:pt x="49" y="1550"/>
                  </a:lnTo>
                  <a:cubicBezTo>
                    <a:pt x="33" y="1429"/>
                    <a:pt x="33" y="1295"/>
                    <a:pt x="49" y="1178"/>
                  </a:cubicBezTo>
                  <a:cubicBezTo>
                    <a:pt x="49" y="1077"/>
                    <a:pt x="49" y="976"/>
                    <a:pt x="33" y="891"/>
                  </a:cubicBezTo>
                  <a:cubicBezTo>
                    <a:pt x="33" y="722"/>
                    <a:pt x="49" y="641"/>
                    <a:pt x="235" y="572"/>
                  </a:cubicBezTo>
                  <a:cubicBezTo>
                    <a:pt x="570" y="419"/>
                    <a:pt x="958" y="253"/>
                    <a:pt x="1378" y="51"/>
                  </a:cubicBezTo>
                  <a:cubicBezTo>
                    <a:pt x="1402" y="35"/>
                    <a:pt x="1422" y="26"/>
                    <a:pt x="1439" y="26"/>
                  </a:cubicBezTo>
                  <a:cubicBezTo>
                    <a:pt x="1460" y="26"/>
                    <a:pt x="1478" y="39"/>
                    <a:pt x="1496" y="67"/>
                  </a:cubicBezTo>
                  <a:cubicBezTo>
                    <a:pt x="1597" y="184"/>
                    <a:pt x="1698" y="318"/>
                    <a:pt x="1799" y="439"/>
                  </a:cubicBezTo>
                  <a:cubicBezTo>
                    <a:pt x="2101" y="807"/>
                    <a:pt x="2101" y="807"/>
                    <a:pt x="2085" y="1279"/>
                  </a:cubicBezTo>
                  <a:cubicBezTo>
                    <a:pt x="2085" y="1311"/>
                    <a:pt x="2101" y="1348"/>
                    <a:pt x="2101" y="1364"/>
                  </a:cubicBezTo>
                  <a:cubicBezTo>
                    <a:pt x="2101" y="1449"/>
                    <a:pt x="2101" y="1513"/>
                    <a:pt x="2069" y="1582"/>
                  </a:cubicBezTo>
                  <a:lnTo>
                    <a:pt x="2069" y="1598"/>
                  </a:lnTo>
                  <a:lnTo>
                    <a:pt x="2085" y="1598"/>
                  </a:lnTo>
                  <a:cubicBezTo>
                    <a:pt x="2138" y="1513"/>
                    <a:pt x="2138" y="1449"/>
                    <a:pt x="2122" y="1364"/>
                  </a:cubicBezTo>
                  <a:lnTo>
                    <a:pt x="2122" y="1279"/>
                  </a:lnTo>
                  <a:cubicBezTo>
                    <a:pt x="2122" y="790"/>
                    <a:pt x="2122" y="790"/>
                    <a:pt x="1835" y="419"/>
                  </a:cubicBezTo>
                  <a:lnTo>
                    <a:pt x="1819" y="419"/>
                  </a:lnTo>
                  <a:cubicBezTo>
                    <a:pt x="1718" y="302"/>
                    <a:pt x="1617" y="168"/>
                    <a:pt x="1516" y="51"/>
                  </a:cubicBezTo>
                  <a:cubicBezTo>
                    <a:pt x="1486" y="12"/>
                    <a:pt x="1463" y="1"/>
                    <a:pt x="1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1"/>
            <p:cNvSpPr/>
            <p:nvPr/>
          </p:nvSpPr>
          <p:spPr>
            <a:xfrm>
              <a:off x="2167002" y="3477166"/>
              <a:ext cx="6953" cy="44994"/>
            </a:xfrm>
            <a:custGeom>
              <a:rect b="b" l="l" r="r" t="t"/>
              <a:pathLst>
                <a:path extrusionOk="0" h="453" w="70">
                  <a:moveTo>
                    <a:pt x="53" y="0"/>
                  </a:moveTo>
                  <a:cubicBezTo>
                    <a:pt x="53" y="0"/>
                    <a:pt x="37" y="0"/>
                    <a:pt x="37" y="16"/>
                  </a:cubicBezTo>
                  <a:cubicBezTo>
                    <a:pt x="21" y="85"/>
                    <a:pt x="21" y="150"/>
                    <a:pt x="21" y="235"/>
                  </a:cubicBezTo>
                  <a:cubicBezTo>
                    <a:pt x="21" y="303"/>
                    <a:pt x="37" y="368"/>
                    <a:pt x="21" y="437"/>
                  </a:cubicBezTo>
                  <a:cubicBezTo>
                    <a:pt x="1" y="453"/>
                    <a:pt x="21" y="453"/>
                    <a:pt x="21" y="453"/>
                  </a:cubicBezTo>
                  <a:lnTo>
                    <a:pt x="37" y="453"/>
                  </a:lnTo>
                  <a:cubicBezTo>
                    <a:pt x="53" y="368"/>
                    <a:pt x="53" y="303"/>
                    <a:pt x="53" y="235"/>
                  </a:cubicBezTo>
                  <a:cubicBezTo>
                    <a:pt x="53" y="150"/>
                    <a:pt x="53" y="85"/>
                    <a:pt x="70" y="16"/>
                  </a:cubicBezTo>
                  <a:cubicBezTo>
                    <a:pt x="70" y="0"/>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1"/>
            <p:cNvSpPr/>
            <p:nvPr/>
          </p:nvSpPr>
          <p:spPr>
            <a:xfrm>
              <a:off x="574127" y="3528914"/>
              <a:ext cx="4867" cy="81943"/>
            </a:xfrm>
            <a:custGeom>
              <a:rect b="b" l="l" r="r" t="t"/>
              <a:pathLst>
                <a:path extrusionOk="0" h="825" w="49">
                  <a:moveTo>
                    <a:pt x="17" y="0"/>
                  </a:moveTo>
                  <a:cubicBezTo>
                    <a:pt x="0" y="0"/>
                    <a:pt x="0" y="16"/>
                    <a:pt x="0" y="16"/>
                  </a:cubicBezTo>
                  <a:cubicBezTo>
                    <a:pt x="17" y="186"/>
                    <a:pt x="17" y="352"/>
                    <a:pt x="17" y="521"/>
                  </a:cubicBezTo>
                  <a:lnTo>
                    <a:pt x="17" y="808"/>
                  </a:lnTo>
                  <a:cubicBezTo>
                    <a:pt x="17" y="824"/>
                    <a:pt x="17" y="824"/>
                    <a:pt x="33" y="824"/>
                  </a:cubicBezTo>
                  <a:lnTo>
                    <a:pt x="33" y="808"/>
                  </a:lnTo>
                  <a:lnTo>
                    <a:pt x="33" y="521"/>
                  </a:lnTo>
                  <a:cubicBezTo>
                    <a:pt x="33" y="352"/>
                    <a:pt x="49" y="186"/>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1"/>
            <p:cNvSpPr/>
            <p:nvPr/>
          </p:nvSpPr>
          <p:spPr>
            <a:xfrm>
              <a:off x="985431" y="2051157"/>
              <a:ext cx="4867" cy="95153"/>
            </a:xfrm>
            <a:custGeom>
              <a:rect b="b" l="l" r="r" t="t"/>
              <a:pathLst>
                <a:path extrusionOk="0" h="958" w="49">
                  <a:moveTo>
                    <a:pt x="0" y="0"/>
                  </a:moveTo>
                  <a:lnTo>
                    <a:pt x="0" y="16"/>
                  </a:lnTo>
                  <a:cubicBezTo>
                    <a:pt x="16" y="117"/>
                    <a:pt x="0" y="235"/>
                    <a:pt x="0" y="352"/>
                  </a:cubicBezTo>
                  <a:lnTo>
                    <a:pt x="0" y="570"/>
                  </a:lnTo>
                  <a:cubicBezTo>
                    <a:pt x="16" y="622"/>
                    <a:pt x="0" y="655"/>
                    <a:pt x="0" y="707"/>
                  </a:cubicBezTo>
                  <a:cubicBezTo>
                    <a:pt x="0" y="788"/>
                    <a:pt x="0" y="857"/>
                    <a:pt x="16" y="941"/>
                  </a:cubicBezTo>
                  <a:lnTo>
                    <a:pt x="32" y="958"/>
                  </a:lnTo>
                  <a:cubicBezTo>
                    <a:pt x="49" y="958"/>
                    <a:pt x="49" y="941"/>
                    <a:pt x="49" y="941"/>
                  </a:cubicBezTo>
                  <a:cubicBezTo>
                    <a:pt x="32" y="857"/>
                    <a:pt x="32" y="772"/>
                    <a:pt x="32" y="707"/>
                  </a:cubicBezTo>
                  <a:lnTo>
                    <a:pt x="32" y="570"/>
                  </a:lnTo>
                  <a:lnTo>
                    <a:pt x="32" y="352"/>
                  </a:lnTo>
                  <a:cubicBezTo>
                    <a:pt x="32" y="235"/>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1"/>
            <p:cNvSpPr/>
            <p:nvPr/>
          </p:nvSpPr>
          <p:spPr>
            <a:xfrm>
              <a:off x="1520197" y="3152572"/>
              <a:ext cx="197557" cy="310987"/>
            </a:xfrm>
            <a:custGeom>
              <a:rect b="b" l="l" r="r" t="t"/>
              <a:pathLst>
                <a:path extrusionOk="0" h="3131" w="1989">
                  <a:moveTo>
                    <a:pt x="17" y="0"/>
                  </a:moveTo>
                  <a:cubicBezTo>
                    <a:pt x="1" y="0"/>
                    <a:pt x="1" y="0"/>
                    <a:pt x="1" y="20"/>
                  </a:cubicBezTo>
                  <a:cubicBezTo>
                    <a:pt x="1" y="101"/>
                    <a:pt x="70" y="137"/>
                    <a:pt x="118" y="186"/>
                  </a:cubicBezTo>
                  <a:cubicBezTo>
                    <a:pt x="134" y="202"/>
                    <a:pt x="150" y="222"/>
                    <a:pt x="171" y="238"/>
                  </a:cubicBezTo>
                  <a:cubicBezTo>
                    <a:pt x="272" y="323"/>
                    <a:pt x="352" y="424"/>
                    <a:pt x="453" y="525"/>
                  </a:cubicBezTo>
                  <a:cubicBezTo>
                    <a:pt x="554" y="642"/>
                    <a:pt x="676" y="760"/>
                    <a:pt x="793" y="877"/>
                  </a:cubicBezTo>
                  <a:cubicBezTo>
                    <a:pt x="1160" y="1248"/>
                    <a:pt x="1516" y="1600"/>
                    <a:pt x="1867" y="1955"/>
                  </a:cubicBezTo>
                  <a:cubicBezTo>
                    <a:pt x="1936" y="2020"/>
                    <a:pt x="1952" y="2072"/>
                    <a:pt x="1952" y="2173"/>
                  </a:cubicBezTo>
                  <a:cubicBezTo>
                    <a:pt x="1952" y="2424"/>
                    <a:pt x="1952" y="2695"/>
                    <a:pt x="1936" y="3014"/>
                  </a:cubicBezTo>
                  <a:cubicBezTo>
                    <a:pt x="1936" y="3050"/>
                    <a:pt x="1936" y="3066"/>
                    <a:pt x="1920" y="3099"/>
                  </a:cubicBezTo>
                  <a:lnTo>
                    <a:pt x="1920" y="3115"/>
                  </a:lnTo>
                  <a:lnTo>
                    <a:pt x="1920" y="3131"/>
                  </a:lnTo>
                  <a:lnTo>
                    <a:pt x="1936" y="3131"/>
                  </a:lnTo>
                  <a:lnTo>
                    <a:pt x="1936" y="3115"/>
                  </a:lnTo>
                  <a:lnTo>
                    <a:pt x="1952" y="3115"/>
                  </a:lnTo>
                  <a:cubicBezTo>
                    <a:pt x="1952" y="3082"/>
                    <a:pt x="1968" y="3050"/>
                    <a:pt x="1968" y="3014"/>
                  </a:cubicBezTo>
                  <a:cubicBezTo>
                    <a:pt x="1968" y="2695"/>
                    <a:pt x="1968" y="2424"/>
                    <a:pt x="1988" y="2173"/>
                  </a:cubicBezTo>
                  <a:cubicBezTo>
                    <a:pt x="1988" y="2072"/>
                    <a:pt x="1952" y="2004"/>
                    <a:pt x="1887" y="1939"/>
                  </a:cubicBezTo>
                  <a:cubicBezTo>
                    <a:pt x="1532" y="1584"/>
                    <a:pt x="1181" y="1232"/>
                    <a:pt x="809" y="844"/>
                  </a:cubicBezTo>
                  <a:cubicBezTo>
                    <a:pt x="692" y="743"/>
                    <a:pt x="575" y="606"/>
                    <a:pt x="474" y="505"/>
                  </a:cubicBezTo>
                  <a:cubicBezTo>
                    <a:pt x="373" y="404"/>
                    <a:pt x="288" y="303"/>
                    <a:pt x="203" y="222"/>
                  </a:cubicBezTo>
                  <a:cubicBezTo>
                    <a:pt x="171" y="202"/>
                    <a:pt x="150" y="186"/>
                    <a:pt x="134" y="170"/>
                  </a:cubicBezTo>
                  <a:cubicBezTo>
                    <a:pt x="86" y="121"/>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1"/>
            <p:cNvSpPr/>
            <p:nvPr/>
          </p:nvSpPr>
          <p:spPr>
            <a:xfrm>
              <a:off x="2095190" y="3127641"/>
              <a:ext cx="5364" cy="40227"/>
            </a:xfrm>
            <a:custGeom>
              <a:rect b="b" l="l" r="r" t="t"/>
              <a:pathLst>
                <a:path extrusionOk="0" h="405" w="54">
                  <a:moveTo>
                    <a:pt x="53" y="1"/>
                  </a:moveTo>
                  <a:cubicBezTo>
                    <a:pt x="37" y="1"/>
                    <a:pt x="37" y="1"/>
                    <a:pt x="37" y="17"/>
                  </a:cubicBezTo>
                  <a:cubicBezTo>
                    <a:pt x="17" y="85"/>
                    <a:pt x="17" y="150"/>
                    <a:pt x="17" y="203"/>
                  </a:cubicBezTo>
                  <a:cubicBezTo>
                    <a:pt x="17" y="271"/>
                    <a:pt x="17" y="336"/>
                    <a:pt x="1" y="388"/>
                  </a:cubicBezTo>
                  <a:cubicBezTo>
                    <a:pt x="1" y="405"/>
                    <a:pt x="1" y="405"/>
                    <a:pt x="17" y="405"/>
                  </a:cubicBezTo>
                  <a:lnTo>
                    <a:pt x="37" y="405"/>
                  </a:lnTo>
                  <a:cubicBezTo>
                    <a:pt x="53" y="336"/>
                    <a:pt x="53" y="271"/>
                    <a:pt x="53" y="203"/>
                  </a:cubicBezTo>
                  <a:cubicBezTo>
                    <a:pt x="37" y="134"/>
                    <a:pt x="37" y="85"/>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1"/>
            <p:cNvSpPr/>
            <p:nvPr/>
          </p:nvSpPr>
          <p:spPr>
            <a:xfrm>
              <a:off x="2080390" y="3607579"/>
              <a:ext cx="98828" cy="126838"/>
            </a:xfrm>
            <a:custGeom>
              <a:rect b="b" l="l" r="r" t="t"/>
              <a:pathLst>
                <a:path extrusionOk="0" h="1277" w="995">
                  <a:moveTo>
                    <a:pt x="65" y="0"/>
                  </a:moveTo>
                  <a:cubicBezTo>
                    <a:pt x="0" y="101"/>
                    <a:pt x="17" y="186"/>
                    <a:pt x="85" y="251"/>
                  </a:cubicBezTo>
                  <a:cubicBezTo>
                    <a:pt x="186" y="335"/>
                    <a:pt x="287" y="453"/>
                    <a:pt x="368" y="554"/>
                  </a:cubicBezTo>
                  <a:lnTo>
                    <a:pt x="521" y="707"/>
                  </a:lnTo>
                  <a:lnTo>
                    <a:pt x="554" y="739"/>
                  </a:lnTo>
                  <a:cubicBezTo>
                    <a:pt x="707" y="893"/>
                    <a:pt x="857" y="1042"/>
                    <a:pt x="925" y="1260"/>
                  </a:cubicBezTo>
                  <a:lnTo>
                    <a:pt x="942" y="1277"/>
                  </a:lnTo>
                  <a:lnTo>
                    <a:pt x="974" y="1277"/>
                  </a:lnTo>
                  <a:cubicBezTo>
                    <a:pt x="994" y="1277"/>
                    <a:pt x="994" y="1260"/>
                    <a:pt x="994" y="1260"/>
                  </a:cubicBezTo>
                  <a:cubicBezTo>
                    <a:pt x="994" y="1244"/>
                    <a:pt x="974" y="1244"/>
                    <a:pt x="974" y="1244"/>
                  </a:cubicBezTo>
                  <a:lnTo>
                    <a:pt x="958" y="1244"/>
                  </a:lnTo>
                  <a:lnTo>
                    <a:pt x="958" y="1260"/>
                  </a:lnTo>
                  <a:lnTo>
                    <a:pt x="942" y="1244"/>
                  </a:lnTo>
                  <a:cubicBezTo>
                    <a:pt x="873" y="1026"/>
                    <a:pt x="723" y="873"/>
                    <a:pt x="570" y="723"/>
                  </a:cubicBezTo>
                  <a:lnTo>
                    <a:pt x="538" y="691"/>
                  </a:lnTo>
                  <a:cubicBezTo>
                    <a:pt x="489" y="638"/>
                    <a:pt x="437" y="590"/>
                    <a:pt x="404" y="537"/>
                  </a:cubicBezTo>
                  <a:cubicBezTo>
                    <a:pt x="303" y="420"/>
                    <a:pt x="202" y="319"/>
                    <a:pt x="101" y="218"/>
                  </a:cubicBezTo>
                  <a:cubicBezTo>
                    <a:pt x="33" y="166"/>
                    <a:pt x="49" y="85"/>
                    <a:pt x="85" y="16"/>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1"/>
            <p:cNvSpPr/>
            <p:nvPr/>
          </p:nvSpPr>
          <p:spPr>
            <a:xfrm>
              <a:off x="1411536" y="1420741"/>
              <a:ext cx="63469" cy="217224"/>
            </a:xfrm>
            <a:custGeom>
              <a:rect b="b" l="l" r="r" t="t"/>
              <a:pathLst>
                <a:path extrusionOk="0" h="2187" w="639">
                  <a:moveTo>
                    <a:pt x="53" y="1"/>
                  </a:moveTo>
                  <a:cubicBezTo>
                    <a:pt x="53" y="1"/>
                    <a:pt x="33" y="1"/>
                    <a:pt x="33" y="17"/>
                  </a:cubicBezTo>
                  <a:cubicBezTo>
                    <a:pt x="16" y="187"/>
                    <a:pt x="0" y="320"/>
                    <a:pt x="0" y="469"/>
                  </a:cubicBezTo>
                  <a:lnTo>
                    <a:pt x="0" y="1197"/>
                  </a:lnTo>
                  <a:cubicBezTo>
                    <a:pt x="0" y="1298"/>
                    <a:pt x="33" y="1378"/>
                    <a:pt x="117" y="1463"/>
                  </a:cubicBezTo>
                  <a:cubicBezTo>
                    <a:pt x="202" y="1548"/>
                    <a:pt x="271" y="1665"/>
                    <a:pt x="319" y="1766"/>
                  </a:cubicBezTo>
                  <a:cubicBezTo>
                    <a:pt x="356" y="1819"/>
                    <a:pt x="388" y="1867"/>
                    <a:pt x="420" y="1920"/>
                  </a:cubicBezTo>
                  <a:cubicBezTo>
                    <a:pt x="436" y="1936"/>
                    <a:pt x="457" y="1968"/>
                    <a:pt x="473" y="1984"/>
                  </a:cubicBezTo>
                  <a:cubicBezTo>
                    <a:pt x="505" y="2069"/>
                    <a:pt x="558" y="2138"/>
                    <a:pt x="622" y="2186"/>
                  </a:cubicBezTo>
                  <a:lnTo>
                    <a:pt x="638" y="2186"/>
                  </a:lnTo>
                  <a:lnTo>
                    <a:pt x="638" y="2170"/>
                  </a:lnTo>
                  <a:cubicBezTo>
                    <a:pt x="574" y="2122"/>
                    <a:pt x="521" y="2053"/>
                    <a:pt x="489" y="1984"/>
                  </a:cubicBezTo>
                  <a:cubicBezTo>
                    <a:pt x="473" y="1952"/>
                    <a:pt x="457" y="1920"/>
                    <a:pt x="436" y="1904"/>
                  </a:cubicBezTo>
                  <a:cubicBezTo>
                    <a:pt x="404" y="1851"/>
                    <a:pt x="388" y="1803"/>
                    <a:pt x="356" y="1750"/>
                  </a:cubicBezTo>
                  <a:cubicBezTo>
                    <a:pt x="287" y="1649"/>
                    <a:pt x="218" y="1532"/>
                    <a:pt x="134" y="1447"/>
                  </a:cubicBezTo>
                  <a:cubicBezTo>
                    <a:pt x="53" y="1362"/>
                    <a:pt x="16" y="1298"/>
                    <a:pt x="16" y="1197"/>
                  </a:cubicBezTo>
                  <a:lnTo>
                    <a:pt x="16" y="469"/>
                  </a:lnTo>
                  <a:cubicBezTo>
                    <a:pt x="16" y="320"/>
                    <a:pt x="33" y="187"/>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1"/>
            <p:cNvSpPr/>
            <p:nvPr/>
          </p:nvSpPr>
          <p:spPr>
            <a:xfrm>
              <a:off x="480264" y="2855193"/>
              <a:ext cx="160609" cy="163787"/>
            </a:xfrm>
            <a:custGeom>
              <a:rect b="b" l="l" r="r" t="t"/>
              <a:pathLst>
                <a:path extrusionOk="0" h="1649" w="1617">
                  <a:moveTo>
                    <a:pt x="1551" y="1"/>
                  </a:moveTo>
                  <a:lnTo>
                    <a:pt x="1551" y="33"/>
                  </a:lnTo>
                  <a:cubicBezTo>
                    <a:pt x="1600" y="86"/>
                    <a:pt x="1584" y="150"/>
                    <a:pt x="1584" y="219"/>
                  </a:cubicBezTo>
                  <a:cubicBezTo>
                    <a:pt x="1568" y="267"/>
                    <a:pt x="1568" y="304"/>
                    <a:pt x="1568" y="336"/>
                  </a:cubicBezTo>
                  <a:cubicBezTo>
                    <a:pt x="1584" y="453"/>
                    <a:pt x="1584" y="591"/>
                    <a:pt x="1584" y="708"/>
                  </a:cubicBezTo>
                  <a:lnTo>
                    <a:pt x="1584" y="893"/>
                  </a:lnTo>
                  <a:cubicBezTo>
                    <a:pt x="1584" y="958"/>
                    <a:pt x="1551" y="1011"/>
                    <a:pt x="1499" y="1027"/>
                  </a:cubicBezTo>
                  <a:cubicBezTo>
                    <a:pt x="1095" y="1196"/>
                    <a:pt x="707" y="1346"/>
                    <a:pt x="303" y="1499"/>
                  </a:cubicBezTo>
                  <a:lnTo>
                    <a:pt x="0" y="1633"/>
                  </a:lnTo>
                  <a:lnTo>
                    <a:pt x="0" y="1649"/>
                  </a:lnTo>
                  <a:lnTo>
                    <a:pt x="16" y="1649"/>
                  </a:lnTo>
                  <a:lnTo>
                    <a:pt x="319" y="1532"/>
                  </a:lnTo>
                  <a:cubicBezTo>
                    <a:pt x="707" y="1378"/>
                    <a:pt x="1111" y="1213"/>
                    <a:pt x="1499" y="1059"/>
                  </a:cubicBezTo>
                  <a:cubicBezTo>
                    <a:pt x="1568" y="1027"/>
                    <a:pt x="1600" y="974"/>
                    <a:pt x="1600" y="893"/>
                  </a:cubicBezTo>
                  <a:lnTo>
                    <a:pt x="1600" y="708"/>
                  </a:lnTo>
                  <a:cubicBezTo>
                    <a:pt x="1616" y="591"/>
                    <a:pt x="1616" y="453"/>
                    <a:pt x="1600" y="336"/>
                  </a:cubicBezTo>
                  <a:lnTo>
                    <a:pt x="1600" y="219"/>
                  </a:lnTo>
                  <a:cubicBezTo>
                    <a:pt x="1616" y="150"/>
                    <a:pt x="1616" y="86"/>
                    <a:pt x="1584" y="17"/>
                  </a:cubicBezTo>
                  <a:cubicBezTo>
                    <a:pt x="1568" y="1"/>
                    <a:pt x="1568" y="1"/>
                    <a:pt x="1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1"/>
            <p:cNvSpPr/>
            <p:nvPr/>
          </p:nvSpPr>
          <p:spPr>
            <a:xfrm>
              <a:off x="2088833" y="2560694"/>
              <a:ext cx="98332" cy="207589"/>
            </a:xfrm>
            <a:custGeom>
              <a:rect b="b" l="l" r="r" t="t"/>
              <a:pathLst>
                <a:path extrusionOk="0" h="2090" w="990">
                  <a:moveTo>
                    <a:pt x="0" y="1"/>
                  </a:moveTo>
                  <a:lnTo>
                    <a:pt x="0" y="21"/>
                  </a:lnTo>
                  <a:cubicBezTo>
                    <a:pt x="101" y="138"/>
                    <a:pt x="166" y="271"/>
                    <a:pt x="251" y="388"/>
                  </a:cubicBezTo>
                  <a:cubicBezTo>
                    <a:pt x="283" y="473"/>
                    <a:pt x="335" y="558"/>
                    <a:pt x="384" y="627"/>
                  </a:cubicBezTo>
                  <a:cubicBezTo>
                    <a:pt x="453" y="728"/>
                    <a:pt x="521" y="829"/>
                    <a:pt x="570" y="946"/>
                  </a:cubicBezTo>
                  <a:cubicBezTo>
                    <a:pt x="671" y="1112"/>
                    <a:pt x="772" y="1281"/>
                    <a:pt x="909" y="1435"/>
                  </a:cubicBezTo>
                  <a:cubicBezTo>
                    <a:pt x="925" y="1467"/>
                    <a:pt x="941" y="1483"/>
                    <a:pt x="941" y="1515"/>
                  </a:cubicBezTo>
                  <a:lnTo>
                    <a:pt x="941" y="1701"/>
                  </a:lnTo>
                  <a:cubicBezTo>
                    <a:pt x="958" y="1839"/>
                    <a:pt x="958" y="1956"/>
                    <a:pt x="925" y="2073"/>
                  </a:cubicBezTo>
                  <a:lnTo>
                    <a:pt x="925" y="2089"/>
                  </a:lnTo>
                  <a:lnTo>
                    <a:pt x="941" y="2089"/>
                  </a:lnTo>
                  <a:cubicBezTo>
                    <a:pt x="990" y="1956"/>
                    <a:pt x="974" y="1839"/>
                    <a:pt x="974" y="1701"/>
                  </a:cubicBezTo>
                  <a:lnTo>
                    <a:pt x="974" y="1515"/>
                  </a:lnTo>
                  <a:cubicBezTo>
                    <a:pt x="974" y="1467"/>
                    <a:pt x="941" y="1435"/>
                    <a:pt x="925" y="1414"/>
                  </a:cubicBezTo>
                  <a:cubicBezTo>
                    <a:pt x="788" y="1265"/>
                    <a:pt x="687" y="1095"/>
                    <a:pt x="606" y="930"/>
                  </a:cubicBezTo>
                  <a:cubicBezTo>
                    <a:pt x="537" y="829"/>
                    <a:pt x="469" y="708"/>
                    <a:pt x="404" y="607"/>
                  </a:cubicBezTo>
                  <a:cubicBezTo>
                    <a:pt x="352" y="542"/>
                    <a:pt x="303" y="457"/>
                    <a:pt x="267" y="372"/>
                  </a:cubicBezTo>
                  <a:cubicBezTo>
                    <a:pt x="182" y="255"/>
                    <a:pt x="117" y="12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1"/>
            <p:cNvSpPr/>
            <p:nvPr/>
          </p:nvSpPr>
          <p:spPr>
            <a:xfrm>
              <a:off x="2167002" y="3602315"/>
              <a:ext cx="6953" cy="48669"/>
            </a:xfrm>
            <a:custGeom>
              <a:rect b="b" l="l" r="r" t="t"/>
              <a:pathLst>
                <a:path extrusionOk="0" h="490" w="70">
                  <a:moveTo>
                    <a:pt x="53" y="1"/>
                  </a:moveTo>
                  <a:lnTo>
                    <a:pt x="37" y="17"/>
                  </a:lnTo>
                  <a:cubicBezTo>
                    <a:pt x="21" y="102"/>
                    <a:pt x="21" y="170"/>
                    <a:pt x="21" y="255"/>
                  </a:cubicBezTo>
                  <a:cubicBezTo>
                    <a:pt x="21" y="320"/>
                    <a:pt x="37" y="405"/>
                    <a:pt x="21" y="473"/>
                  </a:cubicBezTo>
                  <a:cubicBezTo>
                    <a:pt x="1" y="489"/>
                    <a:pt x="21" y="489"/>
                    <a:pt x="21" y="489"/>
                  </a:cubicBezTo>
                  <a:lnTo>
                    <a:pt x="37" y="489"/>
                  </a:lnTo>
                  <a:cubicBezTo>
                    <a:pt x="53" y="405"/>
                    <a:pt x="53" y="320"/>
                    <a:pt x="53" y="255"/>
                  </a:cubicBezTo>
                  <a:cubicBezTo>
                    <a:pt x="53" y="170"/>
                    <a:pt x="53" y="102"/>
                    <a:pt x="70"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1"/>
            <p:cNvSpPr/>
            <p:nvPr/>
          </p:nvSpPr>
          <p:spPr>
            <a:xfrm>
              <a:off x="1338035" y="2052746"/>
              <a:ext cx="6555" cy="88797"/>
            </a:xfrm>
            <a:custGeom>
              <a:rect b="b" l="l" r="r" t="t"/>
              <a:pathLst>
                <a:path extrusionOk="0" h="894" w="66">
                  <a:moveTo>
                    <a:pt x="17" y="0"/>
                  </a:moveTo>
                  <a:lnTo>
                    <a:pt x="1" y="17"/>
                  </a:lnTo>
                  <a:cubicBezTo>
                    <a:pt x="33" y="166"/>
                    <a:pt x="17" y="303"/>
                    <a:pt x="17" y="453"/>
                  </a:cubicBezTo>
                  <a:lnTo>
                    <a:pt x="17" y="723"/>
                  </a:lnTo>
                  <a:lnTo>
                    <a:pt x="17" y="772"/>
                  </a:lnTo>
                  <a:cubicBezTo>
                    <a:pt x="17" y="808"/>
                    <a:pt x="17" y="841"/>
                    <a:pt x="33" y="893"/>
                  </a:cubicBezTo>
                  <a:lnTo>
                    <a:pt x="49" y="893"/>
                  </a:lnTo>
                  <a:cubicBezTo>
                    <a:pt x="66" y="893"/>
                    <a:pt x="66" y="893"/>
                    <a:pt x="66" y="873"/>
                  </a:cubicBezTo>
                  <a:cubicBezTo>
                    <a:pt x="49" y="841"/>
                    <a:pt x="49" y="808"/>
                    <a:pt x="49" y="772"/>
                  </a:cubicBezTo>
                  <a:lnTo>
                    <a:pt x="49" y="723"/>
                  </a:lnTo>
                  <a:lnTo>
                    <a:pt x="49" y="453"/>
                  </a:lnTo>
                  <a:cubicBezTo>
                    <a:pt x="49" y="303"/>
                    <a:pt x="49" y="166"/>
                    <a:pt x="33" y="17"/>
                  </a:cubicBezTo>
                  <a:cubicBezTo>
                    <a:pt x="33" y="17"/>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1"/>
            <p:cNvSpPr/>
            <p:nvPr/>
          </p:nvSpPr>
          <p:spPr>
            <a:xfrm>
              <a:off x="513936" y="2719614"/>
              <a:ext cx="126937" cy="132102"/>
            </a:xfrm>
            <a:custGeom>
              <a:rect b="b" l="l" r="r" t="t"/>
              <a:pathLst>
                <a:path extrusionOk="0" h="1330" w="1278">
                  <a:moveTo>
                    <a:pt x="1245" y="0"/>
                  </a:moveTo>
                  <a:cubicBezTo>
                    <a:pt x="1229" y="0"/>
                    <a:pt x="1229" y="16"/>
                    <a:pt x="1229" y="16"/>
                  </a:cubicBezTo>
                  <a:cubicBezTo>
                    <a:pt x="1245" y="170"/>
                    <a:pt x="1245" y="319"/>
                    <a:pt x="1245" y="473"/>
                  </a:cubicBezTo>
                  <a:cubicBezTo>
                    <a:pt x="1245" y="558"/>
                    <a:pt x="1229" y="643"/>
                    <a:pt x="1245" y="723"/>
                  </a:cubicBezTo>
                  <a:cubicBezTo>
                    <a:pt x="1245" y="776"/>
                    <a:pt x="1212" y="792"/>
                    <a:pt x="1144" y="808"/>
                  </a:cubicBezTo>
                  <a:lnTo>
                    <a:pt x="1144" y="824"/>
                  </a:lnTo>
                  <a:cubicBezTo>
                    <a:pt x="857" y="946"/>
                    <a:pt x="554" y="1063"/>
                    <a:pt x="283" y="1180"/>
                  </a:cubicBezTo>
                  <a:lnTo>
                    <a:pt x="0" y="1297"/>
                  </a:lnTo>
                  <a:lnTo>
                    <a:pt x="0" y="1313"/>
                  </a:lnTo>
                  <a:lnTo>
                    <a:pt x="17" y="1329"/>
                  </a:lnTo>
                  <a:lnTo>
                    <a:pt x="283" y="1212"/>
                  </a:lnTo>
                  <a:cubicBezTo>
                    <a:pt x="570" y="1095"/>
                    <a:pt x="857" y="962"/>
                    <a:pt x="1144" y="845"/>
                  </a:cubicBezTo>
                  <a:lnTo>
                    <a:pt x="1160" y="845"/>
                  </a:lnTo>
                  <a:cubicBezTo>
                    <a:pt x="1212" y="808"/>
                    <a:pt x="1261" y="792"/>
                    <a:pt x="1261" y="723"/>
                  </a:cubicBezTo>
                  <a:lnTo>
                    <a:pt x="1261" y="473"/>
                  </a:lnTo>
                  <a:cubicBezTo>
                    <a:pt x="1261" y="319"/>
                    <a:pt x="1277" y="170"/>
                    <a:pt x="1245" y="16"/>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1"/>
            <p:cNvSpPr/>
            <p:nvPr/>
          </p:nvSpPr>
          <p:spPr>
            <a:xfrm>
              <a:off x="1861279" y="2816654"/>
              <a:ext cx="4966" cy="45094"/>
            </a:xfrm>
            <a:custGeom>
              <a:rect b="b" l="l" r="r" t="t"/>
              <a:pathLst>
                <a:path extrusionOk="0" h="454" w="50">
                  <a:moveTo>
                    <a:pt x="33" y="1"/>
                  </a:moveTo>
                  <a:cubicBezTo>
                    <a:pt x="33" y="1"/>
                    <a:pt x="17" y="1"/>
                    <a:pt x="17" y="17"/>
                  </a:cubicBezTo>
                  <a:lnTo>
                    <a:pt x="17" y="171"/>
                  </a:lnTo>
                  <a:cubicBezTo>
                    <a:pt x="17" y="272"/>
                    <a:pt x="33" y="352"/>
                    <a:pt x="17" y="437"/>
                  </a:cubicBezTo>
                  <a:cubicBezTo>
                    <a:pt x="1" y="453"/>
                    <a:pt x="17" y="453"/>
                    <a:pt x="17" y="453"/>
                  </a:cubicBezTo>
                  <a:lnTo>
                    <a:pt x="33" y="453"/>
                  </a:lnTo>
                  <a:cubicBezTo>
                    <a:pt x="49" y="352"/>
                    <a:pt x="49" y="272"/>
                    <a:pt x="49" y="171"/>
                  </a:cubicBezTo>
                  <a:lnTo>
                    <a:pt x="49" y="17"/>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1"/>
            <p:cNvSpPr/>
            <p:nvPr/>
          </p:nvSpPr>
          <p:spPr>
            <a:xfrm>
              <a:off x="491885" y="2392139"/>
              <a:ext cx="144121" cy="70322"/>
            </a:xfrm>
            <a:custGeom>
              <a:rect b="b" l="l" r="r" t="t"/>
              <a:pathLst>
                <a:path extrusionOk="0" h="708" w="1451">
                  <a:moveTo>
                    <a:pt x="1434" y="1"/>
                  </a:moveTo>
                  <a:cubicBezTo>
                    <a:pt x="1232" y="82"/>
                    <a:pt x="1047" y="167"/>
                    <a:pt x="877" y="268"/>
                  </a:cubicBezTo>
                  <a:cubicBezTo>
                    <a:pt x="808" y="304"/>
                    <a:pt x="760" y="320"/>
                    <a:pt x="691" y="352"/>
                  </a:cubicBezTo>
                  <a:cubicBezTo>
                    <a:pt x="542" y="437"/>
                    <a:pt x="372" y="506"/>
                    <a:pt x="222" y="587"/>
                  </a:cubicBezTo>
                  <a:cubicBezTo>
                    <a:pt x="154" y="623"/>
                    <a:pt x="85" y="655"/>
                    <a:pt x="0" y="688"/>
                  </a:cubicBezTo>
                  <a:lnTo>
                    <a:pt x="0" y="708"/>
                  </a:lnTo>
                  <a:lnTo>
                    <a:pt x="20" y="708"/>
                  </a:lnTo>
                  <a:cubicBezTo>
                    <a:pt x="85" y="672"/>
                    <a:pt x="154" y="639"/>
                    <a:pt x="239" y="607"/>
                  </a:cubicBezTo>
                  <a:cubicBezTo>
                    <a:pt x="388" y="538"/>
                    <a:pt x="558" y="453"/>
                    <a:pt x="707" y="385"/>
                  </a:cubicBezTo>
                  <a:cubicBezTo>
                    <a:pt x="776" y="352"/>
                    <a:pt x="828" y="320"/>
                    <a:pt x="877" y="284"/>
                  </a:cubicBezTo>
                  <a:cubicBezTo>
                    <a:pt x="1063" y="203"/>
                    <a:pt x="1249" y="102"/>
                    <a:pt x="1434" y="33"/>
                  </a:cubicBezTo>
                  <a:cubicBezTo>
                    <a:pt x="1451" y="33"/>
                    <a:pt x="1451" y="17"/>
                    <a:pt x="1451" y="17"/>
                  </a:cubicBez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1"/>
            <p:cNvSpPr/>
            <p:nvPr/>
          </p:nvSpPr>
          <p:spPr>
            <a:xfrm>
              <a:off x="686066" y="1700043"/>
              <a:ext cx="6555" cy="81943"/>
            </a:xfrm>
            <a:custGeom>
              <a:rect b="b" l="l" r="r" t="t"/>
              <a:pathLst>
                <a:path extrusionOk="0" h="825" w="66">
                  <a:moveTo>
                    <a:pt x="49" y="1"/>
                  </a:moveTo>
                  <a:cubicBezTo>
                    <a:pt x="33" y="1"/>
                    <a:pt x="33" y="1"/>
                    <a:pt x="33" y="17"/>
                  </a:cubicBezTo>
                  <a:lnTo>
                    <a:pt x="33" y="118"/>
                  </a:lnTo>
                  <a:cubicBezTo>
                    <a:pt x="17" y="336"/>
                    <a:pt x="0" y="586"/>
                    <a:pt x="49" y="808"/>
                  </a:cubicBezTo>
                  <a:cubicBezTo>
                    <a:pt x="49" y="825"/>
                    <a:pt x="49" y="825"/>
                    <a:pt x="65" y="825"/>
                  </a:cubicBezTo>
                  <a:lnTo>
                    <a:pt x="65" y="808"/>
                  </a:lnTo>
                  <a:cubicBezTo>
                    <a:pt x="33" y="586"/>
                    <a:pt x="33" y="336"/>
                    <a:pt x="49" y="118"/>
                  </a:cubicBezTo>
                  <a:cubicBezTo>
                    <a:pt x="49" y="81"/>
                    <a:pt x="49" y="49"/>
                    <a:pt x="65"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1"/>
            <p:cNvSpPr/>
            <p:nvPr/>
          </p:nvSpPr>
          <p:spPr>
            <a:xfrm>
              <a:off x="2118928" y="3028912"/>
              <a:ext cx="3278" cy="40227"/>
            </a:xfrm>
            <a:custGeom>
              <a:rect b="b" l="l" r="r" t="t"/>
              <a:pathLst>
                <a:path extrusionOk="0" h="405" w="33">
                  <a:moveTo>
                    <a:pt x="16" y="1"/>
                  </a:moveTo>
                  <a:cubicBezTo>
                    <a:pt x="0" y="86"/>
                    <a:pt x="0" y="171"/>
                    <a:pt x="0" y="255"/>
                  </a:cubicBezTo>
                  <a:lnTo>
                    <a:pt x="0" y="389"/>
                  </a:lnTo>
                  <a:cubicBezTo>
                    <a:pt x="0" y="389"/>
                    <a:pt x="0" y="405"/>
                    <a:pt x="16" y="405"/>
                  </a:cubicBezTo>
                  <a:lnTo>
                    <a:pt x="16" y="389"/>
                  </a:lnTo>
                  <a:cubicBezTo>
                    <a:pt x="32" y="336"/>
                    <a:pt x="16" y="304"/>
                    <a:pt x="16" y="255"/>
                  </a:cubicBezTo>
                  <a:cubicBezTo>
                    <a:pt x="16" y="171"/>
                    <a:pt x="16" y="86"/>
                    <a:pt x="32"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1"/>
            <p:cNvSpPr/>
            <p:nvPr/>
          </p:nvSpPr>
          <p:spPr>
            <a:xfrm>
              <a:off x="1923059" y="2846750"/>
              <a:ext cx="145809" cy="280990"/>
            </a:xfrm>
            <a:custGeom>
              <a:rect b="b" l="l" r="r" t="t"/>
              <a:pathLst>
                <a:path extrusionOk="0" h="2829" w="1468">
                  <a:moveTo>
                    <a:pt x="1" y="1"/>
                  </a:moveTo>
                  <a:cubicBezTo>
                    <a:pt x="1" y="150"/>
                    <a:pt x="86" y="251"/>
                    <a:pt x="170" y="352"/>
                  </a:cubicBezTo>
                  <a:cubicBezTo>
                    <a:pt x="203" y="389"/>
                    <a:pt x="235" y="437"/>
                    <a:pt x="271" y="474"/>
                  </a:cubicBezTo>
                  <a:cubicBezTo>
                    <a:pt x="591" y="926"/>
                    <a:pt x="926" y="1382"/>
                    <a:pt x="1245" y="1819"/>
                  </a:cubicBezTo>
                  <a:lnTo>
                    <a:pt x="1382" y="1988"/>
                  </a:lnTo>
                  <a:cubicBezTo>
                    <a:pt x="1415" y="2053"/>
                    <a:pt x="1447" y="2106"/>
                    <a:pt x="1447" y="2190"/>
                  </a:cubicBezTo>
                  <a:cubicBezTo>
                    <a:pt x="1431" y="2291"/>
                    <a:pt x="1431" y="2409"/>
                    <a:pt x="1431" y="2526"/>
                  </a:cubicBezTo>
                  <a:cubicBezTo>
                    <a:pt x="1447" y="2574"/>
                    <a:pt x="1447" y="2643"/>
                    <a:pt x="1447" y="2695"/>
                  </a:cubicBezTo>
                  <a:lnTo>
                    <a:pt x="1447" y="2712"/>
                  </a:lnTo>
                  <a:cubicBezTo>
                    <a:pt x="1447" y="2760"/>
                    <a:pt x="1447" y="2776"/>
                    <a:pt x="1415" y="2813"/>
                  </a:cubicBezTo>
                  <a:lnTo>
                    <a:pt x="1415" y="2829"/>
                  </a:lnTo>
                  <a:lnTo>
                    <a:pt x="1431" y="2829"/>
                  </a:lnTo>
                  <a:cubicBezTo>
                    <a:pt x="1467" y="2796"/>
                    <a:pt x="1467" y="2760"/>
                    <a:pt x="1467" y="2712"/>
                  </a:cubicBezTo>
                  <a:lnTo>
                    <a:pt x="1467" y="2695"/>
                  </a:lnTo>
                  <a:lnTo>
                    <a:pt x="1467" y="2510"/>
                  </a:lnTo>
                  <a:lnTo>
                    <a:pt x="1467" y="2190"/>
                  </a:lnTo>
                  <a:cubicBezTo>
                    <a:pt x="1467" y="2106"/>
                    <a:pt x="1447" y="2037"/>
                    <a:pt x="1399" y="1968"/>
                  </a:cubicBezTo>
                  <a:lnTo>
                    <a:pt x="1265" y="1803"/>
                  </a:lnTo>
                  <a:cubicBezTo>
                    <a:pt x="942" y="1362"/>
                    <a:pt x="607" y="910"/>
                    <a:pt x="288" y="453"/>
                  </a:cubicBezTo>
                  <a:cubicBezTo>
                    <a:pt x="271" y="421"/>
                    <a:pt x="235" y="373"/>
                    <a:pt x="203" y="336"/>
                  </a:cubicBezTo>
                  <a:cubicBezTo>
                    <a:pt x="118" y="251"/>
                    <a:pt x="33" y="15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1"/>
            <p:cNvSpPr/>
            <p:nvPr/>
          </p:nvSpPr>
          <p:spPr>
            <a:xfrm>
              <a:off x="751024" y="2171539"/>
              <a:ext cx="6953" cy="95153"/>
            </a:xfrm>
            <a:custGeom>
              <a:rect b="b" l="l" r="r" t="t"/>
              <a:pathLst>
                <a:path extrusionOk="0" h="958" w="70">
                  <a:moveTo>
                    <a:pt x="17" y="0"/>
                  </a:moveTo>
                  <a:cubicBezTo>
                    <a:pt x="1" y="0"/>
                    <a:pt x="1" y="0"/>
                    <a:pt x="1" y="16"/>
                  </a:cubicBezTo>
                  <a:cubicBezTo>
                    <a:pt x="17" y="166"/>
                    <a:pt x="17" y="335"/>
                    <a:pt x="17" y="505"/>
                  </a:cubicBezTo>
                  <a:lnTo>
                    <a:pt x="17" y="788"/>
                  </a:lnTo>
                  <a:lnTo>
                    <a:pt x="17" y="824"/>
                  </a:lnTo>
                  <a:cubicBezTo>
                    <a:pt x="17" y="873"/>
                    <a:pt x="1" y="909"/>
                    <a:pt x="53" y="958"/>
                  </a:cubicBezTo>
                  <a:lnTo>
                    <a:pt x="70" y="958"/>
                  </a:lnTo>
                  <a:lnTo>
                    <a:pt x="70" y="941"/>
                  </a:lnTo>
                  <a:cubicBezTo>
                    <a:pt x="37" y="909"/>
                    <a:pt x="37" y="873"/>
                    <a:pt x="37" y="824"/>
                  </a:cubicBezTo>
                  <a:lnTo>
                    <a:pt x="37" y="788"/>
                  </a:lnTo>
                  <a:lnTo>
                    <a:pt x="37" y="505"/>
                  </a:lnTo>
                  <a:cubicBezTo>
                    <a:pt x="37" y="335"/>
                    <a:pt x="53" y="166"/>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1"/>
            <p:cNvSpPr/>
            <p:nvPr/>
          </p:nvSpPr>
          <p:spPr>
            <a:xfrm>
              <a:off x="2088833" y="3501997"/>
              <a:ext cx="95153" cy="103993"/>
            </a:xfrm>
            <a:custGeom>
              <a:rect b="b" l="l" r="r" t="t"/>
              <a:pathLst>
                <a:path extrusionOk="0" h="1047" w="958">
                  <a:moveTo>
                    <a:pt x="0" y="1"/>
                  </a:moveTo>
                  <a:lnTo>
                    <a:pt x="0" y="37"/>
                  </a:lnTo>
                  <a:cubicBezTo>
                    <a:pt x="117" y="138"/>
                    <a:pt x="218" y="271"/>
                    <a:pt x="319" y="388"/>
                  </a:cubicBezTo>
                  <a:cubicBezTo>
                    <a:pt x="404" y="473"/>
                    <a:pt x="469" y="558"/>
                    <a:pt x="537" y="643"/>
                  </a:cubicBezTo>
                  <a:cubicBezTo>
                    <a:pt x="586" y="675"/>
                    <a:pt x="622" y="724"/>
                    <a:pt x="671" y="776"/>
                  </a:cubicBezTo>
                  <a:cubicBezTo>
                    <a:pt x="739" y="877"/>
                    <a:pt x="824" y="978"/>
                    <a:pt x="941" y="1047"/>
                  </a:cubicBezTo>
                  <a:lnTo>
                    <a:pt x="958" y="1047"/>
                  </a:lnTo>
                  <a:lnTo>
                    <a:pt x="958" y="1011"/>
                  </a:lnTo>
                  <a:cubicBezTo>
                    <a:pt x="840" y="962"/>
                    <a:pt x="756" y="861"/>
                    <a:pt x="687" y="760"/>
                  </a:cubicBezTo>
                  <a:cubicBezTo>
                    <a:pt x="638" y="708"/>
                    <a:pt x="606" y="659"/>
                    <a:pt x="570" y="623"/>
                  </a:cubicBezTo>
                  <a:cubicBezTo>
                    <a:pt x="485" y="542"/>
                    <a:pt x="420" y="457"/>
                    <a:pt x="352" y="372"/>
                  </a:cubicBezTo>
                  <a:cubicBezTo>
                    <a:pt x="234" y="255"/>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1"/>
            <p:cNvSpPr/>
            <p:nvPr/>
          </p:nvSpPr>
          <p:spPr>
            <a:xfrm>
              <a:off x="1815987" y="2903762"/>
              <a:ext cx="6853" cy="46683"/>
            </a:xfrm>
            <a:custGeom>
              <a:rect b="b" l="l" r="r" t="t"/>
              <a:pathLst>
                <a:path extrusionOk="0" h="470" w="69">
                  <a:moveTo>
                    <a:pt x="69" y="1"/>
                  </a:moveTo>
                  <a:cubicBezTo>
                    <a:pt x="53" y="1"/>
                    <a:pt x="53" y="1"/>
                    <a:pt x="53" y="17"/>
                  </a:cubicBezTo>
                  <a:cubicBezTo>
                    <a:pt x="0" y="102"/>
                    <a:pt x="20" y="203"/>
                    <a:pt x="20" y="303"/>
                  </a:cubicBezTo>
                  <a:lnTo>
                    <a:pt x="20" y="453"/>
                  </a:lnTo>
                  <a:cubicBezTo>
                    <a:pt x="20" y="469"/>
                    <a:pt x="20" y="469"/>
                    <a:pt x="37" y="469"/>
                  </a:cubicBezTo>
                  <a:lnTo>
                    <a:pt x="53" y="469"/>
                  </a:lnTo>
                  <a:lnTo>
                    <a:pt x="53" y="303"/>
                  </a:lnTo>
                  <a:cubicBezTo>
                    <a:pt x="37" y="203"/>
                    <a:pt x="37" y="118"/>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1"/>
            <p:cNvSpPr/>
            <p:nvPr/>
          </p:nvSpPr>
          <p:spPr>
            <a:xfrm>
              <a:off x="2153791" y="3079071"/>
              <a:ext cx="6953" cy="47080"/>
            </a:xfrm>
            <a:custGeom>
              <a:rect b="b" l="l" r="r" t="t"/>
              <a:pathLst>
                <a:path extrusionOk="0" h="474" w="70">
                  <a:moveTo>
                    <a:pt x="53" y="1"/>
                  </a:moveTo>
                  <a:cubicBezTo>
                    <a:pt x="53" y="1"/>
                    <a:pt x="33" y="1"/>
                    <a:pt x="33" y="17"/>
                  </a:cubicBezTo>
                  <a:cubicBezTo>
                    <a:pt x="17" y="86"/>
                    <a:pt x="17" y="171"/>
                    <a:pt x="17" y="235"/>
                  </a:cubicBezTo>
                  <a:cubicBezTo>
                    <a:pt x="17" y="304"/>
                    <a:pt x="33" y="373"/>
                    <a:pt x="17" y="457"/>
                  </a:cubicBezTo>
                  <a:cubicBezTo>
                    <a:pt x="1" y="457"/>
                    <a:pt x="17" y="457"/>
                    <a:pt x="17" y="474"/>
                  </a:cubicBezTo>
                  <a:lnTo>
                    <a:pt x="33" y="457"/>
                  </a:lnTo>
                  <a:cubicBezTo>
                    <a:pt x="53" y="389"/>
                    <a:pt x="53" y="304"/>
                    <a:pt x="53" y="235"/>
                  </a:cubicBezTo>
                  <a:cubicBezTo>
                    <a:pt x="53" y="171"/>
                    <a:pt x="53" y="86"/>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1"/>
            <p:cNvSpPr/>
            <p:nvPr/>
          </p:nvSpPr>
          <p:spPr>
            <a:xfrm>
              <a:off x="1521886" y="2316752"/>
              <a:ext cx="178984" cy="327872"/>
            </a:xfrm>
            <a:custGeom>
              <a:rect b="b" l="l" r="r" t="t"/>
              <a:pathLst>
                <a:path extrusionOk="0" h="3301" w="1802">
                  <a:moveTo>
                    <a:pt x="69" y="0"/>
                  </a:moveTo>
                  <a:cubicBezTo>
                    <a:pt x="53" y="0"/>
                    <a:pt x="53" y="17"/>
                    <a:pt x="53" y="17"/>
                  </a:cubicBezTo>
                  <a:cubicBezTo>
                    <a:pt x="0" y="170"/>
                    <a:pt x="0" y="271"/>
                    <a:pt x="133" y="404"/>
                  </a:cubicBezTo>
                  <a:cubicBezTo>
                    <a:pt x="271" y="538"/>
                    <a:pt x="372" y="707"/>
                    <a:pt x="489" y="861"/>
                  </a:cubicBezTo>
                  <a:cubicBezTo>
                    <a:pt x="537" y="926"/>
                    <a:pt x="574" y="978"/>
                    <a:pt x="622" y="1043"/>
                  </a:cubicBezTo>
                  <a:lnTo>
                    <a:pt x="1079" y="1649"/>
                  </a:lnTo>
                  <a:cubicBezTo>
                    <a:pt x="1281" y="1935"/>
                    <a:pt x="1483" y="2222"/>
                    <a:pt x="1701" y="2509"/>
                  </a:cubicBezTo>
                  <a:cubicBezTo>
                    <a:pt x="1749" y="2594"/>
                    <a:pt x="1786" y="2679"/>
                    <a:pt x="1786" y="2760"/>
                  </a:cubicBezTo>
                  <a:cubicBezTo>
                    <a:pt x="1769" y="2844"/>
                    <a:pt x="1786" y="2929"/>
                    <a:pt x="1786" y="3014"/>
                  </a:cubicBezTo>
                  <a:lnTo>
                    <a:pt x="1786" y="3147"/>
                  </a:lnTo>
                  <a:lnTo>
                    <a:pt x="1786" y="3184"/>
                  </a:lnTo>
                  <a:cubicBezTo>
                    <a:pt x="1786" y="3216"/>
                    <a:pt x="1786" y="3248"/>
                    <a:pt x="1749" y="3285"/>
                  </a:cubicBezTo>
                  <a:lnTo>
                    <a:pt x="1749" y="3301"/>
                  </a:lnTo>
                  <a:lnTo>
                    <a:pt x="1769" y="3301"/>
                  </a:lnTo>
                  <a:cubicBezTo>
                    <a:pt x="1802" y="3265"/>
                    <a:pt x="1802" y="3216"/>
                    <a:pt x="1802" y="3184"/>
                  </a:cubicBezTo>
                  <a:lnTo>
                    <a:pt x="1802" y="3147"/>
                  </a:lnTo>
                  <a:lnTo>
                    <a:pt x="1802" y="3014"/>
                  </a:lnTo>
                  <a:lnTo>
                    <a:pt x="1802" y="2760"/>
                  </a:lnTo>
                  <a:cubicBezTo>
                    <a:pt x="1802" y="2659"/>
                    <a:pt x="1786" y="2578"/>
                    <a:pt x="1717" y="2493"/>
                  </a:cubicBezTo>
                  <a:cubicBezTo>
                    <a:pt x="1515" y="2206"/>
                    <a:pt x="1297" y="1919"/>
                    <a:pt x="1095" y="1633"/>
                  </a:cubicBezTo>
                  <a:lnTo>
                    <a:pt x="638" y="1027"/>
                  </a:lnTo>
                  <a:cubicBezTo>
                    <a:pt x="590" y="978"/>
                    <a:pt x="558" y="909"/>
                    <a:pt x="505" y="861"/>
                  </a:cubicBezTo>
                  <a:cubicBezTo>
                    <a:pt x="404" y="691"/>
                    <a:pt x="287" y="522"/>
                    <a:pt x="154" y="388"/>
                  </a:cubicBezTo>
                  <a:cubicBezTo>
                    <a:pt x="32" y="271"/>
                    <a:pt x="32" y="170"/>
                    <a:pt x="69" y="17"/>
                  </a:cubicBezTo>
                  <a:cubicBezTo>
                    <a:pt x="85" y="17"/>
                    <a:pt x="69" y="17"/>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1"/>
            <p:cNvSpPr/>
            <p:nvPr/>
          </p:nvSpPr>
          <p:spPr>
            <a:xfrm>
              <a:off x="1737719" y="2331948"/>
              <a:ext cx="145312" cy="270959"/>
            </a:xfrm>
            <a:custGeom>
              <a:rect b="b" l="l" r="r" t="t"/>
              <a:pathLst>
                <a:path extrusionOk="0" h="2728" w="1463">
                  <a:moveTo>
                    <a:pt x="101" y="1"/>
                  </a:moveTo>
                  <a:lnTo>
                    <a:pt x="81" y="17"/>
                  </a:lnTo>
                  <a:cubicBezTo>
                    <a:pt x="49" y="66"/>
                    <a:pt x="49" y="118"/>
                    <a:pt x="49" y="167"/>
                  </a:cubicBezTo>
                  <a:lnTo>
                    <a:pt x="49" y="251"/>
                  </a:lnTo>
                  <a:cubicBezTo>
                    <a:pt x="0" y="607"/>
                    <a:pt x="101" y="890"/>
                    <a:pt x="336" y="1213"/>
                  </a:cubicBezTo>
                  <a:cubicBezTo>
                    <a:pt x="586" y="1516"/>
                    <a:pt x="808" y="1851"/>
                    <a:pt x="1027" y="2186"/>
                  </a:cubicBezTo>
                  <a:cubicBezTo>
                    <a:pt x="1128" y="2324"/>
                    <a:pt x="1229" y="2473"/>
                    <a:pt x="1330" y="2627"/>
                  </a:cubicBezTo>
                  <a:cubicBezTo>
                    <a:pt x="1330" y="2627"/>
                    <a:pt x="1330" y="2643"/>
                    <a:pt x="1346" y="2643"/>
                  </a:cubicBezTo>
                  <a:cubicBezTo>
                    <a:pt x="1362" y="2675"/>
                    <a:pt x="1378" y="2728"/>
                    <a:pt x="1447" y="2728"/>
                  </a:cubicBezTo>
                  <a:cubicBezTo>
                    <a:pt x="1463" y="2708"/>
                    <a:pt x="1447" y="2708"/>
                    <a:pt x="1447" y="2708"/>
                  </a:cubicBezTo>
                  <a:cubicBezTo>
                    <a:pt x="1394" y="2691"/>
                    <a:pt x="1378" y="2659"/>
                    <a:pt x="1362" y="2627"/>
                  </a:cubicBezTo>
                  <a:lnTo>
                    <a:pt x="1346" y="2607"/>
                  </a:lnTo>
                  <a:cubicBezTo>
                    <a:pt x="1245" y="2457"/>
                    <a:pt x="1144" y="2304"/>
                    <a:pt x="1059" y="2170"/>
                  </a:cubicBezTo>
                  <a:cubicBezTo>
                    <a:pt x="841" y="1851"/>
                    <a:pt x="606" y="1496"/>
                    <a:pt x="368" y="1193"/>
                  </a:cubicBezTo>
                  <a:cubicBezTo>
                    <a:pt x="118" y="874"/>
                    <a:pt x="33" y="587"/>
                    <a:pt x="81" y="268"/>
                  </a:cubicBezTo>
                  <a:lnTo>
                    <a:pt x="81" y="167"/>
                  </a:lnTo>
                  <a:cubicBezTo>
                    <a:pt x="65" y="118"/>
                    <a:pt x="65" y="66"/>
                    <a:pt x="101" y="17"/>
                  </a:cubicBezTo>
                  <a:lnTo>
                    <a:pt x="1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1"/>
            <p:cNvSpPr/>
            <p:nvPr/>
          </p:nvSpPr>
          <p:spPr>
            <a:xfrm>
              <a:off x="1088928" y="3191010"/>
              <a:ext cx="4867" cy="88797"/>
            </a:xfrm>
            <a:custGeom>
              <a:rect b="b" l="l" r="r" t="t"/>
              <a:pathLst>
                <a:path extrusionOk="0" h="894" w="49">
                  <a:moveTo>
                    <a:pt x="16" y="1"/>
                  </a:moveTo>
                  <a:cubicBezTo>
                    <a:pt x="0" y="1"/>
                    <a:pt x="0" y="1"/>
                    <a:pt x="0" y="17"/>
                  </a:cubicBezTo>
                  <a:cubicBezTo>
                    <a:pt x="16" y="154"/>
                    <a:pt x="16" y="304"/>
                    <a:pt x="16" y="441"/>
                  </a:cubicBezTo>
                  <a:lnTo>
                    <a:pt x="16" y="724"/>
                  </a:lnTo>
                  <a:lnTo>
                    <a:pt x="16" y="760"/>
                  </a:lnTo>
                  <a:cubicBezTo>
                    <a:pt x="16" y="809"/>
                    <a:pt x="16" y="845"/>
                    <a:pt x="33" y="878"/>
                  </a:cubicBezTo>
                  <a:lnTo>
                    <a:pt x="49" y="894"/>
                  </a:lnTo>
                  <a:lnTo>
                    <a:pt x="49" y="878"/>
                  </a:lnTo>
                  <a:cubicBezTo>
                    <a:pt x="33" y="845"/>
                    <a:pt x="33" y="809"/>
                    <a:pt x="49" y="760"/>
                  </a:cubicBezTo>
                  <a:lnTo>
                    <a:pt x="49" y="708"/>
                  </a:lnTo>
                  <a:cubicBezTo>
                    <a:pt x="33" y="623"/>
                    <a:pt x="33" y="542"/>
                    <a:pt x="49" y="441"/>
                  </a:cubicBezTo>
                  <a:cubicBezTo>
                    <a:pt x="49" y="304"/>
                    <a:pt x="49" y="15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1"/>
            <p:cNvSpPr/>
            <p:nvPr/>
          </p:nvSpPr>
          <p:spPr>
            <a:xfrm>
              <a:off x="2080390" y="2951935"/>
              <a:ext cx="102007" cy="147299"/>
            </a:xfrm>
            <a:custGeom>
              <a:rect b="b" l="l" r="r" t="t"/>
              <a:pathLst>
                <a:path extrusionOk="0" h="1483" w="1027">
                  <a:moveTo>
                    <a:pt x="85" y="0"/>
                  </a:moveTo>
                  <a:cubicBezTo>
                    <a:pt x="65" y="0"/>
                    <a:pt x="65" y="0"/>
                    <a:pt x="65" y="20"/>
                  </a:cubicBezTo>
                  <a:cubicBezTo>
                    <a:pt x="0" y="138"/>
                    <a:pt x="49" y="222"/>
                    <a:pt x="117" y="303"/>
                  </a:cubicBezTo>
                  <a:cubicBezTo>
                    <a:pt x="235" y="473"/>
                    <a:pt x="352" y="643"/>
                    <a:pt x="469" y="808"/>
                  </a:cubicBezTo>
                  <a:cubicBezTo>
                    <a:pt x="521" y="861"/>
                    <a:pt x="554" y="929"/>
                    <a:pt x="606" y="978"/>
                  </a:cubicBezTo>
                  <a:cubicBezTo>
                    <a:pt x="691" y="1111"/>
                    <a:pt x="792" y="1249"/>
                    <a:pt x="893" y="1398"/>
                  </a:cubicBezTo>
                  <a:lnTo>
                    <a:pt x="909" y="1414"/>
                  </a:lnTo>
                  <a:cubicBezTo>
                    <a:pt x="925" y="1451"/>
                    <a:pt x="958" y="1483"/>
                    <a:pt x="1010" y="1483"/>
                  </a:cubicBezTo>
                  <a:lnTo>
                    <a:pt x="1026" y="1483"/>
                  </a:lnTo>
                  <a:lnTo>
                    <a:pt x="1026" y="1467"/>
                  </a:lnTo>
                  <a:lnTo>
                    <a:pt x="1010" y="1467"/>
                  </a:lnTo>
                  <a:cubicBezTo>
                    <a:pt x="974" y="1467"/>
                    <a:pt x="958" y="1434"/>
                    <a:pt x="925" y="1398"/>
                  </a:cubicBezTo>
                  <a:lnTo>
                    <a:pt x="925" y="1382"/>
                  </a:lnTo>
                  <a:cubicBezTo>
                    <a:pt x="808" y="1232"/>
                    <a:pt x="707" y="1095"/>
                    <a:pt x="622" y="962"/>
                  </a:cubicBezTo>
                  <a:cubicBezTo>
                    <a:pt x="590" y="909"/>
                    <a:pt x="538" y="845"/>
                    <a:pt x="505" y="792"/>
                  </a:cubicBezTo>
                  <a:cubicBezTo>
                    <a:pt x="388" y="626"/>
                    <a:pt x="251" y="457"/>
                    <a:pt x="134" y="287"/>
                  </a:cubicBezTo>
                  <a:cubicBezTo>
                    <a:pt x="65" y="202"/>
                    <a:pt x="33" y="138"/>
                    <a:pt x="85" y="20"/>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1"/>
            <p:cNvSpPr/>
            <p:nvPr/>
          </p:nvSpPr>
          <p:spPr>
            <a:xfrm>
              <a:off x="517114" y="2846750"/>
              <a:ext cx="123759" cy="57112"/>
            </a:xfrm>
            <a:custGeom>
              <a:rect b="b" l="l" r="r" t="t"/>
              <a:pathLst>
                <a:path extrusionOk="0" h="575" w="1246">
                  <a:moveTo>
                    <a:pt x="1213" y="1"/>
                  </a:moveTo>
                  <a:cubicBezTo>
                    <a:pt x="1213" y="70"/>
                    <a:pt x="1160" y="86"/>
                    <a:pt x="1112" y="86"/>
                  </a:cubicBezTo>
                  <a:cubicBezTo>
                    <a:pt x="1096" y="86"/>
                    <a:pt x="1079" y="102"/>
                    <a:pt x="1043" y="102"/>
                  </a:cubicBezTo>
                  <a:cubicBezTo>
                    <a:pt x="793" y="219"/>
                    <a:pt x="538" y="320"/>
                    <a:pt x="288" y="437"/>
                  </a:cubicBezTo>
                  <a:lnTo>
                    <a:pt x="17" y="554"/>
                  </a:lnTo>
                  <a:cubicBezTo>
                    <a:pt x="1" y="554"/>
                    <a:pt x="1" y="554"/>
                    <a:pt x="1" y="575"/>
                  </a:cubicBezTo>
                  <a:lnTo>
                    <a:pt x="17" y="575"/>
                  </a:lnTo>
                  <a:lnTo>
                    <a:pt x="304" y="453"/>
                  </a:lnTo>
                  <a:cubicBezTo>
                    <a:pt x="554" y="352"/>
                    <a:pt x="809" y="235"/>
                    <a:pt x="1059" y="134"/>
                  </a:cubicBezTo>
                  <a:cubicBezTo>
                    <a:pt x="1079" y="118"/>
                    <a:pt x="1096" y="118"/>
                    <a:pt x="1128" y="118"/>
                  </a:cubicBezTo>
                  <a:cubicBezTo>
                    <a:pt x="1180" y="102"/>
                    <a:pt x="1229" y="102"/>
                    <a:pt x="1245" y="17"/>
                  </a:cubicBezTo>
                  <a:cubicBezTo>
                    <a:pt x="1245" y="1"/>
                    <a:pt x="1245" y="1"/>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1"/>
            <p:cNvSpPr/>
            <p:nvPr/>
          </p:nvSpPr>
          <p:spPr>
            <a:xfrm>
              <a:off x="1861279" y="2054335"/>
              <a:ext cx="6953" cy="40227"/>
            </a:xfrm>
            <a:custGeom>
              <a:rect b="b" l="l" r="r" t="t"/>
              <a:pathLst>
                <a:path extrusionOk="0" h="405" w="70">
                  <a:moveTo>
                    <a:pt x="49" y="1"/>
                  </a:moveTo>
                  <a:cubicBezTo>
                    <a:pt x="49" y="1"/>
                    <a:pt x="33" y="1"/>
                    <a:pt x="33" y="17"/>
                  </a:cubicBezTo>
                  <a:cubicBezTo>
                    <a:pt x="17" y="69"/>
                    <a:pt x="17" y="134"/>
                    <a:pt x="17" y="203"/>
                  </a:cubicBezTo>
                  <a:cubicBezTo>
                    <a:pt x="17" y="271"/>
                    <a:pt x="33" y="336"/>
                    <a:pt x="17" y="388"/>
                  </a:cubicBezTo>
                  <a:cubicBezTo>
                    <a:pt x="1" y="404"/>
                    <a:pt x="17" y="404"/>
                    <a:pt x="17" y="404"/>
                  </a:cubicBezTo>
                  <a:lnTo>
                    <a:pt x="33" y="404"/>
                  </a:lnTo>
                  <a:cubicBezTo>
                    <a:pt x="49" y="336"/>
                    <a:pt x="49" y="271"/>
                    <a:pt x="49" y="203"/>
                  </a:cubicBezTo>
                  <a:cubicBezTo>
                    <a:pt x="49" y="134"/>
                    <a:pt x="49" y="85"/>
                    <a:pt x="69" y="17"/>
                  </a:cubicBezTo>
                  <a:cubicBezTo>
                    <a:pt x="69" y="17"/>
                    <a:pt x="69"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1"/>
            <p:cNvSpPr/>
            <p:nvPr/>
          </p:nvSpPr>
          <p:spPr>
            <a:xfrm>
              <a:off x="980167" y="2893731"/>
              <a:ext cx="5364" cy="95153"/>
            </a:xfrm>
            <a:custGeom>
              <a:rect b="b" l="l" r="r" t="t"/>
              <a:pathLst>
                <a:path extrusionOk="0" h="958" w="54">
                  <a:moveTo>
                    <a:pt x="17" y="1"/>
                  </a:moveTo>
                  <a:cubicBezTo>
                    <a:pt x="1" y="1"/>
                    <a:pt x="1" y="17"/>
                    <a:pt x="1" y="17"/>
                  </a:cubicBezTo>
                  <a:cubicBezTo>
                    <a:pt x="33" y="49"/>
                    <a:pt x="33" y="102"/>
                    <a:pt x="33" y="150"/>
                  </a:cubicBezTo>
                  <a:lnTo>
                    <a:pt x="33" y="740"/>
                  </a:lnTo>
                  <a:lnTo>
                    <a:pt x="33" y="942"/>
                  </a:lnTo>
                  <a:cubicBezTo>
                    <a:pt x="33" y="942"/>
                    <a:pt x="33" y="958"/>
                    <a:pt x="53" y="958"/>
                  </a:cubicBezTo>
                  <a:lnTo>
                    <a:pt x="53" y="942"/>
                  </a:lnTo>
                  <a:lnTo>
                    <a:pt x="53" y="740"/>
                  </a:lnTo>
                  <a:lnTo>
                    <a:pt x="53" y="150"/>
                  </a:lnTo>
                  <a:cubicBezTo>
                    <a:pt x="53" y="102"/>
                    <a:pt x="53" y="4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1"/>
            <p:cNvSpPr/>
            <p:nvPr/>
          </p:nvSpPr>
          <p:spPr>
            <a:xfrm>
              <a:off x="749435" y="2507356"/>
              <a:ext cx="6953" cy="81943"/>
            </a:xfrm>
            <a:custGeom>
              <a:rect b="b" l="l" r="r" t="t"/>
              <a:pathLst>
                <a:path extrusionOk="0" h="825" w="70">
                  <a:moveTo>
                    <a:pt x="33" y="0"/>
                  </a:moveTo>
                  <a:cubicBezTo>
                    <a:pt x="17" y="0"/>
                    <a:pt x="17" y="16"/>
                    <a:pt x="17" y="16"/>
                  </a:cubicBezTo>
                  <a:cubicBezTo>
                    <a:pt x="33" y="134"/>
                    <a:pt x="33" y="255"/>
                    <a:pt x="17" y="372"/>
                  </a:cubicBezTo>
                  <a:cubicBezTo>
                    <a:pt x="17" y="473"/>
                    <a:pt x="1" y="574"/>
                    <a:pt x="17" y="675"/>
                  </a:cubicBezTo>
                  <a:lnTo>
                    <a:pt x="17" y="776"/>
                  </a:lnTo>
                  <a:lnTo>
                    <a:pt x="33" y="824"/>
                  </a:lnTo>
                  <a:lnTo>
                    <a:pt x="53" y="824"/>
                  </a:lnTo>
                  <a:lnTo>
                    <a:pt x="53" y="808"/>
                  </a:lnTo>
                  <a:lnTo>
                    <a:pt x="53" y="776"/>
                  </a:lnTo>
                  <a:cubicBezTo>
                    <a:pt x="53" y="740"/>
                    <a:pt x="53" y="707"/>
                    <a:pt x="33" y="675"/>
                  </a:cubicBezTo>
                  <a:cubicBezTo>
                    <a:pt x="33" y="574"/>
                    <a:pt x="33" y="473"/>
                    <a:pt x="53" y="372"/>
                  </a:cubicBezTo>
                  <a:cubicBezTo>
                    <a:pt x="53" y="255"/>
                    <a:pt x="69" y="134"/>
                    <a:pt x="33" y="16"/>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1"/>
            <p:cNvSpPr/>
            <p:nvPr/>
          </p:nvSpPr>
          <p:spPr>
            <a:xfrm>
              <a:off x="2081979" y="2382108"/>
              <a:ext cx="100418" cy="193982"/>
            </a:xfrm>
            <a:custGeom>
              <a:rect b="b" l="l" r="r" t="t"/>
              <a:pathLst>
                <a:path extrusionOk="0" h="1953" w="1011">
                  <a:moveTo>
                    <a:pt x="33" y="1"/>
                  </a:moveTo>
                  <a:cubicBezTo>
                    <a:pt x="17" y="1"/>
                    <a:pt x="17" y="1"/>
                    <a:pt x="17" y="17"/>
                  </a:cubicBezTo>
                  <a:cubicBezTo>
                    <a:pt x="33" y="82"/>
                    <a:pt x="33" y="167"/>
                    <a:pt x="17" y="235"/>
                  </a:cubicBezTo>
                  <a:cubicBezTo>
                    <a:pt x="1" y="369"/>
                    <a:pt x="33" y="470"/>
                    <a:pt x="101" y="571"/>
                  </a:cubicBezTo>
                  <a:cubicBezTo>
                    <a:pt x="219" y="708"/>
                    <a:pt x="303" y="874"/>
                    <a:pt x="404" y="1043"/>
                  </a:cubicBezTo>
                  <a:cubicBezTo>
                    <a:pt x="437" y="1128"/>
                    <a:pt x="489" y="1213"/>
                    <a:pt x="538" y="1294"/>
                  </a:cubicBezTo>
                  <a:cubicBezTo>
                    <a:pt x="574" y="1346"/>
                    <a:pt x="606" y="1395"/>
                    <a:pt x="639" y="1447"/>
                  </a:cubicBezTo>
                  <a:cubicBezTo>
                    <a:pt x="724" y="1580"/>
                    <a:pt x="808" y="1734"/>
                    <a:pt x="877" y="1883"/>
                  </a:cubicBezTo>
                  <a:cubicBezTo>
                    <a:pt x="893" y="1920"/>
                    <a:pt x="926" y="1952"/>
                    <a:pt x="978" y="1952"/>
                  </a:cubicBezTo>
                  <a:cubicBezTo>
                    <a:pt x="994" y="1952"/>
                    <a:pt x="994" y="1952"/>
                    <a:pt x="1010" y="1936"/>
                  </a:cubicBezTo>
                  <a:cubicBezTo>
                    <a:pt x="1010" y="1920"/>
                    <a:pt x="1010" y="1920"/>
                    <a:pt x="994" y="1920"/>
                  </a:cubicBezTo>
                  <a:cubicBezTo>
                    <a:pt x="987" y="1922"/>
                    <a:pt x="981" y="1923"/>
                    <a:pt x="975" y="1923"/>
                  </a:cubicBezTo>
                  <a:cubicBezTo>
                    <a:pt x="934" y="1923"/>
                    <a:pt x="909" y="1881"/>
                    <a:pt x="909" y="1867"/>
                  </a:cubicBezTo>
                  <a:cubicBezTo>
                    <a:pt x="825" y="1718"/>
                    <a:pt x="740" y="1564"/>
                    <a:pt x="655" y="1431"/>
                  </a:cubicBezTo>
                  <a:cubicBezTo>
                    <a:pt x="623" y="1378"/>
                    <a:pt x="590" y="1330"/>
                    <a:pt x="574" y="1294"/>
                  </a:cubicBezTo>
                  <a:cubicBezTo>
                    <a:pt x="522" y="1193"/>
                    <a:pt x="473" y="1112"/>
                    <a:pt x="421" y="1027"/>
                  </a:cubicBezTo>
                  <a:cubicBezTo>
                    <a:pt x="336" y="874"/>
                    <a:pt x="235" y="708"/>
                    <a:pt x="134" y="554"/>
                  </a:cubicBezTo>
                  <a:cubicBezTo>
                    <a:pt x="49" y="453"/>
                    <a:pt x="33" y="369"/>
                    <a:pt x="49" y="235"/>
                  </a:cubicBezTo>
                  <a:lnTo>
                    <a:pt x="49" y="1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1"/>
            <p:cNvSpPr/>
            <p:nvPr/>
          </p:nvSpPr>
          <p:spPr>
            <a:xfrm>
              <a:off x="1132234" y="3690317"/>
              <a:ext cx="5364" cy="44100"/>
            </a:xfrm>
            <a:custGeom>
              <a:rect b="b" l="l" r="r" t="t"/>
              <a:pathLst>
                <a:path extrusionOk="0" h="444" w="54">
                  <a:moveTo>
                    <a:pt x="12" y="0"/>
                  </a:moveTo>
                  <a:cubicBezTo>
                    <a:pt x="10" y="0"/>
                    <a:pt x="6" y="2"/>
                    <a:pt x="1" y="7"/>
                  </a:cubicBezTo>
                  <a:cubicBezTo>
                    <a:pt x="17" y="108"/>
                    <a:pt x="17" y="193"/>
                    <a:pt x="17" y="278"/>
                  </a:cubicBezTo>
                  <a:lnTo>
                    <a:pt x="17" y="427"/>
                  </a:lnTo>
                  <a:lnTo>
                    <a:pt x="17" y="444"/>
                  </a:lnTo>
                  <a:cubicBezTo>
                    <a:pt x="37" y="444"/>
                    <a:pt x="37" y="444"/>
                    <a:pt x="37" y="427"/>
                  </a:cubicBezTo>
                  <a:lnTo>
                    <a:pt x="37" y="278"/>
                  </a:lnTo>
                  <a:cubicBezTo>
                    <a:pt x="37" y="193"/>
                    <a:pt x="53" y="108"/>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1"/>
            <p:cNvSpPr/>
            <p:nvPr/>
          </p:nvSpPr>
          <p:spPr>
            <a:xfrm>
              <a:off x="852932" y="2094462"/>
              <a:ext cx="361245" cy="284169"/>
            </a:xfrm>
            <a:custGeom>
              <a:rect b="b" l="l" r="r" t="t"/>
              <a:pathLst>
                <a:path extrusionOk="0" h="2861" w="3637">
                  <a:moveTo>
                    <a:pt x="3572" y="0"/>
                  </a:moveTo>
                  <a:lnTo>
                    <a:pt x="3572" y="17"/>
                  </a:lnTo>
                  <a:cubicBezTo>
                    <a:pt x="3604" y="85"/>
                    <a:pt x="3604" y="150"/>
                    <a:pt x="3588" y="235"/>
                  </a:cubicBezTo>
                  <a:lnTo>
                    <a:pt x="3588" y="352"/>
                  </a:lnTo>
                  <a:cubicBezTo>
                    <a:pt x="3604" y="538"/>
                    <a:pt x="3604" y="724"/>
                    <a:pt x="3604" y="893"/>
                  </a:cubicBezTo>
                  <a:cubicBezTo>
                    <a:pt x="3588" y="942"/>
                    <a:pt x="3588" y="994"/>
                    <a:pt x="3588" y="1043"/>
                  </a:cubicBezTo>
                  <a:cubicBezTo>
                    <a:pt x="3588" y="1111"/>
                    <a:pt x="3556" y="1144"/>
                    <a:pt x="3487" y="1160"/>
                  </a:cubicBezTo>
                  <a:cubicBezTo>
                    <a:pt x="3233" y="1281"/>
                    <a:pt x="2998" y="1398"/>
                    <a:pt x="2764" y="1515"/>
                  </a:cubicBezTo>
                  <a:cubicBezTo>
                    <a:pt x="2679" y="1548"/>
                    <a:pt x="2578" y="1600"/>
                    <a:pt x="2493" y="1633"/>
                  </a:cubicBezTo>
                  <a:cubicBezTo>
                    <a:pt x="2376" y="1701"/>
                    <a:pt x="2259" y="1750"/>
                    <a:pt x="2158" y="1802"/>
                  </a:cubicBezTo>
                  <a:cubicBezTo>
                    <a:pt x="1855" y="1952"/>
                    <a:pt x="1552" y="2089"/>
                    <a:pt x="1249" y="2238"/>
                  </a:cubicBezTo>
                  <a:cubicBezTo>
                    <a:pt x="1063" y="2323"/>
                    <a:pt x="878" y="2408"/>
                    <a:pt x="692" y="2493"/>
                  </a:cubicBezTo>
                  <a:cubicBezTo>
                    <a:pt x="542" y="2558"/>
                    <a:pt x="373" y="2642"/>
                    <a:pt x="223" y="2711"/>
                  </a:cubicBezTo>
                  <a:cubicBezTo>
                    <a:pt x="171" y="2727"/>
                    <a:pt x="122" y="2760"/>
                    <a:pt x="70" y="2796"/>
                  </a:cubicBezTo>
                  <a:cubicBezTo>
                    <a:pt x="54" y="2796"/>
                    <a:pt x="37" y="2812"/>
                    <a:pt x="1" y="2828"/>
                  </a:cubicBezTo>
                  <a:lnTo>
                    <a:pt x="1" y="2844"/>
                  </a:lnTo>
                  <a:lnTo>
                    <a:pt x="21" y="2861"/>
                  </a:lnTo>
                  <a:lnTo>
                    <a:pt x="21" y="2844"/>
                  </a:lnTo>
                  <a:cubicBezTo>
                    <a:pt x="37" y="2844"/>
                    <a:pt x="70" y="2828"/>
                    <a:pt x="86" y="2812"/>
                  </a:cubicBezTo>
                  <a:cubicBezTo>
                    <a:pt x="138" y="2776"/>
                    <a:pt x="187" y="2760"/>
                    <a:pt x="239" y="2727"/>
                  </a:cubicBezTo>
                  <a:cubicBezTo>
                    <a:pt x="389" y="2659"/>
                    <a:pt x="542" y="2594"/>
                    <a:pt x="708" y="2509"/>
                  </a:cubicBezTo>
                  <a:cubicBezTo>
                    <a:pt x="894" y="2424"/>
                    <a:pt x="1080" y="2339"/>
                    <a:pt x="1265" y="2255"/>
                  </a:cubicBezTo>
                  <a:cubicBezTo>
                    <a:pt x="1568" y="2121"/>
                    <a:pt x="1871" y="1968"/>
                    <a:pt x="2158" y="1835"/>
                  </a:cubicBezTo>
                  <a:cubicBezTo>
                    <a:pt x="2275" y="1766"/>
                    <a:pt x="2392" y="1717"/>
                    <a:pt x="2510" y="1665"/>
                  </a:cubicBezTo>
                  <a:cubicBezTo>
                    <a:pt x="2594" y="1616"/>
                    <a:pt x="2695" y="1584"/>
                    <a:pt x="2780" y="1532"/>
                  </a:cubicBezTo>
                  <a:cubicBezTo>
                    <a:pt x="3015" y="1414"/>
                    <a:pt x="3253" y="1297"/>
                    <a:pt x="3487" y="1196"/>
                  </a:cubicBezTo>
                  <a:cubicBezTo>
                    <a:pt x="3556" y="1160"/>
                    <a:pt x="3621" y="1128"/>
                    <a:pt x="3621" y="1043"/>
                  </a:cubicBezTo>
                  <a:lnTo>
                    <a:pt x="3621" y="893"/>
                  </a:lnTo>
                  <a:cubicBezTo>
                    <a:pt x="3621" y="724"/>
                    <a:pt x="3637" y="538"/>
                    <a:pt x="3621" y="352"/>
                  </a:cubicBezTo>
                  <a:cubicBezTo>
                    <a:pt x="3604" y="320"/>
                    <a:pt x="3621" y="271"/>
                    <a:pt x="3621" y="235"/>
                  </a:cubicBezTo>
                  <a:cubicBezTo>
                    <a:pt x="3621" y="170"/>
                    <a:pt x="3637" y="85"/>
                    <a:pt x="3588" y="17"/>
                  </a:cubicBezTo>
                  <a:cubicBezTo>
                    <a:pt x="3588" y="0"/>
                    <a:pt x="3588" y="0"/>
                    <a:pt x="3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1"/>
            <p:cNvSpPr/>
            <p:nvPr/>
          </p:nvSpPr>
          <p:spPr>
            <a:xfrm>
              <a:off x="2096779" y="2998816"/>
              <a:ext cx="3774" cy="40227"/>
            </a:xfrm>
            <a:custGeom>
              <a:rect b="b" l="l" r="r" t="t"/>
              <a:pathLst>
                <a:path extrusionOk="0" h="405" w="38">
                  <a:moveTo>
                    <a:pt x="37" y="1"/>
                  </a:moveTo>
                  <a:cubicBezTo>
                    <a:pt x="21" y="1"/>
                    <a:pt x="21" y="1"/>
                    <a:pt x="21" y="17"/>
                  </a:cubicBezTo>
                  <a:cubicBezTo>
                    <a:pt x="1" y="102"/>
                    <a:pt x="1" y="171"/>
                    <a:pt x="1" y="255"/>
                  </a:cubicBezTo>
                  <a:lnTo>
                    <a:pt x="1" y="389"/>
                  </a:lnTo>
                  <a:cubicBezTo>
                    <a:pt x="1" y="405"/>
                    <a:pt x="1" y="405"/>
                    <a:pt x="21" y="405"/>
                  </a:cubicBezTo>
                  <a:cubicBezTo>
                    <a:pt x="21" y="405"/>
                    <a:pt x="37" y="405"/>
                    <a:pt x="37" y="389"/>
                  </a:cubicBezTo>
                  <a:lnTo>
                    <a:pt x="37" y="255"/>
                  </a:lnTo>
                  <a:cubicBezTo>
                    <a:pt x="21" y="187"/>
                    <a:pt x="21" y="102"/>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1"/>
            <p:cNvSpPr/>
            <p:nvPr/>
          </p:nvSpPr>
          <p:spPr>
            <a:xfrm>
              <a:off x="978578" y="3227959"/>
              <a:ext cx="6953" cy="88797"/>
            </a:xfrm>
            <a:custGeom>
              <a:rect b="b" l="l" r="r" t="t"/>
              <a:pathLst>
                <a:path extrusionOk="0" h="894" w="70">
                  <a:moveTo>
                    <a:pt x="17" y="1"/>
                  </a:moveTo>
                  <a:lnTo>
                    <a:pt x="0" y="17"/>
                  </a:lnTo>
                  <a:cubicBezTo>
                    <a:pt x="17" y="170"/>
                    <a:pt x="17" y="320"/>
                    <a:pt x="17" y="473"/>
                  </a:cubicBezTo>
                  <a:lnTo>
                    <a:pt x="17" y="740"/>
                  </a:lnTo>
                  <a:lnTo>
                    <a:pt x="17" y="776"/>
                  </a:lnTo>
                  <a:cubicBezTo>
                    <a:pt x="17" y="809"/>
                    <a:pt x="17" y="857"/>
                    <a:pt x="33" y="893"/>
                  </a:cubicBezTo>
                  <a:lnTo>
                    <a:pt x="49" y="893"/>
                  </a:lnTo>
                  <a:cubicBezTo>
                    <a:pt x="49" y="893"/>
                    <a:pt x="69" y="893"/>
                    <a:pt x="49" y="877"/>
                  </a:cubicBezTo>
                  <a:lnTo>
                    <a:pt x="49" y="776"/>
                  </a:lnTo>
                  <a:lnTo>
                    <a:pt x="49" y="740"/>
                  </a:lnTo>
                  <a:lnTo>
                    <a:pt x="49" y="473"/>
                  </a:lnTo>
                  <a:cubicBezTo>
                    <a:pt x="49" y="320"/>
                    <a:pt x="49" y="170"/>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1"/>
            <p:cNvSpPr/>
            <p:nvPr/>
          </p:nvSpPr>
          <p:spPr>
            <a:xfrm>
              <a:off x="2080390" y="3211074"/>
              <a:ext cx="105185" cy="244538"/>
            </a:xfrm>
            <a:custGeom>
              <a:rect b="b" l="l" r="r" t="t"/>
              <a:pathLst>
                <a:path extrusionOk="0" h="2462" w="1059">
                  <a:moveTo>
                    <a:pt x="65" y="1"/>
                  </a:moveTo>
                  <a:cubicBezTo>
                    <a:pt x="0" y="171"/>
                    <a:pt x="33" y="272"/>
                    <a:pt x="134" y="373"/>
                  </a:cubicBezTo>
                  <a:cubicBezTo>
                    <a:pt x="251" y="542"/>
                    <a:pt x="388" y="692"/>
                    <a:pt x="505" y="845"/>
                  </a:cubicBezTo>
                  <a:cubicBezTo>
                    <a:pt x="606" y="979"/>
                    <a:pt x="707" y="1112"/>
                    <a:pt x="808" y="1249"/>
                  </a:cubicBezTo>
                  <a:cubicBezTo>
                    <a:pt x="824" y="1265"/>
                    <a:pt x="824" y="1265"/>
                    <a:pt x="841" y="1281"/>
                  </a:cubicBezTo>
                  <a:cubicBezTo>
                    <a:pt x="873" y="1330"/>
                    <a:pt x="925" y="1399"/>
                    <a:pt x="974" y="1431"/>
                  </a:cubicBezTo>
                  <a:cubicBezTo>
                    <a:pt x="1026" y="1467"/>
                    <a:pt x="1043" y="1516"/>
                    <a:pt x="1026" y="1601"/>
                  </a:cubicBezTo>
                  <a:lnTo>
                    <a:pt x="1026" y="1770"/>
                  </a:lnTo>
                  <a:cubicBezTo>
                    <a:pt x="1026" y="1855"/>
                    <a:pt x="1026" y="1936"/>
                    <a:pt x="1010" y="2021"/>
                  </a:cubicBezTo>
                  <a:cubicBezTo>
                    <a:pt x="1010" y="2073"/>
                    <a:pt x="1010" y="2122"/>
                    <a:pt x="1026" y="2190"/>
                  </a:cubicBezTo>
                  <a:lnTo>
                    <a:pt x="1026" y="2291"/>
                  </a:lnTo>
                  <a:cubicBezTo>
                    <a:pt x="1026" y="2340"/>
                    <a:pt x="1026" y="2392"/>
                    <a:pt x="1010" y="2441"/>
                  </a:cubicBezTo>
                  <a:lnTo>
                    <a:pt x="1010" y="2461"/>
                  </a:lnTo>
                  <a:lnTo>
                    <a:pt x="1026" y="2461"/>
                  </a:lnTo>
                  <a:cubicBezTo>
                    <a:pt x="1059" y="2409"/>
                    <a:pt x="1059" y="2360"/>
                    <a:pt x="1059" y="2291"/>
                  </a:cubicBezTo>
                  <a:cubicBezTo>
                    <a:pt x="1059" y="2259"/>
                    <a:pt x="1059" y="2223"/>
                    <a:pt x="1043" y="2190"/>
                  </a:cubicBezTo>
                  <a:cubicBezTo>
                    <a:pt x="1043" y="2122"/>
                    <a:pt x="1026" y="2073"/>
                    <a:pt x="1043" y="2021"/>
                  </a:cubicBezTo>
                  <a:cubicBezTo>
                    <a:pt x="1059" y="1936"/>
                    <a:pt x="1059" y="1855"/>
                    <a:pt x="1059" y="1770"/>
                  </a:cubicBezTo>
                  <a:lnTo>
                    <a:pt x="1059" y="1601"/>
                  </a:lnTo>
                  <a:cubicBezTo>
                    <a:pt x="1059" y="1500"/>
                    <a:pt x="1043" y="1451"/>
                    <a:pt x="994" y="1415"/>
                  </a:cubicBezTo>
                  <a:cubicBezTo>
                    <a:pt x="942" y="1366"/>
                    <a:pt x="893" y="1314"/>
                    <a:pt x="857" y="1265"/>
                  </a:cubicBezTo>
                  <a:lnTo>
                    <a:pt x="824" y="1229"/>
                  </a:lnTo>
                  <a:cubicBezTo>
                    <a:pt x="723" y="1096"/>
                    <a:pt x="622" y="962"/>
                    <a:pt x="521" y="845"/>
                  </a:cubicBezTo>
                  <a:cubicBezTo>
                    <a:pt x="404" y="676"/>
                    <a:pt x="267" y="522"/>
                    <a:pt x="150" y="356"/>
                  </a:cubicBezTo>
                  <a:cubicBezTo>
                    <a:pt x="49" y="239"/>
                    <a:pt x="33" y="154"/>
                    <a:pt x="101" y="17"/>
                  </a:cubicBezTo>
                  <a:cubicBezTo>
                    <a:pt x="101" y="17"/>
                    <a:pt x="101" y="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1"/>
            <p:cNvSpPr/>
            <p:nvPr/>
          </p:nvSpPr>
          <p:spPr>
            <a:xfrm>
              <a:off x="1734143" y="3697071"/>
              <a:ext cx="48570" cy="37346"/>
            </a:xfrm>
            <a:custGeom>
              <a:rect b="b" l="l" r="r" t="t"/>
              <a:pathLst>
                <a:path extrusionOk="0" h="376" w="489">
                  <a:moveTo>
                    <a:pt x="22" y="1"/>
                  </a:moveTo>
                  <a:cubicBezTo>
                    <a:pt x="19" y="1"/>
                    <a:pt x="16" y="3"/>
                    <a:pt x="16" y="8"/>
                  </a:cubicBezTo>
                  <a:cubicBezTo>
                    <a:pt x="0" y="8"/>
                    <a:pt x="0" y="8"/>
                    <a:pt x="0" y="24"/>
                  </a:cubicBezTo>
                  <a:cubicBezTo>
                    <a:pt x="53" y="93"/>
                    <a:pt x="117" y="141"/>
                    <a:pt x="186" y="194"/>
                  </a:cubicBezTo>
                  <a:cubicBezTo>
                    <a:pt x="218" y="226"/>
                    <a:pt x="255" y="242"/>
                    <a:pt x="287" y="275"/>
                  </a:cubicBezTo>
                  <a:cubicBezTo>
                    <a:pt x="303" y="295"/>
                    <a:pt x="303" y="295"/>
                    <a:pt x="319" y="311"/>
                  </a:cubicBezTo>
                  <a:cubicBezTo>
                    <a:pt x="356" y="343"/>
                    <a:pt x="388" y="376"/>
                    <a:pt x="440" y="376"/>
                  </a:cubicBezTo>
                  <a:lnTo>
                    <a:pt x="489" y="376"/>
                  </a:lnTo>
                  <a:lnTo>
                    <a:pt x="489" y="359"/>
                  </a:lnTo>
                  <a:cubicBezTo>
                    <a:pt x="489" y="359"/>
                    <a:pt x="489" y="343"/>
                    <a:pt x="473" y="343"/>
                  </a:cubicBezTo>
                  <a:cubicBezTo>
                    <a:pt x="457" y="351"/>
                    <a:pt x="443" y="354"/>
                    <a:pt x="430" y="354"/>
                  </a:cubicBezTo>
                  <a:cubicBezTo>
                    <a:pt x="389" y="354"/>
                    <a:pt x="364" y="320"/>
                    <a:pt x="339" y="295"/>
                  </a:cubicBezTo>
                  <a:cubicBezTo>
                    <a:pt x="339" y="275"/>
                    <a:pt x="319" y="275"/>
                    <a:pt x="303" y="258"/>
                  </a:cubicBezTo>
                  <a:cubicBezTo>
                    <a:pt x="271" y="226"/>
                    <a:pt x="238" y="194"/>
                    <a:pt x="202" y="174"/>
                  </a:cubicBezTo>
                  <a:cubicBezTo>
                    <a:pt x="137" y="125"/>
                    <a:pt x="69" y="73"/>
                    <a:pt x="36" y="8"/>
                  </a:cubicBezTo>
                  <a:cubicBezTo>
                    <a:pt x="36" y="8"/>
                    <a:pt x="27"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1"/>
            <p:cNvSpPr/>
            <p:nvPr/>
          </p:nvSpPr>
          <p:spPr>
            <a:xfrm>
              <a:off x="478576" y="2559105"/>
              <a:ext cx="157430" cy="75487"/>
            </a:xfrm>
            <a:custGeom>
              <a:rect b="b" l="l" r="r" t="t"/>
              <a:pathLst>
                <a:path extrusionOk="0" h="760" w="1585">
                  <a:moveTo>
                    <a:pt x="1568" y="0"/>
                  </a:moveTo>
                  <a:cubicBezTo>
                    <a:pt x="1500" y="17"/>
                    <a:pt x="1431" y="53"/>
                    <a:pt x="1366" y="85"/>
                  </a:cubicBezTo>
                  <a:cubicBezTo>
                    <a:pt x="1346" y="85"/>
                    <a:pt x="1330" y="101"/>
                    <a:pt x="1298" y="101"/>
                  </a:cubicBezTo>
                  <a:cubicBezTo>
                    <a:pt x="1144" y="186"/>
                    <a:pt x="979" y="271"/>
                    <a:pt x="809" y="340"/>
                  </a:cubicBezTo>
                  <a:cubicBezTo>
                    <a:pt x="538" y="457"/>
                    <a:pt x="272" y="590"/>
                    <a:pt x="1" y="724"/>
                  </a:cubicBezTo>
                  <a:lnTo>
                    <a:pt x="1" y="744"/>
                  </a:lnTo>
                  <a:lnTo>
                    <a:pt x="17" y="760"/>
                  </a:lnTo>
                  <a:cubicBezTo>
                    <a:pt x="288" y="606"/>
                    <a:pt x="558" y="489"/>
                    <a:pt x="825" y="372"/>
                  </a:cubicBezTo>
                  <a:cubicBezTo>
                    <a:pt x="979" y="287"/>
                    <a:pt x="1144" y="219"/>
                    <a:pt x="1314" y="138"/>
                  </a:cubicBezTo>
                  <a:cubicBezTo>
                    <a:pt x="1330" y="118"/>
                    <a:pt x="1366" y="118"/>
                    <a:pt x="1383" y="101"/>
                  </a:cubicBezTo>
                  <a:cubicBezTo>
                    <a:pt x="1447" y="69"/>
                    <a:pt x="1500" y="37"/>
                    <a:pt x="1568" y="17"/>
                  </a:cubicBezTo>
                  <a:lnTo>
                    <a:pt x="1585" y="17"/>
                  </a:lnTo>
                  <a:cubicBezTo>
                    <a:pt x="1585" y="0"/>
                    <a:pt x="1568" y="0"/>
                    <a:pt x="1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1"/>
            <p:cNvSpPr/>
            <p:nvPr/>
          </p:nvSpPr>
          <p:spPr>
            <a:xfrm>
              <a:off x="851343" y="2288245"/>
              <a:ext cx="361245" cy="257748"/>
            </a:xfrm>
            <a:custGeom>
              <a:rect b="b" l="l" r="r" t="t"/>
              <a:pathLst>
                <a:path extrusionOk="0" h="2595" w="3637">
                  <a:moveTo>
                    <a:pt x="3604" y="1"/>
                  </a:moveTo>
                  <a:cubicBezTo>
                    <a:pt x="3588" y="1"/>
                    <a:pt x="3588" y="1"/>
                    <a:pt x="3588" y="17"/>
                  </a:cubicBezTo>
                  <a:cubicBezTo>
                    <a:pt x="3604" y="186"/>
                    <a:pt x="3604" y="356"/>
                    <a:pt x="3604" y="522"/>
                  </a:cubicBezTo>
                  <a:cubicBezTo>
                    <a:pt x="3604" y="623"/>
                    <a:pt x="3588" y="724"/>
                    <a:pt x="3604" y="845"/>
                  </a:cubicBezTo>
                  <a:cubicBezTo>
                    <a:pt x="3604" y="893"/>
                    <a:pt x="3552" y="910"/>
                    <a:pt x="3519" y="926"/>
                  </a:cubicBezTo>
                  <a:lnTo>
                    <a:pt x="3503" y="946"/>
                  </a:lnTo>
                  <a:lnTo>
                    <a:pt x="3386" y="994"/>
                  </a:lnTo>
                  <a:cubicBezTo>
                    <a:pt x="3200" y="1079"/>
                    <a:pt x="3014" y="1180"/>
                    <a:pt x="2812" y="1265"/>
                  </a:cubicBezTo>
                  <a:cubicBezTo>
                    <a:pt x="2679" y="1330"/>
                    <a:pt x="2542" y="1398"/>
                    <a:pt x="2408" y="1451"/>
                  </a:cubicBezTo>
                  <a:cubicBezTo>
                    <a:pt x="2275" y="1516"/>
                    <a:pt x="2158" y="1568"/>
                    <a:pt x="2037" y="1617"/>
                  </a:cubicBezTo>
                  <a:cubicBezTo>
                    <a:pt x="1584" y="1835"/>
                    <a:pt x="1112" y="2037"/>
                    <a:pt x="659" y="2259"/>
                  </a:cubicBezTo>
                  <a:cubicBezTo>
                    <a:pt x="522" y="2323"/>
                    <a:pt x="389" y="2376"/>
                    <a:pt x="255" y="2441"/>
                  </a:cubicBezTo>
                  <a:cubicBezTo>
                    <a:pt x="203" y="2477"/>
                    <a:pt x="138" y="2493"/>
                    <a:pt x="86" y="2525"/>
                  </a:cubicBezTo>
                  <a:cubicBezTo>
                    <a:pt x="70" y="2542"/>
                    <a:pt x="37" y="2562"/>
                    <a:pt x="17" y="2562"/>
                  </a:cubicBezTo>
                  <a:lnTo>
                    <a:pt x="1" y="2578"/>
                  </a:lnTo>
                  <a:lnTo>
                    <a:pt x="17" y="2594"/>
                  </a:lnTo>
                  <a:cubicBezTo>
                    <a:pt x="53" y="2578"/>
                    <a:pt x="70" y="2562"/>
                    <a:pt x="102" y="2542"/>
                  </a:cubicBezTo>
                  <a:cubicBezTo>
                    <a:pt x="154" y="2525"/>
                    <a:pt x="203" y="2493"/>
                    <a:pt x="271" y="2477"/>
                  </a:cubicBezTo>
                  <a:cubicBezTo>
                    <a:pt x="405" y="2408"/>
                    <a:pt x="542" y="2340"/>
                    <a:pt x="675" y="2275"/>
                  </a:cubicBezTo>
                  <a:cubicBezTo>
                    <a:pt x="1128" y="2073"/>
                    <a:pt x="1584" y="1855"/>
                    <a:pt x="2057" y="1653"/>
                  </a:cubicBezTo>
                  <a:cubicBezTo>
                    <a:pt x="2174" y="1584"/>
                    <a:pt x="2291" y="1532"/>
                    <a:pt x="2408" y="1483"/>
                  </a:cubicBezTo>
                  <a:cubicBezTo>
                    <a:pt x="2542" y="1415"/>
                    <a:pt x="2695" y="1350"/>
                    <a:pt x="2829" y="1281"/>
                  </a:cubicBezTo>
                  <a:cubicBezTo>
                    <a:pt x="3014" y="1196"/>
                    <a:pt x="3216" y="1112"/>
                    <a:pt x="3402" y="1011"/>
                  </a:cubicBezTo>
                  <a:lnTo>
                    <a:pt x="3519" y="962"/>
                  </a:lnTo>
                  <a:cubicBezTo>
                    <a:pt x="3572" y="946"/>
                    <a:pt x="3620" y="910"/>
                    <a:pt x="3620" y="825"/>
                  </a:cubicBezTo>
                  <a:lnTo>
                    <a:pt x="3620" y="522"/>
                  </a:lnTo>
                  <a:cubicBezTo>
                    <a:pt x="3620" y="356"/>
                    <a:pt x="3637" y="186"/>
                    <a:pt x="3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1"/>
            <p:cNvSpPr/>
            <p:nvPr/>
          </p:nvSpPr>
          <p:spPr>
            <a:xfrm>
              <a:off x="1033505" y="2871680"/>
              <a:ext cx="6953" cy="95551"/>
            </a:xfrm>
            <a:custGeom>
              <a:rect b="b" l="l" r="r" t="t"/>
              <a:pathLst>
                <a:path extrusionOk="0" h="962" w="70">
                  <a:moveTo>
                    <a:pt x="21" y="0"/>
                  </a:moveTo>
                  <a:cubicBezTo>
                    <a:pt x="1" y="0"/>
                    <a:pt x="1" y="21"/>
                    <a:pt x="1" y="21"/>
                  </a:cubicBezTo>
                  <a:cubicBezTo>
                    <a:pt x="37" y="101"/>
                    <a:pt x="37" y="186"/>
                    <a:pt x="37" y="271"/>
                  </a:cubicBezTo>
                  <a:lnTo>
                    <a:pt x="37" y="340"/>
                  </a:lnTo>
                  <a:lnTo>
                    <a:pt x="37" y="760"/>
                  </a:lnTo>
                  <a:lnTo>
                    <a:pt x="37" y="946"/>
                  </a:lnTo>
                  <a:cubicBezTo>
                    <a:pt x="37" y="962"/>
                    <a:pt x="37" y="962"/>
                    <a:pt x="53" y="962"/>
                  </a:cubicBezTo>
                  <a:lnTo>
                    <a:pt x="53" y="946"/>
                  </a:lnTo>
                  <a:lnTo>
                    <a:pt x="53" y="760"/>
                  </a:lnTo>
                  <a:lnTo>
                    <a:pt x="53" y="340"/>
                  </a:lnTo>
                  <a:lnTo>
                    <a:pt x="53" y="271"/>
                  </a:lnTo>
                  <a:cubicBezTo>
                    <a:pt x="70" y="186"/>
                    <a:pt x="70" y="85"/>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1"/>
            <p:cNvSpPr/>
            <p:nvPr/>
          </p:nvSpPr>
          <p:spPr>
            <a:xfrm>
              <a:off x="746257" y="3159326"/>
              <a:ext cx="6555" cy="81943"/>
            </a:xfrm>
            <a:custGeom>
              <a:rect b="b" l="l" r="r" t="t"/>
              <a:pathLst>
                <a:path extrusionOk="0" h="825" w="66">
                  <a:moveTo>
                    <a:pt x="49" y="1"/>
                  </a:moveTo>
                  <a:cubicBezTo>
                    <a:pt x="33" y="1"/>
                    <a:pt x="33" y="17"/>
                    <a:pt x="33" y="17"/>
                  </a:cubicBezTo>
                  <a:cubicBezTo>
                    <a:pt x="33" y="69"/>
                    <a:pt x="33" y="118"/>
                    <a:pt x="17" y="170"/>
                  </a:cubicBezTo>
                  <a:cubicBezTo>
                    <a:pt x="17" y="389"/>
                    <a:pt x="0" y="607"/>
                    <a:pt x="17" y="825"/>
                  </a:cubicBezTo>
                  <a:lnTo>
                    <a:pt x="49" y="825"/>
                  </a:lnTo>
                  <a:cubicBezTo>
                    <a:pt x="17" y="607"/>
                    <a:pt x="33" y="389"/>
                    <a:pt x="49" y="170"/>
                  </a:cubicBezTo>
                  <a:cubicBezTo>
                    <a:pt x="49" y="118"/>
                    <a:pt x="49" y="69"/>
                    <a:pt x="65" y="17"/>
                  </a:cubicBezTo>
                  <a:cubicBezTo>
                    <a:pt x="65" y="17"/>
                    <a:pt x="49" y="17"/>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1"/>
            <p:cNvSpPr/>
            <p:nvPr/>
          </p:nvSpPr>
          <p:spPr>
            <a:xfrm>
              <a:off x="2120518" y="3547388"/>
              <a:ext cx="4867" cy="41816"/>
            </a:xfrm>
            <a:custGeom>
              <a:rect b="b" l="l" r="r" t="t"/>
              <a:pathLst>
                <a:path extrusionOk="0" h="421" w="49">
                  <a:moveTo>
                    <a:pt x="16" y="0"/>
                  </a:moveTo>
                  <a:cubicBezTo>
                    <a:pt x="0" y="85"/>
                    <a:pt x="0" y="186"/>
                    <a:pt x="0" y="267"/>
                  </a:cubicBezTo>
                  <a:cubicBezTo>
                    <a:pt x="16" y="303"/>
                    <a:pt x="16" y="368"/>
                    <a:pt x="0" y="404"/>
                  </a:cubicBezTo>
                  <a:cubicBezTo>
                    <a:pt x="0" y="420"/>
                    <a:pt x="16" y="420"/>
                    <a:pt x="16" y="420"/>
                  </a:cubicBezTo>
                  <a:lnTo>
                    <a:pt x="33" y="420"/>
                  </a:lnTo>
                  <a:lnTo>
                    <a:pt x="33" y="251"/>
                  </a:lnTo>
                  <a:cubicBezTo>
                    <a:pt x="33" y="186"/>
                    <a:pt x="33" y="101"/>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1"/>
            <p:cNvSpPr/>
            <p:nvPr/>
          </p:nvSpPr>
          <p:spPr>
            <a:xfrm>
              <a:off x="2153791" y="3206306"/>
              <a:ext cx="6953" cy="40227"/>
            </a:xfrm>
            <a:custGeom>
              <a:rect b="b" l="l" r="r" t="t"/>
              <a:pathLst>
                <a:path extrusionOk="0" h="405" w="70">
                  <a:moveTo>
                    <a:pt x="33" y="0"/>
                  </a:moveTo>
                  <a:cubicBezTo>
                    <a:pt x="17" y="65"/>
                    <a:pt x="17" y="134"/>
                    <a:pt x="17" y="202"/>
                  </a:cubicBezTo>
                  <a:cubicBezTo>
                    <a:pt x="17" y="267"/>
                    <a:pt x="33" y="320"/>
                    <a:pt x="17" y="388"/>
                  </a:cubicBezTo>
                  <a:cubicBezTo>
                    <a:pt x="1" y="388"/>
                    <a:pt x="17" y="404"/>
                    <a:pt x="17" y="404"/>
                  </a:cubicBezTo>
                  <a:lnTo>
                    <a:pt x="33" y="388"/>
                  </a:lnTo>
                  <a:cubicBezTo>
                    <a:pt x="53" y="320"/>
                    <a:pt x="53" y="267"/>
                    <a:pt x="53" y="202"/>
                  </a:cubicBezTo>
                  <a:cubicBezTo>
                    <a:pt x="53" y="134"/>
                    <a:pt x="53" y="65"/>
                    <a:pt x="69" y="17"/>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1"/>
            <p:cNvSpPr/>
            <p:nvPr/>
          </p:nvSpPr>
          <p:spPr>
            <a:xfrm>
              <a:off x="1135809" y="2664588"/>
              <a:ext cx="6555" cy="86810"/>
            </a:xfrm>
            <a:custGeom>
              <a:rect b="b" l="l" r="r" t="t"/>
              <a:pathLst>
                <a:path extrusionOk="0" h="874" w="66">
                  <a:moveTo>
                    <a:pt x="1" y="1"/>
                  </a:moveTo>
                  <a:lnTo>
                    <a:pt x="1" y="187"/>
                  </a:lnTo>
                  <a:lnTo>
                    <a:pt x="1" y="692"/>
                  </a:lnTo>
                  <a:cubicBezTo>
                    <a:pt x="1" y="756"/>
                    <a:pt x="17" y="825"/>
                    <a:pt x="33" y="873"/>
                  </a:cubicBezTo>
                  <a:lnTo>
                    <a:pt x="49" y="873"/>
                  </a:lnTo>
                  <a:cubicBezTo>
                    <a:pt x="49" y="873"/>
                    <a:pt x="66" y="873"/>
                    <a:pt x="49" y="857"/>
                  </a:cubicBezTo>
                  <a:cubicBezTo>
                    <a:pt x="33" y="809"/>
                    <a:pt x="33" y="756"/>
                    <a:pt x="33" y="692"/>
                  </a:cubicBezTo>
                  <a:lnTo>
                    <a:pt x="33" y="18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1"/>
            <p:cNvSpPr/>
            <p:nvPr/>
          </p:nvSpPr>
          <p:spPr>
            <a:xfrm>
              <a:off x="856607" y="1720106"/>
              <a:ext cx="355981" cy="319131"/>
            </a:xfrm>
            <a:custGeom>
              <a:rect b="b" l="l" r="r" t="t"/>
              <a:pathLst>
                <a:path extrusionOk="0" h="3213" w="3584">
                  <a:moveTo>
                    <a:pt x="3535" y="0"/>
                  </a:moveTo>
                  <a:lnTo>
                    <a:pt x="3535" y="17"/>
                  </a:lnTo>
                  <a:cubicBezTo>
                    <a:pt x="3567" y="33"/>
                    <a:pt x="3551" y="65"/>
                    <a:pt x="3551" y="101"/>
                  </a:cubicBezTo>
                  <a:lnTo>
                    <a:pt x="3551" y="118"/>
                  </a:lnTo>
                  <a:lnTo>
                    <a:pt x="3551" y="437"/>
                  </a:lnTo>
                  <a:cubicBezTo>
                    <a:pt x="3551" y="687"/>
                    <a:pt x="3551" y="958"/>
                    <a:pt x="3567" y="1212"/>
                  </a:cubicBezTo>
                  <a:cubicBezTo>
                    <a:pt x="3567" y="1293"/>
                    <a:pt x="3535" y="1330"/>
                    <a:pt x="3466" y="1362"/>
                  </a:cubicBezTo>
                  <a:cubicBezTo>
                    <a:pt x="2913" y="1665"/>
                    <a:pt x="2339" y="1968"/>
                    <a:pt x="1851" y="2222"/>
                  </a:cubicBezTo>
                  <a:cubicBezTo>
                    <a:pt x="1531" y="2388"/>
                    <a:pt x="1228" y="2558"/>
                    <a:pt x="909" y="2707"/>
                  </a:cubicBezTo>
                  <a:lnTo>
                    <a:pt x="352" y="3010"/>
                  </a:lnTo>
                  <a:cubicBezTo>
                    <a:pt x="267" y="3063"/>
                    <a:pt x="202" y="3095"/>
                    <a:pt x="118" y="3131"/>
                  </a:cubicBezTo>
                  <a:lnTo>
                    <a:pt x="17" y="3196"/>
                  </a:lnTo>
                  <a:cubicBezTo>
                    <a:pt x="0" y="3196"/>
                    <a:pt x="0" y="3196"/>
                    <a:pt x="0" y="3212"/>
                  </a:cubicBezTo>
                  <a:lnTo>
                    <a:pt x="17" y="3212"/>
                  </a:lnTo>
                  <a:lnTo>
                    <a:pt x="134" y="3164"/>
                  </a:lnTo>
                  <a:cubicBezTo>
                    <a:pt x="202" y="3111"/>
                    <a:pt x="287" y="3079"/>
                    <a:pt x="368" y="3046"/>
                  </a:cubicBezTo>
                  <a:lnTo>
                    <a:pt x="925" y="2743"/>
                  </a:lnTo>
                  <a:cubicBezTo>
                    <a:pt x="1245" y="2574"/>
                    <a:pt x="1548" y="2404"/>
                    <a:pt x="1867" y="2238"/>
                  </a:cubicBezTo>
                  <a:cubicBezTo>
                    <a:pt x="2339" y="1984"/>
                    <a:pt x="2913" y="1681"/>
                    <a:pt x="3483" y="1394"/>
                  </a:cubicBezTo>
                  <a:cubicBezTo>
                    <a:pt x="3551" y="1362"/>
                    <a:pt x="3584" y="1313"/>
                    <a:pt x="3584" y="1212"/>
                  </a:cubicBezTo>
                  <a:lnTo>
                    <a:pt x="3584" y="437"/>
                  </a:lnTo>
                  <a:lnTo>
                    <a:pt x="3584" y="118"/>
                  </a:lnTo>
                  <a:lnTo>
                    <a:pt x="3584" y="101"/>
                  </a:lnTo>
                  <a:cubicBezTo>
                    <a:pt x="3584" y="65"/>
                    <a:pt x="3584" y="33"/>
                    <a:pt x="3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1"/>
            <p:cNvSpPr/>
            <p:nvPr/>
          </p:nvSpPr>
          <p:spPr>
            <a:xfrm>
              <a:off x="1582077" y="3425417"/>
              <a:ext cx="6853" cy="81943"/>
            </a:xfrm>
            <a:custGeom>
              <a:rect b="b" l="l" r="r" t="t"/>
              <a:pathLst>
                <a:path extrusionOk="0" h="825" w="69">
                  <a:moveTo>
                    <a:pt x="53" y="0"/>
                  </a:moveTo>
                  <a:lnTo>
                    <a:pt x="32" y="16"/>
                  </a:lnTo>
                  <a:cubicBezTo>
                    <a:pt x="16" y="150"/>
                    <a:pt x="16" y="283"/>
                    <a:pt x="16" y="404"/>
                  </a:cubicBezTo>
                  <a:cubicBezTo>
                    <a:pt x="16" y="485"/>
                    <a:pt x="32" y="570"/>
                    <a:pt x="16" y="655"/>
                  </a:cubicBezTo>
                  <a:lnTo>
                    <a:pt x="16" y="707"/>
                  </a:lnTo>
                  <a:cubicBezTo>
                    <a:pt x="32" y="739"/>
                    <a:pt x="32" y="772"/>
                    <a:pt x="16" y="788"/>
                  </a:cubicBezTo>
                  <a:cubicBezTo>
                    <a:pt x="0" y="808"/>
                    <a:pt x="16" y="808"/>
                    <a:pt x="16" y="808"/>
                  </a:cubicBezTo>
                  <a:lnTo>
                    <a:pt x="16" y="824"/>
                  </a:lnTo>
                  <a:lnTo>
                    <a:pt x="32" y="808"/>
                  </a:lnTo>
                  <a:cubicBezTo>
                    <a:pt x="53" y="772"/>
                    <a:pt x="53" y="739"/>
                    <a:pt x="53" y="707"/>
                  </a:cubicBezTo>
                  <a:lnTo>
                    <a:pt x="53" y="655"/>
                  </a:lnTo>
                  <a:lnTo>
                    <a:pt x="53" y="404"/>
                  </a:lnTo>
                  <a:cubicBezTo>
                    <a:pt x="53" y="283"/>
                    <a:pt x="53" y="150"/>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1"/>
            <p:cNvSpPr/>
            <p:nvPr/>
          </p:nvSpPr>
          <p:spPr>
            <a:xfrm>
              <a:off x="672458" y="2958689"/>
              <a:ext cx="147299" cy="152166"/>
            </a:xfrm>
            <a:custGeom>
              <a:rect b="b" l="l" r="r" t="t"/>
              <a:pathLst>
                <a:path extrusionOk="0" h="1532" w="1483">
                  <a:moveTo>
                    <a:pt x="1450" y="1"/>
                  </a:moveTo>
                  <a:lnTo>
                    <a:pt x="1434" y="17"/>
                  </a:lnTo>
                  <a:cubicBezTo>
                    <a:pt x="1467" y="203"/>
                    <a:pt x="1450" y="389"/>
                    <a:pt x="1450" y="575"/>
                  </a:cubicBezTo>
                  <a:lnTo>
                    <a:pt x="1450" y="910"/>
                  </a:lnTo>
                  <a:cubicBezTo>
                    <a:pt x="1450" y="962"/>
                    <a:pt x="1414" y="979"/>
                    <a:pt x="1366" y="995"/>
                  </a:cubicBezTo>
                  <a:lnTo>
                    <a:pt x="1349" y="995"/>
                  </a:lnTo>
                  <a:cubicBezTo>
                    <a:pt x="978" y="1144"/>
                    <a:pt x="606" y="1282"/>
                    <a:pt x="271" y="1431"/>
                  </a:cubicBezTo>
                  <a:cubicBezTo>
                    <a:pt x="255" y="1431"/>
                    <a:pt x="238" y="1447"/>
                    <a:pt x="222" y="1447"/>
                  </a:cubicBezTo>
                  <a:cubicBezTo>
                    <a:pt x="166" y="1477"/>
                    <a:pt x="110" y="1504"/>
                    <a:pt x="56" y="1504"/>
                  </a:cubicBezTo>
                  <a:cubicBezTo>
                    <a:pt x="44" y="1504"/>
                    <a:pt x="32" y="1503"/>
                    <a:pt x="20" y="1500"/>
                  </a:cubicBezTo>
                  <a:cubicBezTo>
                    <a:pt x="20" y="1500"/>
                    <a:pt x="0" y="1500"/>
                    <a:pt x="0" y="1516"/>
                  </a:cubicBezTo>
                  <a:lnTo>
                    <a:pt x="20" y="1532"/>
                  </a:lnTo>
                  <a:lnTo>
                    <a:pt x="37" y="1532"/>
                  </a:lnTo>
                  <a:cubicBezTo>
                    <a:pt x="121" y="1532"/>
                    <a:pt x="170" y="1500"/>
                    <a:pt x="238" y="1467"/>
                  </a:cubicBezTo>
                  <a:cubicBezTo>
                    <a:pt x="255" y="1467"/>
                    <a:pt x="271" y="1467"/>
                    <a:pt x="287" y="1447"/>
                  </a:cubicBezTo>
                  <a:cubicBezTo>
                    <a:pt x="626" y="1314"/>
                    <a:pt x="994" y="1164"/>
                    <a:pt x="1366" y="1027"/>
                  </a:cubicBezTo>
                  <a:lnTo>
                    <a:pt x="1382" y="1011"/>
                  </a:lnTo>
                  <a:cubicBezTo>
                    <a:pt x="1414" y="1011"/>
                    <a:pt x="1483" y="979"/>
                    <a:pt x="1483" y="910"/>
                  </a:cubicBezTo>
                  <a:lnTo>
                    <a:pt x="1483" y="575"/>
                  </a:lnTo>
                  <a:cubicBezTo>
                    <a:pt x="1483" y="389"/>
                    <a:pt x="1483" y="203"/>
                    <a:pt x="1467" y="17"/>
                  </a:cubicBezTo>
                  <a:cubicBezTo>
                    <a:pt x="1467" y="1"/>
                    <a:pt x="1467" y="1"/>
                    <a:pt x="1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1"/>
            <p:cNvSpPr/>
            <p:nvPr/>
          </p:nvSpPr>
          <p:spPr>
            <a:xfrm>
              <a:off x="1740897" y="2305131"/>
              <a:ext cx="169051" cy="347935"/>
            </a:xfrm>
            <a:custGeom>
              <a:rect b="b" l="l" r="r" t="t"/>
              <a:pathLst>
                <a:path extrusionOk="0" h="3503" w="1702">
                  <a:moveTo>
                    <a:pt x="69" y="0"/>
                  </a:moveTo>
                  <a:cubicBezTo>
                    <a:pt x="49" y="0"/>
                    <a:pt x="49" y="0"/>
                    <a:pt x="49" y="16"/>
                  </a:cubicBezTo>
                  <a:cubicBezTo>
                    <a:pt x="1" y="117"/>
                    <a:pt x="17" y="218"/>
                    <a:pt x="102" y="303"/>
                  </a:cubicBezTo>
                  <a:cubicBezTo>
                    <a:pt x="187" y="404"/>
                    <a:pt x="251" y="505"/>
                    <a:pt x="320" y="622"/>
                  </a:cubicBezTo>
                  <a:cubicBezTo>
                    <a:pt x="352" y="675"/>
                    <a:pt x="389" y="723"/>
                    <a:pt x="421" y="776"/>
                  </a:cubicBezTo>
                  <a:cubicBezTo>
                    <a:pt x="639" y="1079"/>
                    <a:pt x="857" y="1398"/>
                    <a:pt x="1059" y="1717"/>
                  </a:cubicBezTo>
                  <a:cubicBezTo>
                    <a:pt x="1180" y="1887"/>
                    <a:pt x="1281" y="2052"/>
                    <a:pt x="1399" y="2222"/>
                  </a:cubicBezTo>
                  <a:cubicBezTo>
                    <a:pt x="1415" y="2254"/>
                    <a:pt x="1431" y="2291"/>
                    <a:pt x="1431" y="2307"/>
                  </a:cubicBezTo>
                  <a:lnTo>
                    <a:pt x="1431" y="2541"/>
                  </a:lnTo>
                  <a:cubicBezTo>
                    <a:pt x="1447" y="2675"/>
                    <a:pt x="1447" y="2828"/>
                    <a:pt x="1415" y="2961"/>
                  </a:cubicBezTo>
                  <a:cubicBezTo>
                    <a:pt x="1399" y="3062"/>
                    <a:pt x="1463" y="3147"/>
                    <a:pt x="1516" y="3216"/>
                  </a:cubicBezTo>
                  <a:cubicBezTo>
                    <a:pt x="1600" y="3301"/>
                    <a:pt x="1633" y="3402"/>
                    <a:pt x="1665" y="3483"/>
                  </a:cubicBezTo>
                  <a:lnTo>
                    <a:pt x="1685" y="3503"/>
                  </a:lnTo>
                  <a:lnTo>
                    <a:pt x="1701" y="3483"/>
                  </a:lnTo>
                  <a:cubicBezTo>
                    <a:pt x="1665" y="3382"/>
                    <a:pt x="1633" y="3281"/>
                    <a:pt x="1548" y="3200"/>
                  </a:cubicBezTo>
                  <a:cubicBezTo>
                    <a:pt x="1483" y="3131"/>
                    <a:pt x="1431" y="3062"/>
                    <a:pt x="1447" y="2961"/>
                  </a:cubicBezTo>
                  <a:cubicBezTo>
                    <a:pt x="1463" y="2828"/>
                    <a:pt x="1463" y="2675"/>
                    <a:pt x="1463" y="2541"/>
                  </a:cubicBezTo>
                  <a:lnTo>
                    <a:pt x="1463" y="2307"/>
                  </a:lnTo>
                  <a:cubicBezTo>
                    <a:pt x="1463" y="2271"/>
                    <a:pt x="1447" y="2238"/>
                    <a:pt x="1415" y="2206"/>
                  </a:cubicBezTo>
                  <a:cubicBezTo>
                    <a:pt x="1314" y="2036"/>
                    <a:pt x="1197" y="1867"/>
                    <a:pt x="1079" y="1701"/>
                  </a:cubicBezTo>
                  <a:cubicBezTo>
                    <a:pt x="877" y="1398"/>
                    <a:pt x="655" y="1059"/>
                    <a:pt x="437" y="756"/>
                  </a:cubicBezTo>
                  <a:cubicBezTo>
                    <a:pt x="405" y="707"/>
                    <a:pt x="372" y="655"/>
                    <a:pt x="352" y="606"/>
                  </a:cubicBezTo>
                  <a:cubicBezTo>
                    <a:pt x="288" y="489"/>
                    <a:pt x="219" y="388"/>
                    <a:pt x="118" y="287"/>
                  </a:cubicBezTo>
                  <a:cubicBezTo>
                    <a:pt x="33" y="202"/>
                    <a:pt x="17" y="117"/>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1"/>
            <p:cNvSpPr/>
            <p:nvPr/>
          </p:nvSpPr>
          <p:spPr>
            <a:xfrm>
              <a:off x="1087339" y="1999011"/>
              <a:ext cx="4867" cy="95551"/>
            </a:xfrm>
            <a:custGeom>
              <a:rect b="b" l="l" r="r" t="t"/>
              <a:pathLst>
                <a:path extrusionOk="0" h="962" w="49">
                  <a:moveTo>
                    <a:pt x="0" y="0"/>
                  </a:moveTo>
                  <a:lnTo>
                    <a:pt x="0" y="20"/>
                  </a:lnTo>
                  <a:cubicBezTo>
                    <a:pt x="16" y="137"/>
                    <a:pt x="16" y="255"/>
                    <a:pt x="0" y="372"/>
                  </a:cubicBezTo>
                  <a:lnTo>
                    <a:pt x="0" y="590"/>
                  </a:lnTo>
                  <a:cubicBezTo>
                    <a:pt x="16" y="626"/>
                    <a:pt x="0" y="675"/>
                    <a:pt x="0" y="707"/>
                  </a:cubicBezTo>
                  <a:cubicBezTo>
                    <a:pt x="0" y="792"/>
                    <a:pt x="0" y="877"/>
                    <a:pt x="16" y="961"/>
                  </a:cubicBezTo>
                  <a:lnTo>
                    <a:pt x="32" y="961"/>
                  </a:lnTo>
                  <a:cubicBezTo>
                    <a:pt x="49" y="961"/>
                    <a:pt x="49" y="961"/>
                    <a:pt x="49" y="945"/>
                  </a:cubicBezTo>
                  <a:cubicBezTo>
                    <a:pt x="32" y="877"/>
                    <a:pt x="32" y="792"/>
                    <a:pt x="32" y="707"/>
                  </a:cubicBezTo>
                  <a:lnTo>
                    <a:pt x="32" y="590"/>
                  </a:lnTo>
                  <a:lnTo>
                    <a:pt x="32" y="372"/>
                  </a:lnTo>
                  <a:cubicBezTo>
                    <a:pt x="32" y="255"/>
                    <a:pt x="32" y="137"/>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1"/>
            <p:cNvSpPr/>
            <p:nvPr/>
          </p:nvSpPr>
          <p:spPr>
            <a:xfrm>
              <a:off x="669181" y="3099135"/>
              <a:ext cx="153854" cy="175905"/>
            </a:xfrm>
            <a:custGeom>
              <a:rect b="b" l="l" r="r" t="t"/>
              <a:pathLst>
                <a:path extrusionOk="0" h="1771" w="1549">
                  <a:moveTo>
                    <a:pt x="1483" y="33"/>
                  </a:moveTo>
                  <a:cubicBezTo>
                    <a:pt x="1500" y="102"/>
                    <a:pt x="1500" y="187"/>
                    <a:pt x="1500" y="272"/>
                  </a:cubicBezTo>
                  <a:lnTo>
                    <a:pt x="1500" y="405"/>
                  </a:lnTo>
                  <a:lnTo>
                    <a:pt x="1500" y="675"/>
                  </a:lnTo>
                  <a:cubicBezTo>
                    <a:pt x="1500" y="793"/>
                    <a:pt x="1500" y="926"/>
                    <a:pt x="1516" y="1043"/>
                  </a:cubicBezTo>
                  <a:cubicBezTo>
                    <a:pt x="1532" y="1164"/>
                    <a:pt x="1500" y="1213"/>
                    <a:pt x="1382" y="1245"/>
                  </a:cubicBezTo>
                  <a:cubicBezTo>
                    <a:pt x="1265" y="1281"/>
                    <a:pt x="1144" y="1330"/>
                    <a:pt x="1027" y="1366"/>
                  </a:cubicBezTo>
                  <a:cubicBezTo>
                    <a:pt x="926" y="1415"/>
                    <a:pt x="825" y="1447"/>
                    <a:pt x="724" y="1483"/>
                  </a:cubicBezTo>
                  <a:cubicBezTo>
                    <a:pt x="639" y="1500"/>
                    <a:pt x="558" y="1532"/>
                    <a:pt x="490" y="1568"/>
                  </a:cubicBezTo>
                  <a:cubicBezTo>
                    <a:pt x="336" y="1617"/>
                    <a:pt x="203" y="1685"/>
                    <a:pt x="53" y="1718"/>
                  </a:cubicBezTo>
                  <a:cubicBezTo>
                    <a:pt x="53" y="1685"/>
                    <a:pt x="33" y="1669"/>
                    <a:pt x="33" y="1633"/>
                  </a:cubicBezTo>
                  <a:cubicBezTo>
                    <a:pt x="33" y="1617"/>
                    <a:pt x="17" y="1601"/>
                    <a:pt x="17" y="1568"/>
                  </a:cubicBezTo>
                  <a:cubicBezTo>
                    <a:pt x="33" y="1245"/>
                    <a:pt x="33" y="978"/>
                    <a:pt x="17" y="708"/>
                  </a:cubicBezTo>
                  <a:cubicBezTo>
                    <a:pt x="17" y="607"/>
                    <a:pt x="53" y="558"/>
                    <a:pt x="154" y="522"/>
                  </a:cubicBezTo>
                  <a:cubicBezTo>
                    <a:pt x="490" y="405"/>
                    <a:pt x="825" y="272"/>
                    <a:pt x="1164" y="154"/>
                  </a:cubicBezTo>
                  <a:lnTo>
                    <a:pt x="1483" y="33"/>
                  </a:lnTo>
                  <a:close/>
                  <a:moveTo>
                    <a:pt x="1483" y="1"/>
                  </a:moveTo>
                  <a:lnTo>
                    <a:pt x="1144" y="118"/>
                  </a:lnTo>
                  <a:cubicBezTo>
                    <a:pt x="809" y="255"/>
                    <a:pt x="473" y="372"/>
                    <a:pt x="134" y="490"/>
                  </a:cubicBezTo>
                  <a:cubicBezTo>
                    <a:pt x="33" y="538"/>
                    <a:pt x="1" y="591"/>
                    <a:pt x="1" y="708"/>
                  </a:cubicBezTo>
                  <a:lnTo>
                    <a:pt x="1" y="1568"/>
                  </a:lnTo>
                  <a:lnTo>
                    <a:pt x="1" y="1649"/>
                  </a:lnTo>
                  <a:cubicBezTo>
                    <a:pt x="17" y="1685"/>
                    <a:pt x="33" y="1718"/>
                    <a:pt x="1" y="1750"/>
                  </a:cubicBezTo>
                  <a:lnTo>
                    <a:pt x="1" y="1770"/>
                  </a:lnTo>
                  <a:lnTo>
                    <a:pt x="17" y="1770"/>
                  </a:lnTo>
                  <a:cubicBezTo>
                    <a:pt x="33" y="1750"/>
                    <a:pt x="33" y="1734"/>
                    <a:pt x="33" y="1734"/>
                  </a:cubicBezTo>
                  <a:lnTo>
                    <a:pt x="53" y="1734"/>
                  </a:lnTo>
                  <a:cubicBezTo>
                    <a:pt x="203" y="1702"/>
                    <a:pt x="356" y="1649"/>
                    <a:pt x="490" y="1601"/>
                  </a:cubicBezTo>
                  <a:cubicBezTo>
                    <a:pt x="574" y="1568"/>
                    <a:pt x="659" y="1532"/>
                    <a:pt x="724" y="1500"/>
                  </a:cubicBezTo>
                  <a:cubicBezTo>
                    <a:pt x="825" y="1467"/>
                    <a:pt x="926" y="1431"/>
                    <a:pt x="1027" y="1399"/>
                  </a:cubicBezTo>
                  <a:cubicBezTo>
                    <a:pt x="1144" y="1346"/>
                    <a:pt x="1281" y="1298"/>
                    <a:pt x="1399" y="1265"/>
                  </a:cubicBezTo>
                  <a:cubicBezTo>
                    <a:pt x="1516" y="1229"/>
                    <a:pt x="1548" y="1164"/>
                    <a:pt x="1532" y="1043"/>
                  </a:cubicBezTo>
                  <a:cubicBezTo>
                    <a:pt x="1516" y="926"/>
                    <a:pt x="1516" y="793"/>
                    <a:pt x="1532" y="675"/>
                  </a:cubicBezTo>
                  <a:lnTo>
                    <a:pt x="1532" y="405"/>
                  </a:lnTo>
                  <a:cubicBezTo>
                    <a:pt x="1516" y="356"/>
                    <a:pt x="1516" y="320"/>
                    <a:pt x="1532" y="272"/>
                  </a:cubicBezTo>
                  <a:cubicBezTo>
                    <a:pt x="1532" y="187"/>
                    <a:pt x="1532" y="102"/>
                    <a:pt x="1500" y="17"/>
                  </a:cubicBezTo>
                  <a:lnTo>
                    <a:pt x="15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1"/>
            <p:cNvSpPr/>
            <p:nvPr/>
          </p:nvSpPr>
          <p:spPr>
            <a:xfrm>
              <a:off x="2165412" y="2696372"/>
              <a:ext cx="5364" cy="40127"/>
            </a:xfrm>
            <a:custGeom>
              <a:rect b="b" l="l" r="r" t="t"/>
              <a:pathLst>
                <a:path extrusionOk="0" h="404" w="54">
                  <a:moveTo>
                    <a:pt x="37" y="0"/>
                  </a:moveTo>
                  <a:cubicBezTo>
                    <a:pt x="1" y="85"/>
                    <a:pt x="17" y="170"/>
                    <a:pt x="17" y="250"/>
                  </a:cubicBezTo>
                  <a:lnTo>
                    <a:pt x="17" y="388"/>
                  </a:lnTo>
                  <a:lnTo>
                    <a:pt x="17" y="404"/>
                  </a:lnTo>
                  <a:cubicBezTo>
                    <a:pt x="37" y="404"/>
                    <a:pt x="37" y="388"/>
                    <a:pt x="37" y="388"/>
                  </a:cubicBezTo>
                  <a:lnTo>
                    <a:pt x="37" y="250"/>
                  </a:lnTo>
                  <a:cubicBezTo>
                    <a:pt x="37" y="170"/>
                    <a:pt x="37" y="85"/>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1"/>
            <p:cNvSpPr/>
            <p:nvPr/>
          </p:nvSpPr>
          <p:spPr>
            <a:xfrm>
              <a:off x="1970040" y="2958689"/>
              <a:ext cx="4867" cy="43504"/>
            </a:xfrm>
            <a:custGeom>
              <a:rect b="b" l="l" r="r" t="t"/>
              <a:pathLst>
                <a:path extrusionOk="0" h="438" w="49">
                  <a:moveTo>
                    <a:pt x="33" y="1"/>
                  </a:moveTo>
                  <a:cubicBezTo>
                    <a:pt x="33" y="1"/>
                    <a:pt x="17" y="1"/>
                    <a:pt x="17" y="17"/>
                  </a:cubicBezTo>
                  <a:cubicBezTo>
                    <a:pt x="0" y="86"/>
                    <a:pt x="0" y="154"/>
                    <a:pt x="17" y="219"/>
                  </a:cubicBezTo>
                  <a:cubicBezTo>
                    <a:pt x="17" y="288"/>
                    <a:pt x="17" y="356"/>
                    <a:pt x="0" y="421"/>
                  </a:cubicBezTo>
                  <a:lnTo>
                    <a:pt x="0" y="437"/>
                  </a:lnTo>
                  <a:lnTo>
                    <a:pt x="17" y="437"/>
                  </a:lnTo>
                  <a:lnTo>
                    <a:pt x="17" y="421"/>
                  </a:lnTo>
                  <a:cubicBezTo>
                    <a:pt x="33" y="356"/>
                    <a:pt x="33" y="288"/>
                    <a:pt x="33" y="219"/>
                  </a:cubicBezTo>
                  <a:cubicBezTo>
                    <a:pt x="33" y="154"/>
                    <a:pt x="33" y="86"/>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1"/>
            <p:cNvSpPr/>
            <p:nvPr/>
          </p:nvSpPr>
          <p:spPr>
            <a:xfrm>
              <a:off x="501917" y="3193791"/>
              <a:ext cx="132500" cy="51152"/>
            </a:xfrm>
            <a:custGeom>
              <a:rect b="b" l="l" r="r" t="t"/>
              <a:pathLst>
                <a:path extrusionOk="0" h="515" w="1334">
                  <a:moveTo>
                    <a:pt x="1318" y="0"/>
                  </a:moveTo>
                  <a:cubicBezTo>
                    <a:pt x="1315" y="0"/>
                    <a:pt x="1313" y="3"/>
                    <a:pt x="1313" y="9"/>
                  </a:cubicBezTo>
                  <a:cubicBezTo>
                    <a:pt x="861" y="159"/>
                    <a:pt x="424" y="312"/>
                    <a:pt x="20" y="494"/>
                  </a:cubicBezTo>
                  <a:cubicBezTo>
                    <a:pt x="0" y="494"/>
                    <a:pt x="0" y="494"/>
                    <a:pt x="0" y="514"/>
                  </a:cubicBezTo>
                  <a:lnTo>
                    <a:pt x="20" y="514"/>
                  </a:lnTo>
                  <a:cubicBezTo>
                    <a:pt x="441" y="345"/>
                    <a:pt x="877" y="175"/>
                    <a:pt x="1333" y="25"/>
                  </a:cubicBezTo>
                  <a:lnTo>
                    <a:pt x="1333" y="9"/>
                  </a:lnTo>
                  <a:cubicBezTo>
                    <a:pt x="1333" y="9"/>
                    <a:pt x="1324" y="0"/>
                    <a:pt x="1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1"/>
            <p:cNvSpPr/>
            <p:nvPr/>
          </p:nvSpPr>
          <p:spPr>
            <a:xfrm>
              <a:off x="1246160" y="3232826"/>
              <a:ext cx="167065" cy="172627"/>
            </a:xfrm>
            <a:custGeom>
              <a:rect b="b" l="l" r="r" t="t"/>
              <a:pathLst>
                <a:path extrusionOk="0" h="1738" w="1682">
                  <a:moveTo>
                    <a:pt x="1649" y="0"/>
                  </a:moveTo>
                  <a:cubicBezTo>
                    <a:pt x="1532" y="36"/>
                    <a:pt x="1395" y="85"/>
                    <a:pt x="1277" y="121"/>
                  </a:cubicBezTo>
                  <a:cubicBezTo>
                    <a:pt x="910" y="238"/>
                    <a:pt x="506" y="372"/>
                    <a:pt x="118" y="489"/>
                  </a:cubicBezTo>
                  <a:cubicBezTo>
                    <a:pt x="49" y="525"/>
                    <a:pt x="33" y="541"/>
                    <a:pt x="33" y="606"/>
                  </a:cubicBezTo>
                  <a:cubicBezTo>
                    <a:pt x="17" y="808"/>
                    <a:pt x="17" y="1010"/>
                    <a:pt x="17" y="1212"/>
                  </a:cubicBezTo>
                  <a:cubicBezTo>
                    <a:pt x="17" y="1349"/>
                    <a:pt x="1" y="1483"/>
                    <a:pt x="1" y="1616"/>
                  </a:cubicBezTo>
                  <a:lnTo>
                    <a:pt x="1" y="1685"/>
                  </a:lnTo>
                  <a:cubicBezTo>
                    <a:pt x="1" y="1701"/>
                    <a:pt x="17" y="1717"/>
                    <a:pt x="17" y="1717"/>
                  </a:cubicBezTo>
                  <a:lnTo>
                    <a:pt x="17" y="1737"/>
                  </a:lnTo>
                  <a:lnTo>
                    <a:pt x="66" y="1737"/>
                  </a:lnTo>
                  <a:cubicBezTo>
                    <a:pt x="118" y="1737"/>
                    <a:pt x="166" y="1717"/>
                    <a:pt x="219" y="1701"/>
                  </a:cubicBezTo>
                  <a:cubicBezTo>
                    <a:pt x="235" y="1701"/>
                    <a:pt x="251" y="1685"/>
                    <a:pt x="267" y="1685"/>
                  </a:cubicBezTo>
                  <a:cubicBezTo>
                    <a:pt x="437" y="1636"/>
                    <a:pt x="607" y="1584"/>
                    <a:pt x="756" y="1535"/>
                  </a:cubicBezTo>
                  <a:cubicBezTo>
                    <a:pt x="1011" y="1466"/>
                    <a:pt x="1277" y="1382"/>
                    <a:pt x="1532" y="1297"/>
                  </a:cubicBezTo>
                  <a:cubicBezTo>
                    <a:pt x="1564" y="1281"/>
                    <a:pt x="1580" y="1281"/>
                    <a:pt x="1617" y="1281"/>
                  </a:cubicBezTo>
                  <a:lnTo>
                    <a:pt x="1665" y="1281"/>
                  </a:lnTo>
                  <a:cubicBezTo>
                    <a:pt x="1665" y="1281"/>
                    <a:pt x="1681" y="1281"/>
                    <a:pt x="1681" y="1264"/>
                  </a:cubicBezTo>
                  <a:lnTo>
                    <a:pt x="1665" y="1248"/>
                  </a:lnTo>
                  <a:cubicBezTo>
                    <a:pt x="1649" y="1264"/>
                    <a:pt x="1633" y="1264"/>
                    <a:pt x="1617" y="1264"/>
                  </a:cubicBezTo>
                  <a:lnTo>
                    <a:pt x="1532" y="1264"/>
                  </a:lnTo>
                  <a:cubicBezTo>
                    <a:pt x="1261" y="1365"/>
                    <a:pt x="1011" y="1434"/>
                    <a:pt x="740" y="1515"/>
                  </a:cubicBezTo>
                  <a:cubicBezTo>
                    <a:pt x="587" y="1567"/>
                    <a:pt x="421" y="1600"/>
                    <a:pt x="267" y="1652"/>
                  </a:cubicBezTo>
                  <a:cubicBezTo>
                    <a:pt x="251" y="1668"/>
                    <a:pt x="235" y="1668"/>
                    <a:pt x="203" y="1685"/>
                  </a:cubicBezTo>
                  <a:cubicBezTo>
                    <a:pt x="150" y="1701"/>
                    <a:pt x="102" y="1717"/>
                    <a:pt x="33" y="1717"/>
                  </a:cubicBezTo>
                  <a:lnTo>
                    <a:pt x="33" y="1685"/>
                  </a:lnTo>
                  <a:lnTo>
                    <a:pt x="33" y="1616"/>
                  </a:lnTo>
                  <a:lnTo>
                    <a:pt x="33" y="1212"/>
                  </a:lnTo>
                  <a:cubicBezTo>
                    <a:pt x="49" y="1010"/>
                    <a:pt x="49" y="808"/>
                    <a:pt x="49" y="606"/>
                  </a:cubicBezTo>
                  <a:cubicBezTo>
                    <a:pt x="49" y="558"/>
                    <a:pt x="66" y="541"/>
                    <a:pt x="118" y="525"/>
                  </a:cubicBezTo>
                  <a:cubicBezTo>
                    <a:pt x="522" y="404"/>
                    <a:pt x="910" y="271"/>
                    <a:pt x="1294" y="137"/>
                  </a:cubicBezTo>
                  <a:cubicBezTo>
                    <a:pt x="1415" y="101"/>
                    <a:pt x="1532" y="69"/>
                    <a:pt x="1649" y="20"/>
                  </a:cubicBezTo>
                  <a:cubicBezTo>
                    <a:pt x="1665" y="20"/>
                    <a:pt x="1665" y="20"/>
                    <a:pt x="1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1"/>
            <p:cNvSpPr/>
            <p:nvPr/>
          </p:nvSpPr>
          <p:spPr>
            <a:xfrm>
              <a:off x="1287876" y="2600821"/>
              <a:ext cx="4966" cy="88797"/>
            </a:xfrm>
            <a:custGeom>
              <a:rect b="b" l="l" r="r" t="t"/>
              <a:pathLst>
                <a:path extrusionOk="0" h="894" w="50">
                  <a:moveTo>
                    <a:pt x="17" y="1"/>
                  </a:moveTo>
                  <a:cubicBezTo>
                    <a:pt x="1" y="1"/>
                    <a:pt x="1" y="1"/>
                    <a:pt x="1" y="21"/>
                  </a:cubicBezTo>
                  <a:cubicBezTo>
                    <a:pt x="17" y="154"/>
                    <a:pt x="17" y="304"/>
                    <a:pt x="17" y="457"/>
                  </a:cubicBezTo>
                  <a:lnTo>
                    <a:pt x="17" y="728"/>
                  </a:lnTo>
                  <a:lnTo>
                    <a:pt x="17" y="776"/>
                  </a:lnTo>
                  <a:cubicBezTo>
                    <a:pt x="17" y="809"/>
                    <a:pt x="17" y="845"/>
                    <a:pt x="33" y="877"/>
                  </a:cubicBezTo>
                  <a:lnTo>
                    <a:pt x="33" y="893"/>
                  </a:lnTo>
                  <a:lnTo>
                    <a:pt x="49" y="893"/>
                  </a:lnTo>
                  <a:lnTo>
                    <a:pt x="49" y="877"/>
                  </a:lnTo>
                  <a:cubicBezTo>
                    <a:pt x="33" y="845"/>
                    <a:pt x="33" y="809"/>
                    <a:pt x="33" y="776"/>
                  </a:cubicBezTo>
                  <a:lnTo>
                    <a:pt x="33" y="728"/>
                  </a:lnTo>
                  <a:lnTo>
                    <a:pt x="33" y="457"/>
                  </a:lnTo>
                  <a:cubicBezTo>
                    <a:pt x="33" y="304"/>
                    <a:pt x="49" y="15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1"/>
            <p:cNvSpPr/>
            <p:nvPr/>
          </p:nvSpPr>
          <p:spPr>
            <a:xfrm>
              <a:off x="2070358" y="2246529"/>
              <a:ext cx="116806" cy="302643"/>
            </a:xfrm>
            <a:custGeom>
              <a:rect b="b" l="l" r="r" t="t"/>
              <a:pathLst>
                <a:path extrusionOk="0" h="3047" w="1176">
                  <a:moveTo>
                    <a:pt x="0" y="1"/>
                  </a:moveTo>
                  <a:lnTo>
                    <a:pt x="0" y="17"/>
                  </a:lnTo>
                  <a:cubicBezTo>
                    <a:pt x="85" y="102"/>
                    <a:pt x="118" y="203"/>
                    <a:pt x="166" y="320"/>
                  </a:cubicBezTo>
                  <a:cubicBezTo>
                    <a:pt x="202" y="372"/>
                    <a:pt x="235" y="437"/>
                    <a:pt x="267" y="489"/>
                  </a:cubicBezTo>
                  <a:cubicBezTo>
                    <a:pt x="303" y="522"/>
                    <a:pt x="319" y="558"/>
                    <a:pt x="336" y="590"/>
                  </a:cubicBezTo>
                  <a:cubicBezTo>
                    <a:pt x="388" y="675"/>
                    <a:pt x="420" y="740"/>
                    <a:pt x="453" y="825"/>
                  </a:cubicBezTo>
                  <a:cubicBezTo>
                    <a:pt x="622" y="1144"/>
                    <a:pt x="808" y="1467"/>
                    <a:pt x="1010" y="1770"/>
                  </a:cubicBezTo>
                  <a:cubicBezTo>
                    <a:pt x="1160" y="1988"/>
                    <a:pt x="1144" y="2206"/>
                    <a:pt x="1127" y="2440"/>
                  </a:cubicBezTo>
                  <a:cubicBezTo>
                    <a:pt x="1127" y="2509"/>
                    <a:pt x="1111" y="2558"/>
                    <a:pt x="1111" y="2626"/>
                  </a:cubicBezTo>
                  <a:cubicBezTo>
                    <a:pt x="1111" y="2659"/>
                    <a:pt x="1111" y="2711"/>
                    <a:pt x="1127" y="2760"/>
                  </a:cubicBezTo>
                  <a:cubicBezTo>
                    <a:pt x="1144" y="2844"/>
                    <a:pt x="1144" y="2929"/>
                    <a:pt x="1111" y="3030"/>
                  </a:cubicBezTo>
                  <a:lnTo>
                    <a:pt x="1111" y="3046"/>
                  </a:lnTo>
                  <a:lnTo>
                    <a:pt x="1127" y="3046"/>
                  </a:lnTo>
                  <a:lnTo>
                    <a:pt x="1127" y="3030"/>
                  </a:lnTo>
                  <a:cubicBezTo>
                    <a:pt x="1176" y="2945"/>
                    <a:pt x="1160" y="2844"/>
                    <a:pt x="1144" y="2743"/>
                  </a:cubicBezTo>
                  <a:lnTo>
                    <a:pt x="1144" y="2626"/>
                  </a:lnTo>
                  <a:lnTo>
                    <a:pt x="1144" y="2457"/>
                  </a:lnTo>
                  <a:cubicBezTo>
                    <a:pt x="1160" y="2222"/>
                    <a:pt x="1176" y="1988"/>
                    <a:pt x="1026" y="1750"/>
                  </a:cubicBezTo>
                  <a:cubicBezTo>
                    <a:pt x="824" y="1447"/>
                    <a:pt x="655" y="1128"/>
                    <a:pt x="489" y="808"/>
                  </a:cubicBezTo>
                  <a:cubicBezTo>
                    <a:pt x="437" y="740"/>
                    <a:pt x="404" y="659"/>
                    <a:pt x="368" y="590"/>
                  </a:cubicBezTo>
                  <a:cubicBezTo>
                    <a:pt x="336" y="538"/>
                    <a:pt x="319" y="505"/>
                    <a:pt x="287" y="473"/>
                  </a:cubicBezTo>
                  <a:cubicBezTo>
                    <a:pt x="251" y="421"/>
                    <a:pt x="218" y="372"/>
                    <a:pt x="202" y="304"/>
                  </a:cubicBezTo>
                  <a:cubicBezTo>
                    <a:pt x="150" y="186"/>
                    <a:pt x="101" y="85"/>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1"/>
            <p:cNvSpPr/>
            <p:nvPr/>
          </p:nvSpPr>
          <p:spPr>
            <a:xfrm>
              <a:off x="744668" y="3630821"/>
              <a:ext cx="6456" cy="102007"/>
            </a:xfrm>
            <a:custGeom>
              <a:rect b="b" l="l" r="r" t="t"/>
              <a:pathLst>
                <a:path extrusionOk="0" h="1027" w="65">
                  <a:moveTo>
                    <a:pt x="0" y="0"/>
                  </a:moveTo>
                  <a:lnTo>
                    <a:pt x="0" y="17"/>
                  </a:lnTo>
                  <a:cubicBezTo>
                    <a:pt x="33" y="186"/>
                    <a:pt x="33" y="336"/>
                    <a:pt x="33" y="505"/>
                  </a:cubicBezTo>
                  <a:cubicBezTo>
                    <a:pt x="16" y="558"/>
                    <a:pt x="16" y="590"/>
                    <a:pt x="16" y="639"/>
                  </a:cubicBezTo>
                  <a:lnTo>
                    <a:pt x="16" y="707"/>
                  </a:lnTo>
                  <a:lnTo>
                    <a:pt x="16" y="1026"/>
                  </a:lnTo>
                  <a:lnTo>
                    <a:pt x="33" y="1026"/>
                  </a:lnTo>
                  <a:cubicBezTo>
                    <a:pt x="49" y="1026"/>
                    <a:pt x="49" y="1026"/>
                    <a:pt x="49" y="1010"/>
                  </a:cubicBezTo>
                  <a:cubicBezTo>
                    <a:pt x="33" y="909"/>
                    <a:pt x="33" y="808"/>
                    <a:pt x="49" y="707"/>
                  </a:cubicBezTo>
                  <a:lnTo>
                    <a:pt x="49" y="639"/>
                  </a:lnTo>
                  <a:lnTo>
                    <a:pt x="49" y="505"/>
                  </a:lnTo>
                  <a:cubicBezTo>
                    <a:pt x="65" y="336"/>
                    <a:pt x="65" y="17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1"/>
            <p:cNvSpPr/>
            <p:nvPr/>
          </p:nvSpPr>
          <p:spPr>
            <a:xfrm>
              <a:off x="1183982" y="2811490"/>
              <a:ext cx="5364" cy="95551"/>
            </a:xfrm>
            <a:custGeom>
              <a:rect b="b" l="l" r="r" t="t"/>
              <a:pathLst>
                <a:path extrusionOk="0" h="962" w="54">
                  <a:moveTo>
                    <a:pt x="21" y="0"/>
                  </a:moveTo>
                  <a:cubicBezTo>
                    <a:pt x="21" y="0"/>
                    <a:pt x="1" y="0"/>
                    <a:pt x="1" y="21"/>
                  </a:cubicBezTo>
                  <a:lnTo>
                    <a:pt x="1" y="223"/>
                  </a:lnTo>
                  <a:lnTo>
                    <a:pt x="1" y="792"/>
                  </a:lnTo>
                  <a:lnTo>
                    <a:pt x="1" y="808"/>
                  </a:lnTo>
                  <a:cubicBezTo>
                    <a:pt x="1" y="861"/>
                    <a:pt x="1" y="909"/>
                    <a:pt x="37" y="946"/>
                  </a:cubicBezTo>
                  <a:lnTo>
                    <a:pt x="53" y="962"/>
                  </a:lnTo>
                  <a:lnTo>
                    <a:pt x="53" y="946"/>
                  </a:lnTo>
                  <a:cubicBezTo>
                    <a:pt x="37" y="893"/>
                    <a:pt x="37" y="845"/>
                    <a:pt x="37" y="808"/>
                  </a:cubicBezTo>
                  <a:lnTo>
                    <a:pt x="37" y="792"/>
                  </a:lnTo>
                  <a:lnTo>
                    <a:pt x="37" y="223"/>
                  </a:lnTo>
                  <a:lnTo>
                    <a:pt x="37" y="21"/>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1"/>
            <p:cNvSpPr/>
            <p:nvPr/>
          </p:nvSpPr>
          <p:spPr>
            <a:xfrm>
              <a:off x="1792646" y="1935542"/>
              <a:ext cx="5364" cy="41816"/>
            </a:xfrm>
            <a:custGeom>
              <a:rect b="b" l="l" r="r" t="t"/>
              <a:pathLst>
                <a:path extrusionOk="0" h="421" w="54">
                  <a:moveTo>
                    <a:pt x="33" y="1"/>
                  </a:moveTo>
                  <a:cubicBezTo>
                    <a:pt x="33" y="1"/>
                    <a:pt x="33" y="17"/>
                    <a:pt x="17" y="17"/>
                  </a:cubicBezTo>
                  <a:cubicBezTo>
                    <a:pt x="1" y="86"/>
                    <a:pt x="1" y="154"/>
                    <a:pt x="17" y="219"/>
                  </a:cubicBezTo>
                  <a:cubicBezTo>
                    <a:pt x="17" y="271"/>
                    <a:pt x="17" y="336"/>
                    <a:pt x="1" y="389"/>
                  </a:cubicBezTo>
                  <a:lnTo>
                    <a:pt x="1" y="405"/>
                  </a:lnTo>
                  <a:lnTo>
                    <a:pt x="17" y="421"/>
                  </a:lnTo>
                  <a:lnTo>
                    <a:pt x="17" y="405"/>
                  </a:lnTo>
                  <a:cubicBezTo>
                    <a:pt x="53" y="336"/>
                    <a:pt x="33" y="271"/>
                    <a:pt x="33" y="203"/>
                  </a:cubicBezTo>
                  <a:cubicBezTo>
                    <a:pt x="33" y="154"/>
                    <a:pt x="33" y="86"/>
                    <a:pt x="5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1"/>
            <p:cNvSpPr/>
            <p:nvPr/>
          </p:nvSpPr>
          <p:spPr>
            <a:xfrm>
              <a:off x="852932" y="3477166"/>
              <a:ext cx="353200" cy="223978"/>
            </a:xfrm>
            <a:custGeom>
              <a:rect b="b" l="l" r="r" t="t"/>
              <a:pathLst>
                <a:path extrusionOk="0" h="2255" w="3556">
                  <a:moveTo>
                    <a:pt x="3536" y="0"/>
                  </a:moveTo>
                  <a:cubicBezTo>
                    <a:pt x="3536" y="0"/>
                    <a:pt x="3520" y="0"/>
                    <a:pt x="3520" y="16"/>
                  </a:cubicBezTo>
                  <a:lnTo>
                    <a:pt x="3520" y="287"/>
                  </a:lnTo>
                  <a:lnTo>
                    <a:pt x="3520" y="1095"/>
                  </a:lnTo>
                  <a:cubicBezTo>
                    <a:pt x="3520" y="1160"/>
                    <a:pt x="3520" y="1176"/>
                    <a:pt x="3435" y="1212"/>
                  </a:cubicBezTo>
                  <a:cubicBezTo>
                    <a:pt x="3152" y="1297"/>
                    <a:pt x="2849" y="1378"/>
                    <a:pt x="2562" y="1479"/>
                  </a:cubicBezTo>
                  <a:cubicBezTo>
                    <a:pt x="2376" y="1531"/>
                    <a:pt x="2190" y="1580"/>
                    <a:pt x="1989" y="1648"/>
                  </a:cubicBezTo>
                  <a:lnTo>
                    <a:pt x="1972" y="1648"/>
                  </a:lnTo>
                  <a:cubicBezTo>
                    <a:pt x="1435" y="1818"/>
                    <a:pt x="878" y="1984"/>
                    <a:pt x="324" y="2137"/>
                  </a:cubicBezTo>
                  <a:cubicBezTo>
                    <a:pt x="288" y="2153"/>
                    <a:pt x="255" y="2170"/>
                    <a:pt x="223" y="2186"/>
                  </a:cubicBezTo>
                  <a:cubicBezTo>
                    <a:pt x="167" y="2202"/>
                    <a:pt x="112" y="2226"/>
                    <a:pt x="58" y="2226"/>
                  </a:cubicBezTo>
                  <a:cubicBezTo>
                    <a:pt x="46" y="2226"/>
                    <a:pt x="33" y="2225"/>
                    <a:pt x="21" y="2222"/>
                  </a:cubicBezTo>
                  <a:cubicBezTo>
                    <a:pt x="1" y="2222"/>
                    <a:pt x="1" y="2238"/>
                    <a:pt x="1" y="2238"/>
                  </a:cubicBezTo>
                  <a:cubicBezTo>
                    <a:pt x="1" y="2254"/>
                    <a:pt x="1" y="2254"/>
                    <a:pt x="21" y="2254"/>
                  </a:cubicBezTo>
                  <a:lnTo>
                    <a:pt x="37" y="2254"/>
                  </a:lnTo>
                  <a:cubicBezTo>
                    <a:pt x="102" y="2254"/>
                    <a:pt x="171" y="2222"/>
                    <a:pt x="239" y="2206"/>
                  </a:cubicBezTo>
                  <a:cubicBezTo>
                    <a:pt x="255" y="2186"/>
                    <a:pt x="288" y="2170"/>
                    <a:pt x="324" y="2170"/>
                  </a:cubicBezTo>
                  <a:cubicBezTo>
                    <a:pt x="878" y="2020"/>
                    <a:pt x="1435" y="1850"/>
                    <a:pt x="1972" y="1681"/>
                  </a:cubicBezTo>
                  <a:lnTo>
                    <a:pt x="2005" y="1665"/>
                  </a:lnTo>
                  <a:cubicBezTo>
                    <a:pt x="2190" y="1616"/>
                    <a:pt x="2376" y="1564"/>
                    <a:pt x="2562" y="1499"/>
                  </a:cubicBezTo>
                  <a:cubicBezTo>
                    <a:pt x="2849" y="1414"/>
                    <a:pt x="3152" y="1313"/>
                    <a:pt x="3455" y="1228"/>
                  </a:cubicBezTo>
                  <a:cubicBezTo>
                    <a:pt x="3536" y="1212"/>
                    <a:pt x="3556" y="1160"/>
                    <a:pt x="3556" y="1095"/>
                  </a:cubicBezTo>
                  <a:lnTo>
                    <a:pt x="3556" y="287"/>
                  </a:lnTo>
                  <a:lnTo>
                    <a:pt x="3556" y="16"/>
                  </a:lnTo>
                  <a:cubicBezTo>
                    <a:pt x="3556" y="0"/>
                    <a:pt x="3556" y="0"/>
                    <a:pt x="3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1"/>
            <p:cNvSpPr/>
            <p:nvPr/>
          </p:nvSpPr>
          <p:spPr>
            <a:xfrm>
              <a:off x="574127" y="2589200"/>
              <a:ext cx="4867" cy="80354"/>
            </a:xfrm>
            <a:custGeom>
              <a:rect b="b" l="l" r="r" t="t"/>
              <a:pathLst>
                <a:path extrusionOk="0" h="809" w="49">
                  <a:moveTo>
                    <a:pt x="17" y="0"/>
                  </a:moveTo>
                  <a:cubicBezTo>
                    <a:pt x="0" y="0"/>
                    <a:pt x="0" y="17"/>
                    <a:pt x="0" y="17"/>
                  </a:cubicBezTo>
                  <a:cubicBezTo>
                    <a:pt x="17" y="154"/>
                    <a:pt x="17" y="287"/>
                    <a:pt x="17" y="404"/>
                  </a:cubicBezTo>
                  <a:lnTo>
                    <a:pt x="17" y="643"/>
                  </a:lnTo>
                  <a:lnTo>
                    <a:pt x="17" y="691"/>
                  </a:lnTo>
                  <a:cubicBezTo>
                    <a:pt x="17" y="724"/>
                    <a:pt x="17" y="776"/>
                    <a:pt x="33" y="808"/>
                  </a:cubicBezTo>
                  <a:lnTo>
                    <a:pt x="49" y="808"/>
                  </a:lnTo>
                  <a:lnTo>
                    <a:pt x="49" y="792"/>
                  </a:lnTo>
                  <a:cubicBezTo>
                    <a:pt x="33" y="760"/>
                    <a:pt x="33" y="724"/>
                    <a:pt x="33" y="691"/>
                  </a:cubicBezTo>
                  <a:lnTo>
                    <a:pt x="33" y="643"/>
                  </a:lnTo>
                  <a:lnTo>
                    <a:pt x="33" y="404"/>
                  </a:lnTo>
                  <a:cubicBezTo>
                    <a:pt x="33" y="287"/>
                    <a:pt x="49" y="154"/>
                    <a:pt x="33" y="17"/>
                  </a:cubicBezTo>
                  <a:cubicBezTo>
                    <a:pt x="17" y="17"/>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1"/>
            <p:cNvSpPr/>
            <p:nvPr/>
          </p:nvSpPr>
          <p:spPr>
            <a:xfrm>
              <a:off x="871406" y="1748215"/>
              <a:ext cx="338003" cy="280990"/>
            </a:xfrm>
            <a:custGeom>
              <a:rect b="b" l="l" r="r" t="t"/>
              <a:pathLst>
                <a:path extrusionOk="0" h="2829" w="3403">
                  <a:moveTo>
                    <a:pt x="3370" y="0"/>
                  </a:moveTo>
                  <a:cubicBezTo>
                    <a:pt x="3301" y="53"/>
                    <a:pt x="3216" y="85"/>
                    <a:pt x="3132" y="138"/>
                  </a:cubicBezTo>
                  <a:cubicBezTo>
                    <a:pt x="2966" y="222"/>
                    <a:pt x="2780" y="323"/>
                    <a:pt x="2610" y="404"/>
                  </a:cubicBezTo>
                  <a:cubicBezTo>
                    <a:pt x="2392" y="525"/>
                    <a:pt x="2174" y="643"/>
                    <a:pt x="1972" y="760"/>
                  </a:cubicBezTo>
                  <a:cubicBezTo>
                    <a:pt x="1835" y="828"/>
                    <a:pt x="1702" y="909"/>
                    <a:pt x="1568" y="978"/>
                  </a:cubicBezTo>
                  <a:cubicBezTo>
                    <a:pt x="1197" y="1180"/>
                    <a:pt x="825" y="1382"/>
                    <a:pt x="473" y="1568"/>
                  </a:cubicBezTo>
                  <a:lnTo>
                    <a:pt x="17" y="1818"/>
                  </a:lnTo>
                  <a:lnTo>
                    <a:pt x="1" y="1838"/>
                  </a:lnTo>
                  <a:lnTo>
                    <a:pt x="1" y="2056"/>
                  </a:lnTo>
                  <a:lnTo>
                    <a:pt x="1" y="2646"/>
                  </a:lnTo>
                  <a:lnTo>
                    <a:pt x="1" y="2662"/>
                  </a:lnTo>
                  <a:cubicBezTo>
                    <a:pt x="1" y="2711"/>
                    <a:pt x="1" y="2780"/>
                    <a:pt x="37" y="2812"/>
                  </a:cubicBezTo>
                  <a:lnTo>
                    <a:pt x="53" y="2828"/>
                  </a:lnTo>
                  <a:lnTo>
                    <a:pt x="53" y="2812"/>
                  </a:lnTo>
                  <a:cubicBezTo>
                    <a:pt x="37" y="2763"/>
                    <a:pt x="37" y="2711"/>
                    <a:pt x="37" y="2662"/>
                  </a:cubicBezTo>
                  <a:lnTo>
                    <a:pt x="37" y="2646"/>
                  </a:lnTo>
                  <a:lnTo>
                    <a:pt x="37" y="2056"/>
                  </a:lnTo>
                  <a:lnTo>
                    <a:pt x="37" y="1838"/>
                  </a:lnTo>
                  <a:lnTo>
                    <a:pt x="473" y="1600"/>
                  </a:lnTo>
                  <a:cubicBezTo>
                    <a:pt x="845" y="1398"/>
                    <a:pt x="1213" y="1196"/>
                    <a:pt x="1584" y="994"/>
                  </a:cubicBezTo>
                  <a:cubicBezTo>
                    <a:pt x="1718" y="929"/>
                    <a:pt x="1835" y="861"/>
                    <a:pt x="1972" y="776"/>
                  </a:cubicBezTo>
                  <a:cubicBezTo>
                    <a:pt x="2190" y="675"/>
                    <a:pt x="2408" y="558"/>
                    <a:pt x="2610" y="441"/>
                  </a:cubicBezTo>
                  <a:cubicBezTo>
                    <a:pt x="2796" y="340"/>
                    <a:pt x="2982" y="239"/>
                    <a:pt x="3148" y="154"/>
                  </a:cubicBezTo>
                  <a:cubicBezTo>
                    <a:pt x="3233" y="101"/>
                    <a:pt x="3301" y="69"/>
                    <a:pt x="3386" y="37"/>
                  </a:cubicBezTo>
                  <a:cubicBezTo>
                    <a:pt x="3402" y="20"/>
                    <a:pt x="3402" y="20"/>
                    <a:pt x="3386" y="20"/>
                  </a:cubicBezTo>
                  <a:cubicBezTo>
                    <a:pt x="3386" y="0"/>
                    <a:pt x="3386"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1"/>
            <p:cNvSpPr/>
            <p:nvPr/>
          </p:nvSpPr>
          <p:spPr>
            <a:xfrm>
              <a:off x="2088833" y="2811490"/>
              <a:ext cx="98332" cy="266092"/>
            </a:xfrm>
            <a:custGeom>
              <a:rect b="b" l="l" r="r" t="t"/>
              <a:pathLst>
                <a:path extrusionOk="0" h="2679" w="990">
                  <a:moveTo>
                    <a:pt x="0" y="0"/>
                  </a:moveTo>
                  <a:lnTo>
                    <a:pt x="0" y="21"/>
                  </a:lnTo>
                  <a:cubicBezTo>
                    <a:pt x="81" y="101"/>
                    <a:pt x="150" y="186"/>
                    <a:pt x="202" y="287"/>
                  </a:cubicBezTo>
                  <a:cubicBezTo>
                    <a:pt x="234" y="340"/>
                    <a:pt x="251" y="388"/>
                    <a:pt x="283" y="425"/>
                  </a:cubicBezTo>
                  <a:cubicBezTo>
                    <a:pt x="368" y="542"/>
                    <a:pt x="453" y="659"/>
                    <a:pt x="521" y="760"/>
                  </a:cubicBezTo>
                  <a:cubicBezTo>
                    <a:pt x="622" y="930"/>
                    <a:pt x="739" y="1095"/>
                    <a:pt x="857" y="1249"/>
                  </a:cubicBezTo>
                  <a:cubicBezTo>
                    <a:pt x="925" y="1333"/>
                    <a:pt x="958" y="1414"/>
                    <a:pt x="941" y="1535"/>
                  </a:cubicBezTo>
                  <a:cubicBezTo>
                    <a:pt x="925" y="1552"/>
                    <a:pt x="925" y="1584"/>
                    <a:pt x="925" y="1600"/>
                  </a:cubicBezTo>
                  <a:cubicBezTo>
                    <a:pt x="958" y="1786"/>
                    <a:pt x="941" y="1956"/>
                    <a:pt x="941" y="2121"/>
                  </a:cubicBezTo>
                  <a:lnTo>
                    <a:pt x="941" y="2562"/>
                  </a:lnTo>
                  <a:cubicBezTo>
                    <a:pt x="958" y="2578"/>
                    <a:pt x="941" y="2610"/>
                    <a:pt x="925" y="2626"/>
                  </a:cubicBezTo>
                  <a:lnTo>
                    <a:pt x="925" y="2663"/>
                  </a:lnTo>
                  <a:lnTo>
                    <a:pt x="925" y="2679"/>
                  </a:lnTo>
                  <a:lnTo>
                    <a:pt x="941" y="2679"/>
                  </a:lnTo>
                  <a:lnTo>
                    <a:pt x="941" y="2663"/>
                  </a:lnTo>
                  <a:lnTo>
                    <a:pt x="958" y="2646"/>
                  </a:lnTo>
                  <a:cubicBezTo>
                    <a:pt x="958" y="2610"/>
                    <a:pt x="974" y="2594"/>
                    <a:pt x="974" y="2545"/>
                  </a:cubicBezTo>
                  <a:cubicBezTo>
                    <a:pt x="958" y="2408"/>
                    <a:pt x="958" y="2259"/>
                    <a:pt x="974" y="2121"/>
                  </a:cubicBezTo>
                  <a:cubicBezTo>
                    <a:pt x="974" y="1956"/>
                    <a:pt x="974" y="1770"/>
                    <a:pt x="958" y="1600"/>
                  </a:cubicBezTo>
                  <a:lnTo>
                    <a:pt x="958" y="1552"/>
                  </a:lnTo>
                  <a:cubicBezTo>
                    <a:pt x="990" y="1414"/>
                    <a:pt x="958" y="1333"/>
                    <a:pt x="873" y="1232"/>
                  </a:cubicBezTo>
                  <a:cubicBezTo>
                    <a:pt x="756" y="1079"/>
                    <a:pt x="655" y="909"/>
                    <a:pt x="537" y="744"/>
                  </a:cubicBezTo>
                  <a:cubicBezTo>
                    <a:pt x="469" y="643"/>
                    <a:pt x="384" y="526"/>
                    <a:pt x="303" y="404"/>
                  </a:cubicBezTo>
                  <a:cubicBezTo>
                    <a:pt x="283" y="372"/>
                    <a:pt x="251" y="324"/>
                    <a:pt x="218" y="271"/>
                  </a:cubicBezTo>
                  <a:cubicBezTo>
                    <a:pt x="166" y="186"/>
                    <a:pt x="101"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1"/>
            <p:cNvSpPr/>
            <p:nvPr/>
          </p:nvSpPr>
          <p:spPr>
            <a:xfrm>
              <a:off x="2138992" y="3315961"/>
              <a:ext cx="4867" cy="40922"/>
            </a:xfrm>
            <a:custGeom>
              <a:rect b="b" l="l" r="r" t="t"/>
              <a:pathLst>
                <a:path extrusionOk="0" h="412" w="49">
                  <a:moveTo>
                    <a:pt x="32" y="0"/>
                  </a:moveTo>
                  <a:cubicBezTo>
                    <a:pt x="31" y="0"/>
                    <a:pt x="27" y="7"/>
                    <a:pt x="16" y="7"/>
                  </a:cubicBezTo>
                  <a:cubicBezTo>
                    <a:pt x="0" y="72"/>
                    <a:pt x="0" y="141"/>
                    <a:pt x="16" y="209"/>
                  </a:cubicBezTo>
                  <a:cubicBezTo>
                    <a:pt x="16" y="258"/>
                    <a:pt x="16" y="326"/>
                    <a:pt x="0" y="395"/>
                  </a:cubicBezTo>
                  <a:lnTo>
                    <a:pt x="0" y="411"/>
                  </a:lnTo>
                  <a:lnTo>
                    <a:pt x="16" y="411"/>
                  </a:lnTo>
                  <a:lnTo>
                    <a:pt x="16" y="395"/>
                  </a:lnTo>
                  <a:cubicBezTo>
                    <a:pt x="49" y="326"/>
                    <a:pt x="32" y="258"/>
                    <a:pt x="32" y="209"/>
                  </a:cubicBezTo>
                  <a:cubicBezTo>
                    <a:pt x="32" y="141"/>
                    <a:pt x="32" y="72"/>
                    <a:pt x="49" y="24"/>
                  </a:cubicBezTo>
                  <a:cubicBezTo>
                    <a:pt x="49" y="7"/>
                    <a:pt x="49" y="7"/>
                    <a:pt x="32" y="7"/>
                  </a:cubicBezTo>
                  <a:cubicBezTo>
                    <a:pt x="32" y="2"/>
                    <a:pt x="32"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1"/>
            <p:cNvSpPr/>
            <p:nvPr/>
          </p:nvSpPr>
          <p:spPr>
            <a:xfrm>
              <a:off x="1732455" y="3533682"/>
              <a:ext cx="175905" cy="200736"/>
            </a:xfrm>
            <a:custGeom>
              <a:rect b="b" l="l" r="r" t="t"/>
              <a:pathLst>
                <a:path extrusionOk="0" h="2021" w="1771">
                  <a:moveTo>
                    <a:pt x="1" y="1"/>
                  </a:moveTo>
                  <a:lnTo>
                    <a:pt x="1" y="21"/>
                  </a:lnTo>
                  <a:cubicBezTo>
                    <a:pt x="53" y="86"/>
                    <a:pt x="118" y="154"/>
                    <a:pt x="203" y="239"/>
                  </a:cubicBezTo>
                  <a:cubicBezTo>
                    <a:pt x="356" y="389"/>
                    <a:pt x="522" y="542"/>
                    <a:pt x="692" y="708"/>
                  </a:cubicBezTo>
                  <a:cubicBezTo>
                    <a:pt x="962" y="962"/>
                    <a:pt x="1245" y="1249"/>
                    <a:pt x="1532" y="1500"/>
                  </a:cubicBezTo>
                  <a:cubicBezTo>
                    <a:pt x="1685" y="1637"/>
                    <a:pt x="1750" y="1786"/>
                    <a:pt x="1718" y="1988"/>
                  </a:cubicBezTo>
                  <a:lnTo>
                    <a:pt x="1718" y="2004"/>
                  </a:lnTo>
                  <a:cubicBezTo>
                    <a:pt x="1718" y="2021"/>
                    <a:pt x="1734" y="2021"/>
                    <a:pt x="1734" y="2021"/>
                  </a:cubicBezTo>
                  <a:cubicBezTo>
                    <a:pt x="1750" y="2021"/>
                    <a:pt x="1750" y="2021"/>
                    <a:pt x="1750" y="2004"/>
                  </a:cubicBezTo>
                  <a:lnTo>
                    <a:pt x="1750" y="1988"/>
                  </a:lnTo>
                  <a:cubicBezTo>
                    <a:pt x="1770" y="1770"/>
                    <a:pt x="1718" y="1637"/>
                    <a:pt x="1548" y="1483"/>
                  </a:cubicBezTo>
                  <a:cubicBezTo>
                    <a:pt x="1265" y="1213"/>
                    <a:pt x="979" y="946"/>
                    <a:pt x="708" y="675"/>
                  </a:cubicBezTo>
                  <a:cubicBezTo>
                    <a:pt x="538" y="526"/>
                    <a:pt x="389" y="372"/>
                    <a:pt x="219" y="223"/>
                  </a:cubicBezTo>
                  <a:cubicBezTo>
                    <a:pt x="134" y="138"/>
                    <a:pt x="70" y="69"/>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1"/>
            <p:cNvSpPr/>
            <p:nvPr/>
          </p:nvSpPr>
          <p:spPr>
            <a:xfrm>
              <a:off x="1338035" y="2228054"/>
              <a:ext cx="4966" cy="88797"/>
            </a:xfrm>
            <a:custGeom>
              <a:rect b="b" l="l" r="r" t="t"/>
              <a:pathLst>
                <a:path extrusionOk="0" h="894" w="50">
                  <a:moveTo>
                    <a:pt x="17" y="1"/>
                  </a:moveTo>
                  <a:cubicBezTo>
                    <a:pt x="17" y="1"/>
                    <a:pt x="1" y="1"/>
                    <a:pt x="1" y="17"/>
                  </a:cubicBezTo>
                  <a:cubicBezTo>
                    <a:pt x="33" y="138"/>
                    <a:pt x="17" y="288"/>
                    <a:pt x="17" y="405"/>
                  </a:cubicBezTo>
                  <a:lnTo>
                    <a:pt x="17" y="643"/>
                  </a:lnTo>
                  <a:lnTo>
                    <a:pt x="17" y="809"/>
                  </a:lnTo>
                  <a:lnTo>
                    <a:pt x="17" y="877"/>
                  </a:lnTo>
                  <a:lnTo>
                    <a:pt x="33" y="893"/>
                  </a:lnTo>
                  <a:lnTo>
                    <a:pt x="49" y="877"/>
                  </a:lnTo>
                  <a:lnTo>
                    <a:pt x="49" y="809"/>
                  </a:lnTo>
                  <a:lnTo>
                    <a:pt x="49" y="643"/>
                  </a:lnTo>
                  <a:lnTo>
                    <a:pt x="49" y="405"/>
                  </a:lnTo>
                  <a:cubicBezTo>
                    <a:pt x="49" y="288"/>
                    <a:pt x="49"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1"/>
            <p:cNvSpPr/>
            <p:nvPr/>
          </p:nvSpPr>
          <p:spPr>
            <a:xfrm>
              <a:off x="2081979" y="3630821"/>
              <a:ext cx="50258" cy="103596"/>
            </a:xfrm>
            <a:custGeom>
              <a:rect b="b" l="l" r="r" t="t"/>
              <a:pathLst>
                <a:path extrusionOk="0" h="1043" w="506">
                  <a:moveTo>
                    <a:pt x="69" y="0"/>
                  </a:moveTo>
                  <a:cubicBezTo>
                    <a:pt x="49" y="0"/>
                    <a:pt x="49" y="0"/>
                    <a:pt x="49" y="17"/>
                  </a:cubicBezTo>
                  <a:cubicBezTo>
                    <a:pt x="1" y="134"/>
                    <a:pt x="17" y="255"/>
                    <a:pt x="17" y="388"/>
                  </a:cubicBezTo>
                  <a:lnTo>
                    <a:pt x="17" y="590"/>
                  </a:lnTo>
                  <a:lnTo>
                    <a:pt x="17" y="606"/>
                  </a:lnTo>
                  <a:cubicBezTo>
                    <a:pt x="85" y="659"/>
                    <a:pt x="134" y="724"/>
                    <a:pt x="186" y="776"/>
                  </a:cubicBezTo>
                  <a:cubicBezTo>
                    <a:pt x="271" y="877"/>
                    <a:pt x="372" y="978"/>
                    <a:pt x="489" y="1043"/>
                  </a:cubicBezTo>
                  <a:lnTo>
                    <a:pt x="505" y="1026"/>
                  </a:lnTo>
                  <a:cubicBezTo>
                    <a:pt x="505" y="1026"/>
                    <a:pt x="505" y="1010"/>
                    <a:pt x="489" y="1010"/>
                  </a:cubicBezTo>
                  <a:cubicBezTo>
                    <a:pt x="388" y="942"/>
                    <a:pt x="287" y="861"/>
                    <a:pt x="202" y="760"/>
                  </a:cubicBezTo>
                  <a:cubicBezTo>
                    <a:pt x="150" y="707"/>
                    <a:pt x="101" y="639"/>
                    <a:pt x="49" y="590"/>
                  </a:cubicBezTo>
                  <a:lnTo>
                    <a:pt x="49" y="372"/>
                  </a:lnTo>
                  <a:cubicBezTo>
                    <a:pt x="33" y="255"/>
                    <a:pt x="33" y="134"/>
                    <a:pt x="69"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1"/>
            <p:cNvSpPr/>
            <p:nvPr/>
          </p:nvSpPr>
          <p:spPr>
            <a:xfrm>
              <a:off x="787973" y="3137673"/>
              <a:ext cx="6953" cy="88797"/>
            </a:xfrm>
            <a:custGeom>
              <a:rect b="b" l="l" r="r" t="t"/>
              <a:pathLst>
                <a:path extrusionOk="0" h="894" w="70">
                  <a:moveTo>
                    <a:pt x="17" y="1"/>
                  </a:moveTo>
                  <a:cubicBezTo>
                    <a:pt x="17" y="1"/>
                    <a:pt x="1" y="1"/>
                    <a:pt x="1" y="17"/>
                  </a:cubicBezTo>
                  <a:cubicBezTo>
                    <a:pt x="17" y="170"/>
                    <a:pt x="17" y="304"/>
                    <a:pt x="17" y="453"/>
                  </a:cubicBezTo>
                  <a:lnTo>
                    <a:pt x="17" y="724"/>
                  </a:lnTo>
                  <a:lnTo>
                    <a:pt x="17" y="776"/>
                  </a:lnTo>
                  <a:cubicBezTo>
                    <a:pt x="17" y="809"/>
                    <a:pt x="17" y="841"/>
                    <a:pt x="33" y="877"/>
                  </a:cubicBezTo>
                  <a:lnTo>
                    <a:pt x="49" y="893"/>
                  </a:lnTo>
                  <a:cubicBezTo>
                    <a:pt x="49" y="893"/>
                    <a:pt x="69" y="877"/>
                    <a:pt x="49" y="877"/>
                  </a:cubicBezTo>
                  <a:lnTo>
                    <a:pt x="49" y="776"/>
                  </a:lnTo>
                  <a:lnTo>
                    <a:pt x="49" y="724"/>
                  </a:lnTo>
                  <a:lnTo>
                    <a:pt x="49" y="453"/>
                  </a:lnTo>
                  <a:cubicBezTo>
                    <a:pt x="49" y="304"/>
                    <a:pt x="49" y="15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1"/>
            <p:cNvSpPr/>
            <p:nvPr/>
          </p:nvSpPr>
          <p:spPr>
            <a:xfrm>
              <a:off x="852932" y="3295004"/>
              <a:ext cx="356477" cy="232421"/>
            </a:xfrm>
            <a:custGeom>
              <a:rect b="b" l="l" r="r" t="t"/>
              <a:pathLst>
                <a:path extrusionOk="0" h="2340" w="3589">
                  <a:moveTo>
                    <a:pt x="3536" y="0"/>
                  </a:moveTo>
                  <a:cubicBezTo>
                    <a:pt x="3503" y="65"/>
                    <a:pt x="3520" y="134"/>
                    <a:pt x="3520" y="218"/>
                  </a:cubicBezTo>
                  <a:cubicBezTo>
                    <a:pt x="3520" y="235"/>
                    <a:pt x="3536" y="267"/>
                    <a:pt x="3536" y="283"/>
                  </a:cubicBezTo>
                  <a:lnTo>
                    <a:pt x="3536" y="586"/>
                  </a:lnTo>
                  <a:cubicBezTo>
                    <a:pt x="3520" y="739"/>
                    <a:pt x="3520" y="909"/>
                    <a:pt x="3536" y="1059"/>
                  </a:cubicBezTo>
                  <a:cubicBezTo>
                    <a:pt x="3556" y="1244"/>
                    <a:pt x="3471" y="1277"/>
                    <a:pt x="3334" y="1313"/>
                  </a:cubicBezTo>
                  <a:lnTo>
                    <a:pt x="3318" y="1313"/>
                  </a:lnTo>
                  <a:cubicBezTo>
                    <a:pt x="3067" y="1394"/>
                    <a:pt x="2796" y="1479"/>
                    <a:pt x="2546" y="1547"/>
                  </a:cubicBezTo>
                  <a:cubicBezTo>
                    <a:pt x="1940" y="1733"/>
                    <a:pt x="1314" y="1935"/>
                    <a:pt x="692" y="2121"/>
                  </a:cubicBezTo>
                  <a:lnTo>
                    <a:pt x="607" y="2153"/>
                  </a:lnTo>
                  <a:cubicBezTo>
                    <a:pt x="425" y="2222"/>
                    <a:pt x="223" y="2271"/>
                    <a:pt x="21" y="2323"/>
                  </a:cubicBezTo>
                  <a:cubicBezTo>
                    <a:pt x="1" y="2323"/>
                    <a:pt x="1" y="2323"/>
                    <a:pt x="1" y="2339"/>
                  </a:cubicBezTo>
                  <a:lnTo>
                    <a:pt x="21" y="2339"/>
                  </a:lnTo>
                  <a:cubicBezTo>
                    <a:pt x="223" y="2303"/>
                    <a:pt x="425" y="2238"/>
                    <a:pt x="627" y="2170"/>
                  </a:cubicBezTo>
                  <a:lnTo>
                    <a:pt x="708" y="2153"/>
                  </a:lnTo>
                  <a:cubicBezTo>
                    <a:pt x="1314" y="1951"/>
                    <a:pt x="1940" y="1766"/>
                    <a:pt x="2546" y="1580"/>
                  </a:cubicBezTo>
                  <a:cubicBezTo>
                    <a:pt x="2813" y="1495"/>
                    <a:pt x="3067" y="1430"/>
                    <a:pt x="3334" y="1345"/>
                  </a:cubicBezTo>
                  <a:lnTo>
                    <a:pt x="3354" y="1345"/>
                  </a:lnTo>
                  <a:cubicBezTo>
                    <a:pt x="3471" y="1293"/>
                    <a:pt x="3588" y="1261"/>
                    <a:pt x="3572" y="1059"/>
                  </a:cubicBezTo>
                  <a:cubicBezTo>
                    <a:pt x="3556" y="909"/>
                    <a:pt x="3556" y="739"/>
                    <a:pt x="3556" y="586"/>
                  </a:cubicBezTo>
                  <a:lnTo>
                    <a:pt x="3556" y="283"/>
                  </a:lnTo>
                  <a:lnTo>
                    <a:pt x="3556" y="202"/>
                  </a:lnTo>
                  <a:cubicBezTo>
                    <a:pt x="3536" y="134"/>
                    <a:pt x="3536" y="81"/>
                    <a:pt x="3572" y="16"/>
                  </a:cubicBezTo>
                  <a:cubicBezTo>
                    <a:pt x="3572" y="16"/>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1"/>
            <p:cNvSpPr/>
            <p:nvPr/>
          </p:nvSpPr>
          <p:spPr>
            <a:xfrm>
              <a:off x="1189246" y="1572807"/>
              <a:ext cx="4867" cy="102007"/>
            </a:xfrm>
            <a:custGeom>
              <a:rect b="b" l="l" r="r" t="t"/>
              <a:pathLst>
                <a:path extrusionOk="0" h="1027" w="49">
                  <a:moveTo>
                    <a:pt x="0" y="1"/>
                  </a:moveTo>
                  <a:lnTo>
                    <a:pt x="0" y="17"/>
                  </a:lnTo>
                  <a:cubicBezTo>
                    <a:pt x="16" y="134"/>
                    <a:pt x="16" y="272"/>
                    <a:pt x="0" y="389"/>
                  </a:cubicBezTo>
                  <a:lnTo>
                    <a:pt x="0" y="639"/>
                  </a:lnTo>
                  <a:lnTo>
                    <a:pt x="0" y="756"/>
                  </a:lnTo>
                  <a:cubicBezTo>
                    <a:pt x="0" y="841"/>
                    <a:pt x="0" y="926"/>
                    <a:pt x="16" y="1011"/>
                  </a:cubicBezTo>
                  <a:cubicBezTo>
                    <a:pt x="16" y="1027"/>
                    <a:pt x="33" y="1027"/>
                    <a:pt x="33" y="1027"/>
                  </a:cubicBezTo>
                  <a:cubicBezTo>
                    <a:pt x="49" y="1027"/>
                    <a:pt x="49" y="1011"/>
                    <a:pt x="49" y="1011"/>
                  </a:cubicBezTo>
                  <a:cubicBezTo>
                    <a:pt x="33" y="926"/>
                    <a:pt x="33" y="841"/>
                    <a:pt x="33" y="756"/>
                  </a:cubicBezTo>
                  <a:lnTo>
                    <a:pt x="33" y="639"/>
                  </a:lnTo>
                  <a:lnTo>
                    <a:pt x="33" y="389"/>
                  </a:lnTo>
                  <a:cubicBezTo>
                    <a:pt x="33" y="272"/>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1"/>
            <p:cNvSpPr/>
            <p:nvPr/>
          </p:nvSpPr>
          <p:spPr>
            <a:xfrm>
              <a:off x="1033505" y="3376847"/>
              <a:ext cx="5364" cy="95153"/>
            </a:xfrm>
            <a:custGeom>
              <a:rect b="b" l="l" r="r" t="t"/>
              <a:pathLst>
                <a:path extrusionOk="0" h="958" w="54">
                  <a:moveTo>
                    <a:pt x="21" y="0"/>
                  </a:moveTo>
                  <a:cubicBezTo>
                    <a:pt x="1" y="0"/>
                    <a:pt x="1" y="16"/>
                    <a:pt x="1" y="16"/>
                  </a:cubicBezTo>
                  <a:cubicBezTo>
                    <a:pt x="37" y="49"/>
                    <a:pt x="37" y="101"/>
                    <a:pt x="37" y="150"/>
                  </a:cubicBezTo>
                  <a:lnTo>
                    <a:pt x="37" y="740"/>
                  </a:lnTo>
                  <a:lnTo>
                    <a:pt x="37" y="942"/>
                  </a:lnTo>
                  <a:cubicBezTo>
                    <a:pt x="37" y="942"/>
                    <a:pt x="37" y="958"/>
                    <a:pt x="53" y="958"/>
                  </a:cubicBezTo>
                  <a:lnTo>
                    <a:pt x="53" y="942"/>
                  </a:lnTo>
                  <a:lnTo>
                    <a:pt x="53" y="740"/>
                  </a:lnTo>
                  <a:lnTo>
                    <a:pt x="53" y="150"/>
                  </a:lnTo>
                  <a:cubicBezTo>
                    <a:pt x="53" y="101"/>
                    <a:pt x="53" y="4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1"/>
            <p:cNvSpPr/>
            <p:nvPr/>
          </p:nvSpPr>
          <p:spPr>
            <a:xfrm>
              <a:off x="475398" y="1555326"/>
              <a:ext cx="163787" cy="206596"/>
            </a:xfrm>
            <a:custGeom>
              <a:rect b="b" l="l" r="r" t="t"/>
              <a:pathLst>
                <a:path extrusionOk="0" h="2080" w="1649">
                  <a:moveTo>
                    <a:pt x="1645" y="0"/>
                  </a:moveTo>
                  <a:cubicBezTo>
                    <a:pt x="1640" y="0"/>
                    <a:pt x="1633" y="7"/>
                    <a:pt x="1633" y="7"/>
                  </a:cubicBezTo>
                  <a:cubicBezTo>
                    <a:pt x="1580" y="76"/>
                    <a:pt x="1600" y="161"/>
                    <a:pt x="1617" y="225"/>
                  </a:cubicBezTo>
                  <a:lnTo>
                    <a:pt x="1617" y="294"/>
                  </a:lnTo>
                  <a:cubicBezTo>
                    <a:pt x="1633" y="448"/>
                    <a:pt x="1633" y="581"/>
                    <a:pt x="1633" y="714"/>
                  </a:cubicBezTo>
                  <a:cubicBezTo>
                    <a:pt x="1633" y="815"/>
                    <a:pt x="1617" y="916"/>
                    <a:pt x="1633" y="1033"/>
                  </a:cubicBezTo>
                  <a:cubicBezTo>
                    <a:pt x="1633" y="1070"/>
                    <a:pt x="1617" y="1086"/>
                    <a:pt x="1564" y="1118"/>
                  </a:cubicBezTo>
                  <a:cubicBezTo>
                    <a:pt x="1160" y="1357"/>
                    <a:pt x="740" y="1607"/>
                    <a:pt x="352" y="1861"/>
                  </a:cubicBezTo>
                  <a:cubicBezTo>
                    <a:pt x="235" y="1926"/>
                    <a:pt x="118" y="1995"/>
                    <a:pt x="17" y="2063"/>
                  </a:cubicBezTo>
                  <a:cubicBezTo>
                    <a:pt x="1" y="2063"/>
                    <a:pt x="1" y="2063"/>
                    <a:pt x="1" y="2080"/>
                  </a:cubicBezTo>
                  <a:lnTo>
                    <a:pt x="33" y="2080"/>
                  </a:lnTo>
                  <a:cubicBezTo>
                    <a:pt x="134" y="2011"/>
                    <a:pt x="251" y="1942"/>
                    <a:pt x="352" y="1878"/>
                  </a:cubicBezTo>
                  <a:cubicBezTo>
                    <a:pt x="756" y="1623"/>
                    <a:pt x="1176" y="1373"/>
                    <a:pt x="1580" y="1134"/>
                  </a:cubicBezTo>
                  <a:cubicBezTo>
                    <a:pt x="1633" y="1102"/>
                    <a:pt x="1649" y="1086"/>
                    <a:pt x="1649" y="1017"/>
                  </a:cubicBezTo>
                  <a:lnTo>
                    <a:pt x="1649" y="714"/>
                  </a:lnTo>
                  <a:lnTo>
                    <a:pt x="1649" y="294"/>
                  </a:lnTo>
                  <a:cubicBezTo>
                    <a:pt x="1649" y="278"/>
                    <a:pt x="1633" y="246"/>
                    <a:pt x="1633" y="225"/>
                  </a:cubicBezTo>
                  <a:cubicBezTo>
                    <a:pt x="1617" y="161"/>
                    <a:pt x="1617" y="92"/>
                    <a:pt x="1649" y="23"/>
                  </a:cubicBezTo>
                  <a:lnTo>
                    <a:pt x="1649" y="7"/>
                  </a:lnTo>
                  <a:cubicBezTo>
                    <a:pt x="1649" y="2"/>
                    <a:pt x="1647" y="0"/>
                    <a:pt x="1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1"/>
            <p:cNvSpPr/>
            <p:nvPr/>
          </p:nvSpPr>
          <p:spPr>
            <a:xfrm>
              <a:off x="1518608" y="2831553"/>
              <a:ext cx="182261" cy="299366"/>
            </a:xfrm>
            <a:custGeom>
              <a:rect b="b" l="l" r="r" t="t"/>
              <a:pathLst>
                <a:path extrusionOk="0" h="3014" w="1835">
                  <a:moveTo>
                    <a:pt x="65" y="0"/>
                  </a:moveTo>
                  <a:cubicBezTo>
                    <a:pt x="1" y="170"/>
                    <a:pt x="65" y="271"/>
                    <a:pt x="187" y="388"/>
                  </a:cubicBezTo>
                  <a:cubicBezTo>
                    <a:pt x="352" y="558"/>
                    <a:pt x="506" y="744"/>
                    <a:pt x="655" y="930"/>
                  </a:cubicBezTo>
                  <a:cubicBezTo>
                    <a:pt x="724" y="1010"/>
                    <a:pt x="793" y="1095"/>
                    <a:pt x="873" y="1164"/>
                  </a:cubicBezTo>
                  <a:cubicBezTo>
                    <a:pt x="926" y="1249"/>
                    <a:pt x="995" y="1313"/>
                    <a:pt x="1059" y="1398"/>
                  </a:cubicBezTo>
                  <a:cubicBezTo>
                    <a:pt x="1261" y="1636"/>
                    <a:pt x="1479" y="1871"/>
                    <a:pt x="1702" y="2105"/>
                  </a:cubicBezTo>
                  <a:cubicBezTo>
                    <a:pt x="1782" y="2206"/>
                    <a:pt x="1819" y="2291"/>
                    <a:pt x="1819" y="2408"/>
                  </a:cubicBezTo>
                  <a:cubicBezTo>
                    <a:pt x="1802" y="2493"/>
                    <a:pt x="1802" y="2594"/>
                    <a:pt x="1819" y="2695"/>
                  </a:cubicBezTo>
                  <a:lnTo>
                    <a:pt x="1819" y="2865"/>
                  </a:lnTo>
                  <a:lnTo>
                    <a:pt x="1819" y="2897"/>
                  </a:lnTo>
                  <a:cubicBezTo>
                    <a:pt x="1819" y="2929"/>
                    <a:pt x="1819" y="2966"/>
                    <a:pt x="1782" y="2982"/>
                  </a:cubicBezTo>
                  <a:lnTo>
                    <a:pt x="1782" y="3014"/>
                  </a:lnTo>
                  <a:lnTo>
                    <a:pt x="1802" y="3014"/>
                  </a:lnTo>
                  <a:cubicBezTo>
                    <a:pt x="1835" y="2966"/>
                    <a:pt x="1835" y="2929"/>
                    <a:pt x="1835" y="2897"/>
                  </a:cubicBezTo>
                  <a:lnTo>
                    <a:pt x="1835" y="2865"/>
                  </a:lnTo>
                  <a:lnTo>
                    <a:pt x="1835" y="2695"/>
                  </a:lnTo>
                  <a:lnTo>
                    <a:pt x="1835" y="2408"/>
                  </a:lnTo>
                  <a:cubicBezTo>
                    <a:pt x="1835" y="2291"/>
                    <a:pt x="1802" y="2190"/>
                    <a:pt x="1718" y="2089"/>
                  </a:cubicBezTo>
                  <a:cubicBezTo>
                    <a:pt x="1500" y="1855"/>
                    <a:pt x="1298" y="1616"/>
                    <a:pt x="1075" y="1382"/>
                  </a:cubicBezTo>
                  <a:cubicBezTo>
                    <a:pt x="1027" y="1297"/>
                    <a:pt x="958" y="1232"/>
                    <a:pt x="894" y="1148"/>
                  </a:cubicBezTo>
                  <a:cubicBezTo>
                    <a:pt x="825" y="1079"/>
                    <a:pt x="756" y="994"/>
                    <a:pt x="692" y="909"/>
                  </a:cubicBezTo>
                  <a:cubicBezTo>
                    <a:pt x="538" y="728"/>
                    <a:pt x="368" y="542"/>
                    <a:pt x="203" y="372"/>
                  </a:cubicBezTo>
                  <a:cubicBezTo>
                    <a:pt x="102" y="271"/>
                    <a:pt x="17" y="170"/>
                    <a:pt x="102" y="21"/>
                  </a:cubicBezTo>
                  <a:cubicBezTo>
                    <a:pt x="102" y="21"/>
                    <a:pt x="102" y="0"/>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1"/>
            <p:cNvSpPr/>
            <p:nvPr/>
          </p:nvSpPr>
          <p:spPr>
            <a:xfrm>
              <a:off x="1991693" y="2985606"/>
              <a:ext cx="4966" cy="40227"/>
            </a:xfrm>
            <a:custGeom>
              <a:rect b="b" l="l" r="r" t="t"/>
              <a:pathLst>
                <a:path extrusionOk="0" h="405" w="50">
                  <a:moveTo>
                    <a:pt x="33" y="1"/>
                  </a:moveTo>
                  <a:cubicBezTo>
                    <a:pt x="33" y="1"/>
                    <a:pt x="17" y="1"/>
                    <a:pt x="17" y="17"/>
                  </a:cubicBezTo>
                  <a:cubicBezTo>
                    <a:pt x="1" y="102"/>
                    <a:pt x="1" y="166"/>
                    <a:pt x="1" y="251"/>
                  </a:cubicBezTo>
                  <a:cubicBezTo>
                    <a:pt x="1" y="304"/>
                    <a:pt x="17" y="352"/>
                    <a:pt x="1" y="388"/>
                  </a:cubicBezTo>
                  <a:cubicBezTo>
                    <a:pt x="1" y="405"/>
                    <a:pt x="17" y="405"/>
                    <a:pt x="17" y="405"/>
                  </a:cubicBezTo>
                  <a:cubicBezTo>
                    <a:pt x="33" y="405"/>
                    <a:pt x="33" y="405"/>
                    <a:pt x="33" y="388"/>
                  </a:cubicBezTo>
                  <a:lnTo>
                    <a:pt x="33" y="251"/>
                  </a:lnTo>
                  <a:cubicBezTo>
                    <a:pt x="33" y="186"/>
                    <a:pt x="33" y="102"/>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1"/>
            <p:cNvSpPr/>
            <p:nvPr/>
          </p:nvSpPr>
          <p:spPr>
            <a:xfrm>
              <a:off x="1416701" y="3590694"/>
              <a:ext cx="85221" cy="143723"/>
            </a:xfrm>
            <a:custGeom>
              <a:rect b="b" l="l" r="r" t="t"/>
              <a:pathLst>
                <a:path extrusionOk="0" h="1447" w="858">
                  <a:moveTo>
                    <a:pt x="1" y="0"/>
                  </a:moveTo>
                  <a:lnTo>
                    <a:pt x="1" y="33"/>
                  </a:lnTo>
                  <a:cubicBezTo>
                    <a:pt x="65" y="85"/>
                    <a:pt x="134" y="134"/>
                    <a:pt x="203" y="202"/>
                  </a:cubicBezTo>
                  <a:cubicBezTo>
                    <a:pt x="384" y="356"/>
                    <a:pt x="570" y="505"/>
                    <a:pt x="756" y="659"/>
                  </a:cubicBezTo>
                  <a:cubicBezTo>
                    <a:pt x="825" y="707"/>
                    <a:pt x="825" y="740"/>
                    <a:pt x="825" y="792"/>
                  </a:cubicBezTo>
                  <a:lnTo>
                    <a:pt x="825" y="1265"/>
                  </a:lnTo>
                  <a:lnTo>
                    <a:pt x="825" y="1430"/>
                  </a:lnTo>
                  <a:cubicBezTo>
                    <a:pt x="825" y="1447"/>
                    <a:pt x="825" y="1447"/>
                    <a:pt x="841" y="1447"/>
                  </a:cubicBezTo>
                  <a:cubicBezTo>
                    <a:pt x="841" y="1447"/>
                    <a:pt x="857" y="1447"/>
                    <a:pt x="857" y="1430"/>
                  </a:cubicBezTo>
                  <a:lnTo>
                    <a:pt x="857" y="1265"/>
                  </a:lnTo>
                  <a:lnTo>
                    <a:pt x="857" y="792"/>
                  </a:lnTo>
                  <a:cubicBezTo>
                    <a:pt x="857" y="740"/>
                    <a:pt x="841" y="691"/>
                    <a:pt x="772" y="639"/>
                  </a:cubicBezTo>
                  <a:cubicBezTo>
                    <a:pt x="586" y="489"/>
                    <a:pt x="405" y="336"/>
                    <a:pt x="219" y="170"/>
                  </a:cubicBezTo>
                  <a:cubicBezTo>
                    <a:pt x="150" y="118"/>
                    <a:pt x="82"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1"/>
            <p:cNvSpPr/>
            <p:nvPr/>
          </p:nvSpPr>
          <p:spPr>
            <a:xfrm>
              <a:off x="1087339" y="1629820"/>
              <a:ext cx="6456" cy="102007"/>
            </a:xfrm>
            <a:custGeom>
              <a:rect b="b" l="l" r="r" t="t"/>
              <a:pathLst>
                <a:path extrusionOk="0" h="1027" w="65">
                  <a:moveTo>
                    <a:pt x="0" y="1"/>
                  </a:moveTo>
                  <a:lnTo>
                    <a:pt x="0" y="17"/>
                  </a:lnTo>
                  <a:cubicBezTo>
                    <a:pt x="16" y="182"/>
                    <a:pt x="16" y="352"/>
                    <a:pt x="0" y="522"/>
                  </a:cubicBezTo>
                  <a:lnTo>
                    <a:pt x="0" y="825"/>
                  </a:lnTo>
                  <a:lnTo>
                    <a:pt x="0" y="857"/>
                  </a:lnTo>
                  <a:cubicBezTo>
                    <a:pt x="0" y="909"/>
                    <a:pt x="0" y="958"/>
                    <a:pt x="32" y="1010"/>
                  </a:cubicBezTo>
                  <a:lnTo>
                    <a:pt x="49" y="1027"/>
                  </a:lnTo>
                  <a:lnTo>
                    <a:pt x="49" y="1010"/>
                  </a:lnTo>
                  <a:cubicBezTo>
                    <a:pt x="65" y="1010"/>
                    <a:pt x="65" y="1010"/>
                    <a:pt x="49" y="990"/>
                  </a:cubicBezTo>
                  <a:cubicBezTo>
                    <a:pt x="32" y="958"/>
                    <a:pt x="32" y="909"/>
                    <a:pt x="32" y="857"/>
                  </a:cubicBezTo>
                  <a:lnTo>
                    <a:pt x="32" y="825"/>
                  </a:lnTo>
                  <a:lnTo>
                    <a:pt x="32" y="522"/>
                  </a:lnTo>
                  <a:cubicBezTo>
                    <a:pt x="32" y="352"/>
                    <a:pt x="32" y="18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1"/>
            <p:cNvSpPr/>
            <p:nvPr/>
          </p:nvSpPr>
          <p:spPr>
            <a:xfrm>
              <a:off x="933186" y="2751299"/>
              <a:ext cx="5364" cy="80354"/>
            </a:xfrm>
            <a:custGeom>
              <a:rect b="b" l="l" r="r" t="t"/>
              <a:pathLst>
                <a:path extrusionOk="0" h="809" w="54">
                  <a:moveTo>
                    <a:pt x="21" y="0"/>
                  </a:moveTo>
                  <a:cubicBezTo>
                    <a:pt x="1" y="0"/>
                    <a:pt x="1" y="0"/>
                    <a:pt x="1" y="21"/>
                  </a:cubicBezTo>
                  <a:cubicBezTo>
                    <a:pt x="21" y="138"/>
                    <a:pt x="21" y="271"/>
                    <a:pt x="21" y="404"/>
                  </a:cubicBezTo>
                  <a:lnTo>
                    <a:pt x="21" y="643"/>
                  </a:lnTo>
                  <a:lnTo>
                    <a:pt x="21" y="691"/>
                  </a:lnTo>
                  <a:cubicBezTo>
                    <a:pt x="21" y="728"/>
                    <a:pt x="21" y="760"/>
                    <a:pt x="37" y="792"/>
                  </a:cubicBezTo>
                  <a:lnTo>
                    <a:pt x="37" y="808"/>
                  </a:lnTo>
                  <a:lnTo>
                    <a:pt x="53" y="808"/>
                  </a:lnTo>
                  <a:lnTo>
                    <a:pt x="53" y="792"/>
                  </a:lnTo>
                  <a:cubicBezTo>
                    <a:pt x="37" y="760"/>
                    <a:pt x="37" y="728"/>
                    <a:pt x="37" y="691"/>
                  </a:cubicBezTo>
                  <a:lnTo>
                    <a:pt x="37" y="643"/>
                  </a:lnTo>
                  <a:lnTo>
                    <a:pt x="37" y="404"/>
                  </a:lnTo>
                  <a:cubicBezTo>
                    <a:pt x="53" y="271"/>
                    <a:pt x="53" y="13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1"/>
            <p:cNvSpPr/>
            <p:nvPr/>
          </p:nvSpPr>
          <p:spPr>
            <a:xfrm>
              <a:off x="1336446" y="2579168"/>
              <a:ext cx="4966" cy="88797"/>
            </a:xfrm>
            <a:custGeom>
              <a:rect b="b" l="l" r="r" t="t"/>
              <a:pathLst>
                <a:path extrusionOk="0" h="894" w="50">
                  <a:moveTo>
                    <a:pt x="17" y="0"/>
                  </a:moveTo>
                  <a:lnTo>
                    <a:pt x="17" y="17"/>
                  </a:lnTo>
                  <a:lnTo>
                    <a:pt x="17" y="202"/>
                  </a:lnTo>
                  <a:lnTo>
                    <a:pt x="17" y="744"/>
                  </a:lnTo>
                  <a:lnTo>
                    <a:pt x="17" y="776"/>
                  </a:lnTo>
                  <a:cubicBezTo>
                    <a:pt x="17" y="808"/>
                    <a:pt x="1" y="845"/>
                    <a:pt x="33" y="877"/>
                  </a:cubicBezTo>
                  <a:lnTo>
                    <a:pt x="33" y="893"/>
                  </a:lnTo>
                  <a:lnTo>
                    <a:pt x="49" y="893"/>
                  </a:lnTo>
                  <a:lnTo>
                    <a:pt x="49" y="877"/>
                  </a:lnTo>
                  <a:cubicBezTo>
                    <a:pt x="33" y="845"/>
                    <a:pt x="33" y="808"/>
                    <a:pt x="33" y="776"/>
                  </a:cubicBezTo>
                  <a:lnTo>
                    <a:pt x="33" y="744"/>
                  </a:lnTo>
                  <a:lnTo>
                    <a:pt x="33" y="202"/>
                  </a:ln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1"/>
            <p:cNvSpPr/>
            <p:nvPr/>
          </p:nvSpPr>
          <p:spPr>
            <a:xfrm>
              <a:off x="730961" y="3589105"/>
              <a:ext cx="92074" cy="147299"/>
            </a:xfrm>
            <a:custGeom>
              <a:rect b="b" l="l" r="r" t="t"/>
              <a:pathLst>
                <a:path extrusionOk="0" h="1483" w="927">
                  <a:moveTo>
                    <a:pt x="910" y="0"/>
                  </a:moveTo>
                  <a:cubicBezTo>
                    <a:pt x="894" y="0"/>
                    <a:pt x="894" y="16"/>
                    <a:pt x="894" y="16"/>
                  </a:cubicBezTo>
                  <a:lnTo>
                    <a:pt x="894" y="675"/>
                  </a:lnTo>
                  <a:lnTo>
                    <a:pt x="894" y="792"/>
                  </a:lnTo>
                  <a:lnTo>
                    <a:pt x="894" y="1095"/>
                  </a:lnTo>
                  <a:cubicBezTo>
                    <a:pt x="894" y="1196"/>
                    <a:pt x="878" y="1228"/>
                    <a:pt x="760" y="1261"/>
                  </a:cubicBezTo>
                  <a:cubicBezTo>
                    <a:pt x="724" y="1281"/>
                    <a:pt x="676" y="1297"/>
                    <a:pt x="643" y="1297"/>
                  </a:cubicBezTo>
                  <a:cubicBezTo>
                    <a:pt x="506" y="1329"/>
                    <a:pt x="373" y="1362"/>
                    <a:pt x="255" y="1430"/>
                  </a:cubicBezTo>
                  <a:cubicBezTo>
                    <a:pt x="237" y="1446"/>
                    <a:pt x="212" y="1451"/>
                    <a:pt x="185" y="1451"/>
                  </a:cubicBezTo>
                  <a:cubicBezTo>
                    <a:pt x="157" y="1451"/>
                    <a:pt x="128" y="1446"/>
                    <a:pt x="102" y="1446"/>
                  </a:cubicBezTo>
                  <a:cubicBezTo>
                    <a:pt x="70" y="1446"/>
                    <a:pt x="37" y="1430"/>
                    <a:pt x="17" y="1430"/>
                  </a:cubicBezTo>
                  <a:cubicBezTo>
                    <a:pt x="1" y="1430"/>
                    <a:pt x="1" y="1446"/>
                    <a:pt x="1" y="1446"/>
                  </a:cubicBezTo>
                  <a:cubicBezTo>
                    <a:pt x="1" y="1463"/>
                    <a:pt x="1" y="1463"/>
                    <a:pt x="17" y="1463"/>
                  </a:cubicBezTo>
                  <a:lnTo>
                    <a:pt x="102" y="1463"/>
                  </a:lnTo>
                  <a:cubicBezTo>
                    <a:pt x="118" y="1483"/>
                    <a:pt x="154" y="1483"/>
                    <a:pt x="187" y="1483"/>
                  </a:cubicBezTo>
                  <a:cubicBezTo>
                    <a:pt x="219" y="1483"/>
                    <a:pt x="239" y="1463"/>
                    <a:pt x="272" y="1463"/>
                  </a:cubicBezTo>
                  <a:cubicBezTo>
                    <a:pt x="389" y="1398"/>
                    <a:pt x="522" y="1362"/>
                    <a:pt x="643" y="1329"/>
                  </a:cubicBezTo>
                  <a:cubicBezTo>
                    <a:pt x="692" y="1313"/>
                    <a:pt x="724" y="1297"/>
                    <a:pt x="777" y="1297"/>
                  </a:cubicBezTo>
                  <a:cubicBezTo>
                    <a:pt x="894" y="1261"/>
                    <a:pt x="926" y="1196"/>
                    <a:pt x="926" y="1079"/>
                  </a:cubicBezTo>
                  <a:cubicBezTo>
                    <a:pt x="910" y="994"/>
                    <a:pt x="910" y="893"/>
                    <a:pt x="910" y="792"/>
                  </a:cubicBezTo>
                  <a:lnTo>
                    <a:pt x="910" y="675"/>
                  </a:lnTo>
                  <a:lnTo>
                    <a:pt x="910" y="16"/>
                  </a:lnTo>
                  <a:lnTo>
                    <a:pt x="9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1"/>
            <p:cNvSpPr/>
            <p:nvPr/>
          </p:nvSpPr>
          <p:spPr>
            <a:xfrm>
              <a:off x="1745764" y="2000998"/>
              <a:ext cx="157331" cy="321018"/>
            </a:xfrm>
            <a:custGeom>
              <a:rect b="b" l="l" r="r" t="t"/>
              <a:pathLst>
                <a:path extrusionOk="0" h="3232" w="1584">
                  <a:moveTo>
                    <a:pt x="20" y="0"/>
                  </a:moveTo>
                  <a:cubicBezTo>
                    <a:pt x="0" y="16"/>
                    <a:pt x="0" y="16"/>
                    <a:pt x="20" y="16"/>
                  </a:cubicBezTo>
                  <a:cubicBezTo>
                    <a:pt x="53" y="49"/>
                    <a:pt x="85" y="81"/>
                    <a:pt x="121" y="134"/>
                  </a:cubicBezTo>
                  <a:cubicBezTo>
                    <a:pt x="255" y="352"/>
                    <a:pt x="388" y="586"/>
                    <a:pt x="525" y="808"/>
                  </a:cubicBezTo>
                  <a:cubicBezTo>
                    <a:pt x="606" y="941"/>
                    <a:pt x="675" y="1075"/>
                    <a:pt x="760" y="1212"/>
                  </a:cubicBezTo>
                  <a:cubicBezTo>
                    <a:pt x="946" y="1515"/>
                    <a:pt x="1148" y="1834"/>
                    <a:pt x="1333" y="2137"/>
                  </a:cubicBezTo>
                  <a:cubicBezTo>
                    <a:pt x="1366" y="2186"/>
                    <a:pt x="1382" y="2222"/>
                    <a:pt x="1382" y="2271"/>
                  </a:cubicBezTo>
                  <a:cubicBezTo>
                    <a:pt x="1382" y="2303"/>
                    <a:pt x="1382" y="2339"/>
                    <a:pt x="1398" y="2388"/>
                  </a:cubicBezTo>
                  <a:cubicBezTo>
                    <a:pt x="1398" y="2505"/>
                    <a:pt x="1398" y="2658"/>
                    <a:pt x="1382" y="2776"/>
                  </a:cubicBezTo>
                  <a:cubicBezTo>
                    <a:pt x="1350" y="2961"/>
                    <a:pt x="1414" y="3095"/>
                    <a:pt x="1568" y="3232"/>
                  </a:cubicBezTo>
                  <a:lnTo>
                    <a:pt x="1584" y="3232"/>
                  </a:lnTo>
                  <a:lnTo>
                    <a:pt x="1584" y="3212"/>
                  </a:lnTo>
                  <a:lnTo>
                    <a:pt x="1584" y="3196"/>
                  </a:lnTo>
                  <a:cubicBezTo>
                    <a:pt x="1434" y="3078"/>
                    <a:pt x="1382" y="2961"/>
                    <a:pt x="1414" y="2776"/>
                  </a:cubicBezTo>
                  <a:cubicBezTo>
                    <a:pt x="1434" y="2658"/>
                    <a:pt x="1414" y="2505"/>
                    <a:pt x="1414" y="2388"/>
                  </a:cubicBezTo>
                  <a:lnTo>
                    <a:pt x="1414" y="2271"/>
                  </a:lnTo>
                  <a:cubicBezTo>
                    <a:pt x="1414" y="2222"/>
                    <a:pt x="1398" y="2170"/>
                    <a:pt x="1366" y="2121"/>
                  </a:cubicBezTo>
                  <a:cubicBezTo>
                    <a:pt x="1164" y="1818"/>
                    <a:pt x="978" y="1515"/>
                    <a:pt x="776" y="1192"/>
                  </a:cubicBezTo>
                  <a:cubicBezTo>
                    <a:pt x="707" y="1059"/>
                    <a:pt x="626" y="925"/>
                    <a:pt x="542" y="788"/>
                  </a:cubicBezTo>
                  <a:cubicBezTo>
                    <a:pt x="424" y="570"/>
                    <a:pt x="287" y="352"/>
                    <a:pt x="154" y="117"/>
                  </a:cubicBezTo>
                  <a:cubicBezTo>
                    <a:pt x="101" y="65"/>
                    <a:pt x="69" y="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1"/>
            <p:cNvSpPr/>
            <p:nvPr/>
          </p:nvSpPr>
          <p:spPr>
            <a:xfrm>
              <a:off x="1386605" y="1464146"/>
              <a:ext cx="4966" cy="93564"/>
            </a:xfrm>
            <a:custGeom>
              <a:rect b="b" l="l" r="r" t="t"/>
              <a:pathLst>
                <a:path extrusionOk="0" h="942" w="50">
                  <a:moveTo>
                    <a:pt x="17" y="0"/>
                  </a:moveTo>
                  <a:cubicBezTo>
                    <a:pt x="17" y="0"/>
                    <a:pt x="1" y="0"/>
                    <a:pt x="1" y="16"/>
                  </a:cubicBezTo>
                  <a:cubicBezTo>
                    <a:pt x="17" y="202"/>
                    <a:pt x="17" y="404"/>
                    <a:pt x="17" y="590"/>
                  </a:cubicBezTo>
                  <a:lnTo>
                    <a:pt x="17" y="925"/>
                  </a:lnTo>
                  <a:cubicBezTo>
                    <a:pt x="17" y="941"/>
                    <a:pt x="33" y="941"/>
                    <a:pt x="33" y="941"/>
                  </a:cubicBezTo>
                  <a:cubicBezTo>
                    <a:pt x="33" y="941"/>
                    <a:pt x="49" y="941"/>
                    <a:pt x="49" y="925"/>
                  </a:cubicBezTo>
                  <a:lnTo>
                    <a:pt x="49" y="590"/>
                  </a:ln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1"/>
            <p:cNvSpPr/>
            <p:nvPr/>
          </p:nvSpPr>
          <p:spPr>
            <a:xfrm>
              <a:off x="1414714" y="1806817"/>
              <a:ext cx="88797" cy="260827"/>
            </a:xfrm>
            <a:custGeom>
              <a:rect b="b" l="l" r="r" t="t"/>
              <a:pathLst>
                <a:path extrusionOk="0" h="2626" w="894">
                  <a:moveTo>
                    <a:pt x="21" y="0"/>
                  </a:moveTo>
                  <a:lnTo>
                    <a:pt x="1" y="16"/>
                  </a:lnTo>
                  <a:cubicBezTo>
                    <a:pt x="1" y="16"/>
                    <a:pt x="1" y="36"/>
                    <a:pt x="21" y="36"/>
                  </a:cubicBezTo>
                  <a:cubicBezTo>
                    <a:pt x="69" y="53"/>
                    <a:pt x="85" y="85"/>
                    <a:pt x="122" y="137"/>
                  </a:cubicBezTo>
                  <a:cubicBezTo>
                    <a:pt x="122" y="154"/>
                    <a:pt x="138" y="154"/>
                    <a:pt x="138" y="170"/>
                  </a:cubicBezTo>
                  <a:cubicBezTo>
                    <a:pt x="271" y="372"/>
                    <a:pt x="425" y="574"/>
                    <a:pt x="542" y="776"/>
                  </a:cubicBezTo>
                  <a:cubicBezTo>
                    <a:pt x="627" y="893"/>
                    <a:pt x="691" y="994"/>
                    <a:pt x="760" y="1111"/>
                  </a:cubicBezTo>
                  <a:cubicBezTo>
                    <a:pt x="808" y="1180"/>
                    <a:pt x="829" y="1228"/>
                    <a:pt x="829" y="1297"/>
                  </a:cubicBezTo>
                  <a:lnTo>
                    <a:pt x="829" y="1584"/>
                  </a:lnTo>
                  <a:cubicBezTo>
                    <a:pt x="829" y="1818"/>
                    <a:pt x="829" y="2036"/>
                    <a:pt x="845" y="2258"/>
                  </a:cubicBezTo>
                  <a:lnTo>
                    <a:pt x="845" y="2339"/>
                  </a:lnTo>
                  <a:cubicBezTo>
                    <a:pt x="845" y="2424"/>
                    <a:pt x="845" y="2525"/>
                    <a:pt x="877" y="2626"/>
                  </a:cubicBezTo>
                  <a:lnTo>
                    <a:pt x="893" y="2626"/>
                  </a:lnTo>
                  <a:lnTo>
                    <a:pt x="893" y="2610"/>
                  </a:lnTo>
                  <a:cubicBezTo>
                    <a:pt x="861" y="2525"/>
                    <a:pt x="861" y="2440"/>
                    <a:pt x="861" y="2339"/>
                  </a:cubicBezTo>
                  <a:lnTo>
                    <a:pt x="861" y="2258"/>
                  </a:lnTo>
                  <a:lnTo>
                    <a:pt x="861" y="1584"/>
                  </a:lnTo>
                  <a:lnTo>
                    <a:pt x="861" y="1297"/>
                  </a:lnTo>
                  <a:cubicBezTo>
                    <a:pt x="861" y="1228"/>
                    <a:pt x="829" y="1163"/>
                    <a:pt x="792" y="1095"/>
                  </a:cubicBezTo>
                  <a:cubicBezTo>
                    <a:pt x="707" y="978"/>
                    <a:pt x="643" y="877"/>
                    <a:pt x="574" y="760"/>
                  </a:cubicBezTo>
                  <a:cubicBezTo>
                    <a:pt x="441" y="558"/>
                    <a:pt x="304" y="356"/>
                    <a:pt x="170" y="154"/>
                  </a:cubicBezTo>
                  <a:cubicBezTo>
                    <a:pt x="154" y="137"/>
                    <a:pt x="154" y="137"/>
                    <a:pt x="138" y="117"/>
                  </a:cubicBezTo>
                  <a:cubicBezTo>
                    <a:pt x="122" y="69"/>
                    <a:pt x="85"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1"/>
            <p:cNvSpPr/>
            <p:nvPr/>
          </p:nvSpPr>
          <p:spPr>
            <a:xfrm>
              <a:off x="2095190" y="3264908"/>
              <a:ext cx="5364" cy="40227"/>
            </a:xfrm>
            <a:custGeom>
              <a:rect b="b" l="l" r="r" t="t"/>
              <a:pathLst>
                <a:path extrusionOk="0" h="405" w="54">
                  <a:moveTo>
                    <a:pt x="53" y="0"/>
                  </a:moveTo>
                  <a:cubicBezTo>
                    <a:pt x="37" y="0"/>
                    <a:pt x="37" y="0"/>
                    <a:pt x="37" y="16"/>
                  </a:cubicBezTo>
                  <a:cubicBezTo>
                    <a:pt x="17" y="65"/>
                    <a:pt x="17" y="134"/>
                    <a:pt x="17" y="202"/>
                  </a:cubicBezTo>
                  <a:cubicBezTo>
                    <a:pt x="17" y="267"/>
                    <a:pt x="17" y="336"/>
                    <a:pt x="1" y="384"/>
                  </a:cubicBezTo>
                  <a:cubicBezTo>
                    <a:pt x="1" y="404"/>
                    <a:pt x="1" y="404"/>
                    <a:pt x="17" y="404"/>
                  </a:cubicBezTo>
                  <a:lnTo>
                    <a:pt x="37" y="404"/>
                  </a:lnTo>
                  <a:cubicBezTo>
                    <a:pt x="53" y="336"/>
                    <a:pt x="53" y="267"/>
                    <a:pt x="53" y="202"/>
                  </a:cubicBezTo>
                  <a:cubicBezTo>
                    <a:pt x="37" y="134"/>
                    <a:pt x="37" y="8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1"/>
            <p:cNvSpPr/>
            <p:nvPr/>
          </p:nvSpPr>
          <p:spPr>
            <a:xfrm>
              <a:off x="1271090" y="1276024"/>
              <a:ext cx="140545" cy="163290"/>
            </a:xfrm>
            <a:custGeom>
              <a:rect b="b" l="l" r="r" t="t"/>
              <a:pathLst>
                <a:path extrusionOk="0" h="1644" w="1415">
                  <a:moveTo>
                    <a:pt x="1399" y="0"/>
                  </a:moveTo>
                  <a:cubicBezTo>
                    <a:pt x="1398" y="0"/>
                    <a:pt x="1398" y="2"/>
                    <a:pt x="1398" y="8"/>
                  </a:cubicBezTo>
                  <a:cubicBezTo>
                    <a:pt x="1281" y="76"/>
                    <a:pt x="1164" y="129"/>
                    <a:pt x="1043" y="193"/>
                  </a:cubicBezTo>
                  <a:cubicBezTo>
                    <a:pt x="776" y="363"/>
                    <a:pt x="489" y="513"/>
                    <a:pt x="218" y="682"/>
                  </a:cubicBezTo>
                  <a:cubicBezTo>
                    <a:pt x="0" y="799"/>
                    <a:pt x="0" y="816"/>
                    <a:pt x="0" y="1070"/>
                  </a:cubicBezTo>
                  <a:lnTo>
                    <a:pt x="0" y="1240"/>
                  </a:lnTo>
                  <a:cubicBezTo>
                    <a:pt x="0" y="1373"/>
                    <a:pt x="0" y="1490"/>
                    <a:pt x="16" y="1624"/>
                  </a:cubicBezTo>
                  <a:lnTo>
                    <a:pt x="33" y="1644"/>
                  </a:lnTo>
                  <a:lnTo>
                    <a:pt x="53" y="1624"/>
                  </a:lnTo>
                  <a:cubicBezTo>
                    <a:pt x="33" y="1490"/>
                    <a:pt x="33" y="1357"/>
                    <a:pt x="33" y="1240"/>
                  </a:cubicBezTo>
                  <a:lnTo>
                    <a:pt x="33" y="1070"/>
                  </a:lnTo>
                  <a:cubicBezTo>
                    <a:pt x="33" y="816"/>
                    <a:pt x="33" y="816"/>
                    <a:pt x="235" y="698"/>
                  </a:cubicBezTo>
                  <a:cubicBezTo>
                    <a:pt x="505" y="549"/>
                    <a:pt x="792" y="379"/>
                    <a:pt x="1063" y="230"/>
                  </a:cubicBezTo>
                  <a:cubicBezTo>
                    <a:pt x="1180" y="161"/>
                    <a:pt x="1297" y="92"/>
                    <a:pt x="1398" y="28"/>
                  </a:cubicBezTo>
                  <a:cubicBezTo>
                    <a:pt x="1414" y="28"/>
                    <a:pt x="1414" y="8"/>
                    <a:pt x="1414" y="8"/>
                  </a:cubicBezTo>
                  <a:cubicBezTo>
                    <a:pt x="1403" y="8"/>
                    <a:pt x="1400" y="0"/>
                    <a:pt x="1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1"/>
            <p:cNvSpPr/>
            <p:nvPr/>
          </p:nvSpPr>
          <p:spPr>
            <a:xfrm>
              <a:off x="1378162" y="3085924"/>
              <a:ext cx="4966" cy="102007"/>
            </a:xfrm>
            <a:custGeom>
              <a:rect b="b" l="l" r="r" t="t"/>
              <a:pathLst>
                <a:path extrusionOk="0" h="1027" w="50">
                  <a:moveTo>
                    <a:pt x="17" y="1"/>
                  </a:moveTo>
                  <a:cubicBezTo>
                    <a:pt x="17" y="1"/>
                    <a:pt x="1" y="17"/>
                    <a:pt x="17" y="17"/>
                  </a:cubicBezTo>
                  <a:cubicBezTo>
                    <a:pt x="33" y="134"/>
                    <a:pt x="33" y="251"/>
                    <a:pt x="17" y="352"/>
                  </a:cubicBezTo>
                  <a:lnTo>
                    <a:pt x="17" y="522"/>
                  </a:lnTo>
                  <a:lnTo>
                    <a:pt x="17" y="857"/>
                  </a:lnTo>
                  <a:lnTo>
                    <a:pt x="17" y="1027"/>
                  </a:lnTo>
                  <a:lnTo>
                    <a:pt x="49" y="1027"/>
                  </a:lnTo>
                  <a:lnTo>
                    <a:pt x="49" y="857"/>
                  </a:lnTo>
                  <a:lnTo>
                    <a:pt x="49" y="522"/>
                  </a:lnTo>
                  <a:lnTo>
                    <a:pt x="49" y="352"/>
                  </a:lnTo>
                  <a:cubicBezTo>
                    <a:pt x="49" y="251"/>
                    <a:pt x="49" y="13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1"/>
            <p:cNvSpPr/>
            <p:nvPr/>
          </p:nvSpPr>
          <p:spPr>
            <a:xfrm>
              <a:off x="1252616" y="2111348"/>
              <a:ext cx="160609" cy="80354"/>
            </a:xfrm>
            <a:custGeom>
              <a:rect b="b" l="l" r="r" t="t"/>
              <a:pathLst>
                <a:path extrusionOk="0" h="809" w="1617">
                  <a:moveTo>
                    <a:pt x="1584" y="0"/>
                  </a:moveTo>
                  <a:lnTo>
                    <a:pt x="1382" y="101"/>
                  </a:lnTo>
                  <a:cubicBezTo>
                    <a:pt x="1229" y="166"/>
                    <a:pt x="1079" y="234"/>
                    <a:pt x="926" y="303"/>
                  </a:cubicBezTo>
                  <a:lnTo>
                    <a:pt x="760" y="384"/>
                  </a:lnTo>
                  <a:cubicBezTo>
                    <a:pt x="542" y="485"/>
                    <a:pt x="320" y="586"/>
                    <a:pt x="85" y="707"/>
                  </a:cubicBezTo>
                  <a:cubicBezTo>
                    <a:pt x="53" y="723"/>
                    <a:pt x="17" y="739"/>
                    <a:pt x="1" y="788"/>
                  </a:cubicBezTo>
                  <a:cubicBezTo>
                    <a:pt x="1" y="788"/>
                    <a:pt x="1" y="808"/>
                    <a:pt x="17" y="808"/>
                  </a:cubicBezTo>
                  <a:cubicBezTo>
                    <a:pt x="17" y="808"/>
                    <a:pt x="37" y="808"/>
                    <a:pt x="37" y="788"/>
                  </a:cubicBezTo>
                  <a:cubicBezTo>
                    <a:pt x="37" y="756"/>
                    <a:pt x="53" y="739"/>
                    <a:pt x="101" y="723"/>
                  </a:cubicBezTo>
                  <a:cubicBezTo>
                    <a:pt x="320" y="622"/>
                    <a:pt x="558" y="521"/>
                    <a:pt x="776" y="420"/>
                  </a:cubicBezTo>
                  <a:lnTo>
                    <a:pt x="946" y="335"/>
                  </a:lnTo>
                  <a:cubicBezTo>
                    <a:pt x="1095" y="267"/>
                    <a:pt x="1249" y="182"/>
                    <a:pt x="1382" y="117"/>
                  </a:cubicBezTo>
                  <a:lnTo>
                    <a:pt x="1600" y="16"/>
                  </a:lnTo>
                  <a:cubicBezTo>
                    <a:pt x="1616" y="16"/>
                    <a:pt x="1616" y="16"/>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1"/>
            <p:cNvSpPr/>
            <p:nvPr/>
          </p:nvSpPr>
          <p:spPr>
            <a:xfrm>
              <a:off x="931597" y="3244844"/>
              <a:ext cx="5364" cy="88300"/>
            </a:xfrm>
            <a:custGeom>
              <a:rect b="b" l="l" r="r" t="t"/>
              <a:pathLst>
                <a:path extrusionOk="0" h="889" w="54">
                  <a:moveTo>
                    <a:pt x="17" y="0"/>
                  </a:moveTo>
                  <a:cubicBezTo>
                    <a:pt x="17" y="0"/>
                    <a:pt x="1" y="0"/>
                    <a:pt x="1" y="16"/>
                  </a:cubicBezTo>
                  <a:lnTo>
                    <a:pt x="1" y="202"/>
                  </a:lnTo>
                  <a:lnTo>
                    <a:pt x="1" y="740"/>
                  </a:lnTo>
                  <a:lnTo>
                    <a:pt x="1" y="772"/>
                  </a:lnTo>
                  <a:cubicBezTo>
                    <a:pt x="1" y="808"/>
                    <a:pt x="1" y="840"/>
                    <a:pt x="17" y="889"/>
                  </a:cubicBezTo>
                  <a:lnTo>
                    <a:pt x="37" y="889"/>
                  </a:lnTo>
                  <a:cubicBezTo>
                    <a:pt x="53" y="889"/>
                    <a:pt x="53" y="873"/>
                    <a:pt x="53" y="873"/>
                  </a:cubicBezTo>
                  <a:cubicBezTo>
                    <a:pt x="37" y="840"/>
                    <a:pt x="37" y="808"/>
                    <a:pt x="37" y="772"/>
                  </a:cubicBezTo>
                  <a:lnTo>
                    <a:pt x="37" y="740"/>
                  </a:lnTo>
                  <a:lnTo>
                    <a:pt x="37" y="202"/>
                  </a:lnTo>
                  <a:lnTo>
                    <a:pt x="37" y="16"/>
                  </a:ln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1"/>
            <p:cNvSpPr/>
            <p:nvPr/>
          </p:nvSpPr>
          <p:spPr>
            <a:xfrm>
              <a:off x="791152" y="2649391"/>
              <a:ext cx="5364" cy="80354"/>
            </a:xfrm>
            <a:custGeom>
              <a:rect b="b" l="l" r="r" t="t"/>
              <a:pathLst>
                <a:path extrusionOk="0" h="809" w="54">
                  <a:moveTo>
                    <a:pt x="17" y="0"/>
                  </a:moveTo>
                  <a:cubicBezTo>
                    <a:pt x="1" y="0"/>
                    <a:pt x="1" y="0"/>
                    <a:pt x="1" y="17"/>
                  </a:cubicBezTo>
                  <a:cubicBezTo>
                    <a:pt x="17" y="170"/>
                    <a:pt x="17" y="340"/>
                    <a:pt x="17" y="505"/>
                  </a:cubicBezTo>
                  <a:lnTo>
                    <a:pt x="17" y="792"/>
                  </a:lnTo>
                  <a:cubicBezTo>
                    <a:pt x="17" y="792"/>
                    <a:pt x="17" y="808"/>
                    <a:pt x="37" y="808"/>
                  </a:cubicBezTo>
                  <a:lnTo>
                    <a:pt x="37" y="792"/>
                  </a:lnTo>
                  <a:lnTo>
                    <a:pt x="37" y="505"/>
                  </a:lnTo>
                  <a:cubicBezTo>
                    <a:pt x="53" y="340"/>
                    <a:pt x="53" y="17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1"/>
            <p:cNvSpPr/>
            <p:nvPr/>
          </p:nvSpPr>
          <p:spPr>
            <a:xfrm>
              <a:off x="672458" y="1604591"/>
              <a:ext cx="145710" cy="192293"/>
            </a:xfrm>
            <a:custGeom>
              <a:rect b="b" l="l" r="r" t="t"/>
              <a:pathLst>
                <a:path extrusionOk="0" h="1936" w="1467">
                  <a:moveTo>
                    <a:pt x="1398" y="0"/>
                  </a:moveTo>
                  <a:lnTo>
                    <a:pt x="1398" y="16"/>
                  </a:lnTo>
                  <a:cubicBezTo>
                    <a:pt x="1434" y="101"/>
                    <a:pt x="1434" y="170"/>
                    <a:pt x="1434" y="255"/>
                  </a:cubicBezTo>
                  <a:cubicBezTo>
                    <a:pt x="1414" y="303"/>
                    <a:pt x="1414" y="356"/>
                    <a:pt x="1414" y="404"/>
                  </a:cubicBezTo>
                  <a:cubicBezTo>
                    <a:pt x="1434" y="489"/>
                    <a:pt x="1434" y="590"/>
                    <a:pt x="1434" y="691"/>
                  </a:cubicBezTo>
                  <a:cubicBezTo>
                    <a:pt x="1434" y="776"/>
                    <a:pt x="1414" y="861"/>
                    <a:pt x="1434" y="941"/>
                  </a:cubicBezTo>
                  <a:cubicBezTo>
                    <a:pt x="1434" y="1026"/>
                    <a:pt x="1398" y="1079"/>
                    <a:pt x="1333" y="1127"/>
                  </a:cubicBezTo>
                  <a:cubicBezTo>
                    <a:pt x="1063" y="1264"/>
                    <a:pt x="828" y="1414"/>
                    <a:pt x="574" y="1547"/>
                  </a:cubicBezTo>
                  <a:cubicBezTo>
                    <a:pt x="473" y="1616"/>
                    <a:pt x="388" y="1668"/>
                    <a:pt x="287" y="1733"/>
                  </a:cubicBezTo>
                  <a:cubicBezTo>
                    <a:pt x="255" y="1749"/>
                    <a:pt x="238" y="1749"/>
                    <a:pt x="222" y="1769"/>
                  </a:cubicBezTo>
                  <a:cubicBezTo>
                    <a:pt x="154" y="1802"/>
                    <a:pt x="69" y="1850"/>
                    <a:pt x="0" y="1919"/>
                  </a:cubicBezTo>
                  <a:lnTo>
                    <a:pt x="0" y="1935"/>
                  </a:lnTo>
                  <a:lnTo>
                    <a:pt x="20" y="1935"/>
                  </a:lnTo>
                  <a:cubicBezTo>
                    <a:pt x="85" y="1870"/>
                    <a:pt x="154" y="1834"/>
                    <a:pt x="238" y="1786"/>
                  </a:cubicBezTo>
                  <a:cubicBezTo>
                    <a:pt x="255" y="1786"/>
                    <a:pt x="271" y="1769"/>
                    <a:pt x="287" y="1749"/>
                  </a:cubicBezTo>
                  <a:cubicBezTo>
                    <a:pt x="388" y="1701"/>
                    <a:pt x="489" y="1632"/>
                    <a:pt x="590" y="1584"/>
                  </a:cubicBezTo>
                  <a:cubicBezTo>
                    <a:pt x="828" y="1430"/>
                    <a:pt x="1079" y="1281"/>
                    <a:pt x="1333" y="1143"/>
                  </a:cubicBezTo>
                  <a:cubicBezTo>
                    <a:pt x="1434" y="1095"/>
                    <a:pt x="1467" y="1026"/>
                    <a:pt x="1450" y="941"/>
                  </a:cubicBezTo>
                  <a:lnTo>
                    <a:pt x="1450" y="691"/>
                  </a:lnTo>
                  <a:lnTo>
                    <a:pt x="1450" y="388"/>
                  </a:lnTo>
                  <a:lnTo>
                    <a:pt x="1450" y="255"/>
                  </a:lnTo>
                  <a:cubicBezTo>
                    <a:pt x="1467" y="186"/>
                    <a:pt x="1467" y="85"/>
                    <a:pt x="1414" y="16"/>
                  </a:cubicBezTo>
                  <a:cubicBezTo>
                    <a:pt x="1414" y="0"/>
                    <a:pt x="1414"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1"/>
            <p:cNvSpPr/>
            <p:nvPr/>
          </p:nvSpPr>
          <p:spPr>
            <a:xfrm>
              <a:off x="1256191" y="2643332"/>
              <a:ext cx="162198" cy="230434"/>
            </a:xfrm>
            <a:custGeom>
              <a:rect b="b" l="l" r="r" t="t"/>
              <a:pathLst>
                <a:path extrusionOk="0" h="2320" w="1633">
                  <a:moveTo>
                    <a:pt x="1539" y="1"/>
                  </a:moveTo>
                  <a:cubicBezTo>
                    <a:pt x="1519" y="1"/>
                    <a:pt x="1498" y="5"/>
                    <a:pt x="1479" y="13"/>
                  </a:cubicBezTo>
                  <a:cubicBezTo>
                    <a:pt x="1294" y="78"/>
                    <a:pt x="1128" y="162"/>
                    <a:pt x="958" y="231"/>
                  </a:cubicBezTo>
                  <a:lnTo>
                    <a:pt x="809" y="280"/>
                  </a:lnTo>
                  <a:cubicBezTo>
                    <a:pt x="724" y="316"/>
                    <a:pt x="655" y="348"/>
                    <a:pt x="570" y="381"/>
                  </a:cubicBezTo>
                  <a:cubicBezTo>
                    <a:pt x="385" y="465"/>
                    <a:pt x="203" y="534"/>
                    <a:pt x="1" y="603"/>
                  </a:cubicBezTo>
                  <a:lnTo>
                    <a:pt x="1" y="619"/>
                  </a:lnTo>
                  <a:lnTo>
                    <a:pt x="17" y="619"/>
                  </a:lnTo>
                  <a:cubicBezTo>
                    <a:pt x="203" y="566"/>
                    <a:pt x="405" y="481"/>
                    <a:pt x="587" y="401"/>
                  </a:cubicBezTo>
                  <a:cubicBezTo>
                    <a:pt x="655" y="381"/>
                    <a:pt x="740" y="348"/>
                    <a:pt x="809" y="316"/>
                  </a:cubicBezTo>
                  <a:lnTo>
                    <a:pt x="974" y="247"/>
                  </a:lnTo>
                  <a:cubicBezTo>
                    <a:pt x="1144" y="179"/>
                    <a:pt x="1314" y="114"/>
                    <a:pt x="1479" y="45"/>
                  </a:cubicBezTo>
                  <a:cubicBezTo>
                    <a:pt x="1506" y="37"/>
                    <a:pt x="1523" y="33"/>
                    <a:pt x="1537" y="33"/>
                  </a:cubicBezTo>
                  <a:cubicBezTo>
                    <a:pt x="1552" y="33"/>
                    <a:pt x="1564" y="37"/>
                    <a:pt x="1580" y="45"/>
                  </a:cubicBezTo>
                  <a:cubicBezTo>
                    <a:pt x="1597" y="61"/>
                    <a:pt x="1597" y="78"/>
                    <a:pt x="1597" y="114"/>
                  </a:cubicBezTo>
                  <a:cubicBezTo>
                    <a:pt x="1597" y="231"/>
                    <a:pt x="1597" y="364"/>
                    <a:pt x="1580" y="481"/>
                  </a:cubicBezTo>
                  <a:lnTo>
                    <a:pt x="1580" y="720"/>
                  </a:lnTo>
                  <a:cubicBezTo>
                    <a:pt x="1580" y="768"/>
                    <a:pt x="1564" y="784"/>
                    <a:pt x="1496" y="805"/>
                  </a:cubicBezTo>
                  <a:cubicBezTo>
                    <a:pt x="1261" y="885"/>
                    <a:pt x="1027" y="986"/>
                    <a:pt x="809" y="1071"/>
                  </a:cubicBezTo>
                  <a:cubicBezTo>
                    <a:pt x="607" y="1156"/>
                    <a:pt x="405" y="1241"/>
                    <a:pt x="203" y="1310"/>
                  </a:cubicBezTo>
                  <a:cubicBezTo>
                    <a:pt x="134" y="1342"/>
                    <a:pt x="102" y="1374"/>
                    <a:pt x="102" y="1443"/>
                  </a:cubicBezTo>
                  <a:lnTo>
                    <a:pt x="102" y="1714"/>
                  </a:lnTo>
                  <a:cubicBezTo>
                    <a:pt x="102" y="1916"/>
                    <a:pt x="102" y="2118"/>
                    <a:pt x="118" y="2320"/>
                  </a:cubicBezTo>
                  <a:lnTo>
                    <a:pt x="134" y="2320"/>
                  </a:lnTo>
                  <a:cubicBezTo>
                    <a:pt x="118" y="2118"/>
                    <a:pt x="134" y="1916"/>
                    <a:pt x="134" y="1714"/>
                  </a:cubicBezTo>
                  <a:lnTo>
                    <a:pt x="134" y="1443"/>
                  </a:lnTo>
                  <a:cubicBezTo>
                    <a:pt x="134" y="1374"/>
                    <a:pt x="166" y="1358"/>
                    <a:pt x="219" y="1342"/>
                  </a:cubicBezTo>
                  <a:cubicBezTo>
                    <a:pt x="421" y="1257"/>
                    <a:pt x="623" y="1172"/>
                    <a:pt x="809" y="1108"/>
                  </a:cubicBezTo>
                  <a:cubicBezTo>
                    <a:pt x="1043" y="1007"/>
                    <a:pt x="1277" y="922"/>
                    <a:pt x="1516" y="837"/>
                  </a:cubicBezTo>
                  <a:cubicBezTo>
                    <a:pt x="1564" y="805"/>
                    <a:pt x="1597" y="784"/>
                    <a:pt x="1597" y="720"/>
                  </a:cubicBezTo>
                  <a:cubicBezTo>
                    <a:pt x="1597" y="635"/>
                    <a:pt x="1617" y="566"/>
                    <a:pt x="1617" y="481"/>
                  </a:cubicBezTo>
                  <a:cubicBezTo>
                    <a:pt x="1617" y="364"/>
                    <a:pt x="1633" y="231"/>
                    <a:pt x="1633" y="114"/>
                  </a:cubicBezTo>
                  <a:cubicBezTo>
                    <a:pt x="1633" y="61"/>
                    <a:pt x="1617" y="29"/>
                    <a:pt x="1597" y="13"/>
                  </a:cubicBezTo>
                  <a:cubicBezTo>
                    <a:pt x="1580" y="5"/>
                    <a:pt x="1560" y="1"/>
                    <a:pt x="1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1"/>
            <p:cNvSpPr/>
            <p:nvPr/>
          </p:nvSpPr>
          <p:spPr>
            <a:xfrm>
              <a:off x="2167002" y="3353109"/>
              <a:ext cx="6953" cy="38637"/>
            </a:xfrm>
            <a:custGeom>
              <a:rect b="b" l="l" r="r" t="t"/>
              <a:pathLst>
                <a:path extrusionOk="0" h="389" w="70">
                  <a:moveTo>
                    <a:pt x="53" y="1"/>
                  </a:moveTo>
                  <a:cubicBezTo>
                    <a:pt x="53" y="1"/>
                    <a:pt x="37" y="1"/>
                    <a:pt x="37" y="21"/>
                  </a:cubicBezTo>
                  <a:cubicBezTo>
                    <a:pt x="21" y="70"/>
                    <a:pt x="21" y="138"/>
                    <a:pt x="21" y="203"/>
                  </a:cubicBezTo>
                  <a:cubicBezTo>
                    <a:pt x="21" y="255"/>
                    <a:pt x="37" y="324"/>
                    <a:pt x="21" y="373"/>
                  </a:cubicBezTo>
                  <a:cubicBezTo>
                    <a:pt x="1" y="389"/>
                    <a:pt x="21" y="389"/>
                    <a:pt x="21" y="389"/>
                  </a:cubicBezTo>
                  <a:lnTo>
                    <a:pt x="37" y="389"/>
                  </a:lnTo>
                  <a:cubicBezTo>
                    <a:pt x="53" y="324"/>
                    <a:pt x="53" y="255"/>
                    <a:pt x="53" y="203"/>
                  </a:cubicBezTo>
                  <a:cubicBezTo>
                    <a:pt x="53" y="138"/>
                    <a:pt x="53" y="86"/>
                    <a:pt x="70" y="21"/>
                  </a:cubicBezTo>
                  <a:cubicBezTo>
                    <a:pt x="70" y="21"/>
                    <a:pt x="70"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1"/>
            <p:cNvSpPr/>
            <p:nvPr/>
          </p:nvSpPr>
          <p:spPr>
            <a:xfrm>
              <a:off x="1740897" y="2459184"/>
              <a:ext cx="142134" cy="290625"/>
            </a:xfrm>
            <a:custGeom>
              <a:rect b="b" l="l" r="r" t="t"/>
              <a:pathLst>
                <a:path extrusionOk="0" h="2926" w="1431">
                  <a:moveTo>
                    <a:pt x="41" y="1"/>
                  </a:moveTo>
                  <a:cubicBezTo>
                    <a:pt x="37" y="1"/>
                    <a:pt x="33" y="5"/>
                    <a:pt x="33" y="13"/>
                  </a:cubicBezTo>
                  <a:cubicBezTo>
                    <a:pt x="1" y="65"/>
                    <a:pt x="1" y="114"/>
                    <a:pt x="1" y="166"/>
                  </a:cubicBezTo>
                  <a:lnTo>
                    <a:pt x="1" y="336"/>
                  </a:lnTo>
                  <a:lnTo>
                    <a:pt x="1" y="922"/>
                  </a:lnTo>
                  <a:cubicBezTo>
                    <a:pt x="1" y="1006"/>
                    <a:pt x="17" y="1059"/>
                    <a:pt x="69" y="1124"/>
                  </a:cubicBezTo>
                  <a:cubicBezTo>
                    <a:pt x="271" y="1378"/>
                    <a:pt x="453" y="1649"/>
                    <a:pt x="639" y="1915"/>
                  </a:cubicBezTo>
                  <a:cubicBezTo>
                    <a:pt x="793" y="2134"/>
                    <a:pt x="958" y="2356"/>
                    <a:pt x="1112" y="2574"/>
                  </a:cubicBezTo>
                  <a:cubicBezTo>
                    <a:pt x="1144" y="2606"/>
                    <a:pt x="1180" y="2638"/>
                    <a:pt x="1197" y="2675"/>
                  </a:cubicBezTo>
                  <a:cubicBezTo>
                    <a:pt x="1245" y="2776"/>
                    <a:pt x="1314" y="2861"/>
                    <a:pt x="1399" y="2925"/>
                  </a:cubicBezTo>
                  <a:lnTo>
                    <a:pt x="1415" y="2925"/>
                  </a:lnTo>
                  <a:lnTo>
                    <a:pt x="1415" y="2909"/>
                  </a:lnTo>
                  <a:cubicBezTo>
                    <a:pt x="1431" y="2909"/>
                    <a:pt x="1431" y="2909"/>
                    <a:pt x="1415" y="2893"/>
                  </a:cubicBezTo>
                  <a:cubicBezTo>
                    <a:pt x="1330" y="2840"/>
                    <a:pt x="1261" y="2760"/>
                    <a:pt x="1213" y="2675"/>
                  </a:cubicBezTo>
                  <a:cubicBezTo>
                    <a:pt x="1197" y="2622"/>
                    <a:pt x="1160" y="2590"/>
                    <a:pt x="1144" y="2558"/>
                  </a:cubicBezTo>
                  <a:cubicBezTo>
                    <a:pt x="978" y="2335"/>
                    <a:pt x="825" y="2117"/>
                    <a:pt x="675" y="1899"/>
                  </a:cubicBezTo>
                  <a:cubicBezTo>
                    <a:pt x="490" y="1629"/>
                    <a:pt x="288" y="1362"/>
                    <a:pt x="86" y="1107"/>
                  </a:cubicBezTo>
                  <a:cubicBezTo>
                    <a:pt x="49" y="1059"/>
                    <a:pt x="33" y="990"/>
                    <a:pt x="33" y="922"/>
                  </a:cubicBezTo>
                  <a:lnTo>
                    <a:pt x="33" y="336"/>
                  </a:lnTo>
                  <a:lnTo>
                    <a:pt x="33" y="166"/>
                  </a:lnTo>
                  <a:cubicBezTo>
                    <a:pt x="33" y="114"/>
                    <a:pt x="33" y="65"/>
                    <a:pt x="49" y="33"/>
                  </a:cubicBezTo>
                  <a:cubicBezTo>
                    <a:pt x="69" y="13"/>
                    <a:pt x="49" y="13"/>
                    <a:pt x="49" y="13"/>
                  </a:cubicBezTo>
                  <a:cubicBezTo>
                    <a:pt x="49" y="5"/>
                    <a:pt x="45"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1"/>
            <p:cNvSpPr/>
            <p:nvPr/>
          </p:nvSpPr>
          <p:spPr>
            <a:xfrm>
              <a:off x="672458" y="1758247"/>
              <a:ext cx="145710" cy="204312"/>
            </a:xfrm>
            <a:custGeom>
              <a:rect b="b" l="l" r="r" t="t"/>
              <a:pathLst>
                <a:path extrusionOk="0" h="2057" w="1467">
                  <a:moveTo>
                    <a:pt x="1398" y="0"/>
                  </a:moveTo>
                  <a:lnTo>
                    <a:pt x="1398" y="20"/>
                  </a:lnTo>
                  <a:cubicBezTo>
                    <a:pt x="1450" y="101"/>
                    <a:pt x="1434" y="186"/>
                    <a:pt x="1434" y="271"/>
                  </a:cubicBezTo>
                  <a:cubicBezTo>
                    <a:pt x="1414" y="323"/>
                    <a:pt x="1414" y="372"/>
                    <a:pt x="1414" y="424"/>
                  </a:cubicBezTo>
                  <a:cubicBezTo>
                    <a:pt x="1434" y="558"/>
                    <a:pt x="1434" y="707"/>
                    <a:pt x="1434" y="845"/>
                  </a:cubicBezTo>
                  <a:lnTo>
                    <a:pt x="1434" y="1148"/>
                  </a:lnTo>
                  <a:cubicBezTo>
                    <a:pt x="1434" y="1232"/>
                    <a:pt x="1398" y="1265"/>
                    <a:pt x="1333" y="1313"/>
                  </a:cubicBezTo>
                  <a:cubicBezTo>
                    <a:pt x="978" y="1499"/>
                    <a:pt x="626" y="1685"/>
                    <a:pt x="287" y="1871"/>
                  </a:cubicBezTo>
                  <a:lnTo>
                    <a:pt x="20" y="2020"/>
                  </a:lnTo>
                  <a:lnTo>
                    <a:pt x="0" y="2040"/>
                  </a:lnTo>
                  <a:lnTo>
                    <a:pt x="0" y="2056"/>
                  </a:lnTo>
                  <a:lnTo>
                    <a:pt x="37" y="2056"/>
                  </a:lnTo>
                  <a:lnTo>
                    <a:pt x="303" y="1903"/>
                  </a:lnTo>
                  <a:cubicBezTo>
                    <a:pt x="642" y="1717"/>
                    <a:pt x="994" y="1515"/>
                    <a:pt x="1333" y="1333"/>
                  </a:cubicBezTo>
                  <a:cubicBezTo>
                    <a:pt x="1414" y="1297"/>
                    <a:pt x="1467" y="1249"/>
                    <a:pt x="1450" y="1148"/>
                  </a:cubicBezTo>
                  <a:lnTo>
                    <a:pt x="1450" y="845"/>
                  </a:lnTo>
                  <a:lnTo>
                    <a:pt x="1450" y="424"/>
                  </a:lnTo>
                  <a:lnTo>
                    <a:pt x="1450" y="271"/>
                  </a:lnTo>
                  <a:cubicBezTo>
                    <a:pt x="1467" y="186"/>
                    <a:pt x="1467" y="85"/>
                    <a:pt x="14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1"/>
            <p:cNvSpPr/>
            <p:nvPr/>
          </p:nvSpPr>
          <p:spPr>
            <a:xfrm>
              <a:off x="869817" y="3147009"/>
              <a:ext cx="336314" cy="208285"/>
            </a:xfrm>
            <a:custGeom>
              <a:rect b="b" l="l" r="r" t="t"/>
              <a:pathLst>
                <a:path extrusionOk="0" h="2097" w="3386">
                  <a:moveTo>
                    <a:pt x="3371" y="0"/>
                  </a:moveTo>
                  <a:cubicBezTo>
                    <a:pt x="3368" y="0"/>
                    <a:pt x="3366" y="2"/>
                    <a:pt x="3366" y="8"/>
                  </a:cubicBezTo>
                  <a:cubicBezTo>
                    <a:pt x="3184" y="56"/>
                    <a:pt x="2998" y="125"/>
                    <a:pt x="2812" y="193"/>
                  </a:cubicBezTo>
                  <a:cubicBezTo>
                    <a:pt x="2610" y="278"/>
                    <a:pt x="2408" y="343"/>
                    <a:pt x="2222" y="412"/>
                  </a:cubicBezTo>
                  <a:cubicBezTo>
                    <a:pt x="2073" y="460"/>
                    <a:pt x="1936" y="513"/>
                    <a:pt x="1786" y="561"/>
                  </a:cubicBezTo>
                  <a:cubicBezTo>
                    <a:pt x="1483" y="682"/>
                    <a:pt x="1164" y="783"/>
                    <a:pt x="841" y="900"/>
                  </a:cubicBezTo>
                  <a:cubicBezTo>
                    <a:pt x="708" y="933"/>
                    <a:pt x="590" y="985"/>
                    <a:pt x="457" y="1034"/>
                  </a:cubicBezTo>
                  <a:cubicBezTo>
                    <a:pt x="356" y="1066"/>
                    <a:pt x="235" y="1102"/>
                    <a:pt x="118" y="1151"/>
                  </a:cubicBezTo>
                  <a:cubicBezTo>
                    <a:pt x="33" y="1167"/>
                    <a:pt x="1" y="1220"/>
                    <a:pt x="1" y="1321"/>
                  </a:cubicBezTo>
                  <a:lnTo>
                    <a:pt x="1" y="1741"/>
                  </a:lnTo>
                  <a:lnTo>
                    <a:pt x="1" y="1943"/>
                  </a:lnTo>
                  <a:lnTo>
                    <a:pt x="1" y="1975"/>
                  </a:lnTo>
                  <a:cubicBezTo>
                    <a:pt x="1" y="2011"/>
                    <a:pt x="1" y="2060"/>
                    <a:pt x="33" y="2096"/>
                  </a:cubicBezTo>
                  <a:lnTo>
                    <a:pt x="53" y="2096"/>
                  </a:lnTo>
                  <a:lnTo>
                    <a:pt x="53" y="2060"/>
                  </a:lnTo>
                  <a:cubicBezTo>
                    <a:pt x="33" y="2044"/>
                    <a:pt x="33" y="2011"/>
                    <a:pt x="33" y="1975"/>
                  </a:cubicBezTo>
                  <a:lnTo>
                    <a:pt x="33" y="1943"/>
                  </a:lnTo>
                  <a:lnTo>
                    <a:pt x="33" y="1741"/>
                  </a:lnTo>
                  <a:lnTo>
                    <a:pt x="33" y="1321"/>
                  </a:lnTo>
                  <a:cubicBezTo>
                    <a:pt x="33" y="1236"/>
                    <a:pt x="53" y="1203"/>
                    <a:pt x="134" y="1167"/>
                  </a:cubicBezTo>
                  <a:cubicBezTo>
                    <a:pt x="235" y="1135"/>
                    <a:pt x="356" y="1086"/>
                    <a:pt x="473" y="1050"/>
                  </a:cubicBezTo>
                  <a:cubicBezTo>
                    <a:pt x="590" y="1001"/>
                    <a:pt x="724" y="965"/>
                    <a:pt x="841" y="917"/>
                  </a:cubicBezTo>
                  <a:cubicBezTo>
                    <a:pt x="1164" y="816"/>
                    <a:pt x="1483" y="698"/>
                    <a:pt x="1802" y="581"/>
                  </a:cubicBezTo>
                  <a:cubicBezTo>
                    <a:pt x="1936" y="529"/>
                    <a:pt x="2089" y="480"/>
                    <a:pt x="2222" y="444"/>
                  </a:cubicBezTo>
                  <a:cubicBezTo>
                    <a:pt x="2424" y="359"/>
                    <a:pt x="2626" y="294"/>
                    <a:pt x="2812" y="226"/>
                  </a:cubicBezTo>
                  <a:cubicBezTo>
                    <a:pt x="2998" y="157"/>
                    <a:pt x="3184" y="92"/>
                    <a:pt x="3366" y="24"/>
                  </a:cubicBezTo>
                  <a:cubicBezTo>
                    <a:pt x="3386" y="24"/>
                    <a:pt x="3386" y="8"/>
                    <a:pt x="3386" y="8"/>
                  </a:cubicBezTo>
                  <a:cubicBezTo>
                    <a:pt x="3386" y="8"/>
                    <a:pt x="3377" y="0"/>
                    <a:pt x="3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1"/>
            <p:cNvSpPr/>
            <p:nvPr/>
          </p:nvSpPr>
          <p:spPr>
            <a:xfrm>
              <a:off x="1334459" y="3276529"/>
              <a:ext cx="5364" cy="102007"/>
            </a:xfrm>
            <a:custGeom>
              <a:rect b="b" l="l" r="r" t="t"/>
              <a:pathLst>
                <a:path extrusionOk="0" h="1027" w="54">
                  <a:moveTo>
                    <a:pt x="21" y="0"/>
                  </a:moveTo>
                  <a:cubicBezTo>
                    <a:pt x="1" y="0"/>
                    <a:pt x="1" y="17"/>
                    <a:pt x="1" y="17"/>
                  </a:cubicBezTo>
                  <a:lnTo>
                    <a:pt x="1" y="235"/>
                  </a:lnTo>
                  <a:lnTo>
                    <a:pt x="1" y="873"/>
                  </a:lnTo>
                  <a:lnTo>
                    <a:pt x="1" y="909"/>
                  </a:lnTo>
                  <a:cubicBezTo>
                    <a:pt x="1" y="942"/>
                    <a:pt x="1" y="994"/>
                    <a:pt x="21" y="1026"/>
                  </a:cubicBezTo>
                  <a:lnTo>
                    <a:pt x="37" y="1026"/>
                  </a:lnTo>
                  <a:cubicBezTo>
                    <a:pt x="37" y="1026"/>
                    <a:pt x="53" y="1026"/>
                    <a:pt x="37" y="1010"/>
                  </a:cubicBezTo>
                  <a:cubicBezTo>
                    <a:pt x="21" y="974"/>
                    <a:pt x="37" y="942"/>
                    <a:pt x="37" y="909"/>
                  </a:cubicBezTo>
                  <a:lnTo>
                    <a:pt x="37" y="873"/>
                  </a:lnTo>
                  <a:lnTo>
                    <a:pt x="37" y="235"/>
                  </a:lnTo>
                  <a:lnTo>
                    <a:pt x="37" y="17"/>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1"/>
            <p:cNvSpPr/>
            <p:nvPr/>
          </p:nvSpPr>
          <p:spPr>
            <a:xfrm>
              <a:off x="1414714" y="3420153"/>
              <a:ext cx="87207" cy="180672"/>
            </a:xfrm>
            <a:custGeom>
              <a:rect b="b" l="l" r="r" t="t"/>
              <a:pathLst>
                <a:path extrusionOk="0" h="1819" w="878">
                  <a:moveTo>
                    <a:pt x="1" y="1"/>
                  </a:moveTo>
                  <a:lnTo>
                    <a:pt x="1" y="17"/>
                  </a:lnTo>
                  <a:cubicBezTo>
                    <a:pt x="170" y="134"/>
                    <a:pt x="324" y="271"/>
                    <a:pt x="473" y="405"/>
                  </a:cubicBezTo>
                  <a:cubicBezTo>
                    <a:pt x="558" y="506"/>
                    <a:pt x="659" y="590"/>
                    <a:pt x="776" y="675"/>
                  </a:cubicBezTo>
                  <a:cubicBezTo>
                    <a:pt x="829" y="724"/>
                    <a:pt x="845" y="792"/>
                    <a:pt x="845" y="877"/>
                  </a:cubicBezTo>
                  <a:lnTo>
                    <a:pt x="845" y="1499"/>
                  </a:lnTo>
                  <a:lnTo>
                    <a:pt x="845" y="1669"/>
                  </a:lnTo>
                  <a:cubicBezTo>
                    <a:pt x="845" y="1701"/>
                    <a:pt x="845" y="1750"/>
                    <a:pt x="808" y="1802"/>
                  </a:cubicBezTo>
                  <a:lnTo>
                    <a:pt x="829" y="1818"/>
                  </a:lnTo>
                  <a:lnTo>
                    <a:pt x="845" y="1802"/>
                  </a:lnTo>
                  <a:cubicBezTo>
                    <a:pt x="877" y="1770"/>
                    <a:pt x="877" y="1717"/>
                    <a:pt x="877" y="1669"/>
                  </a:cubicBezTo>
                  <a:lnTo>
                    <a:pt x="877" y="1499"/>
                  </a:lnTo>
                  <a:cubicBezTo>
                    <a:pt x="877" y="1297"/>
                    <a:pt x="861" y="1079"/>
                    <a:pt x="877" y="877"/>
                  </a:cubicBezTo>
                  <a:cubicBezTo>
                    <a:pt x="877" y="792"/>
                    <a:pt x="861" y="708"/>
                    <a:pt x="792" y="659"/>
                  </a:cubicBezTo>
                  <a:cubicBezTo>
                    <a:pt x="675" y="574"/>
                    <a:pt x="574" y="473"/>
                    <a:pt x="489" y="388"/>
                  </a:cubicBezTo>
                  <a:cubicBezTo>
                    <a:pt x="340" y="255"/>
                    <a:pt x="170" y="11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1"/>
            <p:cNvSpPr/>
            <p:nvPr/>
          </p:nvSpPr>
          <p:spPr>
            <a:xfrm>
              <a:off x="1182393" y="3156147"/>
              <a:ext cx="6953" cy="93564"/>
            </a:xfrm>
            <a:custGeom>
              <a:rect b="b" l="l" r="r" t="t"/>
              <a:pathLst>
                <a:path extrusionOk="0" h="942" w="70">
                  <a:moveTo>
                    <a:pt x="17" y="0"/>
                  </a:moveTo>
                  <a:lnTo>
                    <a:pt x="1" y="17"/>
                  </a:lnTo>
                  <a:cubicBezTo>
                    <a:pt x="17" y="166"/>
                    <a:pt x="17" y="320"/>
                    <a:pt x="17" y="453"/>
                  </a:cubicBezTo>
                  <a:lnTo>
                    <a:pt x="17" y="724"/>
                  </a:lnTo>
                  <a:lnTo>
                    <a:pt x="17" y="792"/>
                  </a:lnTo>
                  <a:cubicBezTo>
                    <a:pt x="17" y="841"/>
                    <a:pt x="17" y="893"/>
                    <a:pt x="37" y="942"/>
                  </a:cubicBezTo>
                  <a:lnTo>
                    <a:pt x="53" y="942"/>
                  </a:lnTo>
                  <a:cubicBezTo>
                    <a:pt x="53" y="942"/>
                    <a:pt x="69" y="942"/>
                    <a:pt x="53" y="926"/>
                  </a:cubicBezTo>
                  <a:cubicBezTo>
                    <a:pt x="37" y="893"/>
                    <a:pt x="53" y="841"/>
                    <a:pt x="53" y="792"/>
                  </a:cubicBezTo>
                  <a:lnTo>
                    <a:pt x="53" y="724"/>
                  </a:lnTo>
                  <a:lnTo>
                    <a:pt x="53" y="453"/>
                  </a:lnTo>
                  <a:cubicBezTo>
                    <a:pt x="53" y="320"/>
                    <a:pt x="53" y="166"/>
                    <a:pt x="37" y="17"/>
                  </a:cubicBez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1"/>
            <p:cNvSpPr/>
            <p:nvPr/>
          </p:nvSpPr>
          <p:spPr>
            <a:xfrm>
              <a:off x="746257" y="3311392"/>
              <a:ext cx="4867" cy="80354"/>
            </a:xfrm>
            <a:custGeom>
              <a:rect b="b" l="l" r="r" t="t"/>
              <a:pathLst>
                <a:path extrusionOk="0" h="809" w="49">
                  <a:moveTo>
                    <a:pt x="0" y="1"/>
                  </a:moveTo>
                  <a:lnTo>
                    <a:pt x="0" y="17"/>
                  </a:lnTo>
                  <a:cubicBezTo>
                    <a:pt x="17" y="154"/>
                    <a:pt x="17" y="288"/>
                    <a:pt x="0" y="405"/>
                  </a:cubicBezTo>
                  <a:lnTo>
                    <a:pt x="0" y="659"/>
                  </a:lnTo>
                  <a:cubicBezTo>
                    <a:pt x="17" y="675"/>
                    <a:pt x="0" y="675"/>
                    <a:pt x="0" y="692"/>
                  </a:cubicBezTo>
                  <a:cubicBezTo>
                    <a:pt x="0" y="724"/>
                    <a:pt x="0" y="776"/>
                    <a:pt x="17" y="809"/>
                  </a:cubicBezTo>
                  <a:lnTo>
                    <a:pt x="33" y="809"/>
                  </a:lnTo>
                  <a:cubicBezTo>
                    <a:pt x="49" y="809"/>
                    <a:pt x="49" y="809"/>
                    <a:pt x="49" y="793"/>
                  </a:cubicBezTo>
                  <a:cubicBezTo>
                    <a:pt x="33" y="760"/>
                    <a:pt x="33" y="724"/>
                    <a:pt x="33" y="692"/>
                  </a:cubicBezTo>
                  <a:lnTo>
                    <a:pt x="33" y="659"/>
                  </a:lnTo>
                  <a:lnTo>
                    <a:pt x="33" y="405"/>
                  </a:lnTo>
                  <a:cubicBezTo>
                    <a:pt x="33" y="288"/>
                    <a:pt x="33" y="154"/>
                    <a:pt x="17" y="17"/>
                  </a:cubicBezTo>
                  <a:cubicBezTo>
                    <a:pt x="17" y="1"/>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1"/>
            <p:cNvSpPr/>
            <p:nvPr/>
          </p:nvSpPr>
          <p:spPr>
            <a:xfrm>
              <a:off x="1135809" y="2494146"/>
              <a:ext cx="4966" cy="86711"/>
            </a:xfrm>
            <a:custGeom>
              <a:rect b="b" l="l" r="r" t="t"/>
              <a:pathLst>
                <a:path extrusionOk="0" h="873" w="50">
                  <a:moveTo>
                    <a:pt x="1" y="0"/>
                  </a:moveTo>
                  <a:cubicBezTo>
                    <a:pt x="33" y="202"/>
                    <a:pt x="17" y="404"/>
                    <a:pt x="17" y="606"/>
                  </a:cubicBezTo>
                  <a:lnTo>
                    <a:pt x="17" y="707"/>
                  </a:lnTo>
                  <a:lnTo>
                    <a:pt x="17" y="792"/>
                  </a:lnTo>
                  <a:cubicBezTo>
                    <a:pt x="33" y="808"/>
                    <a:pt x="33" y="840"/>
                    <a:pt x="33" y="856"/>
                  </a:cubicBezTo>
                  <a:cubicBezTo>
                    <a:pt x="33" y="856"/>
                    <a:pt x="33" y="873"/>
                    <a:pt x="49" y="873"/>
                  </a:cubicBezTo>
                  <a:lnTo>
                    <a:pt x="49" y="856"/>
                  </a:lnTo>
                  <a:lnTo>
                    <a:pt x="49" y="792"/>
                  </a:lnTo>
                  <a:cubicBezTo>
                    <a:pt x="49" y="755"/>
                    <a:pt x="33" y="739"/>
                    <a:pt x="33" y="707"/>
                  </a:cubicBezTo>
                  <a:lnTo>
                    <a:pt x="33" y="606"/>
                  </a:lnTo>
                  <a:cubicBezTo>
                    <a:pt x="49" y="404"/>
                    <a:pt x="49" y="202"/>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1"/>
            <p:cNvSpPr/>
            <p:nvPr/>
          </p:nvSpPr>
          <p:spPr>
            <a:xfrm>
              <a:off x="2081979" y="3463459"/>
              <a:ext cx="100418" cy="117303"/>
            </a:xfrm>
            <a:custGeom>
              <a:rect b="b" l="l" r="r" t="t"/>
              <a:pathLst>
                <a:path extrusionOk="0" h="1181" w="1011">
                  <a:moveTo>
                    <a:pt x="17" y="1"/>
                  </a:moveTo>
                  <a:cubicBezTo>
                    <a:pt x="17" y="1"/>
                    <a:pt x="1" y="1"/>
                    <a:pt x="1" y="21"/>
                  </a:cubicBezTo>
                  <a:cubicBezTo>
                    <a:pt x="1" y="122"/>
                    <a:pt x="69" y="171"/>
                    <a:pt x="134" y="239"/>
                  </a:cubicBezTo>
                  <a:cubicBezTo>
                    <a:pt x="150" y="255"/>
                    <a:pt x="186" y="272"/>
                    <a:pt x="202" y="304"/>
                  </a:cubicBezTo>
                  <a:cubicBezTo>
                    <a:pt x="404" y="558"/>
                    <a:pt x="639" y="809"/>
                    <a:pt x="841" y="1063"/>
                  </a:cubicBezTo>
                  <a:lnTo>
                    <a:pt x="857" y="1079"/>
                  </a:lnTo>
                  <a:lnTo>
                    <a:pt x="877" y="1096"/>
                  </a:lnTo>
                  <a:cubicBezTo>
                    <a:pt x="909" y="1132"/>
                    <a:pt x="942" y="1180"/>
                    <a:pt x="994" y="1180"/>
                  </a:cubicBezTo>
                  <a:lnTo>
                    <a:pt x="1010" y="1180"/>
                  </a:lnTo>
                  <a:lnTo>
                    <a:pt x="1010" y="1164"/>
                  </a:lnTo>
                  <a:cubicBezTo>
                    <a:pt x="1010" y="1148"/>
                    <a:pt x="1010" y="1148"/>
                    <a:pt x="994" y="1148"/>
                  </a:cubicBezTo>
                  <a:cubicBezTo>
                    <a:pt x="958" y="1148"/>
                    <a:pt x="926" y="1112"/>
                    <a:pt x="893" y="1079"/>
                  </a:cubicBezTo>
                  <a:cubicBezTo>
                    <a:pt x="893" y="1079"/>
                    <a:pt x="893" y="1063"/>
                    <a:pt x="877" y="1063"/>
                  </a:cubicBezTo>
                  <a:lnTo>
                    <a:pt x="877" y="1047"/>
                  </a:lnTo>
                  <a:cubicBezTo>
                    <a:pt x="655" y="793"/>
                    <a:pt x="421" y="542"/>
                    <a:pt x="219" y="288"/>
                  </a:cubicBezTo>
                  <a:cubicBezTo>
                    <a:pt x="202" y="255"/>
                    <a:pt x="170" y="239"/>
                    <a:pt x="150" y="223"/>
                  </a:cubicBezTo>
                  <a:cubicBezTo>
                    <a:pt x="85" y="154"/>
                    <a:pt x="17" y="102"/>
                    <a:pt x="33" y="21"/>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1"/>
            <p:cNvSpPr/>
            <p:nvPr/>
          </p:nvSpPr>
          <p:spPr>
            <a:xfrm>
              <a:off x="754699" y="1703221"/>
              <a:ext cx="4867" cy="38637"/>
            </a:xfrm>
            <a:custGeom>
              <a:rect b="b" l="l" r="r" t="t"/>
              <a:pathLst>
                <a:path extrusionOk="0" h="389" w="49">
                  <a:moveTo>
                    <a:pt x="16" y="1"/>
                  </a:moveTo>
                  <a:cubicBezTo>
                    <a:pt x="16" y="1"/>
                    <a:pt x="0" y="1"/>
                    <a:pt x="0" y="17"/>
                  </a:cubicBezTo>
                  <a:lnTo>
                    <a:pt x="0" y="150"/>
                  </a:lnTo>
                  <a:cubicBezTo>
                    <a:pt x="0" y="219"/>
                    <a:pt x="0" y="304"/>
                    <a:pt x="16" y="372"/>
                  </a:cubicBezTo>
                  <a:cubicBezTo>
                    <a:pt x="16" y="389"/>
                    <a:pt x="33" y="389"/>
                    <a:pt x="33" y="389"/>
                  </a:cubicBezTo>
                  <a:lnTo>
                    <a:pt x="49" y="372"/>
                  </a:lnTo>
                  <a:cubicBezTo>
                    <a:pt x="33" y="304"/>
                    <a:pt x="33" y="219"/>
                    <a:pt x="33" y="150"/>
                  </a:cubicBezTo>
                  <a:lnTo>
                    <a:pt x="33" y="17"/>
                  </a:ln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1"/>
            <p:cNvSpPr/>
            <p:nvPr/>
          </p:nvSpPr>
          <p:spPr>
            <a:xfrm>
              <a:off x="1747751" y="1855288"/>
              <a:ext cx="155344" cy="306318"/>
            </a:xfrm>
            <a:custGeom>
              <a:rect b="b" l="l" r="r" t="t"/>
              <a:pathLst>
                <a:path extrusionOk="0" h="3084" w="1564">
                  <a:moveTo>
                    <a:pt x="17" y="1"/>
                  </a:moveTo>
                  <a:lnTo>
                    <a:pt x="0" y="17"/>
                  </a:lnTo>
                  <a:lnTo>
                    <a:pt x="17" y="33"/>
                  </a:lnTo>
                  <a:cubicBezTo>
                    <a:pt x="49" y="33"/>
                    <a:pt x="65" y="70"/>
                    <a:pt x="81" y="102"/>
                  </a:cubicBezTo>
                  <a:lnTo>
                    <a:pt x="101" y="118"/>
                  </a:lnTo>
                  <a:cubicBezTo>
                    <a:pt x="202" y="288"/>
                    <a:pt x="303" y="457"/>
                    <a:pt x="404" y="623"/>
                  </a:cubicBezTo>
                  <a:cubicBezTo>
                    <a:pt x="671" y="1096"/>
                    <a:pt x="974" y="1584"/>
                    <a:pt x="1261" y="2089"/>
                  </a:cubicBezTo>
                  <a:cubicBezTo>
                    <a:pt x="1277" y="2106"/>
                    <a:pt x="1277" y="2122"/>
                    <a:pt x="1293" y="2138"/>
                  </a:cubicBezTo>
                  <a:cubicBezTo>
                    <a:pt x="1330" y="2190"/>
                    <a:pt x="1378" y="2239"/>
                    <a:pt x="1362" y="2308"/>
                  </a:cubicBezTo>
                  <a:lnTo>
                    <a:pt x="1362" y="2526"/>
                  </a:lnTo>
                  <a:lnTo>
                    <a:pt x="1362" y="2679"/>
                  </a:lnTo>
                  <a:cubicBezTo>
                    <a:pt x="1346" y="2845"/>
                    <a:pt x="1414" y="2998"/>
                    <a:pt x="1548" y="3083"/>
                  </a:cubicBezTo>
                  <a:lnTo>
                    <a:pt x="1564" y="3083"/>
                  </a:lnTo>
                  <a:lnTo>
                    <a:pt x="1564" y="3063"/>
                  </a:lnTo>
                  <a:cubicBezTo>
                    <a:pt x="1431" y="2962"/>
                    <a:pt x="1362" y="2845"/>
                    <a:pt x="1378" y="2679"/>
                  </a:cubicBezTo>
                  <a:lnTo>
                    <a:pt x="1378" y="2509"/>
                  </a:lnTo>
                  <a:cubicBezTo>
                    <a:pt x="1378" y="2441"/>
                    <a:pt x="1378" y="2376"/>
                    <a:pt x="1394" y="2308"/>
                  </a:cubicBezTo>
                  <a:cubicBezTo>
                    <a:pt x="1394" y="2239"/>
                    <a:pt x="1362" y="2174"/>
                    <a:pt x="1313" y="2122"/>
                  </a:cubicBezTo>
                  <a:cubicBezTo>
                    <a:pt x="1313" y="2106"/>
                    <a:pt x="1293" y="2089"/>
                    <a:pt x="1277" y="2073"/>
                  </a:cubicBezTo>
                  <a:cubicBezTo>
                    <a:pt x="990" y="1584"/>
                    <a:pt x="707" y="1079"/>
                    <a:pt x="421" y="607"/>
                  </a:cubicBezTo>
                  <a:cubicBezTo>
                    <a:pt x="320" y="437"/>
                    <a:pt x="219" y="272"/>
                    <a:pt x="118" y="102"/>
                  </a:cubicBezTo>
                  <a:lnTo>
                    <a:pt x="118" y="86"/>
                  </a:lnTo>
                  <a:cubicBezTo>
                    <a:pt x="101" y="53"/>
                    <a:pt x="65" y="1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1"/>
            <p:cNvSpPr/>
            <p:nvPr/>
          </p:nvSpPr>
          <p:spPr>
            <a:xfrm>
              <a:off x="1517019" y="3329867"/>
              <a:ext cx="200736" cy="302643"/>
            </a:xfrm>
            <a:custGeom>
              <a:rect b="b" l="l" r="r" t="t"/>
              <a:pathLst>
                <a:path extrusionOk="0" h="3047" w="2021">
                  <a:moveTo>
                    <a:pt x="1" y="1"/>
                  </a:moveTo>
                  <a:lnTo>
                    <a:pt x="1" y="17"/>
                  </a:lnTo>
                  <a:cubicBezTo>
                    <a:pt x="81" y="102"/>
                    <a:pt x="166" y="170"/>
                    <a:pt x="235" y="255"/>
                  </a:cubicBezTo>
                  <a:cubicBezTo>
                    <a:pt x="405" y="421"/>
                    <a:pt x="586" y="590"/>
                    <a:pt x="772" y="760"/>
                  </a:cubicBezTo>
                  <a:cubicBezTo>
                    <a:pt x="942" y="910"/>
                    <a:pt x="1112" y="1079"/>
                    <a:pt x="1261" y="1229"/>
                  </a:cubicBezTo>
                  <a:cubicBezTo>
                    <a:pt x="1431" y="1382"/>
                    <a:pt x="1580" y="1548"/>
                    <a:pt x="1750" y="1701"/>
                  </a:cubicBezTo>
                  <a:cubicBezTo>
                    <a:pt x="1766" y="1701"/>
                    <a:pt x="1766" y="1718"/>
                    <a:pt x="1782" y="1718"/>
                  </a:cubicBezTo>
                  <a:cubicBezTo>
                    <a:pt x="1798" y="1734"/>
                    <a:pt x="1818" y="1770"/>
                    <a:pt x="1835" y="1770"/>
                  </a:cubicBezTo>
                  <a:cubicBezTo>
                    <a:pt x="1968" y="1851"/>
                    <a:pt x="1984" y="1952"/>
                    <a:pt x="1984" y="2121"/>
                  </a:cubicBezTo>
                  <a:cubicBezTo>
                    <a:pt x="1968" y="2239"/>
                    <a:pt x="1968" y="2356"/>
                    <a:pt x="1968" y="2493"/>
                  </a:cubicBezTo>
                  <a:cubicBezTo>
                    <a:pt x="1968" y="2643"/>
                    <a:pt x="1984" y="2796"/>
                    <a:pt x="1968" y="2946"/>
                  </a:cubicBezTo>
                  <a:cubicBezTo>
                    <a:pt x="1968" y="2982"/>
                    <a:pt x="1968" y="2998"/>
                    <a:pt x="1984" y="3014"/>
                  </a:cubicBezTo>
                  <a:lnTo>
                    <a:pt x="1984" y="3030"/>
                  </a:lnTo>
                  <a:lnTo>
                    <a:pt x="2000" y="3047"/>
                  </a:lnTo>
                  <a:cubicBezTo>
                    <a:pt x="2020" y="3047"/>
                    <a:pt x="2020" y="3030"/>
                    <a:pt x="2020" y="3030"/>
                  </a:cubicBezTo>
                  <a:cubicBezTo>
                    <a:pt x="2020" y="3014"/>
                    <a:pt x="2000" y="3014"/>
                    <a:pt x="2000" y="2998"/>
                  </a:cubicBezTo>
                  <a:cubicBezTo>
                    <a:pt x="2000" y="2982"/>
                    <a:pt x="1984" y="2962"/>
                    <a:pt x="1984" y="2946"/>
                  </a:cubicBezTo>
                  <a:cubicBezTo>
                    <a:pt x="2000" y="2796"/>
                    <a:pt x="2000" y="2643"/>
                    <a:pt x="2000" y="2493"/>
                  </a:cubicBezTo>
                  <a:lnTo>
                    <a:pt x="2000" y="2121"/>
                  </a:lnTo>
                  <a:cubicBezTo>
                    <a:pt x="2020" y="1988"/>
                    <a:pt x="2000" y="1835"/>
                    <a:pt x="1851" y="1750"/>
                  </a:cubicBezTo>
                  <a:cubicBezTo>
                    <a:pt x="1835" y="1734"/>
                    <a:pt x="1818" y="1718"/>
                    <a:pt x="1798" y="1701"/>
                  </a:cubicBezTo>
                  <a:cubicBezTo>
                    <a:pt x="1782" y="1701"/>
                    <a:pt x="1782" y="1685"/>
                    <a:pt x="1766" y="1669"/>
                  </a:cubicBezTo>
                  <a:cubicBezTo>
                    <a:pt x="1596" y="1532"/>
                    <a:pt x="1447" y="1366"/>
                    <a:pt x="1293" y="1213"/>
                  </a:cubicBezTo>
                  <a:cubicBezTo>
                    <a:pt x="1128" y="1063"/>
                    <a:pt x="958" y="893"/>
                    <a:pt x="788" y="740"/>
                  </a:cubicBezTo>
                  <a:cubicBezTo>
                    <a:pt x="607" y="574"/>
                    <a:pt x="421" y="405"/>
                    <a:pt x="251" y="235"/>
                  </a:cubicBezTo>
                  <a:cubicBezTo>
                    <a:pt x="182" y="154"/>
                    <a:pt x="102"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1"/>
            <p:cNvSpPr/>
            <p:nvPr/>
          </p:nvSpPr>
          <p:spPr>
            <a:xfrm>
              <a:off x="1376573" y="3620790"/>
              <a:ext cx="4966" cy="113628"/>
            </a:xfrm>
            <a:custGeom>
              <a:rect b="b" l="l" r="r" t="t"/>
              <a:pathLst>
                <a:path extrusionOk="0" h="1144" w="50">
                  <a:moveTo>
                    <a:pt x="17" y="0"/>
                  </a:moveTo>
                  <a:cubicBezTo>
                    <a:pt x="1" y="0"/>
                    <a:pt x="1" y="0"/>
                    <a:pt x="1" y="17"/>
                  </a:cubicBezTo>
                  <a:cubicBezTo>
                    <a:pt x="17" y="101"/>
                    <a:pt x="17" y="186"/>
                    <a:pt x="17" y="271"/>
                  </a:cubicBezTo>
                  <a:lnTo>
                    <a:pt x="17" y="388"/>
                  </a:lnTo>
                  <a:lnTo>
                    <a:pt x="17" y="909"/>
                  </a:lnTo>
                  <a:lnTo>
                    <a:pt x="17" y="1127"/>
                  </a:lnTo>
                  <a:cubicBezTo>
                    <a:pt x="17" y="1144"/>
                    <a:pt x="17" y="1144"/>
                    <a:pt x="33" y="1144"/>
                  </a:cubicBezTo>
                  <a:lnTo>
                    <a:pt x="33" y="1127"/>
                  </a:lnTo>
                  <a:lnTo>
                    <a:pt x="33" y="909"/>
                  </a:lnTo>
                  <a:lnTo>
                    <a:pt x="33" y="388"/>
                  </a:lnTo>
                  <a:lnTo>
                    <a:pt x="33" y="271"/>
                  </a:lnTo>
                  <a:cubicBezTo>
                    <a:pt x="49" y="186"/>
                    <a:pt x="4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1"/>
            <p:cNvSpPr/>
            <p:nvPr/>
          </p:nvSpPr>
          <p:spPr>
            <a:xfrm>
              <a:off x="1923059" y="2102905"/>
              <a:ext cx="140545" cy="327475"/>
            </a:xfrm>
            <a:custGeom>
              <a:rect b="b" l="l" r="r" t="t"/>
              <a:pathLst>
                <a:path extrusionOk="0" h="3297" w="1415">
                  <a:moveTo>
                    <a:pt x="1" y="0"/>
                  </a:moveTo>
                  <a:lnTo>
                    <a:pt x="1" y="16"/>
                  </a:lnTo>
                  <a:cubicBezTo>
                    <a:pt x="33" y="101"/>
                    <a:pt x="33" y="202"/>
                    <a:pt x="17" y="303"/>
                  </a:cubicBezTo>
                  <a:lnTo>
                    <a:pt x="17" y="469"/>
                  </a:lnTo>
                  <a:lnTo>
                    <a:pt x="17" y="489"/>
                  </a:lnTo>
                  <a:cubicBezTo>
                    <a:pt x="33" y="538"/>
                    <a:pt x="33" y="570"/>
                    <a:pt x="69" y="622"/>
                  </a:cubicBezTo>
                  <a:cubicBezTo>
                    <a:pt x="187" y="740"/>
                    <a:pt x="255" y="873"/>
                    <a:pt x="320" y="1010"/>
                  </a:cubicBezTo>
                  <a:cubicBezTo>
                    <a:pt x="356" y="1059"/>
                    <a:pt x="389" y="1127"/>
                    <a:pt x="421" y="1176"/>
                  </a:cubicBezTo>
                  <a:cubicBezTo>
                    <a:pt x="538" y="1378"/>
                    <a:pt x="659" y="1564"/>
                    <a:pt x="760" y="1750"/>
                  </a:cubicBezTo>
                  <a:cubicBezTo>
                    <a:pt x="894" y="2004"/>
                    <a:pt x="1043" y="2238"/>
                    <a:pt x="1197" y="2473"/>
                  </a:cubicBezTo>
                  <a:cubicBezTo>
                    <a:pt x="1281" y="2626"/>
                    <a:pt x="1265" y="2776"/>
                    <a:pt x="1245" y="2913"/>
                  </a:cubicBezTo>
                  <a:cubicBezTo>
                    <a:pt x="1213" y="3095"/>
                    <a:pt x="1298" y="3196"/>
                    <a:pt x="1399" y="3297"/>
                  </a:cubicBezTo>
                  <a:lnTo>
                    <a:pt x="1415" y="3297"/>
                  </a:lnTo>
                  <a:lnTo>
                    <a:pt x="1415" y="3264"/>
                  </a:lnTo>
                  <a:cubicBezTo>
                    <a:pt x="1298" y="3163"/>
                    <a:pt x="1245" y="3079"/>
                    <a:pt x="1265" y="2913"/>
                  </a:cubicBezTo>
                  <a:cubicBezTo>
                    <a:pt x="1298" y="2776"/>
                    <a:pt x="1314" y="2626"/>
                    <a:pt x="1213" y="2456"/>
                  </a:cubicBezTo>
                  <a:cubicBezTo>
                    <a:pt x="1063" y="2222"/>
                    <a:pt x="926" y="1984"/>
                    <a:pt x="793" y="1750"/>
                  </a:cubicBezTo>
                  <a:cubicBezTo>
                    <a:pt x="675" y="1548"/>
                    <a:pt x="558" y="1362"/>
                    <a:pt x="457" y="1160"/>
                  </a:cubicBezTo>
                  <a:cubicBezTo>
                    <a:pt x="421" y="1111"/>
                    <a:pt x="389" y="1043"/>
                    <a:pt x="356" y="994"/>
                  </a:cubicBezTo>
                  <a:cubicBezTo>
                    <a:pt x="271" y="857"/>
                    <a:pt x="203" y="723"/>
                    <a:pt x="102" y="606"/>
                  </a:cubicBezTo>
                  <a:cubicBezTo>
                    <a:pt x="53" y="554"/>
                    <a:pt x="53" y="521"/>
                    <a:pt x="53" y="489"/>
                  </a:cubicBezTo>
                  <a:lnTo>
                    <a:pt x="53" y="469"/>
                  </a:lnTo>
                  <a:cubicBezTo>
                    <a:pt x="33" y="420"/>
                    <a:pt x="53" y="352"/>
                    <a:pt x="53" y="303"/>
                  </a:cubicBezTo>
                  <a:cubicBezTo>
                    <a:pt x="53" y="202"/>
                    <a:pt x="6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1"/>
            <p:cNvSpPr/>
            <p:nvPr/>
          </p:nvSpPr>
          <p:spPr>
            <a:xfrm>
              <a:off x="791152" y="2813476"/>
              <a:ext cx="5364" cy="78367"/>
            </a:xfrm>
            <a:custGeom>
              <a:rect b="b" l="l" r="r" t="t"/>
              <a:pathLst>
                <a:path extrusionOk="0" h="789" w="54">
                  <a:moveTo>
                    <a:pt x="1" y="1"/>
                  </a:moveTo>
                  <a:cubicBezTo>
                    <a:pt x="17" y="166"/>
                    <a:pt x="17" y="336"/>
                    <a:pt x="17" y="485"/>
                  </a:cubicBezTo>
                  <a:lnTo>
                    <a:pt x="17" y="772"/>
                  </a:lnTo>
                  <a:cubicBezTo>
                    <a:pt x="17" y="788"/>
                    <a:pt x="17" y="788"/>
                    <a:pt x="37" y="788"/>
                  </a:cubicBezTo>
                  <a:lnTo>
                    <a:pt x="37" y="772"/>
                  </a:lnTo>
                  <a:lnTo>
                    <a:pt x="37" y="485"/>
                  </a:lnTo>
                  <a:cubicBezTo>
                    <a:pt x="53" y="320"/>
                    <a:pt x="53" y="166"/>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1"/>
            <p:cNvSpPr/>
            <p:nvPr/>
          </p:nvSpPr>
          <p:spPr>
            <a:xfrm>
              <a:off x="500328" y="3485608"/>
              <a:ext cx="140545" cy="68236"/>
            </a:xfrm>
            <a:custGeom>
              <a:rect b="b" l="l" r="r" t="t"/>
              <a:pathLst>
                <a:path extrusionOk="0" h="687" w="1415">
                  <a:moveTo>
                    <a:pt x="1329" y="0"/>
                  </a:moveTo>
                  <a:lnTo>
                    <a:pt x="1111" y="81"/>
                  </a:lnTo>
                  <a:cubicBezTo>
                    <a:pt x="877" y="150"/>
                    <a:pt x="622" y="234"/>
                    <a:pt x="388" y="319"/>
                  </a:cubicBezTo>
                  <a:cubicBezTo>
                    <a:pt x="372" y="335"/>
                    <a:pt x="356" y="335"/>
                    <a:pt x="319" y="335"/>
                  </a:cubicBezTo>
                  <a:lnTo>
                    <a:pt x="271" y="335"/>
                  </a:lnTo>
                  <a:lnTo>
                    <a:pt x="271" y="352"/>
                  </a:lnTo>
                  <a:lnTo>
                    <a:pt x="388" y="352"/>
                  </a:lnTo>
                  <a:cubicBezTo>
                    <a:pt x="642" y="267"/>
                    <a:pt x="877" y="182"/>
                    <a:pt x="1111" y="101"/>
                  </a:cubicBezTo>
                  <a:lnTo>
                    <a:pt x="1329" y="32"/>
                  </a:lnTo>
                  <a:cubicBezTo>
                    <a:pt x="1382" y="117"/>
                    <a:pt x="1382" y="117"/>
                    <a:pt x="1349" y="218"/>
                  </a:cubicBezTo>
                  <a:cubicBezTo>
                    <a:pt x="1095" y="283"/>
                    <a:pt x="844" y="368"/>
                    <a:pt x="606" y="452"/>
                  </a:cubicBezTo>
                  <a:cubicBezTo>
                    <a:pt x="404" y="521"/>
                    <a:pt x="202" y="606"/>
                    <a:pt x="0" y="654"/>
                  </a:cubicBezTo>
                  <a:lnTo>
                    <a:pt x="0" y="671"/>
                  </a:lnTo>
                  <a:lnTo>
                    <a:pt x="16" y="687"/>
                  </a:lnTo>
                  <a:cubicBezTo>
                    <a:pt x="218" y="622"/>
                    <a:pt x="420" y="553"/>
                    <a:pt x="622" y="485"/>
                  </a:cubicBezTo>
                  <a:cubicBezTo>
                    <a:pt x="861" y="404"/>
                    <a:pt x="1111" y="319"/>
                    <a:pt x="1366" y="251"/>
                  </a:cubicBezTo>
                  <a:lnTo>
                    <a:pt x="1382" y="234"/>
                  </a:lnTo>
                  <a:cubicBezTo>
                    <a:pt x="1414" y="101"/>
                    <a:pt x="1414" y="101"/>
                    <a:pt x="1349" y="16"/>
                  </a:cubicBezTo>
                  <a:lnTo>
                    <a:pt x="13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1"/>
            <p:cNvSpPr/>
            <p:nvPr/>
          </p:nvSpPr>
          <p:spPr>
            <a:xfrm>
              <a:off x="670770" y="2137768"/>
              <a:ext cx="147398" cy="172230"/>
            </a:xfrm>
            <a:custGeom>
              <a:rect b="b" l="l" r="r" t="t"/>
              <a:pathLst>
                <a:path extrusionOk="0" h="1734" w="1484">
                  <a:moveTo>
                    <a:pt x="1451" y="1"/>
                  </a:moveTo>
                  <a:cubicBezTo>
                    <a:pt x="1431" y="1"/>
                    <a:pt x="1431" y="1"/>
                    <a:pt x="1431" y="17"/>
                  </a:cubicBezTo>
                  <a:cubicBezTo>
                    <a:pt x="1451" y="187"/>
                    <a:pt x="1451" y="356"/>
                    <a:pt x="1451" y="506"/>
                  </a:cubicBezTo>
                  <a:cubicBezTo>
                    <a:pt x="1451" y="607"/>
                    <a:pt x="1431" y="708"/>
                    <a:pt x="1451" y="809"/>
                  </a:cubicBezTo>
                  <a:lnTo>
                    <a:pt x="1451" y="845"/>
                  </a:lnTo>
                  <a:cubicBezTo>
                    <a:pt x="1451" y="894"/>
                    <a:pt x="1451" y="926"/>
                    <a:pt x="1467" y="978"/>
                  </a:cubicBezTo>
                  <a:lnTo>
                    <a:pt x="17" y="1701"/>
                  </a:lnTo>
                  <a:cubicBezTo>
                    <a:pt x="17" y="1701"/>
                    <a:pt x="1" y="1718"/>
                    <a:pt x="17" y="1718"/>
                  </a:cubicBezTo>
                  <a:lnTo>
                    <a:pt x="17" y="1734"/>
                  </a:lnTo>
                  <a:lnTo>
                    <a:pt x="37" y="1718"/>
                  </a:lnTo>
                  <a:lnTo>
                    <a:pt x="1484" y="995"/>
                  </a:lnTo>
                  <a:lnTo>
                    <a:pt x="1484" y="978"/>
                  </a:lnTo>
                  <a:cubicBezTo>
                    <a:pt x="1467" y="926"/>
                    <a:pt x="1467" y="894"/>
                    <a:pt x="1467" y="845"/>
                  </a:cubicBezTo>
                  <a:lnTo>
                    <a:pt x="1467" y="809"/>
                  </a:lnTo>
                  <a:lnTo>
                    <a:pt x="1467" y="506"/>
                  </a:lnTo>
                  <a:cubicBezTo>
                    <a:pt x="1467" y="356"/>
                    <a:pt x="1484" y="187"/>
                    <a:pt x="1451" y="17"/>
                  </a:cubicBezTo>
                  <a:lnTo>
                    <a:pt x="14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1"/>
            <p:cNvSpPr/>
            <p:nvPr/>
          </p:nvSpPr>
          <p:spPr>
            <a:xfrm>
              <a:off x="889881" y="1922332"/>
              <a:ext cx="5364" cy="86810"/>
            </a:xfrm>
            <a:custGeom>
              <a:rect b="b" l="l" r="r" t="t"/>
              <a:pathLst>
                <a:path extrusionOk="0" h="874" w="54">
                  <a:moveTo>
                    <a:pt x="17" y="0"/>
                  </a:moveTo>
                  <a:cubicBezTo>
                    <a:pt x="17" y="0"/>
                    <a:pt x="1" y="0"/>
                    <a:pt x="1" y="17"/>
                  </a:cubicBezTo>
                  <a:cubicBezTo>
                    <a:pt x="33" y="150"/>
                    <a:pt x="17" y="287"/>
                    <a:pt x="17" y="421"/>
                  </a:cubicBezTo>
                  <a:lnTo>
                    <a:pt x="17" y="655"/>
                  </a:lnTo>
                  <a:lnTo>
                    <a:pt x="17" y="792"/>
                  </a:lnTo>
                  <a:lnTo>
                    <a:pt x="17" y="857"/>
                  </a:lnTo>
                  <a:lnTo>
                    <a:pt x="33" y="873"/>
                  </a:lnTo>
                  <a:lnTo>
                    <a:pt x="53" y="857"/>
                  </a:lnTo>
                  <a:lnTo>
                    <a:pt x="53" y="792"/>
                  </a:lnTo>
                  <a:lnTo>
                    <a:pt x="53" y="655"/>
                  </a:lnTo>
                  <a:lnTo>
                    <a:pt x="53" y="421"/>
                  </a:lnTo>
                  <a:cubicBezTo>
                    <a:pt x="53" y="287"/>
                    <a:pt x="53" y="13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1"/>
            <p:cNvSpPr/>
            <p:nvPr/>
          </p:nvSpPr>
          <p:spPr>
            <a:xfrm>
              <a:off x="2081979" y="3592283"/>
              <a:ext cx="102007" cy="110449"/>
            </a:xfrm>
            <a:custGeom>
              <a:rect b="b" l="l" r="r" t="t"/>
              <a:pathLst>
                <a:path extrusionOk="0" h="1112" w="1027">
                  <a:moveTo>
                    <a:pt x="17" y="1"/>
                  </a:moveTo>
                  <a:cubicBezTo>
                    <a:pt x="1" y="1"/>
                    <a:pt x="1" y="1"/>
                    <a:pt x="1" y="17"/>
                  </a:cubicBezTo>
                  <a:cubicBezTo>
                    <a:pt x="17" y="85"/>
                    <a:pt x="69" y="138"/>
                    <a:pt x="101" y="186"/>
                  </a:cubicBezTo>
                  <a:lnTo>
                    <a:pt x="118" y="203"/>
                  </a:lnTo>
                  <a:cubicBezTo>
                    <a:pt x="235" y="320"/>
                    <a:pt x="336" y="441"/>
                    <a:pt x="453" y="558"/>
                  </a:cubicBezTo>
                  <a:cubicBezTo>
                    <a:pt x="590" y="708"/>
                    <a:pt x="740" y="861"/>
                    <a:pt x="877" y="1011"/>
                  </a:cubicBezTo>
                  <a:lnTo>
                    <a:pt x="893" y="1027"/>
                  </a:lnTo>
                  <a:cubicBezTo>
                    <a:pt x="926" y="1063"/>
                    <a:pt x="958" y="1112"/>
                    <a:pt x="1010" y="1112"/>
                  </a:cubicBezTo>
                  <a:cubicBezTo>
                    <a:pt x="1027" y="1112"/>
                    <a:pt x="1027" y="1095"/>
                    <a:pt x="1027" y="1095"/>
                  </a:cubicBezTo>
                  <a:cubicBezTo>
                    <a:pt x="1027" y="1095"/>
                    <a:pt x="1027" y="1079"/>
                    <a:pt x="1010" y="1079"/>
                  </a:cubicBezTo>
                  <a:cubicBezTo>
                    <a:pt x="978" y="1079"/>
                    <a:pt x="942" y="1047"/>
                    <a:pt x="909" y="1011"/>
                  </a:cubicBezTo>
                  <a:lnTo>
                    <a:pt x="893" y="994"/>
                  </a:lnTo>
                  <a:cubicBezTo>
                    <a:pt x="756" y="845"/>
                    <a:pt x="606" y="691"/>
                    <a:pt x="473" y="542"/>
                  </a:cubicBezTo>
                  <a:cubicBezTo>
                    <a:pt x="352" y="421"/>
                    <a:pt x="251" y="304"/>
                    <a:pt x="134" y="186"/>
                  </a:cubicBezTo>
                  <a:lnTo>
                    <a:pt x="118" y="170"/>
                  </a:lnTo>
                  <a:cubicBezTo>
                    <a:pt x="85" y="118"/>
                    <a:pt x="33" y="85"/>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1"/>
            <p:cNvSpPr/>
            <p:nvPr/>
          </p:nvSpPr>
          <p:spPr>
            <a:xfrm>
              <a:off x="1384619" y="1651473"/>
              <a:ext cx="5364" cy="38637"/>
            </a:xfrm>
            <a:custGeom>
              <a:rect b="b" l="l" r="r" t="t"/>
              <a:pathLst>
                <a:path extrusionOk="0" h="389" w="54">
                  <a:moveTo>
                    <a:pt x="21" y="1"/>
                  </a:moveTo>
                  <a:cubicBezTo>
                    <a:pt x="21" y="1"/>
                    <a:pt x="1" y="17"/>
                    <a:pt x="21" y="17"/>
                  </a:cubicBezTo>
                  <a:cubicBezTo>
                    <a:pt x="37" y="150"/>
                    <a:pt x="37" y="267"/>
                    <a:pt x="21" y="368"/>
                  </a:cubicBezTo>
                  <a:cubicBezTo>
                    <a:pt x="1" y="368"/>
                    <a:pt x="21" y="389"/>
                    <a:pt x="21" y="389"/>
                  </a:cubicBezTo>
                  <a:cubicBezTo>
                    <a:pt x="37" y="389"/>
                    <a:pt x="37" y="368"/>
                    <a:pt x="37" y="368"/>
                  </a:cubicBezTo>
                  <a:cubicBezTo>
                    <a:pt x="53" y="267"/>
                    <a:pt x="53" y="150"/>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1"/>
            <p:cNvSpPr/>
            <p:nvPr/>
          </p:nvSpPr>
          <p:spPr>
            <a:xfrm>
              <a:off x="1409946" y="1994144"/>
              <a:ext cx="8443" cy="172230"/>
            </a:xfrm>
            <a:custGeom>
              <a:rect b="b" l="l" r="r" t="t"/>
              <a:pathLst>
                <a:path extrusionOk="0" h="1734" w="85">
                  <a:moveTo>
                    <a:pt x="32" y="1"/>
                  </a:moveTo>
                  <a:lnTo>
                    <a:pt x="32" y="17"/>
                  </a:lnTo>
                  <a:cubicBezTo>
                    <a:pt x="49" y="85"/>
                    <a:pt x="32" y="150"/>
                    <a:pt x="32" y="219"/>
                  </a:cubicBezTo>
                  <a:cubicBezTo>
                    <a:pt x="16" y="251"/>
                    <a:pt x="16" y="304"/>
                    <a:pt x="16" y="336"/>
                  </a:cubicBezTo>
                  <a:lnTo>
                    <a:pt x="16" y="538"/>
                  </a:lnTo>
                  <a:cubicBezTo>
                    <a:pt x="0" y="724"/>
                    <a:pt x="0" y="926"/>
                    <a:pt x="16" y="1128"/>
                  </a:cubicBezTo>
                  <a:cubicBezTo>
                    <a:pt x="32" y="1212"/>
                    <a:pt x="32" y="1297"/>
                    <a:pt x="32" y="1382"/>
                  </a:cubicBezTo>
                  <a:cubicBezTo>
                    <a:pt x="32" y="1499"/>
                    <a:pt x="32" y="1600"/>
                    <a:pt x="49" y="1717"/>
                  </a:cubicBezTo>
                  <a:lnTo>
                    <a:pt x="69" y="1734"/>
                  </a:lnTo>
                  <a:cubicBezTo>
                    <a:pt x="85" y="1734"/>
                    <a:pt x="85" y="1717"/>
                    <a:pt x="85" y="1717"/>
                  </a:cubicBezTo>
                  <a:cubicBezTo>
                    <a:pt x="49" y="1600"/>
                    <a:pt x="49" y="1483"/>
                    <a:pt x="49" y="1382"/>
                  </a:cubicBezTo>
                  <a:lnTo>
                    <a:pt x="49" y="1111"/>
                  </a:lnTo>
                  <a:cubicBezTo>
                    <a:pt x="16" y="926"/>
                    <a:pt x="32" y="724"/>
                    <a:pt x="32" y="538"/>
                  </a:cubicBezTo>
                  <a:lnTo>
                    <a:pt x="32" y="336"/>
                  </a:lnTo>
                  <a:cubicBezTo>
                    <a:pt x="32" y="304"/>
                    <a:pt x="49" y="271"/>
                    <a:pt x="49" y="219"/>
                  </a:cubicBezTo>
                  <a:cubicBezTo>
                    <a:pt x="69" y="150"/>
                    <a:pt x="85" y="85"/>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1"/>
            <p:cNvSpPr/>
            <p:nvPr/>
          </p:nvSpPr>
          <p:spPr>
            <a:xfrm>
              <a:off x="2081979" y="2430280"/>
              <a:ext cx="100418" cy="195968"/>
            </a:xfrm>
            <a:custGeom>
              <a:rect b="b" l="l" r="r" t="t"/>
              <a:pathLst>
                <a:path extrusionOk="0" h="1973" w="1011">
                  <a:moveTo>
                    <a:pt x="49" y="1"/>
                  </a:moveTo>
                  <a:cubicBezTo>
                    <a:pt x="33" y="1"/>
                    <a:pt x="33" y="1"/>
                    <a:pt x="33" y="21"/>
                  </a:cubicBezTo>
                  <a:cubicBezTo>
                    <a:pt x="1" y="203"/>
                    <a:pt x="1" y="425"/>
                    <a:pt x="134" y="643"/>
                  </a:cubicBezTo>
                  <a:cubicBezTo>
                    <a:pt x="303" y="910"/>
                    <a:pt x="473" y="1180"/>
                    <a:pt x="623" y="1451"/>
                  </a:cubicBezTo>
                  <a:cubicBezTo>
                    <a:pt x="707" y="1584"/>
                    <a:pt x="792" y="1738"/>
                    <a:pt x="877" y="1871"/>
                  </a:cubicBezTo>
                  <a:cubicBezTo>
                    <a:pt x="893" y="1871"/>
                    <a:pt x="893" y="1887"/>
                    <a:pt x="893" y="1903"/>
                  </a:cubicBezTo>
                  <a:cubicBezTo>
                    <a:pt x="909" y="1920"/>
                    <a:pt x="926" y="1972"/>
                    <a:pt x="994" y="1972"/>
                  </a:cubicBezTo>
                  <a:cubicBezTo>
                    <a:pt x="994" y="1972"/>
                    <a:pt x="1010" y="1972"/>
                    <a:pt x="1010" y="1956"/>
                  </a:cubicBezTo>
                  <a:lnTo>
                    <a:pt x="994" y="1940"/>
                  </a:lnTo>
                  <a:cubicBezTo>
                    <a:pt x="942" y="1940"/>
                    <a:pt x="942" y="1920"/>
                    <a:pt x="926" y="1887"/>
                  </a:cubicBezTo>
                  <a:cubicBezTo>
                    <a:pt x="909" y="1871"/>
                    <a:pt x="909" y="1871"/>
                    <a:pt x="909" y="1855"/>
                  </a:cubicBezTo>
                  <a:cubicBezTo>
                    <a:pt x="825" y="1718"/>
                    <a:pt x="740" y="1568"/>
                    <a:pt x="655" y="1435"/>
                  </a:cubicBezTo>
                  <a:cubicBezTo>
                    <a:pt x="489" y="1164"/>
                    <a:pt x="320" y="893"/>
                    <a:pt x="150" y="627"/>
                  </a:cubicBezTo>
                  <a:cubicBezTo>
                    <a:pt x="49" y="457"/>
                    <a:pt x="17" y="271"/>
                    <a:pt x="49" y="21"/>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1"/>
            <p:cNvSpPr/>
            <p:nvPr/>
          </p:nvSpPr>
          <p:spPr>
            <a:xfrm>
              <a:off x="1745764" y="2492458"/>
              <a:ext cx="155742" cy="284169"/>
            </a:xfrm>
            <a:custGeom>
              <a:rect b="b" l="l" r="r" t="t"/>
              <a:pathLst>
                <a:path extrusionOk="0" h="2861" w="1568">
                  <a:moveTo>
                    <a:pt x="0" y="1"/>
                  </a:moveTo>
                  <a:lnTo>
                    <a:pt x="0" y="17"/>
                  </a:lnTo>
                  <a:cubicBezTo>
                    <a:pt x="85" y="49"/>
                    <a:pt x="101" y="102"/>
                    <a:pt x="154" y="166"/>
                  </a:cubicBezTo>
                  <a:cubicBezTo>
                    <a:pt x="154" y="183"/>
                    <a:pt x="170" y="219"/>
                    <a:pt x="186" y="235"/>
                  </a:cubicBezTo>
                  <a:cubicBezTo>
                    <a:pt x="441" y="587"/>
                    <a:pt x="707" y="958"/>
                    <a:pt x="962" y="1314"/>
                  </a:cubicBezTo>
                  <a:lnTo>
                    <a:pt x="1164" y="1617"/>
                  </a:lnTo>
                  <a:cubicBezTo>
                    <a:pt x="1180" y="1633"/>
                    <a:pt x="1196" y="1649"/>
                    <a:pt x="1196" y="1665"/>
                  </a:cubicBezTo>
                  <a:cubicBezTo>
                    <a:pt x="1232" y="1734"/>
                    <a:pt x="1281" y="1782"/>
                    <a:pt x="1313" y="1835"/>
                  </a:cubicBezTo>
                  <a:cubicBezTo>
                    <a:pt x="1382" y="1900"/>
                    <a:pt x="1414" y="1984"/>
                    <a:pt x="1398" y="2085"/>
                  </a:cubicBezTo>
                  <a:lnTo>
                    <a:pt x="1398" y="2287"/>
                  </a:lnTo>
                  <a:cubicBezTo>
                    <a:pt x="1398" y="2388"/>
                    <a:pt x="1414" y="2489"/>
                    <a:pt x="1366" y="2590"/>
                  </a:cubicBezTo>
                  <a:cubicBezTo>
                    <a:pt x="1366" y="2627"/>
                    <a:pt x="1398" y="2691"/>
                    <a:pt x="1414" y="2728"/>
                  </a:cubicBezTo>
                  <a:cubicBezTo>
                    <a:pt x="1451" y="2760"/>
                    <a:pt x="1467" y="2792"/>
                    <a:pt x="1499" y="2829"/>
                  </a:cubicBezTo>
                  <a:cubicBezTo>
                    <a:pt x="1515" y="2829"/>
                    <a:pt x="1535" y="2845"/>
                    <a:pt x="1535" y="2861"/>
                  </a:cubicBezTo>
                  <a:lnTo>
                    <a:pt x="1568" y="2861"/>
                  </a:lnTo>
                  <a:lnTo>
                    <a:pt x="1568" y="2845"/>
                  </a:lnTo>
                  <a:cubicBezTo>
                    <a:pt x="1551" y="2829"/>
                    <a:pt x="1535" y="2808"/>
                    <a:pt x="1515" y="2792"/>
                  </a:cubicBezTo>
                  <a:cubicBezTo>
                    <a:pt x="1499" y="2776"/>
                    <a:pt x="1467" y="2744"/>
                    <a:pt x="1451" y="2707"/>
                  </a:cubicBezTo>
                  <a:cubicBezTo>
                    <a:pt x="1398" y="2659"/>
                    <a:pt x="1382" y="2627"/>
                    <a:pt x="1398" y="2590"/>
                  </a:cubicBezTo>
                  <a:cubicBezTo>
                    <a:pt x="1434" y="2489"/>
                    <a:pt x="1434" y="2388"/>
                    <a:pt x="1434" y="2287"/>
                  </a:cubicBezTo>
                  <a:cubicBezTo>
                    <a:pt x="1414" y="2223"/>
                    <a:pt x="1414" y="2154"/>
                    <a:pt x="1434" y="2085"/>
                  </a:cubicBezTo>
                  <a:cubicBezTo>
                    <a:pt x="1451" y="1984"/>
                    <a:pt x="1414" y="1883"/>
                    <a:pt x="1350" y="1819"/>
                  </a:cubicBezTo>
                  <a:cubicBezTo>
                    <a:pt x="1297" y="1766"/>
                    <a:pt x="1265" y="1718"/>
                    <a:pt x="1232" y="1665"/>
                  </a:cubicBezTo>
                  <a:cubicBezTo>
                    <a:pt x="1212" y="1633"/>
                    <a:pt x="1196" y="1617"/>
                    <a:pt x="1180" y="1597"/>
                  </a:cubicBezTo>
                  <a:lnTo>
                    <a:pt x="978" y="1314"/>
                  </a:lnTo>
                  <a:cubicBezTo>
                    <a:pt x="727" y="942"/>
                    <a:pt x="473" y="570"/>
                    <a:pt x="202" y="219"/>
                  </a:cubicBezTo>
                  <a:cubicBezTo>
                    <a:pt x="186" y="203"/>
                    <a:pt x="186" y="166"/>
                    <a:pt x="170" y="150"/>
                  </a:cubicBezTo>
                  <a:cubicBezTo>
                    <a:pt x="138" y="82"/>
                    <a:pt x="101" y="17"/>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1"/>
            <p:cNvSpPr/>
            <p:nvPr/>
          </p:nvSpPr>
          <p:spPr>
            <a:xfrm>
              <a:off x="1341313" y="1487388"/>
              <a:ext cx="6853" cy="105582"/>
            </a:xfrm>
            <a:custGeom>
              <a:rect b="b" l="l" r="r" t="t"/>
              <a:pathLst>
                <a:path extrusionOk="0" h="1063" w="69">
                  <a:moveTo>
                    <a:pt x="0" y="0"/>
                  </a:moveTo>
                  <a:cubicBezTo>
                    <a:pt x="16" y="154"/>
                    <a:pt x="16" y="324"/>
                    <a:pt x="16" y="473"/>
                  </a:cubicBezTo>
                  <a:lnTo>
                    <a:pt x="16" y="776"/>
                  </a:lnTo>
                  <a:lnTo>
                    <a:pt x="16" y="861"/>
                  </a:lnTo>
                  <a:cubicBezTo>
                    <a:pt x="16" y="930"/>
                    <a:pt x="0" y="994"/>
                    <a:pt x="53" y="1063"/>
                  </a:cubicBezTo>
                  <a:lnTo>
                    <a:pt x="69" y="1063"/>
                  </a:lnTo>
                  <a:lnTo>
                    <a:pt x="69" y="1047"/>
                  </a:lnTo>
                  <a:cubicBezTo>
                    <a:pt x="33" y="978"/>
                    <a:pt x="33" y="930"/>
                    <a:pt x="33" y="861"/>
                  </a:cubicBezTo>
                  <a:cubicBezTo>
                    <a:pt x="33" y="829"/>
                    <a:pt x="53" y="808"/>
                    <a:pt x="53" y="776"/>
                  </a:cubicBezTo>
                  <a:cubicBezTo>
                    <a:pt x="33" y="675"/>
                    <a:pt x="33" y="574"/>
                    <a:pt x="33" y="473"/>
                  </a:cubicBezTo>
                  <a:cubicBezTo>
                    <a:pt x="53" y="324"/>
                    <a:pt x="53" y="15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1"/>
            <p:cNvSpPr/>
            <p:nvPr/>
          </p:nvSpPr>
          <p:spPr>
            <a:xfrm>
              <a:off x="1284300" y="3647707"/>
              <a:ext cx="5364" cy="86711"/>
            </a:xfrm>
            <a:custGeom>
              <a:rect b="b" l="l" r="r" t="t"/>
              <a:pathLst>
                <a:path extrusionOk="0" h="873" w="54">
                  <a:moveTo>
                    <a:pt x="21" y="0"/>
                  </a:moveTo>
                  <a:cubicBezTo>
                    <a:pt x="21" y="0"/>
                    <a:pt x="1" y="0"/>
                    <a:pt x="1" y="16"/>
                  </a:cubicBezTo>
                  <a:cubicBezTo>
                    <a:pt x="37" y="150"/>
                    <a:pt x="21" y="287"/>
                    <a:pt x="21" y="420"/>
                  </a:cubicBezTo>
                  <a:lnTo>
                    <a:pt x="21" y="655"/>
                  </a:lnTo>
                  <a:lnTo>
                    <a:pt x="21" y="792"/>
                  </a:lnTo>
                  <a:lnTo>
                    <a:pt x="21" y="856"/>
                  </a:lnTo>
                  <a:cubicBezTo>
                    <a:pt x="21" y="873"/>
                    <a:pt x="37" y="873"/>
                    <a:pt x="37" y="873"/>
                  </a:cubicBezTo>
                  <a:cubicBezTo>
                    <a:pt x="37" y="873"/>
                    <a:pt x="53" y="873"/>
                    <a:pt x="53" y="856"/>
                  </a:cubicBezTo>
                  <a:lnTo>
                    <a:pt x="53" y="792"/>
                  </a:lnTo>
                  <a:lnTo>
                    <a:pt x="53" y="655"/>
                  </a:lnTo>
                  <a:lnTo>
                    <a:pt x="53" y="420"/>
                  </a:lnTo>
                  <a:cubicBezTo>
                    <a:pt x="53" y="287"/>
                    <a:pt x="53" y="150"/>
                    <a:pt x="37" y="16"/>
                  </a:cubicBez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1"/>
            <p:cNvSpPr/>
            <p:nvPr/>
          </p:nvSpPr>
          <p:spPr>
            <a:xfrm>
              <a:off x="687655" y="2306720"/>
              <a:ext cx="127335" cy="145710"/>
            </a:xfrm>
            <a:custGeom>
              <a:rect b="b" l="l" r="r" t="t"/>
              <a:pathLst>
                <a:path extrusionOk="0" h="1467" w="1282">
                  <a:moveTo>
                    <a:pt x="1261" y="0"/>
                  </a:moveTo>
                  <a:cubicBezTo>
                    <a:pt x="1180" y="17"/>
                    <a:pt x="1112" y="53"/>
                    <a:pt x="1027" y="101"/>
                  </a:cubicBezTo>
                  <a:cubicBezTo>
                    <a:pt x="994" y="118"/>
                    <a:pt x="958" y="134"/>
                    <a:pt x="910" y="154"/>
                  </a:cubicBezTo>
                  <a:cubicBezTo>
                    <a:pt x="655" y="271"/>
                    <a:pt x="388" y="404"/>
                    <a:pt x="134" y="522"/>
                  </a:cubicBezTo>
                  <a:lnTo>
                    <a:pt x="85" y="538"/>
                  </a:lnTo>
                  <a:cubicBezTo>
                    <a:pt x="49" y="574"/>
                    <a:pt x="1" y="606"/>
                    <a:pt x="1" y="675"/>
                  </a:cubicBezTo>
                  <a:lnTo>
                    <a:pt x="1" y="1128"/>
                  </a:lnTo>
                  <a:lnTo>
                    <a:pt x="1" y="1398"/>
                  </a:lnTo>
                  <a:cubicBezTo>
                    <a:pt x="1" y="1414"/>
                    <a:pt x="17" y="1431"/>
                    <a:pt x="17" y="1447"/>
                  </a:cubicBezTo>
                  <a:lnTo>
                    <a:pt x="33" y="1467"/>
                  </a:lnTo>
                  <a:lnTo>
                    <a:pt x="49" y="1467"/>
                  </a:lnTo>
                  <a:lnTo>
                    <a:pt x="49" y="1447"/>
                  </a:lnTo>
                  <a:lnTo>
                    <a:pt x="49" y="1431"/>
                  </a:lnTo>
                  <a:cubicBezTo>
                    <a:pt x="33" y="1414"/>
                    <a:pt x="33" y="1398"/>
                    <a:pt x="33" y="1398"/>
                  </a:cubicBezTo>
                  <a:lnTo>
                    <a:pt x="33" y="1128"/>
                  </a:lnTo>
                  <a:lnTo>
                    <a:pt x="33" y="675"/>
                  </a:lnTo>
                  <a:cubicBezTo>
                    <a:pt x="33" y="606"/>
                    <a:pt x="69" y="590"/>
                    <a:pt x="102" y="574"/>
                  </a:cubicBezTo>
                  <a:lnTo>
                    <a:pt x="150" y="538"/>
                  </a:lnTo>
                  <a:cubicBezTo>
                    <a:pt x="405" y="421"/>
                    <a:pt x="675" y="287"/>
                    <a:pt x="926" y="170"/>
                  </a:cubicBezTo>
                  <a:cubicBezTo>
                    <a:pt x="958" y="154"/>
                    <a:pt x="1011" y="134"/>
                    <a:pt x="1043" y="118"/>
                  </a:cubicBezTo>
                  <a:cubicBezTo>
                    <a:pt x="1112" y="85"/>
                    <a:pt x="1196" y="33"/>
                    <a:pt x="1281" y="33"/>
                  </a:cubicBezTo>
                  <a:lnTo>
                    <a:pt x="1281" y="17"/>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1"/>
            <p:cNvSpPr/>
            <p:nvPr/>
          </p:nvSpPr>
          <p:spPr>
            <a:xfrm>
              <a:off x="1673952" y="3510440"/>
              <a:ext cx="5264" cy="78765"/>
            </a:xfrm>
            <a:custGeom>
              <a:rect b="b" l="l" r="r" t="t"/>
              <a:pathLst>
                <a:path extrusionOk="0" h="793" w="53">
                  <a:moveTo>
                    <a:pt x="53" y="1"/>
                  </a:moveTo>
                  <a:cubicBezTo>
                    <a:pt x="37" y="1"/>
                    <a:pt x="37" y="1"/>
                    <a:pt x="37" y="17"/>
                  </a:cubicBezTo>
                  <a:cubicBezTo>
                    <a:pt x="16" y="134"/>
                    <a:pt x="16" y="255"/>
                    <a:pt x="16" y="372"/>
                  </a:cubicBezTo>
                  <a:lnTo>
                    <a:pt x="16" y="574"/>
                  </a:lnTo>
                  <a:lnTo>
                    <a:pt x="16" y="639"/>
                  </a:lnTo>
                  <a:cubicBezTo>
                    <a:pt x="16" y="691"/>
                    <a:pt x="16" y="740"/>
                    <a:pt x="0" y="776"/>
                  </a:cubicBezTo>
                  <a:cubicBezTo>
                    <a:pt x="0" y="792"/>
                    <a:pt x="0" y="792"/>
                    <a:pt x="16" y="792"/>
                  </a:cubicBezTo>
                  <a:lnTo>
                    <a:pt x="37" y="792"/>
                  </a:lnTo>
                  <a:cubicBezTo>
                    <a:pt x="53" y="740"/>
                    <a:pt x="53" y="691"/>
                    <a:pt x="53" y="639"/>
                  </a:cubicBezTo>
                  <a:cubicBezTo>
                    <a:pt x="37" y="623"/>
                    <a:pt x="37" y="606"/>
                    <a:pt x="37" y="590"/>
                  </a:cubicBezTo>
                  <a:cubicBezTo>
                    <a:pt x="53" y="505"/>
                    <a:pt x="53" y="437"/>
                    <a:pt x="53" y="372"/>
                  </a:cubicBezTo>
                  <a:cubicBezTo>
                    <a:pt x="37" y="255"/>
                    <a:pt x="37" y="134"/>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1"/>
            <p:cNvSpPr/>
            <p:nvPr/>
          </p:nvSpPr>
          <p:spPr>
            <a:xfrm>
              <a:off x="1923059" y="2577579"/>
              <a:ext cx="128924" cy="264105"/>
            </a:xfrm>
            <a:custGeom>
              <a:rect b="b" l="l" r="r" t="t"/>
              <a:pathLst>
                <a:path extrusionOk="0" h="2659" w="1298">
                  <a:moveTo>
                    <a:pt x="53" y="0"/>
                  </a:moveTo>
                  <a:cubicBezTo>
                    <a:pt x="53" y="0"/>
                    <a:pt x="33" y="0"/>
                    <a:pt x="33" y="16"/>
                  </a:cubicBezTo>
                  <a:cubicBezTo>
                    <a:pt x="1" y="117"/>
                    <a:pt x="33" y="202"/>
                    <a:pt x="102" y="303"/>
                  </a:cubicBezTo>
                  <a:cubicBezTo>
                    <a:pt x="203" y="420"/>
                    <a:pt x="288" y="538"/>
                    <a:pt x="372" y="675"/>
                  </a:cubicBezTo>
                  <a:cubicBezTo>
                    <a:pt x="389" y="707"/>
                    <a:pt x="421" y="740"/>
                    <a:pt x="437" y="776"/>
                  </a:cubicBezTo>
                  <a:cubicBezTo>
                    <a:pt x="538" y="909"/>
                    <a:pt x="623" y="1043"/>
                    <a:pt x="708" y="1180"/>
                  </a:cubicBezTo>
                  <a:cubicBezTo>
                    <a:pt x="877" y="1414"/>
                    <a:pt x="1027" y="1669"/>
                    <a:pt x="1197" y="1919"/>
                  </a:cubicBezTo>
                  <a:cubicBezTo>
                    <a:pt x="1245" y="1988"/>
                    <a:pt x="1265" y="2036"/>
                    <a:pt x="1265" y="2121"/>
                  </a:cubicBezTo>
                  <a:lnTo>
                    <a:pt x="1265" y="2509"/>
                  </a:lnTo>
                  <a:cubicBezTo>
                    <a:pt x="1265" y="2557"/>
                    <a:pt x="1245" y="2610"/>
                    <a:pt x="1229" y="2642"/>
                  </a:cubicBezTo>
                  <a:lnTo>
                    <a:pt x="1229" y="2658"/>
                  </a:lnTo>
                  <a:lnTo>
                    <a:pt x="1245" y="2658"/>
                  </a:lnTo>
                  <a:cubicBezTo>
                    <a:pt x="1281" y="2610"/>
                    <a:pt x="1298" y="2557"/>
                    <a:pt x="1298" y="2509"/>
                  </a:cubicBezTo>
                  <a:lnTo>
                    <a:pt x="1298" y="2121"/>
                  </a:lnTo>
                  <a:cubicBezTo>
                    <a:pt x="1298" y="2036"/>
                    <a:pt x="1281" y="1972"/>
                    <a:pt x="1229" y="1903"/>
                  </a:cubicBezTo>
                  <a:cubicBezTo>
                    <a:pt x="1063" y="1648"/>
                    <a:pt x="894" y="1398"/>
                    <a:pt x="724" y="1164"/>
                  </a:cubicBezTo>
                  <a:cubicBezTo>
                    <a:pt x="639" y="1026"/>
                    <a:pt x="558" y="893"/>
                    <a:pt x="473" y="760"/>
                  </a:cubicBezTo>
                  <a:cubicBezTo>
                    <a:pt x="437" y="723"/>
                    <a:pt x="421" y="691"/>
                    <a:pt x="389" y="659"/>
                  </a:cubicBezTo>
                  <a:cubicBezTo>
                    <a:pt x="304" y="521"/>
                    <a:pt x="219" y="404"/>
                    <a:pt x="118" y="287"/>
                  </a:cubicBezTo>
                  <a:cubicBezTo>
                    <a:pt x="53" y="202"/>
                    <a:pt x="33" y="117"/>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1"/>
            <p:cNvSpPr/>
            <p:nvPr/>
          </p:nvSpPr>
          <p:spPr>
            <a:xfrm>
              <a:off x="491885" y="1883794"/>
              <a:ext cx="144121" cy="78765"/>
            </a:xfrm>
            <a:custGeom>
              <a:rect b="b" l="l" r="r" t="t"/>
              <a:pathLst>
                <a:path extrusionOk="0" h="793" w="1451">
                  <a:moveTo>
                    <a:pt x="1434" y="1"/>
                  </a:moveTo>
                  <a:cubicBezTo>
                    <a:pt x="1350" y="49"/>
                    <a:pt x="1265" y="102"/>
                    <a:pt x="1164" y="150"/>
                  </a:cubicBezTo>
                  <a:cubicBezTo>
                    <a:pt x="978" y="271"/>
                    <a:pt x="760" y="388"/>
                    <a:pt x="558" y="489"/>
                  </a:cubicBezTo>
                  <a:cubicBezTo>
                    <a:pt x="505" y="522"/>
                    <a:pt x="457" y="554"/>
                    <a:pt x="388" y="590"/>
                  </a:cubicBezTo>
                  <a:cubicBezTo>
                    <a:pt x="271" y="655"/>
                    <a:pt x="154" y="740"/>
                    <a:pt x="20" y="776"/>
                  </a:cubicBezTo>
                  <a:cubicBezTo>
                    <a:pt x="0" y="776"/>
                    <a:pt x="0" y="776"/>
                    <a:pt x="0" y="792"/>
                  </a:cubicBezTo>
                  <a:lnTo>
                    <a:pt x="20" y="792"/>
                  </a:lnTo>
                  <a:cubicBezTo>
                    <a:pt x="170" y="756"/>
                    <a:pt x="287" y="691"/>
                    <a:pt x="404" y="607"/>
                  </a:cubicBezTo>
                  <a:cubicBezTo>
                    <a:pt x="457" y="574"/>
                    <a:pt x="525" y="538"/>
                    <a:pt x="574" y="506"/>
                  </a:cubicBezTo>
                  <a:cubicBezTo>
                    <a:pt x="776" y="405"/>
                    <a:pt x="978" y="287"/>
                    <a:pt x="1180" y="170"/>
                  </a:cubicBezTo>
                  <a:cubicBezTo>
                    <a:pt x="1265" y="118"/>
                    <a:pt x="1350" y="69"/>
                    <a:pt x="1434" y="33"/>
                  </a:cubicBezTo>
                  <a:lnTo>
                    <a:pt x="1451" y="17"/>
                  </a:ln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1"/>
            <p:cNvSpPr/>
            <p:nvPr/>
          </p:nvSpPr>
          <p:spPr>
            <a:xfrm>
              <a:off x="1735732" y="3064272"/>
              <a:ext cx="170640" cy="295790"/>
            </a:xfrm>
            <a:custGeom>
              <a:rect b="b" l="l" r="r" t="t"/>
              <a:pathLst>
                <a:path extrusionOk="0" h="2978" w="1718">
                  <a:moveTo>
                    <a:pt x="20" y="0"/>
                  </a:moveTo>
                  <a:cubicBezTo>
                    <a:pt x="0" y="0"/>
                    <a:pt x="0" y="0"/>
                    <a:pt x="0" y="17"/>
                  </a:cubicBezTo>
                  <a:cubicBezTo>
                    <a:pt x="0" y="134"/>
                    <a:pt x="85" y="202"/>
                    <a:pt x="170" y="267"/>
                  </a:cubicBezTo>
                  <a:cubicBezTo>
                    <a:pt x="202" y="283"/>
                    <a:pt x="222" y="320"/>
                    <a:pt x="255" y="352"/>
                  </a:cubicBezTo>
                  <a:cubicBezTo>
                    <a:pt x="542" y="707"/>
                    <a:pt x="845" y="1043"/>
                    <a:pt x="1131" y="1378"/>
                  </a:cubicBezTo>
                  <a:cubicBezTo>
                    <a:pt x="1212" y="1479"/>
                    <a:pt x="1313" y="1580"/>
                    <a:pt x="1398" y="1697"/>
                  </a:cubicBezTo>
                  <a:cubicBezTo>
                    <a:pt x="1414" y="1717"/>
                    <a:pt x="1434" y="1733"/>
                    <a:pt x="1451" y="1750"/>
                  </a:cubicBezTo>
                  <a:cubicBezTo>
                    <a:pt x="1499" y="1818"/>
                    <a:pt x="1568" y="1883"/>
                    <a:pt x="1636" y="1952"/>
                  </a:cubicBezTo>
                  <a:cubicBezTo>
                    <a:pt x="1685" y="2000"/>
                    <a:pt x="1685" y="2053"/>
                    <a:pt x="1685" y="2121"/>
                  </a:cubicBezTo>
                  <a:lnTo>
                    <a:pt x="1685" y="2525"/>
                  </a:lnTo>
                  <a:lnTo>
                    <a:pt x="1685" y="2828"/>
                  </a:lnTo>
                  <a:lnTo>
                    <a:pt x="1685" y="2860"/>
                  </a:lnTo>
                  <a:cubicBezTo>
                    <a:pt x="1701" y="2893"/>
                    <a:pt x="1701" y="2929"/>
                    <a:pt x="1669" y="2961"/>
                  </a:cubicBezTo>
                  <a:lnTo>
                    <a:pt x="1669" y="2978"/>
                  </a:lnTo>
                  <a:lnTo>
                    <a:pt x="1685" y="2978"/>
                  </a:lnTo>
                  <a:cubicBezTo>
                    <a:pt x="1717" y="2945"/>
                    <a:pt x="1717" y="2893"/>
                    <a:pt x="1717" y="2860"/>
                  </a:cubicBezTo>
                  <a:lnTo>
                    <a:pt x="1717" y="2828"/>
                  </a:lnTo>
                  <a:lnTo>
                    <a:pt x="1717" y="2525"/>
                  </a:lnTo>
                  <a:lnTo>
                    <a:pt x="1717" y="2121"/>
                  </a:lnTo>
                  <a:cubicBezTo>
                    <a:pt x="1717" y="2053"/>
                    <a:pt x="1717" y="1984"/>
                    <a:pt x="1652" y="1935"/>
                  </a:cubicBezTo>
                  <a:cubicBezTo>
                    <a:pt x="1584" y="1867"/>
                    <a:pt x="1515" y="1798"/>
                    <a:pt x="1467" y="1733"/>
                  </a:cubicBezTo>
                  <a:cubicBezTo>
                    <a:pt x="1451" y="1717"/>
                    <a:pt x="1434" y="1697"/>
                    <a:pt x="1414" y="1665"/>
                  </a:cubicBezTo>
                  <a:cubicBezTo>
                    <a:pt x="1333" y="1564"/>
                    <a:pt x="1232" y="1463"/>
                    <a:pt x="1148" y="1362"/>
                  </a:cubicBezTo>
                  <a:cubicBezTo>
                    <a:pt x="861" y="1026"/>
                    <a:pt x="558" y="671"/>
                    <a:pt x="271" y="336"/>
                  </a:cubicBezTo>
                  <a:cubicBezTo>
                    <a:pt x="239" y="303"/>
                    <a:pt x="222" y="267"/>
                    <a:pt x="186" y="251"/>
                  </a:cubicBezTo>
                  <a:cubicBezTo>
                    <a:pt x="101" y="182"/>
                    <a:pt x="37" y="11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1"/>
            <p:cNvSpPr/>
            <p:nvPr/>
          </p:nvSpPr>
          <p:spPr>
            <a:xfrm>
              <a:off x="1970040" y="3100823"/>
              <a:ext cx="4867" cy="38538"/>
            </a:xfrm>
            <a:custGeom>
              <a:rect b="b" l="l" r="r" t="t"/>
              <a:pathLst>
                <a:path extrusionOk="0" h="388" w="49">
                  <a:moveTo>
                    <a:pt x="33" y="0"/>
                  </a:moveTo>
                  <a:cubicBezTo>
                    <a:pt x="33" y="0"/>
                    <a:pt x="17" y="0"/>
                    <a:pt x="17" y="16"/>
                  </a:cubicBezTo>
                  <a:cubicBezTo>
                    <a:pt x="0" y="85"/>
                    <a:pt x="0" y="170"/>
                    <a:pt x="17" y="238"/>
                  </a:cubicBezTo>
                  <a:lnTo>
                    <a:pt x="17" y="372"/>
                  </a:lnTo>
                  <a:cubicBezTo>
                    <a:pt x="0" y="372"/>
                    <a:pt x="17" y="388"/>
                    <a:pt x="17" y="388"/>
                  </a:cubicBezTo>
                  <a:cubicBezTo>
                    <a:pt x="33" y="388"/>
                    <a:pt x="33" y="372"/>
                    <a:pt x="33" y="372"/>
                  </a:cubicBezTo>
                  <a:lnTo>
                    <a:pt x="33" y="238"/>
                  </a:lnTo>
                  <a:cubicBezTo>
                    <a:pt x="33" y="170"/>
                    <a:pt x="33" y="85"/>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1"/>
            <p:cNvSpPr/>
            <p:nvPr/>
          </p:nvSpPr>
          <p:spPr>
            <a:xfrm>
              <a:off x="1182393" y="3500408"/>
              <a:ext cx="5364" cy="100418"/>
            </a:xfrm>
            <a:custGeom>
              <a:rect b="b" l="l" r="r" t="t"/>
              <a:pathLst>
                <a:path extrusionOk="0" h="1011" w="54">
                  <a:moveTo>
                    <a:pt x="1" y="1"/>
                  </a:moveTo>
                  <a:lnTo>
                    <a:pt x="1" y="17"/>
                  </a:lnTo>
                  <a:cubicBezTo>
                    <a:pt x="17" y="53"/>
                    <a:pt x="17" y="69"/>
                    <a:pt x="17" y="102"/>
                  </a:cubicBezTo>
                  <a:cubicBezTo>
                    <a:pt x="1" y="118"/>
                    <a:pt x="1" y="134"/>
                    <a:pt x="1" y="134"/>
                  </a:cubicBezTo>
                  <a:lnTo>
                    <a:pt x="1" y="437"/>
                  </a:lnTo>
                  <a:cubicBezTo>
                    <a:pt x="17" y="590"/>
                    <a:pt x="17" y="760"/>
                    <a:pt x="1" y="909"/>
                  </a:cubicBezTo>
                  <a:cubicBezTo>
                    <a:pt x="1" y="926"/>
                    <a:pt x="1" y="962"/>
                    <a:pt x="17" y="978"/>
                  </a:cubicBezTo>
                  <a:lnTo>
                    <a:pt x="17" y="994"/>
                  </a:lnTo>
                  <a:lnTo>
                    <a:pt x="37" y="1010"/>
                  </a:lnTo>
                  <a:cubicBezTo>
                    <a:pt x="53" y="1010"/>
                    <a:pt x="53" y="994"/>
                    <a:pt x="53" y="994"/>
                  </a:cubicBezTo>
                  <a:cubicBezTo>
                    <a:pt x="53" y="978"/>
                    <a:pt x="37" y="978"/>
                    <a:pt x="37" y="962"/>
                  </a:cubicBezTo>
                  <a:cubicBezTo>
                    <a:pt x="37" y="942"/>
                    <a:pt x="17" y="926"/>
                    <a:pt x="17" y="909"/>
                  </a:cubicBezTo>
                  <a:cubicBezTo>
                    <a:pt x="37" y="760"/>
                    <a:pt x="37" y="590"/>
                    <a:pt x="37" y="437"/>
                  </a:cubicBezTo>
                  <a:lnTo>
                    <a:pt x="37" y="134"/>
                  </a:lnTo>
                  <a:lnTo>
                    <a:pt x="37" y="118"/>
                  </a:lnTo>
                  <a:cubicBezTo>
                    <a:pt x="37" y="69"/>
                    <a:pt x="53" y="33"/>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1"/>
            <p:cNvSpPr/>
            <p:nvPr/>
          </p:nvSpPr>
          <p:spPr>
            <a:xfrm>
              <a:off x="794827" y="1976564"/>
              <a:ext cx="4867" cy="94756"/>
            </a:xfrm>
            <a:custGeom>
              <a:rect b="b" l="l" r="r" t="t"/>
              <a:pathLst>
                <a:path extrusionOk="0" h="954" w="49">
                  <a:moveTo>
                    <a:pt x="12" y="1"/>
                  </a:moveTo>
                  <a:cubicBezTo>
                    <a:pt x="9" y="1"/>
                    <a:pt x="6" y="3"/>
                    <a:pt x="0" y="8"/>
                  </a:cubicBezTo>
                  <a:cubicBezTo>
                    <a:pt x="16" y="178"/>
                    <a:pt x="16" y="327"/>
                    <a:pt x="0" y="481"/>
                  </a:cubicBezTo>
                  <a:lnTo>
                    <a:pt x="0" y="784"/>
                  </a:lnTo>
                  <a:lnTo>
                    <a:pt x="0" y="816"/>
                  </a:lnTo>
                  <a:cubicBezTo>
                    <a:pt x="0" y="868"/>
                    <a:pt x="0" y="901"/>
                    <a:pt x="33" y="933"/>
                  </a:cubicBezTo>
                  <a:lnTo>
                    <a:pt x="49" y="953"/>
                  </a:lnTo>
                  <a:lnTo>
                    <a:pt x="49" y="933"/>
                  </a:lnTo>
                  <a:lnTo>
                    <a:pt x="49" y="917"/>
                  </a:lnTo>
                  <a:cubicBezTo>
                    <a:pt x="33" y="901"/>
                    <a:pt x="33" y="868"/>
                    <a:pt x="33" y="816"/>
                  </a:cubicBezTo>
                  <a:lnTo>
                    <a:pt x="33" y="784"/>
                  </a:lnTo>
                  <a:lnTo>
                    <a:pt x="33" y="481"/>
                  </a:lnTo>
                  <a:cubicBezTo>
                    <a:pt x="33" y="327"/>
                    <a:pt x="33" y="178"/>
                    <a:pt x="16" y="8"/>
                  </a:cubicBezTo>
                  <a:cubicBezTo>
                    <a:pt x="16" y="8"/>
                    <a:pt x="16"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1"/>
            <p:cNvSpPr/>
            <p:nvPr/>
          </p:nvSpPr>
          <p:spPr>
            <a:xfrm>
              <a:off x="2081979" y="3085924"/>
              <a:ext cx="105185" cy="197160"/>
            </a:xfrm>
            <a:custGeom>
              <a:rect b="b" l="l" r="r" t="t"/>
              <a:pathLst>
                <a:path extrusionOk="0" h="1985" w="1059">
                  <a:moveTo>
                    <a:pt x="69" y="1"/>
                  </a:moveTo>
                  <a:cubicBezTo>
                    <a:pt x="49" y="1"/>
                    <a:pt x="49" y="1"/>
                    <a:pt x="49" y="17"/>
                  </a:cubicBezTo>
                  <a:cubicBezTo>
                    <a:pt x="1" y="102"/>
                    <a:pt x="1" y="166"/>
                    <a:pt x="69" y="235"/>
                  </a:cubicBezTo>
                  <a:cubicBezTo>
                    <a:pt x="69" y="235"/>
                    <a:pt x="85" y="251"/>
                    <a:pt x="101" y="267"/>
                  </a:cubicBezTo>
                  <a:cubicBezTo>
                    <a:pt x="118" y="287"/>
                    <a:pt x="134" y="304"/>
                    <a:pt x="150" y="320"/>
                  </a:cubicBezTo>
                  <a:cubicBezTo>
                    <a:pt x="320" y="570"/>
                    <a:pt x="505" y="825"/>
                    <a:pt x="691" y="1059"/>
                  </a:cubicBezTo>
                  <a:cubicBezTo>
                    <a:pt x="740" y="1128"/>
                    <a:pt x="792" y="1196"/>
                    <a:pt x="841" y="1261"/>
                  </a:cubicBezTo>
                  <a:cubicBezTo>
                    <a:pt x="857" y="1277"/>
                    <a:pt x="877" y="1313"/>
                    <a:pt x="909" y="1330"/>
                  </a:cubicBezTo>
                  <a:cubicBezTo>
                    <a:pt x="942" y="1362"/>
                    <a:pt x="994" y="1414"/>
                    <a:pt x="994" y="1463"/>
                  </a:cubicBezTo>
                  <a:cubicBezTo>
                    <a:pt x="1027" y="1616"/>
                    <a:pt x="1043" y="1802"/>
                    <a:pt x="994" y="1968"/>
                  </a:cubicBezTo>
                  <a:lnTo>
                    <a:pt x="994" y="1984"/>
                  </a:lnTo>
                  <a:lnTo>
                    <a:pt x="1010" y="1984"/>
                  </a:lnTo>
                  <a:cubicBezTo>
                    <a:pt x="1059" y="1802"/>
                    <a:pt x="1043" y="1616"/>
                    <a:pt x="1027" y="1463"/>
                  </a:cubicBezTo>
                  <a:cubicBezTo>
                    <a:pt x="1010" y="1398"/>
                    <a:pt x="978" y="1346"/>
                    <a:pt x="926" y="1313"/>
                  </a:cubicBezTo>
                  <a:cubicBezTo>
                    <a:pt x="909" y="1297"/>
                    <a:pt x="877" y="1261"/>
                    <a:pt x="857" y="1245"/>
                  </a:cubicBezTo>
                  <a:cubicBezTo>
                    <a:pt x="808" y="1176"/>
                    <a:pt x="756" y="1111"/>
                    <a:pt x="707" y="1043"/>
                  </a:cubicBezTo>
                  <a:cubicBezTo>
                    <a:pt x="522" y="808"/>
                    <a:pt x="352" y="554"/>
                    <a:pt x="170" y="304"/>
                  </a:cubicBezTo>
                  <a:cubicBezTo>
                    <a:pt x="150" y="287"/>
                    <a:pt x="134" y="267"/>
                    <a:pt x="118" y="235"/>
                  </a:cubicBezTo>
                  <a:cubicBezTo>
                    <a:pt x="101" y="235"/>
                    <a:pt x="85" y="219"/>
                    <a:pt x="85" y="219"/>
                  </a:cubicBezTo>
                  <a:cubicBezTo>
                    <a:pt x="33" y="166"/>
                    <a:pt x="17" y="102"/>
                    <a:pt x="69" y="33"/>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1"/>
            <p:cNvSpPr/>
            <p:nvPr/>
          </p:nvSpPr>
          <p:spPr>
            <a:xfrm>
              <a:off x="1841216" y="2022650"/>
              <a:ext cx="3377" cy="36651"/>
            </a:xfrm>
            <a:custGeom>
              <a:rect b="b" l="l" r="r" t="t"/>
              <a:pathLst>
                <a:path extrusionOk="0" h="369" w="34">
                  <a:moveTo>
                    <a:pt x="17" y="0"/>
                  </a:moveTo>
                  <a:cubicBezTo>
                    <a:pt x="17" y="0"/>
                    <a:pt x="1" y="0"/>
                    <a:pt x="1" y="17"/>
                  </a:cubicBezTo>
                  <a:lnTo>
                    <a:pt x="1" y="150"/>
                  </a:lnTo>
                  <a:cubicBezTo>
                    <a:pt x="17" y="219"/>
                    <a:pt x="17" y="287"/>
                    <a:pt x="1" y="352"/>
                  </a:cubicBezTo>
                  <a:lnTo>
                    <a:pt x="1" y="368"/>
                  </a:lnTo>
                  <a:lnTo>
                    <a:pt x="17" y="368"/>
                  </a:lnTo>
                  <a:cubicBezTo>
                    <a:pt x="33" y="287"/>
                    <a:pt x="33" y="219"/>
                    <a:pt x="33" y="134"/>
                  </a:cubicBez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1"/>
            <p:cNvSpPr/>
            <p:nvPr/>
          </p:nvSpPr>
          <p:spPr>
            <a:xfrm>
              <a:off x="505493" y="3664095"/>
              <a:ext cx="130513" cy="38637"/>
            </a:xfrm>
            <a:custGeom>
              <a:rect b="b" l="l" r="r" t="t"/>
              <a:pathLst>
                <a:path extrusionOk="0" h="389" w="1314">
                  <a:moveTo>
                    <a:pt x="1297" y="1"/>
                  </a:moveTo>
                  <a:cubicBezTo>
                    <a:pt x="1160" y="21"/>
                    <a:pt x="1043" y="53"/>
                    <a:pt x="926" y="102"/>
                  </a:cubicBezTo>
                  <a:cubicBezTo>
                    <a:pt x="873" y="122"/>
                    <a:pt x="809" y="138"/>
                    <a:pt x="740" y="154"/>
                  </a:cubicBezTo>
                  <a:cubicBezTo>
                    <a:pt x="639" y="187"/>
                    <a:pt x="554" y="203"/>
                    <a:pt x="469" y="239"/>
                  </a:cubicBezTo>
                  <a:cubicBezTo>
                    <a:pt x="320" y="288"/>
                    <a:pt x="166" y="340"/>
                    <a:pt x="17" y="356"/>
                  </a:cubicBezTo>
                  <a:cubicBezTo>
                    <a:pt x="1" y="356"/>
                    <a:pt x="1" y="372"/>
                    <a:pt x="1" y="372"/>
                  </a:cubicBezTo>
                  <a:cubicBezTo>
                    <a:pt x="1" y="372"/>
                    <a:pt x="1" y="389"/>
                    <a:pt x="17" y="389"/>
                  </a:cubicBezTo>
                  <a:cubicBezTo>
                    <a:pt x="166" y="356"/>
                    <a:pt x="320" y="304"/>
                    <a:pt x="469" y="271"/>
                  </a:cubicBezTo>
                  <a:cubicBezTo>
                    <a:pt x="554" y="239"/>
                    <a:pt x="655" y="203"/>
                    <a:pt x="740" y="187"/>
                  </a:cubicBezTo>
                  <a:cubicBezTo>
                    <a:pt x="809" y="170"/>
                    <a:pt x="873" y="138"/>
                    <a:pt x="942" y="122"/>
                  </a:cubicBezTo>
                  <a:cubicBezTo>
                    <a:pt x="1059" y="86"/>
                    <a:pt x="1176" y="53"/>
                    <a:pt x="1297" y="37"/>
                  </a:cubicBezTo>
                  <a:cubicBezTo>
                    <a:pt x="1314" y="37"/>
                    <a:pt x="1314" y="21"/>
                    <a:pt x="1314" y="21"/>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1"/>
            <p:cNvSpPr/>
            <p:nvPr/>
          </p:nvSpPr>
          <p:spPr>
            <a:xfrm>
              <a:off x="1087339" y="2514110"/>
              <a:ext cx="6456" cy="88797"/>
            </a:xfrm>
            <a:custGeom>
              <a:rect b="b" l="l" r="r" t="t"/>
              <a:pathLst>
                <a:path extrusionOk="0" h="894" w="65">
                  <a:moveTo>
                    <a:pt x="16" y="1"/>
                  </a:moveTo>
                  <a:lnTo>
                    <a:pt x="0" y="17"/>
                  </a:lnTo>
                  <a:cubicBezTo>
                    <a:pt x="32" y="219"/>
                    <a:pt x="16" y="421"/>
                    <a:pt x="16" y="623"/>
                  </a:cubicBezTo>
                  <a:lnTo>
                    <a:pt x="16" y="740"/>
                  </a:lnTo>
                  <a:lnTo>
                    <a:pt x="16" y="809"/>
                  </a:lnTo>
                  <a:cubicBezTo>
                    <a:pt x="32" y="825"/>
                    <a:pt x="32" y="857"/>
                    <a:pt x="32" y="874"/>
                  </a:cubicBezTo>
                  <a:cubicBezTo>
                    <a:pt x="32" y="874"/>
                    <a:pt x="32" y="894"/>
                    <a:pt x="49" y="894"/>
                  </a:cubicBezTo>
                  <a:lnTo>
                    <a:pt x="65" y="874"/>
                  </a:lnTo>
                  <a:cubicBezTo>
                    <a:pt x="65" y="841"/>
                    <a:pt x="49" y="825"/>
                    <a:pt x="49" y="809"/>
                  </a:cubicBezTo>
                  <a:cubicBezTo>
                    <a:pt x="49" y="793"/>
                    <a:pt x="32" y="756"/>
                    <a:pt x="32" y="740"/>
                  </a:cubicBezTo>
                  <a:cubicBezTo>
                    <a:pt x="32" y="692"/>
                    <a:pt x="49" y="655"/>
                    <a:pt x="49" y="623"/>
                  </a:cubicBezTo>
                  <a:cubicBezTo>
                    <a:pt x="49" y="421"/>
                    <a:pt x="49" y="219"/>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1"/>
            <p:cNvSpPr/>
            <p:nvPr/>
          </p:nvSpPr>
          <p:spPr>
            <a:xfrm>
              <a:off x="2167002" y="3224781"/>
              <a:ext cx="6953" cy="36552"/>
            </a:xfrm>
            <a:custGeom>
              <a:rect b="b" l="l" r="r" t="t"/>
              <a:pathLst>
                <a:path extrusionOk="0" h="368" w="70">
                  <a:moveTo>
                    <a:pt x="53" y="0"/>
                  </a:moveTo>
                  <a:cubicBezTo>
                    <a:pt x="53" y="0"/>
                    <a:pt x="37" y="0"/>
                    <a:pt x="37" y="16"/>
                  </a:cubicBezTo>
                  <a:cubicBezTo>
                    <a:pt x="21" y="65"/>
                    <a:pt x="21" y="134"/>
                    <a:pt x="21" y="182"/>
                  </a:cubicBezTo>
                  <a:cubicBezTo>
                    <a:pt x="21" y="251"/>
                    <a:pt x="37" y="303"/>
                    <a:pt x="21" y="352"/>
                  </a:cubicBezTo>
                  <a:cubicBezTo>
                    <a:pt x="1" y="368"/>
                    <a:pt x="21" y="368"/>
                    <a:pt x="21" y="368"/>
                  </a:cubicBezTo>
                  <a:lnTo>
                    <a:pt x="37" y="368"/>
                  </a:lnTo>
                  <a:cubicBezTo>
                    <a:pt x="53" y="303"/>
                    <a:pt x="53" y="251"/>
                    <a:pt x="53" y="182"/>
                  </a:cubicBezTo>
                  <a:cubicBezTo>
                    <a:pt x="53" y="134"/>
                    <a:pt x="53" y="65"/>
                    <a:pt x="70" y="16"/>
                  </a:cubicBezTo>
                  <a:cubicBezTo>
                    <a:pt x="70" y="16"/>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1"/>
            <p:cNvSpPr/>
            <p:nvPr/>
          </p:nvSpPr>
          <p:spPr>
            <a:xfrm>
              <a:off x="700865" y="3179389"/>
              <a:ext cx="5364" cy="78765"/>
            </a:xfrm>
            <a:custGeom>
              <a:rect b="b" l="l" r="r" t="t"/>
              <a:pathLst>
                <a:path extrusionOk="0" h="793" w="54">
                  <a:moveTo>
                    <a:pt x="17" y="1"/>
                  </a:moveTo>
                  <a:cubicBezTo>
                    <a:pt x="17" y="1"/>
                    <a:pt x="1" y="1"/>
                    <a:pt x="1" y="17"/>
                  </a:cubicBezTo>
                  <a:lnTo>
                    <a:pt x="1" y="304"/>
                  </a:lnTo>
                  <a:cubicBezTo>
                    <a:pt x="1" y="457"/>
                    <a:pt x="1" y="623"/>
                    <a:pt x="17" y="776"/>
                  </a:cubicBezTo>
                  <a:cubicBezTo>
                    <a:pt x="17" y="793"/>
                    <a:pt x="17" y="793"/>
                    <a:pt x="37" y="793"/>
                  </a:cubicBezTo>
                  <a:cubicBezTo>
                    <a:pt x="37" y="793"/>
                    <a:pt x="53" y="793"/>
                    <a:pt x="53" y="776"/>
                  </a:cubicBezTo>
                  <a:cubicBezTo>
                    <a:pt x="17" y="623"/>
                    <a:pt x="37" y="457"/>
                    <a:pt x="37" y="304"/>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1"/>
            <p:cNvSpPr/>
            <p:nvPr/>
          </p:nvSpPr>
          <p:spPr>
            <a:xfrm>
              <a:off x="670770" y="2114526"/>
              <a:ext cx="142233" cy="192293"/>
            </a:xfrm>
            <a:custGeom>
              <a:rect b="b" l="l" r="r" t="t"/>
              <a:pathLst>
                <a:path extrusionOk="0" h="1936" w="1432">
                  <a:moveTo>
                    <a:pt x="1415" y="0"/>
                  </a:moveTo>
                  <a:cubicBezTo>
                    <a:pt x="1249" y="69"/>
                    <a:pt x="1096" y="150"/>
                    <a:pt x="946" y="219"/>
                  </a:cubicBezTo>
                  <a:cubicBezTo>
                    <a:pt x="861" y="271"/>
                    <a:pt x="760" y="320"/>
                    <a:pt x="676" y="372"/>
                  </a:cubicBezTo>
                  <a:cubicBezTo>
                    <a:pt x="542" y="437"/>
                    <a:pt x="421" y="505"/>
                    <a:pt x="304" y="554"/>
                  </a:cubicBezTo>
                  <a:cubicBezTo>
                    <a:pt x="239" y="606"/>
                    <a:pt x="154" y="639"/>
                    <a:pt x="86" y="675"/>
                  </a:cubicBezTo>
                  <a:cubicBezTo>
                    <a:pt x="37" y="707"/>
                    <a:pt x="1" y="724"/>
                    <a:pt x="1" y="792"/>
                  </a:cubicBezTo>
                  <a:cubicBezTo>
                    <a:pt x="17" y="1027"/>
                    <a:pt x="17" y="1281"/>
                    <a:pt x="17" y="1515"/>
                  </a:cubicBezTo>
                  <a:lnTo>
                    <a:pt x="17" y="1887"/>
                  </a:lnTo>
                  <a:lnTo>
                    <a:pt x="17" y="1919"/>
                  </a:lnTo>
                  <a:lnTo>
                    <a:pt x="37" y="1935"/>
                  </a:lnTo>
                  <a:cubicBezTo>
                    <a:pt x="54" y="1935"/>
                    <a:pt x="54" y="1919"/>
                    <a:pt x="54" y="1919"/>
                  </a:cubicBezTo>
                  <a:lnTo>
                    <a:pt x="54" y="1903"/>
                  </a:lnTo>
                  <a:cubicBezTo>
                    <a:pt x="37" y="1903"/>
                    <a:pt x="37" y="1887"/>
                    <a:pt x="37" y="1887"/>
                  </a:cubicBezTo>
                  <a:lnTo>
                    <a:pt x="37" y="1515"/>
                  </a:lnTo>
                  <a:lnTo>
                    <a:pt x="37" y="792"/>
                  </a:lnTo>
                  <a:cubicBezTo>
                    <a:pt x="37" y="740"/>
                    <a:pt x="54" y="724"/>
                    <a:pt x="102" y="707"/>
                  </a:cubicBezTo>
                  <a:cubicBezTo>
                    <a:pt x="171" y="675"/>
                    <a:pt x="239" y="623"/>
                    <a:pt x="304" y="590"/>
                  </a:cubicBezTo>
                  <a:cubicBezTo>
                    <a:pt x="441" y="522"/>
                    <a:pt x="558" y="453"/>
                    <a:pt x="676" y="404"/>
                  </a:cubicBezTo>
                  <a:cubicBezTo>
                    <a:pt x="777" y="352"/>
                    <a:pt x="878" y="303"/>
                    <a:pt x="962" y="251"/>
                  </a:cubicBezTo>
                  <a:cubicBezTo>
                    <a:pt x="1112" y="170"/>
                    <a:pt x="1265" y="85"/>
                    <a:pt x="1415" y="33"/>
                  </a:cubicBezTo>
                  <a:cubicBezTo>
                    <a:pt x="1431" y="33"/>
                    <a:pt x="1431" y="17"/>
                    <a:pt x="1431" y="17"/>
                  </a:cubicBezTo>
                  <a:cubicBezTo>
                    <a:pt x="1431" y="0"/>
                    <a:pt x="1415" y="0"/>
                    <a:pt x="14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1"/>
            <p:cNvSpPr/>
            <p:nvPr/>
          </p:nvSpPr>
          <p:spPr>
            <a:xfrm>
              <a:off x="1088928" y="3359962"/>
              <a:ext cx="4867" cy="93564"/>
            </a:xfrm>
            <a:custGeom>
              <a:rect b="b" l="l" r="r" t="t"/>
              <a:pathLst>
                <a:path extrusionOk="0" h="942" w="49">
                  <a:moveTo>
                    <a:pt x="16" y="1"/>
                  </a:moveTo>
                  <a:cubicBezTo>
                    <a:pt x="0" y="1"/>
                    <a:pt x="0" y="17"/>
                    <a:pt x="0" y="17"/>
                  </a:cubicBezTo>
                  <a:cubicBezTo>
                    <a:pt x="16" y="134"/>
                    <a:pt x="16" y="271"/>
                    <a:pt x="16" y="388"/>
                  </a:cubicBezTo>
                  <a:lnTo>
                    <a:pt x="16" y="590"/>
                  </a:lnTo>
                  <a:lnTo>
                    <a:pt x="16" y="825"/>
                  </a:lnTo>
                  <a:lnTo>
                    <a:pt x="16" y="926"/>
                  </a:lnTo>
                  <a:cubicBezTo>
                    <a:pt x="16" y="942"/>
                    <a:pt x="16" y="942"/>
                    <a:pt x="33" y="942"/>
                  </a:cubicBezTo>
                  <a:cubicBezTo>
                    <a:pt x="33" y="942"/>
                    <a:pt x="49" y="942"/>
                    <a:pt x="49" y="926"/>
                  </a:cubicBezTo>
                  <a:lnTo>
                    <a:pt x="49" y="825"/>
                  </a:lnTo>
                  <a:lnTo>
                    <a:pt x="49" y="590"/>
                  </a:lnTo>
                  <a:cubicBezTo>
                    <a:pt x="33" y="522"/>
                    <a:pt x="33" y="457"/>
                    <a:pt x="49" y="388"/>
                  </a:cubicBezTo>
                  <a:cubicBezTo>
                    <a:pt x="49" y="271"/>
                    <a:pt x="49" y="13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1"/>
            <p:cNvSpPr/>
            <p:nvPr/>
          </p:nvSpPr>
          <p:spPr>
            <a:xfrm>
              <a:off x="1921470" y="3600726"/>
              <a:ext cx="78765" cy="133691"/>
            </a:xfrm>
            <a:custGeom>
              <a:rect b="b" l="l" r="r" t="t"/>
              <a:pathLst>
                <a:path extrusionOk="0" h="1346" w="793">
                  <a:moveTo>
                    <a:pt x="49" y="0"/>
                  </a:moveTo>
                  <a:cubicBezTo>
                    <a:pt x="17" y="85"/>
                    <a:pt x="17" y="186"/>
                    <a:pt x="17" y="271"/>
                  </a:cubicBezTo>
                  <a:cubicBezTo>
                    <a:pt x="33" y="320"/>
                    <a:pt x="33" y="372"/>
                    <a:pt x="17" y="421"/>
                  </a:cubicBezTo>
                  <a:cubicBezTo>
                    <a:pt x="1" y="623"/>
                    <a:pt x="69" y="760"/>
                    <a:pt x="219" y="877"/>
                  </a:cubicBezTo>
                  <a:cubicBezTo>
                    <a:pt x="336" y="962"/>
                    <a:pt x="453" y="1079"/>
                    <a:pt x="554" y="1196"/>
                  </a:cubicBezTo>
                  <a:cubicBezTo>
                    <a:pt x="590" y="1228"/>
                    <a:pt x="623" y="1265"/>
                    <a:pt x="655" y="1297"/>
                  </a:cubicBezTo>
                  <a:cubicBezTo>
                    <a:pt x="691" y="1329"/>
                    <a:pt x="724" y="1346"/>
                    <a:pt x="756" y="1346"/>
                  </a:cubicBezTo>
                  <a:lnTo>
                    <a:pt x="776" y="1346"/>
                  </a:lnTo>
                  <a:cubicBezTo>
                    <a:pt x="792" y="1346"/>
                    <a:pt x="792" y="1346"/>
                    <a:pt x="792" y="1329"/>
                  </a:cubicBezTo>
                  <a:cubicBezTo>
                    <a:pt x="792" y="1329"/>
                    <a:pt x="792" y="1313"/>
                    <a:pt x="776" y="1313"/>
                  </a:cubicBezTo>
                  <a:cubicBezTo>
                    <a:pt x="767" y="1318"/>
                    <a:pt x="757" y="1320"/>
                    <a:pt x="748" y="1320"/>
                  </a:cubicBezTo>
                  <a:cubicBezTo>
                    <a:pt x="723" y="1320"/>
                    <a:pt x="699" y="1305"/>
                    <a:pt x="675" y="1281"/>
                  </a:cubicBezTo>
                  <a:cubicBezTo>
                    <a:pt x="639" y="1245"/>
                    <a:pt x="607" y="1212"/>
                    <a:pt x="574" y="1180"/>
                  </a:cubicBezTo>
                  <a:cubicBezTo>
                    <a:pt x="473" y="1063"/>
                    <a:pt x="352" y="942"/>
                    <a:pt x="235" y="861"/>
                  </a:cubicBezTo>
                  <a:cubicBezTo>
                    <a:pt x="85" y="740"/>
                    <a:pt x="33" y="606"/>
                    <a:pt x="49" y="421"/>
                  </a:cubicBezTo>
                  <a:lnTo>
                    <a:pt x="49" y="271"/>
                  </a:lnTo>
                  <a:cubicBezTo>
                    <a:pt x="49" y="186"/>
                    <a:pt x="49" y="101"/>
                    <a:pt x="85" y="17"/>
                  </a:cubicBezTo>
                  <a:cubicBezTo>
                    <a:pt x="85" y="0"/>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1"/>
            <p:cNvSpPr/>
            <p:nvPr/>
          </p:nvSpPr>
          <p:spPr>
            <a:xfrm>
              <a:off x="869817" y="3492859"/>
              <a:ext cx="332739" cy="199842"/>
            </a:xfrm>
            <a:custGeom>
              <a:rect b="b" l="l" r="r" t="t"/>
              <a:pathLst>
                <a:path extrusionOk="0" h="2012" w="3350">
                  <a:moveTo>
                    <a:pt x="3345" y="1"/>
                  </a:moveTo>
                  <a:cubicBezTo>
                    <a:pt x="3342" y="1"/>
                    <a:pt x="3339" y="2"/>
                    <a:pt x="3333" y="8"/>
                  </a:cubicBezTo>
                  <a:cubicBezTo>
                    <a:pt x="3184" y="44"/>
                    <a:pt x="3014" y="93"/>
                    <a:pt x="2861" y="145"/>
                  </a:cubicBezTo>
                  <a:cubicBezTo>
                    <a:pt x="2509" y="246"/>
                    <a:pt x="2138" y="347"/>
                    <a:pt x="1770" y="464"/>
                  </a:cubicBezTo>
                  <a:lnTo>
                    <a:pt x="1718" y="480"/>
                  </a:lnTo>
                  <a:cubicBezTo>
                    <a:pt x="1265" y="614"/>
                    <a:pt x="792" y="767"/>
                    <a:pt x="320" y="901"/>
                  </a:cubicBezTo>
                  <a:lnTo>
                    <a:pt x="304" y="901"/>
                  </a:lnTo>
                  <a:cubicBezTo>
                    <a:pt x="287" y="917"/>
                    <a:pt x="271" y="917"/>
                    <a:pt x="255" y="917"/>
                  </a:cubicBezTo>
                  <a:cubicBezTo>
                    <a:pt x="33" y="953"/>
                    <a:pt x="1" y="985"/>
                    <a:pt x="1" y="1204"/>
                  </a:cubicBezTo>
                  <a:lnTo>
                    <a:pt x="1" y="1373"/>
                  </a:lnTo>
                  <a:lnTo>
                    <a:pt x="1" y="1862"/>
                  </a:lnTo>
                  <a:lnTo>
                    <a:pt x="1" y="1894"/>
                  </a:lnTo>
                  <a:cubicBezTo>
                    <a:pt x="1" y="1927"/>
                    <a:pt x="1" y="1979"/>
                    <a:pt x="33" y="2012"/>
                  </a:cubicBezTo>
                  <a:lnTo>
                    <a:pt x="53" y="2012"/>
                  </a:lnTo>
                  <a:lnTo>
                    <a:pt x="53" y="1995"/>
                  </a:lnTo>
                  <a:cubicBezTo>
                    <a:pt x="33" y="1963"/>
                    <a:pt x="33" y="1927"/>
                    <a:pt x="33" y="1894"/>
                  </a:cubicBezTo>
                  <a:lnTo>
                    <a:pt x="33" y="1862"/>
                  </a:lnTo>
                  <a:lnTo>
                    <a:pt x="33" y="1373"/>
                  </a:lnTo>
                  <a:lnTo>
                    <a:pt x="33" y="1204"/>
                  </a:lnTo>
                  <a:cubicBezTo>
                    <a:pt x="33" y="1002"/>
                    <a:pt x="53" y="985"/>
                    <a:pt x="255" y="953"/>
                  </a:cubicBezTo>
                  <a:cubicBezTo>
                    <a:pt x="271" y="953"/>
                    <a:pt x="287" y="937"/>
                    <a:pt x="304" y="937"/>
                  </a:cubicBezTo>
                  <a:cubicBezTo>
                    <a:pt x="320" y="937"/>
                    <a:pt x="320" y="917"/>
                    <a:pt x="336" y="917"/>
                  </a:cubicBezTo>
                  <a:cubicBezTo>
                    <a:pt x="809" y="800"/>
                    <a:pt x="1281" y="650"/>
                    <a:pt x="1734" y="497"/>
                  </a:cubicBezTo>
                  <a:lnTo>
                    <a:pt x="1786" y="480"/>
                  </a:lnTo>
                  <a:cubicBezTo>
                    <a:pt x="2138" y="379"/>
                    <a:pt x="2509" y="262"/>
                    <a:pt x="2861" y="161"/>
                  </a:cubicBezTo>
                  <a:cubicBezTo>
                    <a:pt x="3030" y="129"/>
                    <a:pt x="3184" y="77"/>
                    <a:pt x="3350" y="28"/>
                  </a:cubicBezTo>
                  <a:lnTo>
                    <a:pt x="3350" y="8"/>
                  </a:lnTo>
                  <a:cubicBezTo>
                    <a:pt x="3350" y="8"/>
                    <a:pt x="3350" y="1"/>
                    <a:pt x="3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1"/>
            <p:cNvSpPr/>
            <p:nvPr/>
          </p:nvSpPr>
          <p:spPr>
            <a:xfrm>
              <a:off x="669181" y="2616117"/>
              <a:ext cx="150577" cy="168952"/>
            </a:xfrm>
            <a:custGeom>
              <a:rect b="b" l="l" r="r" t="t"/>
              <a:pathLst>
                <a:path extrusionOk="0" h="1701" w="1516">
                  <a:moveTo>
                    <a:pt x="1467" y="0"/>
                  </a:moveTo>
                  <a:cubicBezTo>
                    <a:pt x="1366" y="49"/>
                    <a:pt x="1265" y="85"/>
                    <a:pt x="1180" y="133"/>
                  </a:cubicBezTo>
                  <a:cubicBezTo>
                    <a:pt x="926" y="234"/>
                    <a:pt x="659" y="352"/>
                    <a:pt x="405" y="489"/>
                  </a:cubicBezTo>
                  <a:cubicBezTo>
                    <a:pt x="372" y="505"/>
                    <a:pt x="320" y="521"/>
                    <a:pt x="288" y="537"/>
                  </a:cubicBezTo>
                  <a:cubicBezTo>
                    <a:pt x="235" y="554"/>
                    <a:pt x="187" y="590"/>
                    <a:pt x="118" y="606"/>
                  </a:cubicBezTo>
                  <a:cubicBezTo>
                    <a:pt x="33" y="655"/>
                    <a:pt x="1" y="707"/>
                    <a:pt x="1" y="824"/>
                  </a:cubicBezTo>
                  <a:cubicBezTo>
                    <a:pt x="17" y="957"/>
                    <a:pt x="17" y="1111"/>
                    <a:pt x="1" y="1244"/>
                  </a:cubicBezTo>
                  <a:lnTo>
                    <a:pt x="1" y="1414"/>
                  </a:lnTo>
                  <a:cubicBezTo>
                    <a:pt x="1" y="1499"/>
                    <a:pt x="1" y="1600"/>
                    <a:pt x="33" y="1685"/>
                  </a:cubicBezTo>
                  <a:lnTo>
                    <a:pt x="33" y="1701"/>
                  </a:lnTo>
                  <a:lnTo>
                    <a:pt x="53" y="1701"/>
                  </a:lnTo>
                  <a:lnTo>
                    <a:pt x="53" y="1685"/>
                  </a:lnTo>
                  <a:cubicBezTo>
                    <a:pt x="17" y="1584"/>
                    <a:pt x="17" y="1499"/>
                    <a:pt x="17" y="1414"/>
                  </a:cubicBezTo>
                  <a:cubicBezTo>
                    <a:pt x="33" y="1361"/>
                    <a:pt x="33" y="1313"/>
                    <a:pt x="33" y="1260"/>
                  </a:cubicBezTo>
                  <a:cubicBezTo>
                    <a:pt x="33" y="1111"/>
                    <a:pt x="53" y="957"/>
                    <a:pt x="33" y="824"/>
                  </a:cubicBezTo>
                  <a:cubicBezTo>
                    <a:pt x="33" y="707"/>
                    <a:pt x="53" y="675"/>
                    <a:pt x="134" y="638"/>
                  </a:cubicBezTo>
                  <a:cubicBezTo>
                    <a:pt x="187" y="606"/>
                    <a:pt x="255" y="590"/>
                    <a:pt x="304" y="554"/>
                  </a:cubicBezTo>
                  <a:cubicBezTo>
                    <a:pt x="336" y="537"/>
                    <a:pt x="372" y="521"/>
                    <a:pt x="405" y="505"/>
                  </a:cubicBezTo>
                  <a:cubicBezTo>
                    <a:pt x="675" y="388"/>
                    <a:pt x="926" y="271"/>
                    <a:pt x="1180" y="150"/>
                  </a:cubicBezTo>
                  <a:cubicBezTo>
                    <a:pt x="1281" y="117"/>
                    <a:pt x="1366" y="69"/>
                    <a:pt x="1467" y="32"/>
                  </a:cubicBezTo>
                  <a:cubicBezTo>
                    <a:pt x="1483" y="49"/>
                    <a:pt x="1483" y="69"/>
                    <a:pt x="1483" y="101"/>
                  </a:cubicBezTo>
                  <a:lnTo>
                    <a:pt x="1483" y="117"/>
                  </a:lnTo>
                  <a:lnTo>
                    <a:pt x="1483" y="352"/>
                  </a:lnTo>
                  <a:lnTo>
                    <a:pt x="1483" y="941"/>
                  </a:lnTo>
                  <a:cubicBezTo>
                    <a:pt x="1483" y="1010"/>
                    <a:pt x="1467" y="1042"/>
                    <a:pt x="1399" y="1079"/>
                  </a:cubicBezTo>
                  <a:cubicBezTo>
                    <a:pt x="1180" y="1159"/>
                    <a:pt x="978" y="1244"/>
                    <a:pt x="760" y="1345"/>
                  </a:cubicBezTo>
                  <a:lnTo>
                    <a:pt x="724" y="1361"/>
                  </a:lnTo>
                  <a:cubicBezTo>
                    <a:pt x="675" y="1382"/>
                    <a:pt x="607" y="1414"/>
                    <a:pt x="558" y="1430"/>
                  </a:cubicBezTo>
                  <a:cubicBezTo>
                    <a:pt x="389" y="1515"/>
                    <a:pt x="235" y="1584"/>
                    <a:pt x="70" y="1632"/>
                  </a:cubicBezTo>
                  <a:cubicBezTo>
                    <a:pt x="53" y="1632"/>
                    <a:pt x="53" y="1632"/>
                    <a:pt x="53" y="1648"/>
                  </a:cubicBezTo>
                  <a:lnTo>
                    <a:pt x="70" y="1648"/>
                  </a:lnTo>
                  <a:cubicBezTo>
                    <a:pt x="235" y="1600"/>
                    <a:pt x="405" y="1531"/>
                    <a:pt x="558" y="1462"/>
                  </a:cubicBezTo>
                  <a:cubicBezTo>
                    <a:pt x="623" y="1430"/>
                    <a:pt x="675" y="1414"/>
                    <a:pt x="740" y="1382"/>
                  </a:cubicBezTo>
                  <a:lnTo>
                    <a:pt x="776" y="1361"/>
                  </a:lnTo>
                  <a:cubicBezTo>
                    <a:pt x="978" y="1281"/>
                    <a:pt x="1197" y="1180"/>
                    <a:pt x="1415" y="1095"/>
                  </a:cubicBezTo>
                  <a:cubicBezTo>
                    <a:pt x="1500" y="1058"/>
                    <a:pt x="1516" y="1010"/>
                    <a:pt x="1516" y="941"/>
                  </a:cubicBezTo>
                  <a:lnTo>
                    <a:pt x="1516" y="352"/>
                  </a:lnTo>
                  <a:lnTo>
                    <a:pt x="1516" y="117"/>
                  </a:lnTo>
                  <a:lnTo>
                    <a:pt x="1516" y="101"/>
                  </a:lnTo>
                  <a:cubicBezTo>
                    <a:pt x="1516" y="69"/>
                    <a:pt x="1516" y="32"/>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1"/>
            <p:cNvSpPr/>
            <p:nvPr/>
          </p:nvSpPr>
          <p:spPr>
            <a:xfrm>
              <a:off x="2028642" y="2336815"/>
              <a:ext cx="4867" cy="33373"/>
            </a:xfrm>
            <a:custGeom>
              <a:rect b="b" l="l" r="r" t="t"/>
              <a:pathLst>
                <a:path extrusionOk="0" h="336" w="49">
                  <a:moveTo>
                    <a:pt x="33" y="0"/>
                  </a:moveTo>
                  <a:cubicBezTo>
                    <a:pt x="0" y="53"/>
                    <a:pt x="16" y="118"/>
                    <a:pt x="16" y="170"/>
                  </a:cubicBezTo>
                  <a:cubicBezTo>
                    <a:pt x="16" y="219"/>
                    <a:pt x="16" y="271"/>
                    <a:pt x="0" y="320"/>
                  </a:cubicBezTo>
                  <a:cubicBezTo>
                    <a:pt x="0" y="336"/>
                    <a:pt x="0" y="336"/>
                    <a:pt x="16" y="336"/>
                  </a:cubicBezTo>
                  <a:lnTo>
                    <a:pt x="33" y="336"/>
                  </a:lnTo>
                  <a:cubicBezTo>
                    <a:pt x="49" y="287"/>
                    <a:pt x="49" y="219"/>
                    <a:pt x="33" y="170"/>
                  </a:cubicBezTo>
                  <a:cubicBezTo>
                    <a:pt x="33" y="118"/>
                    <a:pt x="33" y="69"/>
                    <a:pt x="49"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1"/>
            <p:cNvSpPr/>
            <p:nvPr/>
          </p:nvSpPr>
          <p:spPr>
            <a:xfrm>
              <a:off x="2088833" y="2397006"/>
              <a:ext cx="96743" cy="270959"/>
            </a:xfrm>
            <a:custGeom>
              <a:rect b="b" l="l" r="r" t="t"/>
              <a:pathLst>
                <a:path extrusionOk="0" h="2728" w="974">
                  <a:moveTo>
                    <a:pt x="0" y="0"/>
                  </a:moveTo>
                  <a:lnTo>
                    <a:pt x="0" y="17"/>
                  </a:lnTo>
                  <a:cubicBezTo>
                    <a:pt x="81" y="101"/>
                    <a:pt x="150" y="219"/>
                    <a:pt x="218" y="336"/>
                  </a:cubicBezTo>
                  <a:cubicBezTo>
                    <a:pt x="234" y="388"/>
                    <a:pt x="267" y="437"/>
                    <a:pt x="303" y="489"/>
                  </a:cubicBezTo>
                  <a:cubicBezTo>
                    <a:pt x="384" y="623"/>
                    <a:pt x="453" y="760"/>
                    <a:pt x="537" y="893"/>
                  </a:cubicBezTo>
                  <a:cubicBezTo>
                    <a:pt x="655" y="1111"/>
                    <a:pt x="772" y="1329"/>
                    <a:pt x="925" y="1531"/>
                  </a:cubicBezTo>
                  <a:cubicBezTo>
                    <a:pt x="941" y="1568"/>
                    <a:pt x="958" y="1616"/>
                    <a:pt x="941" y="1685"/>
                  </a:cubicBezTo>
                  <a:lnTo>
                    <a:pt x="941" y="1952"/>
                  </a:lnTo>
                  <a:cubicBezTo>
                    <a:pt x="941" y="2073"/>
                    <a:pt x="958" y="2190"/>
                    <a:pt x="925" y="2323"/>
                  </a:cubicBezTo>
                  <a:cubicBezTo>
                    <a:pt x="925" y="2356"/>
                    <a:pt x="925" y="2408"/>
                    <a:pt x="941" y="2457"/>
                  </a:cubicBezTo>
                  <a:lnTo>
                    <a:pt x="941" y="2558"/>
                  </a:lnTo>
                  <a:cubicBezTo>
                    <a:pt x="941" y="2626"/>
                    <a:pt x="941" y="2659"/>
                    <a:pt x="909" y="2711"/>
                  </a:cubicBezTo>
                  <a:lnTo>
                    <a:pt x="909" y="2727"/>
                  </a:lnTo>
                  <a:lnTo>
                    <a:pt x="925" y="2727"/>
                  </a:lnTo>
                  <a:cubicBezTo>
                    <a:pt x="958" y="2679"/>
                    <a:pt x="974" y="2626"/>
                    <a:pt x="974" y="2558"/>
                  </a:cubicBezTo>
                  <a:cubicBezTo>
                    <a:pt x="974" y="2525"/>
                    <a:pt x="974" y="2493"/>
                    <a:pt x="958" y="2457"/>
                  </a:cubicBezTo>
                  <a:cubicBezTo>
                    <a:pt x="958" y="2408"/>
                    <a:pt x="941" y="2356"/>
                    <a:pt x="958" y="2323"/>
                  </a:cubicBezTo>
                  <a:cubicBezTo>
                    <a:pt x="974" y="2206"/>
                    <a:pt x="974" y="2073"/>
                    <a:pt x="974" y="1952"/>
                  </a:cubicBezTo>
                  <a:cubicBezTo>
                    <a:pt x="974" y="1871"/>
                    <a:pt x="958" y="1770"/>
                    <a:pt x="974" y="1685"/>
                  </a:cubicBezTo>
                  <a:cubicBezTo>
                    <a:pt x="974" y="1632"/>
                    <a:pt x="974" y="1568"/>
                    <a:pt x="941" y="1515"/>
                  </a:cubicBezTo>
                  <a:cubicBezTo>
                    <a:pt x="788" y="1313"/>
                    <a:pt x="671" y="1095"/>
                    <a:pt x="554" y="877"/>
                  </a:cubicBezTo>
                  <a:cubicBezTo>
                    <a:pt x="485" y="740"/>
                    <a:pt x="404" y="606"/>
                    <a:pt x="319" y="473"/>
                  </a:cubicBezTo>
                  <a:cubicBezTo>
                    <a:pt x="283" y="421"/>
                    <a:pt x="267" y="372"/>
                    <a:pt x="234" y="320"/>
                  </a:cubicBezTo>
                  <a:cubicBezTo>
                    <a:pt x="166" y="202"/>
                    <a:pt x="117"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1"/>
            <p:cNvSpPr/>
            <p:nvPr/>
          </p:nvSpPr>
          <p:spPr>
            <a:xfrm>
              <a:off x="1087339" y="1813571"/>
              <a:ext cx="6456" cy="102007"/>
            </a:xfrm>
            <a:custGeom>
              <a:rect b="b" l="l" r="r" t="t"/>
              <a:pathLst>
                <a:path extrusionOk="0" h="1027" w="65">
                  <a:moveTo>
                    <a:pt x="16" y="1"/>
                  </a:moveTo>
                  <a:lnTo>
                    <a:pt x="0" y="17"/>
                  </a:lnTo>
                  <a:lnTo>
                    <a:pt x="0" y="235"/>
                  </a:lnTo>
                  <a:lnTo>
                    <a:pt x="0" y="825"/>
                  </a:lnTo>
                  <a:cubicBezTo>
                    <a:pt x="0" y="893"/>
                    <a:pt x="16" y="958"/>
                    <a:pt x="32" y="1011"/>
                  </a:cubicBezTo>
                  <a:lnTo>
                    <a:pt x="49" y="1027"/>
                  </a:lnTo>
                  <a:cubicBezTo>
                    <a:pt x="49" y="1011"/>
                    <a:pt x="65" y="1011"/>
                    <a:pt x="49" y="1011"/>
                  </a:cubicBezTo>
                  <a:cubicBezTo>
                    <a:pt x="32" y="958"/>
                    <a:pt x="32" y="893"/>
                    <a:pt x="32" y="825"/>
                  </a:cubicBezTo>
                  <a:lnTo>
                    <a:pt x="32" y="235"/>
                  </a:lnTo>
                  <a:lnTo>
                    <a:pt x="32" y="17"/>
                  </a:ln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1"/>
            <p:cNvSpPr/>
            <p:nvPr/>
          </p:nvSpPr>
          <p:spPr>
            <a:xfrm>
              <a:off x="1256191" y="1418854"/>
              <a:ext cx="244042" cy="251193"/>
            </a:xfrm>
            <a:custGeom>
              <a:rect b="b" l="l" r="r" t="t"/>
              <a:pathLst>
                <a:path extrusionOk="0" h="2529" w="2457">
                  <a:moveTo>
                    <a:pt x="1587" y="0"/>
                  </a:moveTo>
                  <a:cubicBezTo>
                    <a:pt x="1538" y="0"/>
                    <a:pt x="1482" y="18"/>
                    <a:pt x="1415" y="52"/>
                  </a:cubicBezTo>
                  <a:cubicBezTo>
                    <a:pt x="1011" y="287"/>
                    <a:pt x="587" y="525"/>
                    <a:pt x="102" y="791"/>
                  </a:cubicBezTo>
                  <a:cubicBezTo>
                    <a:pt x="33" y="828"/>
                    <a:pt x="1" y="860"/>
                    <a:pt x="1" y="929"/>
                  </a:cubicBezTo>
                  <a:cubicBezTo>
                    <a:pt x="17" y="1163"/>
                    <a:pt x="17" y="1418"/>
                    <a:pt x="17" y="1652"/>
                  </a:cubicBezTo>
                  <a:lnTo>
                    <a:pt x="17" y="2125"/>
                  </a:lnTo>
                  <a:lnTo>
                    <a:pt x="17" y="2189"/>
                  </a:lnTo>
                  <a:lnTo>
                    <a:pt x="33" y="2205"/>
                  </a:lnTo>
                  <a:cubicBezTo>
                    <a:pt x="33" y="2226"/>
                    <a:pt x="33" y="2226"/>
                    <a:pt x="49" y="2226"/>
                  </a:cubicBezTo>
                  <a:lnTo>
                    <a:pt x="49" y="2205"/>
                  </a:lnTo>
                  <a:lnTo>
                    <a:pt x="49" y="2173"/>
                  </a:lnTo>
                  <a:cubicBezTo>
                    <a:pt x="33" y="2157"/>
                    <a:pt x="33" y="2141"/>
                    <a:pt x="33" y="2125"/>
                  </a:cubicBezTo>
                  <a:lnTo>
                    <a:pt x="33" y="1652"/>
                  </a:lnTo>
                  <a:lnTo>
                    <a:pt x="33" y="929"/>
                  </a:lnTo>
                  <a:cubicBezTo>
                    <a:pt x="33" y="876"/>
                    <a:pt x="49" y="844"/>
                    <a:pt x="102" y="812"/>
                  </a:cubicBezTo>
                  <a:cubicBezTo>
                    <a:pt x="587" y="541"/>
                    <a:pt x="1027" y="307"/>
                    <a:pt x="1431" y="68"/>
                  </a:cubicBezTo>
                  <a:cubicBezTo>
                    <a:pt x="1490" y="35"/>
                    <a:pt x="1540" y="17"/>
                    <a:pt x="1582" y="17"/>
                  </a:cubicBezTo>
                  <a:cubicBezTo>
                    <a:pt x="1645" y="17"/>
                    <a:pt x="1693" y="57"/>
                    <a:pt x="1734" y="137"/>
                  </a:cubicBezTo>
                  <a:cubicBezTo>
                    <a:pt x="1936" y="472"/>
                    <a:pt x="2101" y="775"/>
                    <a:pt x="2303" y="1062"/>
                  </a:cubicBezTo>
                  <a:cubicBezTo>
                    <a:pt x="2388" y="1195"/>
                    <a:pt x="2425" y="1333"/>
                    <a:pt x="2425" y="1482"/>
                  </a:cubicBezTo>
                  <a:cubicBezTo>
                    <a:pt x="2404" y="1700"/>
                    <a:pt x="2404" y="1923"/>
                    <a:pt x="2404" y="2125"/>
                  </a:cubicBezTo>
                  <a:lnTo>
                    <a:pt x="2404" y="2375"/>
                  </a:lnTo>
                  <a:cubicBezTo>
                    <a:pt x="2404" y="2428"/>
                    <a:pt x="2404" y="2476"/>
                    <a:pt x="2388" y="2508"/>
                  </a:cubicBezTo>
                  <a:lnTo>
                    <a:pt x="2388" y="2529"/>
                  </a:lnTo>
                  <a:lnTo>
                    <a:pt x="2404" y="2529"/>
                  </a:lnTo>
                  <a:cubicBezTo>
                    <a:pt x="2441" y="2476"/>
                    <a:pt x="2441" y="2428"/>
                    <a:pt x="2441" y="2375"/>
                  </a:cubicBezTo>
                  <a:lnTo>
                    <a:pt x="2441" y="2125"/>
                  </a:lnTo>
                  <a:lnTo>
                    <a:pt x="2441" y="1482"/>
                  </a:lnTo>
                  <a:cubicBezTo>
                    <a:pt x="2457" y="1333"/>
                    <a:pt x="2404" y="1179"/>
                    <a:pt x="2324" y="1062"/>
                  </a:cubicBezTo>
                  <a:cubicBezTo>
                    <a:pt x="2138" y="759"/>
                    <a:pt x="1952" y="456"/>
                    <a:pt x="1766" y="121"/>
                  </a:cubicBezTo>
                  <a:cubicBezTo>
                    <a:pt x="1716" y="39"/>
                    <a:pt x="1659" y="0"/>
                    <a:pt x="1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1"/>
            <p:cNvSpPr/>
            <p:nvPr/>
          </p:nvSpPr>
          <p:spPr>
            <a:xfrm>
              <a:off x="1135809" y="2323605"/>
              <a:ext cx="4966" cy="86711"/>
            </a:xfrm>
            <a:custGeom>
              <a:rect b="b" l="l" r="r" t="t"/>
              <a:pathLst>
                <a:path extrusionOk="0" h="873" w="50">
                  <a:moveTo>
                    <a:pt x="1" y="0"/>
                  </a:moveTo>
                  <a:lnTo>
                    <a:pt x="1" y="16"/>
                  </a:lnTo>
                  <a:cubicBezTo>
                    <a:pt x="17" y="49"/>
                    <a:pt x="17" y="85"/>
                    <a:pt x="17" y="117"/>
                  </a:cubicBezTo>
                  <a:lnTo>
                    <a:pt x="17" y="150"/>
                  </a:lnTo>
                  <a:lnTo>
                    <a:pt x="17" y="420"/>
                  </a:lnTo>
                  <a:cubicBezTo>
                    <a:pt x="17" y="554"/>
                    <a:pt x="17" y="707"/>
                    <a:pt x="33" y="857"/>
                  </a:cubicBezTo>
                  <a:cubicBezTo>
                    <a:pt x="33" y="857"/>
                    <a:pt x="33" y="873"/>
                    <a:pt x="49" y="873"/>
                  </a:cubicBezTo>
                  <a:lnTo>
                    <a:pt x="49" y="857"/>
                  </a:lnTo>
                  <a:cubicBezTo>
                    <a:pt x="33" y="707"/>
                    <a:pt x="49" y="554"/>
                    <a:pt x="49" y="420"/>
                  </a:cubicBezTo>
                  <a:lnTo>
                    <a:pt x="49" y="150"/>
                  </a:lnTo>
                  <a:lnTo>
                    <a:pt x="49" y="117"/>
                  </a:lnTo>
                  <a:cubicBezTo>
                    <a:pt x="49" y="85"/>
                    <a:pt x="49" y="3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1"/>
            <p:cNvSpPr/>
            <p:nvPr/>
          </p:nvSpPr>
          <p:spPr>
            <a:xfrm>
              <a:off x="1087339" y="2851617"/>
              <a:ext cx="6456" cy="93961"/>
            </a:xfrm>
            <a:custGeom>
              <a:rect b="b" l="l" r="r" t="t"/>
              <a:pathLst>
                <a:path extrusionOk="0" h="946" w="65">
                  <a:moveTo>
                    <a:pt x="0" y="0"/>
                  </a:moveTo>
                  <a:lnTo>
                    <a:pt x="0" y="21"/>
                  </a:lnTo>
                  <a:cubicBezTo>
                    <a:pt x="16" y="53"/>
                    <a:pt x="16" y="85"/>
                    <a:pt x="16" y="122"/>
                  </a:cubicBezTo>
                  <a:lnTo>
                    <a:pt x="16" y="170"/>
                  </a:lnTo>
                  <a:lnTo>
                    <a:pt x="16" y="457"/>
                  </a:lnTo>
                  <a:cubicBezTo>
                    <a:pt x="16" y="606"/>
                    <a:pt x="16" y="776"/>
                    <a:pt x="32" y="929"/>
                  </a:cubicBezTo>
                  <a:cubicBezTo>
                    <a:pt x="32" y="946"/>
                    <a:pt x="32" y="946"/>
                    <a:pt x="49" y="946"/>
                  </a:cubicBezTo>
                  <a:cubicBezTo>
                    <a:pt x="49" y="946"/>
                    <a:pt x="65" y="946"/>
                    <a:pt x="65" y="929"/>
                  </a:cubicBezTo>
                  <a:cubicBezTo>
                    <a:pt x="32" y="776"/>
                    <a:pt x="49" y="606"/>
                    <a:pt x="49" y="457"/>
                  </a:cubicBezTo>
                  <a:lnTo>
                    <a:pt x="49" y="154"/>
                  </a:lnTo>
                  <a:lnTo>
                    <a:pt x="49" y="122"/>
                  </a:lnTo>
                  <a:cubicBezTo>
                    <a:pt x="49" y="85"/>
                    <a:pt x="49" y="3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1"/>
            <p:cNvSpPr/>
            <p:nvPr/>
          </p:nvSpPr>
          <p:spPr>
            <a:xfrm>
              <a:off x="1414714" y="1449247"/>
              <a:ext cx="85519" cy="240863"/>
            </a:xfrm>
            <a:custGeom>
              <a:rect b="b" l="l" r="r" t="t"/>
              <a:pathLst>
                <a:path extrusionOk="0" h="2425" w="861">
                  <a:moveTo>
                    <a:pt x="1" y="1"/>
                  </a:moveTo>
                  <a:lnTo>
                    <a:pt x="1" y="17"/>
                  </a:lnTo>
                  <a:cubicBezTo>
                    <a:pt x="85" y="118"/>
                    <a:pt x="154" y="235"/>
                    <a:pt x="223" y="352"/>
                  </a:cubicBezTo>
                  <a:cubicBezTo>
                    <a:pt x="255" y="405"/>
                    <a:pt x="287" y="469"/>
                    <a:pt x="340" y="538"/>
                  </a:cubicBezTo>
                  <a:cubicBezTo>
                    <a:pt x="356" y="586"/>
                    <a:pt x="388" y="639"/>
                    <a:pt x="425" y="687"/>
                  </a:cubicBezTo>
                  <a:cubicBezTo>
                    <a:pt x="457" y="756"/>
                    <a:pt x="489" y="825"/>
                    <a:pt x="542" y="889"/>
                  </a:cubicBezTo>
                  <a:cubicBezTo>
                    <a:pt x="606" y="974"/>
                    <a:pt x="643" y="1075"/>
                    <a:pt x="627" y="1192"/>
                  </a:cubicBezTo>
                  <a:lnTo>
                    <a:pt x="627" y="1479"/>
                  </a:lnTo>
                  <a:cubicBezTo>
                    <a:pt x="627" y="1617"/>
                    <a:pt x="627" y="1766"/>
                    <a:pt x="606" y="1899"/>
                  </a:cubicBezTo>
                  <a:cubicBezTo>
                    <a:pt x="590" y="2000"/>
                    <a:pt x="659" y="2085"/>
                    <a:pt x="728" y="2170"/>
                  </a:cubicBezTo>
                  <a:cubicBezTo>
                    <a:pt x="792" y="2239"/>
                    <a:pt x="829" y="2324"/>
                    <a:pt x="829" y="2404"/>
                  </a:cubicBezTo>
                  <a:lnTo>
                    <a:pt x="845" y="2425"/>
                  </a:lnTo>
                  <a:lnTo>
                    <a:pt x="861" y="2404"/>
                  </a:lnTo>
                  <a:cubicBezTo>
                    <a:pt x="861" y="2303"/>
                    <a:pt x="808" y="2223"/>
                    <a:pt x="744" y="2154"/>
                  </a:cubicBezTo>
                  <a:cubicBezTo>
                    <a:pt x="675" y="2085"/>
                    <a:pt x="606" y="2000"/>
                    <a:pt x="627" y="1899"/>
                  </a:cubicBezTo>
                  <a:cubicBezTo>
                    <a:pt x="659" y="1766"/>
                    <a:pt x="659" y="1617"/>
                    <a:pt x="659" y="1479"/>
                  </a:cubicBezTo>
                  <a:cubicBezTo>
                    <a:pt x="643" y="1378"/>
                    <a:pt x="643" y="1293"/>
                    <a:pt x="659" y="1213"/>
                  </a:cubicBezTo>
                  <a:cubicBezTo>
                    <a:pt x="659" y="1059"/>
                    <a:pt x="643" y="958"/>
                    <a:pt x="558" y="873"/>
                  </a:cubicBezTo>
                  <a:cubicBezTo>
                    <a:pt x="505" y="809"/>
                    <a:pt x="473" y="740"/>
                    <a:pt x="441" y="671"/>
                  </a:cubicBezTo>
                  <a:cubicBezTo>
                    <a:pt x="404" y="623"/>
                    <a:pt x="388" y="570"/>
                    <a:pt x="356" y="522"/>
                  </a:cubicBezTo>
                  <a:cubicBezTo>
                    <a:pt x="304" y="453"/>
                    <a:pt x="271" y="405"/>
                    <a:pt x="239" y="336"/>
                  </a:cubicBezTo>
                  <a:cubicBezTo>
                    <a:pt x="170" y="219"/>
                    <a:pt x="102" y="10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1"/>
            <p:cNvSpPr/>
            <p:nvPr/>
          </p:nvSpPr>
          <p:spPr>
            <a:xfrm>
              <a:off x="2010167" y="3302950"/>
              <a:ext cx="3278" cy="33870"/>
            </a:xfrm>
            <a:custGeom>
              <a:rect b="b" l="l" r="r" t="t"/>
              <a:pathLst>
                <a:path extrusionOk="0" h="341" w="33">
                  <a:moveTo>
                    <a:pt x="17" y="1"/>
                  </a:moveTo>
                  <a:cubicBezTo>
                    <a:pt x="0" y="54"/>
                    <a:pt x="17" y="86"/>
                    <a:pt x="17" y="138"/>
                  </a:cubicBezTo>
                  <a:cubicBezTo>
                    <a:pt x="17" y="203"/>
                    <a:pt x="17" y="272"/>
                    <a:pt x="0" y="324"/>
                  </a:cubicBezTo>
                  <a:lnTo>
                    <a:pt x="0" y="340"/>
                  </a:lnTo>
                  <a:lnTo>
                    <a:pt x="17" y="340"/>
                  </a:lnTo>
                  <a:cubicBezTo>
                    <a:pt x="33" y="272"/>
                    <a:pt x="33" y="203"/>
                    <a:pt x="33" y="138"/>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1"/>
            <p:cNvSpPr/>
            <p:nvPr/>
          </p:nvSpPr>
          <p:spPr>
            <a:xfrm>
              <a:off x="1416701" y="1754969"/>
              <a:ext cx="83532" cy="122070"/>
            </a:xfrm>
            <a:custGeom>
              <a:rect b="b" l="l" r="r" t="t"/>
              <a:pathLst>
                <a:path extrusionOk="0" h="1229" w="841">
                  <a:moveTo>
                    <a:pt x="1" y="1"/>
                  </a:moveTo>
                  <a:lnTo>
                    <a:pt x="1" y="33"/>
                  </a:lnTo>
                  <a:cubicBezTo>
                    <a:pt x="102" y="86"/>
                    <a:pt x="166" y="187"/>
                    <a:pt x="235" y="288"/>
                  </a:cubicBezTo>
                  <a:cubicBezTo>
                    <a:pt x="251" y="320"/>
                    <a:pt x="267" y="356"/>
                    <a:pt x="284" y="373"/>
                  </a:cubicBezTo>
                  <a:cubicBezTo>
                    <a:pt x="336" y="457"/>
                    <a:pt x="384" y="538"/>
                    <a:pt x="437" y="607"/>
                  </a:cubicBezTo>
                  <a:cubicBezTo>
                    <a:pt x="522" y="740"/>
                    <a:pt x="607" y="878"/>
                    <a:pt x="708" y="1011"/>
                  </a:cubicBezTo>
                  <a:cubicBezTo>
                    <a:pt x="724" y="1011"/>
                    <a:pt x="724" y="1027"/>
                    <a:pt x="724" y="1027"/>
                  </a:cubicBezTo>
                  <a:cubicBezTo>
                    <a:pt x="772" y="1096"/>
                    <a:pt x="809" y="1144"/>
                    <a:pt x="809" y="1213"/>
                  </a:cubicBezTo>
                  <a:cubicBezTo>
                    <a:pt x="809" y="1229"/>
                    <a:pt x="825" y="1229"/>
                    <a:pt x="825" y="1229"/>
                  </a:cubicBezTo>
                  <a:cubicBezTo>
                    <a:pt x="825" y="1229"/>
                    <a:pt x="841" y="1229"/>
                    <a:pt x="841" y="1213"/>
                  </a:cubicBezTo>
                  <a:cubicBezTo>
                    <a:pt x="841" y="1128"/>
                    <a:pt x="788" y="1080"/>
                    <a:pt x="740" y="1011"/>
                  </a:cubicBezTo>
                  <a:cubicBezTo>
                    <a:pt x="740" y="1011"/>
                    <a:pt x="740" y="995"/>
                    <a:pt x="724" y="995"/>
                  </a:cubicBezTo>
                  <a:cubicBezTo>
                    <a:pt x="639" y="861"/>
                    <a:pt x="554" y="724"/>
                    <a:pt x="453" y="591"/>
                  </a:cubicBezTo>
                  <a:cubicBezTo>
                    <a:pt x="405" y="522"/>
                    <a:pt x="352" y="437"/>
                    <a:pt x="304" y="356"/>
                  </a:cubicBezTo>
                  <a:cubicBezTo>
                    <a:pt x="284" y="336"/>
                    <a:pt x="267" y="304"/>
                    <a:pt x="251" y="272"/>
                  </a:cubicBezTo>
                  <a:cubicBezTo>
                    <a:pt x="183" y="171"/>
                    <a:pt x="134"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1"/>
            <p:cNvSpPr/>
            <p:nvPr/>
          </p:nvSpPr>
          <p:spPr>
            <a:xfrm>
              <a:off x="2081979" y="2931871"/>
              <a:ext cx="103596" cy="269270"/>
            </a:xfrm>
            <a:custGeom>
              <a:rect b="b" l="l" r="r" t="t"/>
              <a:pathLst>
                <a:path extrusionOk="0" h="2711" w="1043">
                  <a:moveTo>
                    <a:pt x="17" y="0"/>
                  </a:moveTo>
                  <a:cubicBezTo>
                    <a:pt x="1" y="0"/>
                    <a:pt x="1" y="0"/>
                    <a:pt x="1" y="20"/>
                  </a:cubicBezTo>
                  <a:cubicBezTo>
                    <a:pt x="17" y="121"/>
                    <a:pt x="69" y="186"/>
                    <a:pt x="118" y="255"/>
                  </a:cubicBezTo>
                  <a:cubicBezTo>
                    <a:pt x="134" y="271"/>
                    <a:pt x="134" y="287"/>
                    <a:pt x="150" y="303"/>
                  </a:cubicBezTo>
                  <a:cubicBezTo>
                    <a:pt x="320" y="525"/>
                    <a:pt x="489" y="776"/>
                    <a:pt x="639" y="1010"/>
                  </a:cubicBezTo>
                  <a:cubicBezTo>
                    <a:pt x="724" y="1111"/>
                    <a:pt x="792" y="1232"/>
                    <a:pt x="877" y="1333"/>
                  </a:cubicBezTo>
                  <a:cubicBezTo>
                    <a:pt x="877" y="1350"/>
                    <a:pt x="877" y="1350"/>
                    <a:pt x="893" y="1366"/>
                  </a:cubicBezTo>
                  <a:cubicBezTo>
                    <a:pt x="909" y="1398"/>
                    <a:pt x="926" y="1434"/>
                    <a:pt x="978" y="1451"/>
                  </a:cubicBezTo>
                  <a:cubicBezTo>
                    <a:pt x="1010" y="1467"/>
                    <a:pt x="1010" y="1515"/>
                    <a:pt x="1010" y="1568"/>
                  </a:cubicBezTo>
                  <a:lnTo>
                    <a:pt x="1010" y="1786"/>
                  </a:lnTo>
                  <a:cubicBezTo>
                    <a:pt x="1027" y="1919"/>
                    <a:pt x="1027" y="2056"/>
                    <a:pt x="1010" y="2174"/>
                  </a:cubicBezTo>
                  <a:lnTo>
                    <a:pt x="1010" y="2578"/>
                  </a:lnTo>
                  <a:lnTo>
                    <a:pt x="1010" y="2594"/>
                  </a:lnTo>
                  <a:cubicBezTo>
                    <a:pt x="1027" y="2626"/>
                    <a:pt x="1027" y="2662"/>
                    <a:pt x="994" y="2695"/>
                  </a:cubicBezTo>
                  <a:lnTo>
                    <a:pt x="994" y="2711"/>
                  </a:lnTo>
                  <a:lnTo>
                    <a:pt x="1010" y="2711"/>
                  </a:lnTo>
                  <a:cubicBezTo>
                    <a:pt x="1043" y="2679"/>
                    <a:pt x="1043" y="2626"/>
                    <a:pt x="1043" y="2578"/>
                  </a:cubicBezTo>
                  <a:lnTo>
                    <a:pt x="1043" y="2561"/>
                  </a:lnTo>
                  <a:cubicBezTo>
                    <a:pt x="1027" y="2444"/>
                    <a:pt x="1027" y="2307"/>
                    <a:pt x="1043" y="2174"/>
                  </a:cubicBezTo>
                  <a:lnTo>
                    <a:pt x="1043" y="1786"/>
                  </a:lnTo>
                  <a:lnTo>
                    <a:pt x="1043" y="1568"/>
                  </a:lnTo>
                  <a:cubicBezTo>
                    <a:pt x="1043" y="1515"/>
                    <a:pt x="1043" y="1451"/>
                    <a:pt x="978" y="1434"/>
                  </a:cubicBezTo>
                  <a:cubicBezTo>
                    <a:pt x="942" y="1414"/>
                    <a:pt x="926" y="1382"/>
                    <a:pt x="909" y="1350"/>
                  </a:cubicBezTo>
                  <a:cubicBezTo>
                    <a:pt x="909" y="1333"/>
                    <a:pt x="893" y="1333"/>
                    <a:pt x="893" y="1313"/>
                  </a:cubicBezTo>
                  <a:cubicBezTo>
                    <a:pt x="808" y="1212"/>
                    <a:pt x="740" y="1095"/>
                    <a:pt x="675" y="994"/>
                  </a:cubicBezTo>
                  <a:cubicBezTo>
                    <a:pt x="505" y="760"/>
                    <a:pt x="336" y="505"/>
                    <a:pt x="170" y="287"/>
                  </a:cubicBezTo>
                  <a:cubicBezTo>
                    <a:pt x="150" y="271"/>
                    <a:pt x="150" y="255"/>
                    <a:pt x="134" y="239"/>
                  </a:cubicBezTo>
                  <a:cubicBezTo>
                    <a:pt x="85" y="170"/>
                    <a:pt x="33" y="101"/>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1"/>
            <p:cNvSpPr/>
            <p:nvPr/>
          </p:nvSpPr>
          <p:spPr>
            <a:xfrm>
              <a:off x="1384619" y="1846944"/>
              <a:ext cx="5364" cy="100318"/>
            </a:xfrm>
            <a:custGeom>
              <a:rect b="b" l="l" r="r" t="t"/>
              <a:pathLst>
                <a:path extrusionOk="0" h="1010" w="54">
                  <a:moveTo>
                    <a:pt x="1" y="0"/>
                  </a:moveTo>
                  <a:lnTo>
                    <a:pt x="1" y="16"/>
                  </a:lnTo>
                  <a:cubicBezTo>
                    <a:pt x="21" y="117"/>
                    <a:pt x="21" y="218"/>
                    <a:pt x="21" y="319"/>
                  </a:cubicBezTo>
                  <a:cubicBezTo>
                    <a:pt x="1" y="388"/>
                    <a:pt x="1" y="457"/>
                    <a:pt x="21" y="521"/>
                  </a:cubicBezTo>
                  <a:lnTo>
                    <a:pt x="21" y="691"/>
                  </a:lnTo>
                  <a:cubicBezTo>
                    <a:pt x="1" y="792"/>
                    <a:pt x="1" y="893"/>
                    <a:pt x="21" y="994"/>
                  </a:cubicBezTo>
                  <a:cubicBezTo>
                    <a:pt x="21" y="1010"/>
                    <a:pt x="37" y="1010"/>
                    <a:pt x="37" y="1010"/>
                  </a:cubicBezTo>
                  <a:cubicBezTo>
                    <a:pt x="53" y="1010"/>
                    <a:pt x="53" y="994"/>
                    <a:pt x="53" y="994"/>
                  </a:cubicBezTo>
                  <a:cubicBezTo>
                    <a:pt x="37" y="893"/>
                    <a:pt x="37" y="792"/>
                    <a:pt x="37" y="707"/>
                  </a:cubicBezTo>
                  <a:lnTo>
                    <a:pt x="37" y="521"/>
                  </a:lnTo>
                  <a:lnTo>
                    <a:pt x="37" y="319"/>
                  </a:lnTo>
                  <a:cubicBezTo>
                    <a:pt x="37" y="218"/>
                    <a:pt x="37" y="11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1"/>
            <p:cNvSpPr/>
            <p:nvPr/>
          </p:nvSpPr>
          <p:spPr>
            <a:xfrm>
              <a:off x="1251026" y="2343669"/>
              <a:ext cx="162198" cy="187029"/>
            </a:xfrm>
            <a:custGeom>
              <a:rect b="b" l="l" r="r" t="t"/>
              <a:pathLst>
                <a:path extrusionOk="0" h="1883" w="1633">
                  <a:moveTo>
                    <a:pt x="1616" y="0"/>
                  </a:moveTo>
                  <a:cubicBezTo>
                    <a:pt x="1483" y="32"/>
                    <a:pt x="1346" y="101"/>
                    <a:pt x="1228" y="166"/>
                  </a:cubicBezTo>
                  <a:cubicBezTo>
                    <a:pt x="1164" y="202"/>
                    <a:pt x="1095" y="234"/>
                    <a:pt x="1026" y="251"/>
                  </a:cubicBezTo>
                  <a:cubicBezTo>
                    <a:pt x="841" y="335"/>
                    <a:pt x="659" y="420"/>
                    <a:pt x="473" y="521"/>
                  </a:cubicBezTo>
                  <a:cubicBezTo>
                    <a:pt x="356" y="570"/>
                    <a:pt x="235" y="622"/>
                    <a:pt x="117" y="691"/>
                  </a:cubicBezTo>
                  <a:cubicBezTo>
                    <a:pt x="69" y="707"/>
                    <a:pt x="17" y="723"/>
                    <a:pt x="17" y="808"/>
                  </a:cubicBezTo>
                  <a:lnTo>
                    <a:pt x="17" y="1297"/>
                  </a:lnTo>
                  <a:cubicBezTo>
                    <a:pt x="17" y="1462"/>
                    <a:pt x="0" y="1632"/>
                    <a:pt x="0" y="1802"/>
                  </a:cubicBezTo>
                  <a:cubicBezTo>
                    <a:pt x="0" y="1818"/>
                    <a:pt x="17" y="1834"/>
                    <a:pt x="17" y="1850"/>
                  </a:cubicBezTo>
                  <a:lnTo>
                    <a:pt x="17" y="1883"/>
                  </a:lnTo>
                  <a:lnTo>
                    <a:pt x="33" y="1883"/>
                  </a:lnTo>
                  <a:cubicBezTo>
                    <a:pt x="218" y="1818"/>
                    <a:pt x="404" y="1749"/>
                    <a:pt x="574" y="1664"/>
                  </a:cubicBezTo>
                  <a:cubicBezTo>
                    <a:pt x="659" y="1632"/>
                    <a:pt x="760" y="1600"/>
                    <a:pt x="841" y="1563"/>
                  </a:cubicBezTo>
                  <a:cubicBezTo>
                    <a:pt x="925" y="1531"/>
                    <a:pt x="1010" y="1499"/>
                    <a:pt x="1079" y="1446"/>
                  </a:cubicBezTo>
                  <a:cubicBezTo>
                    <a:pt x="1265" y="1378"/>
                    <a:pt x="1447" y="1297"/>
                    <a:pt x="1632" y="1228"/>
                  </a:cubicBezTo>
                  <a:lnTo>
                    <a:pt x="1632" y="1212"/>
                  </a:lnTo>
                  <a:lnTo>
                    <a:pt x="1616" y="1212"/>
                  </a:lnTo>
                  <a:cubicBezTo>
                    <a:pt x="1430" y="1277"/>
                    <a:pt x="1245" y="1345"/>
                    <a:pt x="1079" y="1430"/>
                  </a:cubicBezTo>
                  <a:cubicBezTo>
                    <a:pt x="994" y="1462"/>
                    <a:pt x="909" y="1499"/>
                    <a:pt x="824" y="1531"/>
                  </a:cubicBezTo>
                  <a:cubicBezTo>
                    <a:pt x="740" y="1563"/>
                    <a:pt x="659" y="1616"/>
                    <a:pt x="574" y="1648"/>
                  </a:cubicBezTo>
                  <a:cubicBezTo>
                    <a:pt x="404" y="1717"/>
                    <a:pt x="218" y="1802"/>
                    <a:pt x="53" y="1850"/>
                  </a:cubicBezTo>
                  <a:lnTo>
                    <a:pt x="33" y="1850"/>
                  </a:lnTo>
                  <a:lnTo>
                    <a:pt x="33" y="1802"/>
                  </a:lnTo>
                  <a:lnTo>
                    <a:pt x="33" y="1297"/>
                  </a:lnTo>
                  <a:cubicBezTo>
                    <a:pt x="33" y="1127"/>
                    <a:pt x="53" y="974"/>
                    <a:pt x="53" y="808"/>
                  </a:cubicBezTo>
                  <a:cubicBezTo>
                    <a:pt x="53" y="739"/>
                    <a:pt x="69" y="723"/>
                    <a:pt x="134" y="707"/>
                  </a:cubicBezTo>
                  <a:cubicBezTo>
                    <a:pt x="255" y="655"/>
                    <a:pt x="372" y="590"/>
                    <a:pt x="489" y="537"/>
                  </a:cubicBezTo>
                  <a:cubicBezTo>
                    <a:pt x="659" y="453"/>
                    <a:pt x="841" y="352"/>
                    <a:pt x="1043" y="287"/>
                  </a:cubicBezTo>
                  <a:cubicBezTo>
                    <a:pt x="1111" y="251"/>
                    <a:pt x="1180" y="218"/>
                    <a:pt x="1228" y="186"/>
                  </a:cubicBezTo>
                  <a:cubicBezTo>
                    <a:pt x="1366" y="133"/>
                    <a:pt x="1499" y="65"/>
                    <a:pt x="1632" y="32"/>
                  </a:cubicBezTo>
                  <a:lnTo>
                    <a:pt x="1632" y="16"/>
                  </a:lnTo>
                  <a:cubicBezTo>
                    <a:pt x="1632" y="16"/>
                    <a:pt x="1632" y="0"/>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1"/>
            <p:cNvSpPr/>
            <p:nvPr/>
          </p:nvSpPr>
          <p:spPr>
            <a:xfrm>
              <a:off x="985431" y="2224876"/>
              <a:ext cx="4867" cy="87108"/>
            </a:xfrm>
            <a:custGeom>
              <a:rect b="b" l="l" r="r" t="t"/>
              <a:pathLst>
                <a:path extrusionOk="0" h="877" w="49">
                  <a:moveTo>
                    <a:pt x="0" y="0"/>
                  </a:moveTo>
                  <a:lnTo>
                    <a:pt x="0" y="17"/>
                  </a:lnTo>
                  <a:cubicBezTo>
                    <a:pt x="16" y="150"/>
                    <a:pt x="16" y="303"/>
                    <a:pt x="0" y="453"/>
                  </a:cubicBezTo>
                  <a:lnTo>
                    <a:pt x="0" y="723"/>
                  </a:lnTo>
                  <a:lnTo>
                    <a:pt x="0" y="756"/>
                  </a:lnTo>
                  <a:cubicBezTo>
                    <a:pt x="0" y="792"/>
                    <a:pt x="0" y="841"/>
                    <a:pt x="32" y="877"/>
                  </a:cubicBezTo>
                  <a:lnTo>
                    <a:pt x="49" y="877"/>
                  </a:lnTo>
                  <a:lnTo>
                    <a:pt x="49" y="857"/>
                  </a:lnTo>
                  <a:cubicBezTo>
                    <a:pt x="32" y="824"/>
                    <a:pt x="32" y="792"/>
                    <a:pt x="32" y="756"/>
                  </a:cubicBezTo>
                  <a:lnTo>
                    <a:pt x="32" y="723"/>
                  </a:lnTo>
                  <a:lnTo>
                    <a:pt x="32" y="453"/>
                  </a:lnTo>
                  <a:cubicBezTo>
                    <a:pt x="32" y="303"/>
                    <a:pt x="32" y="15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1"/>
            <p:cNvSpPr/>
            <p:nvPr/>
          </p:nvSpPr>
          <p:spPr>
            <a:xfrm>
              <a:off x="2080390" y="3329867"/>
              <a:ext cx="108860" cy="148988"/>
            </a:xfrm>
            <a:custGeom>
              <a:rect b="b" l="l" r="r" t="t"/>
              <a:pathLst>
                <a:path extrusionOk="0" h="1500" w="1096">
                  <a:moveTo>
                    <a:pt x="0" y="1"/>
                  </a:moveTo>
                  <a:cubicBezTo>
                    <a:pt x="17" y="102"/>
                    <a:pt x="65" y="170"/>
                    <a:pt x="134" y="219"/>
                  </a:cubicBezTo>
                  <a:cubicBezTo>
                    <a:pt x="150" y="255"/>
                    <a:pt x="166" y="271"/>
                    <a:pt x="186" y="287"/>
                  </a:cubicBezTo>
                  <a:cubicBezTo>
                    <a:pt x="267" y="388"/>
                    <a:pt x="336" y="473"/>
                    <a:pt x="420" y="574"/>
                  </a:cubicBezTo>
                  <a:cubicBezTo>
                    <a:pt x="570" y="776"/>
                    <a:pt x="740" y="994"/>
                    <a:pt x="925" y="1196"/>
                  </a:cubicBezTo>
                  <a:cubicBezTo>
                    <a:pt x="1010" y="1297"/>
                    <a:pt x="1059" y="1366"/>
                    <a:pt x="1010" y="1483"/>
                  </a:cubicBezTo>
                  <a:lnTo>
                    <a:pt x="1010" y="1499"/>
                  </a:lnTo>
                  <a:lnTo>
                    <a:pt x="1026" y="1499"/>
                  </a:lnTo>
                  <a:cubicBezTo>
                    <a:pt x="1095" y="1366"/>
                    <a:pt x="1026" y="1265"/>
                    <a:pt x="942" y="1180"/>
                  </a:cubicBezTo>
                  <a:cubicBezTo>
                    <a:pt x="756" y="978"/>
                    <a:pt x="606" y="760"/>
                    <a:pt x="437" y="558"/>
                  </a:cubicBezTo>
                  <a:cubicBezTo>
                    <a:pt x="352" y="457"/>
                    <a:pt x="287" y="372"/>
                    <a:pt x="202" y="271"/>
                  </a:cubicBezTo>
                  <a:cubicBezTo>
                    <a:pt x="186" y="255"/>
                    <a:pt x="166" y="219"/>
                    <a:pt x="150" y="203"/>
                  </a:cubicBezTo>
                  <a:cubicBezTo>
                    <a:pt x="85" y="154"/>
                    <a:pt x="33" y="102"/>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1"/>
            <p:cNvSpPr/>
            <p:nvPr/>
          </p:nvSpPr>
          <p:spPr>
            <a:xfrm>
              <a:off x="1088928" y="3702633"/>
              <a:ext cx="4867" cy="31784"/>
            </a:xfrm>
            <a:custGeom>
              <a:rect b="b" l="l" r="r" t="t"/>
              <a:pathLst>
                <a:path extrusionOk="0" h="320" w="49">
                  <a:moveTo>
                    <a:pt x="16" y="1"/>
                  </a:moveTo>
                  <a:cubicBezTo>
                    <a:pt x="0" y="1"/>
                    <a:pt x="0" y="1"/>
                    <a:pt x="0" y="17"/>
                  </a:cubicBezTo>
                  <a:cubicBezTo>
                    <a:pt x="16" y="85"/>
                    <a:pt x="16" y="154"/>
                    <a:pt x="16" y="202"/>
                  </a:cubicBezTo>
                  <a:lnTo>
                    <a:pt x="16" y="303"/>
                  </a:lnTo>
                  <a:cubicBezTo>
                    <a:pt x="16" y="320"/>
                    <a:pt x="16" y="320"/>
                    <a:pt x="33" y="320"/>
                  </a:cubicBezTo>
                  <a:cubicBezTo>
                    <a:pt x="33" y="320"/>
                    <a:pt x="49" y="320"/>
                    <a:pt x="49" y="303"/>
                  </a:cubicBezTo>
                  <a:cubicBezTo>
                    <a:pt x="33" y="271"/>
                    <a:pt x="49" y="239"/>
                    <a:pt x="49" y="202"/>
                  </a:cubicBezTo>
                  <a:cubicBezTo>
                    <a:pt x="49" y="138"/>
                    <a:pt x="49"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1"/>
            <p:cNvSpPr/>
            <p:nvPr/>
          </p:nvSpPr>
          <p:spPr>
            <a:xfrm>
              <a:off x="1411536" y="2723190"/>
              <a:ext cx="63469" cy="160609"/>
            </a:xfrm>
            <a:custGeom>
              <a:rect b="b" l="l" r="r" t="t"/>
              <a:pathLst>
                <a:path extrusionOk="0" h="1617" w="639">
                  <a:moveTo>
                    <a:pt x="0" y="1"/>
                  </a:moveTo>
                  <a:lnTo>
                    <a:pt x="0" y="17"/>
                  </a:lnTo>
                  <a:cubicBezTo>
                    <a:pt x="16" y="81"/>
                    <a:pt x="69" y="134"/>
                    <a:pt x="117" y="166"/>
                  </a:cubicBezTo>
                  <a:cubicBezTo>
                    <a:pt x="154" y="203"/>
                    <a:pt x="186" y="219"/>
                    <a:pt x="202" y="251"/>
                  </a:cubicBezTo>
                  <a:cubicBezTo>
                    <a:pt x="218" y="267"/>
                    <a:pt x="218" y="283"/>
                    <a:pt x="235" y="304"/>
                  </a:cubicBezTo>
                  <a:cubicBezTo>
                    <a:pt x="303" y="384"/>
                    <a:pt x="372" y="485"/>
                    <a:pt x="473" y="554"/>
                  </a:cubicBezTo>
                  <a:cubicBezTo>
                    <a:pt x="574" y="655"/>
                    <a:pt x="622" y="756"/>
                    <a:pt x="606" y="910"/>
                  </a:cubicBezTo>
                  <a:lnTo>
                    <a:pt x="606" y="1314"/>
                  </a:lnTo>
                  <a:lnTo>
                    <a:pt x="606" y="1447"/>
                  </a:lnTo>
                  <a:lnTo>
                    <a:pt x="606" y="1463"/>
                  </a:lnTo>
                  <a:cubicBezTo>
                    <a:pt x="606" y="1516"/>
                    <a:pt x="606" y="1548"/>
                    <a:pt x="574" y="1596"/>
                  </a:cubicBezTo>
                  <a:cubicBezTo>
                    <a:pt x="574" y="1596"/>
                    <a:pt x="574" y="1617"/>
                    <a:pt x="590" y="1617"/>
                  </a:cubicBezTo>
                  <a:lnTo>
                    <a:pt x="606" y="1617"/>
                  </a:lnTo>
                  <a:cubicBezTo>
                    <a:pt x="638" y="1564"/>
                    <a:pt x="638" y="1516"/>
                    <a:pt x="638" y="1463"/>
                  </a:cubicBezTo>
                  <a:lnTo>
                    <a:pt x="638" y="1447"/>
                  </a:lnTo>
                  <a:cubicBezTo>
                    <a:pt x="638" y="1415"/>
                    <a:pt x="622" y="1362"/>
                    <a:pt x="622" y="1314"/>
                  </a:cubicBezTo>
                  <a:cubicBezTo>
                    <a:pt x="622" y="1176"/>
                    <a:pt x="622" y="1043"/>
                    <a:pt x="638" y="910"/>
                  </a:cubicBezTo>
                  <a:cubicBezTo>
                    <a:pt x="638" y="756"/>
                    <a:pt x="590" y="639"/>
                    <a:pt x="489" y="538"/>
                  </a:cubicBezTo>
                  <a:cubicBezTo>
                    <a:pt x="404" y="453"/>
                    <a:pt x="319" y="368"/>
                    <a:pt x="255" y="283"/>
                  </a:cubicBezTo>
                  <a:cubicBezTo>
                    <a:pt x="255" y="267"/>
                    <a:pt x="235" y="251"/>
                    <a:pt x="218" y="235"/>
                  </a:cubicBezTo>
                  <a:cubicBezTo>
                    <a:pt x="202" y="203"/>
                    <a:pt x="170" y="166"/>
                    <a:pt x="134" y="150"/>
                  </a:cubicBezTo>
                  <a:cubicBezTo>
                    <a:pt x="85" y="118"/>
                    <a:pt x="33" y="65"/>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1"/>
            <p:cNvSpPr/>
            <p:nvPr/>
          </p:nvSpPr>
          <p:spPr>
            <a:xfrm>
              <a:off x="1719245" y="1631409"/>
              <a:ext cx="8542" cy="76778"/>
            </a:xfrm>
            <a:custGeom>
              <a:rect b="b" l="l" r="r" t="t"/>
              <a:pathLst>
                <a:path extrusionOk="0" h="773" w="86">
                  <a:moveTo>
                    <a:pt x="65" y="1"/>
                  </a:moveTo>
                  <a:cubicBezTo>
                    <a:pt x="17" y="33"/>
                    <a:pt x="17" y="65"/>
                    <a:pt x="17" y="118"/>
                  </a:cubicBezTo>
                  <a:lnTo>
                    <a:pt x="17" y="134"/>
                  </a:lnTo>
                  <a:lnTo>
                    <a:pt x="17" y="607"/>
                  </a:lnTo>
                  <a:lnTo>
                    <a:pt x="17" y="623"/>
                  </a:lnTo>
                  <a:cubicBezTo>
                    <a:pt x="17" y="671"/>
                    <a:pt x="17" y="708"/>
                    <a:pt x="1" y="756"/>
                  </a:cubicBezTo>
                  <a:lnTo>
                    <a:pt x="1" y="772"/>
                  </a:lnTo>
                  <a:lnTo>
                    <a:pt x="17" y="772"/>
                  </a:lnTo>
                  <a:cubicBezTo>
                    <a:pt x="49" y="724"/>
                    <a:pt x="49" y="671"/>
                    <a:pt x="49" y="623"/>
                  </a:cubicBezTo>
                  <a:lnTo>
                    <a:pt x="49" y="607"/>
                  </a:lnTo>
                  <a:lnTo>
                    <a:pt x="49" y="134"/>
                  </a:lnTo>
                  <a:lnTo>
                    <a:pt x="49" y="118"/>
                  </a:lnTo>
                  <a:cubicBezTo>
                    <a:pt x="49" y="65"/>
                    <a:pt x="49" y="49"/>
                    <a:pt x="85" y="33"/>
                  </a:cubicBezTo>
                  <a:lnTo>
                    <a:pt x="85" y="17"/>
                  </a:lnTo>
                  <a:cubicBezTo>
                    <a:pt x="85" y="1"/>
                    <a:pt x="85"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1"/>
            <p:cNvSpPr/>
            <p:nvPr/>
          </p:nvSpPr>
          <p:spPr>
            <a:xfrm>
              <a:off x="1923059" y="2265003"/>
              <a:ext cx="140545" cy="312675"/>
            </a:xfrm>
            <a:custGeom>
              <a:rect b="b" l="l" r="r" t="t"/>
              <a:pathLst>
                <a:path extrusionOk="0" h="3148" w="1415">
                  <a:moveTo>
                    <a:pt x="69" y="0"/>
                  </a:moveTo>
                  <a:cubicBezTo>
                    <a:pt x="53" y="0"/>
                    <a:pt x="53" y="0"/>
                    <a:pt x="53" y="17"/>
                  </a:cubicBezTo>
                  <a:cubicBezTo>
                    <a:pt x="1" y="150"/>
                    <a:pt x="1" y="271"/>
                    <a:pt x="118" y="404"/>
                  </a:cubicBezTo>
                  <a:cubicBezTo>
                    <a:pt x="219" y="538"/>
                    <a:pt x="288" y="675"/>
                    <a:pt x="372" y="824"/>
                  </a:cubicBezTo>
                  <a:cubicBezTo>
                    <a:pt x="405" y="877"/>
                    <a:pt x="437" y="942"/>
                    <a:pt x="490" y="1010"/>
                  </a:cubicBezTo>
                  <a:cubicBezTo>
                    <a:pt x="659" y="1313"/>
                    <a:pt x="841" y="1600"/>
                    <a:pt x="1027" y="1903"/>
                  </a:cubicBezTo>
                  <a:lnTo>
                    <a:pt x="1043" y="1935"/>
                  </a:lnTo>
                  <a:cubicBezTo>
                    <a:pt x="1112" y="2036"/>
                    <a:pt x="1180" y="2154"/>
                    <a:pt x="1245" y="2254"/>
                  </a:cubicBezTo>
                  <a:cubicBezTo>
                    <a:pt x="1265" y="2271"/>
                    <a:pt x="1265" y="2291"/>
                    <a:pt x="1265" y="2307"/>
                  </a:cubicBezTo>
                  <a:lnTo>
                    <a:pt x="1265" y="2541"/>
                  </a:lnTo>
                  <a:cubicBezTo>
                    <a:pt x="1265" y="2658"/>
                    <a:pt x="1265" y="2759"/>
                    <a:pt x="1245" y="2877"/>
                  </a:cubicBezTo>
                  <a:cubicBezTo>
                    <a:pt x="1229" y="2978"/>
                    <a:pt x="1281" y="3079"/>
                    <a:pt x="1399" y="3147"/>
                  </a:cubicBezTo>
                  <a:lnTo>
                    <a:pt x="1415" y="3147"/>
                  </a:lnTo>
                  <a:cubicBezTo>
                    <a:pt x="1415" y="3131"/>
                    <a:pt x="1415" y="3131"/>
                    <a:pt x="1399" y="3131"/>
                  </a:cubicBezTo>
                  <a:cubicBezTo>
                    <a:pt x="1298" y="3062"/>
                    <a:pt x="1245" y="2961"/>
                    <a:pt x="1265" y="2877"/>
                  </a:cubicBezTo>
                  <a:cubicBezTo>
                    <a:pt x="1298" y="2759"/>
                    <a:pt x="1298" y="2658"/>
                    <a:pt x="1281" y="2541"/>
                  </a:cubicBezTo>
                  <a:cubicBezTo>
                    <a:pt x="1281" y="2473"/>
                    <a:pt x="1281" y="2392"/>
                    <a:pt x="1298" y="2307"/>
                  </a:cubicBezTo>
                  <a:cubicBezTo>
                    <a:pt x="1298" y="2291"/>
                    <a:pt x="1281" y="2254"/>
                    <a:pt x="1265" y="2238"/>
                  </a:cubicBezTo>
                  <a:cubicBezTo>
                    <a:pt x="1197" y="2137"/>
                    <a:pt x="1128" y="2036"/>
                    <a:pt x="1079" y="1919"/>
                  </a:cubicBezTo>
                  <a:lnTo>
                    <a:pt x="1043" y="1887"/>
                  </a:lnTo>
                  <a:cubicBezTo>
                    <a:pt x="861" y="1584"/>
                    <a:pt x="692" y="1297"/>
                    <a:pt x="506" y="994"/>
                  </a:cubicBezTo>
                  <a:cubicBezTo>
                    <a:pt x="473" y="925"/>
                    <a:pt x="437" y="877"/>
                    <a:pt x="389" y="808"/>
                  </a:cubicBezTo>
                  <a:cubicBezTo>
                    <a:pt x="320" y="655"/>
                    <a:pt x="235" y="521"/>
                    <a:pt x="134" y="388"/>
                  </a:cubicBezTo>
                  <a:cubicBezTo>
                    <a:pt x="33" y="271"/>
                    <a:pt x="33" y="150"/>
                    <a:pt x="69" y="17"/>
                  </a:cubicBezTo>
                  <a:cubicBezTo>
                    <a:pt x="86" y="17"/>
                    <a:pt x="69"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1"/>
            <p:cNvSpPr/>
            <p:nvPr/>
          </p:nvSpPr>
          <p:spPr>
            <a:xfrm>
              <a:off x="851343" y="2432267"/>
              <a:ext cx="358067" cy="274137"/>
            </a:xfrm>
            <a:custGeom>
              <a:rect b="b" l="l" r="r" t="t"/>
              <a:pathLst>
                <a:path extrusionOk="0" h="2760" w="3605">
                  <a:moveTo>
                    <a:pt x="3604" y="1"/>
                  </a:moveTo>
                  <a:cubicBezTo>
                    <a:pt x="3588" y="1"/>
                    <a:pt x="3588" y="17"/>
                    <a:pt x="3588" y="17"/>
                  </a:cubicBezTo>
                  <a:lnTo>
                    <a:pt x="3588" y="639"/>
                  </a:lnTo>
                  <a:lnTo>
                    <a:pt x="3588" y="1092"/>
                  </a:lnTo>
                  <a:cubicBezTo>
                    <a:pt x="3588" y="1160"/>
                    <a:pt x="3588" y="1193"/>
                    <a:pt x="3487" y="1229"/>
                  </a:cubicBezTo>
                  <a:cubicBezTo>
                    <a:pt x="3301" y="1294"/>
                    <a:pt x="3115" y="1378"/>
                    <a:pt x="2946" y="1463"/>
                  </a:cubicBezTo>
                  <a:cubicBezTo>
                    <a:pt x="2845" y="1496"/>
                    <a:pt x="2764" y="1548"/>
                    <a:pt x="2663" y="1580"/>
                  </a:cubicBezTo>
                  <a:cubicBezTo>
                    <a:pt x="2376" y="1718"/>
                    <a:pt x="2089" y="1835"/>
                    <a:pt x="1803" y="1952"/>
                  </a:cubicBezTo>
                  <a:cubicBezTo>
                    <a:pt x="1516" y="2085"/>
                    <a:pt x="1213" y="2203"/>
                    <a:pt x="910" y="2340"/>
                  </a:cubicBezTo>
                  <a:cubicBezTo>
                    <a:pt x="659" y="2441"/>
                    <a:pt x="405" y="2558"/>
                    <a:pt x="154" y="2675"/>
                  </a:cubicBezTo>
                  <a:lnTo>
                    <a:pt x="102" y="2675"/>
                  </a:lnTo>
                  <a:cubicBezTo>
                    <a:pt x="70" y="2691"/>
                    <a:pt x="37" y="2691"/>
                    <a:pt x="1" y="2744"/>
                  </a:cubicBezTo>
                  <a:cubicBezTo>
                    <a:pt x="1" y="2744"/>
                    <a:pt x="1" y="2760"/>
                    <a:pt x="17" y="2760"/>
                  </a:cubicBezTo>
                  <a:lnTo>
                    <a:pt x="37" y="2760"/>
                  </a:lnTo>
                  <a:cubicBezTo>
                    <a:pt x="53" y="2728"/>
                    <a:pt x="70" y="2707"/>
                    <a:pt x="118" y="2707"/>
                  </a:cubicBezTo>
                  <a:cubicBezTo>
                    <a:pt x="138" y="2707"/>
                    <a:pt x="154" y="2707"/>
                    <a:pt x="171" y="2691"/>
                  </a:cubicBezTo>
                  <a:cubicBezTo>
                    <a:pt x="405" y="2590"/>
                    <a:pt x="659" y="2473"/>
                    <a:pt x="926" y="2356"/>
                  </a:cubicBezTo>
                  <a:cubicBezTo>
                    <a:pt x="1229" y="2223"/>
                    <a:pt x="1516" y="2102"/>
                    <a:pt x="1819" y="1984"/>
                  </a:cubicBezTo>
                  <a:cubicBezTo>
                    <a:pt x="2106" y="1851"/>
                    <a:pt x="2392" y="1734"/>
                    <a:pt x="2679" y="1617"/>
                  </a:cubicBezTo>
                  <a:cubicBezTo>
                    <a:pt x="2764" y="1564"/>
                    <a:pt x="2865" y="1532"/>
                    <a:pt x="2946" y="1479"/>
                  </a:cubicBezTo>
                  <a:cubicBezTo>
                    <a:pt x="3132" y="1415"/>
                    <a:pt x="3317" y="1330"/>
                    <a:pt x="3503" y="1261"/>
                  </a:cubicBezTo>
                  <a:cubicBezTo>
                    <a:pt x="3604" y="1213"/>
                    <a:pt x="3604" y="1160"/>
                    <a:pt x="3604" y="1092"/>
                  </a:cubicBezTo>
                  <a:lnTo>
                    <a:pt x="3604" y="639"/>
                  </a:lnTo>
                  <a:lnTo>
                    <a:pt x="3604"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1"/>
            <p:cNvSpPr/>
            <p:nvPr/>
          </p:nvSpPr>
          <p:spPr>
            <a:xfrm>
              <a:off x="931597" y="3084335"/>
              <a:ext cx="5364" cy="91975"/>
            </a:xfrm>
            <a:custGeom>
              <a:rect b="b" l="l" r="r" t="t"/>
              <a:pathLst>
                <a:path extrusionOk="0" h="926" w="54">
                  <a:moveTo>
                    <a:pt x="37" y="0"/>
                  </a:moveTo>
                  <a:cubicBezTo>
                    <a:pt x="17" y="0"/>
                    <a:pt x="17" y="0"/>
                    <a:pt x="17" y="17"/>
                  </a:cubicBezTo>
                  <a:lnTo>
                    <a:pt x="17" y="202"/>
                  </a:lnTo>
                  <a:cubicBezTo>
                    <a:pt x="17" y="368"/>
                    <a:pt x="1" y="538"/>
                    <a:pt x="1" y="707"/>
                  </a:cubicBezTo>
                  <a:lnTo>
                    <a:pt x="1" y="756"/>
                  </a:lnTo>
                  <a:cubicBezTo>
                    <a:pt x="1" y="808"/>
                    <a:pt x="1" y="873"/>
                    <a:pt x="37" y="925"/>
                  </a:cubicBezTo>
                  <a:lnTo>
                    <a:pt x="53" y="925"/>
                  </a:lnTo>
                  <a:lnTo>
                    <a:pt x="53" y="909"/>
                  </a:lnTo>
                  <a:cubicBezTo>
                    <a:pt x="17" y="857"/>
                    <a:pt x="37" y="808"/>
                    <a:pt x="37" y="756"/>
                  </a:cubicBezTo>
                  <a:lnTo>
                    <a:pt x="37" y="707"/>
                  </a:lnTo>
                  <a:lnTo>
                    <a:pt x="37" y="202"/>
                  </a:lnTo>
                  <a:cubicBezTo>
                    <a:pt x="37" y="134"/>
                    <a:pt x="53" y="65"/>
                    <a:pt x="53" y="17"/>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1"/>
            <p:cNvSpPr/>
            <p:nvPr/>
          </p:nvSpPr>
          <p:spPr>
            <a:xfrm>
              <a:off x="2080390" y="2649391"/>
              <a:ext cx="108860" cy="250895"/>
            </a:xfrm>
            <a:custGeom>
              <a:rect b="b" l="l" r="r" t="t"/>
              <a:pathLst>
                <a:path extrusionOk="0" h="2526" w="1096">
                  <a:moveTo>
                    <a:pt x="17" y="0"/>
                  </a:moveTo>
                  <a:cubicBezTo>
                    <a:pt x="17" y="17"/>
                    <a:pt x="0" y="17"/>
                    <a:pt x="0" y="17"/>
                  </a:cubicBezTo>
                  <a:cubicBezTo>
                    <a:pt x="33" y="118"/>
                    <a:pt x="65" y="186"/>
                    <a:pt x="117" y="255"/>
                  </a:cubicBezTo>
                  <a:cubicBezTo>
                    <a:pt x="134" y="271"/>
                    <a:pt x="150" y="287"/>
                    <a:pt x="166" y="320"/>
                  </a:cubicBezTo>
                  <a:cubicBezTo>
                    <a:pt x="235" y="420"/>
                    <a:pt x="303" y="542"/>
                    <a:pt x="368" y="643"/>
                  </a:cubicBezTo>
                  <a:cubicBezTo>
                    <a:pt x="505" y="861"/>
                    <a:pt x="655" y="1079"/>
                    <a:pt x="792" y="1297"/>
                  </a:cubicBezTo>
                  <a:cubicBezTo>
                    <a:pt x="808" y="1350"/>
                    <a:pt x="841" y="1398"/>
                    <a:pt x="873" y="1430"/>
                  </a:cubicBezTo>
                  <a:cubicBezTo>
                    <a:pt x="974" y="1552"/>
                    <a:pt x="1075" y="1685"/>
                    <a:pt x="1026" y="1855"/>
                  </a:cubicBezTo>
                  <a:cubicBezTo>
                    <a:pt x="1010" y="1871"/>
                    <a:pt x="1026" y="1871"/>
                    <a:pt x="1026" y="1871"/>
                  </a:cubicBezTo>
                  <a:lnTo>
                    <a:pt x="1026" y="1903"/>
                  </a:lnTo>
                  <a:cubicBezTo>
                    <a:pt x="1043" y="2105"/>
                    <a:pt x="1059" y="2307"/>
                    <a:pt x="1010" y="2509"/>
                  </a:cubicBezTo>
                  <a:lnTo>
                    <a:pt x="1010" y="2525"/>
                  </a:lnTo>
                  <a:lnTo>
                    <a:pt x="1026" y="2525"/>
                  </a:lnTo>
                  <a:cubicBezTo>
                    <a:pt x="1075" y="2307"/>
                    <a:pt x="1059" y="2105"/>
                    <a:pt x="1043" y="1887"/>
                  </a:cubicBezTo>
                  <a:lnTo>
                    <a:pt x="1043" y="1871"/>
                  </a:lnTo>
                  <a:cubicBezTo>
                    <a:pt x="1095" y="1669"/>
                    <a:pt x="994" y="1552"/>
                    <a:pt x="909" y="1414"/>
                  </a:cubicBezTo>
                  <a:cubicBezTo>
                    <a:pt x="873" y="1382"/>
                    <a:pt x="841" y="1329"/>
                    <a:pt x="808" y="1297"/>
                  </a:cubicBezTo>
                  <a:cubicBezTo>
                    <a:pt x="671" y="1063"/>
                    <a:pt x="538" y="845"/>
                    <a:pt x="404" y="622"/>
                  </a:cubicBezTo>
                  <a:cubicBezTo>
                    <a:pt x="319" y="521"/>
                    <a:pt x="251" y="404"/>
                    <a:pt x="186" y="303"/>
                  </a:cubicBezTo>
                  <a:cubicBezTo>
                    <a:pt x="166" y="287"/>
                    <a:pt x="150" y="255"/>
                    <a:pt x="150" y="239"/>
                  </a:cubicBezTo>
                  <a:cubicBezTo>
                    <a:pt x="101" y="170"/>
                    <a:pt x="49" y="101"/>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1"/>
            <p:cNvSpPr/>
            <p:nvPr/>
          </p:nvSpPr>
          <p:spPr>
            <a:xfrm>
              <a:off x="1737719" y="2771362"/>
              <a:ext cx="172230" cy="311086"/>
            </a:xfrm>
            <a:custGeom>
              <a:rect b="b" l="l" r="r" t="t"/>
              <a:pathLst>
                <a:path extrusionOk="0" h="3132" w="1734">
                  <a:moveTo>
                    <a:pt x="65" y="0"/>
                  </a:moveTo>
                  <a:cubicBezTo>
                    <a:pt x="0" y="101"/>
                    <a:pt x="0" y="202"/>
                    <a:pt x="81" y="303"/>
                  </a:cubicBezTo>
                  <a:cubicBezTo>
                    <a:pt x="182" y="425"/>
                    <a:pt x="283" y="558"/>
                    <a:pt x="384" y="675"/>
                  </a:cubicBezTo>
                  <a:cubicBezTo>
                    <a:pt x="437" y="760"/>
                    <a:pt x="505" y="845"/>
                    <a:pt x="570" y="909"/>
                  </a:cubicBezTo>
                  <a:cubicBezTo>
                    <a:pt x="707" y="1079"/>
                    <a:pt x="841" y="1265"/>
                    <a:pt x="974" y="1435"/>
                  </a:cubicBezTo>
                  <a:cubicBezTo>
                    <a:pt x="1111" y="1600"/>
                    <a:pt x="1229" y="1770"/>
                    <a:pt x="1362" y="1939"/>
                  </a:cubicBezTo>
                  <a:cubicBezTo>
                    <a:pt x="1431" y="2020"/>
                    <a:pt x="1495" y="2121"/>
                    <a:pt x="1479" y="2259"/>
                  </a:cubicBezTo>
                  <a:lnTo>
                    <a:pt x="1479" y="2444"/>
                  </a:lnTo>
                  <a:cubicBezTo>
                    <a:pt x="1479" y="2525"/>
                    <a:pt x="1479" y="2610"/>
                    <a:pt x="1463" y="2695"/>
                  </a:cubicBezTo>
                  <a:cubicBezTo>
                    <a:pt x="1447" y="2747"/>
                    <a:pt x="1479" y="2796"/>
                    <a:pt x="1515" y="2848"/>
                  </a:cubicBezTo>
                  <a:lnTo>
                    <a:pt x="1532" y="2848"/>
                  </a:lnTo>
                  <a:cubicBezTo>
                    <a:pt x="1548" y="2865"/>
                    <a:pt x="1564" y="2881"/>
                    <a:pt x="1580" y="2897"/>
                  </a:cubicBezTo>
                  <a:cubicBezTo>
                    <a:pt x="1632" y="2966"/>
                    <a:pt x="1697" y="3030"/>
                    <a:pt x="1697" y="3115"/>
                  </a:cubicBezTo>
                  <a:cubicBezTo>
                    <a:pt x="1697" y="3131"/>
                    <a:pt x="1697" y="3131"/>
                    <a:pt x="1717" y="3131"/>
                  </a:cubicBezTo>
                  <a:lnTo>
                    <a:pt x="1733" y="3115"/>
                  </a:lnTo>
                  <a:cubicBezTo>
                    <a:pt x="1717" y="3014"/>
                    <a:pt x="1649" y="2949"/>
                    <a:pt x="1596" y="2881"/>
                  </a:cubicBezTo>
                  <a:cubicBezTo>
                    <a:pt x="1580" y="2865"/>
                    <a:pt x="1564" y="2848"/>
                    <a:pt x="1548" y="2828"/>
                  </a:cubicBezTo>
                  <a:cubicBezTo>
                    <a:pt x="1515" y="2780"/>
                    <a:pt x="1479" y="2747"/>
                    <a:pt x="1479" y="2695"/>
                  </a:cubicBezTo>
                  <a:cubicBezTo>
                    <a:pt x="1515" y="2610"/>
                    <a:pt x="1515" y="2525"/>
                    <a:pt x="1515" y="2444"/>
                  </a:cubicBezTo>
                  <a:cubicBezTo>
                    <a:pt x="1515" y="2376"/>
                    <a:pt x="1495" y="2323"/>
                    <a:pt x="1515" y="2275"/>
                  </a:cubicBezTo>
                  <a:cubicBezTo>
                    <a:pt x="1532" y="2121"/>
                    <a:pt x="1463" y="2004"/>
                    <a:pt x="1378" y="1919"/>
                  </a:cubicBezTo>
                  <a:cubicBezTo>
                    <a:pt x="1261" y="1754"/>
                    <a:pt x="1128" y="1584"/>
                    <a:pt x="990" y="1414"/>
                  </a:cubicBezTo>
                  <a:cubicBezTo>
                    <a:pt x="857" y="1249"/>
                    <a:pt x="724" y="1063"/>
                    <a:pt x="586" y="893"/>
                  </a:cubicBezTo>
                  <a:cubicBezTo>
                    <a:pt x="522" y="829"/>
                    <a:pt x="469" y="744"/>
                    <a:pt x="404" y="659"/>
                  </a:cubicBezTo>
                  <a:cubicBezTo>
                    <a:pt x="320" y="542"/>
                    <a:pt x="219" y="404"/>
                    <a:pt x="101" y="287"/>
                  </a:cubicBezTo>
                  <a:cubicBezTo>
                    <a:pt x="33" y="202"/>
                    <a:pt x="17" y="101"/>
                    <a:pt x="81" y="21"/>
                  </a:cubicBezTo>
                  <a:lnTo>
                    <a:pt x="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1"/>
            <p:cNvSpPr/>
            <p:nvPr/>
          </p:nvSpPr>
          <p:spPr>
            <a:xfrm>
              <a:off x="1189246" y="1760234"/>
              <a:ext cx="4867" cy="100418"/>
            </a:xfrm>
            <a:custGeom>
              <a:rect b="b" l="l" r="r" t="t"/>
              <a:pathLst>
                <a:path extrusionOk="0" h="1011" w="49">
                  <a:moveTo>
                    <a:pt x="0" y="0"/>
                  </a:moveTo>
                  <a:lnTo>
                    <a:pt x="0" y="17"/>
                  </a:lnTo>
                  <a:cubicBezTo>
                    <a:pt x="16" y="182"/>
                    <a:pt x="16" y="352"/>
                    <a:pt x="0" y="522"/>
                  </a:cubicBezTo>
                  <a:lnTo>
                    <a:pt x="0" y="841"/>
                  </a:lnTo>
                  <a:lnTo>
                    <a:pt x="0" y="889"/>
                  </a:lnTo>
                  <a:cubicBezTo>
                    <a:pt x="0" y="926"/>
                    <a:pt x="0" y="974"/>
                    <a:pt x="33" y="1010"/>
                  </a:cubicBezTo>
                  <a:lnTo>
                    <a:pt x="49" y="1010"/>
                  </a:lnTo>
                  <a:lnTo>
                    <a:pt x="49" y="990"/>
                  </a:lnTo>
                  <a:cubicBezTo>
                    <a:pt x="33" y="958"/>
                    <a:pt x="33" y="926"/>
                    <a:pt x="33" y="889"/>
                  </a:cubicBezTo>
                  <a:lnTo>
                    <a:pt x="33" y="841"/>
                  </a:lnTo>
                  <a:lnTo>
                    <a:pt x="33" y="522"/>
                  </a:lnTo>
                  <a:cubicBezTo>
                    <a:pt x="33" y="352"/>
                    <a:pt x="33" y="182"/>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1"/>
            <p:cNvSpPr/>
            <p:nvPr/>
          </p:nvSpPr>
          <p:spPr>
            <a:xfrm>
              <a:off x="851343" y="2948657"/>
              <a:ext cx="358067" cy="259338"/>
            </a:xfrm>
            <a:custGeom>
              <a:rect b="b" l="l" r="r" t="t"/>
              <a:pathLst>
                <a:path extrusionOk="0" h="2611" w="3605">
                  <a:moveTo>
                    <a:pt x="3588" y="1"/>
                  </a:moveTo>
                  <a:cubicBezTo>
                    <a:pt x="3552" y="86"/>
                    <a:pt x="3552" y="187"/>
                    <a:pt x="3552" y="272"/>
                  </a:cubicBezTo>
                  <a:cubicBezTo>
                    <a:pt x="3552" y="288"/>
                    <a:pt x="3572" y="304"/>
                    <a:pt x="3572" y="336"/>
                  </a:cubicBezTo>
                  <a:lnTo>
                    <a:pt x="3572" y="760"/>
                  </a:lnTo>
                  <a:lnTo>
                    <a:pt x="3572" y="1213"/>
                  </a:lnTo>
                  <a:cubicBezTo>
                    <a:pt x="3572" y="1282"/>
                    <a:pt x="3536" y="1298"/>
                    <a:pt x="3487" y="1314"/>
                  </a:cubicBezTo>
                  <a:cubicBezTo>
                    <a:pt x="3301" y="1383"/>
                    <a:pt x="3099" y="1447"/>
                    <a:pt x="2913" y="1516"/>
                  </a:cubicBezTo>
                  <a:cubicBezTo>
                    <a:pt x="2764" y="1585"/>
                    <a:pt x="2610" y="1633"/>
                    <a:pt x="2461" y="1686"/>
                  </a:cubicBezTo>
                  <a:cubicBezTo>
                    <a:pt x="2275" y="1750"/>
                    <a:pt x="2089" y="1819"/>
                    <a:pt x="1904" y="1887"/>
                  </a:cubicBezTo>
                  <a:cubicBezTo>
                    <a:pt x="1819" y="1920"/>
                    <a:pt x="1718" y="1952"/>
                    <a:pt x="1617" y="2005"/>
                  </a:cubicBezTo>
                  <a:cubicBezTo>
                    <a:pt x="1128" y="2174"/>
                    <a:pt x="643" y="2356"/>
                    <a:pt x="171" y="2542"/>
                  </a:cubicBezTo>
                  <a:lnTo>
                    <a:pt x="17" y="2594"/>
                  </a:lnTo>
                  <a:cubicBezTo>
                    <a:pt x="1" y="2594"/>
                    <a:pt x="1" y="2594"/>
                    <a:pt x="1" y="2611"/>
                  </a:cubicBezTo>
                  <a:lnTo>
                    <a:pt x="17" y="2611"/>
                  </a:lnTo>
                  <a:lnTo>
                    <a:pt x="171" y="2558"/>
                  </a:lnTo>
                  <a:cubicBezTo>
                    <a:pt x="659" y="2376"/>
                    <a:pt x="1148" y="2207"/>
                    <a:pt x="1633" y="2021"/>
                  </a:cubicBezTo>
                  <a:cubicBezTo>
                    <a:pt x="1718" y="1988"/>
                    <a:pt x="1819" y="1952"/>
                    <a:pt x="1920" y="1920"/>
                  </a:cubicBezTo>
                  <a:cubicBezTo>
                    <a:pt x="2106" y="1851"/>
                    <a:pt x="2291" y="1770"/>
                    <a:pt x="2461" y="1718"/>
                  </a:cubicBezTo>
                  <a:cubicBezTo>
                    <a:pt x="2627" y="1649"/>
                    <a:pt x="2780" y="1601"/>
                    <a:pt x="2930" y="1548"/>
                  </a:cubicBezTo>
                  <a:cubicBezTo>
                    <a:pt x="3115" y="1484"/>
                    <a:pt x="3301" y="1415"/>
                    <a:pt x="3487" y="1346"/>
                  </a:cubicBezTo>
                  <a:cubicBezTo>
                    <a:pt x="3536" y="1330"/>
                    <a:pt x="3604" y="1298"/>
                    <a:pt x="3604" y="1213"/>
                  </a:cubicBezTo>
                  <a:cubicBezTo>
                    <a:pt x="3588" y="1063"/>
                    <a:pt x="3588" y="910"/>
                    <a:pt x="3588" y="760"/>
                  </a:cubicBezTo>
                  <a:cubicBezTo>
                    <a:pt x="3588" y="623"/>
                    <a:pt x="3604" y="474"/>
                    <a:pt x="3588" y="336"/>
                  </a:cubicBezTo>
                  <a:lnTo>
                    <a:pt x="3588" y="272"/>
                  </a:lnTo>
                  <a:cubicBezTo>
                    <a:pt x="3588" y="187"/>
                    <a:pt x="3572" y="102"/>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1"/>
            <p:cNvSpPr/>
            <p:nvPr/>
          </p:nvSpPr>
          <p:spPr>
            <a:xfrm>
              <a:off x="746257" y="3472795"/>
              <a:ext cx="3278" cy="87903"/>
            </a:xfrm>
            <a:custGeom>
              <a:rect b="b" l="l" r="r" t="t"/>
              <a:pathLst>
                <a:path extrusionOk="0" h="885" w="33">
                  <a:moveTo>
                    <a:pt x="12" y="1"/>
                  </a:moveTo>
                  <a:cubicBezTo>
                    <a:pt x="9" y="1"/>
                    <a:pt x="6" y="2"/>
                    <a:pt x="0" y="8"/>
                  </a:cubicBezTo>
                  <a:cubicBezTo>
                    <a:pt x="17" y="145"/>
                    <a:pt x="17" y="295"/>
                    <a:pt x="17" y="432"/>
                  </a:cubicBezTo>
                  <a:cubicBezTo>
                    <a:pt x="0" y="497"/>
                    <a:pt x="0" y="581"/>
                    <a:pt x="0" y="666"/>
                  </a:cubicBezTo>
                  <a:cubicBezTo>
                    <a:pt x="17" y="715"/>
                    <a:pt x="17" y="751"/>
                    <a:pt x="17" y="800"/>
                  </a:cubicBezTo>
                  <a:cubicBezTo>
                    <a:pt x="0" y="816"/>
                    <a:pt x="0" y="852"/>
                    <a:pt x="0" y="868"/>
                  </a:cubicBezTo>
                  <a:lnTo>
                    <a:pt x="17" y="884"/>
                  </a:lnTo>
                  <a:cubicBezTo>
                    <a:pt x="33" y="884"/>
                    <a:pt x="33" y="868"/>
                    <a:pt x="33" y="868"/>
                  </a:cubicBezTo>
                  <a:lnTo>
                    <a:pt x="33" y="800"/>
                  </a:lnTo>
                  <a:lnTo>
                    <a:pt x="33" y="666"/>
                  </a:lnTo>
                  <a:lnTo>
                    <a:pt x="33" y="432"/>
                  </a:lnTo>
                  <a:cubicBezTo>
                    <a:pt x="33" y="295"/>
                    <a:pt x="33" y="14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1"/>
            <p:cNvSpPr/>
            <p:nvPr/>
          </p:nvSpPr>
          <p:spPr>
            <a:xfrm>
              <a:off x="749435" y="2667866"/>
              <a:ext cx="3377" cy="77076"/>
            </a:xfrm>
            <a:custGeom>
              <a:rect b="b" l="l" r="r" t="t"/>
              <a:pathLst>
                <a:path extrusionOk="0" h="776" w="34">
                  <a:moveTo>
                    <a:pt x="17" y="0"/>
                  </a:moveTo>
                  <a:cubicBezTo>
                    <a:pt x="1" y="0"/>
                    <a:pt x="1" y="0"/>
                    <a:pt x="1" y="16"/>
                  </a:cubicBezTo>
                  <a:lnTo>
                    <a:pt x="1" y="303"/>
                  </a:lnTo>
                  <a:cubicBezTo>
                    <a:pt x="1" y="457"/>
                    <a:pt x="1" y="606"/>
                    <a:pt x="17" y="776"/>
                  </a:cubicBezTo>
                  <a:lnTo>
                    <a:pt x="33" y="776"/>
                  </a:lnTo>
                  <a:cubicBezTo>
                    <a:pt x="17" y="606"/>
                    <a:pt x="17" y="457"/>
                    <a:pt x="33" y="303"/>
                  </a:cubicBezTo>
                  <a:lnTo>
                    <a:pt x="33" y="16"/>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1"/>
            <p:cNvSpPr/>
            <p:nvPr/>
          </p:nvSpPr>
          <p:spPr>
            <a:xfrm>
              <a:off x="528735" y="2529009"/>
              <a:ext cx="110449" cy="55423"/>
            </a:xfrm>
            <a:custGeom>
              <a:rect b="b" l="l" r="r" t="t"/>
              <a:pathLst>
                <a:path extrusionOk="0" h="558" w="1112">
                  <a:moveTo>
                    <a:pt x="1096" y="0"/>
                  </a:moveTo>
                  <a:cubicBezTo>
                    <a:pt x="1043" y="53"/>
                    <a:pt x="995" y="69"/>
                    <a:pt x="942" y="101"/>
                  </a:cubicBezTo>
                  <a:cubicBezTo>
                    <a:pt x="910" y="101"/>
                    <a:pt x="894" y="118"/>
                    <a:pt x="861" y="118"/>
                  </a:cubicBezTo>
                  <a:lnTo>
                    <a:pt x="255" y="421"/>
                  </a:lnTo>
                  <a:cubicBezTo>
                    <a:pt x="171" y="457"/>
                    <a:pt x="102" y="489"/>
                    <a:pt x="17" y="542"/>
                  </a:cubicBezTo>
                  <a:cubicBezTo>
                    <a:pt x="17" y="542"/>
                    <a:pt x="1" y="542"/>
                    <a:pt x="17" y="558"/>
                  </a:cubicBezTo>
                  <a:lnTo>
                    <a:pt x="33" y="558"/>
                  </a:lnTo>
                  <a:cubicBezTo>
                    <a:pt x="102" y="522"/>
                    <a:pt x="187" y="489"/>
                    <a:pt x="255" y="441"/>
                  </a:cubicBezTo>
                  <a:cubicBezTo>
                    <a:pt x="457" y="356"/>
                    <a:pt x="676" y="255"/>
                    <a:pt x="878" y="154"/>
                  </a:cubicBezTo>
                  <a:cubicBezTo>
                    <a:pt x="910" y="138"/>
                    <a:pt x="926" y="138"/>
                    <a:pt x="962" y="118"/>
                  </a:cubicBezTo>
                  <a:cubicBezTo>
                    <a:pt x="1011" y="101"/>
                    <a:pt x="1063" y="69"/>
                    <a:pt x="1112" y="37"/>
                  </a:cubicBezTo>
                  <a:lnTo>
                    <a:pt x="11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1"/>
            <p:cNvSpPr/>
            <p:nvPr/>
          </p:nvSpPr>
          <p:spPr>
            <a:xfrm>
              <a:off x="528735" y="3030998"/>
              <a:ext cx="110449" cy="136870"/>
            </a:xfrm>
            <a:custGeom>
              <a:rect b="b" l="l" r="r" t="t"/>
              <a:pathLst>
                <a:path extrusionOk="0" h="1378" w="1112">
                  <a:moveTo>
                    <a:pt x="1080" y="0"/>
                  </a:moveTo>
                  <a:cubicBezTo>
                    <a:pt x="1075" y="0"/>
                    <a:pt x="1071" y="4"/>
                    <a:pt x="1063" y="12"/>
                  </a:cubicBezTo>
                  <a:lnTo>
                    <a:pt x="1063" y="32"/>
                  </a:lnTo>
                  <a:cubicBezTo>
                    <a:pt x="1096" y="65"/>
                    <a:pt x="1096" y="113"/>
                    <a:pt x="1096" y="150"/>
                  </a:cubicBezTo>
                  <a:lnTo>
                    <a:pt x="1096" y="234"/>
                  </a:lnTo>
                  <a:lnTo>
                    <a:pt x="1096" y="820"/>
                  </a:lnTo>
                  <a:cubicBezTo>
                    <a:pt x="1096" y="905"/>
                    <a:pt x="1063" y="958"/>
                    <a:pt x="1011" y="974"/>
                  </a:cubicBezTo>
                  <a:lnTo>
                    <a:pt x="894" y="1022"/>
                  </a:lnTo>
                  <a:cubicBezTo>
                    <a:pt x="623" y="1123"/>
                    <a:pt x="373" y="1224"/>
                    <a:pt x="102" y="1345"/>
                  </a:cubicBezTo>
                  <a:lnTo>
                    <a:pt x="17" y="1345"/>
                  </a:lnTo>
                  <a:cubicBezTo>
                    <a:pt x="17" y="1345"/>
                    <a:pt x="1" y="1345"/>
                    <a:pt x="1" y="1361"/>
                  </a:cubicBezTo>
                  <a:lnTo>
                    <a:pt x="17" y="1361"/>
                  </a:lnTo>
                  <a:cubicBezTo>
                    <a:pt x="33" y="1361"/>
                    <a:pt x="33" y="1378"/>
                    <a:pt x="53" y="1378"/>
                  </a:cubicBezTo>
                  <a:lnTo>
                    <a:pt x="86" y="1378"/>
                  </a:lnTo>
                  <a:cubicBezTo>
                    <a:pt x="102" y="1378"/>
                    <a:pt x="102" y="1378"/>
                    <a:pt x="118" y="1361"/>
                  </a:cubicBezTo>
                  <a:cubicBezTo>
                    <a:pt x="373" y="1244"/>
                    <a:pt x="639" y="1143"/>
                    <a:pt x="894" y="1042"/>
                  </a:cubicBezTo>
                  <a:lnTo>
                    <a:pt x="1011" y="1006"/>
                  </a:lnTo>
                  <a:cubicBezTo>
                    <a:pt x="1080" y="974"/>
                    <a:pt x="1112" y="921"/>
                    <a:pt x="1112" y="820"/>
                  </a:cubicBezTo>
                  <a:lnTo>
                    <a:pt x="1112" y="234"/>
                  </a:lnTo>
                  <a:lnTo>
                    <a:pt x="1112" y="150"/>
                  </a:lnTo>
                  <a:cubicBezTo>
                    <a:pt x="1112" y="97"/>
                    <a:pt x="1112" y="65"/>
                    <a:pt x="1096" y="12"/>
                  </a:cubicBezTo>
                  <a:cubicBezTo>
                    <a:pt x="1088" y="4"/>
                    <a:pt x="1084" y="0"/>
                    <a:pt x="1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1"/>
            <p:cNvSpPr/>
            <p:nvPr/>
          </p:nvSpPr>
          <p:spPr>
            <a:xfrm>
              <a:off x="1521886" y="3684159"/>
              <a:ext cx="3278" cy="50258"/>
            </a:xfrm>
            <a:custGeom>
              <a:rect b="b" l="l" r="r" t="t"/>
              <a:pathLst>
                <a:path extrusionOk="0" h="506" w="33">
                  <a:moveTo>
                    <a:pt x="32" y="1"/>
                  </a:moveTo>
                  <a:cubicBezTo>
                    <a:pt x="16" y="1"/>
                    <a:pt x="16" y="21"/>
                    <a:pt x="16" y="21"/>
                  </a:cubicBezTo>
                  <a:cubicBezTo>
                    <a:pt x="0" y="138"/>
                    <a:pt x="0" y="255"/>
                    <a:pt x="0" y="372"/>
                  </a:cubicBezTo>
                  <a:lnTo>
                    <a:pt x="0" y="489"/>
                  </a:lnTo>
                  <a:lnTo>
                    <a:pt x="0" y="506"/>
                  </a:lnTo>
                  <a:cubicBezTo>
                    <a:pt x="16" y="506"/>
                    <a:pt x="16" y="506"/>
                    <a:pt x="16" y="489"/>
                  </a:cubicBezTo>
                  <a:lnTo>
                    <a:pt x="16" y="372"/>
                  </a:lnTo>
                  <a:cubicBezTo>
                    <a:pt x="16" y="255"/>
                    <a:pt x="16" y="138"/>
                    <a:pt x="32" y="21"/>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1"/>
            <p:cNvSpPr/>
            <p:nvPr/>
          </p:nvSpPr>
          <p:spPr>
            <a:xfrm>
              <a:off x="500328" y="3167768"/>
              <a:ext cx="138856" cy="155344"/>
            </a:xfrm>
            <a:custGeom>
              <a:rect b="b" l="l" r="r" t="t"/>
              <a:pathLst>
                <a:path extrusionOk="0" h="1564" w="1398">
                  <a:moveTo>
                    <a:pt x="1366" y="1"/>
                  </a:moveTo>
                  <a:lnTo>
                    <a:pt x="0" y="489"/>
                  </a:lnTo>
                  <a:lnTo>
                    <a:pt x="0" y="506"/>
                  </a:lnTo>
                  <a:cubicBezTo>
                    <a:pt x="0" y="522"/>
                    <a:pt x="0" y="522"/>
                    <a:pt x="16" y="522"/>
                  </a:cubicBezTo>
                  <a:lnTo>
                    <a:pt x="1366" y="17"/>
                  </a:lnTo>
                  <a:cubicBezTo>
                    <a:pt x="1382" y="304"/>
                    <a:pt x="1382" y="574"/>
                    <a:pt x="1382" y="825"/>
                  </a:cubicBezTo>
                  <a:lnTo>
                    <a:pt x="1382" y="1160"/>
                  </a:lnTo>
                  <a:lnTo>
                    <a:pt x="404" y="1532"/>
                  </a:lnTo>
                  <a:cubicBezTo>
                    <a:pt x="388" y="1532"/>
                    <a:pt x="388" y="1548"/>
                    <a:pt x="388" y="1548"/>
                  </a:cubicBezTo>
                  <a:lnTo>
                    <a:pt x="404" y="1564"/>
                  </a:lnTo>
                  <a:lnTo>
                    <a:pt x="1398" y="1196"/>
                  </a:lnTo>
                  <a:lnTo>
                    <a:pt x="1398" y="1180"/>
                  </a:lnTo>
                  <a:lnTo>
                    <a:pt x="1398" y="825"/>
                  </a:lnTo>
                  <a:cubicBezTo>
                    <a:pt x="1398" y="554"/>
                    <a:pt x="1398" y="287"/>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1"/>
            <p:cNvSpPr/>
            <p:nvPr/>
          </p:nvSpPr>
          <p:spPr>
            <a:xfrm>
              <a:off x="791152" y="2970410"/>
              <a:ext cx="5364" cy="93961"/>
            </a:xfrm>
            <a:custGeom>
              <a:rect b="b" l="l" r="r" t="t"/>
              <a:pathLst>
                <a:path extrusionOk="0" h="946" w="54">
                  <a:moveTo>
                    <a:pt x="17" y="0"/>
                  </a:moveTo>
                  <a:cubicBezTo>
                    <a:pt x="1" y="0"/>
                    <a:pt x="1" y="16"/>
                    <a:pt x="1" y="16"/>
                  </a:cubicBezTo>
                  <a:cubicBezTo>
                    <a:pt x="17" y="202"/>
                    <a:pt x="17" y="388"/>
                    <a:pt x="17" y="558"/>
                  </a:cubicBezTo>
                  <a:cubicBezTo>
                    <a:pt x="17" y="590"/>
                    <a:pt x="17" y="622"/>
                    <a:pt x="1" y="675"/>
                  </a:cubicBezTo>
                  <a:cubicBezTo>
                    <a:pt x="1" y="760"/>
                    <a:pt x="1" y="844"/>
                    <a:pt x="17" y="925"/>
                  </a:cubicBezTo>
                  <a:cubicBezTo>
                    <a:pt x="17" y="925"/>
                    <a:pt x="17" y="945"/>
                    <a:pt x="37" y="945"/>
                  </a:cubicBezTo>
                  <a:lnTo>
                    <a:pt x="37" y="925"/>
                  </a:lnTo>
                  <a:lnTo>
                    <a:pt x="37" y="675"/>
                  </a:lnTo>
                  <a:lnTo>
                    <a:pt x="37" y="558"/>
                  </a:lnTo>
                  <a:cubicBezTo>
                    <a:pt x="53" y="388"/>
                    <a:pt x="53" y="202"/>
                    <a:pt x="37" y="16"/>
                  </a:cubicBezTo>
                  <a:cubicBezTo>
                    <a:pt x="17" y="16"/>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1"/>
            <p:cNvSpPr/>
            <p:nvPr/>
          </p:nvSpPr>
          <p:spPr>
            <a:xfrm>
              <a:off x="1582077" y="3592283"/>
              <a:ext cx="6853" cy="77176"/>
            </a:xfrm>
            <a:custGeom>
              <a:rect b="b" l="l" r="r" t="t"/>
              <a:pathLst>
                <a:path extrusionOk="0" h="777" w="69">
                  <a:moveTo>
                    <a:pt x="53" y="1"/>
                  </a:moveTo>
                  <a:cubicBezTo>
                    <a:pt x="53" y="1"/>
                    <a:pt x="32" y="1"/>
                    <a:pt x="32" y="17"/>
                  </a:cubicBezTo>
                  <a:cubicBezTo>
                    <a:pt x="16" y="138"/>
                    <a:pt x="16" y="271"/>
                    <a:pt x="16" y="388"/>
                  </a:cubicBezTo>
                  <a:cubicBezTo>
                    <a:pt x="16" y="473"/>
                    <a:pt x="32" y="558"/>
                    <a:pt x="16" y="643"/>
                  </a:cubicBezTo>
                  <a:lnTo>
                    <a:pt x="16" y="675"/>
                  </a:lnTo>
                  <a:cubicBezTo>
                    <a:pt x="32" y="708"/>
                    <a:pt x="32" y="744"/>
                    <a:pt x="16" y="760"/>
                  </a:cubicBezTo>
                  <a:cubicBezTo>
                    <a:pt x="0" y="776"/>
                    <a:pt x="16" y="776"/>
                    <a:pt x="16" y="776"/>
                  </a:cubicBezTo>
                  <a:lnTo>
                    <a:pt x="32" y="776"/>
                  </a:lnTo>
                  <a:cubicBezTo>
                    <a:pt x="53" y="744"/>
                    <a:pt x="53" y="708"/>
                    <a:pt x="53" y="675"/>
                  </a:cubicBezTo>
                  <a:lnTo>
                    <a:pt x="53" y="643"/>
                  </a:lnTo>
                  <a:lnTo>
                    <a:pt x="53" y="388"/>
                  </a:lnTo>
                  <a:cubicBezTo>
                    <a:pt x="53" y="271"/>
                    <a:pt x="53" y="13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1"/>
            <p:cNvSpPr/>
            <p:nvPr/>
          </p:nvSpPr>
          <p:spPr>
            <a:xfrm>
              <a:off x="1037180" y="2378532"/>
              <a:ext cx="3278" cy="78765"/>
            </a:xfrm>
            <a:custGeom>
              <a:rect b="b" l="l" r="r" t="t"/>
              <a:pathLst>
                <a:path extrusionOk="0" h="793" w="33">
                  <a:moveTo>
                    <a:pt x="16" y="1"/>
                  </a:moveTo>
                  <a:cubicBezTo>
                    <a:pt x="0" y="1"/>
                    <a:pt x="0" y="17"/>
                    <a:pt x="0" y="17"/>
                  </a:cubicBezTo>
                  <a:lnTo>
                    <a:pt x="0" y="304"/>
                  </a:lnTo>
                  <a:cubicBezTo>
                    <a:pt x="0" y="457"/>
                    <a:pt x="0" y="623"/>
                    <a:pt x="16" y="776"/>
                  </a:cubicBezTo>
                  <a:lnTo>
                    <a:pt x="16" y="792"/>
                  </a:lnTo>
                  <a:lnTo>
                    <a:pt x="33" y="792"/>
                  </a:lnTo>
                  <a:lnTo>
                    <a:pt x="33" y="776"/>
                  </a:lnTo>
                  <a:cubicBezTo>
                    <a:pt x="16" y="623"/>
                    <a:pt x="16" y="457"/>
                    <a:pt x="16" y="304"/>
                  </a:cubicBezTo>
                  <a:cubicBezTo>
                    <a:pt x="33" y="203"/>
                    <a:pt x="33" y="118"/>
                    <a:pt x="16"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1"/>
            <p:cNvSpPr/>
            <p:nvPr/>
          </p:nvSpPr>
          <p:spPr>
            <a:xfrm>
              <a:off x="1252616" y="2166274"/>
              <a:ext cx="160609" cy="189115"/>
            </a:xfrm>
            <a:custGeom>
              <a:rect b="b" l="l" r="r" t="t"/>
              <a:pathLst>
                <a:path extrusionOk="0" h="1904" w="1617">
                  <a:moveTo>
                    <a:pt x="1616" y="1"/>
                  </a:moveTo>
                  <a:cubicBezTo>
                    <a:pt x="1532" y="1"/>
                    <a:pt x="1451" y="33"/>
                    <a:pt x="1382" y="69"/>
                  </a:cubicBezTo>
                  <a:cubicBezTo>
                    <a:pt x="1382" y="85"/>
                    <a:pt x="1366" y="85"/>
                    <a:pt x="1350" y="102"/>
                  </a:cubicBezTo>
                  <a:cubicBezTo>
                    <a:pt x="1128" y="219"/>
                    <a:pt x="893" y="320"/>
                    <a:pt x="659" y="421"/>
                  </a:cubicBezTo>
                  <a:cubicBezTo>
                    <a:pt x="489" y="506"/>
                    <a:pt x="303" y="590"/>
                    <a:pt x="118" y="691"/>
                  </a:cubicBezTo>
                  <a:cubicBezTo>
                    <a:pt x="37" y="724"/>
                    <a:pt x="17" y="760"/>
                    <a:pt x="17" y="841"/>
                  </a:cubicBezTo>
                  <a:cubicBezTo>
                    <a:pt x="17" y="1043"/>
                    <a:pt x="17" y="1245"/>
                    <a:pt x="1" y="1431"/>
                  </a:cubicBezTo>
                  <a:lnTo>
                    <a:pt x="1" y="1734"/>
                  </a:lnTo>
                  <a:lnTo>
                    <a:pt x="1" y="1835"/>
                  </a:lnTo>
                  <a:cubicBezTo>
                    <a:pt x="1" y="1851"/>
                    <a:pt x="1" y="1871"/>
                    <a:pt x="17" y="1887"/>
                  </a:cubicBezTo>
                  <a:lnTo>
                    <a:pt x="17" y="1903"/>
                  </a:lnTo>
                  <a:lnTo>
                    <a:pt x="53" y="1903"/>
                  </a:lnTo>
                  <a:cubicBezTo>
                    <a:pt x="85" y="1887"/>
                    <a:pt x="118" y="1887"/>
                    <a:pt x="154" y="1871"/>
                  </a:cubicBezTo>
                  <a:cubicBezTo>
                    <a:pt x="421" y="1734"/>
                    <a:pt x="724" y="1600"/>
                    <a:pt x="994" y="1467"/>
                  </a:cubicBezTo>
                  <a:cubicBezTo>
                    <a:pt x="1180" y="1382"/>
                    <a:pt x="1366" y="1313"/>
                    <a:pt x="1532" y="1229"/>
                  </a:cubicBezTo>
                  <a:cubicBezTo>
                    <a:pt x="1552" y="1213"/>
                    <a:pt x="1568" y="1213"/>
                    <a:pt x="1568" y="1213"/>
                  </a:cubicBezTo>
                  <a:lnTo>
                    <a:pt x="1600" y="1213"/>
                  </a:lnTo>
                  <a:lnTo>
                    <a:pt x="1616" y="1196"/>
                  </a:lnTo>
                  <a:cubicBezTo>
                    <a:pt x="1600" y="1196"/>
                    <a:pt x="1600" y="1180"/>
                    <a:pt x="1600" y="1180"/>
                  </a:cubicBezTo>
                  <a:cubicBezTo>
                    <a:pt x="1584" y="1180"/>
                    <a:pt x="1584" y="1180"/>
                    <a:pt x="1568" y="1196"/>
                  </a:cubicBezTo>
                  <a:lnTo>
                    <a:pt x="1515" y="1196"/>
                  </a:lnTo>
                  <a:cubicBezTo>
                    <a:pt x="1350" y="1281"/>
                    <a:pt x="1164" y="1366"/>
                    <a:pt x="994" y="1447"/>
                  </a:cubicBezTo>
                  <a:cubicBezTo>
                    <a:pt x="707" y="1584"/>
                    <a:pt x="421" y="1717"/>
                    <a:pt x="138" y="1851"/>
                  </a:cubicBezTo>
                  <a:cubicBezTo>
                    <a:pt x="101" y="1871"/>
                    <a:pt x="85" y="1871"/>
                    <a:pt x="53" y="1871"/>
                  </a:cubicBezTo>
                  <a:lnTo>
                    <a:pt x="37" y="1871"/>
                  </a:lnTo>
                  <a:lnTo>
                    <a:pt x="37" y="1835"/>
                  </a:lnTo>
                  <a:lnTo>
                    <a:pt x="37" y="1734"/>
                  </a:lnTo>
                  <a:lnTo>
                    <a:pt x="37" y="1431"/>
                  </a:lnTo>
                  <a:lnTo>
                    <a:pt x="37" y="841"/>
                  </a:lnTo>
                  <a:cubicBezTo>
                    <a:pt x="37" y="776"/>
                    <a:pt x="69" y="740"/>
                    <a:pt x="138" y="708"/>
                  </a:cubicBezTo>
                  <a:cubicBezTo>
                    <a:pt x="303" y="623"/>
                    <a:pt x="489" y="538"/>
                    <a:pt x="675" y="457"/>
                  </a:cubicBezTo>
                  <a:cubicBezTo>
                    <a:pt x="909" y="336"/>
                    <a:pt x="1128" y="235"/>
                    <a:pt x="1366" y="118"/>
                  </a:cubicBezTo>
                  <a:cubicBezTo>
                    <a:pt x="1382" y="118"/>
                    <a:pt x="1382" y="102"/>
                    <a:pt x="1398" y="102"/>
                  </a:cubicBezTo>
                  <a:cubicBezTo>
                    <a:pt x="1467" y="69"/>
                    <a:pt x="1532" y="17"/>
                    <a:pt x="1616" y="17"/>
                  </a:cubicBezTo>
                  <a:lnTo>
                    <a:pt x="16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1"/>
            <p:cNvSpPr/>
            <p:nvPr/>
          </p:nvSpPr>
          <p:spPr>
            <a:xfrm>
              <a:off x="2026655" y="3702633"/>
              <a:ext cx="5264" cy="31784"/>
            </a:xfrm>
            <a:custGeom>
              <a:rect b="b" l="l" r="r" t="t"/>
              <a:pathLst>
                <a:path extrusionOk="0" h="320" w="53">
                  <a:moveTo>
                    <a:pt x="20" y="1"/>
                  </a:moveTo>
                  <a:cubicBezTo>
                    <a:pt x="0" y="69"/>
                    <a:pt x="0" y="138"/>
                    <a:pt x="0" y="202"/>
                  </a:cubicBezTo>
                  <a:lnTo>
                    <a:pt x="0" y="303"/>
                  </a:lnTo>
                  <a:cubicBezTo>
                    <a:pt x="0" y="320"/>
                    <a:pt x="20" y="320"/>
                    <a:pt x="20" y="320"/>
                  </a:cubicBezTo>
                  <a:cubicBezTo>
                    <a:pt x="20" y="320"/>
                    <a:pt x="36" y="320"/>
                    <a:pt x="36" y="303"/>
                  </a:cubicBezTo>
                  <a:lnTo>
                    <a:pt x="36" y="186"/>
                  </a:lnTo>
                  <a:cubicBezTo>
                    <a:pt x="36" y="138"/>
                    <a:pt x="20" y="69"/>
                    <a:pt x="53" y="17"/>
                  </a:cubicBezTo>
                  <a:cubicBezTo>
                    <a:pt x="53" y="1"/>
                    <a:pt x="36" y="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1"/>
            <p:cNvSpPr/>
            <p:nvPr/>
          </p:nvSpPr>
          <p:spPr>
            <a:xfrm>
              <a:off x="1254205" y="1607373"/>
              <a:ext cx="164184" cy="219608"/>
            </a:xfrm>
            <a:custGeom>
              <a:rect b="b" l="l" r="r" t="t"/>
              <a:pathLst>
                <a:path extrusionOk="0" h="2211" w="1653">
                  <a:moveTo>
                    <a:pt x="1574" y="0"/>
                  </a:moveTo>
                  <a:cubicBezTo>
                    <a:pt x="1542" y="0"/>
                    <a:pt x="1513" y="20"/>
                    <a:pt x="1483" y="41"/>
                  </a:cubicBezTo>
                  <a:lnTo>
                    <a:pt x="1467" y="41"/>
                  </a:lnTo>
                  <a:cubicBezTo>
                    <a:pt x="1213" y="174"/>
                    <a:pt x="962" y="307"/>
                    <a:pt x="728" y="445"/>
                  </a:cubicBezTo>
                  <a:cubicBezTo>
                    <a:pt x="659" y="493"/>
                    <a:pt x="574" y="530"/>
                    <a:pt x="506" y="578"/>
                  </a:cubicBezTo>
                  <a:cubicBezTo>
                    <a:pt x="473" y="594"/>
                    <a:pt x="425" y="610"/>
                    <a:pt x="388" y="647"/>
                  </a:cubicBezTo>
                  <a:cubicBezTo>
                    <a:pt x="304" y="695"/>
                    <a:pt x="203" y="748"/>
                    <a:pt x="122" y="780"/>
                  </a:cubicBezTo>
                  <a:cubicBezTo>
                    <a:pt x="53" y="812"/>
                    <a:pt x="21" y="865"/>
                    <a:pt x="21" y="934"/>
                  </a:cubicBezTo>
                  <a:lnTo>
                    <a:pt x="21" y="1200"/>
                  </a:lnTo>
                  <a:cubicBezTo>
                    <a:pt x="37" y="1471"/>
                    <a:pt x="37" y="1758"/>
                    <a:pt x="21" y="2024"/>
                  </a:cubicBezTo>
                  <a:cubicBezTo>
                    <a:pt x="1" y="2093"/>
                    <a:pt x="21" y="2145"/>
                    <a:pt x="37" y="2194"/>
                  </a:cubicBezTo>
                  <a:lnTo>
                    <a:pt x="53" y="2210"/>
                  </a:lnTo>
                  <a:cubicBezTo>
                    <a:pt x="69" y="2194"/>
                    <a:pt x="69" y="2194"/>
                    <a:pt x="69" y="2178"/>
                  </a:cubicBezTo>
                  <a:cubicBezTo>
                    <a:pt x="53" y="2145"/>
                    <a:pt x="37" y="2093"/>
                    <a:pt x="37" y="2024"/>
                  </a:cubicBezTo>
                  <a:cubicBezTo>
                    <a:pt x="53" y="1758"/>
                    <a:pt x="53" y="1471"/>
                    <a:pt x="53" y="1200"/>
                  </a:cubicBezTo>
                  <a:lnTo>
                    <a:pt x="53" y="934"/>
                  </a:lnTo>
                  <a:cubicBezTo>
                    <a:pt x="53" y="865"/>
                    <a:pt x="69" y="833"/>
                    <a:pt x="122" y="812"/>
                  </a:cubicBezTo>
                  <a:cubicBezTo>
                    <a:pt x="223" y="764"/>
                    <a:pt x="304" y="711"/>
                    <a:pt x="405" y="663"/>
                  </a:cubicBezTo>
                  <a:cubicBezTo>
                    <a:pt x="441" y="647"/>
                    <a:pt x="473" y="610"/>
                    <a:pt x="526" y="594"/>
                  </a:cubicBezTo>
                  <a:cubicBezTo>
                    <a:pt x="590" y="562"/>
                    <a:pt x="659" y="509"/>
                    <a:pt x="744" y="477"/>
                  </a:cubicBezTo>
                  <a:cubicBezTo>
                    <a:pt x="978" y="344"/>
                    <a:pt x="1233" y="206"/>
                    <a:pt x="1483" y="73"/>
                  </a:cubicBezTo>
                  <a:lnTo>
                    <a:pt x="1499" y="57"/>
                  </a:lnTo>
                  <a:cubicBezTo>
                    <a:pt x="1529" y="39"/>
                    <a:pt x="1552" y="25"/>
                    <a:pt x="1572" y="25"/>
                  </a:cubicBezTo>
                  <a:cubicBezTo>
                    <a:pt x="1588" y="25"/>
                    <a:pt x="1602" y="34"/>
                    <a:pt x="1617" y="57"/>
                  </a:cubicBezTo>
                  <a:cubicBezTo>
                    <a:pt x="1600" y="89"/>
                    <a:pt x="1584" y="142"/>
                    <a:pt x="1600" y="174"/>
                  </a:cubicBezTo>
                  <a:cubicBezTo>
                    <a:pt x="1600" y="275"/>
                    <a:pt x="1568" y="307"/>
                    <a:pt x="1483" y="360"/>
                  </a:cubicBezTo>
                  <a:cubicBezTo>
                    <a:pt x="1196" y="493"/>
                    <a:pt x="930" y="647"/>
                    <a:pt x="659" y="796"/>
                  </a:cubicBezTo>
                  <a:cubicBezTo>
                    <a:pt x="506" y="865"/>
                    <a:pt x="372" y="950"/>
                    <a:pt x="239" y="1014"/>
                  </a:cubicBezTo>
                  <a:cubicBezTo>
                    <a:pt x="170" y="1051"/>
                    <a:pt x="154" y="1099"/>
                    <a:pt x="154" y="1168"/>
                  </a:cubicBezTo>
                  <a:cubicBezTo>
                    <a:pt x="170" y="1285"/>
                    <a:pt x="170" y="1418"/>
                    <a:pt x="170" y="1539"/>
                  </a:cubicBezTo>
                  <a:lnTo>
                    <a:pt x="170" y="1907"/>
                  </a:lnTo>
                  <a:cubicBezTo>
                    <a:pt x="170" y="1923"/>
                    <a:pt x="154" y="1943"/>
                    <a:pt x="154" y="1960"/>
                  </a:cubicBezTo>
                  <a:cubicBezTo>
                    <a:pt x="154" y="2008"/>
                    <a:pt x="154" y="2061"/>
                    <a:pt x="170" y="2109"/>
                  </a:cubicBezTo>
                  <a:cubicBezTo>
                    <a:pt x="186" y="2125"/>
                    <a:pt x="186" y="2125"/>
                    <a:pt x="203" y="2125"/>
                  </a:cubicBezTo>
                  <a:lnTo>
                    <a:pt x="203" y="2109"/>
                  </a:lnTo>
                  <a:cubicBezTo>
                    <a:pt x="170" y="2061"/>
                    <a:pt x="186" y="2008"/>
                    <a:pt x="186" y="1976"/>
                  </a:cubicBezTo>
                  <a:lnTo>
                    <a:pt x="186" y="1907"/>
                  </a:lnTo>
                  <a:lnTo>
                    <a:pt x="186" y="1539"/>
                  </a:lnTo>
                  <a:lnTo>
                    <a:pt x="186" y="1168"/>
                  </a:lnTo>
                  <a:cubicBezTo>
                    <a:pt x="186" y="1099"/>
                    <a:pt x="203" y="1067"/>
                    <a:pt x="255" y="1034"/>
                  </a:cubicBezTo>
                  <a:cubicBezTo>
                    <a:pt x="388" y="966"/>
                    <a:pt x="526" y="897"/>
                    <a:pt x="659" y="812"/>
                  </a:cubicBezTo>
                  <a:cubicBezTo>
                    <a:pt x="930" y="679"/>
                    <a:pt x="1213" y="530"/>
                    <a:pt x="1499" y="376"/>
                  </a:cubicBezTo>
                  <a:cubicBezTo>
                    <a:pt x="1584" y="344"/>
                    <a:pt x="1637" y="291"/>
                    <a:pt x="1617" y="174"/>
                  </a:cubicBezTo>
                  <a:cubicBezTo>
                    <a:pt x="1617" y="126"/>
                    <a:pt x="1637" y="89"/>
                    <a:pt x="1653" y="57"/>
                  </a:cubicBezTo>
                  <a:lnTo>
                    <a:pt x="1653" y="41"/>
                  </a:lnTo>
                  <a:cubicBezTo>
                    <a:pt x="1624" y="11"/>
                    <a:pt x="1598" y="0"/>
                    <a:pt x="15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1"/>
            <p:cNvSpPr/>
            <p:nvPr/>
          </p:nvSpPr>
          <p:spPr>
            <a:xfrm>
              <a:off x="1286287" y="3293017"/>
              <a:ext cx="4966" cy="100318"/>
            </a:xfrm>
            <a:custGeom>
              <a:rect b="b" l="l" r="r" t="t"/>
              <a:pathLst>
                <a:path extrusionOk="0" h="1010" w="50">
                  <a:moveTo>
                    <a:pt x="17" y="0"/>
                  </a:moveTo>
                  <a:cubicBezTo>
                    <a:pt x="17" y="0"/>
                    <a:pt x="1" y="0"/>
                    <a:pt x="1" y="20"/>
                  </a:cubicBezTo>
                  <a:lnTo>
                    <a:pt x="1" y="222"/>
                  </a:lnTo>
                  <a:lnTo>
                    <a:pt x="1" y="860"/>
                  </a:lnTo>
                  <a:lnTo>
                    <a:pt x="1" y="893"/>
                  </a:lnTo>
                  <a:cubicBezTo>
                    <a:pt x="1" y="929"/>
                    <a:pt x="1" y="978"/>
                    <a:pt x="33" y="1010"/>
                  </a:cubicBezTo>
                  <a:lnTo>
                    <a:pt x="49" y="1010"/>
                  </a:lnTo>
                  <a:lnTo>
                    <a:pt x="49" y="994"/>
                  </a:lnTo>
                  <a:cubicBezTo>
                    <a:pt x="17" y="961"/>
                    <a:pt x="33" y="929"/>
                    <a:pt x="33" y="893"/>
                  </a:cubicBezTo>
                  <a:lnTo>
                    <a:pt x="33" y="860"/>
                  </a:lnTo>
                  <a:lnTo>
                    <a:pt x="33" y="222"/>
                  </a:lnTo>
                  <a:lnTo>
                    <a:pt x="33" y="20"/>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1"/>
            <p:cNvSpPr/>
            <p:nvPr/>
          </p:nvSpPr>
          <p:spPr>
            <a:xfrm>
              <a:off x="1292743" y="1514305"/>
              <a:ext cx="6953" cy="105582"/>
            </a:xfrm>
            <a:custGeom>
              <a:rect b="b" l="l" r="r" t="t"/>
              <a:pathLst>
                <a:path extrusionOk="0" h="1063" w="70">
                  <a:moveTo>
                    <a:pt x="0" y="0"/>
                  </a:moveTo>
                  <a:cubicBezTo>
                    <a:pt x="17" y="170"/>
                    <a:pt x="17" y="319"/>
                    <a:pt x="17" y="473"/>
                  </a:cubicBezTo>
                  <a:lnTo>
                    <a:pt x="17" y="776"/>
                  </a:lnTo>
                  <a:lnTo>
                    <a:pt x="17" y="861"/>
                  </a:lnTo>
                  <a:cubicBezTo>
                    <a:pt x="17" y="925"/>
                    <a:pt x="0" y="994"/>
                    <a:pt x="53" y="1063"/>
                  </a:cubicBezTo>
                  <a:lnTo>
                    <a:pt x="69" y="1063"/>
                  </a:lnTo>
                  <a:lnTo>
                    <a:pt x="69" y="1042"/>
                  </a:lnTo>
                  <a:cubicBezTo>
                    <a:pt x="37" y="978"/>
                    <a:pt x="37" y="925"/>
                    <a:pt x="37" y="861"/>
                  </a:cubicBezTo>
                  <a:cubicBezTo>
                    <a:pt x="53" y="824"/>
                    <a:pt x="53" y="808"/>
                    <a:pt x="53" y="776"/>
                  </a:cubicBezTo>
                  <a:cubicBezTo>
                    <a:pt x="37" y="675"/>
                    <a:pt x="37" y="574"/>
                    <a:pt x="53" y="473"/>
                  </a:cubicBezTo>
                  <a:cubicBezTo>
                    <a:pt x="53" y="319"/>
                    <a:pt x="53" y="15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1"/>
            <p:cNvSpPr/>
            <p:nvPr/>
          </p:nvSpPr>
          <p:spPr>
            <a:xfrm>
              <a:off x="940040" y="1903858"/>
              <a:ext cx="5364" cy="87207"/>
            </a:xfrm>
            <a:custGeom>
              <a:rect b="b" l="l" r="r" t="t"/>
              <a:pathLst>
                <a:path extrusionOk="0" h="878" w="54">
                  <a:moveTo>
                    <a:pt x="17" y="1"/>
                  </a:moveTo>
                  <a:cubicBezTo>
                    <a:pt x="1" y="1"/>
                    <a:pt x="1" y="17"/>
                    <a:pt x="1" y="17"/>
                  </a:cubicBezTo>
                  <a:lnTo>
                    <a:pt x="1" y="203"/>
                  </a:lnTo>
                  <a:lnTo>
                    <a:pt x="1" y="740"/>
                  </a:lnTo>
                  <a:lnTo>
                    <a:pt x="1" y="756"/>
                  </a:lnTo>
                  <a:cubicBezTo>
                    <a:pt x="1" y="792"/>
                    <a:pt x="1" y="841"/>
                    <a:pt x="17" y="877"/>
                  </a:cubicBezTo>
                  <a:lnTo>
                    <a:pt x="33" y="877"/>
                  </a:lnTo>
                  <a:cubicBezTo>
                    <a:pt x="33" y="877"/>
                    <a:pt x="53" y="877"/>
                    <a:pt x="33" y="857"/>
                  </a:cubicBezTo>
                  <a:cubicBezTo>
                    <a:pt x="17" y="825"/>
                    <a:pt x="33" y="792"/>
                    <a:pt x="33" y="756"/>
                  </a:cubicBezTo>
                  <a:lnTo>
                    <a:pt x="33" y="740"/>
                  </a:lnTo>
                  <a:lnTo>
                    <a:pt x="33" y="203"/>
                  </a:lnTo>
                  <a:lnTo>
                    <a:pt x="33"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1"/>
            <p:cNvSpPr/>
            <p:nvPr/>
          </p:nvSpPr>
          <p:spPr>
            <a:xfrm>
              <a:off x="1924649" y="2298277"/>
              <a:ext cx="122170" cy="256060"/>
            </a:xfrm>
            <a:custGeom>
              <a:rect b="b" l="l" r="r" t="t"/>
              <a:pathLst>
                <a:path extrusionOk="0" h="2578" w="1230">
                  <a:moveTo>
                    <a:pt x="37" y="1"/>
                  </a:moveTo>
                  <a:cubicBezTo>
                    <a:pt x="37" y="1"/>
                    <a:pt x="17" y="1"/>
                    <a:pt x="17" y="17"/>
                  </a:cubicBezTo>
                  <a:cubicBezTo>
                    <a:pt x="1" y="154"/>
                    <a:pt x="1" y="287"/>
                    <a:pt x="1" y="421"/>
                  </a:cubicBezTo>
                  <a:lnTo>
                    <a:pt x="1" y="659"/>
                  </a:lnTo>
                  <a:cubicBezTo>
                    <a:pt x="1" y="708"/>
                    <a:pt x="17" y="724"/>
                    <a:pt x="37" y="724"/>
                  </a:cubicBezTo>
                  <a:cubicBezTo>
                    <a:pt x="53" y="744"/>
                    <a:pt x="53" y="744"/>
                    <a:pt x="70" y="760"/>
                  </a:cubicBezTo>
                  <a:lnTo>
                    <a:pt x="304" y="1148"/>
                  </a:lnTo>
                  <a:cubicBezTo>
                    <a:pt x="575" y="1600"/>
                    <a:pt x="861" y="2057"/>
                    <a:pt x="1148" y="2509"/>
                  </a:cubicBezTo>
                  <a:lnTo>
                    <a:pt x="1197" y="2562"/>
                  </a:lnTo>
                  <a:lnTo>
                    <a:pt x="1213" y="2562"/>
                  </a:lnTo>
                  <a:lnTo>
                    <a:pt x="1213" y="2578"/>
                  </a:lnTo>
                  <a:lnTo>
                    <a:pt x="1229" y="2562"/>
                  </a:lnTo>
                  <a:lnTo>
                    <a:pt x="1229" y="2542"/>
                  </a:lnTo>
                  <a:cubicBezTo>
                    <a:pt x="1229" y="2542"/>
                    <a:pt x="1213" y="2542"/>
                    <a:pt x="1213" y="2525"/>
                  </a:cubicBezTo>
                  <a:cubicBezTo>
                    <a:pt x="1197" y="2525"/>
                    <a:pt x="1181" y="2509"/>
                    <a:pt x="1164" y="2493"/>
                  </a:cubicBezTo>
                  <a:cubicBezTo>
                    <a:pt x="878" y="2037"/>
                    <a:pt x="607" y="1584"/>
                    <a:pt x="320" y="1128"/>
                  </a:cubicBezTo>
                  <a:lnTo>
                    <a:pt x="86" y="744"/>
                  </a:lnTo>
                  <a:lnTo>
                    <a:pt x="53" y="708"/>
                  </a:lnTo>
                  <a:cubicBezTo>
                    <a:pt x="37" y="691"/>
                    <a:pt x="37" y="691"/>
                    <a:pt x="37" y="675"/>
                  </a:cubicBezTo>
                  <a:lnTo>
                    <a:pt x="37" y="405"/>
                  </a:lnTo>
                  <a:cubicBezTo>
                    <a:pt x="37" y="287"/>
                    <a:pt x="17" y="15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1"/>
            <p:cNvSpPr/>
            <p:nvPr/>
          </p:nvSpPr>
          <p:spPr>
            <a:xfrm>
              <a:off x="747846" y="2831553"/>
              <a:ext cx="4966" cy="77076"/>
            </a:xfrm>
            <a:custGeom>
              <a:rect b="b" l="l" r="r" t="t"/>
              <a:pathLst>
                <a:path extrusionOk="0" h="776" w="50">
                  <a:moveTo>
                    <a:pt x="17" y="0"/>
                  </a:moveTo>
                  <a:cubicBezTo>
                    <a:pt x="17" y="0"/>
                    <a:pt x="1" y="0"/>
                    <a:pt x="1" y="21"/>
                  </a:cubicBezTo>
                  <a:cubicBezTo>
                    <a:pt x="17" y="170"/>
                    <a:pt x="17" y="324"/>
                    <a:pt x="17" y="489"/>
                  </a:cubicBezTo>
                  <a:lnTo>
                    <a:pt x="17" y="776"/>
                  </a:lnTo>
                  <a:lnTo>
                    <a:pt x="49" y="776"/>
                  </a:lnTo>
                  <a:cubicBezTo>
                    <a:pt x="33" y="675"/>
                    <a:pt x="49" y="574"/>
                    <a:pt x="49" y="489"/>
                  </a:cubicBezTo>
                  <a:cubicBezTo>
                    <a:pt x="49" y="324"/>
                    <a:pt x="49" y="170"/>
                    <a:pt x="33" y="21"/>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1"/>
            <p:cNvSpPr/>
            <p:nvPr/>
          </p:nvSpPr>
          <p:spPr>
            <a:xfrm>
              <a:off x="1518608" y="3505672"/>
              <a:ext cx="205603" cy="228745"/>
            </a:xfrm>
            <a:custGeom>
              <a:rect b="b" l="l" r="r" t="t"/>
              <a:pathLst>
                <a:path extrusionOk="0" h="2303" w="2070">
                  <a:moveTo>
                    <a:pt x="1" y="0"/>
                  </a:moveTo>
                  <a:lnTo>
                    <a:pt x="1" y="16"/>
                  </a:lnTo>
                  <a:cubicBezTo>
                    <a:pt x="33" y="32"/>
                    <a:pt x="49" y="49"/>
                    <a:pt x="65" y="81"/>
                  </a:cubicBezTo>
                  <a:cubicBezTo>
                    <a:pt x="65" y="117"/>
                    <a:pt x="86" y="133"/>
                    <a:pt x="118" y="150"/>
                  </a:cubicBezTo>
                  <a:cubicBezTo>
                    <a:pt x="320" y="335"/>
                    <a:pt x="522" y="521"/>
                    <a:pt x="724" y="707"/>
                  </a:cubicBezTo>
                  <a:cubicBezTo>
                    <a:pt x="841" y="788"/>
                    <a:pt x="942" y="889"/>
                    <a:pt x="1059" y="990"/>
                  </a:cubicBezTo>
                  <a:cubicBezTo>
                    <a:pt x="1176" y="1091"/>
                    <a:pt x="1314" y="1212"/>
                    <a:pt x="1447" y="1313"/>
                  </a:cubicBezTo>
                  <a:cubicBezTo>
                    <a:pt x="1479" y="1361"/>
                    <a:pt x="1532" y="1394"/>
                    <a:pt x="1580" y="1430"/>
                  </a:cubicBezTo>
                  <a:cubicBezTo>
                    <a:pt x="1601" y="1446"/>
                    <a:pt x="1617" y="1462"/>
                    <a:pt x="1633" y="1479"/>
                  </a:cubicBezTo>
                  <a:cubicBezTo>
                    <a:pt x="1835" y="1648"/>
                    <a:pt x="2037" y="1818"/>
                    <a:pt x="1952" y="2121"/>
                  </a:cubicBezTo>
                  <a:lnTo>
                    <a:pt x="1952" y="2238"/>
                  </a:lnTo>
                  <a:lnTo>
                    <a:pt x="1952" y="2286"/>
                  </a:lnTo>
                  <a:lnTo>
                    <a:pt x="1952" y="2303"/>
                  </a:lnTo>
                  <a:cubicBezTo>
                    <a:pt x="1968" y="2303"/>
                    <a:pt x="1968" y="2303"/>
                    <a:pt x="1968" y="2286"/>
                  </a:cubicBezTo>
                  <a:lnTo>
                    <a:pt x="1968" y="2238"/>
                  </a:lnTo>
                  <a:cubicBezTo>
                    <a:pt x="1968" y="2202"/>
                    <a:pt x="1984" y="2169"/>
                    <a:pt x="1984" y="2137"/>
                  </a:cubicBezTo>
                  <a:cubicBezTo>
                    <a:pt x="2069" y="1798"/>
                    <a:pt x="1851" y="1632"/>
                    <a:pt x="1649" y="1462"/>
                  </a:cubicBezTo>
                  <a:cubicBezTo>
                    <a:pt x="1633" y="1446"/>
                    <a:pt x="1617" y="1430"/>
                    <a:pt x="1601" y="1414"/>
                  </a:cubicBezTo>
                  <a:cubicBezTo>
                    <a:pt x="1548" y="1378"/>
                    <a:pt x="1500" y="1329"/>
                    <a:pt x="1463" y="1293"/>
                  </a:cubicBezTo>
                  <a:cubicBezTo>
                    <a:pt x="1330" y="1192"/>
                    <a:pt x="1197" y="1075"/>
                    <a:pt x="1075" y="974"/>
                  </a:cubicBezTo>
                  <a:cubicBezTo>
                    <a:pt x="958" y="873"/>
                    <a:pt x="857" y="772"/>
                    <a:pt x="740" y="671"/>
                  </a:cubicBezTo>
                  <a:cubicBezTo>
                    <a:pt x="538" y="505"/>
                    <a:pt x="336" y="319"/>
                    <a:pt x="134" y="133"/>
                  </a:cubicBezTo>
                  <a:cubicBezTo>
                    <a:pt x="102" y="117"/>
                    <a:pt x="102" y="101"/>
                    <a:pt x="86" y="65"/>
                  </a:cubicBezTo>
                  <a:cubicBezTo>
                    <a:pt x="65" y="49"/>
                    <a:pt x="49"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1"/>
            <p:cNvSpPr/>
            <p:nvPr/>
          </p:nvSpPr>
          <p:spPr>
            <a:xfrm>
              <a:off x="480264" y="1705307"/>
              <a:ext cx="158920" cy="96743"/>
            </a:xfrm>
            <a:custGeom>
              <a:rect b="b" l="l" r="r" t="t"/>
              <a:pathLst>
                <a:path extrusionOk="0" h="974" w="1600">
                  <a:moveTo>
                    <a:pt x="1592" y="0"/>
                  </a:moveTo>
                  <a:cubicBezTo>
                    <a:pt x="1588" y="0"/>
                    <a:pt x="1584" y="4"/>
                    <a:pt x="1584" y="12"/>
                  </a:cubicBezTo>
                  <a:lnTo>
                    <a:pt x="1414" y="97"/>
                  </a:lnTo>
                  <a:cubicBezTo>
                    <a:pt x="1297" y="182"/>
                    <a:pt x="1164" y="250"/>
                    <a:pt x="1046" y="331"/>
                  </a:cubicBezTo>
                  <a:cubicBezTo>
                    <a:pt x="808" y="469"/>
                    <a:pt x="574" y="618"/>
                    <a:pt x="339" y="755"/>
                  </a:cubicBezTo>
                  <a:lnTo>
                    <a:pt x="16" y="957"/>
                  </a:lnTo>
                  <a:cubicBezTo>
                    <a:pt x="16" y="957"/>
                    <a:pt x="0" y="957"/>
                    <a:pt x="16" y="974"/>
                  </a:cubicBezTo>
                  <a:lnTo>
                    <a:pt x="37" y="974"/>
                  </a:lnTo>
                  <a:lnTo>
                    <a:pt x="356" y="788"/>
                  </a:lnTo>
                  <a:cubicBezTo>
                    <a:pt x="590" y="634"/>
                    <a:pt x="824" y="501"/>
                    <a:pt x="1063" y="351"/>
                  </a:cubicBezTo>
                  <a:cubicBezTo>
                    <a:pt x="1180" y="283"/>
                    <a:pt x="1313" y="198"/>
                    <a:pt x="1430" y="129"/>
                  </a:cubicBezTo>
                  <a:lnTo>
                    <a:pt x="1600" y="28"/>
                  </a:lnTo>
                  <a:lnTo>
                    <a:pt x="1600" y="12"/>
                  </a:lnTo>
                  <a:cubicBezTo>
                    <a:pt x="1600" y="4"/>
                    <a:pt x="1596" y="0"/>
                    <a:pt x="1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1"/>
            <p:cNvSpPr/>
            <p:nvPr/>
          </p:nvSpPr>
          <p:spPr>
            <a:xfrm>
              <a:off x="1269501" y="1446565"/>
              <a:ext cx="142134" cy="184943"/>
            </a:xfrm>
            <a:custGeom>
              <a:rect b="b" l="l" r="r" t="t"/>
              <a:pathLst>
                <a:path extrusionOk="0" h="1862" w="1431">
                  <a:moveTo>
                    <a:pt x="1418" y="0"/>
                  </a:moveTo>
                  <a:cubicBezTo>
                    <a:pt x="1416" y="0"/>
                    <a:pt x="1414" y="2"/>
                    <a:pt x="1414" y="8"/>
                  </a:cubicBezTo>
                  <a:cubicBezTo>
                    <a:pt x="1297" y="28"/>
                    <a:pt x="1196" y="92"/>
                    <a:pt x="1095" y="161"/>
                  </a:cubicBezTo>
                  <a:cubicBezTo>
                    <a:pt x="1026" y="193"/>
                    <a:pt x="978" y="230"/>
                    <a:pt x="909" y="262"/>
                  </a:cubicBezTo>
                  <a:cubicBezTo>
                    <a:pt x="723" y="347"/>
                    <a:pt x="554" y="464"/>
                    <a:pt x="388" y="565"/>
                  </a:cubicBezTo>
                  <a:cubicBezTo>
                    <a:pt x="303" y="613"/>
                    <a:pt x="202" y="666"/>
                    <a:pt x="117" y="714"/>
                  </a:cubicBezTo>
                  <a:cubicBezTo>
                    <a:pt x="49" y="751"/>
                    <a:pt x="16" y="783"/>
                    <a:pt x="16" y="852"/>
                  </a:cubicBezTo>
                  <a:lnTo>
                    <a:pt x="16" y="1458"/>
                  </a:lnTo>
                  <a:lnTo>
                    <a:pt x="16" y="1745"/>
                  </a:lnTo>
                  <a:lnTo>
                    <a:pt x="16" y="1761"/>
                  </a:lnTo>
                  <a:cubicBezTo>
                    <a:pt x="0" y="1793"/>
                    <a:pt x="0" y="1825"/>
                    <a:pt x="32" y="1862"/>
                  </a:cubicBezTo>
                  <a:lnTo>
                    <a:pt x="69" y="1862"/>
                  </a:lnTo>
                  <a:lnTo>
                    <a:pt x="49" y="1846"/>
                  </a:lnTo>
                  <a:cubicBezTo>
                    <a:pt x="32" y="1825"/>
                    <a:pt x="32" y="1793"/>
                    <a:pt x="32" y="1761"/>
                  </a:cubicBezTo>
                  <a:lnTo>
                    <a:pt x="32" y="1745"/>
                  </a:lnTo>
                  <a:lnTo>
                    <a:pt x="32" y="1458"/>
                  </a:lnTo>
                  <a:cubicBezTo>
                    <a:pt x="49" y="1256"/>
                    <a:pt x="49" y="1054"/>
                    <a:pt x="49" y="852"/>
                  </a:cubicBezTo>
                  <a:cubicBezTo>
                    <a:pt x="49" y="799"/>
                    <a:pt x="69" y="767"/>
                    <a:pt x="117" y="735"/>
                  </a:cubicBezTo>
                  <a:cubicBezTo>
                    <a:pt x="218" y="682"/>
                    <a:pt x="303" y="634"/>
                    <a:pt x="404" y="581"/>
                  </a:cubicBezTo>
                  <a:cubicBezTo>
                    <a:pt x="574" y="480"/>
                    <a:pt x="739" y="379"/>
                    <a:pt x="925" y="278"/>
                  </a:cubicBezTo>
                  <a:cubicBezTo>
                    <a:pt x="978" y="262"/>
                    <a:pt x="1042" y="209"/>
                    <a:pt x="1095" y="177"/>
                  </a:cubicBezTo>
                  <a:cubicBezTo>
                    <a:pt x="1196" y="129"/>
                    <a:pt x="1297" y="60"/>
                    <a:pt x="1414" y="28"/>
                  </a:cubicBezTo>
                  <a:cubicBezTo>
                    <a:pt x="1430" y="28"/>
                    <a:pt x="1430" y="8"/>
                    <a:pt x="1430" y="8"/>
                  </a:cubicBezTo>
                  <a:cubicBezTo>
                    <a:pt x="1430" y="8"/>
                    <a:pt x="1423"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1"/>
            <p:cNvSpPr/>
            <p:nvPr/>
          </p:nvSpPr>
          <p:spPr>
            <a:xfrm>
              <a:off x="2136906" y="3055829"/>
              <a:ext cx="5364" cy="26619"/>
            </a:xfrm>
            <a:custGeom>
              <a:rect b="b" l="l" r="r" t="t"/>
              <a:pathLst>
                <a:path extrusionOk="0" h="268" w="54">
                  <a:moveTo>
                    <a:pt x="21" y="1"/>
                  </a:moveTo>
                  <a:cubicBezTo>
                    <a:pt x="1" y="49"/>
                    <a:pt x="1" y="118"/>
                    <a:pt x="1" y="166"/>
                  </a:cubicBezTo>
                  <a:lnTo>
                    <a:pt x="1" y="251"/>
                  </a:lnTo>
                  <a:cubicBezTo>
                    <a:pt x="1" y="251"/>
                    <a:pt x="1" y="267"/>
                    <a:pt x="21" y="267"/>
                  </a:cubicBezTo>
                  <a:cubicBezTo>
                    <a:pt x="21" y="267"/>
                    <a:pt x="37" y="267"/>
                    <a:pt x="37" y="251"/>
                  </a:cubicBezTo>
                  <a:lnTo>
                    <a:pt x="37" y="166"/>
                  </a:lnTo>
                  <a:cubicBezTo>
                    <a:pt x="21" y="118"/>
                    <a:pt x="21" y="65"/>
                    <a:pt x="37" y="17"/>
                  </a:cubicBezTo>
                  <a:cubicBezTo>
                    <a:pt x="53" y="17"/>
                    <a:pt x="37"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1"/>
            <p:cNvSpPr/>
            <p:nvPr/>
          </p:nvSpPr>
          <p:spPr>
            <a:xfrm>
              <a:off x="747846" y="2987195"/>
              <a:ext cx="4966" cy="91975"/>
            </a:xfrm>
            <a:custGeom>
              <a:rect b="b" l="l" r="r" t="t"/>
              <a:pathLst>
                <a:path extrusionOk="0" h="926" w="50">
                  <a:moveTo>
                    <a:pt x="17" y="1"/>
                  </a:moveTo>
                  <a:cubicBezTo>
                    <a:pt x="17" y="1"/>
                    <a:pt x="1" y="1"/>
                    <a:pt x="1" y="17"/>
                  </a:cubicBezTo>
                  <a:cubicBezTo>
                    <a:pt x="17" y="134"/>
                    <a:pt x="17" y="271"/>
                    <a:pt x="17" y="405"/>
                  </a:cubicBezTo>
                  <a:lnTo>
                    <a:pt x="17" y="607"/>
                  </a:lnTo>
                  <a:lnTo>
                    <a:pt x="17" y="825"/>
                  </a:lnTo>
                  <a:lnTo>
                    <a:pt x="17" y="926"/>
                  </a:lnTo>
                  <a:lnTo>
                    <a:pt x="49" y="926"/>
                  </a:lnTo>
                  <a:lnTo>
                    <a:pt x="49" y="825"/>
                  </a:lnTo>
                  <a:lnTo>
                    <a:pt x="49" y="607"/>
                  </a:lnTo>
                  <a:lnTo>
                    <a:pt x="49" y="405"/>
                  </a:lnTo>
                  <a:cubicBezTo>
                    <a:pt x="49" y="271"/>
                    <a:pt x="49"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1"/>
            <p:cNvSpPr/>
            <p:nvPr/>
          </p:nvSpPr>
          <p:spPr>
            <a:xfrm>
              <a:off x="1339724" y="1677297"/>
              <a:ext cx="8443" cy="103099"/>
            </a:xfrm>
            <a:custGeom>
              <a:rect b="b" l="l" r="r" t="t"/>
              <a:pathLst>
                <a:path extrusionOk="0" h="1038" w="85">
                  <a:moveTo>
                    <a:pt x="20" y="0"/>
                  </a:moveTo>
                  <a:cubicBezTo>
                    <a:pt x="18" y="0"/>
                    <a:pt x="16" y="2"/>
                    <a:pt x="16" y="7"/>
                  </a:cubicBezTo>
                  <a:cubicBezTo>
                    <a:pt x="0" y="7"/>
                    <a:pt x="0" y="7"/>
                    <a:pt x="0" y="28"/>
                  </a:cubicBezTo>
                  <a:cubicBezTo>
                    <a:pt x="32" y="129"/>
                    <a:pt x="32" y="246"/>
                    <a:pt x="32" y="347"/>
                  </a:cubicBezTo>
                  <a:cubicBezTo>
                    <a:pt x="16" y="395"/>
                    <a:pt x="16" y="448"/>
                    <a:pt x="16" y="480"/>
                  </a:cubicBezTo>
                  <a:lnTo>
                    <a:pt x="16" y="633"/>
                  </a:lnTo>
                  <a:cubicBezTo>
                    <a:pt x="0" y="767"/>
                    <a:pt x="0" y="900"/>
                    <a:pt x="69" y="1037"/>
                  </a:cubicBezTo>
                  <a:lnTo>
                    <a:pt x="85" y="1037"/>
                  </a:lnTo>
                  <a:lnTo>
                    <a:pt x="85" y="1017"/>
                  </a:lnTo>
                  <a:cubicBezTo>
                    <a:pt x="32" y="900"/>
                    <a:pt x="32" y="767"/>
                    <a:pt x="49" y="633"/>
                  </a:cubicBezTo>
                  <a:lnTo>
                    <a:pt x="49" y="480"/>
                  </a:lnTo>
                  <a:lnTo>
                    <a:pt x="49" y="347"/>
                  </a:lnTo>
                  <a:cubicBezTo>
                    <a:pt x="69" y="246"/>
                    <a:pt x="69" y="129"/>
                    <a:pt x="32" y="7"/>
                  </a:cubicBezTo>
                  <a:cubicBezTo>
                    <a:pt x="32" y="7"/>
                    <a:pt x="25"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1"/>
            <p:cNvSpPr/>
            <p:nvPr/>
          </p:nvSpPr>
          <p:spPr>
            <a:xfrm>
              <a:off x="869817" y="2462362"/>
              <a:ext cx="336314" cy="232421"/>
            </a:xfrm>
            <a:custGeom>
              <a:rect b="b" l="l" r="r" t="t"/>
              <a:pathLst>
                <a:path extrusionOk="0" h="2340" w="3386">
                  <a:moveTo>
                    <a:pt x="3366" y="1"/>
                  </a:moveTo>
                  <a:cubicBezTo>
                    <a:pt x="3265" y="17"/>
                    <a:pt x="3184" y="49"/>
                    <a:pt x="3099" y="102"/>
                  </a:cubicBezTo>
                  <a:cubicBezTo>
                    <a:pt x="3063" y="118"/>
                    <a:pt x="3030" y="134"/>
                    <a:pt x="2982" y="150"/>
                  </a:cubicBezTo>
                  <a:cubicBezTo>
                    <a:pt x="2578" y="336"/>
                    <a:pt x="2174" y="522"/>
                    <a:pt x="1786" y="708"/>
                  </a:cubicBezTo>
                  <a:cubicBezTo>
                    <a:pt x="1584" y="789"/>
                    <a:pt x="1366" y="890"/>
                    <a:pt x="1164" y="991"/>
                  </a:cubicBezTo>
                  <a:lnTo>
                    <a:pt x="1043" y="1043"/>
                  </a:lnTo>
                  <a:cubicBezTo>
                    <a:pt x="760" y="1176"/>
                    <a:pt x="457" y="1314"/>
                    <a:pt x="170" y="1431"/>
                  </a:cubicBezTo>
                  <a:cubicBezTo>
                    <a:pt x="33" y="1479"/>
                    <a:pt x="1" y="1548"/>
                    <a:pt x="1" y="1665"/>
                  </a:cubicBezTo>
                  <a:cubicBezTo>
                    <a:pt x="17" y="1782"/>
                    <a:pt x="1" y="1900"/>
                    <a:pt x="1" y="2021"/>
                  </a:cubicBezTo>
                  <a:lnTo>
                    <a:pt x="1" y="2186"/>
                  </a:lnTo>
                  <a:lnTo>
                    <a:pt x="1" y="2223"/>
                  </a:lnTo>
                  <a:cubicBezTo>
                    <a:pt x="1" y="2255"/>
                    <a:pt x="1" y="2303"/>
                    <a:pt x="33" y="2340"/>
                  </a:cubicBezTo>
                  <a:lnTo>
                    <a:pt x="53" y="2340"/>
                  </a:lnTo>
                  <a:lnTo>
                    <a:pt x="53" y="2324"/>
                  </a:lnTo>
                  <a:cubicBezTo>
                    <a:pt x="33" y="2287"/>
                    <a:pt x="33" y="2255"/>
                    <a:pt x="33" y="2223"/>
                  </a:cubicBezTo>
                  <a:lnTo>
                    <a:pt x="33" y="2186"/>
                  </a:lnTo>
                  <a:lnTo>
                    <a:pt x="33" y="2021"/>
                  </a:lnTo>
                  <a:lnTo>
                    <a:pt x="33" y="1665"/>
                  </a:lnTo>
                  <a:cubicBezTo>
                    <a:pt x="17" y="1548"/>
                    <a:pt x="53" y="1496"/>
                    <a:pt x="170" y="1447"/>
                  </a:cubicBezTo>
                  <a:cubicBezTo>
                    <a:pt x="473" y="1330"/>
                    <a:pt x="776" y="1193"/>
                    <a:pt x="1063" y="1059"/>
                  </a:cubicBezTo>
                  <a:lnTo>
                    <a:pt x="1180" y="1011"/>
                  </a:lnTo>
                  <a:cubicBezTo>
                    <a:pt x="1382" y="926"/>
                    <a:pt x="1584" y="825"/>
                    <a:pt x="1786" y="724"/>
                  </a:cubicBezTo>
                  <a:cubicBezTo>
                    <a:pt x="2190" y="538"/>
                    <a:pt x="2594" y="352"/>
                    <a:pt x="2998" y="183"/>
                  </a:cubicBezTo>
                  <a:cubicBezTo>
                    <a:pt x="3030" y="167"/>
                    <a:pt x="3083" y="150"/>
                    <a:pt x="3115" y="118"/>
                  </a:cubicBezTo>
                  <a:cubicBezTo>
                    <a:pt x="3184" y="82"/>
                    <a:pt x="3285" y="33"/>
                    <a:pt x="3366" y="33"/>
                  </a:cubicBezTo>
                  <a:cubicBezTo>
                    <a:pt x="3386" y="33"/>
                    <a:pt x="3386" y="17"/>
                    <a:pt x="3386" y="17"/>
                  </a:cubicBezTo>
                  <a:cubicBezTo>
                    <a:pt x="3386" y="1"/>
                    <a:pt x="3386" y="1"/>
                    <a:pt x="3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1"/>
            <p:cNvSpPr/>
            <p:nvPr/>
          </p:nvSpPr>
          <p:spPr>
            <a:xfrm>
              <a:off x="851343" y="2784970"/>
              <a:ext cx="361245" cy="257351"/>
            </a:xfrm>
            <a:custGeom>
              <a:rect b="b" l="l" r="r" t="t"/>
              <a:pathLst>
                <a:path extrusionOk="0" h="2591" w="3637">
                  <a:moveTo>
                    <a:pt x="3552" y="1"/>
                  </a:moveTo>
                  <a:lnTo>
                    <a:pt x="3552" y="17"/>
                  </a:lnTo>
                  <a:cubicBezTo>
                    <a:pt x="3604" y="65"/>
                    <a:pt x="3604" y="134"/>
                    <a:pt x="3588" y="203"/>
                  </a:cubicBezTo>
                  <a:cubicBezTo>
                    <a:pt x="3572" y="235"/>
                    <a:pt x="3572" y="267"/>
                    <a:pt x="3572" y="288"/>
                  </a:cubicBezTo>
                  <a:lnTo>
                    <a:pt x="3572" y="1043"/>
                  </a:lnTo>
                  <a:cubicBezTo>
                    <a:pt x="3572" y="1128"/>
                    <a:pt x="3552" y="1160"/>
                    <a:pt x="3487" y="1197"/>
                  </a:cubicBezTo>
                  <a:cubicBezTo>
                    <a:pt x="2897" y="1415"/>
                    <a:pt x="2340" y="1633"/>
                    <a:pt x="1871" y="1819"/>
                  </a:cubicBezTo>
                  <a:cubicBezTo>
                    <a:pt x="1601" y="1920"/>
                    <a:pt x="1350" y="2021"/>
                    <a:pt x="1096" y="2122"/>
                  </a:cubicBezTo>
                  <a:cubicBezTo>
                    <a:pt x="926" y="2186"/>
                    <a:pt x="760" y="2271"/>
                    <a:pt x="574" y="2340"/>
                  </a:cubicBezTo>
                  <a:cubicBezTo>
                    <a:pt x="522" y="2356"/>
                    <a:pt x="457" y="2372"/>
                    <a:pt x="405" y="2408"/>
                  </a:cubicBezTo>
                  <a:cubicBezTo>
                    <a:pt x="271" y="2441"/>
                    <a:pt x="138" y="2489"/>
                    <a:pt x="17" y="2558"/>
                  </a:cubicBezTo>
                  <a:lnTo>
                    <a:pt x="1" y="2574"/>
                  </a:lnTo>
                  <a:lnTo>
                    <a:pt x="17" y="2590"/>
                  </a:lnTo>
                  <a:cubicBezTo>
                    <a:pt x="154" y="2526"/>
                    <a:pt x="288" y="2473"/>
                    <a:pt x="405" y="2425"/>
                  </a:cubicBezTo>
                  <a:cubicBezTo>
                    <a:pt x="473" y="2408"/>
                    <a:pt x="522" y="2388"/>
                    <a:pt x="591" y="2356"/>
                  </a:cubicBezTo>
                  <a:cubicBezTo>
                    <a:pt x="760" y="2287"/>
                    <a:pt x="926" y="2223"/>
                    <a:pt x="1112" y="2154"/>
                  </a:cubicBezTo>
                  <a:lnTo>
                    <a:pt x="1871" y="1851"/>
                  </a:lnTo>
                  <a:cubicBezTo>
                    <a:pt x="2340" y="1649"/>
                    <a:pt x="2913" y="1431"/>
                    <a:pt x="3487" y="1213"/>
                  </a:cubicBezTo>
                  <a:cubicBezTo>
                    <a:pt x="3588" y="1176"/>
                    <a:pt x="3604" y="1128"/>
                    <a:pt x="3604" y="1043"/>
                  </a:cubicBezTo>
                  <a:lnTo>
                    <a:pt x="3604" y="288"/>
                  </a:lnTo>
                  <a:lnTo>
                    <a:pt x="3604" y="203"/>
                  </a:lnTo>
                  <a:cubicBezTo>
                    <a:pt x="3620" y="134"/>
                    <a:pt x="3637" y="65"/>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1"/>
            <p:cNvSpPr/>
            <p:nvPr/>
          </p:nvSpPr>
          <p:spPr>
            <a:xfrm>
              <a:off x="697687" y="3552156"/>
              <a:ext cx="4966" cy="20163"/>
            </a:xfrm>
            <a:custGeom>
              <a:rect b="b" l="l" r="r" t="t"/>
              <a:pathLst>
                <a:path extrusionOk="0" h="203" w="50">
                  <a:moveTo>
                    <a:pt x="17" y="1"/>
                  </a:moveTo>
                  <a:lnTo>
                    <a:pt x="17" y="17"/>
                  </a:lnTo>
                  <a:lnTo>
                    <a:pt x="17" y="69"/>
                  </a:lnTo>
                  <a:cubicBezTo>
                    <a:pt x="1" y="118"/>
                    <a:pt x="1" y="154"/>
                    <a:pt x="17" y="186"/>
                  </a:cubicBezTo>
                  <a:lnTo>
                    <a:pt x="33" y="203"/>
                  </a:lnTo>
                  <a:lnTo>
                    <a:pt x="49" y="203"/>
                  </a:lnTo>
                  <a:lnTo>
                    <a:pt x="49" y="186"/>
                  </a:lnTo>
                  <a:cubicBezTo>
                    <a:pt x="33" y="154"/>
                    <a:pt x="33" y="118"/>
                    <a:pt x="33" y="69"/>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1"/>
            <p:cNvSpPr/>
            <p:nvPr/>
          </p:nvSpPr>
          <p:spPr>
            <a:xfrm>
              <a:off x="687655" y="2473288"/>
              <a:ext cx="128924" cy="146107"/>
            </a:xfrm>
            <a:custGeom>
              <a:rect b="b" l="l" r="r" t="t"/>
              <a:pathLst>
                <a:path extrusionOk="0" h="1471" w="1298">
                  <a:moveTo>
                    <a:pt x="1275" y="1"/>
                  </a:moveTo>
                  <a:cubicBezTo>
                    <a:pt x="1272" y="1"/>
                    <a:pt x="1268" y="3"/>
                    <a:pt x="1261" y="8"/>
                  </a:cubicBezTo>
                  <a:lnTo>
                    <a:pt x="1043" y="109"/>
                  </a:lnTo>
                  <a:cubicBezTo>
                    <a:pt x="857" y="194"/>
                    <a:pt x="675" y="258"/>
                    <a:pt x="506" y="343"/>
                  </a:cubicBezTo>
                  <a:cubicBezTo>
                    <a:pt x="421" y="396"/>
                    <a:pt x="336" y="428"/>
                    <a:pt x="251" y="460"/>
                  </a:cubicBezTo>
                  <a:cubicBezTo>
                    <a:pt x="203" y="497"/>
                    <a:pt x="150" y="513"/>
                    <a:pt x="102" y="545"/>
                  </a:cubicBezTo>
                  <a:cubicBezTo>
                    <a:pt x="49" y="561"/>
                    <a:pt x="1" y="598"/>
                    <a:pt x="1" y="662"/>
                  </a:cubicBezTo>
                  <a:lnTo>
                    <a:pt x="1" y="949"/>
                  </a:lnTo>
                  <a:cubicBezTo>
                    <a:pt x="1" y="1119"/>
                    <a:pt x="1" y="1285"/>
                    <a:pt x="17" y="1454"/>
                  </a:cubicBezTo>
                  <a:cubicBezTo>
                    <a:pt x="17" y="1470"/>
                    <a:pt x="17" y="1470"/>
                    <a:pt x="33" y="1470"/>
                  </a:cubicBezTo>
                  <a:cubicBezTo>
                    <a:pt x="33" y="1470"/>
                    <a:pt x="49" y="1470"/>
                    <a:pt x="49" y="1454"/>
                  </a:cubicBezTo>
                  <a:cubicBezTo>
                    <a:pt x="17" y="1285"/>
                    <a:pt x="33" y="1119"/>
                    <a:pt x="33" y="949"/>
                  </a:cubicBezTo>
                  <a:lnTo>
                    <a:pt x="33" y="662"/>
                  </a:lnTo>
                  <a:cubicBezTo>
                    <a:pt x="33" y="614"/>
                    <a:pt x="69" y="578"/>
                    <a:pt x="118" y="561"/>
                  </a:cubicBezTo>
                  <a:cubicBezTo>
                    <a:pt x="170" y="545"/>
                    <a:pt x="219" y="513"/>
                    <a:pt x="271" y="497"/>
                  </a:cubicBezTo>
                  <a:cubicBezTo>
                    <a:pt x="352" y="460"/>
                    <a:pt x="421" y="412"/>
                    <a:pt x="506" y="376"/>
                  </a:cubicBezTo>
                  <a:cubicBezTo>
                    <a:pt x="691" y="295"/>
                    <a:pt x="877" y="210"/>
                    <a:pt x="1059" y="125"/>
                  </a:cubicBezTo>
                  <a:lnTo>
                    <a:pt x="1281" y="24"/>
                  </a:lnTo>
                  <a:cubicBezTo>
                    <a:pt x="1281" y="24"/>
                    <a:pt x="1297" y="8"/>
                    <a:pt x="1281" y="8"/>
                  </a:cubicBezTo>
                  <a:cubicBezTo>
                    <a:pt x="1281" y="8"/>
                    <a:pt x="1281"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1"/>
            <p:cNvSpPr/>
            <p:nvPr/>
          </p:nvSpPr>
          <p:spPr>
            <a:xfrm>
              <a:off x="1923059" y="3712665"/>
              <a:ext cx="20163" cy="21752"/>
            </a:xfrm>
            <a:custGeom>
              <a:rect b="b" l="l" r="r" t="t"/>
              <a:pathLst>
                <a:path extrusionOk="0" h="219" w="203">
                  <a:moveTo>
                    <a:pt x="1" y="1"/>
                  </a:moveTo>
                  <a:lnTo>
                    <a:pt x="1" y="17"/>
                  </a:lnTo>
                  <a:lnTo>
                    <a:pt x="69" y="219"/>
                  </a:lnTo>
                  <a:lnTo>
                    <a:pt x="203" y="219"/>
                  </a:lnTo>
                  <a:lnTo>
                    <a:pt x="203" y="202"/>
                  </a:lnTo>
                  <a:lnTo>
                    <a:pt x="203" y="186"/>
                  </a:lnTo>
                  <a:lnTo>
                    <a:pt x="86" y="186"/>
                  </a:lnTo>
                  <a:lnTo>
                    <a:pt x="17" y="17"/>
                  </a:ln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1"/>
            <p:cNvSpPr/>
            <p:nvPr/>
          </p:nvSpPr>
          <p:spPr>
            <a:xfrm>
              <a:off x="505493" y="2875256"/>
              <a:ext cx="130513" cy="56715"/>
            </a:xfrm>
            <a:custGeom>
              <a:rect b="b" l="l" r="r" t="t"/>
              <a:pathLst>
                <a:path extrusionOk="0" h="571" w="1314">
                  <a:moveTo>
                    <a:pt x="1297" y="1"/>
                  </a:moveTo>
                  <a:lnTo>
                    <a:pt x="1043" y="102"/>
                  </a:lnTo>
                  <a:cubicBezTo>
                    <a:pt x="825" y="203"/>
                    <a:pt x="607" y="304"/>
                    <a:pt x="368" y="405"/>
                  </a:cubicBezTo>
                  <a:cubicBezTo>
                    <a:pt x="287" y="437"/>
                    <a:pt x="203" y="469"/>
                    <a:pt x="118" y="506"/>
                  </a:cubicBezTo>
                  <a:cubicBezTo>
                    <a:pt x="85" y="522"/>
                    <a:pt x="49" y="538"/>
                    <a:pt x="1" y="538"/>
                  </a:cubicBezTo>
                  <a:lnTo>
                    <a:pt x="1" y="570"/>
                  </a:lnTo>
                  <a:lnTo>
                    <a:pt x="17" y="570"/>
                  </a:lnTo>
                  <a:cubicBezTo>
                    <a:pt x="49" y="554"/>
                    <a:pt x="102" y="538"/>
                    <a:pt x="134" y="522"/>
                  </a:cubicBezTo>
                  <a:cubicBezTo>
                    <a:pt x="219" y="490"/>
                    <a:pt x="304" y="453"/>
                    <a:pt x="388" y="421"/>
                  </a:cubicBezTo>
                  <a:cubicBezTo>
                    <a:pt x="607" y="320"/>
                    <a:pt x="841" y="235"/>
                    <a:pt x="1059" y="134"/>
                  </a:cubicBezTo>
                  <a:lnTo>
                    <a:pt x="1297" y="33"/>
                  </a:lnTo>
                  <a:cubicBezTo>
                    <a:pt x="1314" y="33"/>
                    <a:pt x="1314" y="17"/>
                    <a:pt x="1314" y="17"/>
                  </a:cubicBezTo>
                  <a:cubicBezTo>
                    <a:pt x="1314" y="1"/>
                    <a:pt x="1297" y="1"/>
                    <a:pt x="1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1"/>
            <p:cNvSpPr/>
            <p:nvPr/>
          </p:nvSpPr>
          <p:spPr>
            <a:xfrm>
              <a:off x="787973" y="3619200"/>
              <a:ext cx="4966" cy="100418"/>
            </a:xfrm>
            <a:custGeom>
              <a:rect b="b" l="l" r="r" t="t"/>
              <a:pathLst>
                <a:path extrusionOk="0" h="1011" w="50">
                  <a:moveTo>
                    <a:pt x="17" y="0"/>
                  </a:moveTo>
                  <a:cubicBezTo>
                    <a:pt x="17" y="0"/>
                    <a:pt x="1" y="0"/>
                    <a:pt x="1" y="16"/>
                  </a:cubicBezTo>
                  <a:cubicBezTo>
                    <a:pt x="33" y="218"/>
                    <a:pt x="17" y="404"/>
                    <a:pt x="17" y="606"/>
                  </a:cubicBezTo>
                  <a:lnTo>
                    <a:pt x="17" y="723"/>
                  </a:lnTo>
                  <a:lnTo>
                    <a:pt x="17" y="792"/>
                  </a:lnTo>
                  <a:cubicBezTo>
                    <a:pt x="17" y="857"/>
                    <a:pt x="17" y="925"/>
                    <a:pt x="1" y="994"/>
                  </a:cubicBezTo>
                  <a:cubicBezTo>
                    <a:pt x="1" y="1010"/>
                    <a:pt x="17" y="1010"/>
                    <a:pt x="17" y="1010"/>
                  </a:cubicBezTo>
                  <a:cubicBezTo>
                    <a:pt x="33" y="1010"/>
                    <a:pt x="33" y="1010"/>
                    <a:pt x="33" y="994"/>
                  </a:cubicBezTo>
                  <a:lnTo>
                    <a:pt x="33" y="792"/>
                  </a:lnTo>
                  <a:lnTo>
                    <a:pt x="33" y="723"/>
                  </a:lnTo>
                  <a:cubicBezTo>
                    <a:pt x="49" y="691"/>
                    <a:pt x="49" y="639"/>
                    <a:pt x="49" y="606"/>
                  </a:cubicBez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1"/>
            <p:cNvSpPr/>
            <p:nvPr/>
          </p:nvSpPr>
          <p:spPr>
            <a:xfrm>
              <a:off x="487019" y="1711664"/>
              <a:ext cx="153854" cy="108860"/>
            </a:xfrm>
            <a:custGeom>
              <a:rect b="b" l="l" r="r" t="t"/>
              <a:pathLst>
                <a:path extrusionOk="0" h="1096" w="1549">
                  <a:moveTo>
                    <a:pt x="1516" y="1"/>
                  </a:moveTo>
                  <a:cubicBezTo>
                    <a:pt x="1500" y="1"/>
                    <a:pt x="1500" y="1"/>
                    <a:pt x="1500" y="17"/>
                  </a:cubicBezTo>
                  <a:cubicBezTo>
                    <a:pt x="1532" y="166"/>
                    <a:pt x="1532" y="166"/>
                    <a:pt x="1399" y="251"/>
                  </a:cubicBezTo>
                  <a:lnTo>
                    <a:pt x="1382" y="251"/>
                  </a:lnTo>
                  <a:cubicBezTo>
                    <a:pt x="1079" y="421"/>
                    <a:pt x="793" y="607"/>
                    <a:pt x="490" y="772"/>
                  </a:cubicBezTo>
                  <a:cubicBezTo>
                    <a:pt x="336" y="857"/>
                    <a:pt x="203" y="942"/>
                    <a:pt x="49" y="1043"/>
                  </a:cubicBezTo>
                  <a:cubicBezTo>
                    <a:pt x="49" y="1043"/>
                    <a:pt x="33" y="1043"/>
                    <a:pt x="17" y="1059"/>
                  </a:cubicBezTo>
                  <a:lnTo>
                    <a:pt x="1" y="1059"/>
                  </a:lnTo>
                  <a:lnTo>
                    <a:pt x="1" y="1075"/>
                  </a:lnTo>
                  <a:lnTo>
                    <a:pt x="17" y="1095"/>
                  </a:lnTo>
                  <a:lnTo>
                    <a:pt x="33" y="1075"/>
                  </a:lnTo>
                  <a:cubicBezTo>
                    <a:pt x="49" y="1075"/>
                    <a:pt x="49" y="1059"/>
                    <a:pt x="69" y="1059"/>
                  </a:cubicBezTo>
                  <a:cubicBezTo>
                    <a:pt x="219" y="974"/>
                    <a:pt x="352" y="893"/>
                    <a:pt x="506" y="809"/>
                  </a:cubicBezTo>
                  <a:cubicBezTo>
                    <a:pt x="793" y="623"/>
                    <a:pt x="1096" y="453"/>
                    <a:pt x="1399" y="267"/>
                  </a:cubicBezTo>
                  <a:cubicBezTo>
                    <a:pt x="1548" y="186"/>
                    <a:pt x="1548" y="166"/>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1"/>
            <p:cNvSpPr/>
            <p:nvPr/>
          </p:nvSpPr>
          <p:spPr>
            <a:xfrm>
              <a:off x="1643857" y="3485608"/>
              <a:ext cx="6853" cy="76679"/>
            </a:xfrm>
            <a:custGeom>
              <a:rect b="b" l="l" r="r" t="t"/>
              <a:pathLst>
                <a:path extrusionOk="0" h="772" w="69">
                  <a:moveTo>
                    <a:pt x="37" y="0"/>
                  </a:moveTo>
                  <a:cubicBezTo>
                    <a:pt x="16" y="133"/>
                    <a:pt x="16" y="267"/>
                    <a:pt x="16" y="384"/>
                  </a:cubicBezTo>
                  <a:lnTo>
                    <a:pt x="16" y="622"/>
                  </a:lnTo>
                  <a:lnTo>
                    <a:pt x="16" y="671"/>
                  </a:lnTo>
                  <a:cubicBezTo>
                    <a:pt x="16" y="707"/>
                    <a:pt x="37" y="723"/>
                    <a:pt x="16" y="755"/>
                  </a:cubicBezTo>
                  <a:cubicBezTo>
                    <a:pt x="0" y="755"/>
                    <a:pt x="0" y="772"/>
                    <a:pt x="16" y="772"/>
                  </a:cubicBezTo>
                  <a:lnTo>
                    <a:pt x="37" y="772"/>
                  </a:lnTo>
                  <a:cubicBezTo>
                    <a:pt x="53" y="739"/>
                    <a:pt x="53" y="707"/>
                    <a:pt x="53" y="671"/>
                  </a:cubicBezTo>
                  <a:lnTo>
                    <a:pt x="53" y="622"/>
                  </a:lnTo>
                  <a:lnTo>
                    <a:pt x="53" y="384"/>
                  </a:lnTo>
                  <a:cubicBezTo>
                    <a:pt x="53" y="267"/>
                    <a:pt x="53" y="133"/>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1"/>
            <p:cNvSpPr/>
            <p:nvPr/>
          </p:nvSpPr>
          <p:spPr>
            <a:xfrm>
              <a:off x="1737719" y="2907835"/>
              <a:ext cx="170640" cy="307014"/>
            </a:xfrm>
            <a:custGeom>
              <a:rect b="b" l="l" r="r" t="t"/>
              <a:pathLst>
                <a:path extrusionOk="0" h="3091" w="1718">
                  <a:moveTo>
                    <a:pt x="12" y="1"/>
                  </a:moveTo>
                  <a:cubicBezTo>
                    <a:pt x="9" y="1"/>
                    <a:pt x="6" y="3"/>
                    <a:pt x="0" y="8"/>
                  </a:cubicBezTo>
                  <a:lnTo>
                    <a:pt x="0" y="24"/>
                  </a:lnTo>
                  <a:cubicBezTo>
                    <a:pt x="0" y="40"/>
                    <a:pt x="0" y="61"/>
                    <a:pt x="17" y="77"/>
                  </a:cubicBezTo>
                  <a:cubicBezTo>
                    <a:pt x="17" y="109"/>
                    <a:pt x="33" y="162"/>
                    <a:pt x="65" y="178"/>
                  </a:cubicBezTo>
                  <a:cubicBezTo>
                    <a:pt x="202" y="311"/>
                    <a:pt x="336" y="464"/>
                    <a:pt x="437" y="614"/>
                  </a:cubicBezTo>
                  <a:cubicBezTo>
                    <a:pt x="505" y="683"/>
                    <a:pt x="554" y="747"/>
                    <a:pt x="606" y="816"/>
                  </a:cubicBezTo>
                  <a:cubicBezTo>
                    <a:pt x="841" y="1103"/>
                    <a:pt x="1059" y="1390"/>
                    <a:pt x="1277" y="1656"/>
                  </a:cubicBezTo>
                  <a:cubicBezTo>
                    <a:pt x="1394" y="1810"/>
                    <a:pt x="1515" y="1943"/>
                    <a:pt x="1632" y="2097"/>
                  </a:cubicBezTo>
                  <a:cubicBezTo>
                    <a:pt x="1649" y="2097"/>
                    <a:pt x="1649" y="2097"/>
                    <a:pt x="1649" y="2113"/>
                  </a:cubicBezTo>
                  <a:cubicBezTo>
                    <a:pt x="1665" y="2129"/>
                    <a:pt x="1697" y="2145"/>
                    <a:pt x="1681" y="2198"/>
                  </a:cubicBezTo>
                  <a:cubicBezTo>
                    <a:pt x="1665" y="2347"/>
                    <a:pt x="1665" y="2517"/>
                    <a:pt x="1665" y="2666"/>
                  </a:cubicBezTo>
                  <a:cubicBezTo>
                    <a:pt x="1665" y="2751"/>
                    <a:pt x="1681" y="2852"/>
                    <a:pt x="1665" y="2937"/>
                  </a:cubicBezTo>
                  <a:cubicBezTo>
                    <a:pt x="1665" y="2969"/>
                    <a:pt x="1665" y="3022"/>
                    <a:pt x="1649" y="3054"/>
                  </a:cubicBezTo>
                  <a:lnTo>
                    <a:pt x="1649" y="3070"/>
                  </a:lnTo>
                  <a:lnTo>
                    <a:pt x="1665" y="3090"/>
                  </a:lnTo>
                  <a:lnTo>
                    <a:pt x="1665" y="3070"/>
                  </a:lnTo>
                  <a:cubicBezTo>
                    <a:pt x="1697" y="3038"/>
                    <a:pt x="1697" y="2989"/>
                    <a:pt x="1697" y="2937"/>
                  </a:cubicBezTo>
                  <a:lnTo>
                    <a:pt x="1697" y="2666"/>
                  </a:lnTo>
                  <a:cubicBezTo>
                    <a:pt x="1697" y="2517"/>
                    <a:pt x="1697" y="2347"/>
                    <a:pt x="1717" y="2198"/>
                  </a:cubicBezTo>
                  <a:cubicBezTo>
                    <a:pt x="1717" y="2145"/>
                    <a:pt x="1697" y="2113"/>
                    <a:pt x="1665" y="2097"/>
                  </a:cubicBezTo>
                  <a:cubicBezTo>
                    <a:pt x="1665" y="2080"/>
                    <a:pt x="1665" y="2080"/>
                    <a:pt x="1649" y="2080"/>
                  </a:cubicBezTo>
                  <a:cubicBezTo>
                    <a:pt x="1532" y="1927"/>
                    <a:pt x="1431" y="1794"/>
                    <a:pt x="1313" y="1640"/>
                  </a:cubicBezTo>
                  <a:cubicBezTo>
                    <a:pt x="1091" y="1373"/>
                    <a:pt x="857" y="1087"/>
                    <a:pt x="623" y="800"/>
                  </a:cubicBezTo>
                  <a:cubicBezTo>
                    <a:pt x="570" y="731"/>
                    <a:pt x="522" y="666"/>
                    <a:pt x="469" y="598"/>
                  </a:cubicBezTo>
                  <a:cubicBezTo>
                    <a:pt x="352" y="444"/>
                    <a:pt x="235" y="295"/>
                    <a:pt x="81" y="162"/>
                  </a:cubicBezTo>
                  <a:cubicBezTo>
                    <a:pt x="49" y="141"/>
                    <a:pt x="49" y="109"/>
                    <a:pt x="33" y="61"/>
                  </a:cubicBezTo>
                  <a:cubicBezTo>
                    <a:pt x="33" y="40"/>
                    <a:pt x="33" y="24"/>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1"/>
            <p:cNvSpPr/>
            <p:nvPr/>
          </p:nvSpPr>
          <p:spPr>
            <a:xfrm>
              <a:off x="2116842" y="3291329"/>
              <a:ext cx="5364" cy="27016"/>
            </a:xfrm>
            <a:custGeom>
              <a:rect b="b" l="l" r="r" t="t"/>
              <a:pathLst>
                <a:path extrusionOk="0" h="272" w="54">
                  <a:moveTo>
                    <a:pt x="53" y="1"/>
                  </a:moveTo>
                  <a:cubicBezTo>
                    <a:pt x="37" y="1"/>
                    <a:pt x="37" y="1"/>
                    <a:pt x="37" y="17"/>
                  </a:cubicBezTo>
                  <a:cubicBezTo>
                    <a:pt x="1" y="70"/>
                    <a:pt x="21" y="118"/>
                    <a:pt x="21" y="171"/>
                  </a:cubicBezTo>
                  <a:lnTo>
                    <a:pt x="21" y="255"/>
                  </a:lnTo>
                  <a:cubicBezTo>
                    <a:pt x="21" y="272"/>
                    <a:pt x="21" y="272"/>
                    <a:pt x="37" y="272"/>
                  </a:cubicBezTo>
                  <a:lnTo>
                    <a:pt x="37" y="255"/>
                  </a:lnTo>
                  <a:cubicBezTo>
                    <a:pt x="53" y="239"/>
                    <a:pt x="37" y="203"/>
                    <a:pt x="37" y="171"/>
                  </a:cubicBezTo>
                  <a:cubicBezTo>
                    <a:pt x="37" y="118"/>
                    <a:pt x="37" y="70"/>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1"/>
            <p:cNvSpPr/>
            <p:nvPr/>
          </p:nvSpPr>
          <p:spPr>
            <a:xfrm>
              <a:off x="2155381" y="3336720"/>
              <a:ext cx="5364" cy="33373"/>
            </a:xfrm>
            <a:custGeom>
              <a:rect b="b" l="l" r="r" t="t"/>
              <a:pathLst>
                <a:path extrusionOk="0" h="336" w="54">
                  <a:moveTo>
                    <a:pt x="37" y="0"/>
                  </a:moveTo>
                  <a:lnTo>
                    <a:pt x="17" y="16"/>
                  </a:lnTo>
                  <a:cubicBezTo>
                    <a:pt x="1" y="85"/>
                    <a:pt x="1" y="150"/>
                    <a:pt x="1" y="202"/>
                  </a:cubicBezTo>
                  <a:lnTo>
                    <a:pt x="1" y="319"/>
                  </a:lnTo>
                  <a:lnTo>
                    <a:pt x="17" y="336"/>
                  </a:lnTo>
                  <a:lnTo>
                    <a:pt x="37" y="319"/>
                  </a:lnTo>
                  <a:lnTo>
                    <a:pt x="37" y="202"/>
                  </a:lnTo>
                  <a:cubicBezTo>
                    <a:pt x="37" y="134"/>
                    <a:pt x="37" y="85"/>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1"/>
            <p:cNvSpPr/>
            <p:nvPr/>
          </p:nvSpPr>
          <p:spPr>
            <a:xfrm>
              <a:off x="1409946" y="1639852"/>
              <a:ext cx="71911" cy="190704"/>
            </a:xfrm>
            <a:custGeom>
              <a:rect b="b" l="l" r="r" t="t"/>
              <a:pathLst>
                <a:path extrusionOk="0" h="1920" w="724">
                  <a:moveTo>
                    <a:pt x="0" y="1"/>
                  </a:moveTo>
                  <a:lnTo>
                    <a:pt x="0" y="17"/>
                  </a:lnTo>
                  <a:cubicBezTo>
                    <a:pt x="117" y="134"/>
                    <a:pt x="186" y="267"/>
                    <a:pt x="271" y="384"/>
                  </a:cubicBezTo>
                  <a:cubicBezTo>
                    <a:pt x="303" y="437"/>
                    <a:pt x="319" y="485"/>
                    <a:pt x="352" y="522"/>
                  </a:cubicBezTo>
                  <a:cubicBezTo>
                    <a:pt x="372" y="554"/>
                    <a:pt x="404" y="586"/>
                    <a:pt x="420" y="639"/>
                  </a:cubicBezTo>
                  <a:cubicBezTo>
                    <a:pt x="473" y="724"/>
                    <a:pt x="537" y="808"/>
                    <a:pt x="606" y="889"/>
                  </a:cubicBezTo>
                  <a:cubicBezTo>
                    <a:pt x="691" y="1010"/>
                    <a:pt x="675" y="1144"/>
                    <a:pt x="675" y="1277"/>
                  </a:cubicBezTo>
                  <a:cubicBezTo>
                    <a:pt x="654" y="1293"/>
                    <a:pt x="654" y="1313"/>
                    <a:pt x="654" y="1330"/>
                  </a:cubicBezTo>
                  <a:cubicBezTo>
                    <a:pt x="638" y="1479"/>
                    <a:pt x="638" y="1633"/>
                    <a:pt x="654" y="1782"/>
                  </a:cubicBezTo>
                  <a:cubicBezTo>
                    <a:pt x="654" y="1818"/>
                    <a:pt x="638" y="1835"/>
                    <a:pt x="638" y="1867"/>
                  </a:cubicBezTo>
                  <a:cubicBezTo>
                    <a:pt x="638" y="1867"/>
                    <a:pt x="622" y="1883"/>
                    <a:pt x="622" y="1899"/>
                  </a:cubicBezTo>
                  <a:lnTo>
                    <a:pt x="622" y="1919"/>
                  </a:lnTo>
                  <a:lnTo>
                    <a:pt x="638" y="1919"/>
                  </a:lnTo>
                  <a:lnTo>
                    <a:pt x="638" y="1899"/>
                  </a:lnTo>
                  <a:cubicBezTo>
                    <a:pt x="654" y="1899"/>
                    <a:pt x="654" y="1883"/>
                    <a:pt x="654" y="1867"/>
                  </a:cubicBezTo>
                  <a:cubicBezTo>
                    <a:pt x="675" y="1851"/>
                    <a:pt x="691" y="1818"/>
                    <a:pt x="675" y="1782"/>
                  </a:cubicBezTo>
                  <a:cubicBezTo>
                    <a:pt x="675" y="1633"/>
                    <a:pt x="675" y="1479"/>
                    <a:pt x="691" y="1346"/>
                  </a:cubicBezTo>
                  <a:lnTo>
                    <a:pt x="691" y="1277"/>
                  </a:lnTo>
                  <a:cubicBezTo>
                    <a:pt x="707" y="1144"/>
                    <a:pt x="723" y="1010"/>
                    <a:pt x="622" y="873"/>
                  </a:cubicBezTo>
                  <a:cubicBezTo>
                    <a:pt x="553" y="808"/>
                    <a:pt x="489" y="707"/>
                    <a:pt x="436" y="623"/>
                  </a:cubicBezTo>
                  <a:cubicBezTo>
                    <a:pt x="420" y="586"/>
                    <a:pt x="404" y="538"/>
                    <a:pt x="372" y="506"/>
                  </a:cubicBezTo>
                  <a:cubicBezTo>
                    <a:pt x="352" y="469"/>
                    <a:pt x="319" y="421"/>
                    <a:pt x="287" y="368"/>
                  </a:cubicBezTo>
                  <a:cubicBezTo>
                    <a:pt x="218" y="251"/>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1"/>
            <p:cNvSpPr/>
            <p:nvPr/>
          </p:nvSpPr>
          <p:spPr>
            <a:xfrm>
              <a:off x="978578" y="3395322"/>
              <a:ext cx="6953" cy="91975"/>
            </a:xfrm>
            <a:custGeom>
              <a:rect b="b" l="l" r="r" t="t"/>
              <a:pathLst>
                <a:path extrusionOk="0" h="926" w="70">
                  <a:moveTo>
                    <a:pt x="17" y="0"/>
                  </a:moveTo>
                  <a:cubicBezTo>
                    <a:pt x="17" y="0"/>
                    <a:pt x="0" y="0"/>
                    <a:pt x="0" y="16"/>
                  </a:cubicBezTo>
                  <a:cubicBezTo>
                    <a:pt x="17" y="166"/>
                    <a:pt x="17" y="319"/>
                    <a:pt x="17" y="469"/>
                  </a:cubicBezTo>
                  <a:lnTo>
                    <a:pt x="17" y="772"/>
                  </a:lnTo>
                  <a:lnTo>
                    <a:pt x="17" y="808"/>
                  </a:lnTo>
                  <a:cubicBezTo>
                    <a:pt x="17" y="840"/>
                    <a:pt x="17" y="889"/>
                    <a:pt x="49" y="925"/>
                  </a:cubicBezTo>
                  <a:lnTo>
                    <a:pt x="69" y="925"/>
                  </a:lnTo>
                  <a:lnTo>
                    <a:pt x="69" y="909"/>
                  </a:lnTo>
                  <a:cubicBezTo>
                    <a:pt x="33" y="873"/>
                    <a:pt x="49" y="840"/>
                    <a:pt x="49" y="808"/>
                  </a:cubicBezTo>
                  <a:lnTo>
                    <a:pt x="49" y="772"/>
                  </a:lnTo>
                  <a:lnTo>
                    <a:pt x="49" y="469"/>
                  </a:lnTo>
                  <a:cubicBezTo>
                    <a:pt x="49" y="319"/>
                    <a:pt x="49" y="166"/>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1"/>
            <p:cNvSpPr/>
            <p:nvPr/>
          </p:nvSpPr>
          <p:spPr>
            <a:xfrm>
              <a:off x="888292" y="2829964"/>
              <a:ext cx="4867" cy="20163"/>
            </a:xfrm>
            <a:custGeom>
              <a:rect b="b" l="l" r="r" t="t"/>
              <a:pathLst>
                <a:path extrusionOk="0" h="203" w="49">
                  <a:moveTo>
                    <a:pt x="17" y="0"/>
                  </a:moveTo>
                  <a:lnTo>
                    <a:pt x="17" y="16"/>
                  </a:lnTo>
                  <a:lnTo>
                    <a:pt x="17" y="69"/>
                  </a:lnTo>
                  <a:cubicBezTo>
                    <a:pt x="0" y="117"/>
                    <a:pt x="0" y="154"/>
                    <a:pt x="17" y="202"/>
                  </a:cubicBezTo>
                  <a:lnTo>
                    <a:pt x="33" y="202"/>
                  </a:lnTo>
                  <a:cubicBezTo>
                    <a:pt x="49" y="202"/>
                    <a:pt x="49" y="186"/>
                    <a:pt x="49" y="186"/>
                  </a:cubicBezTo>
                  <a:cubicBezTo>
                    <a:pt x="33" y="154"/>
                    <a:pt x="33" y="117"/>
                    <a:pt x="33" y="69"/>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1"/>
            <p:cNvSpPr/>
            <p:nvPr/>
          </p:nvSpPr>
          <p:spPr>
            <a:xfrm>
              <a:off x="1409946" y="1646308"/>
              <a:ext cx="6853" cy="160609"/>
            </a:xfrm>
            <a:custGeom>
              <a:rect b="b" l="l" r="r" t="t"/>
              <a:pathLst>
                <a:path extrusionOk="0" h="1617" w="69">
                  <a:moveTo>
                    <a:pt x="49" y="0"/>
                  </a:moveTo>
                  <a:cubicBezTo>
                    <a:pt x="16" y="37"/>
                    <a:pt x="16" y="53"/>
                    <a:pt x="16" y="101"/>
                  </a:cubicBezTo>
                  <a:lnTo>
                    <a:pt x="16" y="372"/>
                  </a:lnTo>
                  <a:cubicBezTo>
                    <a:pt x="0" y="574"/>
                    <a:pt x="0" y="776"/>
                    <a:pt x="16" y="978"/>
                  </a:cubicBezTo>
                  <a:cubicBezTo>
                    <a:pt x="32" y="1147"/>
                    <a:pt x="32" y="1313"/>
                    <a:pt x="32" y="1467"/>
                  </a:cubicBezTo>
                  <a:lnTo>
                    <a:pt x="32" y="1483"/>
                  </a:lnTo>
                  <a:cubicBezTo>
                    <a:pt x="49" y="1531"/>
                    <a:pt x="49" y="1568"/>
                    <a:pt x="16" y="1600"/>
                  </a:cubicBezTo>
                  <a:lnTo>
                    <a:pt x="16" y="1616"/>
                  </a:lnTo>
                  <a:lnTo>
                    <a:pt x="32" y="1616"/>
                  </a:lnTo>
                  <a:cubicBezTo>
                    <a:pt x="69" y="1584"/>
                    <a:pt x="69" y="1531"/>
                    <a:pt x="69" y="1483"/>
                  </a:cubicBezTo>
                  <a:lnTo>
                    <a:pt x="69" y="1467"/>
                  </a:lnTo>
                  <a:cubicBezTo>
                    <a:pt x="69" y="1313"/>
                    <a:pt x="49" y="1147"/>
                    <a:pt x="49" y="978"/>
                  </a:cubicBezTo>
                  <a:cubicBezTo>
                    <a:pt x="32" y="776"/>
                    <a:pt x="32" y="574"/>
                    <a:pt x="32" y="372"/>
                  </a:cubicBezTo>
                  <a:lnTo>
                    <a:pt x="32" y="101"/>
                  </a:lnTo>
                  <a:cubicBezTo>
                    <a:pt x="32" y="69"/>
                    <a:pt x="49"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1"/>
            <p:cNvSpPr/>
            <p:nvPr/>
          </p:nvSpPr>
          <p:spPr>
            <a:xfrm>
              <a:off x="487019" y="2031093"/>
              <a:ext cx="153854" cy="203914"/>
            </a:xfrm>
            <a:custGeom>
              <a:rect b="b" l="l" r="r" t="t"/>
              <a:pathLst>
                <a:path extrusionOk="0" h="2053" w="1549">
                  <a:moveTo>
                    <a:pt x="1500" y="0"/>
                  </a:moveTo>
                  <a:lnTo>
                    <a:pt x="1500" y="16"/>
                  </a:lnTo>
                  <a:cubicBezTo>
                    <a:pt x="1516" y="101"/>
                    <a:pt x="1516" y="182"/>
                    <a:pt x="1516" y="267"/>
                  </a:cubicBezTo>
                  <a:cubicBezTo>
                    <a:pt x="1500" y="319"/>
                    <a:pt x="1500" y="368"/>
                    <a:pt x="1500" y="420"/>
                  </a:cubicBezTo>
                  <a:cubicBezTo>
                    <a:pt x="1516" y="586"/>
                    <a:pt x="1516" y="772"/>
                    <a:pt x="1516" y="941"/>
                  </a:cubicBezTo>
                  <a:lnTo>
                    <a:pt x="1516" y="1160"/>
                  </a:lnTo>
                  <a:cubicBezTo>
                    <a:pt x="1516" y="1228"/>
                    <a:pt x="1516" y="1244"/>
                    <a:pt x="1447" y="1277"/>
                  </a:cubicBezTo>
                  <a:cubicBezTo>
                    <a:pt x="1079" y="1463"/>
                    <a:pt x="724" y="1665"/>
                    <a:pt x="352" y="1850"/>
                  </a:cubicBezTo>
                  <a:cubicBezTo>
                    <a:pt x="251" y="1919"/>
                    <a:pt x="134" y="1968"/>
                    <a:pt x="17" y="2036"/>
                  </a:cubicBezTo>
                  <a:cubicBezTo>
                    <a:pt x="17" y="2036"/>
                    <a:pt x="1" y="2052"/>
                    <a:pt x="17" y="2052"/>
                  </a:cubicBezTo>
                  <a:lnTo>
                    <a:pt x="33" y="2052"/>
                  </a:lnTo>
                  <a:cubicBezTo>
                    <a:pt x="150" y="2000"/>
                    <a:pt x="251" y="1935"/>
                    <a:pt x="372" y="1883"/>
                  </a:cubicBezTo>
                  <a:cubicBezTo>
                    <a:pt x="724" y="1681"/>
                    <a:pt x="1096" y="1495"/>
                    <a:pt x="1463" y="1313"/>
                  </a:cubicBezTo>
                  <a:cubicBezTo>
                    <a:pt x="1532" y="1261"/>
                    <a:pt x="1532" y="1228"/>
                    <a:pt x="1532" y="1160"/>
                  </a:cubicBezTo>
                  <a:lnTo>
                    <a:pt x="1532" y="941"/>
                  </a:lnTo>
                  <a:cubicBezTo>
                    <a:pt x="1532" y="772"/>
                    <a:pt x="1548" y="586"/>
                    <a:pt x="1532" y="404"/>
                  </a:cubicBezTo>
                  <a:lnTo>
                    <a:pt x="1532" y="267"/>
                  </a:lnTo>
                  <a:cubicBezTo>
                    <a:pt x="1548" y="182"/>
                    <a:pt x="1548" y="81"/>
                    <a:pt x="15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1"/>
            <p:cNvSpPr/>
            <p:nvPr/>
          </p:nvSpPr>
          <p:spPr>
            <a:xfrm>
              <a:off x="523967" y="2699550"/>
              <a:ext cx="113628" cy="51848"/>
            </a:xfrm>
            <a:custGeom>
              <a:rect b="b" l="l" r="r" t="t"/>
              <a:pathLst>
                <a:path extrusionOk="0" h="522" w="1144">
                  <a:moveTo>
                    <a:pt x="1128" y="0"/>
                  </a:moveTo>
                  <a:cubicBezTo>
                    <a:pt x="1027" y="16"/>
                    <a:pt x="942" y="53"/>
                    <a:pt x="873" y="101"/>
                  </a:cubicBezTo>
                  <a:cubicBezTo>
                    <a:pt x="825" y="117"/>
                    <a:pt x="788" y="138"/>
                    <a:pt x="756" y="154"/>
                  </a:cubicBezTo>
                  <a:cubicBezTo>
                    <a:pt x="570" y="239"/>
                    <a:pt x="404" y="319"/>
                    <a:pt x="235" y="388"/>
                  </a:cubicBezTo>
                  <a:cubicBezTo>
                    <a:pt x="150" y="420"/>
                    <a:pt x="81" y="457"/>
                    <a:pt x="17" y="489"/>
                  </a:cubicBezTo>
                  <a:cubicBezTo>
                    <a:pt x="0" y="489"/>
                    <a:pt x="0" y="505"/>
                    <a:pt x="0" y="505"/>
                  </a:cubicBezTo>
                  <a:lnTo>
                    <a:pt x="17" y="521"/>
                  </a:lnTo>
                  <a:cubicBezTo>
                    <a:pt x="101" y="489"/>
                    <a:pt x="166" y="457"/>
                    <a:pt x="235" y="420"/>
                  </a:cubicBezTo>
                  <a:cubicBezTo>
                    <a:pt x="404" y="340"/>
                    <a:pt x="586" y="255"/>
                    <a:pt x="772" y="186"/>
                  </a:cubicBezTo>
                  <a:cubicBezTo>
                    <a:pt x="808" y="170"/>
                    <a:pt x="841" y="138"/>
                    <a:pt x="873" y="117"/>
                  </a:cubicBezTo>
                  <a:cubicBezTo>
                    <a:pt x="958" y="85"/>
                    <a:pt x="1043" y="37"/>
                    <a:pt x="1128" y="37"/>
                  </a:cubicBezTo>
                  <a:lnTo>
                    <a:pt x="1144" y="16"/>
                  </a:lnTo>
                  <a:cubicBezTo>
                    <a:pt x="1144" y="0"/>
                    <a:pt x="1128" y="0"/>
                    <a:pt x="1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1"/>
            <p:cNvSpPr/>
            <p:nvPr/>
          </p:nvSpPr>
          <p:spPr>
            <a:xfrm>
              <a:off x="513936" y="3508850"/>
              <a:ext cx="126937" cy="122070"/>
            </a:xfrm>
            <a:custGeom>
              <a:rect b="b" l="l" r="r" t="t"/>
              <a:pathLst>
                <a:path extrusionOk="0" h="1229" w="1278">
                  <a:moveTo>
                    <a:pt x="1245" y="0"/>
                  </a:moveTo>
                  <a:cubicBezTo>
                    <a:pt x="1229" y="0"/>
                    <a:pt x="1229" y="17"/>
                    <a:pt x="1229" y="17"/>
                  </a:cubicBezTo>
                  <a:cubicBezTo>
                    <a:pt x="1245" y="186"/>
                    <a:pt x="1245" y="352"/>
                    <a:pt x="1245" y="521"/>
                  </a:cubicBezTo>
                  <a:cubicBezTo>
                    <a:pt x="1245" y="606"/>
                    <a:pt x="1229" y="691"/>
                    <a:pt x="1245" y="792"/>
                  </a:cubicBezTo>
                  <a:cubicBezTo>
                    <a:pt x="1245" y="841"/>
                    <a:pt x="1212" y="857"/>
                    <a:pt x="1144" y="877"/>
                  </a:cubicBezTo>
                  <a:cubicBezTo>
                    <a:pt x="825" y="978"/>
                    <a:pt x="469" y="1079"/>
                    <a:pt x="134" y="1180"/>
                  </a:cubicBezTo>
                  <a:cubicBezTo>
                    <a:pt x="101" y="1196"/>
                    <a:pt x="65" y="1196"/>
                    <a:pt x="49" y="1196"/>
                  </a:cubicBezTo>
                  <a:cubicBezTo>
                    <a:pt x="33" y="1196"/>
                    <a:pt x="17" y="1212"/>
                    <a:pt x="0" y="1212"/>
                  </a:cubicBezTo>
                  <a:lnTo>
                    <a:pt x="0" y="1228"/>
                  </a:lnTo>
                  <a:lnTo>
                    <a:pt x="49" y="1228"/>
                  </a:lnTo>
                  <a:cubicBezTo>
                    <a:pt x="81" y="1228"/>
                    <a:pt x="101" y="1212"/>
                    <a:pt x="134" y="1212"/>
                  </a:cubicBezTo>
                  <a:cubicBezTo>
                    <a:pt x="485" y="1095"/>
                    <a:pt x="841" y="994"/>
                    <a:pt x="1144" y="909"/>
                  </a:cubicBezTo>
                  <a:cubicBezTo>
                    <a:pt x="1192" y="893"/>
                    <a:pt x="1261" y="857"/>
                    <a:pt x="1261" y="792"/>
                  </a:cubicBezTo>
                  <a:lnTo>
                    <a:pt x="1261" y="521"/>
                  </a:lnTo>
                  <a:cubicBezTo>
                    <a:pt x="1261" y="352"/>
                    <a:pt x="1277" y="186"/>
                    <a:pt x="1245" y="17"/>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1"/>
            <p:cNvSpPr/>
            <p:nvPr/>
          </p:nvSpPr>
          <p:spPr>
            <a:xfrm>
              <a:off x="1262647" y="2901776"/>
              <a:ext cx="147398" cy="152563"/>
            </a:xfrm>
            <a:custGeom>
              <a:rect b="b" l="l" r="r" t="t"/>
              <a:pathLst>
                <a:path extrusionOk="0" h="1536" w="1484">
                  <a:moveTo>
                    <a:pt x="1467" y="0"/>
                  </a:moveTo>
                  <a:cubicBezTo>
                    <a:pt x="1063" y="138"/>
                    <a:pt x="659" y="287"/>
                    <a:pt x="271" y="441"/>
                  </a:cubicBezTo>
                  <a:lnTo>
                    <a:pt x="255" y="457"/>
                  </a:lnTo>
                  <a:cubicBezTo>
                    <a:pt x="170" y="457"/>
                    <a:pt x="85" y="473"/>
                    <a:pt x="37" y="542"/>
                  </a:cubicBezTo>
                  <a:cubicBezTo>
                    <a:pt x="0" y="606"/>
                    <a:pt x="17" y="675"/>
                    <a:pt x="17" y="744"/>
                  </a:cubicBezTo>
                  <a:lnTo>
                    <a:pt x="17" y="808"/>
                  </a:lnTo>
                  <a:lnTo>
                    <a:pt x="17" y="1047"/>
                  </a:lnTo>
                  <a:cubicBezTo>
                    <a:pt x="17" y="1196"/>
                    <a:pt x="17" y="1366"/>
                    <a:pt x="37" y="1515"/>
                  </a:cubicBezTo>
                  <a:cubicBezTo>
                    <a:pt x="37" y="1535"/>
                    <a:pt x="53" y="1535"/>
                    <a:pt x="53" y="1535"/>
                  </a:cubicBezTo>
                  <a:cubicBezTo>
                    <a:pt x="53" y="1535"/>
                    <a:pt x="69" y="1535"/>
                    <a:pt x="69" y="1515"/>
                  </a:cubicBezTo>
                  <a:cubicBezTo>
                    <a:pt x="53" y="1366"/>
                    <a:pt x="53" y="1196"/>
                    <a:pt x="53" y="1047"/>
                  </a:cubicBezTo>
                  <a:lnTo>
                    <a:pt x="53" y="808"/>
                  </a:lnTo>
                  <a:lnTo>
                    <a:pt x="53" y="744"/>
                  </a:lnTo>
                  <a:cubicBezTo>
                    <a:pt x="37" y="675"/>
                    <a:pt x="37" y="606"/>
                    <a:pt x="69" y="558"/>
                  </a:cubicBezTo>
                  <a:cubicBezTo>
                    <a:pt x="101" y="489"/>
                    <a:pt x="186" y="489"/>
                    <a:pt x="255" y="473"/>
                  </a:cubicBezTo>
                  <a:lnTo>
                    <a:pt x="287" y="473"/>
                  </a:lnTo>
                  <a:cubicBezTo>
                    <a:pt x="659" y="323"/>
                    <a:pt x="1063" y="154"/>
                    <a:pt x="1467" y="21"/>
                  </a:cubicBezTo>
                  <a:cubicBezTo>
                    <a:pt x="1483" y="21"/>
                    <a:pt x="1483" y="21"/>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1"/>
            <p:cNvSpPr/>
            <p:nvPr/>
          </p:nvSpPr>
          <p:spPr>
            <a:xfrm>
              <a:off x="1553570" y="3229548"/>
              <a:ext cx="5264" cy="78765"/>
            </a:xfrm>
            <a:custGeom>
              <a:rect b="b" l="l" r="r" t="t"/>
              <a:pathLst>
                <a:path extrusionOk="0" h="793" w="53">
                  <a:moveTo>
                    <a:pt x="37" y="1"/>
                  </a:moveTo>
                  <a:lnTo>
                    <a:pt x="37" y="17"/>
                  </a:lnTo>
                  <a:cubicBezTo>
                    <a:pt x="0" y="134"/>
                    <a:pt x="16" y="271"/>
                    <a:pt x="16" y="405"/>
                  </a:cubicBezTo>
                  <a:lnTo>
                    <a:pt x="16" y="639"/>
                  </a:lnTo>
                  <a:lnTo>
                    <a:pt x="16" y="675"/>
                  </a:lnTo>
                  <a:cubicBezTo>
                    <a:pt x="16" y="708"/>
                    <a:pt x="16" y="740"/>
                    <a:pt x="0" y="776"/>
                  </a:cubicBezTo>
                  <a:lnTo>
                    <a:pt x="0" y="793"/>
                  </a:lnTo>
                  <a:lnTo>
                    <a:pt x="16" y="793"/>
                  </a:lnTo>
                  <a:lnTo>
                    <a:pt x="16" y="776"/>
                  </a:lnTo>
                  <a:cubicBezTo>
                    <a:pt x="53" y="740"/>
                    <a:pt x="37" y="708"/>
                    <a:pt x="37" y="675"/>
                  </a:cubicBezTo>
                  <a:lnTo>
                    <a:pt x="37" y="639"/>
                  </a:lnTo>
                  <a:lnTo>
                    <a:pt x="37" y="405"/>
                  </a:lnTo>
                  <a:cubicBezTo>
                    <a:pt x="37" y="271"/>
                    <a:pt x="37" y="154"/>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1"/>
            <p:cNvSpPr/>
            <p:nvPr/>
          </p:nvSpPr>
          <p:spPr>
            <a:xfrm>
              <a:off x="511949" y="2228054"/>
              <a:ext cx="124057" cy="63965"/>
            </a:xfrm>
            <a:custGeom>
              <a:rect b="b" l="l" r="r" t="t"/>
              <a:pathLst>
                <a:path extrusionOk="0" h="644" w="1249">
                  <a:moveTo>
                    <a:pt x="1232" y="1"/>
                  </a:moveTo>
                  <a:cubicBezTo>
                    <a:pt x="1131" y="17"/>
                    <a:pt x="1047" y="69"/>
                    <a:pt x="978" y="118"/>
                  </a:cubicBezTo>
                  <a:cubicBezTo>
                    <a:pt x="929" y="138"/>
                    <a:pt x="893" y="170"/>
                    <a:pt x="845" y="187"/>
                  </a:cubicBezTo>
                  <a:cubicBezTo>
                    <a:pt x="643" y="288"/>
                    <a:pt x="441" y="389"/>
                    <a:pt x="255" y="490"/>
                  </a:cubicBezTo>
                  <a:cubicBezTo>
                    <a:pt x="170" y="542"/>
                    <a:pt x="85" y="574"/>
                    <a:pt x="0" y="623"/>
                  </a:cubicBezTo>
                  <a:lnTo>
                    <a:pt x="0" y="643"/>
                  </a:lnTo>
                  <a:lnTo>
                    <a:pt x="20" y="643"/>
                  </a:lnTo>
                  <a:cubicBezTo>
                    <a:pt x="101" y="607"/>
                    <a:pt x="186" y="558"/>
                    <a:pt x="271" y="522"/>
                  </a:cubicBezTo>
                  <a:cubicBezTo>
                    <a:pt x="457" y="405"/>
                    <a:pt x="659" y="304"/>
                    <a:pt x="861" y="219"/>
                  </a:cubicBezTo>
                  <a:cubicBezTo>
                    <a:pt x="909" y="187"/>
                    <a:pt x="946" y="170"/>
                    <a:pt x="978" y="138"/>
                  </a:cubicBezTo>
                  <a:cubicBezTo>
                    <a:pt x="1063" y="86"/>
                    <a:pt x="1148" y="53"/>
                    <a:pt x="1232" y="37"/>
                  </a:cubicBezTo>
                  <a:cubicBezTo>
                    <a:pt x="1249" y="37"/>
                    <a:pt x="1249" y="37"/>
                    <a:pt x="1249" y="17"/>
                  </a:cubicBezTo>
                  <a:lnTo>
                    <a:pt x="12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1"/>
            <p:cNvSpPr/>
            <p:nvPr/>
          </p:nvSpPr>
          <p:spPr>
            <a:xfrm>
              <a:off x="1909849" y="1960870"/>
              <a:ext cx="165376" cy="369191"/>
            </a:xfrm>
            <a:custGeom>
              <a:rect b="b" l="l" r="r" t="t"/>
              <a:pathLst>
                <a:path extrusionOk="0" h="3717" w="1665">
                  <a:moveTo>
                    <a:pt x="0" y="0"/>
                  </a:moveTo>
                  <a:lnTo>
                    <a:pt x="0" y="16"/>
                  </a:lnTo>
                  <a:cubicBezTo>
                    <a:pt x="33" y="33"/>
                    <a:pt x="49" y="65"/>
                    <a:pt x="85" y="101"/>
                  </a:cubicBezTo>
                  <a:lnTo>
                    <a:pt x="85" y="134"/>
                  </a:lnTo>
                  <a:cubicBezTo>
                    <a:pt x="352" y="586"/>
                    <a:pt x="606" y="1059"/>
                    <a:pt x="857" y="1515"/>
                  </a:cubicBezTo>
                  <a:lnTo>
                    <a:pt x="1043" y="1834"/>
                  </a:lnTo>
                  <a:cubicBezTo>
                    <a:pt x="1095" y="1919"/>
                    <a:pt x="1128" y="1984"/>
                    <a:pt x="1176" y="2069"/>
                  </a:cubicBezTo>
                  <a:cubicBezTo>
                    <a:pt x="1297" y="2287"/>
                    <a:pt x="1431" y="2525"/>
                    <a:pt x="1564" y="2759"/>
                  </a:cubicBezTo>
                  <a:cubicBezTo>
                    <a:pt x="1564" y="2776"/>
                    <a:pt x="1564" y="2776"/>
                    <a:pt x="1580" y="2792"/>
                  </a:cubicBezTo>
                  <a:cubicBezTo>
                    <a:pt x="1616" y="2844"/>
                    <a:pt x="1633" y="2877"/>
                    <a:pt x="1564" y="2909"/>
                  </a:cubicBezTo>
                  <a:cubicBezTo>
                    <a:pt x="1548" y="2929"/>
                    <a:pt x="1564" y="2945"/>
                    <a:pt x="1564" y="2961"/>
                  </a:cubicBezTo>
                  <a:lnTo>
                    <a:pt x="1564" y="2978"/>
                  </a:lnTo>
                  <a:lnTo>
                    <a:pt x="1564" y="3264"/>
                  </a:lnTo>
                  <a:cubicBezTo>
                    <a:pt x="1548" y="3414"/>
                    <a:pt x="1532" y="3567"/>
                    <a:pt x="1580" y="3717"/>
                  </a:cubicBezTo>
                  <a:lnTo>
                    <a:pt x="1600" y="3717"/>
                  </a:lnTo>
                  <a:cubicBezTo>
                    <a:pt x="1616" y="3717"/>
                    <a:pt x="1616" y="3717"/>
                    <a:pt x="1616" y="3701"/>
                  </a:cubicBezTo>
                  <a:cubicBezTo>
                    <a:pt x="1564" y="3567"/>
                    <a:pt x="1564" y="3414"/>
                    <a:pt x="1580" y="3264"/>
                  </a:cubicBezTo>
                  <a:cubicBezTo>
                    <a:pt x="1580" y="3163"/>
                    <a:pt x="1600" y="3062"/>
                    <a:pt x="1580" y="2961"/>
                  </a:cubicBezTo>
                  <a:lnTo>
                    <a:pt x="1580" y="2945"/>
                  </a:lnTo>
                  <a:cubicBezTo>
                    <a:pt x="1665" y="2877"/>
                    <a:pt x="1633" y="2808"/>
                    <a:pt x="1600" y="2776"/>
                  </a:cubicBezTo>
                  <a:cubicBezTo>
                    <a:pt x="1600" y="2759"/>
                    <a:pt x="1580" y="2759"/>
                    <a:pt x="1580" y="2743"/>
                  </a:cubicBezTo>
                  <a:cubicBezTo>
                    <a:pt x="1463" y="2505"/>
                    <a:pt x="1330" y="2271"/>
                    <a:pt x="1196" y="2052"/>
                  </a:cubicBezTo>
                  <a:cubicBezTo>
                    <a:pt x="1160" y="1968"/>
                    <a:pt x="1111" y="1899"/>
                    <a:pt x="1075" y="1834"/>
                  </a:cubicBezTo>
                  <a:lnTo>
                    <a:pt x="893" y="1495"/>
                  </a:lnTo>
                  <a:cubicBezTo>
                    <a:pt x="639" y="1043"/>
                    <a:pt x="368" y="570"/>
                    <a:pt x="118" y="117"/>
                  </a:cubicBezTo>
                  <a:lnTo>
                    <a:pt x="101" y="101"/>
                  </a:lnTo>
                  <a:cubicBezTo>
                    <a:pt x="85" y="49"/>
                    <a:pt x="65"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1"/>
            <p:cNvSpPr/>
            <p:nvPr/>
          </p:nvSpPr>
          <p:spPr>
            <a:xfrm>
              <a:off x="891470" y="1738680"/>
              <a:ext cx="6953" cy="26420"/>
            </a:xfrm>
            <a:custGeom>
              <a:rect b="b" l="l" r="r" t="t"/>
              <a:pathLst>
                <a:path extrusionOk="0" h="266" w="70">
                  <a:moveTo>
                    <a:pt x="19" y="0"/>
                  </a:moveTo>
                  <a:cubicBezTo>
                    <a:pt x="17" y="0"/>
                    <a:pt x="17" y="5"/>
                    <a:pt x="17" y="15"/>
                  </a:cubicBezTo>
                  <a:cubicBezTo>
                    <a:pt x="1" y="15"/>
                    <a:pt x="1" y="15"/>
                    <a:pt x="1" y="32"/>
                  </a:cubicBezTo>
                  <a:cubicBezTo>
                    <a:pt x="37" y="80"/>
                    <a:pt x="37" y="133"/>
                    <a:pt x="37" y="181"/>
                  </a:cubicBezTo>
                  <a:lnTo>
                    <a:pt x="37" y="250"/>
                  </a:lnTo>
                  <a:cubicBezTo>
                    <a:pt x="37" y="250"/>
                    <a:pt x="37" y="266"/>
                    <a:pt x="53" y="266"/>
                  </a:cubicBezTo>
                  <a:lnTo>
                    <a:pt x="53" y="250"/>
                  </a:lnTo>
                  <a:lnTo>
                    <a:pt x="53" y="181"/>
                  </a:lnTo>
                  <a:cubicBezTo>
                    <a:pt x="53" y="133"/>
                    <a:pt x="69" y="64"/>
                    <a:pt x="37" y="15"/>
                  </a:cubicBezTo>
                  <a:cubicBezTo>
                    <a:pt x="27" y="5"/>
                    <a:pt x="22"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1"/>
            <p:cNvSpPr/>
            <p:nvPr/>
          </p:nvSpPr>
          <p:spPr>
            <a:xfrm>
              <a:off x="1411536" y="3259644"/>
              <a:ext cx="90386" cy="179083"/>
            </a:xfrm>
            <a:custGeom>
              <a:rect b="b" l="l" r="r" t="t"/>
              <a:pathLst>
                <a:path extrusionOk="0" h="1803" w="910">
                  <a:moveTo>
                    <a:pt x="33" y="1"/>
                  </a:moveTo>
                  <a:cubicBezTo>
                    <a:pt x="0" y="33"/>
                    <a:pt x="0" y="69"/>
                    <a:pt x="0" y="102"/>
                  </a:cubicBezTo>
                  <a:lnTo>
                    <a:pt x="0" y="118"/>
                  </a:lnTo>
                  <a:lnTo>
                    <a:pt x="0" y="910"/>
                  </a:lnTo>
                  <a:lnTo>
                    <a:pt x="0" y="926"/>
                  </a:lnTo>
                  <a:cubicBezTo>
                    <a:pt x="0" y="978"/>
                    <a:pt x="0" y="1027"/>
                    <a:pt x="85" y="1063"/>
                  </a:cubicBezTo>
                  <a:cubicBezTo>
                    <a:pt x="154" y="1079"/>
                    <a:pt x="186" y="1128"/>
                    <a:pt x="235" y="1180"/>
                  </a:cubicBezTo>
                  <a:cubicBezTo>
                    <a:pt x="255" y="1196"/>
                    <a:pt x="271" y="1213"/>
                    <a:pt x="303" y="1229"/>
                  </a:cubicBezTo>
                  <a:cubicBezTo>
                    <a:pt x="473" y="1398"/>
                    <a:pt x="659" y="1548"/>
                    <a:pt x="840" y="1701"/>
                  </a:cubicBezTo>
                  <a:cubicBezTo>
                    <a:pt x="861" y="1718"/>
                    <a:pt x="861" y="1734"/>
                    <a:pt x="877" y="1770"/>
                  </a:cubicBezTo>
                  <a:cubicBezTo>
                    <a:pt x="877" y="1770"/>
                    <a:pt x="877" y="1786"/>
                    <a:pt x="893" y="1802"/>
                  </a:cubicBezTo>
                  <a:lnTo>
                    <a:pt x="909" y="1802"/>
                  </a:lnTo>
                  <a:lnTo>
                    <a:pt x="909" y="1786"/>
                  </a:lnTo>
                  <a:cubicBezTo>
                    <a:pt x="909" y="1786"/>
                    <a:pt x="909" y="1770"/>
                    <a:pt x="893" y="1750"/>
                  </a:cubicBezTo>
                  <a:cubicBezTo>
                    <a:pt x="893" y="1734"/>
                    <a:pt x="877" y="1701"/>
                    <a:pt x="861" y="1685"/>
                  </a:cubicBezTo>
                  <a:cubicBezTo>
                    <a:pt x="675" y="1532"/>
                    <a:pt x="489" y="1366"/>
                    <a:pt x="319" y="1213"/>
                  </a:cubicBezTo>
                  <a:cubicBezTo>
                    <a:pt x="303" y="1196"/>
                    <a:pt x="271" y="1180"/>
                    <a:pt x="255" y="1164"/>
                  </a:cubicBezTo>
                  <a:cubicBezTo>
                    <a:pt x="202" y="1095"/>
                    <a:pt x="154" y="1043"/>
                    <a:pt x="101" y="1027"/>
                  </a:cubicBezTo>
                  <a:cubicBezTo>
                    <a:pt x="16" y="1011"/>
                    <a:pt x="16" y="978"/>
                    <a:pt x="16" y="926"/>
                  </a:cubicBezTo>
                  <a:lnTo>
                    <a:pt x="16" y="910"/>
                  </a:lnTo>
                  <a:lnTo>
                    <a:pt x="16" y="118"/>
                  </a:lnTo>
                  <a:lnTo>
                    <a:pt x="16" y="102"/>
                  </a:lnTo>
                  <a:cubicBezTo>
                    <a:pt x="16" y="69"/>
                    <a:pt x="16" y="33"/>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1"/>
            <p:cNvSpPr/>
            <p:nvPr/>
          </p:nvSpPr>
          <p:spPr>
            <a:xfrm>
              <a:off x="930008" y="3411015"/>
              <a:ext cx="5364" cy="92670"/>
            </a:xfrm>
            <a:custGeom>
              <a:rect b="b" l="l" r="r" t="t"/>
              <a:pathLst>
                <a:path extrusionOk="0" h="933" w="54">
                  <a:moveTo>
                    <a:pt x="5" y="1"/>
                  </a:moveTo>
                  <a:cubicBezTo>
                    <a:pt x="2" y="1"/>
                    <a:pt x="1" y="2"/>
                    <a:pt x="1" y="8"/>
                  </a:cubicBezTo>
                  <a:lnTo>
                    <a:pt x="1" y="24"/>
                  </a:lnTo>
                  <a:cubicBezTo>
                    <a:pt x="17" y="60"/>
                    <a:pt x="17" y="109"/>
                    <a:pt x="17" y="161"/>
                  </a:cubicBezTo>
                  <a:lnTo>
                    <a:pt x="17" y="396"/>
                  </a:lnTo>
                  <a:lnTo>
                    <a:pt x="17" y="783"/>
                  </a:lnTo>
                  <a:cubicBezTo>
                    <a:pt x="1" y="816"/>
                    <a:pt x="17" y="852"/>
                    <a:pt x="17" y="884"/>
                  </a:cubicBezTo>
                  <a:lnTo>
                    <a:pt x="17" y="917"/>
                  </a:lnTo>
                  <a:cubicBezTo>
                    <a:pt x="17" y="933"/>
                    <a:pt x="33" y="933"/>
                    <a:pt x="33" y="933"/>
                  </a:cubicBezTo>
                  <a:cubicBezTo>
                    <a:pt x="53" y="933"/>
                    <a:pt x="53" y="933"/>
                    <a:pt x="53" y="917"/>
                  </a:cubicBezTo>
                  <a:cubicBezTo>
                    <a:pt x="53" y="901"/>
                    <a:pt x="53" y="884"/>
                    <a:pt x="33" y="868"/>
                  </a:cubicBezTo>
                  <a:lnTo>
                    <a:pt x="33" y="783"/>
                  </a:lnTo>
                  <a:cubicBezTo>
                    <a:pt x="53" y="650"/>
                    <a:pt x="53" y="513"/>
                    <a:pt x="53" y="396"/>
                  </a:cubicBezTo>
                  <a:lnTo>
                    <a:pt x="53" y="161"/>
                  </a:lnTo>
                  <a:cubicBezTo>
                    <a:pt x="53" y="109"/>
                    <a:pt x="53" y="60"/>
                    <a:pt x="17" y="8"/>
                  </a:cubicBezTo>
                  <a:cubicBezTo>
                    <a:pt x="17" y="8"/>
                    <a:pt x="10"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1"/>
            <p:cNvSpPr/>
            <p:nvPr/>
          </p:nvSpPr>
          <p:spPr>
            <a:xfrm>
              <a:off x="2008578" y="2724779"/>
              <a:ext cx="3278" cy="33473"/>
            </a:xfrm>
            <a:custGeom>
              <a:rect b="b" l="l" r="r" t="t"/>
              <a:pathLst>
                <a:path extrusionOk="0" h="337" w="33">
                  <a:moveTo>
                    <a:pt x="33" y="1"/>
                  </a:moveTo>
                  <a:cubicBezTo>
                    <a:pt x="16" y="1"/>
                    <a:pt x="16" y="17"/>
                    <a:pt x="16" y="17"/>
                  </a:cubicBezTo>
                  <a:cubicBezTo>
                    <a:pt x="0" y="86"/>
                    <a:pt x="0" y="150"/>
                    <a:pt x="0" y="203"/>
                  </a:cubicBezTo>
                  <a:lnTo>
                    <a:pt x="0" y="320"/>
                  </a:lnTo>
                  <a:cubicBezTo>
                    <a:pt x="0" y="320"/>
                    <a:pt x="0" y="336"/>
                    <a:pt x="16" y="336"/>
                  </a:cubicBezTo>
                  <a:lnTo>
                    <a:pt x="33" y="320"/>
                  </a:lnTo>
                  <a:lnTo>
                    <a:pt x="33" y="203"/>
                  </a:lnTo>
                  <a:cubicBezTo>
                    <a:pt x="16" y="134"/>
                    <a:pt x="16" y="86"/>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1"/>
            <p:cNvSpPr/>
            <p:nvPr/>
          </p:nvSpPr>
          <p:spPr>
            <a:xfrm>
              <a:off x="1291154" y="1895415"/>
              <a:ext cx="5264" cy="102007"/>
            </a:xfrm>
            <a:custGeom>
              <a:rect b="b" l="l" r="r" t="t"/>
              <a:pathLst>
                <a:path extrusionOk="0" h="1027" w="53">
                  <a:moveTo>
                    <a:pt x="0" y="1"/>
                  </a:moveTo>
                  <a:cubicBezTo>
                    <a:pt x="16" y="170"/>
                    <a:pt x="16" y="336"/>
                    <a:pt x="0" y="490"/>
                  </a:cubicBezTo>
                  <a:lnTo>
                    <a:pt x="0" y="809"/>
                  </a:lnTo>
                  <a:lnTo>
                    <a:pt x="0" y="861"/>
                  </a:lnTo>
                  <a:cubicBezTo>
                    <a:pt x="0" y="926"/>
                    <a:pt x="0" y="978"/>
                    <a:pt x="33" y="1027"/>
                  </a:cubicBezTo>
                  <a:lnTo>
                    <a:pt x="53" y="1027"/>
                  </a:lnTo>
                  <a:lnTo>
                    <a:pt x="53" y="1011"/>
                  </a:lnTo>
                  <a:cubicBezTo>
                    <a:pt x="16" y="962"/>
                    <a:pt x="33" y="926"/>
                    <a:pt x="33" y="861"/>
                  </a:cubicBezTo>
                  <a:lnTo>
                    <a:pt x="33" y="809"/>
                  </a:lnTo>
                  <a:lnTo>
                    <a:pt x="33" y="490"/>
                  </a:lnTo>
                  <a:cubicBezTo>
                    <a:pt x="33" y="336"/>
                    <a:pt x="33" y="170"/>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1"/>
            <p:cNvSpPr/>
            <p:nvPr/>
          </p:nvSpPr>
          <p:spPr>
            <a:xfrm>
              <a:off x="2010167" y="3420153"/>
              <a:ext cx="4867" cy="18574"/>
            </a:xfrm>
            <a:custGeom>
              <a:rect b="b" l="l" r="r" t="t"/>
              <a:pathLst>
                <a:path extrusionOk="0" h="187" w="49">
                  <a:moveTo>
                    <a:pt x="49" y="1"/>
                  </a:moveTo>
                  <a:cubicBezTo>
                    <a:pt x="33" y="1"/>
                    <a:pt x="33" y="1"/>
                    <a:pt x="33" y="17"/>
                  </a:cubicBezTo>
                  <a:cubicBezTo>
                    <a:pt x="0" y="53"/>
                    <a:pt x="0" y="85"/>
                    <a:pt x="17" y="118"/>
                  </a:cubicBezTo>
                  <a:lnTo>
                    <a:pt x="17" y="186"/>
                  </a:lnTo>
                  <a:lnTo>
                    <a:pt x="33" y="186"/>
                  </a:lnTo>
                  <a:lnTo>
                    <a:pt x="33" y="118"/>
                  </a:lnTo>
                  <a:cubicBezTo>
                    <a:pt x="33" y="85"/>
                    <a:pt x="33" y="53"/>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1"/>
            <p:cNvSpPr/>
            <p:nvPr/>
          </p:nvSpPr>
          <p:spPr>
            <a:xfrm>
              <a:off x="1441631" y="3468723"/>
              <a:ext cx="3278" cy="78765"/>
            </a:xfrm>
            <a:custGeom>
              <a:rect b="b" l="l" r="r" t="t"/>
              <a:pathLst>
                <a:path extrusionOk="0" h="793" w="33">
                  <a:moveTo>
                    <a:pt x="16" y="0"/>
                  </a:moveTo>
                  <a:cubicBezTo>
                    <a:pt x="16" y="0"/>
                    <a:pt x="0" y="0"/>
                    <a:pt x="0" y="17"/>
                  </a:cubicBezTo>
                  <a:lnTo>
                    <a:pt x="0" y="776"/>
                  </a:lnTo>
                  <a:lnTo>
                    <a:pt x="16" y="792"/>
                  </a:lnTo>
                  <a:lnTo>
                    <a:pt x="33" y="776"/>
                  </a:lnTo>
                  <a:lnTo>
                    <a:pt x="33" y="17"/>
                  </a:ln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1"/>
            <p:cNvSpPr/>
            <p:nvPr/>
          </p:nvSpPr>
          <p:spPr>
            <a:xfrm>
              <a:off x="869817" y="3321424"/>
              <a:ext cx="332739" cy="199147"/>
            </a:xfrm>
            <a:custGeom>
              <a:rect b="b" l="l" r="r" t="t"/>
              <a:pathLst>
                <a:path extrusionOk="0" h="2005" w="3350">
                  <a:moveTo>
                    <a:pt x="3333" y="1"/>
                  </a:moveTo>
                  <a:cubicBezTo>
                    <a:pt x="3184" y="17"/>
                    <a:pt x="3014" y="86"/>
                    <a:pt x="2861" y="138"/>
                  </a:cubicBezTo>
                  <a:cubicBezTo>
                    <a:pt x="2828" y="138"/>
                    <a:pt x="2796" y="154"/>
                    <a:pt x="2780" y="170"/>
                  </a:cubicBezTo>
                  <a:lnTo>
                    <a:pt x="2643" y="203"/>
                  </a:lnTo>
                  <a:cubicBezTo>
                    <a:pt x="2053" y="405"/>
                    <a:pt x="1467" y="607"/>
                    <a:pt x="877" y="776"/>
                  </a:cubicBezTo>
                  <a:cubicBezTo>
                    <a:pt x="724" y="825"/>
                    <a:pt x="574" y="877"/>
                    <a:pt x="437" y="926"/>
                  </a:cubicBezTo>
                  <a:cubicBezTo>
                    <a:pt x="336" y="962"/>
                    <a:pt x="255" y="995"/>
                    <a:pt x="154" y="1027"/>
                  </a:cubicBezTo>
                  <a:cubicBezTo>
                    <a:pt x="33" y="1063"/>
                    <a:pt x="1" y="1112"/>
                    <a:pt x="1" y="1229"/>
                  </a:cubicBezTo>
                  <a:cubicBezTo>
                    <a:pt x="17" y="1350"/>
                    <a:pt x="1" y="1451"/>
                    <a:pt x="1" y="1568"/>
                  </a:cubicBezTo>
                  <a:cubicBezTo>
                    <a:pt x="1" y="1702"/>
                    <a:pt x="1" y="1855"/>
                    <a:pt x="17" y="2005"/>
                  </a:cubicBezTo>
                  <a:lnTo>
                    <a:pt x="53" y="2005"/>
                  </a:lnTo>
                  <a:cubicBezTo>
                    <a:pt x="33" y="1855"/>
                    <a:pt x="33" y="1702"/>
                    <a:pt x="33" y="1568"/>
                  </a:cubicBezTo>
                  <a:lnTo>
                    <a:pt x="33" y="1229"/>
                  </a:lnTo>
                  <a:cubicBezTo>
                    <a:pt x="17" y="1112"/>
                    <a:pt x="69" y="1079"/>
                    <a:pt x="154" y="1047"/>
                  </a:cubicBezTo>
                  <a:cubicBezTo>
                    <a:pt x="255" y="1011"/>
                    <a:pt x="356" y="995"/>
                    <a:pt x="437" y="962"/>
                  </a:cubicBezTo>
                  <a:lnTo>
                    <a:pt x="893" y="809"/>
                  </a:lnTo>
                  <a:cubicBezTo>
                    <a:pt x="1483" y="623"/>
                    <a:pt x="2073" y="421"/>
                    <a:pt x="2643" y="239"/>
                  </a:cubicBezTo>
                  <a:lnTo>
                    <a:pt x="2780" y="187"/>
                  </a:lnTo>
                  <a:cubicBezTo>
                    <a:pt x="2812" y="187"/>
                    <a:pt x="2845" y="170"/>
                    <a:pt x="2881" y="154"/>
                  </a:cubicBezTo>
                  <a:cubicBezTo>
                    <a:pt x="3030" y="102"/>
                    <a:pt x="3184" y="53"/>
                    <a:pt x="3350" y="17"/>
                  </a:cubicBezTo>
                  <a:lnTo>
                    <a:pt x="33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1"/>
            <p:cNvSpPr/>
            <p:nvPr/>
          </p:nvSpPr>
          <p:spPr>
            <a:xfrm>
              <a:off x="1921470" y="3575795"/>
              <a:ext cx="132102" cy="158622"/>
            </a:xfrm>
            <a:custGeom>
              <a:rect b="b" l="l" r="r" t="t"/>
              <a:pathLst>
                <a:path extrusionOk="0" h="1597" w="1330">
                  <a:moveTo>
                    <a:pt x="69" y="1"/>
                  </a:moveTo>
                  <a:cubicBezTo>
                    <a:pt x="69" y="1"/>
                    <a:pt x="49" y="1"/>
                    <a:pt x="49" y="17"/>
                  </a:cubicBezTo>
                  <a:cubicBezTo>
                    <a:pt x="1" y="134"/>
                    <a:pt x="33" y="219"/>
                    <a:pt x="134" y="304"/>
                  </a:cubicBezTo>
                  <a:cubicBezTo>
                    <a:pt x="372" y="522"/>
                    <a:pt x="590" y="756"/>
                    <a:pt x="809" y="975"/>
                  </a:cubicBezTo>
                  <a:cubicBezTo>
                    <a:pt x="893" y="1059"/>
                    <a:pt x="978" y="1144"/>
                    <a:pt x="1059" y="1229"/>
                  </a:cubicBezTo>
                  <a:cubicBezTo>
                    <a:pt x="1079" y="1245"/>
                    <a:pt x="1095" y="1261"/>
                    <a:pt x="1112" y="1278"/>
                  </a:cubicBezTo>
                  <a:cubicBezTo>
                    <a:pt x="1144" y="1314"/>
                    <a:pt x="1180" y="1346"/>
                    <a:pt x="1213" y="1379"/>
                  </a:cubicBezTo>
                  <a:cubicBezTo>
                    <a:pt x="1281" y="1431"/>
                    <a:pt x="1297" y="1479"/>
                    <a:pt x="1297" y="1580"/>
                  </a:cubicBezTo>
                  <a:cubicBezTo>
                    <a:pt x="1297" y="1597"/>
                    <a:pt x="1297" y="1597"/>
                    <a:pt x="1314" y="1597"/>
                  </a:cubicBezTo>
                  <a:lnTo>
                    <a:pt x="1314" y="1580"/>
                  </a:lnTo>
                  <a:cubicBezTo>
                    <a:pt x="1330" y="1516"/>
                    <a:pt x="1330" y="1431"/>
                    <a:pt x="1229" y="1362"/>
                  </a:cubicBezTo>
                  <a:cubicBezTo>
                    <a:pt x="1196" y="1330"/>
                    <a:pt x="1160" y="1294"/>
                    <a:pt x="1128" y="1261"/>
                  </a:cubicBezTo>
                  <a:cubicBezTo>
                    <a:pt x="1112" y="1245"/>
                    <a:pt x="1095" y="1229"/>
                    <a:pt x="1095" y="1213"/>
                  </a:cubicBezTo>
                  <a:cubicBezTo>
                    <a:pt x="994" y="1128"/>
                    <a:pt x="910" y="1043"/>
                    <a:pt x="825" y="958"/>
                  </a:cubicBezTo>
                  <a:cubicBezTo>
                    <a:pt x="607" y="724"/>
                    <a:pt x="388" y="506"/>
                    <a:pt x="150" y="284"/>
                  </a:cubicBezTo>
                  <a:cubicBezTo>
                    <a:pt x="69" y="203"/>
                    <a:pt x="17" y="134"/>
                    <a:pt x="85"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1"/>
            <p:cNvSpPr/>
            <p:nvPr/>
          </p:nvSpPr>
          <p:spPr>
            <a:xfrm>
              <a:off x="936861" y="2246529"/>
              <a:ext cx="6456" cy="21752"/>
            </a:xfrm>
            <a:custGeom>
              <a:rect b="b" l="l" r="r" t="t"/>
              <a:pathLst>
                <a:path extrusionOk="0" h="219" w="65">
                  <a:moveTo>
                    <a:pt x="16" y="1"/>
                  </a:moveTo>
                  <a:cubicBezTo>
                    <a:pt x="0" y="1"/>
                    <a:pt x="0" y="17"/>
                    <a:pt x="16" y="17"/>
                  </a:cubicBezTo>
                  <a:cubicBezTo>
                    <a:pt x="33" y="69"/>
                    <a:pt x="33" y="118"/>
                    <a:pt x="33" y="170"/>
                  </a:cubicBezTo>
                  <a:lnTo>
                    <a:pt x="33" y="219"/>
                  </a:lnTo>
                  <a:lnTo>
                    <a:pt x="65" y="219"/>
                  </a:lnTo>
                  <a:lnTo>
                    <a:pt x="65" y="170"/>
                  </a:lnTo>
                  <a:cubicBezTo>
                    <a:pt x="65" y="118"/>
                    <a:pt x="65" y="5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1"/>
            <p:cNvSpPr/>
            <p:nvPr/>
          </p:nvSpPr>
          <p:spPr>
            <a:xfrm>
              <a:off x="511949" y="1562776"/>
              <a:ext cx="124057" cy="77176"/>
            </a:xfrm>
            <a:custGeom>
              <a:rect b="b" l="l" r="r" t="t"/>
              <a:pathLst>
                <a:path extrusionOk="0" h="777" w="1249">
                  <a:moveTo>
                    <a:pt x="1232" y="1"/>
                  </a:moveTo>
                  <a:cubicBezTo>
                    <a:pt x="1063" y="86"/>
                    <a:pt x="909" y="187"/>
                    <a:pt x="760" y="272"/>
                  </a:cubicBezTo>
                  <a:lnTo>
                    <a:pt x="558" y="421"/>
                  </a:lnTo>
                  <a:cubicBezTo>
                    <a:pt x="424" y="490"/>
                    <a:pt x="287" y="575"/>
                    <a:pt x="170" y="639"/>
                  </a:cubicBezTo>
                  <a:cubicBezTo>
                    <a:pt x="121" y="676"/>
                    <a:pt x="69" y="724"/>
                    <a:pt x="0" y="756"/>
                  </a:cubicBezTo>
                  <a:lnTo>
                    <a:pt x="0" y="777"/>
                  </a:lnTo>
                  <a:lnTo>
                    <a:pt x="20" y="777"/>
                  </a:lnTo>
                  <a:cubicBezTo>
                    <a:pt x="69" y="740"/>
                    <a:pt x="138" y="708"/>
                    <a:pt x="186" y="676"/>
                  </a:cubicBezTo>
                  <a:cubicBezTo>
                    <a:pt x="303" y="591"/>
                    <a:pt x="441" y="506"/>
                    <a:pt x="558" y="437"/>
                  </a:cubicBezTo>
                  <a:cubicBezTo>
                    <a:pt x="643" y="389"/>
                    <a:pt x="707" y="336"/>
                    <a:pt x="776" y="304"/>
                  </a:cubicBezTo>
                  <a:cubicBezTo>
                    <a:pt x="929" y="203"/>
                    <a:pt x="1079" y="102"/>
                    <a:pt x="1232" y="33"/>
                  </a:cubicBezTo>
                  <a:cubicBezTo>
                    <a:pt x="1249" y="33"/>
                    <a:pt x="1249" y="17"/>
                    <a:pt x="1249" y="17"/>
                  </a:cubicBezTo>
                  <a:cubicBezTo>
                    <a:pt x="1249" y="1"/>
                    <a:pt x="1232" y="1"/>
                    <a:pt x="1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1"/>
            <p:cNvSpPr/>
            <p:nvPr/>
          </p:nvSpPr>
          <p:spPr>
            <a:xfrm>
              <a:off x="1742487" y="1965638"/>
              <a:ext cx="140545" cy="322707"/>
            </a:xfrm>
            <a:custGeom>
              <a:rect b="b" l="l" r="r" t="t"/>
              <a:pathLst>
                <a:path extrusionOk="0" h="3249" w="1415">
                  <a:moveTo>
                    <a:pt x="53" y="1"/>
                  </a:moveTo>
                  <a:cubicBezTo>
                    <a:pt x="17" y="33"/>
                    <a:pt x="1" y="69"/>
                    <a:pt x="1" y="118"/>
                  </a:cubicBezTo>
                  <a:cubicBezTo>
                    <a:pt x="17" y="288"/>
                    <a:pt x="17" y="473"/>
                    <a:pt x="1" y="639"/>
                  </a:cubicBezTo>
                  <a:lnTo>
                    <a:pt x="1" y="1011"/>
                  </a:lnTo>
                  <a:cubicBezTo>
                    <a:pt x="1" y="1079"/>
                    <a:pt x="17" y="1128"/>
                    <a:pt x="53" y="1180"/>
                  </a:cubicBezTo>
                  <a:cubicBezTo>
                    <a:pt x="538" y="1952"/>
                    <a:pt x="926" y="2558"/>
                    <a:pt x="1282" y="3132"/>
                  </a:cubicBezTo>
                  <a:cubicBezTo>
                    <a:pt x="1282" y="3132"/>
                    <a:pt x="1282" y="3148"/>
                    <a:pt x="1298" y="3164"/>
                  </a:cubicBezTo>
                  <a:cubicBezTo>
                    <a:pt x="1314" y="3200"/>
                    <a:pt x="1330" y="3233"/>
                    <a:pt x="1399" y="3249"/>
                  </a:cubicBezTo>
                  <a:cubicBezTo>
                    <a:pt x="1399" y="3249"/>
                    <a:pt x="1399" y="3233"/>
                    <a:pt x="1415" y="3233"/>
                  </a:cubicBezTo>
                  <a:lnTo>
                    <a:pt x="1399" y="3216"/>
                  </a:lnTo>
                  <a:cubicBezTo>
                    <a:pt x="1346" y="3216"/>
                    <a:pt x="1330" y="3184"/>
                    <a:pt x="1314" y="3148"/>
                  </a:cubicBezTo>
                  <a:cubicBezTo>
                    <a:pt x="1314" y="3132"/>
                    <a:pt x="1298" y="3132"/>
                    <a:pt x="1298" y="3115"/>
                  </a:cubicBezTo>
                  <a:cubicBezTo>
                    <a:pt x="942" y="2542"/>
                    <a:pt x="558" y="1952"/>
                    <a:pt x="70" y="1164"/>
                  </a:cubicBezTo>
                  <a:cubicBezTo>
                    <a:pt x="33" y="1112"/>
                    <a:pt x="33" y="1079"/>
                    <a:pt x="33" y="1011"/>
                  </a:cubicBezTo>
                  <a:cubicBezTo>
                    <a:pt x="17" y="894"/>
                    <a:pt x="33" y="760"/>
                    <a:pt x="33" y="639"/>
                  </a:cubicBezTo>
                  <a:cubicBezTo>
                    <a:pt x="33" y="473"/>
                    <a:pt x="53" y="288"/>
                    <a:pt x="33" y="102"/>
                  </a:cubicBezTo>
                  <a:cubicBezTo>
                    <a:pt x="17" y="86"/>
                    <a:pt x="33" y="5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1"/>
            <p:cNvSpPr/>
            <p:nvPr/>
          </p:nvSpPr>
          <p:spPr>
            <a:xfrm>
              <a:off x="1378162" y="3262922"/>
              <a:ext cx="3377" cy="103993"/>
            </a:xfrm>
            <a:custGeom>
              <a:rect b="b" l="l" r="r" t="t"/>
              <a:pathLst>
                <a:path extrusionOk="0" h="1047" w="34">
                  <a:moveTo>
                    <a:pt x="17" y="0"/>
                  </a:moveTo>
                  <a:cubicBezTo>
                    <a:pt x="1" y="0"/>
                    <a:pt x="1" y="20"/>
                    <a:pt x="1" y="20"/>
                  </a:cubicBezTo>
                  <a:lnTo>
                    <a:pt x="1" y="238"/>
                  </a:lnTo>
                  <a:lnTo>
                    <a:pt x="1" y="877"/>
                  </a:lnTo>
                  <a:lnTo>
                    <a:pt x="1" y="978"/>
                  </a:lnTo>
                  <a:cubicBezTo>
                    <a:pt x="1" y="994"/>
                    <a:pt x="1" y="1010"/>
                    <a:pt x="17" y="1030"/>
                  </a:cubicBezTo>
                  <a:lnTo>
                    <a:pt x="17" y="1046"/>
                  </a:lnTo>
                  <a:cubicBezTo>
                    <a:pt x="33" y="1046"/>
                    <a:pt x="33" y="1046"/>
                    <a:pt x="33" y="1030"/>
                  </a:cubicBezTo>
                  <a:lnTo>
                    <a:pt x="33" y="978"/>
                  </a:lnTo>
                  <a:cubicBezTo>
                    <a:pt x="33" y="945"/>
                    <a:pt x="17" y="909"/>
                    <a:pt x="17" y="877"/>
                  </a:cubicBezTo>
                  <a:lnTo>
                    <a:pt x="17" y="238"/>
                  </a:lnTo>
                  <a:lnTo>
                    <a:pt x="17" y="20"/>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1"/>
            <p:cNvSpPr/>
            <p:nvPr/>
          </p:nvSpPr>
          <p:spPr>
            <a:xfrm>
              <a:off x="1033505" y="3716241"/>
              <a:ext cx="5364" cy="18176"/>
            </a:xfrm>
            <a:custGeom>
              <a:rect b="b" l="l" r="r" t="t"/>
              <a:pathLst>
                <a:path extrusionOk="0" h="183" w="54">
                  <a:moveTo>
                    <a:pt x="21" y="1"/>
                  </a:moveTo>
                  <a:cubicBezTo>
                    <a:pt x="1" y="1"/>
                    <a:pt x="1" y="1"/>
                    <a:pt x="1" y="17"/>
                  </a:cubicBezTo>
                  <a:lnTo>
                    <a:pt x="37" y="166"/>
                  </a:lnTo>
                  <a:cubicBezTo>
                    <a:pt x="37" y="183"/>
                    <a:pt x="37" y="183"/>
                    <a:pt x="53" y="183"/>
                  </a:cubicBezTo>
                  <a:lnTo>
                    <a:pt x="53" y="166"/>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1"/>
            <p:cNvSpPr/>
            <p:nvPr/>
          </p:nvSpPr>
          <p:spPr>
            <a:xfrm>
              <a:off x="1735732" y="2925415"/>
              <a:ext cx="174216" cy="304232"/>
            </a:xfrm>
            <a:custGeom>
              <a:rect b="b" l="l" r="r" t="t"/>
              <a:pathLst>
                <a:path extrusionOk="0" h="3063" w="1754">
                  <a:moveTo>
                    <a:pt x="69" y="1"/>
                  </a:moveTo>
                  <a:cubicBezTo>
                    <a:pt x="37" y="33"/>
                    <a:pt x="37" y="65"/>
                    <a:pt x="37" y="102"/>
                  </a:cubicBezTo>
                  <a:lnTo>
                    <a:pt x="37" y="118"/>
                  </a:lnTo>
                  <a:cubicBezTo>
                    <a:pt x="37" y="186"/>
                    <a:pt x="53" y="251"/>
                    <a:pt x="53" y="320"/>
                  </a:cubicBezTo>
                  <a:cubicBezTo>
                    <a:pt x="53" y="469"/>
                    <a:pt x="69" y="639"/>
                    <a:pt x="37" y="772"/>
                  </a:cubicBezTo>
                  <a:cubicBezTo>
                    <a:pt x="0" y="994"/>
                    <a:pt x="101" y="1112"/>
                    <a:pt x="202" y="1229"/>
                  </a:cubicBezTo>
                  <a:lnTo>
                    <a:pt x="222" y="1245"/>
                  </a:lnTo>
                  <a:cubicBezTo>
                    <a:pt x="404" y="1447"/>
                    <a:pt x="574" y="1649"/>
                    <a:pt x="760" y="1851"/>
                  </a:cubicBezTo>
                  <a:cubicBezTo>
                    <a:pt x="861" y="1984"/>
                    <a:pt x="978" y="2121"/>
                    <a:pt x="1079" y="2255"/>
                  </a:cubicBezTo>
                  <a:cubicBezTo>
                    <a:pt x="1281" y="2473"/>
                    <a:pt x="1467" y="2691"/>
                    <a:pt x="1652" y="2893"/>
                  </a:cubicBezTo>
                  <a:cubicBezTo>
                    <a:pt x="1685" y="2929"/>
                    <a:pt x="1685" y="2962"/>
                    <a:pt x="1701" y="2994"/>
                  </a:cubicBezTo>
                  <a:cubicBezTo>
                    <a:pt x="1701" y="3014"/>
                    <a:pt x="1717" y="3047"/>
                    <a:pt x="1717" y="3063"/>
                  </a:cubicBezTo>
                  <a:lnTo>
                    <a:pt x="1737" y="3063"/>
                  </a:lnTo>
                  <a:cubicBezTo>
                    <a:pt x="1737" y="3063"/>
                    <a:pt x="1753" y="3063"/>
                    <a:pt x="1753" y="3047"/>
                  </a:cubicBezTo>
                  <a:cubicBezTo>
                    <a:pt x="1737" y="3030"/>
                    <a:pt x="1737" y="3014"/>
                    <a:pt x="1717" y="2994"/>
                  </a:cubicBezTo>
                  <a:cubicBezTo>
                    <a:pt x="1717" y="2962"/>
                    <a:pt x="1701" y="2913"/>
                    <a:pt x="1669" y="2877"/>
                  </a:cubicBezTo>
                  <a:cubicBezTo>
                    <a:pt x="1483" y="2675"/>
                    <a:pt x="1297" y="2457"/>
                    <a:pt x="1111" y="2239"/>
                  </a:cubicBezTo>
                  <a:cubicBezTo>
                    <a:pt x="994" y="2105"/>
                    <a:pt x="877" y="1968"/>
                    <a:pt x="776" y="1835"/>
                  </a:cubicBezTo>
                  <a:cubicBezTo>
                    <a:pt x="590" y="1633"/>
                    <a:pt x="424" y="1431"/>
                    <a:pt x="239" y="1229"/>
                  </a:cubicBezTo>
                  <a:lnTo>
                    <a:pt x="222" y="1213"/>
                  </a:lnTo>
                  <a:cubicBezTo>
                    <a:pt x="121" y="1075"/>
                    <a:pt x="37" y="974"/>
                    <a:pt x="69" y="792"/>
                  </a:cubicBezTo>
                  <a:cubicBezTo>
                    <a:pt x="85" y="639"/>
                    <a:pt x="85" y="469"/>
                    <a:pt x="69" y="320"/>
                  </a:cubicBezTo>
                  <a:lnTo>
                    <a:pt x="69" y="118"/>
                  </a:lnTo>
                  <a:lnTo>
                    <a:pt x="69" y="102"/>
                  </a:lnTo>
                  <a:cubicBezTo>
                    <a:pt x="69" y="65"/>
                    <a:pt x="69"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1"/>
            <p:cNvSpPr/>
            <p:nvPr/>
          </p:nvSpPr>
          <p:spPr>
            <a:xfrm>
              <a:off x="1189246" y="1405544"/>
              <a:ext cx="4867" cy="78765"/>
            </a:xfrm>
            <a:custGeom>
              <a:rect b="b" l="l" r="r" t="t"/>
              <a:pathLst>
                <a:path extrusionOk="0" h="793" w="49">
                  <a:moveTo>
                    <a:pt x="0" y="0"/>
                  </a:moveTo>
                  <a:lnTo>
                    <a:pt x="0" y="17"/>
                  </a:lnTo>
                  <a:cubicBezTo>
                    <a:pt x="16" y="154"/>
                    <a:pt x="16" y="271"/>
                    <a:pt x="0" y="404"/>
                  </a:cubicBezTo>
                  <a:lnTo>
                    <a:pt x="0" y="622"/>
                  </a:lnTo>
                  <a:lnTo>
                    <a:pt x="0" y="675"/>
                  </a:lnTo>
                  <a:cubicBezTo>
                    <a:pt x="0" y="707"/>
                    <a:pt x="0" y="744"/>
                    <a:pt x="16" y="776"/>
                  </a:cubicBezTo>
                  <a:lnTo>
                    <a:pt x="33" y="792"/>
                  </a:lnTo>
                  <a:cubicBezTo>
                    <a:pt x="49" y="792"/>
                    <a:pt x="49" y="776"/>
                    <a:pt x="49" y="776"/>
                  </a:cubicBezTo>
                  <a:cubicBezTo>
                    <a:pt x="33" y="744"/>
                    <a:pt x="33" y="707"/>
                    <a:pt x="33" y="675"/>
                  </a:cubicBezTo>
                  <a:lnTo>
                    <a:pt x="33" y="622"/>
                  </a:lnTo>
                  <a:lnTo>
                    <a:pt x="33" y="404"/>
                  </a:lnTo>
                  <a:cubicBezTo>
                    <a:pt x="33" y="271"/>
                    <a:pt x="33" y="154"/>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1"/>
            <p:cNvSpPr/>
            <p:nvPr/>
          </p:nvSpPr>
          <p:spPr>
            <a:xfrm>
              <a:off x="2165412" y="2572712"/>
              <a:ext cx="5364" cy="26619"/>
            </a:xfrm>
            <a:custGeom>
              <a:rect b="b" l="l" r="r" t="t"/>
              <a:pathLst>
                <a:path extrusionOk="0" h="268" w="54">
                  <a:moveTo>
                    <a:pt x="37" y="1"/>
                  </a:moveTo>
                  <a:cubicBezTo>
                    <a:pt x="1" y="49"/>
                    <a:pt x="17" y="82"/>
                    <a:pt x="17" y="134"/>
                  </a:cubicBezTo>
                  <a:cubicBezTo>
                    <a:pt x="17" y="166"/>
                    <a:pt x="17" y="219"/>
                    <a:pt x="1" y="251"/>
                  </a:cubicBezTo>
                  <a:lnTo>
                    <a:pt x="1" y="267"/>
                  </a:lnTo>
                  <a:lnTo>
                    <a:pt x="17" y="267"/>
                  </a:lnTo>
                  <a:cubicBezTo>
                    <a:pt x="53" y="219"/>
                    <a:pt x="37" y="166"/>
                    <a:pt x="37" y="134"/>
                  </a:cubicBezTo>
                  <a:cubicBezTo>
                    <a:pt x="37" y="82"/>
                    <a:pt x="37" y="49"/>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1"/>
            <p:cNvSpPr/>
            <p:nvPr/>
          </p:nvSpPr>
          <p:spPr>
            <a:xfrm>
              <a:off x="1409946" y="3055829"/>
              <a:ext cx="4867" cy="21752"/>
            </a:xfrm>
            <a:custGeom>
              <a:rect b="b" l="l" r="r" t="t"/>
              <a:pathLst>
                <a:path extrusionOk="0" h="219" w="49">
                  <a:moveTo>
                    <a:pt x="16" y="1"/>
                  </a:moveTo>
                  <a:cubicBezTo>
                    <a:pt x="0" y="1"/>
                    <a:pt x="0" y="1"/>
                    <a:pt x="0" y="17"/>
                  </a:cubicBezTo>
                  <a:cubicBezTo>
                    <a:pt x="16" y="65"/>
                    <a:pt x="32" y="134"/>
                    <a:pt x="0" y="203"/>
                  </a:cubicBezTo>
                  <a:cubicBezTo>
                    <a:pt x="0" y="219"/>
                    <a:pt x="0" y="219"/>
                    <a:pt x="16" y="219"/>
                  </a:cubicBezTo>
                  <a:lnTo>
                    <a:pt x="32" y="219"/>
                  </a:lnTo>
                  <a:cubicBezTo>
                    <a:pt x="49" y="150"/>
                    <a:pt x="32" y="65"/>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1"/>
            <p:cNvSpPr/>
            <p:nvPr/>
          </p:nvSpPr>
          <p:spPr>
            <a:xfrm>
              <a:off x="1737719" y="3080760"/>
              <a:ext cx="150577" cy="259238"/>
            </a:xfrm>
            <a:custGeom>
              <a:rect b="b" l="l" r="r" t="t"/>
              <a:pathLst>
                <a:path extrusionOk="0" h="2610" w="1516">
                  <a:moveTo>
                    <a:pt x="49" y="0"/>
                  </a:moveTo>
                  <a:cubicBezTo>
                    <a:pt x="33" y="0"/>
                    <a:pt x="33" y="0"/>
                    <a:pt x="33" y="16"/>
                  </a:cubicBezTo>
                  <a:cubicBezTo>
                    <a:pt x="17" y="117"/>
                    <a:pt x="0" y="202"/>
                    <a:pt x="101" y="319"/>
                  </a:cubicBezTo>
                  <a:cubicBezTo>
                    <a:pt x="384" y="606"/>
                    <a:pt x="639" y="925"/>
                    <a:pt x="909" y="1228"/>
                  </a:cubicBezTo>
                  <a:cubicBezTo>
                    <a:pt x="1010" y="1349"/>
                    <a:pt x="1111" y="1466"/>
                    <a:pt x="1192" y="1584"/>
                  </a:cubicBezTo>
                  <a:cubicBezTo>
                    <a:pt x="1229" y="1600"/>
                    <a:pt x="1245" y="1632"/>
                    <a:pt x="1277" y="1668"/>
                  </a:cubicBezTo>
                  <a:cubicBezTo>
                    <a:pt x="1330" y="1733"/>
                    <a:pt x="1394" y="1802"/>
                    <a:pt x="1463" y="1870"/>
                  </a:cubicBezTo>
                  <a:cubicBezTo>
                    <a:pt x="1495" y="1903"/>
                    <a:pt x="1495" y="1935"/>
                    <a:pt x="1479" y="1971"/>
                  </a:cubicBezTo>
                  <a:lnTo>
                    <a:pt x="1479" y="2339"/>
                  </a:lnTo>
                  <a:lnTo>
                    <a:pt x="1479" y="2440"/>
                  </a:lnTo>
                  <a:lnTo>
                    <a:pt x="1479" y="2460"/>
                  </a:lnTo>
                  <a:cubicBezTo>
                    <a:pt x="1479" y="2509"/>
                    <a:pt x="1479" y="2541"/>
                    <a:pt x="1463" y="2593"/>
                  </a:cubicBezTo>
                  <a:cubicBezTo>
                    <a:pt x="1447" y="2593"/>
                    <a:pt x="1463" y="2610"/>
                    <a:pt x="1463" y="2610"/>
                  </a:cubicBezTo>
                  <a:lnTo>
                    <a:pt x="1479" y="2610"/>
                  </a:lnTo>
                  <a:cubicBezTo>
                    <a:pt x="1515" y="2561"/>
                    <a:pt x="1515" y="2509"/>
                    <a:pt x="1515" y="2460"/>
                  </a:cubicBezTo>
                  <a:lnTo>
                    <a:pt x="1515" y="2440"/>
                  </a:lnTo>
                  <a:lnTo>
                    <a:pt x="1515" y="2339"/>
                  </a:lnTo>
                  <a:lnTo>
                    <a:pt x="1515" y="1971"/>
                  </a:lnTo>
                  <a:cubicBezTo>
                    <a:pt x="1515" y="1935"/>
                    <a:pt x="1515" y="1903"/>
                    <a:pt x="1479" y="1854"/>
                  </a:cubicBezTo>
                  <a:cubicBezTo>
                    <a:pt x="1414" y="1786"/>
                    <a:pt x="1346" y="1717"/>
                    <a:pt x="1293" y="1652"/>
                  </a:cubicBezTo>
                  <a:cubicBezTo>
                    <a:pt x="1261" y="1616"/>
                    <a:pt x="1245" y="1584"/>
                    <a:pt x="1229" y="1567"/>
                  </a:cubicBezTo>
                  <a:cubicBezTo>
                    <a:pt x="1128" y="1450"/>
                    <a:pt x="1027" y="1329"/>
                    <a:pt x="926" y="1212"/>
                  </a:cubicBezTo>
                  <a:cubicBezTo>
                    <a:pt x="671" y="909"/>
                    <a:pt x="404" y="590"/>
                    <a:pt x="118" y="303"/>
                  </a:cubicBezTo>
                  <a:cubicBezTo>
                    <a:pt x="33" y="202"/>
                    <a:pt x="33" y="117"/>
                    <a:pt x="49" y="16"/>
                  </a:cubicBezTo>
                  <a:cubicBezTo>
                    <a:pt x="65" y="16"/>
                    <a:pt x="4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1"/>
            <p:cNvSpPr/>
            <p:nvPr/>
          </p:nvSpPr>
          <p:spPr>
            <a:xfrm>
              <a:off x="1409946" y="2905352"/>
              <a:ext cx="91975" cy="187128"/>
            </a:xfrm>
            <a:custGeom>
              <a:rect b="b" l="l" r="r" t="t"/>
              <a:pathLst>
                <a:path extrusionOk="0" h="1884" w="926">
                  <a:moveTo>
                    <a:pt x="32" y="1"/>
                  </a:moveTo>
                  <a:lnTo>
                    <a:pt x="32" y="17"/>
                  </a:lnTo>
                  <a:cubicBezTo>
                    <a:pt x="0" y="336"/>
                    <a:pt x="0" y="639"/>
                    <a:pt x="32" y="942"/>
                  </a:cubicBezTo>
                  <a:lnTo>
                    <a:pt x="32" y="958"/>
                  </a:lnTo>
                  <a:cubicBezTo>
                    <a:pt x="32" y="994"/>
                    <a:pt x="32" y="1027"/>
                    <a:pt x="69" y="1043"/>
                  </a:cubicBezTo>
                  <a:cubicBezTo>
                    <a:pt x="251" y="1144"/>
                    <a:pt x="388" y="1297"/>
                    <a:pt x="521" y="1447"/>
                  </a:cubicBezTo>
                  <a:cubicBezTo>
                    <a:pt x="590" y="1532"/>
                    <a:pt x="675" y="1617"/>
                    <a:pt x="755" y="1701"/>
                  </a:cubicBezTo>
                  <a:cubicBezTo>
                    <a:pt x="776" y="1701"/>
                    <a:pt x="776" y="1718"/>
                    <a:pt x="792" y="1718"/>
                  </a:cubicBezTo>
                  <a:cubicBezTo>
                    <a:pt x="840" y="1766"/>
                    <a:pt x="893" y="1802"/>
                    <a:pt x="893" y="1883"/>
                  </a:cubicBezTo>
                  <a:lnTo>
                    <a:pt x="909" y="1883"/>
                  </a:lnTo>
                  <a:cubicBezTo>
                    <a:pt x="909" y="1883"/>
                    <a:pt x="925" y="1883"/>
                    <a:pt x="925" y="1867"/>
                  </a:cubicBezTo>
                  <a:cubicBezTo>
                    <a:pt x="909" y="1802"/>
                    <a:pt x="856" y="1750"/>
                    <a:pt x="808" y="1701"/>
                  </a:cubicBezTo>
                  <a:cubicBezTo>
                    <a:pt x="792" y="1701"/>
                    <a:pt x="792" y="1681"/>
                    <a:pt x="776" y="1681"/>
                  </a:cubicBezTo>
                  <a:cubicBezTo>
                    <a:pt x="691" y="1600"/>
                    <a:pt x="606" y="1516"/>
                    <a:pt x="537" y="1431"/>
                  </a:cubicBezTo>
                  <a:cubicBezTo>
                    <a:pt x="404" y="1277"/>
                    <a:pt x="271" y="1112"/>
                    <a:pt x="69" y="1011"/>
                  </a:cubicBezTo>
                  <a:cubicBezTo>
                    <a:pt x="49" y="1011"/>
                    <a:pt x="49" y="994"/>
                    <a:pt x="49" y="958"/>
                  </a:cubicBezTo>
                  <a:lnTo>
                    <a:pt x="49" y="942"/>
                  </a:lnTo>
                  <a:cubicBezTo>
                    <a:pt x="32" y="639"/>
                    <a:pt x="32" y="336"/>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1"/>
            <p:cNvSpPr/>
            <p:nvPr/>
          </p:nvSpPr>
          <p:spPr>
            <a:xfrm>
              <a:off x="1256191" y="1192691"/>
              <a:ext cx="237287" cy="121077"/>
            </a:xfrm>
            <a:custGeom>
              <a:rect b="b" l="l" r="r" t="t"/>
              <a:pathLst>
                <a:path extrusionOk="0" h="1219" w="2389">
                  <a:moveTo>
                    <a:pt x="1589" y="0"/>
                  </a:moveTo>
                  <a:cubicBezTo>
                    <a:pt x="1547" y="0"/>
                    <a:pt x="1502" y="15"/>
                    <a:pt x="1463" y="39"/>
                  </a:cubicBezTo>
                  <a:lnTo>
                    <a:pt x="1144" y="241"/>
                  </a:lnTo>
                  <a:cubicBezTo>
                    <a:pt x="789" y="443"/>
                    <a:pt x="437" y="665"/>
                    <a:pt x="102" y="867"/>
                  </a:cubicBezTo>
                  <a:cubicBezTo>
                    <a:pt x="49" y="899"/>
                    <a:pt x="17" y="931"/>
                    <a:pt x="17" y="984"/>
                  </a:cubicBezTo>
                  <a:cubicBezTo>
                    <a:pt x="1" y="1000"/>
                    <a:pt x="17" y="1000"/>
                    <a:pt x="17" y="1000"/>
                  </a:cubicBezTo>
                  <a:lnTo>
                    <a:pt x="33" y="1000"/>
                  </a:lnTo>
                  <a:cubicBezTo>
                    <a:pt x="49" y="948"/>
                    <a:pt x="65" y="915"/>
                    <a:pt x="102" y="899"/>
                  </a:cubicBezTo>
                  <a:cubicBezTo>
                    <a:pt x="453" y="681"/>
                    <a:pt x="809" y="479"/>
                    <a:pt x="1160" y="261"/>
                  </a:cubicBezTo>
                  <a:lnTo>
                    <a:pt x="1479" y="75"/>
                  </a:lnTo>
                  <a:cubicBezTo>
                    <a:pt x="1518" y="48"/>
                    <a:pt x="1555" y="32"/>
                    <a:pt x="1586" y="32"/>
                  </a:cubicBezTo>
                  <a:cubicBezTo>
                    <a:pt x="1597" y="32"/>
                    <a:pt x="1607" y="34"/>
                    <a:pt x="1617" y="39"/>
                  </a:cubicBezTo>
                  <a:cubicBezTo>
                    <a:pt x="1665" y="39"/>
                    <a:pt x="1698" y="75"/>
                    <a:pt x="1734" y="124"/>
                  </a:cubicBezTo>
                  <a:cubicBezTo>
                    <a:pt x="1766" y="208"/>
                    <a:pt x="1819" y="293"/>
                    <a:pt x="1867" y="378"/>
                  </a:cubicBezTo>
                  <a:cubicBezTo>
                    <a:pt x="1952" y="544"/>
                    <a:pt x="2053" y="697"/>
                    <a:pt x="2154" y="867"/>
                  </a:cubicBezTo>
                  <a:cubicBezTo>
                    <a:pt x="2170" y="899"/>
                    <a:pt x="2186" y="931"/>
                    <a:pt x="2202" y="968"/>
                  </a:cubicBezTo>
                  <a:cubicBezTo>
                    <a:pt x="2239" y="1069"/>
                    <a:pt x="2287" y="1150"/>
                    <a:pt x="2372" y="1218"/>
                  </a:cubicBezTo>
                  <a:lnTo>
                    <a:pt x="2388" y="1218"/>
                  </a:lnTo>
                  <a:lnTo>
                    <a:pt x="2388" y="1202"/>
                  </a:lnTo>
                  <a:cubicBezTo>
                    <a:pt x="2303" y="1133"/>
                    <a:pt x="2271" y="1049"/>
                    <a:pt x="2223" y="968"/>
                  </a:cubicBezTo>
                  <a:cubicBezTo>
                    <a:pt x="2202" y="915"/>
                    <a:pt x="2186" y="883"/>
                    <a:pt x="2170" y="847"/>
                  </a:cubicBezTo>
                  <a:cubicBezTo>
                    <a:pt x="2069" y="681"/>
                    <a:pt x="1984" y="528"/>
                    <a:pt x="1883" y="362"/>
                  </a:cubicBezTo>
                  <a:cubicBezTo>
                    <a:pt x="1851" y="277"/>
                    <a:pt x="1799" y="208"/>
                    <a:pt x="1750" y="124"/>
                  </a:cubicBezTo>
                  <a:cubicBezTo>
                    <a:pt x="1718" y="59"/>
                    <a:pt x="1665" y="23"/>
                    <a:pt x="1633" y="6"/>
                  </a:cubicBezTo>
                  <a:cubicBezTo>
                    <a:pt x="1619" y="2"/>
                    <a:pt x="1604" y="0"/>
                    <a:pt x="1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1"/>
            <p:cNvSpPr/>
            <p:nvPr/>
          </p:nvSpPr>
          <p:spPr>
            <a:xfrm>
              <a:off x="928419" y="3577484"/>
              <a:ext cx="4867" cy="100418"/>
            </a:xfrm>
            <a:custGeom>
              <a:rect b="b" l="l" r="r" t="t"/>
              <a:pathLst>
                <a:path extrusionOk="0" h="1011" w="49">
                  <a:moveTo>
                    <a:pt x="0" y="0"/>
                  </a:moveTo>
                  <a:lnTo>
                    <a:pt x="0" y="16"/>
                  </a:lnTo>
                  <a:cubicBezTo>
                    <a:pt x="17" y="133"/>
                    <a:pt x="17" y="251"/>
                    <a:pt x="17" y="352"/>
                  </a:cubicBezTo>
                  <a:lnTo>
                    <a:pt x="17" y="521"/>
                  </a:lnTo>
                  <a:lnTo>
                    <a:pt x="17" y="857"/>
                  </a:lnTo>
                  <a:lnTo>
                    <a:pt x="17" y="1010"/>
                  </a:lnTo>
                  <a:lnTo>
                    <a:pt x="33" y="1010"/>
                  </a:lnTo>
                  <a:lnTo>
                    <a:pt x="33" y="857"/>
                  </a:lnTo>
                  <a:lnTo>
                    <a:pt x="33" y="521"/>
                  </a:lnTo>
                  <a:lnTo>
                    <a:pt x="33" y="352"/>
                  </a:lnTo>
                  <a:cubicBezTo>
                    <a:pt x="33" y="234"/>
                    <a:pt x="49" y="133"/>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1"/>
            <p:cNvSpPr/>
            <p:nvPr/>
          </p:nvSpPr>
          <p:spPr>
            <a:xfrm>
              <a:off x="670770" y="1450836"/>
              <a:ext cx="145809" cy="192293"/>
            </a:xfrm>
            <a:custGeom>
              <a:rect b="b" l="l" r="r" t="t"/>
              <a:pathLst>
                <a:path extrusionOk="0" h="1936" w="1468">
                  <a:moveTo>
                    <a:pt x="1431" y="1"/>
                  </a:moveTo>
                  <a:cubicBezTo>
                    <a:pt x="1415" y="1"/>
                    <a:pt x="1415" y="1"/>
                    <a:pt x="1415" y="17"/>
                  </a:cubicBezTo>
                  <a:lnTo>
                    <a:pt x="1415" y="267"/>
                  </a:lnTo>
                  <a:cubicBezTo>
                    <a:pt x="1431" y="506"/>
                    <a:pt x="1431" y="756"/>
                    <a:pt x="1451" y="995"/>
                  </a:cubicBezTo>
                  <a:cubicBezTo>
                    <a:pt x="1451" y="1043"/>
                    <a:pt x="1415" y="1059"/>
                    <a:pt x="1383" y="1096"/>
                  </a:cubicBezTo>
                  <a:lnTo>
                    <a:pt x="1366" y="1096"/>
                  </a:lnTo>
                  <a:cubicBezTo>
                    <a:pt x="1181" y="1197"/>
                    <a:pt x="995" y="1314"/>
                    <a:pt x="809" y="1431"/>
                  </a:cubicBezTo>
                  <a:cubicBezTo>
                    <a:pt x="558" y="1580"/>
                    <a:pt x="288" y="1750"/>
                    <a:pt x="37" y="1883"/>
                  </a:cubicBezTo>
                  <a:cubicBezTo>
                    <a:pt x="17" y="1904"/>
                    <a:pt x="17" y="1904"/>
                    <a:pt x="17" y="1920"/>
                  </a:cubicBezTo>
                  <a:cubicBezTo>
                    <a:pt x="1" y="1936"/>
                    <a:pt x="17" y="1936"/>
                    <a:pt x="17" y="1936"/>
                  </a:cubicBezTo>
                  <a:lnTo>
                    <a:pt x="37" y="1936"/>
                  </a:lnTo>
                  <a:lnTo>
                    <a:pt x="37" y="1920"/>
                  </a:lnTo>
                  <a:lnTo>
                    <a:pt x="54" y="1920"/>
                  </a:lnTo>
                  <a:cubicBezTo>
                    <a:pt x="304" y="1766"/>
                    <a:pt x="575" y="1617"/>
                    <a:pt x="825" y="1447"/>
                  </a:cubicBezTo>
                  <a:cubicBezTo>
                    <a:pt x="995" y="1346"/>
                    <a:pt x="1197" y="1229"/>
                    <a:pt x="1383" y="1112"/>
                  </a:cubicBezTo>
                  <a:cubicBezTo>
                    <a:pt x="1431" y="1096"/>
                    <a:pt x="1467" y="1059"/>
                    <a:pt x="1467" y="995"/>
                  </a:cubicBezTo>
                  <a:cubicBezTo>
                    <a:pt x="1467" y="756"/>
                    <a:pt x="1451" y="506"/>
                    <a:pt x="1451" y="267"/>
                  </a:cubicBezTo>
                  <a:lnTo>
                    <a:pt x="1451" y="17"/>
                  </a:lnTo>
                  <a:cubicBezTo>
                    <a:pt x="1451" y="1"/>
                    <a:pt x="1431" y="1"/>
                    <a:pt x="1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1"/>
            <p:cNvSpPr/>
            <p:nvPr/>
          </p:nvSpPr>
          <p:spPr>
            <a:xfrm>
              <a:off x="1338035" y="1870584"/>
              <a:ext cx="6555" cy="103596"/>
            </a:xfrm>
            <a:custGeom>
              <a:rect b="b" l="l" r="r" t="t"/>
              <a:pathLst>
                <a:path extrusionOk="0" h="1043" w="66">
                  <a:moveTo>
                    <a:pt x="17" y="0"/>
                  </a:moveTo>
                  <a:lnTo>
                    <a:pt x="1" y="17"/>
                  </a:lnTo>
                  <a:cubicBezTo>
                    <a:pt x="33" y="182"/>
                    <a:pt x="17" y="336"/>
                    <a:pt x="17" y="505"/>
                  </a:cubicBezTo>
                  <a:lnTo>
                    <a:pt x="17" y="808"/>
                  </a:lnTo>
                  <a:lnTo>
                    <a:pt x="17" y="873"/>
                  </a:lnTo>
                  <a:cubicBezTo>
                    <a:pt x="17" y="925"/>
                    <a:pt x="17" y="974"/>
                    <a:pt x="49" y="1043"/>
                  </a:cubicBezTo>
                  <a:lnTo>
                    <a:pt x="66" y="1043"/>
                  </a:lnTo>
                  <a:lnTo>
                    <a:pt x="66" y="1026"/>
                  </a:lnTo>
                  <a:cubicBezTo>
                    <a:pt x="33" y="974"/>
                    <a:pt x="49" y="925"/>
                    <a:pt x="49" y="873"/>
                  </a:cubicBezTo>
                  <a:lnTo>
                    <a:pt x="49" y="808"/>
                  </a:lnTo>
                  <a:lnTo>
                    <a:pt x="49" y="505"/>
                  </a:lnTo>
                  <a:cubicBezTo>
                    <a:pt x="49" y="336"/>
                    <a:pt x="49" y="166"/>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1"/>
            <p:cNvSpPr/>
            <p:nvPr/>
          </p:nvSpPr>
          <p:spPr>
            <a:xfrm>
              <a:off x="1643857" y="3318246"/>
              <a:ext cx="6853" cy="78765"/>
            </a:xfrm>
            <a:custGeom>
              <a:rect b="b" l="l" r="r" t="t"/>
              <a:pathLst>
                <a:path extrusionOk="0" h="793" w="69">
                  <a:moveTo>
                    <a:pt x="53" y="1"/>
                  </a:moveTo>
                  <a:cubicBezTo>
                    <a:pt x="53" y="1"/>
                    <a:pt x="37" y="1"/>
                    <a:pt x="37" y="17"/>
                  </a:cubicBezTo>
                  <a:cubicBezTo>
                    <a:pt x="16" y="134"/>
                    <a:pt x="16" y="271"/>
                    <a:pt x="16" y="388"/>
                  </a:cubicBezTo>
                  <a:lnTo>
                    <a:pt x="16" y="623"/>
                  </a:lnTo>
                  <a:lnTo>
                    <a:pt x="16" y="675"/>
                  </a:lnTo>
                  <a:cubicBezTo>
                    <a:pt x="16" y="707"/>
                    <a:pt x="37" y="740"/>
                    <a:pt x="16" y="776"/>
                  </a:cubicBezTo>
                  <a:cubicBezTo>
                    <a:pt x="0" y="776"/>
                    <a:pt x="0" y="776"/>
                    <a:pt x="16" y="792"/>
                  </a:cubicBezTo>
                  <a:lnTo>
                    <a:pt x="37" y="776"/>
                  </a:lnTo>
                  <a:cubicBezTo>
                    <a:pt x="53" y="740"/>
                    <a:pt x="53" y="707"/>
                    <a:pt x="53" y="675"/>
                  </a:cubicBezTo>
                  <a:lnTo>
                    <a:pt x="53" y="623"/>
                  </a:lnTo>
                  <a:lnTo>
                    <a:pt x="53" y="388"/>
                  </a:lnTo>
                  <a:cubicBezTo>
                    <a:pt x="53" y="27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1"/>
            <p:cNvSpPr/>
            <p:nvPr/>
          </p:nvSpPr>
          <p:spPr>
            <a:xfrm>
              <a:off x="2081979" y="2505767"/>
              <a:ext cx="105185" cy="199047"/>
            </a:xfrm>
            <a:custGeom>
              <a:rect b="b" l="l" r="r" t="t"/>
              <a:pathLst>
                <a:path extrusionOk="0" h="2004" w="1059">
                  <a:moveTo>
                    <a:pt x="17" y="0"/>
                  </a:moveTo>
                  <a:cubicBezTo>
                    <a:pt x="17" y="0"/>
                    <a:pt x="1" y="0"/>
                    <a:pt x="1" y="16"/>
                  </a:cubicBezTo>
                  <a:cubicBezTo>
                    <a:pt x="1" y="133"/>
                    <a:pt x="69" y="218"/>
                    <a:pt x="118" y="303"/>
                  </a:cubicBezTo>
                  <a:cubicBezTo>
                    <a:pt x="150" y="335"/>
                    <a:pt x="170" y="372"/>
                    <a:pt x="202" y="404"/>
                  </a:cubicBezTo>
                  <a:cubicBezTo>
                    <a:pt x="372" y="707"/>
                    <a:pt x="554" y="994"/>
                    <a:pt x="724" y="1281"/>
                  </a:cubicBezTo>
                  <a:cubicBezTo>
                    <a:pt x="776" y="1345"/>
                    <a:pt x="825" y="1430"/>
                    <a:pt x="877" y="1499"/>
                  </a:cubicBezTo>
                  <a:cubicBezTo>
                    <a:pt x="893" y="1531"/>
                    <a:pt x="909" y="1547"/>
                    <a:pt x="909" y="1564"/>
                  </a:cubicBezTo>
                  <a:cubicBezTo>
                    <a:pt x="978" y="1648"/>
                    <a:pt x="1027" y="1733"/>
                    <a:pt x="1010" y="1850"/>
                  </a:cubicBezTo>
                  <a:lnTo>
                    <a:pt x="1010" y="1866"/>
                  </a:lnTo>
                  <a:cubicBezTo>
                    <a:pt x="1010" y="1903"/>
                    <a:pt x="1010" y="1951"/>
                    <a:pt x="994" y="1988"/>
                  </a:cubicBezTo>
                  <a:lnTo>
                    <a:pt x="994" y="2004"/>
                  </a:lnTo>
                  <a:lnTo>
                    <a:pt x="1010" y="2004"/>
                  </a:lnTo>
                  <a:lnTo>
                    <a:pt x="1010" y="1988"/>
                  </a:lnTo>
                  <a:cubicBezTo>
                    <a:pt x="1027" y="1951"/>
                    <a:pt x="1043" y="1903"/>
                    <a:pt x="1043" y="1866"/>
                  </a:cubicBezTo>
                  <a:lnTo>
                    <a:pt x="1043" y="1850"/>
                  </a:lnTo>
                  <a:cubicBezTo>
                    <a:pt x="1059" y="1733"/>
                    <a:pt x="994" y="1632"/>
                    <a:pt x="942" y="1547"/>
                  </a:cubicBezTo>
                  <a:cubicBezTo>
                    <a:pt x="926" y="1531"/>
                    <a:pt x="909" y="1515"/>
                    <a:pt x="893" y="1483"/>
                  </a:cubicBezTo>
                  <a:cubicBezTo>
                    <a:pt x="841" y="1414"/>
                    <a:pt x="808" y="1345"/>
                    <a:pt x="756" y="1261"/>
                  </a:cubicBezTo>
                  <a:cubicBezTo>
                    <a:pt x="574" y="978"/>
                    <a:pt x="388" y="691"/>
                    <a:pt x="219" y="388"/>
                  </a:cubicBezTo>
                  <a:cubicBezTo>
                    <a:pt x="202" y="352"/>
                    <a:pt x="170" y="319"/>
                    <a:pt x="150" y="287"/>
                  </a:cubicBezTo>
                  <a:cubicBezTo>
                    <a:pt x="85" y="202"/>
                    <a:pt x="17" y="117"/>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1"/>
            <p:cNvSpPr/>
            <p:nvPr/>
          </p:nvSpPr>
          <p:spPr>
            <a:xfrm>
              <a:off x="1672363" y="3189421"/>
              <a:ext cx="5264" cy="13409"/>
            </a:xfrm>
            <a:custGeom>
              <a:rect b="b" l="l" r="r" t="t"/>
              <a:pathLst>
                <a:path extrusionOk="0" h="135" w="53">
                  <a:moveTo>
                    <a:pt x="16" y="1"/>
                  </a:moveTo>
                  <a:cubicBezTo>
                    <a:pt x="0" y="33"/>
                    <a:pt x="0" y="69"/>
                    <a:pt x="0" y="86"/>
                  </a:cubicBezTo>
                  <a:lnTo>
                    <a:pt x="0" y="118"/>
                  </a:lnTo>
                  <a:cubicBezTo>
                    <a:pt x="0" y="134"/>
                    <a:pt x="16" y="134"/>
                    <a:pt x="16" y="134"/>
                  </a:cubicBezTo>
                  <a:lnTo>
                    <a:pt x="32" y="134"/>
                  </a:lnTo>
                  <a:lnTo>
                    <a:pt x="32" y="86"/>
                  </a:lnTo>
                  <a:cubicBezTo>
                    <a:pt x="32" y="69"/>
                    <a:pt x="32" y="33"/>
                    <a:pt x="53"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1"/>
            <p:cNvSpPr/>
            <p:nvPr/>
          </p:nvSpPr>
          <p:spPr>
            <a:xfrm>
              <a:off x="1409946" y="3590694"/>
              <a:ext cx="4867" cy="143723"/>
            </a:xfrm>
            <a:custGeom>
              <a:rect b="b" l="l" r="r" t="t"/>
              <a:pathLst>
                <a:path extrusionOk="0" h="1447" w="49">
                  <a:moveTo>
                    <a:pt x="16" y="0"/>
                  </a:moveTo>
                  <a:cubicBezTo>
                    <a:pt x="0" y="0"/>
                    <a:pt x="0" y="17"/>
                    <a:pt x="0" y="17"/>
                  </a:cubicBezTo>
                  <a:lnTo>
                    <a:pt x="0" y="271"/>
                  </a:lnTo>
                  <a:cubicBezTo>
                    <a:pt x="16" y="457"/>
                    <a:pt x="16" y="659"/>
                    <a:pt x="16" y="861"/>
                  </a:cubicBezTo>
                  <a:lnTo>
                    <a:pt x="16" y="1027"/>
                  </a:lnTo>
                  <a:cubicBezTo>
                    <a:pt x="16" y="1164"/>
                    <a:pt x="16" y="1297"/>
                    <a:pt x="0" y="1430"/>
                  </a:cubicBezTo>
                  <a:cubicBezTo>
                    <a:pt x="0" y="1447"/>
                    <a:pt x="0" y="1447"/>
                    <a:pt x="16" y="1447"/>
                  </a:cubicBezTo>
                  <a:cubicBezTo>
                    <a:pt x="16" y="1447"/>
                    <a:pt x="32" y="1447"/>
                    <a:pt x="32" y="1430"/>
                  </a:cubicBezTo>
                  <a:cubicBezTo>
                    <a:pt x="49" y="1297"/>
                    <a:pt x="49" y="1164"/>
                    <a:pt x="32" y="1027"/>
                  </a:cubicBezTo>
                  <a:lnTo>
                    <a:pt x="32" y="861"/>
                  </a:lnTo>
                  <a:lnTo>
                    <a:pt x="32" y="271"/>
                  </a:lnTo>
                  <a:lnTo>
                    <a:pt x="32" y="17"/>
                  </a:ln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1"/>
            <p:cNvSpPr/>
            <p:nvPr/>
          </p:nvSpPr>
          <p:spPr>
            <a:xfrm>
              <a:off x="1739308" y="2616117"/>
              <a:ext cx="148988" cy="277713"/>
            </a:xfrm>
            <a:custGeom>
              <a:rect b="b" l="l" r="r" t="t"/>
              <a:pathLst>
                <a:path extrusionOk="0" h="2796" w="1500">
                  <a:moveTo>
                    <a:pt x="49" y="0"/>
                  </a:moveTo>
                  <a:cubicBezTo>
                    <a:pt x="17" y="49"/>
                    <a:pt x="1" y="101"/>
                    <a:pt x="1" y="170"/>
                  </a:cubicBezTo>
                  <a:cubicBezTo>
                    <a:pt x="1" y="218"/>
                    <a:pt x="17" y="271"/>
                    <a:pt x="65" y="287"/>
                  </a:cubicBezTo>
                  <a:cubicBezTo>
                    <a:pt x="150" y="372"/>
                    <a:pt x="235" y="473"/>
                    <a:pt x="304" y="574"/>
                  </a:cubicBezTo>
                  <a:cubicBezTo>
                    <a:pt x="336" y="622"/>
                    <a:pt x="368" y="675"/>
                    <a:pt x="405" y="723"/>
                  </a:cubicBezTo>
                  <a:cubicBezTo>
                    <a:pt x="554" y="909"/>
                    <a:pt x="691" y="1111"/>
                    <a:pt x="825" y="1297"/>
                  </a:cubicBezTo>
                  <a:cubicBezTo>
                    <a:pt x="926" y="1430"/>
                    <a:pt x="1043" y="1584"/>
                    <a:pt x="1144" y="1717"/>
                  </a:cubicBezTo>
                  <a:lnTo>
                    <a:pt x="1160" y="1733"/>
                  </a:lnTo>
                  <a:cubicBezTo>
                    <a:pt x="1463" y="2137"/>
                    <a:pt x="1463" y="2137"/>
                    <a:pt x="1463" y="2626"/>
                  </a:cubicBezTo>
                  <a:cubicBezTo>
                    <a:pt x="1463" y="2695"/>
                    <a:pt x="1447" y="2727"/>
                    <a:pt x="1431" y="2759"/>
                  </a:cubicBezTo>
                  <a:lnTo>
                    <a:pt x="1431" y="2796"/>
                  </a:lnTo>
                  <a:lnTo>
                    <a:pt x="1447" y="2796"/>
                  </a:lnTo>
                  <a:lnTo>
                    <a:pt x="1447" y="2775"/>
                  </a:lnTo>
                  <a:cubicBezTo>
                    <a:pt x="1479" y="2743"/>
                    <a:pt x="1499" y="2695"/>
                    <a:pt x="1499" y="2626"/>
                  </a:cubicBezTo>
                  <a:cubicBezTo>
                    <a:pt x="1499" y="2137"/>
                    <a:pt x="1499" y="2137"/>
                    <a:pt x="1176" y="1717"/>
                  </a:cubicBezTo>
                  <a:lnTo>
                    <a:pt x="1160" y="1701"/>
                  </a:lnTo>
                  <a:cubicBezTo>
                    <a:pt x="1059" y="1563"/>
                    <a:pt x="958" y="1414"/>
                    <a:pt x="857" y="1281"/>
                  </a:cubicBezTo>
                  <a:cubicBezTo>
                    <a:pt x="708" y="1095"/>
                    <a:pt x="570" y="893"/>
                    <a:pt x="421" y="707"/>
                  </a:cubicBezTo>
                  <a:cubicBezTo>
                    <a:pt x="388" y="655"/>
                    <a:pt x="352" y="606"/>
                    <a:pt x="320" y="554"/>
                  </a:cubicBezTo>
                  <a:cubicBezTo>
                    <a:pt x="251" y="453"/>
                    <a:pt x="186" y="352"/>
                    <a:pt x="85" y="271"/>
                  </a:cubicBezTo>
                  <a:cubicBezTo>
                    <a:pt x="49" y="251"/>
                    <a:pt x="33" y="202"/>
                    <a:pt x="17" y="170"/>
                  </a:cubicBezTo>
                  <a:cubicBezTo>
                    <a:pt x="17" y="101"/>
                    <a:pt x="33" y="49"/>
                    <a:pt x="65" y="16"/>
                  </a:cubicBezTo>
                  <a:lnTo>
                    <a:pt x="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1"/>
            <p:cNvSpPr/>
            <p:nvPr/>
          </p:nvSpPr>
          <p:spPr>
            <a:xfrm>
              <a:off x="669181" y="3266497"/>
              <a:ext cx="148988" cy="159019"/>
            </a:xfrm>
            <a:custGeom>
              <a:rect b="b" l="l" r="r" t="t"/>
              <a:pathLst>
                <a:path extrusionOk="0" h="1601" w="1500">
                  <a:moveTo>
                    <a:pt x="1483" y="0"/>
                  </a:moveTo>
                  <a:cubicBezTo>
                    <a:pt x="1330" y="33"/>
                    <a:pt x="1180" y="85"/>
                    <a:pt x="1027" y="150"/>
                  </a:cubicBezTo>
                  <a:cubicBezTo>
                    <a:pt x="962" y="166"/>
                    <a:pt x="894" y="186"/>
                    <a:pt x="825" y="219"/>
                  </a:cubicBezTo>
                  <a:cubicBezTo>
                    <a:pt x="639" y="287"/>
                    <a:pt x="437" y="352"/>
                    <a:pt x="235" y="421"/>
                  </a:cubicBezTo>
                  <a:lnTo>
                    <a:pt x="102" y="469"/>
                  </a:lnTo>
                  <a:cubicBezTo>
                    <a:pt x="53" y="489"/>
                    <a:pt x="1" y="522"/>
                    <a:pt x="1" y="622"/>
                  </a:cubicBezTo>
                  <a:lnTo>
                    <a:pt x="1" y="1430"/>
                  </a:lnTo>
                  <a:lnTo>
                    <a:pt x="1" y="1499"/>
                  </a:lnTo>
                  <a:cubicBezTo>
                    <a:pt x="17" y="1531"/>
                    <a:pt x="33" y="1548"/>
                    <a:pt x="1" y="1580"/>
                  </a:cubicBezTo>
                  <a:lnTo>
                    <a:pt x="1" y="1600"/>
                  </a:lnTo>
                  <a:lnTo>
                    <a:pt x="17" y="1600"/>
                  </a:lnTo>
                  <a:cubicBezTo>
                    <a:pt x="53" y="1564"/>
                    <a:pt x="53" y="1515"/>
                    <a:pt x="33" y="1479"/>
                  </a:cubicBezTo>
                  <a:cubicBezTo>
                    <a:pt x="33" y="1463"/>
                    <a:pt x="17" y="1447"/>
                    <a:pt x="17" y="1430"/>
                  </a:cubicBezTo>
                  <a:cubicBezTo>
                    <a:pt x="33" y="1160"/>
                    <a:pt x="33" y="893"/>
                    <a:pt x="17" y="622"/>
                  </a:cubicBezTo>
                  <a:cubicBezTo>
                    <a:pt x="17" y="538"/>
                    <a:pt x="53" y="522"/>
                    <a:pt x="118" y="505"/>
                  </a:cubicBezTo>
                  <a:lnTo>
                    <a:pt x="255" y="453"/>
                  </a:lnTo>
                  <a:cubicBezTo>
                    <a:pt x="437" y="388"/>
                    <a:pt x="639" y="303"/>
                    <a:pt x="841" y="235"/>
                  </a:cubicBezTo>
                  <a:cubicBezTo>
                    <a:pt x="910" y="219"/>
                    <a:pt x="978" y="202"/>
                    <a:pt x="1027" y="166"/>
                  </a:cubicBezTo>
                  <a:lnTo>
                    <a:pt x="1483" y="17"/>
                  </a:lnTo>
                  <a:lnTo>
                    <a:pt x="1500" y="17"/>
                  </a:lnTo>
                  <a:cubicBezTo>
                    <a:pt x="1500"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1"/>
            <p:cNvSpPr/>
            <p:nvPr/>
          </p:nvSpPr>
          <p:spPr>
            <a:xfrm>
              <a:off x="2078801" y="3107577"/>
              <a:ext cx="108364" cy="212357"/>
            </a:xfrm>
            <a:custGeom>
              <a:rect b="b" l="l" r="r" t="t"/>
              <a:pathLst>
                <a:path extrusionOk="0" h="2138" w="1091">
                  <a:moveTo>
                    <a:pt x="81" y="1"/>
                  </a:moveTo>
                  <a:lnTo>
                    <a:pt x="81" y="17"/>
                  </a:lnTo>
                  <a:cubicBezTo>
                    <a:pt x="65" y="49"/>
                    <a:pt x="65" y="69"/>
                    <a:pt x="65" y="102"/>
                  </a:cubicBezTo>
                  <a:cubicBezTo>
                    <a:pt x="33" y="304"/>
                    <a:pt x="0" y="506"/>
                    <a:pt x="150" y="691"/>
                  </a:cubicBezTo>
                  <a:cubicBezTo>
                    <a:pt x="384" y="978"/>
                    <a:pt x="622" y="1281"/>
                    <a:pt x="840" y="1584"/>
                  </a:cubicBezTo>
                  <a:lnTo>
                    <a:pt x="958" y="1734"/>
                  </a:lnTo>
                  <a:cubicBezTo>
                    <a:pt x="974" y="1750"/>
                    <a:pt x="990" y="1750"/>
                    <a:pt x="990" y="1766"/>
                  </a:cubicBezTo>
                  <a:cubicBezTo>
                    <a:pt x="1026" y="1786"/>
                    <a:pt x="1059" y="1802"/>
                    <a:pt x="1042" y="1851"/>
                  </a:cubicBezTo>
                  <a:lnTo>
                    <a:pt x="1042" y="1952"/>
                  </a:lnTo>
                  <a:cubicBezTo>
                    <a:pt x="1042" y="2004"/>
                    <a:pt x="1042" y="2069"/>
                    <a:pt x="1010" y="2122"/>
                  </a:cubicBezTo>
                  <a:lnTo>
                    <a:pt x="1010" y="2138"/>
                  </a:lnTo>
                  <a:lnTo>
                    <a:pt x="1026" y="2138"/>
                  </a:lnTo>
                  <a:cubicBezTo>
                    <a:pt x="1075" y="2069"/>
                    <a:pt x="1075" y="2004"/>
                    <a:pt x="1075" y="1952"/>
                  </a:cubicBezTo>
                  <a:lnTo>
                    <a:pt x="1075" y="1851"/>
                  </a:lnTo>
                  <a:cubicBezTo>
                    <a:pt x="1091" y="1786"/>
                    <a:pt x="1042" y="1766"/>
                    <a:pt x="1010" y="1750"/>
                  </a:cubicBezTo>
                  <a:cubicBezTo>
                    <a:pt x="990" y="1734"/>
                    <a:pt x="990" y="1718"/>
                    <a:pt x="974" y="1718"/>
                  </a:cubicBezTo>
                  <a:lnTo>
                    <a:pt x="857" y="1564"/>
                  </a:lnTo>
                  <a:cubicBezTo>
                    <a:pt x="638" y="1261"/>
                    <a:pt x="420" y="958"/>
                    <a:pt x="182" y="675"/>
                  </a:cubicBezTo>
                  <a:cubicBezTo>
                    <a:pt x="33" y="489"/>
                    <a:pt x="65" y="304"/>
                    <a:pt x="81" y="102"/>
                  </a:cubicBezTo>
                  <a:cubicBezTo>
                    <a:pt x="101" y="86"/>
                    <a:pt x="101" y="49"/>
                    <a:pt x="101" y="17"/>
                  </a:cubicBezTo>
                  <a:cubicBezTo>
                    <a:pt x="101" y="17"/>
                    <a:pt x="101" y="1"/>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1"/>
            <p:cNvSpPr/>
            <p:nvPr/>
          </p:nvSpPr>
          <p:spPr>
            <a:xfrm>
              <a:off x="1518608" y="3518882"/>
              <a:ext cx="140545" cy="215535"/>
            </a:xfrm>
            <a:custGeom>
              <a:rect b="b" l="l" r="r" t="t"/>
              <a:pathLst>
                <a:path extrusionOk="0" h="2170" w="1415">
                  <a:moveTo>
                    <a:pt x="65" y="0"/>
                  </a:moveTo>
                  <a:cubicBezTo>
                    <a:pt x="1" y="49"/>
                    <a:pt x="17" y="134"/>
                    <a:pt x="33" y="186"/>
                  </a:cubicBezTo>
                  <a:lnTo>
                    <a:pt x="33" y="271"/>
                  </a:lnTo>
                  <a:cubicBezTo>
                    <a:pt x="17" y="437"/>
                    <a:pt x="17" y="606"/>
                    <a:pt x="33" y="776"/>
                  </a:cubicBezTo>
                  <a:lnTo>
                    <a:pt x="33" y="994"/>
                  </a:lnTo>
                  <a:cubicBezTo>
                    <a:pt x="33" y="1043"/>
                    <a:pt x="33" y="1079"/>
                    <a:pt x="65" y="1111"/>
                  </a:cubicBezTo>
                  <a:cubicBezTo>
                    <a:pt x="522" y="1499"/>
                    <a:pt x="942" y="1834"/>
                    <a:pt x="1330" y="2153"/>
                  </a:cubicBezTo>
                  <a:cubicBezTo>
                    <a:pt x="1346" y="2170"/>
                    <a:pt x="1362" y="2170"/>
                    <a:pt x="1378" y="2170"/>
                  </a:cubicBezTo>
                  <a:lnTo>
                    <a:pt x="1415" y="2170"/>
                  </a:lnTo>
                  <a:lnTo>
                    <a:pt x="1415" y="2137"/>
                  </a:lnTo>
                  <a:lnTo>
                    <a:pt x="1346" y="2137"/>
                  </a:lnTo>
                  <a:cubicBezTo>
                    <a:pt x="958" y="1818"/>
                    <a:pt x="538" y="1463"/>
                    <a:pt x="86" y="1095"/>
                  </a:cubicBezTo>
                  <a:cubicBezTo>
                    <a:pt x="49" y="1059"/>
                    <a:pt x="49" y="1043"/>
                    <a:pt x="49" y="994"/>
                  </a:cubicBezTo>
                  <a:lnTo>
                    <a:pt x="49" y="776"/>
                  </a:lnTo>
                  <a:cubicBezTo>
                    <a:pt x="49" y="606"/>
                    <a:pt x="49" y="437"/>
                    <a:pt x="65" y="271"/>
                  </a:cubicBezTo>
                  <a:cubicBezTo>
                    <a:pt x="65" y="235"/>
                    <a:pt x="49" y="218"/>
                    <a:pt x="49" y="186"/>
                  </a:cubicBezTo>
                  <a:cubicBezTo>
                    <a:pt x="49" y="117"/>
                    <a:pt x="33" y="69"/>
                    <a:pt x="86" y="17"/>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1"/>
            <p:cNvSpPr/>
            <p:nvPr/>
          </p:nvSpPr>
          <p:spPr>
            <a:xfrm>
              <a:off x="978578" y="3560599"/>
              <a:ext cx="4867" cy="102007"/>
            </a:xfrm>
            <a:custGeom>
              <a:rect b="b" l="l" r="r" t="t"/>
              <a:pathLst>
                <a:path extrusionOk="0" h="1027" w="49">
                  <a:moveTo>
                    <a:pt x="17" y="0"/>
                  </a:moveTo>
                  <a:cubicBezTo>
                    <a:pt x="17" y="17"/>
                    <a:pt x="0" y="17"/>
                    <a:pt x="0" y="17"/>
                  </a:cubicBezTo>
                  <a:cubicBezTo>
                    <a:pt x="17" y="118"/>
                    <a:pt x="17" y="202"/>
                    <a:pt x="17" y="303"/>
                  </a:cubicBezTo>
                  <a:lnTo>
                    <a:pt x="17" y="388"/>
                  </a:lnTo>
                  <a:cubicBezTo>
                    <a:pt x="17" y="421"/>
                    <a:pt x="0" y="473"/>
                    <a:pt x="0" y="505"/>
                  </a:cubicBezTo>
                  <a:cubicBezTo>
                    <a:pt x="0" y="675"/>
                    <a:pt x="0" y="841"/>
                    <a:pt x="17" y="1010"/>
                  </a:cubicBezTo>
                  <a:lnTo>
                    <a:pt x="33" y="1027"/>
                  </a:lnTo>
                  <a:lnTo>
                    <a:pt x="49" y="1010"/>
                  </a:lnTo>
                  <a:cubicBezTo>
                    <a:pt x="17" y="841"/>
                    <a:pt x="33" y="675"/>
                    <a:pt x="33" y="522"/>
                  </a:cubicBezTo>
                  <a:lnTo>
                    <a:pt x="33" y="388"/>
                  </a:lnTo>
                  <a:lnTo>
                    <a:pt x="33" y="303"/>
                  </a:lnTo>
                  <a:cubicBezTo>
                    <a:pt x="49" y="202"/>
                    <a:pt x="49" y="118"/>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1"/>
            <p:cNvSpPr/>
            <p:nvPr/>
          </p:nvSpPr>
          <p:spPr>
            <a:xfrm>
              <a:off x="2136906" y="2918562"/>
              <a:ext cx="3774" cy="13409"/>
            </a:xfrm>
            <a:custGeom>
              <a:rect b="b" l="l" r="r" t="t"/>
              <a:pathLst>
                <a:path extrusionOk="0" h="135" w="38">
                  <a:moveTo>
                    <a:pt x="21" y="1"/>
                  </a:moveTo>
                  <a:cubicBezTo>
                    <a:pt x="1" y="33"/>
                    <a:pt x="1" y="54"/>
                    <a:pt x="1" y="86"/>
                  </a:cubicBezTo>
                  <a:lnTo>
                    <a:pt x="1" y="118"/>
                  </a:lnTo>
                  <a:cubicBezTo>
                    <a:pt x="1" y="118"/>
                    <a:pt x="1" y="134"/>
                    <a:pt x="21" y="134"/>
                  </a:cubicBezTo>
                  <a:cubicBezTo>
                    <a:pt x="21" y="134"/>
                    <a:pt x="37" y="134"/>
                    <a:pt x="37" y="118"/>
                  </a:cubicBezTo>
                  <a:lnTo>
                    <a:pt x="37" y="86"/>
                  </a:lnTo>
                  <a:cubicBezTo>
                    <a:pt x="21" y="54"/>
                    <a:pt x="21" y="33"/>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1"/>
            <p:cNvSpPr/>
            <p:nvPr/>
          </p:nvSpPr>
          <p:spPr>
            <a:xfrm>
              <a:off x="2078801" y="3244844"/>
              <a:ext cx="102007" cy="166965"/>
            </a:xfrm>
            <a:custGeom>
              <a:rect b="b" l="l" r="r" t="t"/>
              <a:pathLst>
                <a:path extrusionOk="0" h="1681" w="1027">
                  <a:moveTo>
                    <a:pt x="81" y="0"/>
                  </a:moveTo>
                  <a:lnTo>
                    <a:pt x="81" y="16"/>
                  </a:lnTo>
                  <a:cubicBezTo>
                    <a:pt x="33" y="267"/>
                    <a:pt x="0" y="505"/>
                    <a:pt x="218" y="723"/>
                  </a:cubicBezTo>
                  <a:cubicBezTo>
                    <a:pt x="384" y="925"/>
                    <a:pt x="537" y="1127"/>
                    <a:pt x="707" y="1329"/>
                  </a:cubicBezTo>
                  <a:cubicBezTo>
                    <a:pt x="772" y="1430"/>
                    <a:pt x="857" y="1515"/>
                    <a:pt x="925" y="1616"/>
                  </a:cubicBezTo>
                  <a:cubicBezTo>
                    <a:pt x="941" y="1632"/>
                    <a:pt x="958" y="1648"/>
                    <a:pt x="990" y="1665"/>
                  </a:cubicBezTo>
                  <a:lnTo>
                    <a:pt x="1010" y="1681"/>
                  </a:lnTo>
                  <a:lnTo>
                    <a:pt x="1026" y="1681"/>
                  </a:lnTo>
                  <a:lnTo>
                    <a:pt x="1026" y="1665"/>
                  </a:lnTo>
                  <a:lnTo>
                    <a:pt x="1010" y="1648"/>
                  </a:lnTo>
                  <a:cubicBezTo>
                    <a:pt x="974" y="1632"/>
                    <a:pt x="958" y="1616"/>
                    <a:pt x="958" y="1596"/>
                  </a:cubicBezTo>
                  <a:cubicBezTo>
                    <a:pt x="873" y="1495"/>
                    <a:pt x="788" y="1414"/>
                    <a:pt x="723" y="1313"/>
                  </a:cubicBezTo>
                  <a:cubicBezTo>
                    <a:pt x="570" y="1111"/>
                    <a:pt x="404" y="909"/>
                    <a:pt x="234" y="707"/>
                  </a:cubicBezTo>
                  <a:cubicBezTo>
                    <a:pt x="33" y="505"/>
                    <a:pt x="49" y="267"/>
                    <a:pt x="101" y="16"/>
                  </a:cubicBezTo>
                  <a:cubicBezTo>
                    <a:pt x="101" y="16"/>
                    <a:pt x="101"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1"/>
            <p:cNvSpPr/>
            <p:nvPr/>
          </p:nvSpPr>
          <p:spPr>
            <a:xfrm>
              <a:off x="1408258" y="2880123"/>
              <a:ext cx="66746" cy="175805"/>
            </a:xfrm>
            <a:custGeom>
              <a:rect b="b" l="l" r="r" t="t"/>
              <a:pathLst>
                <a:path extrusionOk="0" h="1770" w="672">
                  <a:moveTo>
                    <a:pt x="17" y="0"/>
                  </a:moveTo>
                  <a:cubicBezTo>
                    <a:pt x="1" y="0"/>
                    <a:pt x="1" y="16"/>
                    <a:pt x="1" y="16"/>
                  </a:cubicBezTo>
                  <a:cubicBezTo>
                    <a:pt x="33" y="69"/>
                    <a:pt x="33" y="117"/>
                    <a:pt x="1" y="202"/>
                  </a:cubicBezTo>
                  <a:lnTo>
                    <a:pt x="1" y="218"/>
                  </a:lnTo>
                  <a:cubicBezTo>
                    <a:pt x="150" y="340"/>
                    <a:pt x="288" y="489"/>
                    <a:pt x="405" y="622"/>
                  </a:cubicBezTo>
                  <a:cubicBezTo>
                    <a:pt x="469" y="691"/>
                    <a:pt x="538" y="760"/>
                    <a:pt x="607" y="824"/>
                  </a:cubicBezTo>
                  <a:cubicBezTo>
                    <a:pt x="623" y="861"/>
                    <a:pt x="639" y="893"/>
                    <a:pt x="639" y="925"/>
                  </a:cubicBezTo>
                  <a:lnTo>
                    <a:pt x="639" y="1329"/>
                  </a:lnTo>
                  <a:lnTo>
                    <a:pt x="639" y="1652"/>
                  </a:lnTo>
                  <a:cubicBezTo>
                    <a:pt x="639" y="1685"/>
                    <a:pt x="623" y="1701"/>
                    <a:pt x="623" y="1717"/>
                  </a:cubicBezTo>
                  <a:cubicBezTo>
                    <a:pt x="623" y="1733"/>
                    <a:pt x="623" y="1733"/>
                    <a:pt x="607" y="1753"/>
                  </a:cubicBezTo>
                  <a:cubicBezTo>
                    <a:pt x="607" y="1753"/>
                    <a:pt x="607" y="1770"/>
                    <a:pt x="623" y="1770"/>
                  </a:cubicBezTo>
                  <a:lnTo>
                    <a:pt x="639" y="1753"/>
                  </a:lnTo>
                  <a:lnTo>
                    <a:pt x="639" y="1733"/>
                  </a:lnTo>
                  <a:cubicBezTo>
                    <a:pt x="655" y="1701"/>
                    <a:pt x="655" y="1685"/>
                    <a:pt x="655" y="1652"/>
                  </a:cubicBezTo>
                  <a:lnTo>
                    <a:pt x="655" y="1329"/>
                  </a:lnTo>
                  <a:cubicBezTo>
                    <a:pt x="655" y="1196"/>
                    <a:pt x="655" y="1063"/>
                    <a:pt x="671" y="925"/>
                  </a:cubicBezTo>
                  <a:cubicBezTo>
                    <a:pt x="671" y="877"/>
                    <a:pt x="655" y="844"/>
                    <a:pt x="623" y="808"/>
                  </a:cubicBezTo>
                  <a:cubicBezTo>
                    <a:pt x="554" y="743"/>
                    <a:pt x="490" y="675"/>
                    <a:pt x="421" y="606"/>
                  </a:cubicBezTo>
                  <a:cubicBezTo>
                    <a:pt x="304" y="473"/>
                    <a:pt x="187" y="319"/>
                    <a:pt x="33" y="202"/>
                  </a:cubicBezTo>
                  <a:cubicBezTo>
                    <a:pt x="49" y="154"/>
                    <a:pt x="86" y="85"/>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1"/>
            <p:cNvSpPr/>
            <p:nvPr/>
          </p:nvSpPr>
          <p:spPr>
            <a:xfrm>
              <a:off x="1332870" y="3632411"/>
              <a:ext cx="5264" cy="102007"/>
            </a:xfrm>
            <a:custGeom>
              <a:rect b="b" l="l" r="r" t="t"/>
              <a:pathLst>
                <a:path extrusionOk="0" h="1027" w="53">
                  <a:moveTo>
                    <a:pt x="17" y="1"/>
                  </a:moveTo>
                  <a:cubicBezTo>
                    <a:pt x="0" y="1"/>
                    <a:pt x="0" y="17"/>
                    <a:pt x="0" y="17"/>
                  </a:cubicBezTo>
                  <a:cubicBezTo>
                    <a:pt x="37" y="102"/>
                    <a:pt x="17" y="186"/>
                    <a:pt x="17" y="271"/>
                  </a:cubicBezTo>
                  <a:cubicBezTo>
                    <a:pt x="17" y="320"/>
                    <a:pt x="0" y="356"/>
                    <a:pt x="0" y="388"/>
                  </a:cubicBezTo>
                  <a:lnTo>
                    <a:pt x="0" y="825"/>
                  </a:lnTo>
                  <a:lnTo>
                    <a:pt x="0" y="1010"/>
                  </a:lnTo>
                  <a:cubicBezTo>
                    <a:pt x="0" y="1027"/>
                    <a:pt x="17" y="1027"/>
                    <a:pt x="17" y="1027"/>
                  </a:cubicBezTo>
                  <a:cubicBezTo>
                    <a:pt x="17" y="1027"/>
                    <a:pt x="37" y="1027"/>
                    <a:pt x="37" y="1010"/>
                  </a:cubicBezTo>
                  <a:lnTo>
                    <a:pt x="37" y="825"/>
                  </a:lnTo>
                  <a:lnTo>
                    <a:pt x="37" y="388"/>
                  </a:lnTo>
                  <a:lnTo>
                    <a:pt x="37" y="287"/>
                  </a:lnTo>
                  <a:cubicBezTo>
                    <a:pt x="53" y="186"/>
                    <a:pt x="53" y="102"/>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1"/>
            <p:cNvSpPr/>
            <p:nvPr/>
          </p:nvSpPr>
          <p:spPr>
            <a:xfrm>
              <a:off x="690833" y="1629820"/>
              <a:ext cx="122170" cy="70322"/>
            </a:xfrm>
            <a:custGeom>
              <a:rect b="b" l="l" r="r" t="t"/>
              <a:pathLst>
                <a:path extrusionOk="0" h="708" w="1230">
                  <a:moveTo>
                    <a:pt x="1213" y="1"/>
                  </a:moveTo>
                  <a:cubicBezTo>
                    <a:pt x="1080" y="33"/>
                    <a:pt x="979" y="118"/>
                    <a:pt x="861" y="182"/>
                  </a:cubicBezTo>
                  <a:cubicBezTo>
                    <a:pt x="809" y="203"/>
                    <a:pt x="777" y="235"/>
                    <a:pt x="744" y="251"/>
                  </a:cubicBezTo>
                  <a:cubicBezTo>
                    <a:pt x="558" y="352"/>
                    <a:pt x="389" y="453"/>
                    <a:pt x="219" y="554"/>
                  </a:cubicBezTo>
                  <a:cubicBezTo>
                    <a:pt x="154" y="607"/>
                    <a:pt x="70" y="639"/>
                    <a:pt x="1" y="687"/>
                  </a:cubicBezTo>
                  <a:lnTo>
                    <a:pt x="1" y="708"/>
                  </a:lnTo>
                  <a:lnTo>
                    <a:pt x="17" y="708"/>
                  </a:lnTo>
                  <a:cubicBezTo>
                    <a:pt x="86" y="655"/>
                    <a:pt x="171" y="623"/>
                    <a:pt x="239" y="570"/>
                  </a:cubicBezTo>
                  <a:lnTo>
                    <a:pt x="744" y="267"/>
                  </a:lnTo>
                  <a:cubicBezTo>
                    <a:pt x="793" y="251"/>
                    <a:pt x="825" y="219"/>
                    <a:pt x="878" y="203"/>
                  </a:cubicBezTo>
                  <a:cubicBezTo>
                    <a:pt x="979" y="134"/>
                    <a:pt x="1096" y="65"/>
                    <a:pt x="1213" y="17"/>
                  </a:cubicBezTo>
                  <a:cubicBezTo>
                    <a:pt x="1229" y="17"/>
                    <a:pt x="1229" y="17"/>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1"/>
            <p:cNvSpPr/>
            <p:nvPr/>
          </p:nvSpPr>
          <p:spPr>
            <a:xfrm>
              <a:off x="1137498" y="1786753"/>
              <a:ext cx="6456" cy="102007"/>
            </a:xfrm>
            <a:custGeom>
              <a:rect b="b" l="l" r="r" t="t"/>
              <a:pathLst>
                <a:path extrusionOk="0" h="1027" w="65">
                  <a:moveTo>
                    <a:pt x="16" y="0"/>
                  </a:moveTo>
                  <a:cubicBezTo>
                    <a:pt x="0" y="0"/>
                    <a:pt x="0" y="16"/>
                    <a:pt x="0" y="16"/>
                  </a:cubicBezTo>
                  <a:cubicBezTo>
                    <a:pt x="16" y="186"/>
                    <a:pt x="16" y="356"/>
                    <a:pt x="16" y="521"/>
                  </a:cubicBezTo>
                  <a:lnTo>
                    <a:pt x="16" y="844"/>
                  </a:lnTo>
                  <a:lnTo>
                    <a:pt x="16" y="893"/>
                  </a:lnTo>
                  <a:cubicBezTo>
                    <a:pt x="16" y="925"/>
                    <a:pt x="0" y="978"/>
                    <a:pt x="49" y="1010"/>
                  </a:cubicBezTo>
                  <a:lnTo>
                    <a:pt x="49" y="1026"/>
                  </a:lnTo>
                  <a:lnTo>
                    <a:pt x="65" y="1010"/>
                  </a:lnTo>
                  <a:lnTo>
                    <a:pt x="65" y="994"/>
                  </a:lnTo>
                  <a:cubicBezTo>
                    <a:pt x="32" y="962"/>
                    <a:pt x="32" y="925"/>
                    <a:pt x="32" y="893"/>
                  </a:cubicBezTo>
                  <a:cubicBezTo>
                    <a:pt x="32" y="877"/>
                    <a:pt x="49" y="861"/>
                    <a:pt x="32" y="844"/>
                  </a:cubicBezTo>
                  <a:lnTo>
                    <a:pt x="32" y="521"/>
                  </a:lnTo>
                  <a:cubicBezTo>
                    <a:pt x="49" y="356"/>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1"/>
            <p:cNvSpPr/>
            <p:nvPr/>
          </p:nvSpPr>
          <p:spPr>
            <a:xfrm>
              <a:off x="1261058" y="3608473"/>
              <a:ext cx="150577" cy="125944"/>
            </a:xfrm>
            <a:custGeom>
              <a:rect b="b" l="l" r="r" t="t"/>
              <a:pathLst>
                <a:path extrusionOk="0" h="1268" w="1516">
                  <a:moveTo>
                    <a:pt x="1503" y="0"/>
                  </a:moveTo>
                  <a:cubicBezTo>
                    <a:pt x="1501" y="0"/>
                    <a:pt x="1499" y="2"/>
                    <a:pt x="1499" y="7"/>
                  </a:cubicBezTo>
                  <a:cubicBezTo>
                    <a:pt x="1398" y="23"/>
                    <a:pt x="1297" y="56"/>
                    <a:pt x="1196" y="92"/>
                  </a:cubicBezTo>
                  <a:cubicBezTo>
                    <a:pt x="925" y="157"/>
                    <a:pt x="639" y="242"/>
                    <a:pt x="356" y="326"/>
                  </a:cubicBezTo>
                  <a:cubicBezTo>
                    <a:pt x="336" y="326"/>
                    <a:pt x="303" y="343"/>
                    <a:pt x="287" y="343"/>
                  </a:cubicBezTo>
                  <a:cubicBezTo>
                    <a:pt x="244" y="356"/>
                    <a:pt x="203" y="383"/>
                    <a:pt x="152" y="383"/>
                  </a:cubicBezTo>
                  <a:cubicBezTo>
                    <a:pt x="141" y="383"/>
                    <a:pt x="130" y="382"/>
                    <a:pt x="117" y="379"/>
                  </a:cubicBezTo>
                  <a:cubicBezTo>
                    <a:pt x="85" y="379"/>
                    <a:pt x="69" y="395"/>
                    <a:pt x="53" y="411"/>
                  </a:cubicBezTo>
                  <a:cubicBezTo>
                    <a:pt x="16" y="444"/>
                    <a:pt x="0" y="480"/>
                    <a:pt x="0" y="528"/>
                  </a:cubicBezTo>
                  <a:cubicBezTo>
                    <a:pt x="16" y="698"/>
                    <a:pt x="16" y="884"/>
                    <a:pt x="16" y="1050"/>
                  </a:cubicBezTo>
                  <a:lnTo>
                    <a:pt x="16" y="1251"/>
                  </a:lnTo>
                  <a:lnTo>
                    <a:pt x="16" y="1268"/>
                  </a:lnTo>
                  <a:cubicBezTo>
                    <a:pt x="33" y="1268"/>
                    <a:pt x="33" y="1268"/>
                    <a:pt x="33" y="1251"/>
                  </a:cubicBezTo>
                  <a:lnTo>
                    <a:pt x="33" y="1050"/>
                  </a:lnTo>
                  <a:cubicBezTo>
                    <a:pt x="33" y="884"/>
                    <a:pt x="53" y="698"/>
                    <a:pt x="33" y="528"/>
                  </a:cubicBezTo>
                  <a:cubicBezTo>
                    <a:pt x="33" y="480"/>
                    <a:pt x="53" y="444"/>
                    <a:pt x="69" y="427"/>
                  </a:cubicBezTo>
                  <a:cubicBezTo>
                    <a:pt x="85" y="411"/>
                    <a:pt x="101" y="411"/>
                    <a:pt x="117" y="411"/>
                  </a:cubicBezTo>
                  <a:cubicBezTo>
                    <a:pt x="186" y="411"/>
                    <a:pt x="235" y="395"/>
                    <a:pt x="287" y="379"/>
                  </a:cubicBezTo>
                  <a:cubicBezTo>
                    <a:pt x="319" y="359"/>
                    <a:pt x="336" y="359"/>
                    <a:pt x="372" y="343"/>
                  </a:cubicBezTo>
                  <a:cubicBezTo>
                    <a:pt x="639" y="278"/>
                    <a:pt x="925" y="193"/>
                    <a:pt x="1212" y="108"/>
                  </a:cubicBezTo>
                  <a:cubicBezTo>
                    <a:pt x="1297" y="92"/>
                    <a:pt x="1398" y="56"/>
                    <a:pt x="1499" y="23"/>
                  </a:cubicBezTo>
                  <a:cubicBezTo>
                    <a:pt x="1515" y="23"/>
                    <a:pt x="1515" y="23"/>
                    <a:pt x="1515" y="7"/>
                  </a:cubicBezTo>
                  <a:cubicBezTo>
                    <a:pt x="1515" y="7"/>
                    <a:pt x="1508"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1"/>
            <p:cNvSpPr/>
            <p:nvPr/>
          </p:nvSpPr>
          <p:spPr>
            <a:xfrm>
              <a:off x="1582077" y="3259644"/>
              <a:ext cx="6853" cy="77176"/>
            </a:xfrm>
            <a:custGeom>
              <a:rect b="b" l="l" r="r" t="t"/>
              <a:pathLst>
                <a:path extrusionOk="0" h="777" w="69">
                  <a:moveTo>
                    <a:pt x="53" y="1"/>
                  </a:moveTo>
                  <a:cubicBezTo>
                    <a:pt x="53" y="1"/>
                    <a:pt x="32" y="1"/>
                    <a:pt x="32" y="17"/>
                  </a:cubicBezTo>
                  <a:cubicBezTo>
                    <a:pt x="16" y="134"/>
                    <a:pt x="16" y="271"/>
                    <a:pt x="16" y="389"/>
                  </a:cubicBezTo>
                  <a:cubicBezTo>
                    <a:pt x="16" y="473"/>
                    <a:pt x="32" y="558"/>
                    <a:pt x="16" y="639"/>
                  </a:cubicBezTo>
                  <a:lnTo>
                    <a:pt x="16" y="675"/>
                  </a:lnTo>
                  <a:cubicBezTo>
                    <a:pt x="32" y="708"/>
                    <a:pt x="32" y="740"/>
                    <a:pt x="16" y="760"/>
                  </a:cubicBezTo>
                  <a:cubicBezTo>
                    <a:pt x="0" y="776"/>
                    <a:pt x="16" y="776"/>
                    <a:pt x="16" y="776"/>
                  </a:cubicBezTo>
                  <a:lnTo>
                    <a:pt x="32" y="776"/>
                  </a:lnTo>
                  <a:cubicBezTo>
                    <a:pt x="53" y="740"/>
                    <a:pt x="53" y="708"/>
                    <a:pt x="53" y="675"/>
                  </a:cubicBezTo>
                  <a:lnTo>
                    <a:pt x="53" y="639"/>
                  </a:lnTo>
                  <a:lnTo>
                    <a:pt x="53" y="389"/>
                  </a:lnTo>
                  <a:cubicBezTo>
                    <a:pt x="53" y="271"/>
                    <a:pt x="53" y="134"/>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1"/>
            <p:cNvSpPr/>
            <p:nvPr/>
          </p:nvSpPr>
          <p:spPr>
            <a:xfrm>
              <a:off x="1924649" y="3010537"/>
              <a:ext cx="127335" cy="235996"/>
            </a:xfrm>
            <a:custGeom>
              <a:rect b="b" l="l" r="r" t="t"/>
              <a:pathLst>
                <a:path extrusionOk="0" h="2376" w="1282">
                  <a:moveTo>
                    <a:pt x="17" y="0"/>
                  </a:moveTo>
                  <a:cubicBezTo>
                    <a:pt x="1" y="117"/>
                    <a:pt x="1" y="238"/>
                    <a:pt x="102" y="339"/>
                  </a:cubicBezTo>
                  <a:cubicBezTo>
                    <a:pt x="255" y="521"/>
                    <a:pt x="389" y="707"/>
                    <a:pt x="522" y="877"/>
                  </a:cubicBezTo>
                  <a:cubicBezTo>
                    <a:pt x="591" y="962"/>
                    <a:pt x="643" y="1026"/>
                    <a:pt x="692" y="1095"/>
                  </a:cubicBezTo>
                  <a:cubicBezTo>
                    <a:pt x="744" y="1164"/>
                    <a:pt x="793" y="1228"/>
                    <a:pt x="861" y="1297"/>
                  </a:cubicBezTo>
                  <a:cubicBezTo>
                    <a:pt x="962" y="1430"/>
                    <a:pt x="1080" y="1584"/>
                    <a:pt x="1181" y="1717"/>
                  </a:cubicBezTo>
                  <a:cubicBezTo>
                    <a:pt x="1229" y="1786"/>
                    <a:pt x="1265" y="1854"/>
                    <a:pt x="1249" y="1919"/>
                  </a:cubicBezTo>
                  <a:lnTo>
                    <a:pt x="1249" y="2089"/>
                  </a:lnTo>
                  <a:cubicBezTo>
                    <a:pt x="1249" y="2173"/>
                    <a:pt x="1265" y="2274"/>
                    <a:pt x="1229" y="2359"/>
                  </a:cubicBezTo>
                  <a:cubicBezTo>
                    <a:pt x="1213" y="2359"/>
                    <a:pt x="1229" y="2375"/>
                    <a:pt x="1229" y="2375"/>
                  </a:cubicBezTo>
                  <a:lnTo>
                    <a:pt x="1249" y="2359"/>
                  </a:lnTo>
                  <a:cubicBezTo>
                    <a:pt x="1282" y="2274"/>
                    <a:pt x="1282" y="2173"/>
                    <a:pt x="1282" y="2089"/>
                  </a:cubicBezTo>
                  <a:cubicBezTo>
                    <a:pt x="1282" y="2036"/>
                    <a:pt x="1265" y="1988"/>
                    <a:pt x="1282" y="1919"/>
                  </a:cubicBezTo>
                  <a:cubicBezTo>
                    <a:pt x="1282" y="1834"/>
                    <a:pt x="1265" y="1769"/>
                    <a:pt x="1213" y="1701"/>
                  </a:cubicBezTo>
                  <a:cubicBezTo>
                    <a:pt x="1096" y="1567"/>
                    <a:pt x="979" y="1414"/>
                    <a:pt x="878" y="1281"/>
                  </a:cubicBezTo>
                  <a:cubicBezTo>
                    <a:pt x="825" y="1212"/>
                    <a:pt x="777" y="1147"/>
                    <a:pt x="724" y="1079"/>
                  </a:cubicBezTo>
                  <a:cubicBezTo>
                    <a:pt x="659" y="1010"/>
                    <a:pt x="607" y="945"/>
                    <a:pt x="558" y="861"/>
                  </a:cubicBezTo>
                  <a:cubicBezTo>
                    <a:pt x="405" y="691"/>
                    <a:pt x="272" y="505"/>
                    <a:pt x="118" y="319"/>
                  </a:cubicBezTo>
                  <a:cubicBezTo>
                    <a:pt x="17" y="218"/>
                    <a:pt x="17" y="117"/>
                    <a:pt x="53" y="16"/>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1"/>
            <p:cNvSpPr/>
            <p:nvPr/>
          </p:nvSpPr>
          <p:spPr>
            <a:xfrm>
              <a:off x="1735732" y="3570630"/>
              <a:ext cx="98828" cy="163787"/>
            </a:xfrm>
            <a:custGeom>
              <a:rect b="b" l="l" r="r" t="t"/>
              <a:pathLst>
                <a:path extrusionOk="0" h="1649" w="995">
                  <a:moveTo>
                    <a:pt x="53" y="0"/>
                  </a:moveTo>
                  <a:cubicBezTo>
                    <a:pt x="37" y="0"/>
                    <a:pt x="37" y="0"/>
                    <a:pt x="37" y="17"/>
                  </a:cubicBezTo>
                  <a:cubicBezTo>
                    <a:pt x="0" y="271"/>
                    <a:pt x="0" y="522"/>
                    <a:pt x="0" y="724"/>
                  </a:cubicBezTo>
                  <a:cubicBezTo>
                    <a:pt x="0" y="776"/>
                    <a:pt x="20" y="808"/>
                    <a:pt x="69" y="841"/>
                  </a:cubicBezTo>
                  <a:cubicBezTo>
                    <a:pt x="271" y="1027"/>
                    <a:pt x="489" y="1229"/>
                    <a:pt x="691" y="1414"/>
                  </a:cubicBezTo>
                  <a:cubicBezTo>
                    <a:pt x="776" y="1483"/>
                    <a:pt x="845" y="1548"/>
                    <a:pt x="893" y="1616"/>
                  </a:cubicBezTo>
                  <a:cubicBezTo>
                    <a:pt x="929" y="1649"/>
                    <a:pt x="946" y="1649"/>
                    <a:pt x="962" y="1649"/>
                  </a:cubicBezTo>
                  <a:lnTo>
                    <a:pt x="978" y="1649"/>
                  </a:lnTo>
                  <a:cubicBezTo>
                    <a:pt x="978" y="1649"/>
                    <a:pt x="994" y="1649"/>
                    <a:pt x="994" y="1632"/>
                  </a:cubicBezTo>
                  <a:lnTo>
                    <a:pt x="978" y="1616"/>
                  </a:lnTo>
                  <a:cubicBezTo>
                    <a:pt x="946" y="1616"/>
                    <a:pt x="929" y="1616"/>
                    <a:pt x="909" y="1600"/>
                  </a:cubicBezTo>
                  <a:cubicBezTo>
                    <a:pt x="861" y="1531"/>
                    <a:pt x="792" y="1467"/>
                    <a:pt x="707" y="1398"/>
                  </a:cubicBezTo>
                  <a:cubicBezTo>
                    <a:pt x="505" y="1212"/>
                    <a:pt x="287" y="1010"/>
                    <a:pt x="85" y="825"/>
                  </a:cubicBezTo>
                  <a:cubicBezTo>
                    <a:pt x="53" y="808"/>
                    <a:pt x="37" y="776"/>
                    <a:pt x="37" y="724"/>
                  </a:cubicBezTo>
                  <a:cubicBezTo>
                    <a:pt x="37" y="522"/>
                    <a:pt x="37" y="271"/>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1"/>
            <p:cNvSpPr/>
            <p:nvPr/>
          </p:nvSpPr>
          <p:spPr>
            <a:xfrm>
              <a:off x="1416701" y="1611346"/>
              <a:ext cx="81943" cy="249306"/>
            </a:xfrm>
            <a:custGeom>
              <a:rect b="b" l="l" r="r" t="t"/>
              <a:pathLst>
                <a:path extrusionOk="0" h="2510" w="825">
                  <a:moveTo>
                    <a:pt x="17" y="1"/>
                  </a:moveTo>
                  <a:cubicBezTo>
                    <a:pt x="1" y="1"/>
                    <a:pt x="1" y="17"/>
                    <a:pt x="1" y="17"/>
                  </a:cubicBezTo>
                  <a:cubicBezTo>
                    <a:pt x="1" y="17"/>
                    <a:pt x="1" y="33"/>
                    <a:pt x="17" y="33"/>
                  </a:cubicBezTo>
                  <a:cubicBezTo>
                    <a:pt x="49" y="33"/>
                    <a:pt x="65" y="49"/>
                    <a:pt x="82" y="86"/>
                  </a:cubicBezTo>
                  <a:lnTo>
                    <a:pt x="102" y="102"/>
                  </a:lnTo>
                  <a:cubicBezTo>
                    <a:pt x="284" y="405"/>
                    <a:pt x="469" y="692"/>
                    <a:pt x="655" y="974"/>
                  </a:cubicBezTo>
                  <a:lnTo>
                    <a:pt x="788" y="1213"/>
                  </a:lnTo>
                  <a:lnTo>
                    <a:pt x="788" y="2340"/>
                  </a:lnTo>
                  <a:lnTo>
                    <a:pt x="788" y="2372"/>
                  </a:lnTo>
                  <a:cubicBezTo>
                    <a:pt x="788" y="2388"/>
                    <a:pt x="809" y="2408"/>
                    <a:pt x="788" y="2425"/>
                  </a:cubicBezTo>
                  <a:cubicBezTo>
                    <a:pt x="788" y="2441"/>
                    <a:pt x="788" y="2441"/>
                    <a:pt x="772" y="2457"/>
                  </a:cubicBezTo>
                  <a:lnTo>
                    <a:pt x="772" y="2489"/>
                  </a:lnTo>
                  <a:lnTo>
                    <a:pt x="772" y="2509"/>
                  </a:lnTo>
                  <a:lnTo>
                    <a:pt x="788" y="2509"/>
                  </a:lnTo>
                  <a:lnTo>
                    <a:pt x="788" y="2489"/>
                  </a:lnTo>
                  <a:lnTo>
                    <a:pt x="809" y="2473"/>
                  </a:lnTo>
                  <a:cubicBezTo>
                    <a:pt x="809" y="2457"/>
                    <a:pt x="825" y="2441"/>
                    <a:pt x="825" y="2425"/>
                  </a:cubicBezTo>
                  <a:lnTo>
                    <a:pt x="825" y="2356"/>
                  </a:lnTo>
                  <a:lnTo>
                    <a:pt x="825" y="2340"/>
                  </a:lnTo>
                  <a:lnTo>
                    <a:pt x="825" y="1213"/>
                  </a:lnTo>
                  <a:lnTo>
                    <a:pt x="825" y="1196"/>
                  </a:lnTo>
                  <a:lnTo>
                    <a:pt x="671" y="958"/>
                  </a:lnTo>
                  <a:cubicBezTo>
                    <a:pt x="485" y="671"/>
                    <a:pt x="304" y="389"/>
                    <a:pt x="118" y="86"/>
                  </a:cubicBezTo>
                  <a:lnTo>
                    <a:pt x="102" y="65"/>
                  </a:lnTo>
                  <a:cubicBezTo>
                    <a:pt x="8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1"/>
            <p:cNvSpPr/>
            <p:nvPr/>
          </p:nvSpPr>
          <p:spPr>
            <a:xfrm>
              <a:off x="941629" y="1711664"/>
              <a:ext cx="5364" cy="102007"/>
            </a:xfrm>
            <a:custGeom>
              <a:rect b="b" l="l" r="r" t="t"/>
              <a:pathLst>
                <a:path extrusionOk="0" h="1027" w="54">
                  <a:moveTo>
                    <a:pt x="17" y="1"/>
                  </a:moveTo>
                  <a:cubicBezTo>
                    <a:pt x="1" y="1"/>
                    <a:pt x="1" y="17"/>
                    <a:pt x="1" y="17"/>
                  </a:cubicBezTo>
                  <a:cubicBezTo>
                    <a:pt x="17" y="134"/>
                    <a:pt x="17" y="251"/>
                    <a:pt x="17" y="352"/>
                  </a:cubicBezTo>
                  <a:lnTo>
                    <a:pt x="17" y="538"/>
                  </a:lnTo>
                  <a:lnTo>
                    <a:pt x="17" y="857"/>
                  </a:lnTo>
                  <a:lnTo>
                    <a:pt x="17" y="1011"/>
                  </a:lnTo>
                  <a:lnTo>
                    <a:pt x="17" y="1027"/>
                  </a:lnTo>
                  <a:cubicBezTo>
                    <a:pt x="37" y="1027"/>
                    <a:pt x="37" y="1011"/>
                    <a:pt x="37" y="1011"/>
                  </a:cubicBezTo>
                  <a:lnTo>
                    <a:pt x="37" y="857"/>
                  </a:lnTo>
                  <a:lnTo>
                    <a:pt x="37" y="538"/>
                  </a:lnTo>
                  <a:lnTo>
                    <a:pt x="37" y="352"/>
                  </a:lnTo>
                  <a:cubicBezTo>
                    <a:pt x="37" y="251"/>
                    <a:pt x="53" y="134"/>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1"/>
            <p:cNvSpPr/>
            <p:nvPr/>
          </p:nvSpPr>
          <p:spPr>
            <a:xfrm>
              <a:off x="1332870" y="3453427"/>
              <a:ext cx="5264" cy="100418"/>
            </a:xfrm>
            <a:custGeom>
              <a:rect b="b" l="l" r="r" t="t"/>
              <a:pathLst>
                <a:path extrusionOk="0" h="1011" w="53">
                  <a:moveTo>
                    <a:pt x="17" y="1"/>
                  </a:moveTo>
                  <a:cubicBezTo>
                    <a:pt x="0" y="1"/>
                    <a:pt x="0" y="21"/>
                    <a:pt x="0" y="21"/>
                  </a:cubicBezTo>
                  <a:cubicBezTo>
                    <a:pt x="17" y="138"/>
                    <a:pt x="17" y="255"/>
                    <a:pt x="17" y="356"/>
                  </a:cubicBezTo>
                  <a:lnTo>
                    <a:pt x="17" y="542"/>
                  </a:lnTo>
                  <a:lnTo>
                    <a:pt x="17" y="861"/>
                  </a:lnTo>
                  <a:lnTo>
                    <a:pt x="17" y="1011"/>
                  </a:lnTo>
                  <a:lnTo>
                    <a:pt x="53" y="1011"/>
                  </a:lnTo>
                  <a:lnTo>
                    <a:pt x="53" y="861"/>
                  </a:lnTo>
                  <a:lnTo>
                    <a:pt x="53" y="542"/>
                  </a:lnTo>
                  <a:cubicBezTo>
                    <a:pt x="37" y="474"/>
                    <a:pt x="53" y="425"/>
                    <a:pt x="53" y="356"/>
                  </a:cubicBezTo>
                  <a:cubicBezTo>
                    <a:pt x="53" y="255"/>
                    <a:pt x="53" y="138"/>
                    <a:pt x="37" y="21"/>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1"/>
            <p:cNvSpPr/>
            <p:nvPr/>
          </p:nvSpPr>
          <p:spPr>
            <a:xfrm>
              <a:off x="669181" y="2450344"/>
              <a:ext cx="150577" cy="180672"/>
            </a:xfrm>
            <a:custGeom>
              <a:rect b="b" l="l" r="r" t="t"/>
              <a:pathLst>
                <a:path extrusionOk="0" h="1819" w="1516">
                  <a:moveTo>
                    <a:pt x="1467" y="1"/>
                  </a:moveTo>
                  <a:lnTo>
                    <a:pt x="1467" y="21"/>
                  </a:lnTo>
                  <a:cubicBezTo>
                    <a:pt x="1483" y="37"/>
                    <a:pt x="1483" y="69"/>
                    <a:pt x="1483" y="102"/>
                  </a:cubicBezTo>
                  <a:lnTo>
                    <a:pt x="1483" y="122"/>
                  </a:lnTo>
                  <a:lnTo>
                    <a:pt x="1483" y="388"/>
                  </a:lnTo>
                  <a:lnTo>
                    <a:pt x="1483" y="978"/>
                  </a:lnTo>
                  <a:cubicBezTo>
                    <a:pt x="1483" y="1079"/>
                    <a:pt x="1467" y="1112"/>
                    <a:pt x="1382" y="1148"/>
                  </a:cubicBezTo>
                  <a:cubicBezTo>
                    <a:pt x="1027" y="1297"/>
                    <a:pt x="692" y="1467"/>
                    <a:pt x="372" y="1617"/>
                  </a:cubicBezTo>
                  <a:cubicBezTo>
                    <a:pt x="255" y="1669"/>
                    <a:pt x="134" y="1738"/>
                    <a:pt x="17" y="1786"/>
                  </a:cubicBezTo>
                  <a:lnTo>
                    <a:pt x="1" y="1802"/>
                  </a:lnTo>
                  <a:lnTo>
                    <a:pt x="1" y="1819"/>
                  </a:lnTo>
                  <a:lnTo>
                    <a:pt x="33" y="1819"/>
                  </a:lnTo>
                  <a:lnTo>
                    <a:pt x="33" y="1802"/>
                  </a:lnTo>
                  <a:cubicBezTo>
                    <a:pt x="154" y="1754"/>
                    <a:pt x="271" y="1701"/>
                    <a:pt x="372" y="1653"/>
                  </a:cubicBezTo>
                  <a:cubicBezTo>
                    <a:pt x="708" y="1483"/>
                    <a:pt x="1043" y="1334"/>
                    <a:pt x="1382" y="1180"/>
                  </a:cubicBezTo>
                  <a:cubicBezTo>
                    <a:pt x="1483" y="1132"/>
                    <a:pt x="1516" y="1095"/>
                    <a:pt x="1516" y="978"/>
                  </a:cubicBezTo>
                  <a:lnTo>
                    <a:pt x="1516" y="388"/>
                  </a:lnTo>
                  <a:lnTo>
                    <a:pt x="1516" y="122"/>
                  </a:lnTo>
                  <a:lnTo>
                    <a:pt x="1516" y="102"/>
                  </a:lnTo>
                  <a:cubicBezTo>
                    <a:pt x="1516" y="69"/>
                    <a:pt x="1516" y="3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1"/>
            <p:cNvSpPr/>
            <p:nvPr/>
          </p:nvSpPr>
          <p:spPr>
            <a:xfrm>
              <a:off x="669181" y="1452922"/>
              <a:ext cx="142134" cy="187029"/>
            </a:xfrm>
            <a:custGeom>
              <a:rect b="b" l="l" r="r" t="t"/>
              <a:pathLst>
                <a:path extrusionOk="0" h="1883" w="1431">
                  <a:moveTo>
                    <a:pt x="1423" y="0"/>
                  </a:moveTo>
                  <a:cubicBezTo>
                    <a:pt x="1419" y="0"/>
                    <a:pt x="1415" y="4"/>
                    <a:pt x="1415" y="12"/>
                  </a:cubicBezTo>
                  <a:lnTo>
                    <a:pt x="1346" y="44"/>
                  </a:lnTo>
                  <a:cubicBezTo>
                    <a:pt x="1011" y="246"/>
                    <a:pt x="675" y="469"/>
                    <a:pt x="336" y="671"/>
                  </a:cubicBezTo>
                  <a:cubicBezTo>
                    <a:pt x="320" y="671"/>
                    <a:pt x="320" y="687"/>
                    <a:pt x="320" y="687"/>
                  </a:cubicBezTo>
                  <a:lnTo>
                    <a:pt x="304" y="687"/>
                  </a:lnTo>
                  <a:cubicBezTo>
                    <a:pt x="17" y="772"/>
                    <a:pt x="1" y="990"/>
                    <a:pt x="17" y="1192"/>
                  </a:cubicBezTo>
                  <a:cubicBezTo>
                    <a:pt x="33" y="1309"/>
                    <a:pt x="33" y="1442"/>
                    <a:pt x="33" y="1559"/>
                  </a:cubicBezTo>
                  <a:lnTo>
                    <a:pt x="33" y="1729"/>
                  </a:lnTo>
                  <a:lnTo>
                    <a:pt x="33" y="1761"/>
                  </a:lnTo>
                  <a:cubicBezTo>
                    <a:pt x="17" y="1798"/>
                    <a:pt x="17" y="1846"/>
                    <a:pt x="53" y="1883"/>
                  </a:cubicBezTo>
                  <a:lnTo>
                    <a:pt x="70" y="1883"/>
                  </a:lnTo>
                  <a:lnTo>
                    <a:pt x="70" y="1862"/>
                  </a:lnTo>
                  <a:cubicBezTo>
                    <a:pt x="53" y="1830"/>
                    <a:pt x="53" y="1798"/>
                    <a:pt x="53" y="1761"/>
                  </a:cubicBezTo>
                  <a:lnTo>
                    <a:pt x="53" y="1729"/>
                  </a:lnTo>
                  <a:lnTo>
                    <a:pt x="53" y="1559"/>
                  </a:lnTo>
                  <a:cubicBezTo>
                    <a:pt x="53" y="1442"/>
                    <a:pt x="70" y="1309"/>
                    <a:pt x="53" y="1192"/>
                  </a:cubicBezTo>
                  <a:cubicBezTo>
                    <a:pt x="17" y="921"/>
                    <a:pt x="102" y="788"/>
                    <a:pt x="320" y="719"/>
                  </a:cubicBezTo>
                  <a:lnTo>
                    <a:pt x="336" y="703"/>
                  </a:lnTo>
                  <a:lnTo>
                    <a:pt x="336" y="687"/>
                  </a:lnTo>
                  <a:cubicBezTo>
                    <a:pt x="692" y="485"/>
                    <a:pt x="1027" y="267"/>
                    <a:pt x="1366" y="65"/>
                  </a:cubicBezTo>
                  <a:lnTo>
                    <a:pt x="1431" y="28"/>
                  </a:lnTo>
                  <a:lnTo>
                    <a:pt x="1431" y="12"/>
                  </a:lnTo>
                  <a:cubicBezTo>
                    <a:pt x="1431" y="4"/>
                    <a:pt x="1427" y="0"/>
                    <a:pt x="14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1"/>
            <p:cNvSpPr/>
            <p:nvPr/>
          </p:nvSpPr>
          <p:spPr>
            <a:xfrm>
              <a:off x="1443220" y="2771362"/>
              <a:ext cx="5264" cy="77176"/>
            </a:xfrm>
            <a:custGeom>
              <a:rect b="b" l="l" r="r" t="t"/>
              <a:pathLst>
                <a:path extrusionOk="0" h="777" w="53">
                  <a:moveTo>
                    <a:pt x="37" y="0"/>
                  </a:moveTo>
                  <a:cubicBezTo>
                    <a:pt x="17" y="138"/>
                    <a:pt x="17" y="271"/>
                    <a:pt x="17" y="388"/>
                  </a:cubicBezTo>
                  <a:lnTo>
                    <a:pt x="17" y="627"/>
                  </a:lnTo>
                  <a:lnTo>
                    <a:pt x="17" y="675"/>
                  </a:lnTo>
                  <a:cubicBezTo>
                    <a:pt x="17" y="707"/>
                    <a:pt x="17" y="728"/>
                    <a:pt x="0" y="760"/>
                  </a:cubicBezTo>
                  <a:lnTo>
                    <a:pt x="0" y="776"/>
                  </a:lnTo>
                  <a:lnTo>
                    <a:pt x="37" y="776"/>
                  </a:lnTo>
                  <a:cubicBezTo>
                    <a:pt x="53" y="744"/>
                    <a:pt x="53" y="707"/>
                    <a:pt x="53" y="675"/>
                  </a:cubicBezTo>
                  <a:cubicBezTo>
                    <a:pt x="37" y="659"/>
                    <a:pt x="37" y="643"/>
                    <a:pt x="37" y="627"/>
                  </a:cubicBezTo>
                  <a:cubicBezTo>
                    <a:pt x="53" y="558"/>
                    <a:pt x="53" y="473"/>
                    <a:pt x="37" y="388"/>
                  </a:cubicBezTo>
                  <a:cubicBezTo>
                    <a:pt x="37" y="271"/>
                    <a:pt x="37" y="138"/>
                    <a:pt x="53" y="21"/>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1"/>
            <p:cNvSpPr/>
            <p:nvPr/>
          </p:nvSpPr>
          <p:spPr>
            <a:xfrm>
              <a:off x="1735732" y="3385290"/>
              <a:ext cx="154152" cy="244042"/>
            </a:xfrm>
            <a:custGeom>
              <a:rect b="b" l="l" r="r" t="t"/>
              <a:pathLst>
                <a:path extrusionOk="0" h="2457" w="1552">
                  <a:moveTo>
                    <a:pt x="53" y="0"/>
                  </a:moveTo>
                  <a:cubicBezTo>
                    <a:pt x="0" y="133"/>
                    <a:pt x="0" y="218"/>
                    <a:pt x="121" y="335"/>
                  </a:cubicBezTo>
                  <a:cubicBezTo>
                    <a:pt x="457" y="638"/>
                    <a:pt x="776" y="974"/>
                    <a:pt x="1095" y="1293"/>
                  </a:cubicBezTo>
                  <a:cubicBezTo>
                    <a:pt x="1212" y="1430"/>
                    <a:pt x="1350" y="1547"/>
                    <a:pt x="1467" y="1681"/>
                  </a:cubicBezTo>
                  <a:cubicBezTo>
                    <a:pt x="1499" y="1697"/>
                    <a:pt x="1515" y="1733"/>
                    <a:pt x="1515" y="1765"/>
                  </a:cubicBezTo>
                  <a:lnTo>
                    <a:pt x="1515" y="2020"/>
                  </a:lnTo>
                  <a:lnTo>
                    <a:pt x="1515" y="2323"/>
                  </a:lnTo>
                  <a:cubicBezTo>
                    <a:pt x="1515" y="2355"/>
                    <a:pt x="1499" y="2371"/>
                    <a:pt x="1499" y="2388"/>
                  </a:cubicBezTo>
                  <a:cubicBezTo>
                    <a:pt x="1483" y="2404"/>
                    <a:pt x="1483" y="2424"/>
                    <a:pt x="1483" y="2440"/>
                  </a:cubicBezTo>
                  <a:cubicBezTo>
                    <a:pt x="1467" y="2440"/>
                    <a:pt x="1483" y="2440"/>
                    <a:pt x="1483" y="2456"/>
                  </a:cubicBezTo>
                  <a:lnTo>
                    <a:pt x="1499" y="2440"/>
                  </a:lnTo>
                  <a:cubicBezTo>
                    <a:pt x="1499" y="2424"/>
                    <a:pt x="1515" y="2424"/>
                    <a:pt x="1515" y="2404"/>
                  </a:cubicBezTo>
                  <a:cubicBezTo>
                    <a:pt x="1535" y="2388"/>
                    <a:pt x="1535" y="2355"/>
                    <a:pt x="1535" y="2323"/>
                  </a:cubicBezTo>
                  <a:cubicBezTo>
                    <a:pt x="1552" y="2222"/>
                    <a:pt x="1552" y="2121"/>
                    <a:pt x="1552" y="2020"/>
                  </a:cubicBezTo>
                  <a:lnTo>
                    <a:pt x="1552" y="1765"/>
                  </a:lnTo>
                  <a:cubicBezTo>
                    <a:pt x="1552" y="1717"/>
                    <a:pt x="1515" y="1681"/>
                    <a:pt x="1483" y="1648"/>
                  </a:cubicBezTo>
                  <a:cubicBezTo>
                    <a:pt x="1366" y="1531"/>
                    <a:pt x="1232" y="1414"/>
                    <a:pt x="1111" y="1277"/>
                  </a:cubicBezTo>
                  <a:cubicBezTo>
                    <a:pt x="792" y="958"/>
                    <a:pt x="473" y="622"/>
                    <a:pt x="138" y="319"/>
                  </a:cubicBezTo>
                  <a:cubicBezTo>
                    <a:pt x="37" y="202"/>
                    <a:pt x="37" y="133"/>
                    <a:pt x="69" y="16"/>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1"/>
            <p:cNvSpPr/>
            <p:nvPr/>
          </p:nvSpPr>
          <p:spPr>
            <a:xfrm>
              <a:off x="1413125" y="1194876"/>
              <a:ext cx="88797" cy="306219"/>
            </a:xfrm>
            <a:custGeom>
              <a:rect b="b" l="l" r="r" t="t"/>
              <a:pathLst>
                <a:path extrusionOk="0" h="3083" w="894">
                  <a:moveTo>
                    <a:pt x="37" y="1"/>
                  </a:moveTo>
                  <a:lnTo>
                    <a:pt x="17" y="17"/>
                  </a:lnTo>
                  <a:cubicBezTo>
                    <a:pt x="0" y="287"/>
                    <a:pt x="53" y="506"/>
                    <a:pt x="202" y="707"/>
                  </a:cubicBezTo>
                  <a:cubicBezTo>
                    <a:pt x="356" y="909"/>
                    <a:pt x="473" y="1128"/>
                    <a:pt x="590" y="1350"/>
                  </a:cubicBezTo>
                  <a:cubicBezTo>
                    <a:pt x="643" y="1467"/>
                    <a:pt x="707" y="1584"/>
                    <a:pt x="776" y="1701"/>
                  </a:cubicBezTo>
                  <a:cubicBezTo>
                    <a:pt x="824" y="1770"/>
                    <a:pt x="824" y="1818"/>
                    <a:pt x="824" y="1887"/>
                  </a:cubicBezTo>
                  <a:lnTo>
                    <a:pt x="824" y="2174"/>
                  </a:lnTo>
                  <a:cubicBezTo>
                    <a:pt x="824" y="2360"/>
                    <a:pt x="845" y="2542"/>
                    <a:pt x="824" y="2727"/>
                  </a:cubicBezTo>
                  <a:lnTo>
                    <a:pt x="824" y="2796"/>
                  </a:lnTo>
                  <a:cubicBezTo>
                    <a:pt x="824" y="2897"/>
                    <a:pt x="808" y="2982"/>
                    <a:pt x="861" y="3083"/>
                  </a:cubicBezTo>
                  <a:lnTo>
                    <a:pt x="877" y="3083"/>
                  </a:lnTo>
                  <a:cubicBezTo>
                    <a:pt x="893" y="3083"/>
                    <a:pt x="893" y="3083"/>
                    <a:pt x="877" y="3067"/>
                  </a:cubicBezTo>
                  <a:cubicBezTo>
                    <a:pt x="845" y="2982"/>
                    <a:pt x="845" y="2897"/>
                    <a:pt x="861" y="2796"/>
                  </a:cubicBezTo>
                  <a:lnTo>
                    <a:pt x="861" y="2743"/>
                  </a:lnTo>
                  <a:lnTo>
                    <a:pt x="861" y="2174"/>
                  </a:lnTo>
                  <a:lnTo>
                    <a:pt x="861" y="1887"/>
                  </a:lnTo>
                  <a:cubicBezTo>
                    <a:pt x="861" y="1818"/>
                    <a:pt x="845" y="1754"/>
                    <a:pt x="808" y="1685"/>
                  </a:cubicBezTo>
                  <a:cubicBezTo>
                    <a:pt x="744" y="1568"/>
                    <a:pt x="675" y="1451"/>
                    <a:pt x="606" y="1330"/>
                  </a:cubicBezTo>
                  <a:cubicBezTo>
                    <a:pt x="489" y="1111"/>
                    <a:pt x="372" y="893"/>
                    <a:pt x="219" y="691"/>
                  </a:cubicBezTo>
                  <a:cubicBezTo>
                    <a:pt x="85" y="489"/>
                    <a:pt x="37" y="287"/>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1"/>
            <p:cNvSpPr/>
            <p:nvPr/>
          </p:nvSpPr>
          <p:spPr>
            <a:xfrm>
              <a:off x="869817" y="2634492"/>
              <a:ext cx="336314" cy="224077"/>
            </a:xfrm>
            <a:custGeom>
              <a:rect b="b" l="l" r="r" t="t"/>
              <a:pathLst>
                <a:path extrusionOk="0" h="2256" w="3386">
                  <a:moveTo>
                    <a:pt x="3366" y="1"/>
                  </a:moveTo>
                  <a:cubicBezTo>
                    <a:pt x="3047" y="118"/>
                    <a:pt x="2711" y="268"/>
                    <a:pt x="2291" y="453"/>
                  </a:cubicBezTo>
                  <a:cubicBezTo>
                    <a:pt x="1952" y="607"/>
                    <a:pt x="1617" y="740"/>
                    <a:pt x="1281" y="873"/>
                  </a:cubicBezTo>
                  <a:lnTo>
                    <a:pt x="1128" y="942"/>
                  </a:lnTo>
                  <a:cubicBezTo>
                    <a:pt x="893" y="1043"/>
                    <a:pt x="659" y="1144"/>
                    <a:pt x="421" y="1229"/>
                  </a:cubicBezTo>
                  <a:cubicBezTo>
                    <a:pt x="320" y="1277"/>
                    <a:pt x="203" y="1330"/>
                    <a:pt x="85" y="1378"/>
                  </a:cubicBezTo>
                  <a:cubicBezTo>
                    <a:pt x="53" y="1399"/>
                    <a:pt x="1" y="1415"/>
                    <a:pt x="1" y="1479"/>
                  </a:cubicBezTo>
                  <a:lnTo>
                    <a:pt x="1" y="1867"/>
                  </a:lnTo>
                  <a:lnTo>
                    <a:pt x="1" y="2207"/>
                  </a:lnTo>
                  <a:cubicBezTo>
                    <a:pt x="1" y="2223"/>
                    <a:pt x="17" y="2223"/>
                    <a:pt x="33" y="2239"/>
                  </a:cubicBezTo>
                  <a:lnTo>
                    <a:pt x="33" y="2255"/>
                  </a:lnTo>
                  <a:lnTo>
                    <a:pt x="53" y="2255"/>
                  </a:lnTo>
                  <a:cubicBezTo>
                    <a:pt x="69" y="2239"/>
                    <a:pt x="69" y="2239"/>
                    <a:pt x="53" y="2239"/>
                  </a:cubicBezTo>
                  <a:lnTo>
                    <a:pt x="53" y="2223"/>
                  </a:lnTo>
                  <a:lnTo>
                    <a:pt x="33" y="2207"/>
                  </a:lnTo>
                  <a:lnTo>
                    <a:pt x="33" y="1867"/>
                  </a:lnTo>
                  <a:lnTo>
                    <a:pt x="33" y="1479"/>
                  </a:lnTo>
                  <a:cubicBezTo>
                    <a:pt x="33" y="1447"/>
                    <a:pt x="53" y="1415"/>
                    <a:pt x="85" y="1399"/>
                  </a:cubicBezTo>
                  <a:cubicBezTo>
                    <a:pt x="203" y="1346"/>
                    <a:pt x="320" y="1314"/>
                    <a:pt x="437" y="1261"/>
                  </a:cubicBezTo>
                  <a:cubicBezTo>
                    <a:pt x="675" y="1160"/>
                    <a:pt x="910" y="1059"/>
                    <a:pt x="1144" y="974"/>
                  </a:cubicBezTo>
                  <a:lnTo>
                    <a:pt x="1297" y="910"/>
                  </a:lnTo>
                  <a:cubicBezTo>
                    <a:pt x="1617" y="772"/>
                    <a:pt x="1972" y="623"/>
                    <a:pt x="2291" y="490"/>
                  </a:cubicBezTo>
                  <a:cubicBezTo>
                    <a:pt x="2727" y="288"/>
                    <a:pt x="3063" y="150"/>
                    <a:pt x="3366" y="17"/>
                  </a:cubicBezTo>
                  <a:cubicBezTo>
                    <a:pt x="3386" y="17"/>
                    <a:pt x="3386" y="17"/>
                    <a:pt x="3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1"/>
            <p:cNvSpPr/>
            <p:nvPr/>
          </p:nvSpPr>
          <p:spPr>
            <a:xfrm>
              <a:off x="1923059" y="3418564"/>
              <a:ext cx="147398" cy="245631"/>
            </a:xfrm>
            <a:custGeom>
              <a:rect b="b" l="l" r="r" t="t"/>
              <a:pathLst>
                <a:path extrusionOk="0" h="2473" w="1484">
                  <a:moveTo>
                    <a:pt x="1" y="0"/>
                  </a:moveTo>
                  <a:lnTo>
                    <a:pt x="1" y="17"/>
                  </a:lnTo>
                  <a:cubicBezTo>
                    <a:pt x="17" y="118"/>
                    <a:pt x="86" y="186"/>
                    <a:pt x="154" y="251"/>
                  </a:cubicBezTo>
                  <a:cubicBezTo>
                    <a:pt x="457" y="574"/>
                    <a:pt x="740" y="877"/>
                    <a:pt x="1027" y="1196"/>
                  </a:cubicBezTo>
                  <a:cubicBezTo>
                    <a:pt x="1128" y="1297"/>
                    <a:pt x="1229" y="1414"/>
                    <a:pt x="1330" y="1515"/>
                  </a:cubicBezTo>
                  <a:cubicBezTo>
                    <a:pt x="1415" y="1600"/>
                    <a:pt x="1447" y="1685"/>
                    <a:pt x="1447" y="1802"/>
                  </a:cubicBezTo>
                  <a:cubicBezTo>
                    <a:pt x="1431" y="1919"/>
                    <a:pt x="1431" y="2036"/>
                    <a:pt x="1431" y="2154"/>
                  </a:cubicBezTo>
                  <a:cubicBezTo>
                    <a:pt x="1431" y="2206"/>
                    <a:pt x="1447" y="2271"/>
                    <a:pt x="1431" y="2323"/>
                  </a:cubicBezTo>
                  <a:cubicBezTo>
                    <a:pt x="1431" y="2339"/>
                    <a:pt x="1447" y="2356"/>
                    <a:pt x="1447" y="2356"/>
                  </a:cubicBezTo>
                  <a:cubicBezTo>
                    <a:pt x="1447" y="2392"/>
                    <a:pt x="1447" y="2424"/>
                    <a:pt x="1415" y="2457"/>
                  </a:cubicBezTo>
                  <a:lnTo>
                    <a:pt x="1415" y="2473"/>
                  </a:lnTo>
                  <a:lnTo>
                    <a:pt x="1431" y="2473"/>
                  </a:lnTo>
                  <a:cubicBezTo>
                    <a:pt x="1467" y="2440"/>
                    <a:pt x="1467" y="2392"/>
                    <a:pt x="1467" y="2356"/>
                  </a:cubicBezTo>
                  <a:lnTo>
                    <a:pt x="1467" y="2323"/>
                  </a:lnTo>
                  <a:lnTo>
                    <a:pt x="1467" y="2154"/>
                  </a:lnTo>
                  <a:lnTo>
                    <a:pt x="1467" y="1802"/>
                  </a:lnTo>
                  <a:cubicBezTo>
                    <a:pt x="1483" y="1685"/>
                    <a:pt x="1431" y="1584"/>
                    <a:pt x="1346" y="1499"/>
                  </a:cubicBezTo>
                  <a:cubicBezTo>
                    <a:pt x="1245" y="1382"/>
                    <a:pt x="1144" y="1281"/>
                    <a:pt x="1043" y="1180"/>
                  </a:cubicBezTo>
                  <a:cubicBezTo>
                    <a:pt x="760" y="857"/>
                    <a:pt x="473" y="554"/>
                    <a:pt x="187" y="235"/>
                  </a:cubicBezTo>
                  <a:cubicBezTo>
                    <a:pt x="118" y="170"/>
                    <a:pt x="53"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1"/>
            <p:cNvSpPr/>
            <p:nvPr/>
          </p:nvSpPr>
          <p:spPr>
            <a:xfrm>
              <a:off x="1732455" y="3231138"/>
              <a:ext cx="159019" cy="250895"/>
            </a:xfrm>
            <a:custGeom>
              <a:rect b="b" l="l" r="r" t="t"/>
              <a:pathLst>
                <a:path extrusionOk="0" h="2526" w="1601">
                  <a:moveTo>
                    <a:pt x="102" y="1"/>
                  </a:moveTo>
                  <a:cubicBezTo>
                    <a:pt x="86" y="1"/>
                    <a:pt x="86" y="1"/>
                    <a:pt x="86" y="17"/>
                  </a:cubicBezTo>
                  <a:cubicBezTo>
                    <a:pt x="53" y="86"/>
                    <a:pt x="1" y="203"/>
                    <a:pt x="102" y="288"/>
                  </a:cubicBezTo>
                  <a:cubicBezTo>
                    <a:pt x="288" y="474"/>
                    <a:pt x="474" y="676"/>
                    <a:pt x="639" y="861"/>
                  </a:cubicBezTo>
                  <a:cubicBezTo>
                    <a:pt x="861" y="1096"/>
                    <a:pt x="1063" y="1330"/>
                    <a:pt x="1282" y="1532"/>
                  </a:cubicBezTo>
                  <a:cubicBezTo>
                    <a:pt x="1500" y="1734"/>
                    <a:pt x="1568" y="1956"/>
                    <a:pt x="1532" y="2239"/>
                  </a:cubicBezTo>
                  <a:lnTo>
                    <a:pt x="1532" y="2259"/>
                  </a:lnTo>
                  <a:lnTo>
                    <a:pt x="1532" y="2360"/>
                  </a:lnTo>
                  <a:cubicBezTo>
                    <a:pt x="1548" y="2392"/>
                    <a:pt x="1532" y="2425"/>
                    <a:pt x="1532" y="2461"/>
                  </a:cubicBezTo>
                  <a:cubicBezTo>
                    <a:pt x="1516" y="2477"/>
                    <a:pt x="1516" y="2493"/>
                    <a:pt x="1516" y="2510"/>
                  </a:cubicBezTo>
                  <a:cubicBezTo>
                    <a:pt x="1500" y="2526"/>
                    <a:pt x="1516" y="2526"/>
                    <a:pt x="1516" y="2526"/>
                  </a:cubicBezTo>
                  <a:lnTo>
                    <a:pt x="1532" y="2526"/>
                  </a:lnTo>
                  <a:cubicBezTo>
                    <a:pt x="1532" y="2510"/>
                    <a:pt x="1548" y="2493"/>
                    <a:pt x="1548" y="2477"/>
                  </a:cubicBezTo>
                  <a:cubicBezTo>
                    <a:pt x="1568" y="2441"/>
                    <a:pt x="1585" y="2392"/>
                    <a:pt x="1568" y="2340"/>
                  </a:cubicBezTo>
                  <a:cubicBezTo>
                    <a:pt x="1548" y="2324"/>
                    <a:pt x="1548" y="2291"/>
                    <a:pt x="1568" y="2259"/>
                  </a:cubicBezTo>
                  <a:lnTo>
                    <a:pt x="1568" y="2239"/>
                  </a:lnTo>
                  <a:cubicBezTo>
                    <a:pt x="1601" y="1956"/>
                    <a:pt x="1516" y="1718"/>
                    <a:pt x="1298" y="1516"/>
                  </a:cubicBezTo>
                  <a:cubicBezTo>
                    <a:pt x="1080" y="1298"/>
                    <a:pt x="878" y="1079"/>
                    <a:pt x="676" y="845"/>
                  </a:cubicBezTo>
                  <a:cubicBezTo>
                    <a:pt x="490" y="659"/>
                    <a:pt x="304" y="457"/>
                    <a:pt x="118" y="255"/>
                  </a:cubicBezTo>
                  <a:cubicBezTo>
                    <a:pt x="53" y="203"/>
                    <a:pt x="53" y="138"/>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1"/>
            <p:cNvSpPr/>
            <p:nvPr/>
          </p:nvSpPr>
          <p:spPr>
            <a:xfrm>
              <a:off x="687655" y="2111348"/>
              <a:ext cx="135380" cy="185440"/>
            </a:xfrm>
            <a:custGeom>
              <a:rect b="b" l="l" r="r" t="t"/>
              <a:pathLst>
                <a:path extrusionOk="0" h="1867" w="1363">
                  <a:moveTo>
                    <a:pt x="1281" y="0"/>
                  </a:moveTo>
                  <a:cubicBezTo>
                    <a:pt x="1261" y="16"/>
                    <a:pt x="1261" y="16"/>
                    <a:pt x="1261" y="32"/>
                  </a:cubicBezTo>
                  <a:cubicBezTo>
                    <a:pt x="1330" y="234"/>
                    <a:pt x="1180" y="303"/>
                    <a:pt x="1043" y="352"/>
                  </a:cubicBezTo>
                  <a:cubicBezTo>
                    <a:pt x="857" y="436"/>
                    <a:pt x="691" y="537"/>
                    <a:pt x="522" y="622"/>
                  </a:cubicBezTo>
                  <a:cubicBezTo>
                    <a:pt x="372" y="707"/>
                    <a:pt x="235" y="772"/>
                    <a:pt x="85" y="840"/>
                  </a:cubicBezTo>
                  <a:cubicBezTo>
                    <a:pt x="33" y="873"/>
                    <a:pt x="1" y="909"/>
                    <a:pt x="1" y="958"/>
                  </a:cubicBezTo>
                  <a:lnTo>
                    <a:pt x="1" y="1818"/>
                  </a:lnTo>
                  <a:cubicBezTo>
                    <a:pt x="1" y="1834"/>
                    <a:pt x="17" y="1850"/>
                    <a:pt x="17" y="1850"/>
                  </a:cubicBezTo>
                  <a:lnTo>
                    <a:pt x="33" y="1866"/>
                  </a:lnTo>
                  <a:lnTo>
                    <a:pt x="49" y="1866"/>
                  </a:lnTo>
                  <a:lnTo>
                    <a:pt x="49" y="1850"/>
                  </a:lnTo>
                  <a:lnTo>
                    <a:pt x="49" y="1834"/>
                  </a:lnTo>
                  <a:cubicBezTo>
                    <a:pt x="33" y="1834"/>
                    <a:pt x="33" y="1818"/>
                    <a:pt x="33" y="1818"/>
                  </a:cubicBezTo>
                  <a:lnTo>
                    <a:pt x="33" y="958"/>
                  </a:lnTo>
                  <a:cubicBezTo>
                    <a:pt x="33" y="925"/>
                    <a:pt x="49" y="889"/>
                    <a:pt x="85" y="873"/>
                  </a:cubicBezTo>
                  <a:cubicBezTo>
                    <a:pt x="235" y="808"/>
                    <a:pt x="388" y="723"/>
                    <a:pt x="538" y="638"/>
                  </a:cubicBezTo>
                  <a:cubicBezTo>
                    <a:pt x="708" y="554"/>
                    <a:pt x="877" y="453"/>
                    <a:pt x="1059" y="384"/>
                  </a:cubicBezTo>
                  <a:cubicBezTo>
                    <a:pt x="1196" y="319"/>
                    <a:pt x="1362" y="251"/>
                    <a:pt x="1297" y="32"/>
                  </a:cubicBezTo>
                  <a:lnTo>
                    <a:pt x="1297" y="16"/>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1"/>
            <p:cNvSpPr/>
            <p:nvPr/>
          </p:nvSpPr>
          <p:spPr>
            <a:xfrm>
              <a:off x="1378162" y="3441806"/>
              <a:ext cx="4966" cy="98828"/>
            </a:xfrm>
            <a:custGeom>
              <a:rect b="b" l="l" r="r" t="t"/>
              <a:pathLst>
                <a:path extrusionOk="0" h="995" w="50">
                  <a:moveTo>
                    <a:pt x="17" y="1"/>
                  </a:moveTo>
                  <a:cubicBezTo>
                    <a:pt x="1" y="1"/>
                    <a:pt x="1" y="1"/>
                    <a:pt x="1" y="17"/>
                  </a:cubicBezTo>
                  <a:lnTo>
                    <a:pt x="1" y="219"/>
                  </a:lnTo>
                  <a:lnTo>
                    <a:pt x="1" y="809"/>
                  </a:lnTo>
                  <a:cubicBezTo>
                    <a:pt x="1" y="877"/>
                    <a:pt x="1" y="946"/>
                    <a:pt x="17" y="994"/>
                  </a:cubicBezTo>
                  <a:lnTo>
                    <a:pt x="33" y="994"/>
                  </a:lnTo>
                  <a:cubicBezTo>
                    <a:pt x="49" y="994"/>
                    <a:pt x="49" y="994"/>
                    <a:pt x="49" y="978"/>
                  </a:cubicBezTo>
                  <a:cubicBezTo>
                    <a:pt x="33" y="926"/>
                    <a:pt x="17" y="877"/>
                    <a:pt x="17" y="809"/>
                  </a:cubicBezTo>
                  <a:lnTo>
                    <a:pt x="17" y="219"/>
                  </a:lnTo>
                  <a:lnTo>
                    <a:pt x="1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1"/>
            <p:cNvSpPr/>
            <p:nvPr/>
          </p:nvSpPr>
          <p:spPr>
            <a:xfrm>
              <a:off x="1744175" y="2950346"/>
              <a:ext cx="147299" cy="242452"/>
            </a:xfrm>
            <a:custGeom>
              <a:rect b="b" l="l" r="r" t="t"/>
              <a:pathLst>
                <a:path extrusionOk="0" h="2441" w="1483">
                  <a:moveTo>
                    <a:pt x="16" y="0"/>
                  </a:moveTo>
                  <a:lnTo>
                    <a:pt x="0" y="16"/>
                  </a:lnTo>
                  <a:lnTo>
                    <a:pt x="0" y="36"/>
                  </a:lnTo>
                  <a:cubicBezTo>
                    <a:pt x="16" y="36"/>
                    <a:pt x="16" y="53"/>
                    <a:pt x="36" y="53"/>
                  </a:cubicBezTo>
                  <a:cubicBezTo>
                    <a:pt x="53" y="69"/>
                    <a:pt x="85" y="85"/>
                    <a:pt x="101" y="101"/>
                  </a:cubicBezTo>
                  <a:cubicBezTo>
                    <a:pt x="218" y="255"/>
                    <a:pt x="339" y="404"/>
                    <a:pt x="457" y="558"/>
                  </a:cubicBezTo>
                  <a:lnTo>
                    <a:pt x="1212" y="1467"/>
                  </a:lnTo>
                  <a:cubicBezTo>
                    <a:pt x="1382" y="1669"/>
                    <a:pt x="1450" y="1854"/>
                    <a:pt x="1414" y="2056"/>
                  </a:cubicBezTo>
                  <a:lnTo>
                    <a:pt x="1414" y="2238"/>
                  </a:lnTo>
                  <a:lnTo>
                    <a:pt x="1414" y="2291"/>
                  </a:lnTo>
                  <a:cubicBezTo>
                    <a:pt x="1414" y="2323"/>
                    <a:pt x="1414" y="2375"/>
                    <a:pt x="1398" y="2424"/>
                  </a:cubicBezTo>
                  <a:cubicBezTo>
                    <a:pt x="1382" y="2424"/>
                    <a:pt x="1398" y="2424"/>
                    <a:pt x="1398" y="2440"/>
                  </a:cubicBezTo>
                  <a:lnTo>
                    <a:pt x="1414" y="2424"/>
                  </a:lnTo>
                  <a:cubicBezTo>
                    <a:pt x="1450" y="2392"/>
                    <a:pt x="1450" y="2339"/>
                    <a:pt x="1450" y="2291"/>
                  </a:cubicBezTo>
                  <a:lnTo>
                    <a:pt x="1450" y="2238"/>
                  </a:lnTo>
                  <a:cubicBezTo>
                    <a:pt x="1430" y="2173"/>
                    <a:pt x="1430" y="2121"/>
                    <a:pt x="1450" y="2056"/>
                  </a:cubicBezTo>
                  <a:cubicBezTo>
                    <a:pt x="1483" y="1834"/>
                    <a:pt x="1414" y="1652"/>
                    <a:pt x="1248" y="1450"/>
                  </a:cubicBezTo>
                  <a:cubicBezTo>
                    <a:pt x="978" y="1147"/>
                    <a:pt x="723" y="844"/>
                    <a:pt x="473" y="541"/>
                  </a:cubicBezTo>
                  <a:cubicBezTo>
                    <a:pt x="356" y="388"/>
                    <a:pt x="238" y="238"/>
                    <a:pt x="117" y="85"/>
                  </a:cubicBezTo>
                  <a:cubicBezTo>
                    <a:pt x="101" y="69"/>
                    <a:pt x="69" y="53"/>
                    <a:pt x="53" y="36"/>
                  </a:cubicBezTo>
                  <a:cubicBezTo>
                    <a:pt x="36" y="16"/>
                    <a:pt x="36" y="16"/>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1"/>
            <p:cNvSpPr/>
            <p:nvPr/>
          </p:nvSpPr>
          <p:spPr>
            <a:xfrm>
              <a:off x="2083569" y="2283478"/>
              <a:ext cx="98828" cy="227156"/>
            </a:xfrm>
            <a:custGeom>
              <a:rect b="b" l="l" r="r" t="t"/>
              <a:pathLst>
                <a:path extrusionOk="0" h="2287" w="995">
                  <a:moveTo>
                    <a:pt x="53" y="0"/>
                  </a:moveTo>
                  <a:cubicBezTo>
                    <a:pt x="17" y="33"/>
                    <a:pt x="17" y="65"/>
                    <a:pt x="17" y="85"/>
                  </a:cubicBezTo>
                  <a:lnTo>
                    <a:pt x="17" y="267"/>
                  </a:lnTo>
                  <a:cubicBezTo>
                    <a:pt x="17" y="368"/>
                    <a:pt x="17" y="469"/>
                    <a:pt x="1" y="570"/>
                  </a:cubicBezTo>
                  <a:cubicBezTo>
                    <a:pt x="1" y="671"/>
                    <a:pt x="53" y="756"/>
                    <a:pt x="85" y="840"/>
                  </a:cubicBezTo>
                  <a:lnTo>
                    <a:pt x="102" y="840"/>
                  </a:lnTo>
                  <a:cubicBezTo>
                    <a:pt x="320" y="1244"/>
                    <a:pt x="590" y="1717"/>
                    <a:pt x="861" y="2186"/>
                  </a:cubicBezTo>
                  <a:cubicBezTo>
                    <a:pt x="877" y="2186"/>
                    <a:pt x="877" y="2206"/>
                    <a:pt x="877" y="2206"/>
                  </a:cubicBezTo>
                  <a:cubicBezTo>
                    <a:pt x="893" y="2238"/>
                    <a:pt x="910" y="2287"/>
                    <a:pt x="978" y="2287"/>
                  </a:cubicBezTo>
                  <a:cubicBezTo>
                    <a:pt x="978" y="2287"/>
                    <a:pt x="994" y="2287"/>
                    <a:pt x="994" y="2270"/>
                  </a:cubicBezTo>
                  <a:lnTo>
                    <a:pt x="978" y="2254"/>
                  </a:lnTo>
                  <a:cubicBezTo>
                    <a:pt x="926" y="2254"/>
                    <a:pt x="926" y="2238"/>
                    <a:pt x="910" y="2206"/>
                  </a:cubicBezTo>
                  <a:cubicBezTo>
                    <a:pt x="893" y="2186"/>
                    <a:pt x="893" y="2186"/>
                    <a:pt x="893" y="2169"/>
                  </a:cubicBezTo>
                  <a:cubicBezTo>
                    <a:pt x="607" y="1701"/>
                    <a:pt x="336" y="1228"/>
                    <a:pt x="118" y="840"/>
                  </a:cubicBezTo>
                  <a:lnTo>
                    <a:pt x="118" y="824"/>
                  </a:lnTo>
                  <a:cubicBezTo>
                    <a:pt x="69" y="739"/>
                    <a:pt x="17" y="655"/>
                    <a:pt x="33" y="570"/>
                  </a:cubicBezTo>
                  <a:lnTo>
                    <a:pt x="33" y="267"/>
                  </a:lnTo>
                  <a:lnTo>
                    <a:pt x="33" y="85"/>
                  </a:lnTo>
                  <a:cubicBezTo>
                    <a:pt x="33" y="49"/>
                    <a:pt x="53" y="3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1"/>
            <p:cNvSpPr/>
            <p:nvPr/>
          </p:nvSpPr>
          <p:spPr>
            <a:xfrm>
              <a:off x="1923059" y="2604397"/>
              <a:ext cx="147398" cy="282580"/>
            </a:xfrm>
            <a:custGeom>
              <a:rect b="b" l="l" r="r" t="t"/>
              <a:pathLst>
                <a:path extrusionOk="0" h="2845" w="1484">
                  <a:moveTo>
                    <a:pt x="53" y="1"/>
                  </a:moveTo>
                  <a:cubicBezTo>
                    <a:pt x="53" y="1"/>
                    <a:pt x="33" y="1"/>
                    <a:pt x="33" y="17"/>
                  </a:cubicBezTo>
                  <a:cubicBezTo>
                    <a:pt x="17" y="86"/>
                    <a:pt x="17" y="167"/>
                    <a:pt x="17" y="235"/>
                  </a:cubicBezTo>
                  <a:cubicBezTo>
                    <a:pt x="17" y="288"/>
                    <a:pt x="33" y="352"/>
                    <a:pt x="17" y="405"/>
                  </a:cubicBezTo>
                  <a:cubicBezTo>
                    <a:pt x="1" y="591"/>
                    <a:pt x="53" y="756"/>
                    <a:pt x="187" y="926"/>
                  </a:cubicBezTo>
                  <a:cubicBezTo>
                    <a:pt x="336" y="1144"/>
                    <a:pt x="490" y="1362"/>
                    <a:pt x="639" y="1580"/>
                  </a:cubicBezTo>
                  <a:cubicBezTo>
                    <a:pt x="793" y="1803"/>
                    <a:pt x="942" y="2021"/>
                    <a:pt x="1096" y="2239"/>
                  </a:cubicBezTo>
                  <a:cubicBezTo>
                    <a:pt x="1128" y="2271"/>
                    <a:pt x="1144" y="2324"/>
                    <a:pt x="1180" y="2372"/>
                  </a:cubicBezTo>
                  <a:cubicBezTo>
                    <a:pt x="1229" y="2457"/>
                    <a:pt x="1298" y="2558"/>
                    <a:pt x="1399" y="2627"/>
                  </a:cubicBezTo>
                  <a:cubicBezTo>
                    <a:pt x="1415" y="2659"/>
                    <a:pt x="1431" y="2712"/>
                    <a:pt x="1431" y="2760"/>
                  </a:cubicBezTo>
                  <a:cubicBezTo>
                    <a:pt x="1447" y="2776"/>
                    <a:pt x="1447" y="2813"/>
                    <a:pt x="1447" y="2829"/>
                  </a:cubicBezTo>
                  <a:lnTo>
                    <a:pt x="1467" y="2845"/>
                  </a:lnTo>
                  <a:cubicBezTo>
                    <a:pt x="1483" y="2845"/>
                    <a:pt x="1483" y="2829"/>
                    <a:pt x="1483" y="2829"/>
                  </a:cubicBezTo>
                  <a:cubicBezTo>
                    <a:pt x="1467" y="2792"/>
                    <a:pt x="1467" y="2776"/>
                    <a:pt x="1467" y="2760"/>
                  </a:cubicBezTo>
                  <a:cubicBezTo>
                    <a:pt x="1447" y="2691"/>
                    <a:pt x="1447" y="2643"/>
                    <a:pt x="1415" y="2611"/>
                  </a:cubicBezTo>
                  <a:cubicBezTo>
                    <a:pt x="1314" y="2542"/>
                    <a:pt x="1265" y="2441"/>
                    <a:pt x="1197" y="2356"/>
                  </a:cubicBezTo>
                  <a:cubicBezTo>
                    <a:pt x="1180" y="2308"/>
                    <a:pt x="1144" y="2255"/>
                    <a:pt x="1112" y="2223"/>
                  </a:cubicBezTo>
                  <a:cubicBezTo>
                    <a:pt x="962" y="2005"/>
                    <a:pt x="809" y="1782"/>
                    <a:pt x="659" y="1564"/>
                  </a:cubicBezTo>
                  <a:cubicBezTo>
                    <a:pt x="506" y="1346"/>
                    <a:pt x="356" y="1128"/>
                    <a:pt x="203" y="910"/>
                  </a:cubicBezTo>
                  <a:cubicBezTo>
                    <a:pt x="69" y="740"/>
                    <a:pt x="33" y="591"/>
                    <a:pt x="53" y="405"/>
                  </a:cubicBezTo>
                  <a:lnTo>
                    <a:pt x="53" y="235"/>
                  </a:lnTo>
                  <a:cubicBezTo>
                    <a:pt x="53" y="167"/>
                    <a:pt x="53" y="86"/>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1"/>
            <p:cNvSpPr/>
            <p:nvPr/>
          </p:nvSpPr>
          <p:spPr>
            <a:xfrm>
              <a:off x="1414714" y="1833635"/>
              <a:ext cx="82340" cy="212357"/>
            </a:xfrm>
            <a:custGeom>
              <a:rect b="b" l="l" r="r" t="t"/>
              <a:pathLst>
                <a:path extrusionOk="0" h="2138" w="829">
                  <a:moveTo>
                    <a:pt x="1" y="1"/>
                  </a:moveTo>
                  <a:lnTo>
                    <a:pt x="1" y="17"/>
                  </a:lnTo>
                  <a:cubicBezTo>
                    <a:pt x="85" y="102"/>
                    <a:pt x="154" y="203"/>
                    <a:pt x="203" y="304"/>
                  </a:cubicBezTo>
                  <a:cubicBezTo>
                    <a:pt x="255" y="372"/>
                    <a:pt x="287" y="437"/>
                    <a:pt x="340" y="490"/>
                  </a:cubicBezTo>
                  <a:cubicBezTo>
                    <a:pt x="372" y="538"/>
                    <a:pt x="404" y="591"/>
                    <a:pt x="425" y="639"/>
                  </a:cubicBezTo>
                  <a:cubicBezTo>
                    <a:pt x="473" y="708"/>
                    <a:pt x="505" y="776"/>
                    <a:pt x="558" y="825"/>
                  </a:cubicBezTo>
                  <a:cubicBezTo>
                    <a:pt x="590" y="877"/>
                    <a:pt x="606" y="926"/>
                    <a:pt x="606" y="978"/>
                  </a:cubicBezTo>
                  <a:lnTo>
                    <a:pt x="606" y="1196"/>
                  </a:lnTo>
                  <a:cubicBezTo>
                    <a:pt x="606" y="1346"/>
                    <a:pt x="606" y="1499"/>
                    <a:pt x="590" y="1649"/>
                  </a:cubicBezTo>
                  <a:cubicBezTo>
                    <a:pt x="558" y="1867"/>
                    <a:pt x="659" y="2004"/>
                    <a:pt x="808" y="2138"/>
                  </a:cubicBezTo>
                  <a:lnTo>
                    <a:pt x="829" y="2138"/>
                  </a:lnTo>
                  <a:lnTo>
                    <a:pt x="829" y="2122"/>
                  </a:lnTo>
                  <a:cubicBezTo>
                    <a:pt x="691" y="1988"/>
                    <a:pt x="590" y="1867"/>
                    <a:pt x="627" y="1649"/>
                  </a:cubicBezTo>
                  <a:cubicBezTo>
                    <a:pt x="643" y="1499"/>
                    <a:pt x="643" y="1346"/>
                    <a:pt x="627" y="1196"/>
                  </a:cubicBezTo>
                  <a:lnTo>
                    <a:pt x="627" y="978"/>
                  </a:lnTo>
                  <a:cubicBezTo>
                    <a:pt x="627" y="926"/>
                    <a:pt x="627" y="857"/>
                    <a:pt x="574" y="809"/>
                  </a:cubicBezTo>
                  <a:cubicBezTo>
                    <a:pt x="526" y="756"/>
                    <a:pt x="489" y="691"/>
                    <a:pt x="457" y="623"/>
                  </a:cubicBezTo>
                  <a:cubicBezTo>
                    <a:pt x="425" y="574"/>
                    <a:pt x="388" y="522"/>
                    <a:pt x="356" y="473"/>
                  </a:cubicBezTo>
                  <a:cubicBezTo>
                    <a:pt x="304" y="421"/>
                    <a:pt x="271" y="352"/>
                    <a:pt x="239" y="288"/>
                  </a:cubicBezTo>
                  <a:cubicBezTo>
                    <a:pt x="170" y="187"/>
                    <a:pt x="102" y="86"/>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1"/>
            <p:cNvSpPr/>
            <p:nvPr/>
          </p:nvSpPr>
          <p:spPr>
            <a:xfrm>
              <a:off x="608990" y="1746626"/>
              <a:ext cx="5364" cy="77076"/>
            </a:xfrm>
            <a:custGeom>
              <a:rect b="b" l="l" r="r" t="t"/>
              <a:pathLst>
                <a:path extrusionOk="0" h="776" w="54">
                  <a:moveTo>
                    <a:pt x="1" y="0"/>
                  </a:moveTo>
                  <a:lnTo>
                    <a:pt x="1" y="16"/>
                  </a:lnTo>
                  <a:cubicBezTo>
                    <a:pt x="17" y="137"/>
                    <a:pt x="17" y="255"/>
                    <a:pt x="17" y="372"/>
                  </a:cubicBezTo>
                  <a:cubicBezTo>
                    <a:pt x="17" y="440"/>
                    <a:pt x="1" y="505"/>
                    <a:pt x="17" y="590"/>
                  </a:cubicBezTo>
                  <a:lnTo>
                    <a:pt x="17" y="642"/>
                  </a:lnTo>
                  <a:cubicBezTo>
                    <a:pt x="1" y="691"/>
                    <a:pt x="1" y="723"/>
                    <a:pt x="33" y="776"/>
                  </a:cubicBezTo>
                  <a:lnTo>
                    <a:pt x="53" y="776"/>
                  </a:lnTo>
                  <a:lnTo>
                    <a:pt x="53" y="760"/>
                  </a:lnTo>
                  <a:cubicBezTo>
                    <a:pt x="33" y="723"/>
                    <a:pt x="33" y="691"/>
                    <a:pt x="33" y="642"/>
                  </a:cubicBezTo>
                  <a:lnTo>
                    <a:pt x="33" y="590"/>
                  </a:lnTo>
                  <a:lnTo>
                    <a:pt x="33" y="372"/>
                  </a:lnTo>
                  <a:cubicBezTo>
                    <a:pt x="33" y="255"/>
                    <a:pt x="33" y="137"/>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1"/>
            <p:cNvSpPr/>
            <p:nvPr/>
          </p:nvSpPr>
          <p:spPr>
            <a:xfrm>
              <a:off x="1921470" y="2893731"/>
              <a:ext cx="148988" cy="255663"/>
            </a:xfrm>
            <a:custGeom>
              <a:rect b="b" l="l" r="r" t="t"/>
              <a:pathLst>
                <a:path extrusionOk="0" h="2574" w="1500">
                  <a:moveTo>
                    <a:pt x="69" y="1"/>
                  </a:moveTo>
                  <a:cubicBezTo>
                    <a:pt x="17" y="304"/>
                    <a:pt x="1" y="623"/>
                    <a:pt x="251" y="909"/>
                  </a:cubicBezTo>
                  <a:cubicBezTo>
                    <a:pt x="453" y="1144"/>
                    <a:pt x="655" y="1414"/>
                    <a:pt x="841" y="1665"/>
                  </a:cubicBezTo>
                  <a:cubicBezTo>
                    <a:pt x="926" y="1782"/>
                    <a:pt x="1011" y="1899"/>
                    <a:pt x="1112" y="2020"/>
                  </a:cubicBezTo>
                  <a:cubicBezTo>
                    <a:pt x="1196" y="2138"/>
                    <a:pt x="1281" y="2239"/>
                    <a:pt x="1398" y="2372"/>
                  </a:cubicBezTo>
                  <a:cubicBezTo>
                    <a:pt x="1431" y="2404"/>
                    <a:pt x="1431" y="2457"/>
                    <a:pt x="1447" y="2505"/>
                  </a:cubicBezTo>
                  <a:cubicBezTo>
                    <a:pt x="1463" y="2525"/>
                    <a:pt x="1463" y="2541"/>
                    <a:pt x="1463" y="2574"/>
                  </a:cubicBezTo>
                  <a:lnTo>
                    <a:pt x="1483" y="2574"/>
                  </a:lnTo>
                  <a:cubicBezTo>
                    <a:pt x="1499" y="2574"/>
                    <a:pt x="1499" y="2558"/>
                    <a:pt x="1499" y="2558"/>
                  </a:cubicBezTo>
                  <a:cubicBezTo>
                    <a:pt x="1483" y="2541"/>
                    <a:pt x="1483" y="2525"/>
                    <a:pt x="1483" y="2489"/>
                  </a:cubicBezTo>
                  <a:cubicBezTo>
                    <a:pt x="1463" y="2440"/>
                    <a:pt x="1447" y="2388"/>
                    <a:pt x="1415" y="2356"/>
                  </a:cubicBezTo>
                  <a:cubicBezTo>
                    <a:pt x="1314" y="2222"/>
                    <a:pt x="1213" y="2121"/>
                    <a:pt x="1128" y="2000"/>
                  </a:cubicBezTo>
                  <a:cubicBezTo>
                    <a:pt x="1043" y="1883"/>
                    <a:pt x="942" y="1766"/>
                    <a:pt x="857" y="1649"/>
                  </a:cubicBezTo>
                  <a:cubicBezTo>
                    <a:pt x="675" y="1394"/>
                    <a:pt x="473" y="1128"/>
                    <a:pt x="271" y="889"/>
                  </a:cubicBezTo>
                  <a:cubicBezTo>
                    <a:pt x="17" y="606"/>
                    <a:pt x="33" y="304"/>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1"/>
            <p:cNvSpPr/>
            <p:nvPr/>
          </p:nvSpPr>
          <p:spPr>
            <a:xfrm>
              <a:off x="2086747" y="2696372"/>
              <a:ext cx="95650" cy="133691"/>
            </a:xfrm>
            <a:custGeom>
              <a:rect b="b" l="l" r="r" t="t"/>
              <a:pathLst>
                <a:path extrusionOk="0" h="1346" w="963">
                  <a:moveTo>
                    <a:pt x="1" y="0"/>
                  </a:moveTo>
                  <a:cubicBezTo>
                    <a:pt x="1" y="16"/>
                    <a:pt x="1" y="16"/>
                    <a:pt x="21" y="16"/>
                  </a:cubicBezTo>
                  <a:cubicBezTo>
                    <a:pt x="70" y="48"/>
                    <a:pt x="102" y="101"/>
                    <a:pt x="138" y="170"/>
                  </a:cubicBezTo>
                  <a:cubicBezTo>
                    <a:pt x="154" y="186"/>
                    <a:pt x="154" y="218"/>
                    <a:pt x="171" y="234"/>
                  </a:cubicBezTo>
                  <a:cubicBezTo>
                    <a:pt x="223" y="319"/>
                    <a:pt x="272" y="404"/>
                    <a:pt x="340" y="489"/>
                  </a:cubicBezTo>
                  <a:cubicBezTo>
                    <a:pt x="457" y="675"/>
                    <a:pt x="591" y="893"/>
                    <a:pt x="728" y="1079"/>
                  </a:cubicBezTo>
                  <a:cubicBezTo>
                    <a:pt x="744" y="1111"/>
                    <a:pt x="760" y="1127"/>
                    <a:pt x="777" y="1159"/>
                  </a:cubicBezTo>
                  <a:cubicBezTo>
                    <a:pt x="809" y="1228"/>
                    <a:pt x="845" y="1313"/>
                    <a:pt x="930" y="1345"/>
                  </a:cubicBezTo>
                  <a:lnTo>
                    <a:pt x="946" y="1345"/>
                  </a:lnTo>
                  <a:cubicBezTo>
                    <a:pt x="962" y="1329"/>
                    <a:pt x="946" y="1329"/>
                    <a:pt x="946" y="1313"/>
                  </a:cubicBezTo>
                  <a:cubicBezTo>
                    <a:pt x="861" y="1297"/>
                    <a:pt x="829" y="1228"/>
                    <a:pt x="793" y="1143"/>
                  </a:cubicBezTo>
                  <a:cubicBezTo>
                    <a:pt x="777" y="1127"/>
                    <a:pt x="777" y="1095"/>
                    <a:pt x="744" y="1058"/>
                  </a:cubicBezTo>
                  <a:cubicBezTo>
                    <a:pt x="607" y="877"/>
                    <a:pt x="490" y="675"/>
                    <a:pt x="356" y="473"/>
                  </a:cubicBezTo>
                  <a:cubicBezTo>
                    <a:pt x="304" y="388"/>
                    <a:pt x="255" y="303"/>
                    <a:pt x="187" y="218"/>
                  </a:cubicBezTo>
                  <a:cubicBezTo>
                    <a:pt x="187" y="202"/>
                    <a:pt x="171" y="170"/>
                    <a:pt x="154" y="149"/>
                  </a:cubicBezTo>
                  <a:cubicBezTo>
                    <a:pt x="122" y="101"/>
                    <a:pt x="102" y="32"/>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1"/>
            <p:cNvSpPr/>
            <p:nvPr/>
          </p:nvSpPr>
          <p:spPr>
            <a:xfrm>
              <a:off x="515525" y="2375353"/>
              <a:ext cx="122070" cy="57013"/>
            </a:xfrm>
            <a:custGeom>
              <a:rect b="b" l="l" r="r" t="t"/>
              <a:pathLst>
                <a:path extrusionOk="0" h="574" w="1229">
                  <a:moveTo>
                    <a:pt x="1213" y="0"/>
                  </a:moveTo>
                  <a:cubicBezTo>
                    <a:pt x="958" y="101"/>
                    <a:pt x="724" y="218"/>
                    <a:pt x="489" y="336"/>
                  </a:cubicBezTo>
                  <a:cubicBezTo>
                    <a:pt x="421" y="372"/>
                    <a:pt x="352" y="404"/>
                    <a:pt x="287" y="437"/>
                  </a:cubicBezTo>
                  <a:cubicBezTo>
                    <a:pt x="251" y="453"/>
                    <a:pt x="235" y="473"/>
                    <a:pt x="219" y="489"/>
                  </a:cubicBezTo>
                  <a:cubicBezTo>
                    <a:pt x="163" y="515"/>
                    <a:pt x="120" y="542"/>
                    <a:pt x="60" y="542"/>
                  </a:cubicBezTo>
                  <a:cubicBezTo>
                    <a:pt x="47" y="542"/>
                    <a:pt x="32" y="541"/>
                    <a:pt x="17" y="538"/>
                  </a:cubicBezTo>
                  <a:lnTo>
                    <a:pt x="1" y="554"/>
                  </a:lnTo>
                  <a:cubicBezTo>
                    <a:pt x="1" y="554"/>
                    <a:pt x="17" y="554"/>
                    <a:pt x="17" y="574"/>
                  </a:cubicBezTo>
                  <a:lnTo>
                    <a:pt x="65" y="574"/>
                  </a:lnTo>
                  <a:cubicBezTo>
                    <a:pt x="134" y="574"/>
                    <a:pt x="186" y="538"/>
                    <a:pt x="235" y="505"/>
                  </a:cubicBezTo>
                  <a:cubicBezTo>
                    <a:pt x="251" y="489"/>
                    <a:pt x="267" y="473"/>
                    <a:pt x="287" y="473"/>
                  </a:cubicBezTo>
                  <a:cubicBezTo>
                    <a:pt x="368" y="437"/>
                    <a:pt x="437" y="404"/>
                    <a:pt x="506" y="352"/>
                  </a:cubicBezTo>
                  <a:cubicBezTo>
                    <a:pt x="740" y="251"/>
                    <a:pt x="974" y="117"/>
                    <a:pt x="1229" y="16"/>
                  </a:cubicBezTo>
                  <a:lnTo>
                    <a:pt x="12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1"/>
            <p:cNvSpPr/>
            <p:nvPr/>
          </p:nvSpPr>
          <p:spPr>
            <a:xfrm>
              <a:off x="1523475" y="3533682"/>
              <a:ext cx="178984" cy="200736"/>
            </a:xfrm>
            <a:custGeom>
              <a:rect b="b" l="l" r="r" t="t"/>
              <a:pathLst>
                <a:path extrusionOk="0" h="2021" w="1802">
                  <a:moveTo>
                    <a:pt x="16" y="1"/>
                  </a:moveTo>
                  <a:lnTo>
                    <a:pt x="0" y="21"/>
                  </a:lnTo>
                  <a:cubicBezTo>
                    <a:pt x="0" y="37"/>
                    <a:pt x="16" y="37"/>
                    <a:pt x="16" y="37"/>
                  </a:cubicBezTo>
                  <a:cubicBezTo>
                    <a:pt x="69" y="37"/>
                    <a:pt x="85" y="69"/>
                    <a:pt x="117" y="86"/>
                  </a:cubicBezTo>
                  <a:cubicBezTo>
                    <a:pt x="138" y="102"/>
                    <a:pt x="138" y="102"/>
                    <a:pt x="154" y="122"/>
                  </a:cubicBezTo>
                  <a:cubicBezTo>
                    <a:pt x="271" y="223"/>
                    <a:pt x="388" y="340"/>
                    <a:pt x="521" y="457"/>
                  </a:cubicBezTo>
                  <a:cubicBezTo>
                    <a:pt x="893" y="793"/>
                    <a:pt x="1265" y="1132"/>
                    <a:pt x="1653" y="1467"/>
                  </a:cubicBezTo>
                  <a:cubicBezTo>
                    <a:pt x="1753" y="1552"/>
                    <a:pt x="1770" y="1653"/>
                    <a:pt x="1753" y="1754"/>
                  </a:cubicBezTo>
                  <a:lnTo>
                    <a:pt x="1753" y="1920"/>
                  </a:lnTo>
                  <a:lnTo>
                    <a:pt x="1753" y="2004"/>
                  </a:lnTo>
                  <a:cubicBezTo>
                    <a:pt x="1753" y="2021"/>
                    <a:pt x="1753" y="2021"/>
                    <a:pt x="1770" y="2021"/>
                  </a:cubicBezTo>
                  <a:lnTo>
                    <a:pt x="1770" y="2004"/>
                  </a:lnTo>
                  <a:lnTo>
                    <a:pt x="1770" y="1920"/>
                  </a:lnTo>
                  <a:cubicBezTo>
                    <a:pt x="1786" y="1871"/>
                    <a:pt x="1786" y="1803"/>
                    <a:pt x="1786" y="1754"/>
                  </a:cubicBezTo>
                  <a:cubicBezTo>
                    <a:pt x="1802" y="1617"/>
                    <a:pt x="1770" y="1536"/>
                    <a:pt x="1669" y="1435"/>
                  </a:cubicBezTo>
                  <a:cubicBezTo>
                    <a:pt x="1281" y="1112"/>
                    <a:pt x="909" y="760"/>
                    <a:pt x="542" y="441"/>
                  </a:cubicBezTo>
                  <a:cubicBezTo>
                    <a:pt x="420" y="324"/>
                    <a:pt x="287" y="203"/>
                    <a:pt x="170" y="86"/>
                  </a:cubicBezTo>
                  <a:cubicBezTo>
                    <a:pt x="154" y="86"/>
                    <a:pt x="154" y="86"/>
                    <a:pt x="138" y="69"/>
                  </a:cubicBezTo>
                  <a:cubicBezTo>
                    <a:pt x="101" y="37"/>
                    <a:pt x="69"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1"/>
            <p:cNvSpPr/>
            <p:nvPr/>
          </p:nvSpPr>
          <p:spPr>
            <a:xfrm>
              <a:off x="886702" y="3589105"/>
              <a:ext cx="3278" cy="98828"/>
            </a:xfrm>
            <a:custGeom>
              <a:rect b="b" l="l" r="r" t="t"/>
              <a:pathLst>
                <a:path extrusionOk="0" h="995" w="33">
                  <a:moveTo>
                    <a:pt x="0" y="0"/>
                  </a:moveTo>
                  <a:lnTo>
                    <a:pt x="0" y="218"/>
                  </a:lnTo>
                  <a:lnTo>
                    <a:pt x="0" y="841"/>
                  </a:lnTo>
                  <a:lnTo>
                    <a:pt x="0" y="877"/>
                  </a:lnTo>
                  <a:cubicBezTo>
                    <a:pt x="0" y="909"/>
                    <a:pt x="0" y="942"/>
                    <a:pt x="16" y="978"/>
                  </a:cubicBezTo>
                  <a:lnTo>
                    <a:pt x="33" y="994"/>
                  </a:lnTo>
                  <a:lnTo>
                    <a:pt x="33" y="978"/>
                  </a:lnTo>
                  <a:cubicBezTo>
                    <a:pt x="16" y="942"/>
                    <a:pt x="16" y="909"/>
                    <a:pt x="33" y="877"/>
                  </a:cubicBezTo>
                  <a:lnTo>
                    <a:pt x="33" y="841"/>
                  </a:lnTo>
                  <a:lnTo>
                    <a:pt x="33" y="218"/>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1"/>
            <p:cNvSpPr/>
            <p:nvPr/>
          </p:nvSpPr>
          <p:spPr>
            <a:xfrm>
              <a:off x="1923059" y="3460280"/>
              <a:ext cx="147398" cy="217621"/>
            </a:xfrm>
            <a:custGeom>
              <a:rect b="b" l="l" r="r" t="t"/>
              <a:pathLst>
                <a:path extrusionOk="0" h="2191" w="1484">
                  <a:moveTo>
                    <a:pt x="53" y="1"/>
                  </a:moveTo>
                  <a:cubicBezTo>
                    <a:pt x="53" y="1"/>
                    <a:pt x="33" y="1"/>
                    <a:pt x="33" y="17"/>
                  </a:cubicBezTo>
                  <a:cubicBezTo>
                    <a:pt x="1" y="170"/>
                    <a:pt x="1" y="304"/>
                    <a:pt x="1" y="457"/>
                  </a:cubicBezTo>
                  <a:cubicBezTo>
                    <a:pt x="17" y="506"/>
                    <a:pt x="17" y="574"/>
                    <a:pt x="17" y="623"/>
                  </a:cubicBezTo>
                  <a:cubicBezTo>
                    <a:pt x="17" y="659"/>
                    <a:pt x="33" y="691"/>
                    <a:pt x="69" y="724"/>
                  </a:cubicBezTo>
                  <a:lnTo>
                    <a:pt x="86" y="724"/>
                  </a:lnTo>
                  <a:cubicBezTo>
                    <a:pt x="154" y="792"/>
                    <a:pt x="203" y="861"/>
                    <a:pt x="271" y="926"/>
                  </a:cubicBezTo>
                  <a:cubicBezTo>
                    <a:pt x="457" y="1128"/>
                    <a:pt x="639" y="1330"/>
                    <a:pt x="841" y="1515"/>
                  </a:cubicBezTo>
                  <a:cubicBezTo>
                    <a:pt x="910" y="1584"/>
                    <a:pt x="978" y="1669"/>
                    <a:pt x="1043" y="1734"/>
                  </a:cubicBezTo>
                  <a:cubicBezTo>
                    <a:pt x="1164" y="1851"/>
                    <a:pt x="1281" y="1972"/>
                    <a:pt x="1399" y="2089"/>
                  </a:cubicBezTo>
                  <a:cubicBezTo>
                    <a:pt x="1415" y="2105"/>
                    <a:pt x="1431" y="2121"/>
                    <a:pt x="1431" y="2154"/>
                  </a:cubicBezTo>
                  <a:cubicBezTo>
                    <a:pt x="1447" y="2154"/>
                    <a:pt x="1447" y="2174"/>
                    <a:pt x="1447" y="2190"/>
                  </a:cubicBezTo>
                  <a:lnTo>
                    <a:pt x="1467" y="2190"/>
                  </a:lnTo>
                  <a:cubicBezTo>
                    <a:pt x="1483" y="2190"/>
                    <a:pt x="1483" y="2190"/>
                    <a:pt x="1483" y="2174"/>
                  </a:cubicBezTo>
                  <a:cubicBezTo>
                    <a:pt x="1467" y="2154"/>
                    <a:pt x="1467" y="2154"/>
                    <a:pt x="1467" y="2138"/>
                  </a:cubicBezTo>
                  <a:cubicBezTo>
                    <a:pt x="1447" y="2105"/>
                    <a:pt x="1447" y="2089"/>
                    <a:pt x="1415" y="2073"/>
                  </a:cubicBezTo>
                  <a:cubicBezTo>
                    <a:pt x="1298" y="1952"/>
                    <a:pt x="1180" y="1835"/>
                    <a:pt x="1063" y="1717"/>
                  </a:cubicBezTo>
                  <a:cubicBezTo>
                    <a:pt x="995" y="1649"/>
                    <a:pt x="926" y="1568"/>
                    <a:pt x="861" y="1499"/>
                  </a:cubicBezTo>
                  <a:cubicBezTo>
                    <a:pt x="659" y="1297"/>
                    <a:pt x="473" y="1111"/>
                    <a:pt x="288" y="909"/>
                  </a:cubicBezTo>
                  <a:cubicBezTo>
                    <a:pt x="219" y="841"/>
                    <a:pt x="170" y="776"/>
                    <a:pt x="102" y="707"/>
                  </a:cubicBezTo>
                  <a:lnTo>
                    <a:pt x="86" y="707"/>
                  </a:lnTo>
                  <a:cubicBezTo>
                    <a:pt x="69" y="675"/>
                    <a:pt x="33" y="659"/>
                    <a:pt x="33" y="623"/>
                  </a:cubicBezTo>
                  <a:lnTo>
                    <a:pt x="33" y="457"/>
                  </a:lnTo>
                  <a:cubicBezTo>
                    <a:pt x="33" y="320"/>
                    <a:pt x="33"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1"/>
            <p:cNvSpPr/>
            <p:nvPr/>
          </p:nvSpPr>
          <p:spPr>
            <a:xfrm>
              <a:off x="2080390" y="3480344"/>
              <a:ext cx="102007" cy="187526"/>
            </a:xfrm>
            <a:custGeom>
              <a:rect b="b" l="l" r="r" t="t"/>
              <a:pathLst>
                <a:path extrusionOk="0" h="1888" w="1027">
                  <a:moveTo>
                    <a:pt x="85" y="1"/>
                  </a:moveTo>
                  <a:cubicBezTo>
                    <a:pt x="65" y="1"/>
                    <a:pt x="65" y="1"/>
                    <a:pt x="65" y="17"/>
                  </a:cubicBezTo>
                  <a:cubicBezTo>
                    <a:pt x="17" y="69"/>
                    <a:pt x="33" y="134"/>
                    <a:pt x="33" y="203"/>
                  </a:cubicBezTo>
                  <a:cubicBezTo>
                    <a:pt x="49" y="255"/>
                    <a:pt x="49" y="304"/>
                    <a:pt x="33" y="356"/>
                  </a:cubicBezTo>
                  <a:lnTo>
                    <a:pt x="33" y="421"/>
                  </a:lnTo>
                  <a:lnTo>
                    <a:pt x="33" y="473"/>
                  </a:lnTo>
                  <a:cubicBezTo>
                    <a:pt x="0" y="740"/>
                    <a:pt x="65" y="926"/>
                    <a:pt x="251" y="1095"/>
                  </a:cubicBezTo>
                  <a:cubicBezTo>
                    <a:pt x="404" y="1245"/>
                    <a:pt x="554" y="1414"/>
                    <a:pt x="691" y="1568"/>
                  </a:cubicBezTo>
                  <a:cubicBezTo>
                    <a:pt x="756" y="1649"/>
                    <a:pt x="824" y="1717"/>
                    <a:pt x="909" y="1802"/>
                  </a:cubicBezTo>
                  <a:lnTo>
                    <a:pt x="909" y="1818"/>
                  </a:lnTo>
                  <a:cubicBezTo>
                    <a:pt x="942" y="1835"/>
                    <a:pt x="974" y="1871"/>
                    <a:pt x="1010" y="1887"/>
                  </a:cubicBezTo>
                  <a:lnTo>
                    <a:pt x="1026" y="1887"/>
                  </a:lnTo>
                  <a:lnTo>
                    <a:pt x="1026" y="1871"/>
                  </a:lnTo>
                  <a:lnTo>
                    <a:pt x="1026" y="1851"/>
                  </a:lnTo>
                  <a:cubicBezTo>
                    <a:pt x="974" y="1851"/>
                    <a:pt x="958" y="1818"/>
                    <a:pt x="942" y="1802"/>
                  </a:cubicBezTo>
                  <a:lnTo>
                    <a:pt x="925" y="1786"/>
                  </a:lnTo>
                  <a:cubicBezTo>
                    <a:pt x="857" y="1701"/>
                    <a:pt x="772" y="1633"/>
                    <a:pt x="707" y="1548"/>
                  </a:cubicBezTo>
                  <a:cubicBezTo>
                    <a:pt x="570" y="1398"/>
                    <a:pt x="420" y="1229"/>
                    <a:pt x="267" y="1079"/>
                  </a:cubicBezTo>
                  <a:cubicBezTo>
                    <a:pt x="101" y="926"/>
                    <a:pt x="33" y="724"/>
                    <a:pt x="49" y="473"/>
                  </a:cubicBezTo>
                  <a:cubicBezTo>
                    <a:pt x="65" y="457"/>
                    <a:pt x="65" y="437"/>
                    <a:pt x="49" y="421"/>
                  </a:cubicBezTo>
                  <a:cubicBezTo>
                    <a:pt x="49" y="405"/>
                    <a:pt x="49" y="388"/>
                    <a:pt x="65" y="356"/>
                  </a:cubicBezTo>
                  <a:cubicBezTo>
                    <a:pt x="85" y="304"/>
                    <a:pt x="65" y="255"/>
                    <a:pt x="65" y="203"/>
                  </a:cubicBezTo>
                  <a:cubicBezTo>
                    <a:pt x="49" y="134"/>
                    <a:pt x="49" y="85"/>
                    <a:pt x="85" y="33"/>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1"/>
            <p:cNvSpPr/>
            <p:nvPr/>
          </p:nvSpPr>
          <p:spPr>
            <a:xfrm>
              <a:off x="575716" y="1770266"/>
              <a:ext cx="6555" cy="76778"/>
            </a:xfrm>
            <a:custGeom>
              <a:rect b="b" l="l" r="r" t="t"/>
              <a:pathLst>
                <a:path extrusionOk="0" h="773" w="66">
                  <a:moveTo>
                    <a:pt x="17" y="0"/>
                  </a:moveTo>
                  <a:cubicBezTo>
                    <a:pt x="17" y="0"/>
                    <a:pt x="1" y="0"/>
                    <a:pt x="17" y="17"/>
                  </a:cubicBezTo>
                  <a:cubicBezTo>
                    <a:pt x="33" y="134"/>
                    <a:pt x="33" y="251"/>
                    <a:pt x="17" y="384"/>
                  </a:cubicBezTo>
                  <a:lnTo>
                    <a:pt x="17" y="606"/>
                  </a:lnTo>
                  <a:lnTo>
                    <a:pt x="17" y="655"/>
                  </a:lnTo>
                  <a:cubicBezTo>
                    <a:pt x="17" y="687"/>
                    <a:pt x="17" y="724"/>
                    <a:pt x="33" y="756"/>
                  </a:cubicBezTo>
                  <a:lnTo>
                    <a:pt x="49" y="772"/>
                  </a:lnTo>
                  <a:lnTo>
                    <a:pt x="65" y="756"/>
                  </a:lnTo>
                  <a:cubicBezTo>
                    <a:pt x="49" y="724"/>
                    <a:pt x="49" y="687"/>
                    <a:pt x="49" y="655"/>
                  </a:cubicBezTo>
                  <a:lnTo>
                    <a:pt x="49" y="606"/>
                  </a:lnTo>
                  <a:lnTo>
                    <a:pt x="49" y="384"/>
                  </a:lnTo>
                  <a:cubicBezTo>
                    <a:pt x="49" y="251"/>
                    <a:pt x="49"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1"/>
            <p:cNvSpPr/>
            <p:nvPr/>
          </p:nvSpPr>
          <p:spPr>
            <a:xfrm>
              <a:off x="1923059" y="3560599"/>
              <a:ext cx="148988" cy="173819"/>
            </a:xfrm>
            <a:custGeom>
              <a:rect b="b" l="l" r="r" t="t"/>
              <a:pathLst>
                <a:path extrusionOk="0" h="1750" w="1500">
                  <a:moveTo>
                    <a:pt x="1" y="0"/>
                  </a:moveTo>
                  <a:lnTo>
                    <a:pt x="1" y="17"/>
                  </a:lnTo>
                  <a:cubicBezTo>
                    <a:pt x="17" y="85"/>
                    <a:pt x="53" y="134"/>
                    <a:pt x="118" y="202"/>
                  </a:cubicBezTo>
                  <a:cubicBezTo>
                    <a:pt x="372" y="437"/>
                    <a:pt x="623" y="691"/>
                    <a:pt x="861" y="926"/>
                  </a:cubicBezTo>
                  <a:cubicBezTo>
                    <a:pt x="1027" y="1095"/>
                    <a:pt x="1180" y="1245"/>
                    <a:pt x="1330" y="1414"/>
                  </a:cubicBezTo>
                  <a:cubicBezTo>
                    <a:pt x="1431" y="1515"/>
                    <a:pt x="1483" y="1616"/>
                    <a:pt x="1447" y="1733"/>
                  </a:cubicBezTo>
                  <a:cubicBezTo>
                    <a:pt x="1447" y="1750"/>
                    <a:pt x="1467" y="1750"/>
                    <a:pt x="1467" y="1750"/>
                  </a:cubicBezTo>
                  <a:cubicBezTo>
                    <a:pt x="1467" y="1750"/>
                    <a:pt x="1483" y="1750"/>
                    <a:pt x="1483" y="1733"/>
                  </a:cubicBezTo>
                  <a:cubicBezTo>
                    <a:pt x="1500" y="1616"/>
                    <a:pt x="1467" y="1499"/>
                    <a:pt x="1346" y="1398"/>
                  </a:cubicBezTo>
                  <a:cubicBezTo>
                    <a:pt x="1197" y="1229"/>
                    <a:pt x="1043" y="1079"/>
                    <a:pt x="877" y="909"/>
                  </a:cubicBezTo>
                  <a:cubicBezTo>
                    <a:pt x="639" y="675"/>
                    <a:pt x="389" y="421"/>
                    <a:pt x="134" y="170"/>
                  </a:cubicBezTo>
                  <a:cubicBezTo>
                    <a:pt x="69" y="118"/>
                    <a:pt x="33"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1"/>
            <p:cNvSpPr/>
            <p:nvPr/>
          </p:nvSpPr>
          <p:spPr>
            <a:xfrm>
              <a:off x="667591" y="3427007"/>
              <a:ext cx="155444" cy="155344"/>
            </a:xfrm>
            <a:custGeom>
              <a:rect b="b" l="l" r="r" t="t"/>
              <a:pathLst>
                <a:path extrusionOk="0" h="1564" w="1565">
                  <a:moveTo>
                    <a:pt x="1499" y="0"/>
                  </a:moveTo>
                  <a:cubicBezTo>
                    <a:pt x="1112" y="117"/>
                    <a:pt x="724" y="251"/>
                    <a:pt x="352" y="368"/>
                  </a:cubicBezTo>
                  <a:cubicBezTo>
                    <a:pt x="336" y="368"/>
                    <a:pt x="336" y="368"/>
                    <a:pt x="336" y="388"/>
                  </a:cubicBezTo>
                  <a:lnTo>
                    <a:pt x="287" y="388"/>
                  </a:lnTo>
                  <a:cubicBezTo>
                    <a:pt x="203" y="404"/>
                    <a:pt x="102" y="420"/>
                    <a:pt x="33" y="505"/>
                  </a:cubicBezTo>
                  <a:cubicBezTo>
                    <a:pt x="1" y="554"/>
                    <a:pt x="1" y="639"/>
                    <a:pt x="17" y="723"/>
                  </a:cubicBezTo>
                  <a:lnTo>
                    <a:pt x="17" y="808"/>
                  </a:lnTo>
                  <a:lnTo>
                    <a:pt x="17" y="1329"/>
                  </a:lnTo>
                  <a:lnTo>
                    <a:pt x="17" y="1564"/>
                  </a:lnTo>
                  <a:lnTo>
                    <a:pt x="33" y="1564"/>
                  </a:lnTo>
                  <a:cubicBezTo>
                    <a:pt x="134" y="1564"/>
                    <a:pt x="235" y="1531"/>
                    <a:pt x="336" y="1499"/>
                  </a:cubicBezTo>
                  <a:cubicBezTo>
                    <a:pt x="372" y="1499"/>
                    <a:pt x="405" y="1479"/>
                    <a:pt x="437" y="1463"/>
                  </a:cubicBezTo>
                  <a:cubicBezTo>
                    <a:pt x="607" y="1430"/>
                    <a:pt x="776" y="1378"/>
                    <a:pt x="926" y="1329"/>
                  </a:cubicBezTo>
                  <a:cubicBezTo>
                    <a:pt x="1095" y="1261"/>
                    <a:pt x="1261" y="1212"/>
                    <a:pt x="1431" y="1160"/>
                  </a:cubicBezTo>
                  <a:cubicBezTo>
                    <a:pt x="1548" y="1143"/>
                    <a:pt x="1564" y="1075"/>
                    <a:pt x="1548" y="994"/>
                  </a:cubicBezTo>
                  <a:lnTo>
                    <a:pt x="1548" y="691"/>
                  </a:lnTo>
                  <a:cubicBezTo>
                    <a:pt x="1564" y="538"/>
                    <a:pt x="1564" y="368"/>
                    <a:pt x="1548" y="218"/>
                  </a:cubicBezTo>
                  <a:lnTo>
                    <a:pt x="1532" y="202"/>
                  </a:lnTo>
                  <a:cubicBezTo>
                    <a:pt x="1516" y="202"/>
                    <a:pt x="1516" y="218"/>
                    <a:pt x="1516" y="218"/>
                  </a:cubicBezTo>
                  <a:cubicBezTo>
                    <a:pt x="1532" y="368"/>
                    <a:pt x="1532" y="538"/>
                    <a:pt x="1532" y="691"/>
                  </a:cubicBezTo>
                  <a:lnTo>
                    <a:pt x="1532" y="994"/>
                  </a:lnTo>
                  <a:cubicBezTo>
                    <a:pt x="1532" y="1075"/>
                    <a:pt x="1516" y="1111"/>
                    <a:pt x="1415" y="1143"/>
                  </a:cubicBezTo>
                  <a:cubicBezTo>
                    <a:pt x="1245" y="1196"/>
                    <a:pt x="1079" y="1244"/>
                    <a:pt x="926" y="1297"/>
                  </a:cubicBezTo>
                  <a:cubicBezTo>
                    <a:pt x="756" y="1345"/>
                    <a:pt x="590" y="1398"/>
                    <a:pt x="437" y="1446"/>
                  </a:cubicBezTo>
                  <a:cubicBezTo>
                    <a:pt x="388" y="1463"/>
                    <a:pt x="352" y="1463"/>
                    <a:pt x="320" y="1479"/>
                  </a:cubicBezTo>
                  <a:cubicBezTo>
                    <a:pt x="235" y="1515"/>
                    <a:pt x="150" y="1531"/>
                    <a:pt x="49" y="1547"/>
                  </a:cubicBezTo>
                  <a:cubicBezTo>
                    <a:pt x="49" y="1479"/>
                    <a:pt x="33" y="1398"/>
                    <a:pt x="33" y="1329"/>
                  </a:cubicBezTo>
                  <a:cubicBezTo>
                    <a:pt x="33" y="1160"/>
                    <a:pt x="33" y="994"/>
                    <a:pt x="49" y="808"/>
                  </a:cubicBezTo>
                  <a:cubicBezTo>
                    <a:pt x="49" y="772"/>
                    <a:pt x="33" y="740"/>
                    <a:pt x="33" y="723"/>
                  </a:cubicBezTo>
                  <a:cubicBezTo>
                    <a:pt x="33" y="639"/>
                    <a:pt x="17" y="570"/>
                    <a:pt x="69" y="521"/>
                  </a:cubicBezTo>
                  <a:cubicBezTo>
                    <a:pt x="102" y="453"/>
                    <a:pt x="203" y="437"/>
                    <a:pt x="304" y="420"/>
                  </a:cubicBezTo>
                  <a:cubicBezTo>
                    <a:pt x="320" y="420"/>
                    <a:pt x="320" y="404"/>
                    <a:pt x="336" y="404"/>
                  </a:cubicBezTo>
                  <a:lnTo>
                    <a:pt x="352" y="404"/>
                  </a:lnTo>
                  <a:lnTo>
                    <a:pt x="352" y="388"/>
                  </a:lnTo>
                  <a:cubicBezTo>
                    <a:pt x="740" y="267"/>
                    <a:pt x="1128" y="150"/>
                    <a:pt x="1499" y="33"/>
                  </a:cubicBezTo>
                  <a:cubicBezTo>
                    <a:pt x="1516" y="33"/>
                    <a:pt x="1516" y="16"/>
                    <a:pt x="1516" y="16"/>
                  </a:cubicBezTo>
                  <a:cubicBezTo>
                    <a:pt x="1516" y="0"/>
                    <a:pt x="1499" y="0"/>
                    <a:pt x="1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1"/>
            <p:cNvSpPr/>
            <p:nvPr/>
          </p:nvSpPr>
          <p:spPr>
            <a:xfrm>
              <a:off x="1735732" y="3107577"/>
              <a:ext cx="174216" cy="267780"/>
            </a:xfrm>
            <a:custGeom>
              <a:rect b="b" l="l" r="r" t="t"/>
              <a:pathLst>
                <a:path extrusionOk="0" h="2696" w="1754">
                  <a:moveTo>
                    <a:pt x="69" y="1"/>
                  </a:moveTo>
                  <a:cubicBezTo>
                    <a:pt x="53" y="1"/>
                    <a:pt x="53" y="1"/>
                    <a:pt x="53" y="17"/>
                  </a:cubicBezTo>
                  <a:cubicBezTo>
                    <a:pt x="20" y="118"/>
                    <a:pt x="37" y="203"/>
                    <a:pt x="37" y="304"/>
                  </a:cubicBezTo>
                  <a:lnTo>
                    <a:pt x="37" y="522"/>
                  </a:lnTo>
                  <a:cubicBezTo>
                    <a:pt x="0" y="675"/>
                    <a:pt x="53" y="809"/>
                    <a:pt x="186" y="942"/>
                  </a:cubicBezTo>
                  <a:cubicBezTo>
                    <a:pt x="473" y="1245"/>
                    <a:pt x="744" y="1548"/>
                    <a:pt x="994" y="1835"/>
                  </a:cubicBezTo>
                  <a:cubicBezTo>
                    <a:pt x="1131" y="1968"/>
                    <a:pt x="1249" y="2122"/>
                    <a:pt x="1382" y="2271"/>
                  </a:cubicBezTo>
                  <a:cubicBezTo>
                    <a:pt x="1414" y="2307"/>
                    <a:pt x="1451" y="2340"/>
                    <a:pt x="1483" y="2372"/>
                  </a:cubicBezTo>
                  <a:cubicBezTo>
                    <a:pt x="1584" y="2473"/>
                    <a:pt x="1669" y="2558"/>
                    <a:pt x="1737" y="2675"/>
                  </a:cubicBezTo>
                  <a:lnTo>
                    <a:pt x="1753" y="2695"/>
                  </a:lnTo>
                  <a:lnTo>
                    <a:pt x="1753" y="2675"/>
                  </a:lnTo>
                  <a:cubicBezTo>
                    <a:pt x="1701" y="2542"/>
                    <a:pt x="1600" y="2457"/>
                    <a:pt x="1515" y="2356"/>
                  </a:cubicBezTo>
                  <a:cubicBezTo>
                    <a:pt x="1467" y="2323"/>
                    <a:pt x="1434" y="2291"/>
                    <a:pt x="1398" y="2255"/>
                  </a:cubicBezTo>
                  <a:cubicBezTo>
                    <a:pt x="1281" y="2105"/>
                    <a:pt x="1148" y="1952"/>
                    <a:pt x="1010" y="1819"/>
                  </a:cubicBezTo>
                  <a:cubicBezTo>
                    <a:pt x="760" y="1516"/>
                    <a:pt x="489" y="1213"/>
                    <a:pt x="202" y="926"/>
                  </a:cubicBezTo>
                  <a:cubicBezTo>
                    <a:pt x="85" y="792"/>
                    <a:pt x="37" y="675"/>
                    <a:pt x="53" y="522"/>
                  </a:cubicBezTo>
                  <a:cubicBezTo>
                    <a:pt x="69" y="453"/>
                    <a:pt x="53" y="372"/>
                    <a:pt x="53" y="304"/>
                  </a:cubicBezTo>
                  <a:cubicBezTo>
                    <a:pt x="53" y="219"/>
                    <a:pt x="53" y="118"/>
                    <a:pt x="69" y="17"/>
                  </a:cubicBezTo>
                  <a:cubicBezTo>
                    <a:pt x="85" y="17"/>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1"/>
            <p:cNvSpPr/>
            <p:nvPr/>
          </p:nvSpPr>
          <p:spPr>
            <a:xfrm>
              <a:off x="869817" y="2116115"/>
              <a:ext cx="339592" cy="247717"/>
            </a:xfrm>
            <a:custGeom>
              <a:rect b="b" l="l" r="r" t="t"/>
              <a:pathLst>
                <a:path extrusionOk="0" h="2494" w="3419">
                  <a:moveTo>
                    <a:pt x="3402" y="1"/>
                  </a:moveTo>
                  <a:cubicBezTo>
                    <a:pt x="3232" y="69"/>
                    <a:pt x="3063" y="134"/>
                    <a:pt x="2913" y="219"/>
                  </a:cubicBezTo>
                  <a:cubicBezTo>
                    <a:pt x="2861" y="255"/>
                    <a:pt x="2812" y="271"/>
                    <a:pt x="2760" y="304"/>
                  </a:cubicBezTo>
                  <a:cubicBezTo>
                    <a:pt x="2558" y="405"/>
                    <a:pt x="2340" y="489"/>
                    <a:pt x="2138" y="590"/>
                  </a:cubicBezTo>
                  <a:cubicBezTo>
                    <a:pt x="1936" y="691"/>
                    <a:pt x="1718" y="792"/>
                    <a:pt x="1516" y="893"/>
                  </a:cubicBezTo>
                  <a:cubicBezTo>
                    <a:pt x="1095" y="1095"/>
                    <a:pt x="675" y="1297"/>
                    <a:pt x="271" y="1499"/>
                  </a:cubicBezTo>
                  <a:lnTo>
                    <a:pt x="33" y="1617"/>
                  </a:lnTo>
                  <a:cubicBezTo>
                    <a:pt x="33" y="1617"/>
                    <a:pt x="17" y="1617"/>
                    <a:pt x="17" y="1633"/>
                  </a:cubicBezTo>
                  <a:lnTo>
                    <a:pt x="1" y="1649"/>
                  </a:lnTo>
                  <a:cubicBezTo>
                    <a:pt x="17" y="1786"/>
                    <a:pt x="17" y="1919"/>
                    <a:pt x="17" y="2053"/>
                  </a:cubicBezTo>
                  <a:cubicBezTo>
                    <a:pt x="17" y="2206"/>
                    <a:pt x="17" y="2340"/>
                    <a:pt x="33" y="2493"/>
                  </a:cubicBezTo>
                  <a:lnTo>
                    <a:pt x="69" y="2493"/>
                  </a:lnTo>
                  <a:cubicBezTo>
                    <a:pt x="33" y="2340"/>
                    <a:pt x="53" y="2206"/>
                    <a:pt x="53" y="2053"/>
                  </a:cubicBezTo>
                  <a:cubicBezTo>
                    <a:pt x="53" y="1919"/>
                    <a:pt x="53" y="1786"/>
                    <a:pt x="33" y="1649"/>
                  </a:cubicBezTo>
                  <a:lnTo>
                    <a:pt x="53" y="1633"/>
                  </a:lnTo>
                  <a:lnTo>
                    <a:pt x="287" y="1516"/>
                  </a:lnTo>
                  <a:cubicBezTo>
                    <a:pt x="691" y="1330"/>
                    <a:pt x="1112" y="1112"/>
                    <a:pt x="1532" y="926"/>
                  </a:cubicBezTo>
                  <a:cubicBezTo>
                    <a:pt x="1734" y="825"/>
                    <a:pt x="1936" y="724"/>
                    <a:pt x="2154" y="623"/>
                  </a:cubicBezTo>
                  <a:lnTo>
                    <a:pt x="2760" y="320"/>
                  </a:lnTo>
                  <a:cubicBezTo>
                    <a:pt x="2828" y="304"/>
                    <a:pt x="2881" y="271"/>
                    <a:pt x="2929" y="235"/>
                  </a:cubicBezTo>
                  <a:cubicBezTo>
                    <a:pt x="3083" y="170"/>
                    <a:pt x="3232" y="85"/>
                    <a:pt x="3402" y="33"/>
                  </a:cubicBezTo>
                  <a:cubicBezTo>
                    <a:pt x="3402" y="17"/>
                    <a:pt x="3418" y="17"/>
                    <a:pt x="3418"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1"/>
            <p:cNvSpPr/>
            <p:nvPr/>
          </p:nvSpPr>
          <p:spPr>
            <a:xfrm>
              <a:off x="1923059" y="2418659"/>
              <a:ext cx="147398" cy="322707"/>
            </a:xfrm>
            <a:custGeom>
              <a:rect b="b" l="l" r="r" t="t"/>
              <a:pathLst>
                <a:path extrusionOk="0" h="3249" w="1484">
                  <a:moveTo>
                    <a:pt x="53" y="1"/>
                  </a:moveTo>
                  <a:lnTo>
                    <a:pt x="33" y="17"/>
                  </a:lnTo>
                  <a:cubicBezTo>
                    <a:pt x="1" y="154"/>
                    <a:pt x="33" y="255"/>
                    <a:pt x="134" y="405"/>
                  </a:cubicBezTo>
                  <a:cubicBezTo>
                    <a:pt x="271" y="590"/>
                    <a:pt x="389" y="792"/>
                    <a:pt x="522" y="994"/>
                  </a:cubicBezTo>
                  <a:cubicBezTo>
                    <a:pt x="574" y="1063"/>
                    <a:pt x="623" y="1148"/>
                    <a:pt x="675" y="1229"/>
                  </a:cubicBezTo>
                  <a:cubicBezTo>
                    <a:pt x="724" y="1297"/>
                    <a:pt x="776" y="1382"/>
                    <a:pt x="809" y="1451"/>
                  </a:cubicBezTo>
                  <a:cubicBezTo>
                    <a:pt x="942" y="1653"/>
                    <a:pt x="1079" y="1871"/>
                    <a:pt x="1213" y="2073"/>
                  </a:cubicBezTo>
                  <a:cubicBezTo>
                    <a:pt x="1245" y="2121"/>
                    <a:pt x="1265" y="2174"/>
                    <a:pt x="1265" y="2239"/>
                  </a:cubicBezTo>
                  <a:lnTo>
                    <a:pt x="1265" y="2441"/>
                  </a:lnTo>
                  <a:cubicBezTo>
                    <a:pt x="1265" y="2562"/>
                    <a:pt x="1265" y="2679"/>
                    <a:pt x="1245" y="2796"/>
                  </a:cubicBezTo>
                  <a:cubicBezTo>
                    <a:pt x="1229" y="2844"/>
                    <a:pt x="1245" y="2913"/>
                    <a:pt x="1330" y="2982"/>
                  </a:cubicBezTo>
                  <a:cubicBezTo>
                    <a:pt x="1399" y="3046"/>
                    <a:pt x="1431" y="3131"/>
                    <a:pt x="1447" y="3232"/>
                  </a:cubicBezTo>
                  <a:cubicBezTo>
                    <a:pt x="1447" y="3248"/>
                    <a:pt x="1467" y="3248"/>
                    <a:pt x="1467" y="3248"/>
                  </a:cubicBezTo>
                  <a:cubicBezTo>
                    <a:pt x="1483" y="3248"/>
                    <a:pt x="1483" y="3248"/>
                    <a:pt x="1483" y="3232"/>
                  </a:cubicBezTo>
                  <a:cubicBezTo>
                    <a:pt x="1467" y="3131"/>
                    <a:pt x="1415" y="3046"/>
                    <a:pt x="1346" y="2966"/>
                  </a:cubicBezTo>
                  <a:cubicBezTo>
                    <a:pt x="1298" y="2929"/>
                    <a:pt x="1245" y="2865"/>
                    <a:pt x="1265" y="2796"/>
                  </a:cubicBezTo>
                  <a:cubicBezTo>
                    <a:pt x="1298" y="2679"/>
                    <a:pt x="1298" y="2562"/>
                    <a:pt x="1298" y="2441"/>
                  </a:cubicBezTo>
                  <a:cubicBezTo>
                    <a:pt x="1281" y="2376"/>
                    <a:pt x="1281" y="2307"/>
                    <a:pt x="1298" y="2239"/>
                  </a:cubicBezTo>
                  <a:cubicBezTo>
                    <a:pt x="1298" y="2174"/>
                    <a:pt x="1281" y="2105"/>
                    <a:pt x="1229" y="2057"/>
                  </a:cubicBezTo>
                  <a:cubicBezTo>
                    <a:pt x="1096" y="1855"/>
                    <a:pt x="962" y="1633"/>
                    <a:pt x="841" y="1431"/>
                  </a:cubicBezTo>
                  <a:cubicBezTo>
                    <a:pt x="793" y="1366"/>
                    <a:pt x="740" y="1297"/>
                    <a:pt x="692" y="1212"/>
                  </a:cubicBezTo>
                  <a:cubicBezTo>
                    <a:pt x="639" y="1128"/>
                    <a:pt x="591" y="1063"/>
                    <a:pt x="538" y="978"/>
                  </a:cubicBezTo>
                  <a:cubicBezTo>
                    <a:pt x="421" y="776"/>
                    <a:pt x="288" y="574"/>
                    <a:pt x="154" y="388"/>
                  </a:cubicBezTo>
                  <a:cubicBezTo>
                    <a:pt x="53" y="255"/>
                    <a:pt x="33" y="154"/>
                    <a:pt x="69" y="17"/>
                  </a:cubicBezTo>
                  <a:cubicBezTo>
                    <a:pt x="69" y="17"/>
                    <a:pt x="53" y="17"/>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1"/>
            <p:cNvSpPr/>
            <p:nvPr/>
          </p:nvSpPr>
          <p:spPr>
            <a:xfrm>
              <a:off x="2080390" y="3065861"/>
              <a:ext cx="105185" cy="162198"/>
            </a:xfrm>
            <a:custGeom>
              <a:rect b="b" l="l" r="r" t="t"/>
              <a:pathLst>
                <a:path extrusionOk="0" h="1633" w="1059">
                  <a:moveTo>
                    <a:pt x="17" y="1"/>
                  </a:moveTo>
                  <a:lnTo>
                    <a:pt x="0" y="17"/>
                  </a:lnTo>
                  <a:cubicBezTo>
                    <a:pt x="33" y="166"/>
                    <a:pt x="134" y="287"/>
                    <a:pt x="218" y="388"/>
                  </a:cubicBezTo>
                  <a:cubicBezTo>
                    <a:pt x="267" y="437"/>
                    <a:pt x="319" y="506"/>
                    <a:pt x="368" y="554"/>
                  </a:cubicBezTo>
                  <a:cubicBezTo>
                    <a:pt x="437" y="691"/>
                    <a:pt x="538" y="825"/>
                    <a:pt x="639" y="942"/>
                  </a:cubicBezTo>
                  <a:cubicBezTo>
                    <a:pt x="707" y="1027"/>
                    <a:pt x="772" y="1128"/>
                    <a:pt x="841" y="1229"/>
                  </a:cubicBezTo>
                  <a:cubicBezTo>
                    <a:pt x="857" y="1261"/>
                    <a:pt x="893" y="1277"/>
                    <a:pt x="909" y="1313"/>
                  </a:cubicBezTo>
                  <a:cubicBezTo>
                    <a:pt x="958" y="1346"/>
                    <a:pt x="994" y="1378"/>
                    <a:pt x="1010" y="1447"/>
                  </a:cubicBezTo>
                  <a:cubicBezTo>
                    <a:pt x="1026" y="1499"/>
                    <a:pt x="1026" y="1548"/>
                    <a:pt x="1010" y="1600"/>
                  </a:cubicBezTo>
                  <a:lnTo>
                    <a:pt x="1010" y="1633"/>
                  </a:lnTo>
                  <a:lnTo>
                    <a:pt x="1026" y="1633"/>
                  </a:lnTo>
                  <a:lnTo>
                    <a:pt x="1026" y="1616"/>
                  </a:lnTo>
                  <a:cubicBezTo>
                    <a:pt x="1059" y="1548"/>
                    <a:pt x="1059" y="1499"/>
                    <a:pt x="1043" y="1431"/>
                  </a:cubicBezTo>
                  <a:cubicBezTo>
                    <a:pt x="1010" y="1362"/>
                    <a:pt x="974" y="1330"/>
                    <a:pt x="925" y="1297"/>
                  </a:cubicBezTo>
                  <a:cubicBezTo>
                    <a:pt x="909" y="1261"/>
                    <a:pt x="893" y="1245"/>
                    <a:pt x="857" y="1212"/>
                  </a:cubicBezTo>
                  <a:cubicBezTo>
                    <a:pt x="792" y="1111"/>
                    <a:pt x="723" y="1027"/>
                    <a:pt x="655" y="926"/>
                  </a:cubicBezTo>
                  <a:cubicBezTo>
                    <a:pt x="554" y="808"/>
                    <a:pt x="469" y="671"/>
                    <a:pt x="388" y="554"/>
                  </a:cubicBezTo>
                  <a:cubicBezTo>
                    <a:pt x="336" y="489"/>
                    <a:pt x="287" y="421"/>
                    <a:pt x="251" y="368"/>
                  </a:cubicBezTo>
                  <a:cubicBezTo>
                    <a:pt x="150" y="267"/>
                    <a:pt x="65" y="166"/>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1"/>
            <p:cNvSpPr/>
            <p:nvPr/>
          </p:nvSpPr>
          <p:spPr>
            <a:xfrm>
              <a:off x="1923059" y="2724779"/>
              <a:ext cx="128924" cy="252484"/>
            </a:xfrm>
            <a:custGeom>
              <a:rect b="b" l="l" r="r" t="t"/>
              <a:pathLst>
                <a:path extrusionOk="0" h="2542" w="1298">
                  <a:moveTo>
                    <a:pt x="53" y="1"/>
                  </a:moveTo>
                  <a:cubicBezTo>
                    <a:pt x="1" y="118"/>
                    <a:pt x="17" y="219"/>
                    <a:pt x="118" y="336"/>
                  </a:cubicBezTo>
                  <a:cubicBezTo>
                    <a:pt x="235" y="469"/>
                    <a:pt x="320" y="623"/>
                    <a:pt x="421" y="756"/>
                  </a:cubicBezTo>
                  <a:cubicBezTo>
                    <a:pt x="437" y="793"/>
                    <a:pt x="473" y="809"/>
                    <a:pt x="490" y="841"/>
                  </a:cubicBezTo>
                  <a:cubicBezTo>
                    <a:pt x="574" y="958"/>
                    <a:pt x="659" y="1096"/>
                    <a:pt x="740" y="1213"/>
                  </a:cubicBezTo>
                  <a:cubicBezTo>
                    <a:pt x="894" y="1431"/>
                    <a:pt x="1063" y="1665"/>
                    <a:pt x="1213" y="1883"/>
                  </a:cubicBezTo>
                  <a:cubicBezTo>
                    <a:pt x="1265" y="1952"/>
                    <a:pt x="1265" y="1984"/>
                    <a:pt x="1265" y="2053"/>
                  </a:cubicBezTo>
                  <a:lnTo>
                    <a:pt x="1265" y="2255"/>
                  </a:lnTo>
                  <a:lnTo>
                    <a:pt x="1265" y="2388"/>
                  </a:lnTo>
                  <a:lnTo>
                    <a:pt x="1265" y="2425"/>
                  </a:lnTo>
                  <a:cubicBezTo>
                    <a:pt x="1265" y="2457"/>
                    <a:pt x="1265" y="2489"/>
                    <a:pt x="1229" y="2526"/>
                  </a:cubicBezTo>
                  <a:lnTo>
                    <a:pt x="1229" y="2542"/>
                  </a:lnTo>
                  <a:lnTo>
                    <a:pt x="1245" y="2542"/>
                  </a:lnTo>
                  <a:cubicBezTo>
                    <a:pt x="1298" y="2509"/>
                    <a:pt x="1298" y="2457"/>
                    <a:pt x="1298" y="2425"/>
                  </a:cubicBezTo>
                  <a:lnTo>
                    <a:pt x="1298" y="2388"/>
                  </a:lnTo>
                  <a:lnTo>
                    <a:pt x="1298" y="2255"/>
                  </a:lnTo>
                  <a:lnTo>
                    <a:pt x="1298" y="2053"/>
                  </a:lnTo>
                  <a:cubicBezTo>
                    <a:pt x="1298" y="1984"/>
                    <a:pt x="1281" y="1936"/>
                    <a:pt x="1245" y="1867"/>
                  </a:cubicBezTo>
                  <a:cubicBezTo>
                    <a:pt x="1079" y="1649"/>
                    <a:pt x="926" y="1431"/>
                    <a:pt x="760" y="1197"/>
                  </a:cubicBezTo>
                  <a:cubicBezTo>
                    <a:pt x="675" y="1075"/>
                    <a:pt x="591" y="942"/>
                    <a:pt x="506" y="825"/>
                  </a:cubicBezTo>
                  <a:cubicBezTo>
                    <a:pt x="490" y="793"/>
                    <a:pt x="473" y="772"/>
                    <a:pt x="457" y="740"/>
                  </a:cubicBezTo>
                  <a:cubicBezTo>
                    <a:pt x="356" y="607"/>
                    <a:pt x="255" y="453"/>
                    <a:pt x="134" y="320"/>
                  </a:cubicBezTo>
                  <a:cubicBezTo>
                    <a:pt x="53" y="219"/>
                    <a:pt x="17" y="118"/>
                    <a:pt x="69" y="17"/>
                  </a:cubicBezTo>
                  <a:cubicBezTo>
                    <a:pt x="86" y="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1"/>
            <p:cNvSpPr/>
            <p:nvPr/>
          </p:nvSpPr>
          <p:spPr>
            <a:xfrm>
              <a:off x="669181" y="2440312"/>
              <a:ext cx="152166" cy="187526"/>
            </a:xfrm>
            <a:custGeom>
              <a:rect b="b" l="l" r="r" t="t"/>
              <a:pathLst>
                <a:path extrusionOk="0" h="1888" w="1532">
                  <a:moveTo>
                    <a:pt x="1516" y="1"/>
                  </a:moveTo>
                  <a:cubicBezTo>
                    <a:pt x="1516" y="1"/>
                    <a:pt x="1500" y="1"/>
                    <a:pt x="1500" y="21"/>
                  </a:cubicBezTo>
                  <a:cubicBezTo>
                    <a:pt x="1483" y="53"/>
                    <a:pt x="1467" y="86"/>
                    <a:pt x="1431" y="102"/>
                  </a:cubicBezTo>
                  <a:cubicBezTo>
                    <a:pt x="1164" y="203"/>
                    <a:pt x="910" y="324"/>
                    <a:pt x="659" y="441"/>
                  </a:cubicBezTo>
                  <a:cubicBezTo>
                    <a:pt x="490" y="526"/>
                    <a:pt x="304" y="627"/>
                    <a:pt x="134" y="691"/>
                  </a:cubicBezTo>
                  <a:cubicBezTo>
                    <a:pt x="53" y="728"/>
                    <a:pt x="17" y="792"/>
                    <a:pt x="17" y="877"/>
                  </a:cubicBezTo>
                  <a:lnTo>
                    <a:pt x="17" y="1435"/>
                  </a:lnTo>
                  <a:cubicBezTo>
                    <a:pt x="1" y="1568"/>
                    <a:pt x="1" y="1685"/>
                    <a:pt x="1" y="1802"/>
                  </a:cubicBezTo>
                  <a:cubicBezTo>
                    <a:pt x="1" y="1819"/>
                    <a:pt x="17" y="1839"/>
                    <a:pt x="17" y="1855"/>
                  </a:cubicBezTo>
                  <a:cubicBezTo>
                    <a:pt x="17" y="1871"/>
                    <a:pt x="17" y="1871"/>
                    <a:pt x="33" y="1871"/>
                  </a:cubicBezTo>
                  <a:lnTo>
                    <a:pt x="33" y="1887"/>
                  </a:lnTo>
                  <a:lnTo>
                    <a:pt x="53" y="1887"/>
                  </a:lnTo>
                  <a:lnTo>
                    <a:pt x="53" y="1871"/>
                  </a:lnTo>
                  <a:cubicBezTo>
                    <a:pt x="53" y="1855"/>
                    <a:pt x="53" y="1855"/>
                    <a:pt x="33" y="1839"/>
                  </a:cubicBezTo>
                  <a:lnTo>
                    <a:pt x="33" y="1802"/>
                  </a:lnTo>
                  <a:lnTo>
                    <a:pt x="33" y="1451"/>
                  </a:lnTo>
                  <a:cubicBezTo>
                    <a:pt x="53" y="1249"/>
                    <a:pt x="53" y="1063"/>
                    <a:pt x="53" y="877"/>
                  </a:cubicBezTo>
                  <a:cubicBezTo>
                    <a:pt x="53" y="792"/>
                    <a:pt x="70" y="744"/>
                    <a:pt x="134" y="728"/>
                  </a:cubicBezTo>
                  <a:cubicBezTo>
                    <a:pt x="320" y="643"/>
                    <a:pt x="506" y="558"/>
                    <a:pt x="675" y="473"/>
                  </a:cubicBezTo>
                  <a:cubicBezTo>
                    <a:pt x="926" y="356"/>
                    <a:pt x="1180" y="223"/>
                    <a:pt x="1431" y="122"/>
                  </a:cubicBezTo>
                  <a:cubicBezTo>
                    <a:pt x="1500" y="102"/>
                    <a:pt x="1516" y="69"/>
                    <a:pt x="1532" y="21"/>
                  </a:cubicBezTo>
                  <a:cubicBezTo>
                    <a:pt x="1532" y="21"/>
                    <a:pt x="1532" y="1"/>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1"/>
            <p:cNvSpPr/>
            <p:nvPr/>
          </p:nvSpPr>
          <p:spPr>
            <a:xfrm>
              <a:off x="687655" y="3124463"/>
              <a:ext cx="128924" cy="140545"/>
            </a:xfrm>
            <a:custGeom>
              <a:rect b="b" l="l" r="r" t="t"/>
              <a:pathLst>
                <a:path extrusionOk="0" h="1415" w="1298">
                  <a:moveTo>
                    <a:pt x="1281" y="0"/>
                  </a:moveTo>
                  <a:lnTo>
                    <a:pt x="1027" y="101"/>
                  </a:lnTo>
                  <a:cubicBezTo>
                    <a:pt x="708" y="218"/>
                    <a:pt x="388" y="336"/>
                    <a:pt x="85" y="453"/>
                  </a:cubicBezTo>
                  <a:cubicBezTo>
                    <a:pt x="33" y="469"/>
                    <a:pt x="1" y="485"/>
                    <a:pt x="1" y="538"/>
                  </a:cubicBezTo>
                  <a:lnTo>
                    <a:pt x="1" y="857"/>
                  </a:lnTo>
                  <a:cubicBezTo>
                    <a:pt x="1" y="1043"/>
                    <a:pt x="1" y="1228"/>
                    <a:pt x="17" y="1394"/>
                  </a:cubicBezTo>
                  <a:cubicBezTo>
                    <a:pt x="17" y="1414"/>
                    <a:pt x="17" y="1414"/>
                    <a:pt x="33" y="1414"/>
                  </a:cubicBezTo>
                  <a:cubicBezTo>
                    <a:pt x="33" y="1414"/>
                    <a:pt x="49" y="1414"/>
                    <a:pt x="49" y="1394"/>
                  </a:cubicBezTo>
                  <a:cubicBezTo>
                    <a:pt x="17" y="1212"/>
                    <a:pt x="33" y="1043"/>
                    <a:pt x="33" y="857"/>
                  </a:cubicBezTo>
                  <a:lnTo>
                    <a:pt x="33" y="538"/>
                  </a:lnTo>
                  <a:cubicBezTo>
                    <a:pt x="33" y="505"/>
                    <a:pt x="49" y="485"/>
                    <a:pt x="85" y="485"/>
                  </a:cubicBezTo>
                  <a:cubicBezTo>
                    <a:pt x="405" y="368"/>
                    <a:pt x="724" y="235"/>
                    <a:pt x="1027" y="117"/>
                  </a:cubicBezTo>
                  <a:lnTo>
                    <a:pt x="1297" y="17"/>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1"/>
            <p:cNvSpPr/>
            <p:nvPr/>
          </p:nvSpPr>
          <p:spPr>
            <a:xfrm>
              <a:off x="669181" y="2288543"/>
              <a:ext cx="150577" cy="177196"/>
            </a:xfrm>
            <a:custGeom>
              <a:rect b="b" l="l" r="r" t="t"/>
              <a:pathLst>
                <a:path extrusionOk="0" h="1784" w="1516">
                  <a:moveTo>
                    <a:pt x="1426" y="1"/>
                  </a:moveTo>
                  <a:cubicBezTo>
                    <a:pt x="1400" y="1"/>
                    <a:pt x="1354" y="28"/>
                    <a:pt x="1281" y="66"/>
                  </a:cubicBezTo>
                  <a:cubicBezTo>
                    <a:pt x="926" y="236"/>
                    <a:pt x="558" y="418"/>
                    <a:pt x="134" y="620"/>
                  </a:cubicBezTo>
                  <a:cubicBezTo>
                    <a:pt x="53" y="656"/>
                    <a:pt x="17" y="705"/>
                    <a:pt x="17" y="789"/>
                  </a:cubicBezTo>
                  <a:cubicBezTo>
                    <a:pt x="33" y="943"/>
                    <a:pt x="33" y="1076"/>
                    <a:pt x="33" y="1226"/>
                  </a:cubicBezTo>
                  <a:lnTo>
                    <a:pt x="33" y="1682"/>
                  </a:lnTo>
                  <a:cubicBezTo>
                    <a:pt x="33" y="1698"/>
                    <a:pt x="17" y="1715"/>
                    <a:pt x="17" y="1731"/>
                  </a:cubicBezTo>
                  <a:cubicBezTo>
                    <a:pt x="1" y="1731"/>
                    <a:pt x="1" y="1751"/>
                    <a:pt x="1" y="1767"/>
                  </a:cubicBezTo>
                  <a:cubicBezTo>
                    <a:pt x="1" y="1767"/>
                    <a:pt x="1" y="1783"/>
                    <a:pt x="17" y="1783"/>
                  </a:cubicBezTo>
                  <a:cubicBezTo>
                    <a:pt x="17" y="1783"/>
                    <a:pt x="17" y="1767"/>
                    <a:pt x="33" y="1767"/>
                  </a:cubicBezTo>
                  <a:lnTo>
                    <a:pt x="33" y="1731"/>
                  </a:lnTo>
                  <a:cubicBezTo>
                    <a:pt x="53" y="1731"/>
                    <a:pt x="53" y="1715"/>
                    <a:pt x="53" y="1682"/>
                  </a:cubicBezTo>
                  <a:lnTo>
                    <a:pt x="53" y="1226"/>
                  </a:lnTo>
                  <a:lnTo>
                    <a:pt x="53" y="789"/>
                  </a:lnTo>
                  <a:cubicBezTo>
                    <a:pt x="53" y="705"/>
                    <a:pt x="70" y="672"/>
                    <a:pt x="134" y="640"/>
                  </a:cubicBezTo>
                  <a:cubicBezTo>
                    <a:pt x="558" y="438"/>
                    <a:pt x="942" y="252"/>
                    <a:pt x="1281" y="82"/>
                  </a:cubicBezTo>
                  <a:lnTo>
                    <a:pt x="1298" y="82"/>
                  </a:lnTo>
                  <a:cubicBezTo>
                    <a:pt x="1365" y="57"/>
                    <a:pt x="1410" y="28"/>
                    <a:pt x="1433" y="28"/>
                  </a:cubicBezTo>
                  <a:cubicBezTo>
                    <a:pt x="1439" y="28"/>
                    <a:pt x="1444" y="30"/>
                    <a:pt x="1447" y="34"/>
                  </a:cubicBezTo>
                  <a:cubicBezTo>
                    <a:pt x="1467" y="34"/>
                    <a:pt x="1467" y="99"/>
                    <a:pt x="1467" y="183"/>
                  </a:cubicBezTo>
                  <a:lnTo>
                    <a:pt x="1467" y="200"/>
                  </a:lnTo>
                  <a:lnTo>
                    <a:pt x="1467" y="216"/>
                  </a:lnTo>
                  <a:cubicBezTo>
                    <a:pt x="1500" y="369"/>
                    <a:pt x="1500" y="519"/>
                    <a:pt x="1483" y="672"/>
                  </a:cubicBezTo>
                  <a:lnTo>
                    <a:pt x="1483" y="959"/>
                  </a:lnTo>
                  <a:cubicBezTo>
                    <a:pt x="1483" y="1008"/>
                    <a:pt x="1467" y="1024"/>
                    <a:pt x="1431" y="1060"/>
                  </a:cubicBezTo>
                  <a:cubicBezTo>
                    <a:pt x="1366" y="1109"/>
                    <a:pt x="1314" y="1125"/>
                    <a:pt x="1245" y="1161"/>
                  </a:cubicBezTo>
                  <a:cubicBezTo>
                    <a:pt x="1213" y="1177"/>
                    <a:pt x="1180" y="1177"/>
                    <a:pt x="1164" y="1193"/>
                  </a:cubicBezTo>
                  <a:cubicBezTo>
                    <a:pt x="894" y="1327"/>
                    <a:pt x="623" y="1448"/>
                    <a:pt x="356" y="1565"/>
                  </a:cubicBezTo>
                  <a:cubicBezTo>
                    <a:pt x="255" y="1614"/>
                    <a:pt x="154" y="1666"/>
                    <a:pt x="70" y="1715"/>
                  </a:cubicBezTo>
                  <a:cubicBezTo>
                    <a:pt x="53" y="1715"/>
                    <a:pt x="53" y="1715"/>
                    <a:pt x="53" y="1731"/>
                  </a:cubicBezTo>
                  <a:lnTo>
                    <a:pt x="70" y="1731"/>
                  </a:lnTo>
                  <a:cubicBezTo>
                    <a:pt x="170" y="1682"/>
                    <a:pt x="271" y="1650"/>
                    <a:pt x="372" y="1597"/>
                  </a:cubicBezTo>
                  <a:cubicBezTo>
                    <a:pt x="623" y="1480"/>
                    <a:pt x="910" y="1347"/>
                    <a:pt x="1164" y="1226"/>
                  </a:cubicBezTo>
                  <a:cubicBezTo>
                    <a:pt x="1197" y="1210"/>
                    <a:pt x="1229" y="1193"/>
                    <a:pt x="1265" y="1177"/>
                  </a:cubicBezTo>
                  <a:cubicBezTo>
                    <a:pt x="1314" y="1161"/>
                    <a:pt x="1382" y="1125"/>
                    <a:pt x="1447" y="1092"/>
                  </a:cubicBezTo>
                  <a:cubicBezTo>
                    <a:pt x="1500" y="1044"/>
                    <a:pt x="1516" y="1008"/>
                    <a:pt x="1516" y="959"/>
                  </a:cubicBezTo>
                  <a:cubicBezTo>
                    <a:pt x="1500" y="858"/>
                    <a:pt x="1516" y="773"/>
                    <a:pt x="1516" y="672"/>
                  </a:cubicBezTo>
                  <a:cubicBezTo>
                    <a:pt x="1516" y="519"/>
                    <a:pt x="1516" y="369"/>
                    <a:pt x="1483" y="200"/>
                  </a:cubicBezTo>
                  <a:lnTo>
                    <a:pt x="1483" y="183"/>
                  </a:lnTo>
                  <a:cubicBezTo>
                    <a:pt x="1483" y="82"/>
                    <a:pt x="1483" y="34"/>
                    <a:pt x="1447" y="14"/>
                  </a:cubicBezTo>
                  <a:cubicBezTo>
                    <a:pt x="1443" y="5"/>
                    <a:pt x="1436" y="1"/>
                    <a:pt x="1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1"/>
            <p:cNvSpPr/>
            <p:nvPr/>
          </p:nvSpPr>
          <p:spPr>
            <a:xfrm>
              <a:off x="515525" y="3323609"/>
              <a:ext cx="125348" cy="149981"/>
            </a:xfrm>
            <a:custGeom>
              <a:rect b="b" l="l" r="r" t="t"/>
              <a:pathLst>
                <a:path extrusionOk="0" h="1510" w="1262">
                  <a:moveTo>
                    <a:pt x="1247" y="0"/>
                  </a:moveTo>
                  <a:cubicBezTo>
                    <a:pt x="1245" y="0"/>
                    <a:pt x="1245" y="5"/>
                    <a:pt x="1245" y="15"/>
                  </a:cubicBezTo>
                  <a:cubicBezTo>
                    <a:pt x="1176" y="96"/>
                    <a:pt x="1196" y="217"/>
                    <a:pt x="1213" y="298"/>
                  </a:cubicBezTo>
                  <a:cubicBezTo>
                    <a:pt x="1229" y="435"/>
                    <a:pt x="1229" y="569"/>
                    <a:pt x="1213" y="702"/>
                  </a:cubicBezTo>
                  <a:cubicBezTo>
                    <a:pt x="1213" y="803"/>
                    <a:pt x="1213" y="904"/>
                    <a:pt x="1229" y="1025"/>
                  </a:cubicBezTo>
                  <a:cubicBezTo>
                    <a:pt x="1229" y="1074"/>
                    <a:pt x="1213" y="1106"/>
                    <a:pt x="1144" y="1126"/>
                  </a:cubicBezTo>
                  <a:cubicBezTo>
                    <a:pt x="772" y="1227"/>
                    <a:pt x="405" y="1360"/>
                    <a:pt x="102" y="1478"/>
                  </a:cubicBezTo>
                  <a:lnTo>
                    <a:pt x="17" y="1478"/>
                  </a:lnTo>
                  <a:cubicBezTo>
                    <a:pt x="17" y="1478"/>
                    <a:pt x="1" y="1478"/>
                    <a:pt x="1" y="1494"/>
                  </a:cubicBezTo>
                  <a:lnTo>
                    <a:pt x="17" y="1494"/>
                  </a:lnTo>
                  <a:cubicBezTo>
                    <a:pt x="33" y="1494"/>
                    <a:pt x="33" y="1510"/>
                    <a:pt x="49" y="1510"/>
                  </a:cubicBezTo>
                  <a:lnTo>
                    <a:pt x="65" y="1510"/>
                  </a:lnTo>
                  <a:cubicBezTo>
                    <a:pt x="85" y="1510"/>
                    <a:pt x="102" y="1510"/>
                    <a:pt x="102" y="1494"/>
                  </a:cubicBezTo>
                  <a:cubicBezTo>
                    <a:pt x="421" y="1393"/>
                    <a:pt x="772" y="1259"/>
                    <a:pt x="1160" y="1158"/>
                  </a:cubicBezTo>
                  <a:cubicBezTo>
                    <a:pt x="1229" y="1126"/>
                    <a:pt x="1261" y="1090"/>
                    <a:pt x="1245" y="1025"/>
                  </a:cubicBezTo>
                  <a:lnTo>
                    <a:pt x="1245" y="702"/>
                  </a:lnTo>
                  <a:cubicBezTo>
                    <a:pt x="1245" y="569"/>
                    <a:pt x="1245" y="435"/>
                    <a:pt x="1229" y="298"/>
                  </a:cubicBezTo>
                  <a:lnTo>
                    <a:pt x="1229" y="282"/>
                  </a:lnTo>
                  <a:cubicBezTo>
                    <a:pt x="1229" y="217"/>
                    <a:pt x="1213" y="116"/>
                    <a:pt x="1261" y="31"/>
                  </a:cubicBezTo>
                  <a:lnTo>
                    <a:pt x="1261" y="15"/>
                  </a:lnTo>
                  <a:cubicBezTo>
                    <a:pt x="1253" y="5"/>
                    <a:pt x="1249"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1"/>
            <p:cNvSpPr/>
            <p:nvPr/>
          </p:nvSpPr>
          <p:spPr>
            <a:xfrm>
              <a:off x="497050" y="2693094"/>
              <a:ext cx="147398" cy="88399"/>
            </a:xfrm>
            <a:custGeom>
              <a:rect b="b" l="l" r="r" t="t"/>
              <a:pathLst>
                <a:path extrusionOk="0" h="890" w="1484">
                  <a:moveTo>
                    <a:pt x="1447" y="1"/>
                  </a:moveTo>
                  <a:cubicBezTo>
                    <a:pt x="1431" y="1"/>
                    <a:pt x="1431" y="1"/>
                    <a:pt x="1431" y="17"/>
                  </a:cubicBezTo>
                  <a:cubicBezTo>
                    <a:pt x="1415" y="17"/>
                    <a:pt x="1415" y="33"/>
                    <a:pt x="1415" y="33"/>
                  </a:cubicBezTo>
                  <a:cubicBezTo>
                    <a:pt x="1399" y="49"/>
                    <a:pt x="1399" y="65"/>
                    <a:pt x="1399" y="102"/>
                  </a:cubicBezTo>
                  <a:cubicBezTo>
                    <a:pt x="1447" y="219"/>
                    <a:pt x="1382" y="267"/>
                    <a:pt x="1261" y="320"/>
                  </a:cubicBezTo>
                  <a:cubicBezTo>
                    <a:pt x="958" y="453"/>
                    <a:pt x="639" y="586"/>
                    <a:pt x="352" y="724"/>
                  </a:cubicBezTo>
                  <a:cubicBezTo>
                    <a:pt x="235" y="772"/>
                    <a:pt x="118" y="825"/>
                    <a:pt x="17" y="873"/>
                  </a:cubicBezTo>
                  <a:cubicBezTo>
                    <a:pt x="1" y="873"/>
                    <a:pt x="1" y="873"/>
                    <a:pt x="1" y="889"/>
                  </a:cubicBezTo>
                  <a:lnTo>
                    <a:pt x="17" y="889"/>
                  </a:lnTo>
                  <a:lnTo>
                    <a:pt x="372" y="740"/>
                  </a:lnTo>
                  <a:cubicBezTo>
                    <a:pt x="655" y="607"/>
                    <a:pt x="958" y="469"/>
                    <a:pt x="1261" y="336"/>
                  </a:cubicBezTo>
                  <a:cubicBezTo>
                    <a:pt x="1362" y="283"/>
                    <a:pt x="1483" y="251"/>
                    <a:pt x="1431" y="81"/>
                  </a:cubicBezTo>
                  <a:cubicBezTo>
                    <a:pt x="1415" y="81"/>
                    <a:pt x="1431" y="65"/>
                    <a:pt x="1431" y="49"/>
                  </a:cubicBezTo>
                  <a:cubicBezTo>
                    <a:pt x="1447" y="33"/>
                    <a:pt x="1447" y="33"/>
                    <a:pt x="1447" y="17"/>
                  </a:cubicBezTo>
                  <a:lnTo>
                    <a:pt x="14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1"/>
            <p:cNvSpPr/>
            <p:nvPr/>
          </p:nvSpPr>
          <p:spPr>
            <a:xfrm>
              <a:off x="1735732" y="2801458"/>
              <a:ext cx="147299" cy="237585"/>
            </a:xfrm>
            <a:custGeom>
              <a:rect b="b" l="l" r="r" t="t"/>
              <a:pathLst>
                <a:path extrusionOk="0" h="2392" w="1483">
                  <a:moveTo>
                    <a:pt x="85" y="0"/>
                  </a:moveTo>
                  <a:cubicBezTo>
                    <a:pt x="69" y="21"/>
                    <a:pt x="37" y="37"/>
                    <a:pt x="37" y="85"/>
                  </a:cubicBezTo>
                  <a:cubicBezTo>
                    <a:pt x="37" y="101"/>
                    <a:pt x="37" y="101"/>
                    <a:pt x="53" y="122"/>
                  </a:cubicBezTo>
                  <a:cubicBezTo>
                    <a:pt x="53" y="138"/>
                    <a:pt x="53" y="170"/>
                    <a:pt x="37" y="186"/>
                  </a:cubicBezTo>
                  <a:cubicBezTo>
                    <a:pt x="0" y="505"/>
                    <a:pt x="85" y="760"/>
                    <a:pt x="303" y="1010"/>
                  </a:cubicBezTo>
                  <a:cubicBezTo>
                    <a:pt x="590" y="1313"/>
                    <a:pt x="845" y="1653"/>
                    <a:pt x="1095" y="1972"/>
                  </a:cubicBezTo>
                  <a:cubicBezTo>
                    <a:pt x="1196" y="2089"/>
                    <a:pt x="1297" y="2222"/>
                    <a:pt x="1398" y="2360"/>
                  </a:cubicBezTo>
                  <a:cubicBezTo>
                    <a:pt x="1414" y="2376"/>
                    <a:pt x="1434" y="2392"/>
                    <a:pt x="1467" y="2392"/>
                  </a:cubicBezTo>
                  <a:lnTo>
                    <a:pt x="1483" y="2392"/>
                  </a:lnTo>
                  <a:lnTo>
                    <a:pt x="1483" y="2376"/>
                  </a:lnTo>
                  <a:lnTo>
                    <a:pt x="1467" y="2376"/>
                  </a:lnTo>
                  <a:cubicBezTo>
                    <a:pt x="1451" y="2376"/>
                    <a:pt x="1434" y="2360"/>
                    <a:pt x="1414" y="2343"/>
                  </a:cubicBezTo>
                  <a:cubicBezTo>
                    <a:pt x="1313" y="2206"/>
                    <a:pt x="1212" y="2073"/>
                    <a:pt x="1111" y="1956"/>
                  </a:cubicBezTo>
                  <a:cubicBezTo>
                    <a:pt x="861" y="1636"/>
                    <a:pt x="606" y="1297"/>
                    <a:pt x="323" y="994"/>
                  </a:cubicBezTo>
                  <a:cubicBezTo>
                    <a:pt x="121" y="744"/>
                    <a:pt x="37" y="505"/>
                    <a:pt x="69" y="186"/>
                  </a:cubicBezTo>
                  <a:lnTo>
                    <a:pt x="69" y="122"/>
                  </a:lnTo>
                  <a:lnTo>
                    <a:pt x="69" y="85"/>
                  </a:lnTo>
                  <a:cubicBezTo>
                    <a:pt x="69" y="53"/>
                    <a:pt x="85" y="37"/>
                    <a:pt x="101" y="21"/>
                  </a:cubicBezTo>
                  <a:lnTo>
                    <a:pt x="1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1"/>
            <p:cNvSpPr/>
            <p:nvPr/>
          </p:nvSpPr>
          <p:spPr>
            <a:xfrm>
              <a:off x="460201" y="2206402"/>
              <a:ext cx="177394" cy="90386"/>
            </a:xfrm>
            <a:custGeom>
              <a:rect b="b" l="l" r="r" t="t"/>
              <a:pathLst>
                <a:path extrusionOk="0" h="910" w="1786">
                  <a:moveTo>
                    <a:pt x="1770" y="1"/>
                  </a:moveTo>
                  <a:cubicBezTo>
                    <a:pt x="1584" y="69"/>
                    <a:pt x="1414" y="154"/>
                    <a:pt x="1248" y="255"/>
                  </a:cubicBezTo>
                  <a:cubicBezTo>
                    <a:pt x="1180" y="287"/>
                    <a:pt x="1111" y="320"/>
                    <a:pt x="1026" y="372"/>
                  </a:cubicBezTo>
                  <a:cubicBezTo>
                    <a:pt x="792" y="489"/>
                    <a:pt x="541" y="607"/>
                    <a:pt x="303" y="740"/>
                  </a:cubicBezTo>
                  <a:lnTo>
                    <a:pt x="0" y="893"/>
                  </a:lnTo>
                  <a:lnTo>
                    <a:pt x="0" y="909"/>
                  </a:lnTo>
                  <a:lnTo>
                    <a:pt x="16" y="909"/>
                  </a:lnTo>
                  <a:lnTo>
                    <a:pt x="319" y="760"/>
                  </a:lnTo>
                  <a:cubicBezTo>
                    <a:pt x="558" y="639"/>
                    <a:pt x="792" y="506"/>
                    <a:pt x="1046" y="388"/>
                  </a:cubicBezTo>
                  <a:cubicBezTo>
                    <a:pt x="1111" y="356"/>
                    <a:pt x="1196" y="304"/>
                    <a:pt x="1265" y="271"/>
                  </a:cubicBezTo>
                  <a:cubicBezTo>
                    <a:pt x="1430" y="186"/>
                    <a:pt x="1600" y="85"/>
                    <a:pt x="1786" y="17"/>
                  </a:cubicBezTo>
                  <a:lnTo>
                    <a:pt x="1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1"/>
            <p:cNvSpPr/>
            <p:nvPr/>
          </p:nvSpPr>
          <p:spPr>
            <a:xfrm>
              <a:off x="1257880" y="1074494"/>
              <a:ext cx="158920" cy="209178"/>
            </a:xfrm>
            <a:custGeom>
              <a:rect b="b" l="l" r="r" t="t"/>
              <a:pathLst>
                <a:path extrusionOk="0" h="2106" w="1600">
                  <a:moveTo>
                    <a:pt x="1580" y="1"/>
                  </a:moveTo>
                  <a:lnTo>
                    <a:pt x="1244" y="203"/>
                  </a:lnTo>
                  <a:cubicBezTo>
                    <a:pt x="957" y="388"/>
                    <a:pt x="671" y="574"/>
                    <a:pt x="368" y="760"/>
                  </a:cubicBezTo>
                  <a:cubicBezTo>
                    <a:pt x="303" y="809"/>
                    <a:pt x="202" y="861"/>
                    <a:pt x="101" y="926"/>
                  </a:cubicBezTo>
                  <a:cubicBezTo>
                    <a:pt x="32" y="962"/>
                    <a:pt x="16" y="1011"/>
                    <a:pt x="16" y="1095"/>
                  </a:cubicBezTo>
                  <a:cubicBezTo>
                    <a:pt x="0" y="1229"/>
                    <a:pt x="0" y="1366"/>
                    <a:pt x="16" y="1499"/>
                  </a:cubicBezTo>
                  <a:cubicBezTo>
                    <a:pt x="16" y="1669"/>
                    <a:pt x="32" y="1835"/>
                    <a:pt x="0" y="1988"/>
                  </a:cubicBezTo>
                  <a:cubicBezTo>
                    <a:pt x="0" y="2020"/>
                    <a:pt x="16" y="2057"/>
                    <a:pt x="32" y="2073"/>
                  </a:cubicBezTo>
                  <a:lnTo>
                    <a:pt x="32" y="2089"/>
                  </a:lnTo>
                  <a:lnTo>
                    <a:pt x="48" y="2105"/>
                  </a:lnTo>
                  <a:lnTo>
                    <a:pt x="48" y="2089"/>
                  </a:lnTo>
                  <a:cubicBezTo>
                    <a:pt x="65" y="2089"/>
                    <a:pt x="65" y="2089"/>
                    <a:pt x="65" y="2073"/>
                  </a:cubicBezTo>
                  <a:cubicBezTo>
                    <a:pt x="65" y="2073"/>
                    <a:pt x="48" y="2073"/>
                    <a:pt x="48" y="2057"/>
                  </a:cubicBezTo>
                  <a:cubicBezTo>
                    <a:pt x="32" y="2037"/>
                    <a:pt x="32" y="2020"/>
                    <a:pt x="32" y="1988"/>
                  </a:cubicBezTo>
                  <a:cubicBezTo>
                    <a:pt x="48" y="1835"/>
                    <a:pt x="48" y="1669"/>
                    <a:pt x="32" y="1499"/>
                  </a:cubicBezTo>
                  <a:lnTo>
                    <a:pt x="32" y="1095"/>
                  </a:lnTo>
                  <a:cubicBezTo>
                    <a:pt x="48" y="1027"/>
                    <a:pt x="65" y="978"/>
                    <a:pt x="117" y="946"/>
                  </a:cubicBezTo>
                  <a:cubicBezTo>
                    <a:pt x="218" y="893"/>
                    <a:pt x="303" y="845"/>
                    <a:pt x="388" y="792"/>
                  </a:cubicBezTo>
                  <a:cubicBezTo>
                    <a:pt x="691" y="607"/>
                    <a:pt x="974" y="421"/>
                    <a:pt x="1260" y="239"/>
                  </a:cubicBezTo>
                  <a:lnTo>
                    <a:pt x="1600" y="37"/>
                  </a:lnTo>
                  <a:lnTo>
                    <a:pt x="1600" y="17"/>
                  </a:lnTo>
                  <a:cubicBezTo>
                    <a:pt x="1600" y="1"/>
                    <a:pt x="1580" y="1"/>
                    <a:pt x="1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1"/>
            <p:cNvSpPr/>
            <p:nvPr/>
          </p:nvSpPr>
          <p:spPr>
            <a:xfrm>
              <a:off x="1919881" y="3154558"/>
              <a:ext cx="143723" cy="248809"/>
            </a:xfrm>
            <a:custGeom>
              <a:rect b="b" l="l" r="r" t="t"/>
              <a:pathLst>
                <a:path extrusionOk="0" h="2505" w="1447">
                  <a:moveTo>
                    <a:pt x="85" y="0"/>
                  </a:moveTo>
                  <a:lnTo>
                    <a:pt x="65" y="16"/>
                  </a:lnTo>
                  <a:cubicBezTo>
                    <a:pt x="0" y="101"/>
                    <a:pt x="49" y="202"/>
                    <a:pt x="85" y="235"/>
                  </a:cubicBezTo>
                  <a:cubicBezTo>
                    <a:pt x="235" y="384"/>
                    <a:pt x="368" y="538"/>
                    <a:pt x="489" y="707"/>
                  </a:cubicBezTo>
                  <a:cubicBezTo>
                    <a:pt x="554" y="788"/>
                    <a:pt x="639" y="889"/>
                    <a:pt x="724" y="990"/>
                  </a:cubicBezTo>
                  <a:cubicBezTo>
                    <a:pt x="808" y="1091"/>
                    <a:pt x="909" y="1212"/>
                    <a:pt x="994" y="1329"/>
                  </a:cubicBezTo>
                  <a:cubicBezTo>
                    <a:pt x="1075" y="1414"/>
                    <a:pt x="1160" y="1515"/>
                    <a:pt x="1229" y="1596"/>
                  </a:cubicBezTo>
                  <a:cubicBezTo>
                    <a:pt x="1277" y="1665"/>
                    <a:pt x="1297" y="1717"/>
                    <a:pt x="1297" y="1798"/>
                  </a:cubicBezTo>
                  <a:lnTo>
                    <a:pt x="1297" y="2036"/>
                  </a:lnTo>
                  <a:cubicBezTo>
                    <a:pt x="1297" y="2121"/>
                    <a:pt x="1297" y="2222"/>
                    <a:pt x="1277" y="2303"/>
                  </a:cubicBezTo>
                  <a:cubicBezTo>
                    <a:pt x="1277" y="2388"/>
                    <a:pt x="1346" y="2440"/>
                    <a:pt x="1398" y="2473"/>
                  </a:cubicBezTo>
                  <a:cubicBezTo>
                    <a:pt x="1398" y="2489"/>
                    <a:pt x="1414" y="2489"/>
                    <a:pt x="1431" y="2505"/>
                  </a:cubicBezTo>
                  <a:lnTo>
                    <a:pt x="1447" y="2489"/>
                  </a:lnTo>
                  <a:lnTo>
                    <a:pt x="1447" y="2473"/>
                  </a:lnTo>
                  <a:cubicBezTo>
                    <a:pt x="1431" y="2473"/>
                    <a:pt x="1414" y="2456"/>
                    <a:pt x="1414" y="2456"/>
                  </a:cubicBezTo>
                  <a:cubicBezTo>
                    <a:pt x="1362" y="2404"/>
                    <a:pt x="1313" y="2372"/>
                    <a:pt x="1313" y="2323"/>
                  </a:cubicBezTo>
                  <a:cubicBezTo>
                    <a:pt x="1330" y="2222"/>
                    <a:pt x="1330" y="2121"/>
                    <a:pt x="1330" y="2036"/>
                  </a:cubicBezTo>
                  <a:cubicBezTo>
                    <a:pt x="1313" y="1951"/>
                    <a:pt x="1313" y="1883"/>
                    <a:pt x="1330" y="1798"/>
                  </a:cubicBezTo>
                  <a:cubicBezTo>
                    <a:pt x="1330" y="1717"/>
                    <a:pt x="1313" y="1649"/>
                    <a:pt x="1261" y="1580"/>
                  </a:cubicBezTo>
                  <a:cubicBezTo>
                    <a:pt x="1176" y="1495"/>
                    <a:pt x="1095" y="1394"/>
                    <a:pt x="1027" y="1313"/>
                  </a:cubicBezTo>
                  <a:cubicBezTo>
                    <a:pt x="926" y="1192"/>
                    <a:pt x="841" y="1075"/>
                    <a:pt x="740" y="974"/>
                  </a:cubicBezTo>
                  <a:cubicBezTo>
                    <a:pt x="655" y="873"/>
                    <a:pt x="590" y="772"/>
                    <a:pt x="505" y="687"/>
                  </a:cubicBezTo>
                  <a:cubicBezTo>
                    <a:pt x="388" y="521"/>
                    <a:pt x="251" y="368"/>
                    <a:pt x="101" y="218"/>
                  </a:cubicBezTo>
                  <a:cubicBezTo>
                    <a:pt x="65" y="182"/>
                    <a:pt x="33" y="101"/>
                    <a:pt x="85" y="33"/>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1"/>
            <p:cNvSpPr/>
            <p:nvPr/>
          </p:nvSpPr>
          <p:spPr>
            <a:xfrm>
              <a:off x="1416701" y="2114526"/>
              <a:ext cx="56715" cy="67144"/>
            </a:xfrm>
            <a:custGeom>
              <a:rect b="b" l="l" r="r" t="t"/>
              <a:pathLst>
                <a:path extrusionOk="0" h="676" w="571">
                  <a:moveTo>
                    <a:pt x="17" y="0"/>
                  </a:moveTo>
                  <a:cubicBezTo>
                    <a:pt x="17" y="0"/>
                    <a:pt x="1" y="0"/>
                    <a:pt x="1" y="17"/>
                  </a:cubicBezTo>
                  <a:cubicBezTo>
                    <a:pt x="1" y="17"/>
                    <a:pt x="1" y="33"/>
                    <a:pt x="17" y="33"/>
                  </a:cubicBezTo>
                  <a:cubicBezTo>
                    <a:pt x="102" y="69"/>
                    <a:pt x="150" y="134"/>
                    <a:pt x="183" y="202"/>
                  </a:cubicBezTo>
                  <a:cubicBezTo>
                    <a:pt x="219" y="235"/>
                    <a:pt x="235" y="271"/>
                    <a:pt x="251" y="303"/>
                  </a:cubicBezTo>
                  <a:cubicBezTo>
                    <a:pt x="304" y="352"/>
                    <a:pt x="336" y="404"/>
                    <a:pt x="368" y="453"/>
                  </a:cubicBezTo>
                  <a:cubicBezTo>
                    <a:pt x="421" y="538"/>
                    <a:pt x="469" y="606"/>
                    <a:pt x="538" y="675"/>
                  </a:cubicBezTo>
                  <a:lnTo>
                    <a:pt x="570" y="675"/>
                  </a:lnTo>
                  <a:lnTo>
                    <a:pt x="554" y="655"/>
                  </a:lnTo>
                  <a:cubicBezTo>
                    <a:pt x="485" y="590"/>
                    <a:pt x="437" y="522"/>
                    <a:pt x="384" y="437"/>
                  </a:cubicBezTo>
                  <a:cubicBezTo>
                    <a:pt x="352" y="388"/>
                    <a:pt x="320" y="336"/>
                    <a:pt x="284" y="287"/>
                  </a:cubicBezTo>
                  <a:cubicBezTo>
                    <a:pt x="251" y="271"/>
                    <a:pt x="235" y="235"/>
                    <a:pt x="219" y="202"/>
                  </a:cubicBezTo>
                  <a:cubicBezTo>
                    <a:pt x="166"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1"/>
            <p:cNvSpPr/>
            <p:nvPr/>
          </p:nvSpPr>
          <p:spPr>
            <a:xfrm>
              <a:off x="1414714" y="3082349"/>
              <a:ext cx="60290" cy="150577"/>
            </a:xfrm>
            <a:custGeom>
              <a:rect b="b" l="l" r="r" t="t"/>
              <a:pathLst>
                <a:path extrusionOk="0" h="1516" w="607">
                  <a:moveTo>
                    <a:pt x="1" y="0"/>
                  </a:moveTo>
                  <a:lnTo>
                    <a:pt x="1" y="20"/>
                  </a:lnTo>
                  <a:lnTo>
                    <a:pt x="138" y="154"/>
                  </a:lnTo>
                  <a:cubicBezTo>
                    <a:pt x="271" y="287"/>
                    <a:pt x="404" y="424"/>
                    <a:pt x="542" y="558"/>
                  </a:cubicBezTo>
                  <a:cubicBezTo>
                    <a:pt x="558" y="574"/>
                    <a:pt x="574" y="606"/>
                    <a:pt x="574" y="642"/>
                  </a:cubicBezTo>
                  <a:lnTo>
                    <a:pt x="574" y="1046"/>
                  </a:lnTo>
                  <a:lnTo>
                    <a:pt x="574" y="1398"/>
                  </a:lnTo>
                  <a:cubicBezTo>
                    <a:pt x="574" y="1434"/>
                    <a:pt x="558" y="1450"/>
                    <a:pt x="558" y="1467"/>
                  </a:cubicBezTo>
                  <a:cubicBezTo>
                    <a:pt x="558" y="1483"/>
                    <a:pt x="558" y="1483"/>
                    <a:pt x="542" y="1499"/>
                  </a:cubicBezTo>
                  <a:cubicBezTo>
                    <a:pt x="542" y="1499"/>
                    <a:pt x="542" y="1515"/>
                    <a:pt x="558" y="1515"/>
                  </a:cubicBezTo>
                  <a:lnTo>
                    <a:pt x="574" y="1499"/>
                  </a:lnTo>
                  <a:lnTo>
                    <a:pt x="574" y="1483"/>
                  </a:lnTo>
                  <a:cubicBezTo>
                    <a:pt x="590" y="1450"/>
                    <a:pt x="590" y="1434"/>
                    <a:pt x="590" y="1398"/>
                  </a:cubicBezTo>
                  <a:lnTo>
                    <a:pt x="590" y="1046"/>
                  </a:lnTo>
                  <a:cubicBezTo>
                    <a:pt x="590" y="909"/>
                    <a:pt x="606" y="776"/>
                    <a:pt x="606" y="642"/>
                  </a:cubicBezTo>
                  <a:cubicBezTo>
                    <a:pt x="606" y="590"/>
                    <a:pt x="590" y="558"/>
                    <a:pt x="558" y="525"/>
                  </a:cubicBezTo>
                  <a:cubicBezTo>
                    <a:pt x="425" y="404"/>
                    <a:pt x="287" y="271"/>
                    <a:pt x="154" y="138"/>
                  </a:cubicBez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1"/>
            <p:cNvSpPr/>
            <p:nvPr/>
          </p:nvSpPr>
          <p:spPr>
            <a:xfrm>
              <a:off x="985431" y="2398595"/>
              <a:ext cx="4867" cy="81943"/>
            </a:xfrm>
            <a:custGeom>
              <a:rect b="b" l="l" r="r" t="t"/>
              <a:pathLst>
                <a:path extrusionOk="0" h="825" w="49">
                  <a:moveTo>
                    <a:pt x="0" y="1"/>
                  </a:moveTo>
                  <a:cubicBezTo>
                    <a:pt x="16" y="186"/>
                    <a:pt x="16" y="372"/>
                    <a:pt x="0" y="542"/>
                  </a:cubicBezTo>
                  <a:lnTo>
                    <a:pt x="0" y="724"/>
                  </a:lnTo>
                  <a:cubicBezTo>
                    <a:pt x="0" y="744"/>
                    <a:pt x="0" y="760"/>
                    <a:pt x="16" y="776"/>
                  </a:cubicBezTo>
                  <a:lnTo>
                    <a:pt x="16" y="809"/>
                  </a:lnTo>
                  <a:lnTo>
                    <a:pt x="32" y="809"/>
                  </a:lnTo>
                  <a:lnTo>
                    <a:pt x="32" y="825"/>
                  </a:lnTo>
                  <a:lnTo>
                    <a:pt x="49" y="809"/>
                  </a:lnTo>
                  <a:cubicBezTo>
                    <a:pt x="49" y="792"/>
                    <a:pt x="49" y="776"/>
                    <a:pt x="32" y="760"/>
                  </a:cubicBezTo>
                  <a:lnTo>
                    <a:pt x="32" y="724"/>
                  </a:lnTo>
                  <a:lnTo>
                    <a:pt x="32" y="542"/>
                  </a:lnTo>
                  <a:cubicBezTo>
                    <a:pt x="32" y="372"/>
                    <a:pt x="49" y="18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1"/>
            <p:cNvSpPr/>
            <p:nvPr/>
          </p:nvSpPr>
          <p:spPr>
            <a:xfrm>
              <a:off x="1612172" y="3619200"/>
              <a:ext cx="5264" cy="75090"/>
            </a:xfrm>
            <a:custGeom>
              <a:rect b="b" l="l" r="r" t="t"/>
              <a:pathLst>
                <a:path extrusionOk="0" h="756" w="53">
                  <a:moveTo>
                    <a:pt x="53" y="0"/>
                  </a:moveTo>
                  <a:cubicBezTo>
                    <a:pt x="32" y="0"/>
                    <a:pt x="32" y="0"/>
                    <a:pt x="32" y="16"/>
                  </a:cubicBezTo>
                  <a:cubicBezTo>
                    <a:pt x="16" y="134"/>
                    <a:pt x="16" y="251"/>
                    <a:pt x="16" y="372"/>
                  </a:cubicBezTo>
                  <a:lnTo>
                    <a:pt x="16" y="606"/>
                  </a:lnTo>
                  <a:lnTo>
                    <a:pt x="16" y="655"/>
                  </a:lnTo>
                  <a:cubicBezTo>
                    <a:pt x="16" y="675"/>
                    <a:pt x="16" y="707"/>
                    <a:pt x="0" y="740"/>
                  </a:cubicBezTo>
                  <a:cubicBezTo>
                    <a:pt x="0" y="740"/>
                    <a:pt x="0" y="756"/>
                    <a:pt x="16" y="756"/>
                  </a:cubicBezTo>
                  <a:lnTo>
                    <a:pt x="32" y="756"/>
                  </a:lnTo>
                  <a:cubicBezTo>
                    <a:pt x="53" y="723"/>
                    <a:pt x="53" y="691"/>
                    <a:pt x="53" y="655"/>
                  </a:cubicBezTo>
                  <a:lnTo>
                    <a:pt x="53" y="606"/>
                  </a:lnTo>
                  <a:lnTo>
                    <a:pt x="53" y="372"/>
                  </a:lnTo>
                  <a:cubicBezTo>
                    <a:pt x="32" y="251"/>
                    <a:pt x="32"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1"/>
            <p:cNvSpPr/>
            <p:nvPr/>
          </p:nvSpPr>
          <p:spPr>
            <a:xfrm>
              <a:off x="1267912" y="1830456"/>
              <a:ext cx="143723" cy="178686"/>
            </a:xfrm>
            <a:custGeom>
              <a:rect b="b" l="l" r="r" t="t"/>
              <a:pathLst>
                <a:path extrusionOk="0" h="1799" w="1447">
                  <a:moveTo>
                    <a:pt x="1430" y="0"/>
                  </a:moveTo>
                  <a:cubicBezTo>
                    <a:pt x="1313" y="49"/>
                    <a:pt x="1196" y="118"/>
                    <a:pt x="1095" y="166"/>
                  </a:cubicBezTo>
                  <a:cubicBezTo>
                    <a:pt x="772" y="336"/>
                    <a:pt x="452" y="485"/>
                    <a:pt x="133" y="655"/>
                  </a:cubicBezTo>
                  <a:cubicBezTo>
                    <a:pt x="48" y="687"/>
                    <a:pt x="0" y="756"/>
                    <a:pt x="16" y="857"/>
                  </a:cubicBezTo>
                  <a:lnTo>
                    <a:pt x="16" y="1479"/>
                  </a:lnTo>
                  <a:lnTo>
                    <a:pt x="16" y="1616"/>
                  </a:lnTo>
                  <a:cubicBezTo>
                    <a:pt x="16" y="1681"/>
                    <a:pt x="16" y="1733"/>
                    <a:pt x="32" y="1782"/>
                  </a:cubicBezTo>
                  <a:lnTo>
                    <a:pt x="48" y="1798"/>
                  </a:lnTo>
                  <a:cubicBezTo>
                    <a:pt x="65" y="1798"/>
                    <a:pt x="65" y="1782"/>
                    <a:pt x="65" y="1782"/>
                  </a:cubicBezTo>
                  <a:cubicBezTo>
                    <a:pt x="32" y="1733"/>
                    <a:pt x="32" y="1665"/>
                    <a:pt x="32" y="1616"/>
                  </a:cubicBezTo>
                  <a:lnTo>
                    <a:pt x="32" y="1479"/>
                  </a:lnTo>
                  <a:cubicBezTo>
                    <a:pt x="32" y="1277"/>
                    <a:pt x="48" y="1059"/>
                    <a:pt x="32" y="857"/>
                  </a:cubicBezTo>
                  <a:cubicBezTo>
                    <a:pt x="32" y="772"/>
                    <a:pt x="65" y="723"/>
                    <a:pt x="149" y="671"/>
                  </a:cubicBezTo>
                  <a:cubicBezTo>
                    <a:pt x="469" y="522"/>
                    <a:pt x="792" y="352"/>
                    <a:pt x="1111" y="202"/>
                  </a:cubicBezTo>
                  <a:cubicBezTo>
                    <a:pt x="1212" y="134"/>
                    <a:pt x="1329" y="81"/>
                    <a:pt x="1430" y="33"/>
                  </a:cubicBezTo>
                  <a:cubicBezTo>
                    <a:pt x="1446" y="17"/>
                    <a:pt x="1446" y="17"/>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1"/>
            <p:cNvSpPr/>
            <p:nvPr/>
          </p:nvSpPr>
          <p:spPr>
            <a:xfrm>
              <a:off x="1923059" y="2753285"/>
              <a:ext cx="257748" cy="412993"/>
            </a:xfrm>
            <a:custGeom>
              <a:rect b="b" l="l" r="r" t="t"/>
              <a:pathLst>
                <a:path extrusionOk="0" h="4158" w="2595">
                  <a:moveTo>
                    <a:pt x="69" y="1"/>
                  </a:moveTo>
                  <a:cubicBezTo>
                    <a:pt x="53" y="1"/>
                    <a:pt x="53" y="1"/>
                    <a:pt x="53" y="17"/>
                  </a:cubicBezTo>
                  <a:cubicBezTo>
                    <a:pt x="1" y="219"/>
                    <a:pt x="1" y="437"/>
                    <a:pt x="53" y="639"/>
                  </a:cubicBezTo>
                  <a:cubicBezTo>
                    <a:pt x="69" y="740"/>
                    <a:pt x="134" y="809"/>
                    <a:pt x="203" y="889"/>
                  </a:cubicBezTo>
                  <a:cubicBezTo>
                    <a:pt x="219" y="926"/>
                    <a:pt x="255" y="958"/>
                    <a:pt x="271" y="974"/>
                  </a:cubicBezTo>
                  <a:cubicBezTo>
                    <a:pt x="336" y="1091"/>
                    <a:pt x="421" y="1192"/>
                    <a:pt x="506" y="1314"/>
                  </a:cubicBezTo>
                  <a:cubicBezTo>
                    <a:pt x="692" y="1580"/>
                    <a:pt x="894" y="1867"/>
                    <a:pt x="1112" y="2138"/>
                  </a:cubicBezTo>
                  <a:cubicBezTo>
                    <a:pt x="1298" y="2388"/>
                    <a:pt x="1467" y="2643"/>
                    <a:pt x="1649" y="2893"/>
                  </a:cubicBezTo>
                  <a:cubicBezTo>
                    <a:pt x="1851" y="3196"/>
                    <a:pt x="2073" y="3499"/>
                    <a:pt x="2307" y="3786"/>
                  </a:cubicBezTo>
                  <a:cubicBezTo>
                    <a:pt x="2340" y="3838"/>
                    <a:pt x="2376" y="3871"/>
                    <a:pt x="2392" y="3919"/>
                  </a:cubicBezTo>
                  <a:cubicBezTo>
                    <a:pt x="2441" y="4004"/>
                    <a:pt x="2493" y="4089"/>
                    <a:pt x="2578" y="4157"/>
                  </a:cubicBezTo>
                  <a:lnTo>
                    <a:pt x="2594" y="4157"/>
                  </a:lnTo>
                  <a:lnTo>
                    <a:pt x="2594" y="4141"/>
                  </a:lnTo>
                  <a:lnTo>
                    <a:pt x="2594" y="4121"/>
                  </a:lnTo>
                  <a:cubicBezTo>
                    <a:pt x="2509" y="4073"/>
                    <a:pt x="2457" y="3988"/>
                    <a:pt x="2425" y="3903"/>
                  </a:cubicBezTo>
                  <a:cubicBezTo>
                    <a:pt x="2392" y="3871"/>
                    <a:pt x="2356" y="3818"/>
                    <a:pt x="2324" y="3770"/>
                  </a:cubicBezTo>
                  <a:cubicBezTo>
                    <a:pt x="2089" y="3483"/>
                    <a:pt x="1871" y="3180"/>
                    <a:pt x="1669" y="2877"/>
                  </a:cubicBezTo>
                  <a:cubicBezTo>
                    <a:pt x="1500" y="2626"/>
                    <a:pt x="1314" y="2372"/>
                    <a:pt x="1128" y="2121"/>
                  </a:cubicBezTo>
                  <a:cubicBezTo>
                    <a:pt x="910" y="1851"/>
                    <a:pt x="708" y="1564"/>
                    <a:pt x="522" y="1293"/>
                  </a:cubicBezTo>
                  <a:cubicBezTo>
                    <a:pt x="437" y="1176"/>
                    <a:pt x="372" y="1075"/>
                    <a:pt x="288" y="974"/>
                  </a:cubicBezTo>
                  <a:cubicBezTo>
                    <a:pt x="271" y="942"/>
                    <a:pt x="235" y="910"/>
                    <a:pt x="219" y="873"/>
                  </a:cubicBezTo>
                  <a:cubicBezTo>
                    <a:pt x="154" y="809"/>
                    <a:pt x="86" y="724"/>
                    <a:pt x="69" y="639"/>
                  </a:cubicBezTo>
                  <a:cubicBezTo>
                    <a:pt x="17" y="437"/>
                    <a:pt x="17" y="219"/>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1"/>
            <p:cNvSpPr/>
            <p:nvPr/>
          </p:nvSpPr>
          <p:spPr>
            <a:xfrm>
              <a:off x="871406" y="1902268"/>
              <a:ext cx="348035" cy="304232"/>
            </a:xfrm>
            <a:custGeom>
              <a:rect b="b" l="l" r="r" t="t"/>
              <a:pathLst>
                <a:path extrusionOk="0" h="3063" w="3504">
                  <a:moveTo>
                    <a:pt x="3402" y="0"/>
                  </a:moveTo>
                  <a:lnTo>
                    <a:pt x="3402" y="17"/>
                  </a:lnTo>
                  <a:cubicBezTo>
                    <a:pt x="3402" y="33"/>
                    <a:pt x="3386" y="49"/>
                    <a:pt x="3402" y="65"/>
                  </a:cubicBezTo>
                  <a:cubicBezTo>
                    <a:pt x="3471" y="267"/>
                    <a:pt x="3334" y="352"/>
                    <a:pt x="3168" y="437"/>
                  </a:cubicBezTo>
                  <a:cubicBezTo>
                    <a:pt x="2493" y="756"/>
                    <a:pt x="1819" y="1111"/>
                    <a:pt x="1164" y="1463"/>
                  </a:cubicBezTo>
                  <a:cubicBezTo>
                    <a:pt x="995" y="1548"/>
                    <a:pt x="845" y="1616"/>
                    <a:pt x="692" y="1701"/>
                  </a:cubicBezTo>
                  <a:lnTo>
                    <a:pt x="643" y="1734"/>
                  </a:lnTo>
                  <a:cubicBezTo>
                    <a:pt x="473" y="1818"/>
                    <a:pt x="304" y="1903"/>
                    <a:pt x="138" y="1968"/>
                  </a:cubicBezTo>
                  <a:cubicBezTo>
                    <a:pt x="37" y="2004"/>
                    <a:pt x="1" y="2069"/>
                    <a:pt x="1" y="2186"/>
                  </a:cubicBezTo>
                  <a:lnTo>
                    <a:pt x="1" y="2541"/>
                  </a:lnTo>
                  <a:cubicBezTo>
                    <a:pt x="1" y="2711"/>
                    <a:pt x="1" y="2877"/>
                    <a:pt x="17" y="3046"/>
                  </a:cubicBezTo>
                  <a:cubicBezTo>
                    <a:pt x="17" y="3046"/>
                    <a:pt x="17" y="3063"/>
                    <a:pt x="37" y="3063"/>
                  </a:cubicBezTo>
                  <a:lnTo>
                    <a:pt x="53" y="3046"/>
                  </a:lnTo>
                  <a:cubicBezTo>
                    <a:pt x="17" y="2877"/>
                    <a:pt x="37" y="2711"/>
                    <a:pt x="37" y="2541"/>
                  </a:cubicBezTo>
                  <a:lnTo>
                    <a:pt x="37" y="2186"/>
                  </a:lnTo>
                  <a:cubicBezTo>
                    <a:pt x="17" y="2085"/>
                    <a:pt x="69" y="2020"/>
                    <a:pt x="138" y="1984"/>
                  </a:cubicBezTo>
                  <a:cubicBezTo>
                    <a:pt x="320" y="1919"/>
                    <a:pt x="490" y="1835"/>
                    <a:pt x="659" y="1750"/>
                  </a:cubicBezTo>
                  <a:lnTo>
                    <a:pt x="692" y="1734"/>
                  </a:lnTo>
                  <a:cubicBezTo>
                    <a:pt x="861" y="1649"/>
                    <a:pt x="1011" y="1564"/>
                    <a:pt x="1164" y="1479"/>
                  </a:cubicBezTo>
                  <a:cubicBezTo>
                    <a:pt x="1819" y="1144"/>
                    <a:pt x="2493" y="792"/>
                    <a:pt x="3184" y="469"/>
                  </a:cubicBezTo>
                  <a:cubicBezTo>
                    <a:pt x="3350" y="388"/>
                    <a:pt x="3503" y="287"/>
                    <a:pt x="3418" y="49"/>
                  </a:cubicBezTo>
                  <a:cubicBezTo>
                    <a:pt x="3418" y="49"/>
                    <a:pt x="3418" y="33"/>
                    <a:pt x="3435" y="33"/>
                  </a:cubicBezTo>
                  <a:lnTo>
                    <a:pt x="3435" y="17"/>
                  </a:lnTo>
                  <a:cubicBezTo>
                    <a:pt x="3435" y="0"/>
                    <a:pt x="3435" y="0"/>
                    <a:pt x="3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1"/>
            <p:cNvSpPr/>
            <p:nvPr/>
          </p:nvSpPr>
          <p:spPr>
            <a:xfrm>
              <a:off x="1553570" y="3401679"/>
              <a:ext cx="5264" cy="73997"/>
            </a:xfrm>
            <a:custGeom>
              <a:rect b="b" l="l" r="r" t="t"/>
              <a:pathLst>
                <a:path extrusionOk="0" h="745" w="53">
                  <a:moveTo>
                    <a:pt x="37" y="1"/>
                  </a:moveTo>
                  <a:cubicBezTo>
                    <a:pt x="16" y="1"/>
                    <a:pt x="16" y="1"/>
                    <a:pt x="16" y="17"/>
                  </a:cubicBezTo>
                  <a:cubicBezTo>
                    <a:pt x="0" y="102"/>
                    <a:pt x="16" y="203"/>
                    <a:pt x="16" y="288"/>
                  </a:cubicBezTo>
                  <a:cubicBezTo>
                    <a:pt x="16" y="441"/>
                    <a:pt x="16" y="574"/>
                    <a:pt x="0" y="724"/>
                  </a:cubicBezTo>
                  <a:cubicBezTo>
                    <a:pt x="0" y="744"/>
                    <a:pt x="0" y="744"/>
                    <a:pt x="16" y="744"/>
                  </a:cubicBezTo>
                  <a:lnTo>
                    <a:pt x="16" y="724"/>
                  </a:lnTo>
                  <a:cubicBezTo>
                    <a:pt x="53" y="591"/>
                    <a:pt x="37" y="441"/>
                    <a:pt x="37" y="288"/>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1"/>
            <p:cNvSpPr/>
            <p:nvPr/>
          </p:nvSpPr>
          <p:spPr>
            <a:xfrm>
              <a:off x="1413125" y="1943985"/>
              <a:ext cx="90386" cy="287844"/>
            </a:xfrm>
            <a:custGeom>
              <a:rect b="b" l="l" r="r" t="t"/>
              <a:pathLst>
                <a:path extrusionOk="0" h="2898" w="910">
                  <a:moveTo>
                    <a:pt x="53" y="1"/>
                  </a:moveTo>
                  <a:cubicBezTo>
                    <a:pt x="53" y="1"/>
                    <a:pt x="37" y="1"/>
                    <a:pt x="37" y="17"/>
                  </a:cubicBezTo>
                  <a:cubicBezTo>
                    <a:pt x="0" y="118"/>
                    <a:pt x="0" y="219"/>
                    <a:pt x="17" y="304"/>
                  </a:cubicBezTo>
                  <a:lnTo>
                    <a:pt x="17" y="405"/>
                  </a:lnTo>
                  <a:cubicBezTo>
                    <a:pt x="17" y="453"/>
                    <a:pt x="53" y="453"/>
                    <a:pt x="69" y="473"/>
                  </a:cubicBezTo>
                  <a:cubicBezTo>
                    <a:pt x="85" y="489"/>
                    <a:pt x="101" y="489"/>
                    <a:pt x="101" y="506"/>
                  </a:cubicBezTo>
                  <a:cubicBezTo>
                    <a:pt x="340" y="825"/>
                    <a:pt x="558" y="1144"/>
                    <a:pt x="792" y="1463"/>
                  </a:cubicBezTo>
                  <a:lnTo>
                    <a:pt x="845" y="1548"/>
                  </a:lnTo>
                  <a:cubicBezTo>
                    <a:pt x="861" y="1584"/>
                    <a:pt x="861" y="1600"/>
                    <a:pt x="861" y="1633"/>
                  </a:cubicBezTo>
                  <a:lnTo>
                    <a:pt x="861" y="1649"/>
                  </a:lnTo>
                  <a:cubicBezTo>
                    <a:pt x="861" y="2020"/>
                    <a:pt x="861" y="2340"/>
                    <a:pt x="824" y="2675"/>
                  </a:cubicBezTo>
                  <a:cubicBezTo>
                    <a:pt x="824" y="2727"/>
                    <a:pt x="845" y="2776"/>
                    <a:pt x="861" y="2828"/>
                  </a:cubicBezTo>
                  <a:cubicBezTo>
                    <a:pt x="877" y="2845"/>
                    <a:pt x="877" y="2861"/>
                    <a:pt x="893" y="2877"/>
                  </a:cubicBezTo>
                  <a:lnTo>
                    <a:pt x="893" y="2897"/>
                  </a:lnTo>
                  <a:lnTo>
                    <a:pt x="909" y="2897"/>
                  </a:lnTo>
                  <a:lnTo>
                    <a:pt x="909" y="2877"/>
                  </a:lnTo>
                  <a:cubicBezTo>
                    <a:pt x="909" y="2861"/>
                    <a:pt x="893" y="2828"/>
                    <a:pt x="893" y="2812"/>
                  </a:cubicBezTo>
                  <a:cubicBezTo>
                    <a:pt x="877" y="2760"/>
                    <a:pt x="861" y="2727"/>
                    <a:pt x="861" y="2675"/>
                  </a:cubicBezTo>
                  <a:cubicBezTo>
                    <a:pt x="877" y="2340"/>
                    <a:pt x="877" y="2020"/>
                    <a:pt x="877" y="1649"/>
                  </a:cubicBezTo>
                  <a:cubicBezTo>
                    <a:pt x="893" y="1649"/>
                    <a:pt x="893" y="1633"/>
                    <a:pt x="893" y="1633"/>
                  </a:cubicBezTo>
                  <a:cubicBezTo>
                    <a:pt x="893" y="1600"/>
                    <a:pt x="893" y="1564"/>
                    <a:pt x="877" y="1532"/>
                  </a:cubicBezTo>
                  <a:lnTo>
                    <a:pt x="808" y="1447"/>
                  </a:lnTo>
                  <a:cubicBezTo>
                    <a:pt x="590" y="1128"/>
                    <a:pt x="356" y="809"/>
                    <a:pt x="138" y="489"/>
                  </a:cubicBezTo>
                  <a:cubicBezTo>
                    <a:pt x="118" y="473"/>
                    <a:pt x="101" y="453"/>
                    <a:pt x="85" y="453"/>
                  </a:cubicBezTo>
                  <a:cubicBezTo>
                    <a:pt x="69" y="437"/>
                    <a:pt x="53" y="437"/>
                    <a:pt x="53" y="405"/>
                  </a:cubicBezTo>
                  <a:cubicBezTo>
                    <a:pt x="53" y="372"/>
                    <a:pt x="37" y="336"/>
                    <a:pt x="37" y="304"/>
                  </a:cubicBezTo>
                  <a:cubicBezTo>
                    <a:pt x="37" y="203"/>
                    <a:pt x="17"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1"/>
            <p:cNvSpPr/>
            <p:nvPr/>
          </p:nvSpPr>
          <p:spPr>
            <a:xfrm>
              <a:off x="1673952" y="3346752"/>
              <a:ext cx="5264" cy="76679"/>
            </a:xfrm>
            <a:custGeom>
              <a:rect b="b" l="l" r="r" t="t"/>
              <a:pathLst>
                <a:path extrusionOk="0" h="772" w="53">
                  <a:moveTo>
                    <a:pt x="53" y="0"/>
                  </a:moveTo>
                  <a:cubicBezTo>
                    <a:pt x="37" y="0"/>
                    <a:pt x="37" y="0"/>
                    <a:pt x="37" y="16"/>
                  </a:cubicBezTo>
                  <a:cubicBezTo>
                    <a:pt x="16" y="134"/>
                    <a:pt x="16" y="251"/>
                    <a:pt x="16" y="352"/>
                  </a:cubicBezTo>
                  <a:lnTo>
                    <a:pt x="16" y="590"/>
                  </a:lnTo>
                  <a:lnTo>
                    <a:pt x="16" y="639"/>
                  </a:lnTo>
                  <a:cubicBezTo>
                    <a:pt x="16" y="671"/>
                    <a:pt x="16" y="723"/>
                    <a:pt x="0" y="756"/>
                  </a:cubicBezTo>
                  <a:lnTo>
                    <a:pt x="16" y="772"/>
                  </a:lnTo>
                  <a:lnTo>
                    <a:pt x="37" y="756"/>
                  </a:lnTo>
                  <a:cubicBezTo>
                    <a:pt x="53" y="723"/>
                    <a:pt x="53" y="671"/>
                    <a:pt x="53" y="639"/>
                  </a:cubicBezTo>
                  <a:cubicBezTo>
                    <a:pt x="37" y="622"/>
                    <a:pt x="37" y="606"/>
                    <a:pt x="37" y="590"/>
                  </a:cubicBezTo>
                  <a:cubicBezTo>
                    <a:pt x="53" y="505"/>
                    <a:pt x="53" y="437"/>
                    <a:pt x="53" y="352"/>
                  </a:cubicBezTo>
                  <a:cubicBezTo>
                    <a:pt x="37" y="251"/>
                    <a:pt x="37"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1"/>
            <p:cNvSpPr/>
            <p:nvPr/>
          </p:nvSpPr>
          <p:spPr>
            <a:xfrm>
              <a:off x="1923059" y="2450344"/>
              <a:ext cx="123759" cy="246127"/>
            </a:xfrm>
            <a:custGeom>
              <a:rect b="b" l="l" r="r" t="t"/>
              <a:pathLst>
                <a:path extrusionOk="0" h="2478" w="1246">
                  <a:moveTo>
                    <a:pt x="53" y="1"/>
                  </a:moveTo>
                  <a:cubicBezTo>
                    <a:pt x="17" y="86"/>
                    <a:pt x="17" y="170"/>
                    <a:pt x="17" y="239"/>
                  </a:cubicBezTo>
                  <a:lnTo>
                    <a:pt x="17" y="356"/>
                  </a:lnTo>
                  <a:cubicBezTo>
                    <a:pt x="1" y="574"/>
                    <a:pt x="53" y="760"/>
                    <a:pt x="187" y="946"/>
                  </a:cubicBezTo>
                  <a:cubicBezTo>
                    <a:pt x="473" y="1350"/>
                    <a:pt x="760" y="1802"/>
                    <a:pt x="1128" y="2360"/>
                  </a:cubicBezTo>
                  <a:cubicBezTo>
                    <a:pt x="1164" y="2408"/>
                    <a:pt x="1197" y="2445"/>
                    <a:pt x="1229" y="2477"/>
                  </a:cubicBezTo>
                  <a:lnTo>
                    <a:pt x="1245" y="2461"/>
                  </a:lnTo>
                  <a:lnTo>
                    <a:pt x="1245" y="2445"/>
                  </a:lnTo>
                  <a:cubicBezTo>
                    <a:pt x="1213" y="2424"/>
                    <a:pt x="1180" y="2392"/>
                    <a:pt x="1144" y="2344"/>
                  </a:cubicBezTo>
                  <a:cubicBezTo>
                    <a:pt x="793" y="1786"/>
                    <a:pt x="490" y="1334"/>
                    <a:pt x="219" y="930"/>
                  </a:cubicBezTo>
                  <a:cubicBezTo>
                    <a:pt x="86" y="744"/>
                    <a:pt x="33" y="558"/>
                    <a:pt x="53" y="356"/>
                  </a:cubicBezTo>
                  <a:lnTo>
                    <a:pt x="53" y="239"/>
                  </a:lnTo>
                  <a:cubicBezTo>
                    <a:pt x="33" y="154"/>
                    <a:pt x="33" y="86"/>
                    <a:pt x="69" y="21"/>
                  </a:cubicBezTo>
                  <a:cubicBezTo>
                    <a:pt x="86" y="2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1"/>
            <p:cNvSpPr/>
            <p:nvPr/>
          </p:nvSpPr>
          <p:spPr>
            <a:xfrm>
              <a:off x="1643857" y="3646018"/>
              <a:ext cx="6853" cy="75189"/>
            </a:xfrm>
            <a:custGeom>
              <a:rect b="b" l="l" r="r" t="t"/>
              <a:pathLst>
                <a:path extrusionOk="0" h="757" w="69">
                  <a:moveTo>
                    <a:pt x="53" y="1"/>
                  </a:moveTo>
                  <a:cubicBezTo>
                    <a:pt x="53" y="1"/>
                    <a:pt x="37" y="1"/>
                    <a:pt x="37" y="17"/>
                  </a:cubicBezTo>
                  <a:cubicBezTo>
                    <a:pt x="16" y="134"/>
                    <a:pt x="16" y="251"/>
                    <a:pt x="16" y="369"/>
                  </a:cubicBezTo>
                  <a:lnTo>
                    <a:pt x="16" y="607"/>
                  </a:lnTo>
                  <a:lnTo>
                    <a:pt x="16" y="655"/>
                  </a:lnTo>
                  <a:cubicBezTo>
                    <a:pt x="16" y="688"/>
                    <a:pt x="37" y="708"/>
                    <a:pt x="16" y="740"/>
                  </a:cubicBezTo>
                  <a:cubicBezTo>
                    <a:pt x="0" y="740"/>
                    <a:pt x="0" y="756"/>
                    <a:pt x="16" y="756"/>
                  </a:cubicBezTo>
                  <a:lnTo>
                    <a:pt x="37" y="756"/>
                  </a:lnTo>
                  <a:cubicBezTo>
                    <a:pt x="53" y="724"/>
                    <a:pt x="53" y="672"/>
                    <a:pt x="53" y="655"/>
                  </a:cubicBezTo>
                  <a:lnTo>
                    <a:pt x="53" y="607"/>
                  </a:lnTo>
                  <a:lnTo>
                    <a:pt x="53" y="369"/>
                  </a:lnTo>
                  <a:cubicBezTo>
                    <a:pt x="53" y="25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1"/>
            <p:cNvSpPr/>
            <p:nvPr/>
          </p:nvSpPr>
          <p:spPr>
            <a:xfrm>
              <a:off x="574127" y="2903762"/>
              <a:ext cx="4867" cy="71911"/>
            </a:xfrm>
            <a:custGeom>
              <a:rect b="b" l="l" r="r" t="t"/>
              <a:pathLst>
                <a:path extrusionOk="0" h="724" w="49">
                  <a:moveTo>
                    <a:pt x="17" y="1"/>
                  </a:moveTo>
                  <a:cubicBezTo>
                    <a:pt x="0" y="1"/>
                    <a:pt x="0" y="17"/>
                    <a:pt x="0" y="17"/>
                  </a:cubicBezTo>
                  <a:cubicBezTo>
                    <a:pt x="17" y="134"/>
                    <a:pt x="17" y="251"/>
                    <a:pt x="17" y="368"/>
                  </a:cubicBezTo>
                  <a:lnTo>
                    <a:pt x="17" y="570"/>
                  </a:lnTo>
                  <a:lnTo>
                    <a:pt x="17" y="606"/>
                  </a:lnTo>
                  <a:cubicBezTo>
                    <a:pt x="17" y="655"/>
                    <a:pt x="17" y="687"/>
                    <a:pt x="33" y="724"/>
                  </a:cubicBezTo>
                  <a:lnTo>
                    <a:pt x="49" y="724"/>
                  </a:lnTo>
                  <a:lnTo>
                    <a:pt x="49" y="707"/>
                  </a:lnTo>
                  <a:cubicBezTo>
                    <a:pt x="33" y="687"/>
                    <a:pt x="33" y="655"/>
                    <a:pt x="33" y="606"/>
                  </a:cubicBezTo>
                  <a:lnTo>
                    <a:pt x="33" y="570"/>
                  </a:lnTo>
                  <a:lnTo>
                    <a:pt x="33" y="368"/>
                  </a:lnTo>
                  <a:cubicBezTo>
                    <a:pt x="33" y="251"/>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1"/>
            <p:cNvSpPr/>
            <p:nvPr/>
          </p:nvSpPr>
          <p:spPr>
            <a:xfrm>
              <a:off x="508671" y="3005670"/>
              <a:ext cx="133791" cy="75189"/>
            </a:xfrm>
            <a:custGeom>
              <a:rect b="b" l="l" r="r" t="t"/>
              <a:pathLst>
                <a:path extrusionOk="0" h="757" w="1347">
                  <a:moveTo>
                    <a:pt x="1265" y="1"/>
                  </a:moveTo>
                  <a:cubicBezTo>
                    <a:pt x="1197" y="33"/>
                    <a:pt x="1128" y="65"/>
                    <a:pt x="1063" y="85"/>
                  </a:cubicBezTo>
                  <a:cubicBezTo>
                    <a:pt x="894" y="150"/>
                    <a:pt x="708" y="219"/>
                    <a:pt x="538" y="287"/>
                  </a:cubicBezTo>
                  <a:cubicBezTo>
                    <a:pt x="490" y="304"/>
                    <a:pt x="437" y="320"/>
                    <a:pt x="389" y="352"/>
                  </a:cubicBezTo>
                  <a:cubicBezTo>
                    <a:pt x="304" y="388"/>
                    <a:pt x="203" y="421"/>
                    <a:pt x="118" y="453"/>
                  </a:cubicBezTo>
                  <a:cubicBezTo>
                    <a:pt x="102" y="453"/>
                    <a:pt x="102" y="453"/>
                    <a:pt x="102" y="469"/>
                  </a:cubicBezTo>
                  <a:lnTo>
                    <a:pt x="118" y="469"/>
                  </a:lnTo>
                  <a:cubicBezTo>
                    <a:pt x="219" y="453"/>
                    <a:pt x="304" y="421"/>
                    <a:pt x="405" y="368"/>
                  </a:cubicBezTo>
                  <a:cubicBezTo>
                    <a:pt x="457" y="352"/>
                    <a:pt x="506" y="336"/>
                    <a:pt x="558" y="304"/>
                  </a:cubicBezTo>
                  <a:cubicBezTo>
                    <a:pt x="724" y="251"/>
                    <a:pt x="894" y="186"/>
                    <a:pt x="1063" y="118"/>
                  </a:cubicBezTo>
                  <a:cubicBezTo>
                    <a:pt x="1128" y="85"/>
                    <a:pt x="1197" y="65"/>
                    <a:pt x="1265" y="33"/>
                  </a:cubicBezTo>
                  <a:cubicBezTo>
                    <a:pt x="1265" y="49"/>
                    <a:pt x="1282" y="49"/>
                    <a:pt x="1282" y="65"/>
                  </a:cubicBezTo>
                  <a:cubicBezTo>
                    <a:pt x="1298" y="150"/>
                    <a:pt x="1314" y="219"/>
                    <a:pt x="1229" y="251"/>
                  </a:cubicBezTo>
                  <a:cubicBezTo>
                    <a:pt x="942" y="368"/>
                    <a:pt x="639" y="489"/>
                    <a:pt x="336" y="607"/>
                  </a:cubicBezTo>
                  <a:cubicBezTo>
                    <a:pt x="235" y="639"/>
                    <a:pt x="118" y="691"/>
                    <a:pt x="17" y="740"/>
                  </a:cubicBezTo>
                  <a:cubicBezTo>
                    <a:pt x="17" y="740"/>
                    <a:pt x="1" y="740"/>
                    <a:pt x="1" y="756"/>
                  </a:cubicBezTo>
                  <a:lnTo>
                    <a:pt x="17" y="756"/>
                  </a:lnTo>
                  <a:cubicBezTo>
                    <a:pt x="134" y="708"/>
                    <a:pt x="255" y="671"/>
                    <a:pt x="356" y="623"/>
                  </a:cubicBezTo>
                  <a:cubicBezTo>
                    <a:pt x="639" y="506"/>
                    <a:pt x="942" y="388"/>
                    <a:pt x="1245" y="267"/>
                  </a:cubicBezTo>
                  <a:cubicBezTo>
                    <a:pt x="1346" y="219"/>
                    <a:pt x="1330" y="134"/>
                    <a:pt x="1298" y="49"/>
                  </a:cubicBezTo>
                  <a:cubicBezTo>
                    <a:pt x="1298" y="49"/>
                    <a:pt x="1298" y="33"/>
                    <a:pt x="1282" y="17"/>
                  </a:cubicBezTo>
                  <a:lnTo>
                    <a:pt x="12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1"/>
            <p:cNvSpPr/>
            <p:nvPr/>
          </p:nvSpPr>
          <p:spPr>
            <a:xfrm>
              <a:off x="856607" y="1534369"/>
              <a:ext cx="357570" cy="326283"/>
            </a:xfrm>
            <a:custGeom>
              <a:rect b="b" l="l" r="r" t="t"/>
              <a:pathLst>
                <a:path extrusionOk="0" h="3285" w="3600">
                  <a:moveTo>
                    <a:pt x="3567" y="0"/>
                  </a:moveTo>
                  <a:cubicBezTo>
                    <a:pt x="3567" y="0"/>
                    <a:pt x="3551" y="0"/>
                    <a:pt x="3551" y="16"/>
                  </a:cubicBezTo>
                  <a:cubicBezTo>
                    <a:pt x="3584" y="101"/>
                    <a:pt x="3584" y="186"/>
                    <a:pt x="3567" y="271"/>
                  </a:cubicBezTo>
                  <a:lnTo>
                    <a:pt x="3567" y="420"/>
                  </a:lnTo>
                  <a:lnTo>
                    <a:pt x="3567" y="978"/>
                  </a:lnTo>
                  <a:lnTo>
                    <a:pt x="3567" y="1281"/>
                  </a:lnTo>
                  <a:cubicBezTo>
                    <a:pt x="3567" y="1313"/>
                    <a:pt x="3567" y="1329"/>
                    <a:pt x="3519" y="1345"/>
                  </a:cubicBezTo>
                  <a:cubicBezTo>
                    <a:pt x="3398" y="1414"/>
                    <a:pt x="3281" y="1483"/>
                    <a:pt x="3147" y="1547"/>
                  </a:cubicBezTo>
                  <a:cubicBezTo>
                    <a:pt x="2743" y="1769"/>
                    <a:pt x="2323" y="1988"/>
                    <a:pt x="1919" y="2222"/>
                  </a:cubicBezTo>
                  <a:cubicBezTo>
                    <a:pt x="1362" y="2525"/>
                    <a:pt x="808" y="2828"/>
                    <a:pt x="352" y="3082"/>
                  </a:cubicBezTo>
                  <a:cubicBezTo>
                    <a:pt x="267" y="3115"/>
                    <a:pt x="202" y="3163"/>
                    <a:pt x="118" y="3200"/>
                  </a:cubicBezTo>
                  <a:cubicBezTo>
                    <a:pt x="85" y="3216"/>
                    <a:pt x="49" y="3232"/>
                    <a:pt x="17" y="3248"/>
                  </a:cubicBezTo>
                  <a:cubicBezTo>
                    <a:pt x="0" y="3248"/>
                    <a:pt x="0" y="3264"/>
                    <a:pt x="0" y="3264"/>
                  </a:cubicBezTo>
                  <a:lnTo>
                    <a:pt x="17" y="3284"/>
                  </a:lnTo>
                  <a:cubicBezTo>
                    <a:pt x="65" y="3248"/>
                    <a:pt x="101" y="3232"/>
                    <a:pt x="134" y="3216"/>
                  </a:cubicBezTo>
                  <a:cubicBezTo>
                    <a:pt x="202" y="3183"/>
                    <a:pt x="287" y="3147"/>
                    <a:pt x="368" y="3099"/>
                  </a:cubicBezTo>
                  <a:cubicBezTo>
                    <a:pt x="824" y="2844"/>
                    <a:pt x="1378" y="2557"/>
                    <a:pt x="1935" y="2238"/>
                  </a:cubicBezTo>
                  <a:cubicBezTo>
                    <a:pt x="2339" y="2004"/>
                    <a:pt x="2759" y="1786"/>
                    <a:pt x="3163" y="1568"/>
                  </a:cubicBezTo>
                  <a:cubicBezTo>
                    <a:pt x="3281" y="1499"/>
                    <a:pt x="3418" y="1430"/>
                    <a:pt x="3535" y="1366"/>
                  </a:cubicBezTo>
                  <a:cubicBezTo>
                    <a:pt x="3584" y="1345"/>
                    <a:pt x="3600" y="1329"/>
                    <a:pt x="3600" y="1281"/>
                  </a:cubicBezTo>
                  <a:lnTo>
                    <a:pt x="3600" y="978"/>
                  </a:lnTo>
                  <a:lnTo>
                    <a:pt x="3600" y="420"/>
                  </a:lnTo>
                  <a:lnTo>
                    <a:pt x="3600" y="271"/>
                  </a:lnTo>
                  <a:cubicBezTo>
                    <a:pt x="3600" y="186"/>
                    <a:pt x="3600" y="101"/>
                    <a:pt x="3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1"/>
            <p:cNvSpPr/>
            <p:nvPr/>
          </p:nvSpPr>
          <p:spPr>
            <a:xfrm>
              <a:off x="1409946" y="2520567"/>
              <a:ext cx="91975" cy="225964"/>
            </a:xfrm>
            <a:custGeom>
              <a:rect b="b" l="l" r="r" t="t"/>
              <a:pathLst>
                <a:path extrusionOk="0" h="2275" w="926">
                  <a:moveTo>
                    <a:pt x="85" y="1"/>
                  </a:moveTo>
                  <a:lnTo>
                    <a:pt x="69" y="21"/>
                  </a:lnTo>
                  <a:cubicBezTo>
                    <a:pt x="32" y="37"/>
                    <a:pt x="16" y="53"/>
                    <a:pt x="16" y="85"/>
                  </a:cubicBezTo>
                  <a:cubicBezTo>
                    <a:pt x="32" y="186"/>
                    <a:pt x="16" y="287"/>
                    <a:pt x="16" y="388"/>
                  </a:cubicBezTo>
                  <a:lnTo>
                    <a:pt x="16" y="590"/>
                  </a:lnTo>
                  <a:lnTo>
                    <a:pt x="16" y="708"/>
                  </a:lnTo>
                  <a:cubicBezTo>
                    <a:pt x="16" y="877"/>
                    <a:pt x="16" y="1063"/>
                    <a:pt x="0" y="1249"/>
                  </a:cubicBezTo>
                  <a:cubicBezTo>
                    <a:pt x="0" y="1265"/>
                    <a:pt x="0" y="1265"/>
                    <a:pt x="16" y="1265"/>
                  </a:cubicBezTo>
                  <a:cubicBezTo>
                    <a:pt x="16" y="1265"/>
                    <a:pt x="32" y="1265"/>
                    <a:pt x="32" y="1249"/>
                  </a:cubicBezTo>
                  <a:cubicBezTo>
                    <a:pt x="49" y="1063"/>
                    <a:pt x="49" y="877"/>
                    <a:pt x="32" y="708"/>
                  </a:cubicBezTo>
                  <a:lnTo>
                    <a:pt x="32" y="590"/>
                  </a:lnTo>
                  <a:cubicBezTo>
                    <a:pt x="32" y="526"/>
                    <a:pt x="32" y="457"/>
                    <a:pt x="49" y="388"/>
                  </a:cubicBezTo>
                  <a:cubicBezTo>
                    <a:pt x="49" y="287"/>
                    <a:pt x="49" y="186"/>
                    <a:pt x="32" y="69"/>
                  </a:cubicBezTo>
                  <a:cubicBezTo>
                    <a:pt x="32" y="53"/>
                    <a:pt x="49" y="53"/>
                    <a:pt x="69" y="37"/>
                  </a:cubicBezTo>
                  <a:lnTo>
                    <a:pt x="85" y="37"/>
                  </a:lnTo>
                  <a:cubicBezTo>
                    <a:pt x="150" y="102"/>
                    <a:pt x="202" y="170"/>
                    <a:pt x="251" y="239"/>
                  </a:cubicBezTo>
                  <a:cubicBezTo>
                    <a:pt x="372" y="405"/>
                    <a:pt x="505" y="574"/>
                    <a:pt x="654" y="728"/>
                  </a:cubicBezTo>
                  <a:cubicBezTo>
                    <a:pt x="824" y="910"/>
                    <a:pt x="893" y="1095"/>
                    <a:pt x="877" y="1366"/>
                  </a:cubicBezTo>
                  <a:lnTo>
                    <a:pt x="877" y="1855"/>
                  </a:lnTo>
                  <a:lnTo>
                    <a:pt x="877" y="2004"/>
                  </a:lnTo>
                  <a:lnTo>
                    <a:pt x="877" y="2089"/>
                  </a:lnTo>
                  <a:cubicBezTo>
                    <a:pt x="856" y="2158"/>
                    <a:pt x="840" y="2206"/>
                    <a:pt x="877" y="2275"/>
                  </a:cubicBezTo>
                  <a:lnTo>
                    <a:pt x="893" y="2275"/>
                  </a:lnTo>
                  <a:cubicBezTo>
                    <a:pt x="909" y="2275"/>
                    <a:pt x="909" y="2259"/>
                    <a:pt x="909" y="2259"/>
                  </a:cubicBezTo>
                  <a:cubicBezTo>
                    <a:pt x="877" y="2206"/>
                    <a:pt x="877" y="2158"/>
                    <a:pt x="893" y="2105"/>
                  </a:cubicBezTo>
                  <a:cubicBezTo>
                    <a:pt x="893" y="2073"/>
                    <a:pt x="909" y="2041"/>
                    <a:pt x="909" y="2004"/>
                  </a:cubicBezTo>
                  <a:lnTo>
                    <a:pt x="909" y="1855"/>
                  </a:lnTo>
                  <a:cubicBezTo>
                    <a:pt x="893" y="1685"/>
                    <a:pt x="893" y="1536"/>
                    <a:pt x="909" y="1382"/>
                  </a:cubicBezTo>
                  <a:cubicBezTo>
                    <a:pt x="925" y="1095"/>
                    <a:pt x="856" y="893"/>
                    <a:pt x="675" y="708"/>
                  </a:cubicBezTo>
                  <a:cubicBezTo>
                    <a:pt x="521" y="558"/>
                    <a:pt x="404" y="388"/>
                    <a:pt x="271" y="223"/>
                  </a:cubicBezTo>
                  <a:cubicBezTo>
                    <a:pt x="218" y="154"/>
                    <a:pt x="150" y="85"/>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1"/>
            <p:cNvSpPr/>
            <p:nvPr/>
          </p:nvSpPr>
          <p:spPr>
            <a:xfrm>
              <a:off x="1292743" y="1348929"/>
              <a:ext cx="5264" cy="73600"/>
            </a:xfrm>
            <a:custGeom>
              <a:rect b="b" l="l" r="r" t="t"/>
              <a:pathLst>
                <a:path extrusionOk="0" h="741" w="53">
                  <a:moveTo>
                    <a:pt x="17" y="1"/>
                  </a:moveTo>
                  <a:cubicBezTo>
                    <a:pt x="0" y="1"/>
                    <a:pt x="0" y="1"/>
                    <a:pt x="0" y="17"/>
                  </a:cubicBezTo>
                  <a:cubicBezTo>
                    <a:pt x="17" y="134"/>
                    <a:pt x="17" y="251"/>
                    <a:pt x="17" y="368"/>
                  </a:cubicBezTo>
                  <a:lnTo>
                    <a:pt x="17" y="570"/>
                  </a:lnTo>
                  <a:lnTo>
                    <a:pt x="17" y="623"/>
                  </a:lnTo>
                  <a:cubicBezTo>
                    <a:pt x="17" y="655"/>
                    <a:pt x="17" y="688"/>
                    <a:pt x="37" y="740"/>
                  </a:cubicBezTo>
                  <a:lnTo>
                    <a:pt x="53" y="740"/>
                  </a:lnTo>
                  <a:lnTo>
                    <a:pt x="53" y="724"/>
                  </a:lnTo>
                  <a:cubicBezTo>
                    <a:pt x="37" y="688"/>
                    <a:pt x="37" y="655"/>
                    <a:pt x="53" y="623"/>
                  </a:cubicBezTo>
                  <a:lnTo>
                    <a:pt x="53" y="570"/>
                  </a:lnTo>
                  <a:cubicBezTo>
                    <a:pt x="37" y="506"/>
                    <a:pt x="37" y="437"/>
                    <a:pt x="53" y="368"/>
                  </a:cubicBezTo>
                  <a:cubicBezTo>
                    <a:pt x="53" y="251"/>
                    <a:pt x="53" y="134"/>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1"/>
            <p:cNvSpPr/>
            <p:nvPr/>
          </p:nvSpPr>
          <p:spPr>
            <a:xfrm>
              <a:off x="1921470" y="3296593"/>
              <a:ext cx="132102" cy="225567"/>
            </a:xfrm>
            <a:custGeom>
              <a:rect b="b" l="l" r="r" t="t"/>
              <a:pathLst>
                <a:path extrusionOk="0" h="2271" w="1330">
                  <a:moveTo>
                    <a:pt x="69" y="0"/>
                  </a:moveTo>
                  <a:cubicBezTo>
                    <a:pt x="69" y="0"/>
                    <a:pt x="49" y="0"/>
                    <a:pt x="49" y="17"/>
                  </a:cubicBezTo>
                  <a:cubicBezTo>
                    <a:pt x="1" y="134"/>
                    <a:pt x="49" y="219"/>
                    <a:pt x="118" y="303"/>
                  </a:cubicBezTo>
                  <a:cubicBezTo>
                    <a:pt x="287" y="489"/>
                    <a:pt x="473" y="671"/>
                    <a:pt x="623" y="873"/>
                  </a:cubicBezTo>
                  <a:lnTo>
                    <a:pt x="776" y="1026"/>
                  </a:lnTo>
                  <a:cubicBezTo>
                    <a:pt x="825" y="1095"/>
                    <a:pt x="893" y="1176"/>
                    <a:pt x="958" y="1245"/>
                  </a:cubicBezTo>
                  <a:cubicBezTo>
                    <a:pt x="1043" y="1346"/>
                    <a:pt x="1128" y="1447"/>
                    <a:pt x="1213" y="1548"/>
                  </a:cubicBezTo>
                  <a:cubicBezTo>
                    <a:pt x="1281" y="1616"/>
                    <a:pt x="1297" y="1681"/>
                    <a:pt x="1297" y="1766"/>
                  </a:cubicBezTo>
                  <a:lnTo>
                    <a:pt x="1297" y="1952"/>
                  </a:lnTo>
                  <a:cubicBezTo>
                    <a:pt x="1297" y="2053"/>
                    <a:pt x="1297" y="2154"/>
                    <a:pt x="1261" y="2255"/>
                  </a:cubicBezTo>
                  <a:cubicBezTo>
                    <a:pt x="1261" y="2255"/>
                    <a:pt x="1261" y="2271"/>
                    <a:pt x="1281" y="2271"/>
                  </a:cubicBezTo>
                  <a:lnTo>
                    <a:pt x="1297" y="2255"/>
                  </a:lnTo>
                  <a:cubicBezTo>
                    <a:pt x="1330" y="2154"/>
                    <a:pt x="1330" y="2053"/>
                    <a:pt x="1314" y="1952"/>
                  </a:cubicBezTo>
                  <a:lnTo>
                    <a:pt x="1314" y="1766"/>
                  </a:lnTo>
                  <a:cubicBezTo>
                    <a:pt x="1330" y="1665"/>
                    <a:pt x="1297" y="1600"/>
                    <a:pt x="1229" y="1515"/>
                  </a:cubicBezTo>
                  <a:cubicBezTo>
                    <a:pt x="1144" y="1430"/>
                    <a:pt x="1059" y="1329"/>
                    <a:pt x="978" y="1228"/>
                  </a:cubicBezTo>
                  <a:cubicBezTo>
                    <a:pt x="910" y="1160"/>
                    <a:pt x="857" y="1075"/>
                    <a:pt x="792" y="1010"/>
                  </a:cubicBezTo>
                  <a:cubicBezTo>
                    <a:pt x="740" y="958"/>
                    <a:pt x="691" y="909"/>
                    <a:pt x="655" y="857"/>
                  </a:cubicBezTo>
                  <a:cubicBezTo>
                    <a:pt x="489" y="655"/>
                    <a:pt x="320" y="469"/>
                    <a:pt x="134" y="287"/>
                  </a:cubicBezTo>
                  <a:cubicBezTo>
                    <a:pt x="69" y="202"/>
                    <a:pt x="33" y="134"/>
                    <a:pt x="85"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1"/>
            <p:cNvSpPr/>
            <p:nvPr/>
          </p:nvSpPr>
          <p:spPr>
            <a:xfrm>
              <a:off x="669181" y="2935447"/>
              <a:ext cx="145809" cy="179083"/>
            </a:xfrm>
            <a:custGeom>
              <a:rect b="b" l="l" r="r" t="t"/>
              <a:pathLst>
                <a:path extrusionOk="0" h="1803" w="1468">
                  <a:moveTo>
                    <a:pt x="1447" y="1"/>
                  </a:moveTo>
                  <a:cubicBezTo>
                    <a:pt x="1346" y="49"/>
                    <a:pt x="1229" y="102"/>
                    <a:pt x="1112" y="134"/>
                  </a:cubicBezTo>
                  <a:cubicBezTo>
                    <a:pt x="841" y="235"/>
                    <a:pt x="591" y="336"/>
                    <a:pt x="320" y="437"/>
                  </a:cubicBezTo>
                  <a:cubicBezTo>
                    <a:pt x="1" y="554"/>
                    <a:pt x="1" y="570"/>
                    <a:pt x="1" y="910"/>
                  </a:cubicBezTo>
                  <a:lnTo>
                    <a:pt x="1" y="1516"/>
                  </a:lnTo>
                  <a:lnTo>
                    <a:pt x="1" y="1782"/>
                  </a:lnTo>
                  <a:cubicBezTo>
                    <a:pt x="1" y="1802"/>
                    <a:pt x="1" y="1802"/>
                    <a:pt x="17" y="1802"/>
                  </a:cubicBezTo>
                  <a:cubicBezTo>
                    <a:pt x="17" y="1802"/>
                    <a:pt x="33" y="1802"/>
                    <a:pt x="33" y="1782"/>
                  </a:cubicBezTo>
                  <a:lnTo>
                    <a:pt x="17" y="1516"/>
                  </a:lnTo>
                  <a:cubicBezTo>
                    <a:pt x="17" y="1314"/>
                    <a:pt x="17" y="1112"/>
                    <a:pt x="33" y="910"/>
                  </a:cubicBezTo>
                  <a:cubicBezTo>
                    <a:pt x="33" y="590"/>
                    <a:pt x="33" y="590"/>
                    <a:pt x="320" y="469"/>
                  </a:cubicBezTo>
                  <a:cubicBezTo>
                    <a:pt x="591" y="368"/>
                    <a:pt x="861" y="267"/>
                    <a:pt x="1112" y="166"/>
                  </a:cubicBezTo>
                  <a:cubicBezTo>
                    <a:pt x="1229" y="118"/>
                    <a:pt x="1346" y="85"/>
                    <a:pt x="1467" y="33"/>
                  </a:cubicBezTo>
                  <a:lnTo>
                    <a:pt x="1467" y="17"/>
                  </a:lnTo>
                  <a:cubicBezTo>
                    <a:pt x="1467" y="17"/>
                    <a:pt x="1467" y="1"/>
                    <a:pt x="14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1"/>
            <p:cNvSpPr/>
            <p:nvPr/>
          </p:nvSpPr>
          <p:spPr>
            <a:xfrm>
              <a:off x="1444810" y="1703221"/>
              <a:ext cx="3675" cy="75189"/>
            </a:xfrm>
            <a:custGeom>
              <a:rect b="b" l="l" r="r" t="t"/>
              <a:pathLst>
                <a:path extrusionOk="0" h="757" w="37">
                  <a:moveTo>
                    <a:pt x="21" y="1"/>
                  </a:moveTo>
                  <a:cubicBezTo>
                    <a:pt x="1" y="170"/>
                    <a:pt x="1" y="320"/>
                    <a:pt x="1" y="473"/>
                  </a:cubicBezTo>
                  <a:lnTo>
                    <a:pt x="1" y="740"/>
                  </a:lnTo>
                  <a:cubicBezTo>
                    <a:pt x="1" y="740"/>
                    <a:pt x="1" y="756"/>
                    <a:pt x="21" y="756"/>
                  </a:cubicBezTo>
                  <a:lnTo>
                    <a:pt x="21" y="740"/>
                  </a:lnTo>
                  <a:cubicBezTo>
                    <a:pt x="37" y="639"/>
                    <a:pt x="37" y="554"/>
                    <a:pt x="21" y="473"/>
                  </a:cubicBezTo>
                  <a:cubicBezTo>
                    <a:pt x="21" y="320"/>
                    <a:pt x="21" y="170"/>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1"/>
            <p:cNvSpPr/>
            <p:nvPr/>
          </p:nvSpPr>
          <p:spPr>
            <a:xfrm>
              <a:off x="1443220" y="2241761"/>
              <a:ext cx="5264" cy="75090"/>
            </a:xfrm>
            <a:custGeom>
              <a:rect b="b" l="l" r="r" t="t"/>
              <a:pathLst>
                <a:path extrusionOk="0" h="756" w="53">
                  <a:moveTo>
                    <a:pt x="53" y="0"/>
                  </a:moveTo>
                  <a:cubicBezTo>
                    <a:pt x="37" y="0"/>
                    <a:pt x="37" y="16"/>
                    <a:pt x="37" y="16"/>
                  </a:cubicBezTo>
                  <a:cubicBezTo>
                    <a:pt x="17" y="133"/>
                    <a:pt x="17" y="251"/>
                    <a:pt x="17" y="368"/>
                  </a:cubicBezTo>
                  <a:lnTo>
                    <a:pt x="17" y="606"/>
                  </a:lnTo>
                  <a:lnTo>
                    <a:pt x="17" y="654"/>
                  </a:lnTo>
                  <a:cubicBezTo>
                    <a:pt x="17" y="687"/>
                    <a:pt x="17" y="707"/>
                    <a:pt x="0" y="739"/>
                  </a:cubicBezTo>
                  <a:lnTo>
                    <a:pt x="0" y="755"/>
                  </a:lnTo>
                  <a:lnTo>
                    <a:pt x="37" y="755"/>
                  </a:lnTo>
                  <a:cubicBezTo>
                    <a:pt x="53" y="723"/>
                    <a:pt x="53" y="687"/>
                    <a:pt x="37" y="638"/>
                  </a:cubicBezTo>
                  <a:lnTo>
                    <a:pt x="37" y="606"/>
                  </a:lnTo>
                  <a:cubicBezTo>
                    <a:pt x="53" y="521"/>
                    <a:pt x="53" y="453"/>
                    <a:pt x="37" y="368"/>
                  </a:cubicBezTo>
                  <a:cubicBezTo>
                    <a:pt x="37" y="251"/>
                    <a:pt x="37" y="133"/>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1"/>
            <p:cNvSpPr/>
            <p:nvPr/>
          </p:nvSpPr>
          <p:spPr>
            <a:xfrm>
              <a:off x="1794334" y="3625955"/>
              <a:ext cx="6853" cy="72011"/>
            </a:xfrm>
            <a:custGeom>
              <a:rect b="b" l="l" r="r" t="t"/>
              <a:pathLst>
                <a:path extrusionOk="0" h="725" w="69">
                  <a:moveTo>
                    <a:pt x="53" y="1"/>
                  </a:moveTo>
                  <a:cubicBezTo>
                    <a:pt x="36" y="1"/>
                    <a:pt x="36" y="1"/>
                    <a:pt x="36" y="17"/>
                  </a:cubicBezTo>
                  <a:cubicBezTo>
                    <a:pt x="16" y="118"/>
                    <a:pt x="16" y="235"/>
                    <a:pt x="16" y="336"/>
                  </a:cubicBezTo>
                  <a:lnTo>
                    <a:pt x="16" y="538"/>
                  </a:lnTo>
                  <a:lnTo>
                    <a:pt x="16" y="587"/>
                  </a:lnTo>
                  <a:cubicBezTo>
                    <a:pt x="16" y="623"/>
                    <a:pt x="36" y="655"/>
                    <a:pt x="0" y="688"/>
                  </a:cubicBezTo>
                  <a:cubicBezTo>
                    <a:pt x="0" y="708"/>
                    <a:pt x="0" y="708"/>
                    <a:pt x="16" y="708"/>
                  </a:cubicBezTo>
                  <a:lnTo>
                    <a:pt x="16" y="724"/>
                  </a:lnTo>
                  <a:lnTo>
                    <a:pt x="36" y="708"/>
                  </a:lnTo>
                  <a:cubicBezTo>
                    <a:pt x="53" y="672"/>
                    <a:pt x="53" y="623"/>
                    <a:pt x="53" y="587"/>
                  </a:cubicBezTo>
                  <a:lnTo>
                    <a:pt x="53" y="538"/>
                  </a:lnTo>
                  <a:lnTo>
                    <a:pt x="53" y="336"/>
                  </a:lnTo>
                  <a:cubicBezTo>
                    <a:pt x="53" y="235"/>
                    <a:pt x="36"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1"/>
            <p:cNvSpPr/>
            <p:nvPr/>
          </p:nvSpPr>
          <p:spPr>
            <a:xfrm>
              <a:off x="669181" y="2778216"/>
              <a:ext cx="150577" cy="162198"/>
            </a:xfrm>
            <a:custGeom>
              <a:rect b="b" l="l" r="r" t="t"/>
              <a:pathLst>
                <a:path extrusionOk="0" h="1633" w="1516">
                  <a:moveTo>
                    <a:pt x="1447" y="0"/>
                  </a:moveTo>
                  <a:cubicBezTo>
                    <a:pt x="1265" y="53"/>
                    <a:pt x="1079" y="133"/>
                    <a:pt x="894" y="218"/>
                  </a:cubicBezTo>
                  <a:cubicBezTo>
                    <a:pt x="740" y="287"/>
                    <a:pt x="607" y="356"/>
                    <a:pt x="457" y="404"/>
                  </a:cubicBezTo>
                  <a:cubicBezTo>
                    <a:pt x="389" y="420"/>
                    <a:pt x="336" y="457"/>
                    <a:pt x="271" y="489"/>
                  </a:cubicBezTo>
                  <a:cubicBezTo>
                    <a:pt x="219" y="505"/>
                    <a:pt x="170" y="537"/>
                    <a:pt x="102" y="558"/>
                  </a:cubicBezTo>
                  <a:cubicBezTo>
                    <a:pt x="33" y="590"/>
                    <a:pt x="1" y="622"/>
                    <a:pt x="1" y="691"/>
                  </a:cubicBezTo>
                  <a:lnTo>
                    <a:pt x="1" y="1515"/>
                  </a:lnTo>
                  <a:cubicBezTo>
                    <a:pt x="1" y="1547"/>
                    <a:pt x="17" y="1584"/>
                    <a:pt x="33" y="1632"/>
                  </a:cubicBezTo>
                  <a:lnTo>
                    <a:pt x="53" y="1632"/>
                  </a:lnTo>
                  <a:lnTo>
                    <a:pt x="235" y="1567"/>
                  </a:lnTo>
                  <a:cubicBezTo>
                    <a:pt x="372" y="1515"/>
                    <a:pt x="506" y="1446"/>
                    <a:pt x="659" y="1398"/>
                  </a:cubicBezTo>
                  <a:cubicBezTo>
                    <a:pt x="724" y="1366"/>
                    <a:pt x="809" y="1329"/>
                    <a:pt x="877" y="1313"/>
                  </a:cubicBezTo>
                  <a:cubicBezTo>
                    <a:pt x="1043" y="1228"/>
                    <a:pt x="1213" y="1164"/>
                    <a:pt x="1382" y="1111"/>
                  </a:cubicBezTo>
                  <a:cubicBezTo>
                    <a:pt x="1483" y="1079"/>
                    <a:pt x="1516" y="1026"/>
                    <a:pt x="1516" y="909"/>
                  </a:cubicBezTo>
                  <a:lnTo>
                    <a:pt x="1516" y="638"/>
                  </a:lnTo>
                  <a:cubicBezTo>
                    <a:pt x="1516" y="505"/>
                    <a:pt x="1516" y="372"/>
                    <a:pt x="1500" y="234"/>
                  </a:cubicBezTo>
                  <a:cubicBezTo>
                    <a:pt x="1500" y="234"/>
                    <a:pt x="1500" y="218"/>
                    <a:pt x="1483" y="218"/>
                  </a:cubicBezTo>
                  <a:lnTo>
                    <a:pt x="1467" y="234"/>
                  </a:lnTo>
                  <a:cubicBezTo>
                    <a:pt x="1483" y="372"/>
                    <a:pt x="1483" y="505"/>
                    <a:pt x="1483" y="638"/>
                  </a:cubicBezTo>
                  <a:lnTo>
                    <a:pt x="1483" y="909"/>
                  </a:lnTo>
                  <a:cubicBezTo>
                    <a:pt x="1500" y="1010"/>
                    <a:pt x="1467" y="1042"/>
                    <a:pt x="1382" y="1079"/>
                  </a:cubicBezTo>
                  <a:cubicBezTo>
                    <a:pt x="1197" y="1143"/>
                    <a:pt x="1027" y="1212"/>
                    <a:pt x="877" y="1281"/>
                  </a:cubicBezTo>
                  <a:cubicBezTo>
                    <a:pt x="793" y="1313"/>
                    <a:pt x="724" y="1345"/>
                    <a:pt x="639" y="1382"/>
                  </a:cubicBezTo>
                  <a:cubicBezTo>
                    <a:pt x="506" y="1430"/>
                    <a:pt x="356" y="1483"/>
                    <a:pt x="219" y="1547"/>
                  </a:cubicBezTo>
                  <a:lnTo>
                    <a:pt x="53" y="1616"/>
                  </a:lnTo>
                  <a:cubicBezTo>
                    <a:pt x="33" y="1567"/>
                    <a:pt x="17" y="1547"/>
                    <a:pt x="17" y="1515"/>
                  </a:cubicBezTo>
                  <a:cubicBezTo>
                    <a:pt x="33" y="1228"/>
                    <a:pt x="33" y="962"/>
                    <a:pt x="17" y="691"/>
                  </a:cubicBezTo>
                  <a:cubicBezTo>
                    <a:pt x="17" y="638"/>
                    <a:pt x="53" y="606"/>
                    <a:pt x="118" y="590"/>
                  </a:cubicBezTo>
                  <a:cubicBezTo>
                    <a:pt x="170" y="558"/>
                    <a:pt x="235" y="537"/>
                    <a:pt x="288" y="505"/>
                  </a:cubicBezTo>
                  <a:cubicBezTo>
                    <a:pt x="336" y="473"/>
                    <a:pt x="405" y="457"/>
                    <a:pt x="473" y="420"/>
                  </a:cubicBezTo>
                  <a:cubicBezTo>
                    <a:pt x="607" y="372"/>
                    <a:pt x="760" y="303"/>
                    <a:pt x="894" y="255"/>
                  </a:cubicBezTo>
                  <a:cubicBezTo>
                    <a:pt x="1079" y="170"/>
                    <a:pt x="1265" y="85"/>
                    <a:pt x="1467" y="16"/>
                  </a:cubicBezTo>
                  <a:lnTo>
                    <a:pt x="14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1"/>
            <p:cNvSpPr/>
            <p:nvPr/>
          </p:nvSpPr>
          <p:spPr>
            <a:xfrm>
              <a:off x="1643857" y="3160220"/>
              <a:ext cx="6853" cy="72706"/>
            </a:xfrm>
            <a:custGeom>
              <a:rect b="b" l="l" r="r" t="t"/>
              <a:pathLst>
                <a:path extrusionOk="0" h="732" w="69">
                  <a:moveTo>
                    <a:pt x="49" y="1"/>
                  </a:moveTo>
                  <a:cubicBezTo>
                    <a:pt x="44" y="1"/>
                    <a:pt x="37" y="8"/>
                    <a:pt x="37" y="8"/>
                  </a:cubicBezTo>
                  <a:cubicBezTo>
                    <a:pt x="16" y="125"/>
                    <a:pt x="16" y="246"/>
                    <a:pt x="16" y="363"/>
                  </a:cubicBezTo>
                  <a:lnTo>
                    <a:pt x="16" y="582"/>
                  </a:lnTo>
                  <a:lnTo>
                    <a:pt x="16" y="630"/>
                  </a:lnTo>
                  <a:cubicBezTo>
                    <a:pt x="16" y="650"/>
                    <a:pt x="37" y="683"/>
                    <a:pt x="16" y="715"/>
                  </a:cubicBezTo>
                  <a:cubicBezTo>
                    <a:pt x="0" y="715"/>
                    <a:pt x="0" y="715"/>
                    <a:pt x="16" y="731"/>
                  </a:cubicBezTo>
                  <a:lnTo>
                    <a:pt x="37" y="715"/>
                  </a:lnTo>
                  <a:cubicBezTo>
                    <a:pt x="53" y="683"/>
                    <a:pt x="53" y="650"/>
                    <a:pt x="53" y="614"/>
                  </a:cubicBezTo>
                  <a:lnTo>
                    <a:pt x="53" y="582"/>
                  </a:lnTo>
                  <a:lnTo>
                    <a:pt x="53" y="363"/>
                  </a:lnTo>
                  <a:cubicBezTo>
                    <a:pt x="53" y="246"/>
                    <a:pt x="53" y="125"/>
                    <a:pt x="69" y="8"/>
                  </a:cubicBezTo>
                  <a:lnTo>
                    <a:pt x="53" y="8"/>
                  </a:lnTo>
                  <a:cubicBezTo>
                    <a:pt x="53" y="3"/>
                    <a:pt x="51"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1"/>
            <p:cNvSpPr/>
            <p:nvPr/>
          </p:nvSpPr>
          <p:spPr>
            <a:xfrm>
              <a:off x="1443220" y="2602808"/>
              <a:ext cx="5264" cy="71911"/>
            </a:xfrm>
            <a:custGeom>
              <a:rect b="b" l="l" r="r" t="t"/>
              <a:pathLst>
                <a:path extrusionOk="0" h="724" w="53">
                  <a:moveTo>
                    <a:pt x="17" y="1"/>
                  </a:moveTo>
                  <a:lnTo>
                    <a:pt x="17" y="267"/>
                  </a:lnTo>
                  <a:cubicBezTo>
                    <a:pt x="17" y="421"/>
                    <a:pt x="17" y="554"/>
                    <a:pt x="0" y="708"/>
                  </a:cubicBezTo>
                  <a:cubicBezTo>
                    <a:pt x="0" y="708"/>
                    <a:pt x="0" y="724"/>
                    <a:pt x="17" y="724"/>
                  </a:cubicBezTo>
                  <a:cubicBezTo>
                    <a:pt x="17" y="724"/>
                    <a:pt x="37" y="724"/>
                    <a:pt x="37" y="708"/>
                  </a:cubicBezTo>
                  <a:cubicBezTo>
                    <a:pt x="53" y="554"/>
                    <a:pt x="53" y="421"/>
                    <a:pt x="37" y="26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1"/>
            <p:cNvSpPr/>
            <p:nvPr/>
          </p:nvSpPr>
          <p:spPr>
            <a:xfrm>
              <a:off x="687655" y="1933953"/>
              <a:ext cx="132102" cy="192293"/>
            </a:xfrm>
            <a:custGeom>
              <a:rect b="b" l="l" r="r" t="t"/>
              <a:pathLst>
                <a:path extrusionOk="0" h="1936" w="1330">
                  <a:moveTo>
                    <a:pt x="1261" y="1"/>
                  </a:moveTo>
                  <a:lnTo>
                    <a:pt x="1261" y="17"/>
                  </a:lnTo>
                  <a:cubicBezTo>
                    <a:pt x="1297" y="219"/>
                    <a:pt x="1297" y="251"/>
                    <a:pt x="1160" y="320"/>
                  </a:cubicBezTo>
                  <a:cubicBezTo>
                    <a:pt x="1059" y="372"/>
                    <a:pt x="958" y="437"/>
                    <a:pt x="857" y="489"/>
                  </a:cubicBezTo>
                  <a:cubicBezTo>
                    <a:pt x="691" y="590"/>
                    <a:pt x="506" y="691"/>
                    <a:pt x="320" y="776"/>
                  </a:cubicBezTo>
                  <a:cubicBezTo>
                    <a:pt x="304" y="792"/>
                    <a:pt x="271" y="809"/>
                    <a:pt x="251" y="825"/>
                  </a:cubicBezTo>
                  <a:cubicBezTo>
                    <a:pt x="203" y="857"/>
                    <a:pt x="170" y="877"/>
                    <a:pt x="102" y="893"/>
                  </a:cubicBezTo>
                  <a:cubicBezTo>
                    <a:pt x="49" y="910"/>
                    <a:pt x="1" y="942"/>
                    <a:pt x="1" y="1027"/>
                  </a:cubicBezTo>
                  <a:lnTo>
                    <a:pt x="1" y="1362"/>
                  </a:lnTo>
                  <a:cubicBezTo>
                    <a:pt x="1" y="1548"/>
                    <a:pt x="1" y="1750"/>
                    <a:pt x="17" y="1936"/>
                  </a:cubicBezTo>
                  <a:lnTo>
                    <a:pt x="49" y="1936"/>
                  </a:lnTo>
                  <a:cubicBezTo>
                    <a:pt x="17" y="1750"/>
                    <a:pt x="33" y="1548"/>
                    <a:pt x="33" y="1362"/>
                  </a:cubicBezTo>
                  <a:lnTo>
                    <a:pt x="33" y="1027"/>
                  </a:lnTo>
                  <a:cubicBezTo>
                    <a:pt x="33" y="958"/>
                    <a:pt x="69" y="926"/>
                    <a:pt x="118" y="926"/>
                  </a:cubicBezTo>
                  <a:cubicBezTo>
                    <a:pt x="170" y="910"/>
                    <a:pt x="219" y="877"/>
                    <a:pt x="271" y="841"/>
                  </a:cubicBezTo>
                  <a:cubicBezTo>
                    <a:pt x="287" y="825"/>
                    <a:pt x="304" y="825"/>
                    <a:pt x="336" y="809"/>
                  </a:cubicBezTo>
                  <a:cubicBezTo>
                    <a:pt x="522" y="708"/>
                    <a:pt x="708" y="607"/>
                    <a:pt x="877" y="506"/>
                  </a:cubicBezTo>
                  <a:lnTo>
                    <a:pt x="1180" y="352"/>
                  </a:lnTo>
                  <a:cubicBezTo>
                    <a:pt x="1314" y="271"/>
                    <a:pt x="1330" y="235"/>
                    <a:pt x="1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1"/>
            <p:cNvSpPr/>
            <p:nvPr/>
          </p:nvSpPr>
          <p:spPr>
            <a:xfrm>
              <a:off x="2080390" y="2529009"/>
              <a:ext cx="106774" cy="279401"/>
            </a:xfrm>
            <a:custGeom>
              <a:rect b="b" l="l" r="r" t="t"/>
              <a:pathLst>
                <a:path extrusionOk="0" h="2813" w="1075">
                  <a:moveTo>
                    <a:pt x="65" y="0"/>
                  </a:moveTo>
                  <a:cubicBezTo>
                    <a:pt x="33" y="37"/>
                    <a:pt x="33" y="69"/>
                    <a:pt x="33" y="101"/>
                  </a:cubicBezTo>
                  <a:lnTo>
                    <a:pt x="33" y="118"/>
                  </a:lnTo>
                  <a:lnTo>
                    <a:pt x="33" y="255"/>
                  </a:lnTo>
                  <a:cubicBezTo>
                    <a:pt x="33" y="320"/>
                    <a:pt x="49" y="388"/>
                    <a:pt x="33" y="457"/>
                  </a:cubicBezTo>
                  <a:cubicBezTo>
                    <a:pt x="0" y="744"/>
                    <a:pt x="65" y="994"/>
                    <a:pt x="251" y="1265"/>
                  </a:cubicBezTo>
                  <a:cubicBezTo>
                    <a:pt x="368" y="1431"/>
                    <a:pt x="489" y="1616"/>
                    <a:pt x="590" y="1802"/>
                  </a:cubicBezTo>
                  <a:cubicBezTo>
                    <a:pt x="707" y="1988"/>
                    <a:pt x="824" y="2174"/>
                    <a:pt x="942" y="2339"/>
                  </a:cubicBezTo>
                  <a:cubicBezTo>
                    <a:pt x="1043" y="2493"/>
                    <a:pt x="1043" y="2626"/>
                    <a:pt x="1010" y="2796"/>
                  </a:cubicBezTo>
                  <a:lnTo>
                    <a:pt x="1010" y="2812"/>
                  </a:lnTo>
                  <a:lnTo>
                    <a:pt x="1026" y="2812"/>
                  </a:lnTo>
                  <a:cubicBezTo>
                    <a:pt x="1075" y="2626"/>
                    <a:pt x="1075" y="2493"/>
                    <a:pt x="958" y="2323"/>
                  </a:cubicBezTo>
                  <a:cubicBezTo>
                    <a:pt x="841" y="2158"/>
                    <a:pt x="723" y="1972"/>
                    <a:pt x="622" y="1786"/>
                  </a:cubicBezTo>
                  <a:cubicBezTo>
                    <a:pt x="505" y="1600"/>
                    <a:pt x="388" y="1414"/>
                    <a:pt x="267" y="1249"/>
                  </a:cubicBezTo>
                  <a:cubicBezTo>
                    <a:pt x="85" y="978"/>
                    <a:pt x="17" y="724"/>
                    <a:pt x="65" y="473"/>
                  </a:cubicBezTo>
                  <a:lnTo>
                    <a:pt x="65" y="255"/>
                  </a:lnTo>
                  <a:cubicBezTo>
                    <a:pt x="65" y="219"/>
                    <a:pt x="49" y="170"/>
                    <a:pt x="65" y="118"/>
                  </a:cubicBezTo>
                  <a:lnTo>
                    <a:pt x="65" y="101"/>
                  </a:lnTo>
                  <a:cubicBezTo>
                    <a:pt x="49" y="69"/>
                    <a:pt x="49" y="37"/>
                    <a:pt x="85" y="17"/>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1"/>
            <p:cNvSpPr/>
            <p:nvPr/>
          </p:nvSpPr>
          <p:spPr>
            <a:xfrm>
              <a:off x="1264237" y="3251797"/>
              <a:ext cx="210768" cy="153656"/>
            </a:xfrm>
            <a:custGeom>
              <a:rect b="b" l="l" r="r" t="t"/>
              <a:pathLst>
                <a:path extrusionOk="0" h="1547" w="2122">
                  <a:moveTo>
                    <a:pt x="1438" y="1"/>
                  </a:moveTo>
                  <a:cubicBezTo>
                    <a:pt x="1421" y="1"/>
                    <a:pt x="1403" y="5"/>
                    <a:pt x="1382" y="11"/>
                  </a:cubicBezTo>
                  <a:lnTo>
                    <a:pt x="1148" y="80"/>
                  </a:lnTo>
                  <a:cubicBezTo>
                    <a:pt x="809" y="197"/>
                    <a:pt x="457" y="314"/>
                    <a:pt x="102" y="435"/>
                  </a:cubicBezTo>
                  <a:cubicBezTo>
                    <a:pt x="21" y="451"/>
                    <a:pt x="1" y="516"/>
                    <a:pt x="1" y="585"/>
                  </a:cubicBezTo>
                  <a:lnTo>
                    <a:pt x="1" y="1223"/>
                  </a:lnTo>
                  <a:lnTo>
                    <a:pt x="1" y="1477"/>
                  </a:lnTo>
                  <a:lnTo>
                    <a:pt x="37" y="1477"/>
                  </a:lnTo>
                  <a:lnTo>
                    <a:pt x="37" y="1223"/>
                  </a:lnTo>
                  <a:lnTo>
                    <a:pt x="37" y="585"/>
                  </a:lnTo>
                  <a:cubicBezTo>
                    <a:pt x="37" y="516"/>
                    <a:pt x="53" y="484"/>
                    <a:pt x="122" y="451"/>
                  </a:cubicBezTo>
                  <a:cubicBezTo>
                    <a:pt x="473" y="350"/>
                    <a:pt x="829" y="233"/>
                    <a:pt x="1164" y="112"/>
                  </a:cubicBezTo>
                  <a:lnTo>
                    <a:pt x="1382" y="31"/>
                  </a:lnTo>
                  <a:cubicBezTo>
                    <a:pt x="1435" y="31"/>
                    <a:pt x="1467" y="31"/>
                    <a:pt x="1499" y="64"/>
                  </a:cubicBezTo>
                  <a:cubicBezTo>
                    <a:pt x="1617" y="148"/>
                    <a:pt x="1738" y="266"/>
                    <a:pt x="1839" y="367"/>
                  </a:cubicBezTo>
                  <a:cubicBezTo>
                    <a:pt x="1903" y="451"/>
                    <a:pt x="1988" y="536"/>
                    <a:pt x="2073" y="601"/>
                  </a:cubicBezTo>
                  <a:cubicBezTo>
                    <a:pt x="2089" y="617"/>
                    <a:pt x="2089" y="637"/>
                    <a:pt x="2089" y="670"/>
                  </a:cubicBezTo>
                  <a:lnTo>
                    <a:pt x="2089" y="920"/>
                  </a:lnTo>
                  <a:lnTo>
                    <a:pt x="2089" y="1425"/>
                  </a:lnTo>
                  <a:cubicBezTo>
                    <a:pt x="2089" y="1445"/>
                    <a:pt x="2073" y="1461"/>
                    <a:pt x="2073" y="1494"/>
                  </a:cubicBezTo>
                  <a:cubicBezTo>
                    <a:pt x="2073" y="1494"/>
                    <a:pt x="2073" y="1510"/>
                    <a:pt x="2057" y="1526"/>
                  </a:cubicBezTo>
                  <a:lnTo>
                    <a:pt x="2073" y="1546"/>
                  </a:lnTo>
                  <a:lnTo>
                    <a:pt x="2089" y="1526"/>
                  </a:lnTo>
                  <a:lnTo>
                    <a:pt x="2089" y="1494"/>
                  </a:lnTo>
                  <a:cubicBezTo>
                    <a:pt x="2105" y="1477"/>
                    <a:pt x="2105" y="1461"/>
                    <a:pt x="2105" y="1425"/>
                  </a:cubicBezTo>
                  <a:cubicBezTo>
                    <a:pt x="2121" y="1259"/>
                    <a:pt x="2121" y="1090"/>
                    <a:pt x="2121" y="920"/>
                  </a:cubicBezTo>
                  <a:lnTo>
                    <a:pt x="2121" y="670"/>
                  </a:lnTo>
                  <a:cubicBezTo>
                    <a:pt x="2121" y="637"/>
                    <a:pt x="2121" y="601"/>
                    <a:pt x="2089" y="585"/>
                  </a:cubicBezTo>
                  <a:cubicBezTo>
                    <a:pt x="2004" y="500"/>
                    <a:pt x="1919" y="435"/>
                    <a:pt x="1855" y="350"/>
                  </a:cubicBezTo>
                  <a:cubicBezTo>
                    <a:pt x="1754" y="249"/>
                    <a:pt x="1637" y="132"/>
                    <a:pt x="1516" y="31"/>
                  </a:cubicBezTo>
                  <a:cubicBezTo>
                    <a:pt x="1486" y="9"/>
                    <a:pt x="1463" y="1"/>
                    <a:pt x="1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1"/>
            <p:cNvSpPr/>
            <p:nvPr/>
          </p:nvSpPr>
          <p:spPr>
            <a:xfrm>
              <a:off x="610678" y="3050664"/>
              <a:ext cx="1689" cy="75487"/>
            </a:xfrm>
            <a:custGeom>
              <a:rect b="b" l="l" r="r" t="t"/>
              <a:pathLst>
                <a:path extrusionOk="0" h="760" w="17">
                  <a:moveTo>
                    <a:pt x="0" y="0"/>
                  </a:moveTo>
                  <a:lnTo>
                    <a:pt x="0" y="743"/>
                  </a:lnTo>
                  <a:lnTo>
                    <a:pt x="0" y="760"/>
                  </a:lnTo>
                  <a:cubicBezTo>
                    <a:pt x="16" y="760"/>
                    <a:pt x="16" y="743"/>
                    <a:pt x="16" y="743"/>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1"/>
            <p:cNvSpPr/>
            <p:nvPr/>
          </p:nvSpPr>
          <p:spPr>
            <a:xfrm>
              <a:off x="2081979" y="3370888"/>
              <a:ext cx="105185" cy="358762"/>
            </a:xfrm>
            <a:custGeom>
              <a:rect b="b" l="l" r="r" t="t"/>
              <a:pathLst>
                <a:path extrusionOk="0" h="3612" w="1059">
                  <a:moveTo>
                    <a:pt x="55" y="1"/>
                  </a:moveTo>
                  <a:cubicBezTo>
                    <a:pt x="49" y="1"/>
                    <a:pt x="49" y="8"/>
                    <a:pt x="49" y="8"/>
                  </a:cubicBezTo>
                  <a:cubicBezTo>
                    <a:pt x="1" y="125"/>
                    <a:pt x="17" y="262"/>
                    <a:pt x="17" y="379"/>
                  </a:cubicBezTo>
                  <a:lnTo>
                    <a:pt x="17" y="581"/>
                  </a:lnTo>
                  <a:cubicBezTo>
                    <a:pt x="17" y="614"/>
                    <a:pt x="33" y="630"/>
                    <a:pt x="69" y="666"/>
                  </a:cubicBezTo>
                  <a:lnTo>
                    <a:pt x="170" y="783"/>
                  </a:lnTo>
                  <a:cubicBezTo>
                    <a:pt x="372" y="1018"/>
                    <a:pt x="590" y="1272"/>
                    <a:pt x="792" y="1507"/>
                  </a:cubicBezTo>
                  <a:cubicBezTo>
                    <a:pt x="808" y="1523"/>
                    <a:pt x="825" y="1559"/>
                    <a:pt x="841" y="1575"/>
                  </a:cubicBezTo>
                  <a:cubicBezTo>
                    <a:pt x="893" y="1624"/>
                    <a:pt x="926" y="1692"/>
                    <a:pt x="994" y="1725"/>
                  </a:cubicBezTo>
                  <a:cubicBezTo>
                    <a:pt x="1010" y="1741"/>
                    <a:pt x="1010" y="1761"/>
                    <a:pt x="1010" y="1793"/>
                  </a:cubicBezTo>
                  <a:cubicBezTo>
                    <a:pt x="1010" y="1979"/>
                    <a:pt x="1027" y="2145"/>
                    <a:pt x="1027" y="2331"/>
                  </a:cubicBezTo>
                  <a:lnTo>
                    <a:pt x="1027" y="2872"/>
                  </a:lnTo>
                  <a:lnTo>
                    <a:pt x="1027" y="3207"/>
                  </a:lnTo>
                  <a:lnTo>
                    <a:pt x="1027" y="3409"/>
                  </a:lnTo>
                  <a:lnTo>
                    <a:pt x="1027" y="3425"/>
                  </a:lnTo>
                  <a:cubicBezTo>
                    <a:pt x="1027" y="3494"/>
                    <a:pt x="1027" y="3542"/>
                    <a:pt x="978" y="3579"/>
                  </a:cubicBezTo>
                  <a:lnTo>
                    <a:pt x="978" y="3611"/>
                  </a:lnTo>
                  <a:lnTo>
                    <a:pt x="994" y="3611"/>
                  </a:lnTo>
                  <a:cubicBezTo>
                    <a:pt x="1059" y="3559"/>
                    <a:pt x="1059" y="3494"/>
                    <a:pt x="1059" y="3425"/>
                  </a:cubicBezTo>
                  <a:lnTo>
                    <a:pt x="1059" y="3409"/>
                  </a:lnTo>
                  <a:lnTo>
                    <a:pt x="1059" y="3207"/>
                  </a:lnTo>
                  <a:lnTo>
                    <a:pt x="1059" y="2872"/>
                  </a:lnTo>
                  <a:cubicBezTo>
                    <a:pt x="1059" y="2702"/>
                    <a:pt x="1043" y="2516"/>
                    <a:pt x="1043" y="2331"/>
                  </a:cubicBezTo>
                  <a:lnTo>
                    <a:pt x="1043" y="1793"/>
                  </a:lnTo>
                  <a:cubicBezTo>
                    <a:pt x="1043" y="1777"/>
                    <a:pt x="1043" y="1725"/>
                    <a:pt x="1010" y="1708"/>
                  </a:cubicBezTo>
                  <a:cubicBezTo>
                    <a:pt x="942" y="1676"/>
                    <a:pt x="909" y="1624"/>
                    <a:pt x="857" y="1559"/>
                  </a:cubicBezTo>
                  <a:cubicBezTo>
                    <a:pt x="841" y="1539"/>
                    <a:pt x="825" y="1507"/>
                    <a:pt x="808" y="1490"/>
                  </a:cubicBezTo>
                  <a:cubicBezTo>
                    <a:pt x="606" y="1256"/>
                    <a:pt x="388" y="1002"/>
                    <a:pt x="186" y="767"/>
                  </a:cubicBezTo>
                  <a:lnTo>
                    <a:pt x="101" y="650"/>
                  </a:lnTo>
                  <a:lnTo>
                    <a:pt x="85" y="630"/>
                  </a:lnTo>
                  <a:cubicBezTo>
                    <a:pt x="69" y="614"/>
                    <a:pt x="49" y="598"/>
                    <a:pt x="49" y="581"/>
                  </a:cubicBezTo>
                  <a:lnTo>
                    <a:pt x="49" y="379"/>
                  </a:lnTo>
                  <a:cubicBezTo>
                    <a:pt x="33" y="262"/>
                    <a:pt x="33" y="145"/>
                    <a:pt x="69" y="24"/>
                  </a:cubicBezTo>
                  <a:lnTo>
                    <a:pt x="69" y="8"/>
                  </a:lnTo>
                  <a:cubicBezTo>
                    <a:pt x="62" y="2"/>
                    <a:pt x="58" y="1"/>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1"/>
            <p:cNvSpPr/>
            <p:nvPr/>
          </p:nvSpPr>
          <p:spPr>
            <a:xfrm>
              <a:off x="1819563" y="3650885"/>
              <a:ext cx="4966" cy="70322"/>
            </a:xfrm>
            <a:custGeom>
              <a:rect b="b" l="l" r="r" t="t"/>
              <a:pathLst>
                <a:path extrusionOk="0" h="708" w="50">
                  <a:moveTo>
                    <a:pt x="33" y="0"/>
                  </a:moveTo>
                  <a:lnTo>
                    <a:pt x="17" y="17"/>
                  </a:lnTo>
                  <a:cubicBezTo>
                    <a:pt x="1" y="118"/>
                    <a:pt x="1" y="235"/>
                    <a:pt x="17" y="356"/>
                  </a:cubicBezTo>
                  <a:lnTo>
                    <a:pt x="17" y="558"/>
                  </a:lnTo>
                  <a:lnTo>
                    <a:pt x="17" y="606"/>
                  </a:lnTo>
                  <a:cubicBezTo>
                    <a:pt x="17" y="639"/>
                    <a:pt x="17" y="659"/>
                    <a:pt x="1" y="691"/>
                  </a:cubicBezTo>
                  <a:lnTo>
                    <a:pt x="1" y="707"/>
                  </a:lnTo>
                  <a:lnTo>
                    <a:pt x="17" y="707"/>
                  </a:lnTo>
                  <a:cubicBezTo>
                    <a:pt x="49" y="675"/>
                    <a:pt x="33" y="639"/>
                    <a:pt x="33" y="606"/>
                  </a:cubicBezTo>
                  <a:lnTo>
                    <a:pt x="33" y="558"/>
                  </a:lnTo>
                  <a:lnTo>
                    <a:pt x="33" y="356"/>
                  </a:lnTo>
                  <a:cubicBezTo>
                    <a:pt x="33" y="235"/>
                    <a:pt x="33" y="134"/>
                    <a:pt x="49" y="17"/>
                  </a:cubicBezTo>
                  <a:cubicBezTo>
                    <a:pt x="49" y="17"/>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1"/>
            <p:cNvSpPr/>
            <p:nvPr/>
          </p:nvSpPr>
          <p:spPr>
            <a:xfrm>
              <a:off x="687655" y="3609169"/>
              <a:ext cx="132102" cy="125249"/>
            </a:xfrm>
            <a:custGeom>
              <a:rect b="b" l="l" r="r" t="t"/>
              <a:pathLst>
                <a:path extrusionOk="0" h="1261" w="1330">
                  <a:moveTo>
                    <a:pt x="1314" y="0"/>
                  </a:moveTo>
                  <a:cubicBezTo>
                    <a:pt x="857" y="117"/>
                    <a:pt x="437" y="235"/>
                    <a:pt x="17" y="388"/>
                  </a:cubicBezTo>
                  <a:lnTo>
                    <a:pt x="1" y="388"/>
                  </a:lnTo>
                  <a:lnTo>
                    <a:pt x="1" y="1244"/>
                  </a:lnTo>
                  <a:cubicBezTo>
                    <a:pt x="1" y="1261"/>
                    <a:pt x="17" y="1261"/>
                    <a:pt x="17" y="1261"/>
                  </a:cubicBezTo>
                  <a:cubicBezTo>
                    <a:pt x="17" y="1261"/>
                    <a:pt x="33" y="1261"/>
                    <a:pt x="33" y="1244"/>
                  </a:cubicBezTo>
                  <a:lnTo>
                    <a:pt x="33" y="404"/>
                  </a:lnTo>
                  <a:cubicBezTo>
                    <a:pt x="453" y="271"/>
                    <a:pt x="877" y="134"/>
                    <a:pt x="1314" y="16"/>
                  </a:cubicBezTo>
                  <a:cubicBezTo>
                    <a:pt x="1330" y="16"/>
                    <a:pt x="1330" y="16"/>
                    <a:pt x="1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1"/>
            <p:cNvSpPr/>
            <p:nvPr/>
          </p:nvSpPr>
          <p:spPr>
            <a:xfrm>
              <a:off x="1739308" y="2644524"/>
              <a:ext cx="162198" cy="274137"/>
            </a:xfrm>
            <a:custGeom>
              <a:rect b="b" l="l" r="r" t="t"/>
              <a:pathLst>
                <a:path extrusionOk="0" h="2760" w="1633">
                  <a:moveTo>
                    <a:pt x="49" y="1"/>
                  </a:moveTo>
                  <a:cubicBezTo>
                    <a:pt x="1" y="33"/>
                    <a:pt x="1" y="86"/>
                    <a:pt x="1" y="134"/>
                  </a:cubicBezTo>
                  <a:lnTo>
                    <a:pt x="1" y="150"/>
                  </a:lnTo>
                  <a:cubicBezTo>
                    <a:pt x="1" y="692"/>
                    <a:pt x="1" y="708"/>
                    <a:pt x="336" y="1112"/>
                  </a:cubicBezTo>
                  <a:lnTo>
                    <a:pt x="352" y="1128"/>
                  </a:lnTo>
                  <a:cubicBezTo>
                    <a:pt x="469" y="1298"/>
                    <a:pt x="607" y="1479"/>
                    <a:pt x="740" y="1649"/>
                  </a:cubicBezTo>
                  <a:cubicBezTo>
                    <a:pt x="910" y="1867"/>
                    <a:pt x="1095" y="2106"/>
                    <a:pt x="1277" y="2340"/>
                  </a:cubicBezTo>
                  <a:cubicBezTo>
                    <a:pt x="1314" y="2372"/>
                    <a:pt x="1346" y="2425"/>
                    <a:pt x="1378" y="2473"/>
                  </a:cubicBezTo>
                  <a:cubicBezTo>
                    <a:pt x="1447" y="2574"/>
                    <a:pt x="1516" y="2675"/>
                    <a:pt x="1616" y="2760"/>
                  </a:cubicBezTo>
                  <a:lnTo>
                    <a:pt x="1633" y="2760"/>
                  </a:lnTo>
                  <a:lnTo>
                    <a:pt x="1633" y="2744"/>
                  </a:lnTo>
                  <a:cubicBezTo>
                    <a:pt x="1532" y="2659"/>
                    <a:pt x="1463" y="2558"/>
                    <a:pt x="1398" y="2457"/>
                  </a:cubicBezTo>
                  <a:cubicBezTo>
                    <a:pt x="1362" y="2409"/>
                    <a:pt x="1330" y="2356"/>
                    <a:pt x="1297" y="2324"/>
                  </a:cubicBezTo>
                  <a:cubicBezTo>
                    <a:pt x="1112" y="2085"/>
                    <a:pt x="926" y="1851"/>
                    <a:pt x="756" y="1633"/>
                  </a:cubicBezTo>
                  <a:cubicBezTo>
                    <a:pt x="639" y="1463"/>
                    <a:pt x="506" y="1277"/>
                    <a:pt x="368" y="1112"/>
                  </a:cubicBezTo>
                  <a:lnTo>
                    <a:pt x="352" y="1096"/>
                  </a:lnTo>
                  <a:cubicBezTo>
                    <a:pt x="33" y="692"/>
                    <a:pt x="33" y="692"/>
                    <a:pt x="33" y="150"/>
                  </a:cubicBezTo>
                  <a:lnTo>
                    <a:pt x="33" y="134"/>
                  </a:lnTo>
                  <a:cubicBezTo>
                    <a:pt x="33" y="86"/>
                    <a:pt x="33" y="49"/>
                    <a:pt x="65" y="33"/>
                  </a:cubicBezTo>
                  <a:lnTo>
                    <a:pt x="65" y="17"/>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1"/>
            <p:cNvSpPr/>
            <p:nvPr/>
          </p:nvSpPr>
          <p:spPr>
            <a:xfrm>
              <a:off x="1518608" y="3670253"/>
              <a:ext cx="76778" cy="64164"/>
            </a:xfrm>
            <a:custGeom>
              <a:rect b="b" l="l" r="r" t="t"/>
              <a:pathLst>
                <a:path extrusionOk="0" h="646" w="773">
                  <a:moveTo>
                    <a:pt x="18" y="0"/>
                  </a:moveTo>
                  <a:cubicBezTo>
                    <a:pt x="17" y="0"/>
                    <a:pt x="17" y="2"/>
                    <a:pt x="17" y="7"/>
                  </a:cubicBezTo>
                  <a:cubicBezTo>
                    <a:pt x="1" y="7"/>
                    <a:pt x="1" y="7"/>
                    <a:pt x="1" y="24"/>
                  </a:cubicBezTo>
                  <a:cubicBezTo>
                    <a:pt x="17" y="92"/>
                    <a:pt x="65" y="141"/>
                    <a:pt x="134" y="193"/>
                  </a:cubicBezTo>
                  <a:cubicBezTo>
                    <a:pt x="304" y="310"/>
                    <a:pt x="469" y="444"/>
                    <a:pt x="623" y="581"/>
                  </a:cubicBezTo>
                  <a:lnTo>
                    <a:pt x="655" y="613"/>
                  </a:lnTo>
                  <a:cubicBezTo>
                    <a:pt x="692" y="646"/>
                    <a:pt x="708" y="646"/>
                    <a:pt x="740" y="646"/>
                  </a:cubicBezTo>
                  <a:lnTo>
                    <a:pt x="756" y="646"/>
                  </a:lnTo>
                  <a:cubicBezTo>
                    <a:pt x="756" y="646"/>
                    <a:pt x="772" y="646"/>
                    <a:pt x="772" y="629"/>
                  </a:cubicBezTo>
                  <a:lnTo>
                    <a:pt x="756" y="613"/>
                  </a:lnTo>
                  <a:lnTo>
                    <a:pt x="740" y="613"/>
                  </a:lnTo>
                  <a:cubicBezTo>
                    <a:pt x="724" y="613"/>
                    <a:pt x="708" y="613"/>
                    <a:pt x="692" y="597"/>
                  </a:cubicBezTo>
                  <a:lnTo>
                    <a:pt x="639" y="565"/>
                  </a:lnTo>
                  <a:cubicBezTo>
                    <a:pt x="490" y="428"/>
                    <a:pt x="320" y="278"/>
                    <a:pt x="150" y="177"/>
                  </a:cubicBezTo>
                  <a:cubicBezTo>
                    <a:pt x="86" y="125"/>
                    <a:pt x="49" y="76"/>
                    <a:pt x="33" y="7"/>
                  </a:cubicBezTo>
                  <a:cubicBezTo>
                    <a:pt x="22" y="7"/>
                    <a:pt x="19"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1"/>
            <p:cNvSpPr/>
            <p:nvPr/>
          </p:nvSpPr>
          <p:spPr>
            <a:xfrm>
              <a:off x="517114" y="2199548"/>
              <a:ext cx="123759" cy="185936"/>
            </a:xfrm>
            <a:custGeom>
              <a:rect b="b" l="l" r="r" t="t"/>
              <a:pathLst>
                <a:path extrusionOk="0" h="1872" w="1246">
                  <a:moveTo>
                    <a:pt x="1229" y="1"/>
                  </a:moveTo>
                  <a:cubicBezTo>
                    <a:pt x="1160" y="122"/>
                    <a:pt x="1180" y="255"/>
                    <a:pt x="1197" y="324"/>
                  </a:cubicBezTo>
                  <a:cubicBezTo>
                    <a:pt x="1213" y="490"/>
                    <a:pt x="1213" y="643"/>
                    <a:pt x="1197" y="793"/>
                  </a:cubicBezTo>
                  <a:cubicBezTo>
                    <a:pt x="1197" y="930"/>
                    <a:pt x="1197" y="1063"/>
                    <a:pt x="1213" y="1197"/>
                  </a:cubicBezTo>
                  <a:cubicBezTo>
                    <a:pt x="1213" y="1249"/>
                    <a:pt x="1197" y="1281"/>
                    <a:pt x="1144" y="1298"/>
                  </a:cubicBezTo>
                  <a:cubicBezTo>
                    <a:pt x="910" y="1399"/>
                    <a:pt x="675" y="1516"/>
                    <a:pt x="453" y="1637"/>
                  </a:cubicBezTo>
                  <a:cubicBezTo>
                    <a:pt x="320" y="1702"/>
                    <a:pt x="170" y="1786"/>
                    <a:pt x="17" y="1855"/>
                  </a:cubicBezTo>
                  <a:cubicBezTo>
                    <a:pt x="1" y="1855"/>
                    <a:pt x="1" y="1855"/>
                    <a:pt x="1" y="1871"/>
                  </a:cubicBezTo>
                  <a:lnTo>
                    <a:pt x="17" y="1871"/>
                  </a:lnTo>
                  <a:cubicBezTo>
                    <a:pt x="170" y="1803"/>
                    <a:pt x="320" y="1718"/>
                    <a:pt x="473" y="1653"/>
                  </a:cubicBezTo>
                  <a:cubicBezTo>
                    <a:pt x="692" y="1536"/>
                    <a:pt x="926" y="1415"/>
                    <a:pt x="1160" y="1314"/>
                  </a:cubicBezTo>
                  <a:cubicBezTo>
                    <a:pt x="1213" y="1298"/>
                    <a:pt x="1245" y="1249"/>
                    <a:pt x="1229" y="1197"/>
                  </a:cubicBezTo>
                  <a:lnTo>
                    <a:pt x="1229" y="809"/>
                  </a:lnTo>
                  <a:cubicBezTo>
                    <a:pt x="1229" y="643"/>
                    <a:pt x="1229" y="474"/>
                    <a:pt x="1213" y="324"/>
                  </a:cubicBezTo>
                  <a:cubicBezTo>
                    <a:pt x="1213" y="255"/>
                    <a:pt x="1197" y="122"/>
                    <a:pt x="1245" y="21"/>
                  </a:cubicBezTo>
                  <a:lnTo>
                    <a:pt x="12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1"/>
            <p:cNvSpPr/>
            <p:nvPr/>
          </p:nvSpPr>
          <p:spPr>
            <a:xfrm>
              <a:off x="574127" y="2748120"/>
              <a:ext cx="4867" cy="71911"/>
            </a:xfrm>
            <a:custGeom>
              <a:rect b="b" l="l" r="r" t="t"/>
              <a:pathLst>
                <a:path extrusionOk="0" h="724" w="49">
                  <a:moveTo>
                    <a:pt x="17" y="0"/>
                  </a:moveTo>
                  <a:cubicBezTo>
                    <a:pt x="0" y="0"/>
                    <a:pt x="0" y="16"/>
                    <a:pt x="0" y="16"/>
                  </a:cubicBezTo>
                  <a:cubicBezTo>
                    <a:pt x="17" y="133"/>
                    <a:pt x="17" y="255"/>
                    <a:pt x="17" y="356"/>
                  </a:cubicBezTo>
                  <a:lnTo>
                    <a:pt x="17" y="574"/>
                  </a:lnTo>
                  <a:lnTo>
                    <a:pt x="17" y="606"/>
                  </a:lnTo>
                  <a:cubicBezTo>
                    <a:pt x="17" y="638"/>
                    <a:pt x="17" y="691"/>
                    <a:pt x="33" y="723"/>
                  </a:cubicBezTo>
                  <a:lnTo>
                    <a:pt x="49" y="723"/>
                  </a:lnTo>
                  <a:lnTo>
                    <a:pt x="49" y="707"/>
                  </a:lnTo>
                  <a:cubicBezTo>
                    <a:pt x="33" y="675"/>
                    <a:pt x="33" y="638"/>
                    <a:pt x="33" y="606"/>
                  </a:cubicBezTo>
                  <a:lnTo>
                    <a:pt x="33" y="574"/>
                  </a:lnTo>
                  <a:lnTo>
                    <a:pt x="33" y="356"/>
                  </a:lnTo>
                  <a:cubicBezTo>
                    <a:pt x="33" y="255"/>
                    <a:pt x="49" y="133"/>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1"/>
            <p:cNvSpPr/>
            <p:nvPr/>
          </p:nvSpPr>
          <p:spPr>
            <a:xfrm>
              <a:off x="1411536" y="2164387"/>
              <a:ext cx="90386" cy="239572"/>
            </a:xfrm>
            <a:custGeom>
              <a:rect b="b" l="l" r="r" t="t"/>
              <a:pathLst>
                <a:path extrusionOk="0" h="2412" w="910">
                  <a:moveTo>
                    <a:pt x="49" y="0"/>
                  </a:moveTo>
                  <a:cubicBezTo>
                    <a:pt x="38" y="0"/>
                    <a:pt x="28" y="1"/>
                    <a:pt x="16" y="3"/>
                  </a:cubicBezTo>
                  <a:cubicBezTo>
                    <a:pt x="16" y="3"/>
                    <a:pt x="0" y="20"/>
                    <a:pt x="16" y="20"/>
                  </a:cubicBezTo>
                  <a:lnTo>
                    <a:pt x="16" y="238"/>
                  </a:lnTo>
                  <a:cubicBezTo>
                    <a:pt x="0" y="274"/>
                    <a:pt x="0" y="323"/>
                    <a:pt x="0" y="355"/>
                  </a:cubicBezTo>
                  <a:lnTo>
                    <a:pt x="0" y="710"/>
                  </a:lnTo>
                  <a:lnTo>
                    <a:pt x="0" y="1131"/>
                  </a:lnTo>
                  <a:cubicBezTo>
                    <a:pt x="0" y="1232"/>
                    <a:pt x="16" y="1300"/>
                    <a:pt x="69" y="1332"/>
                  </a:cubicBezTo>
                  <a:cubicBezTo>
                    <a:pt x="134" y="1365"/>
                    <a:pt x="170" y="1417"/>
                    <a:pt x="202" y="1466"/>
                  </a:cubicBezTo>
                  <a:cubicBezTo>
                    <a:pt x="218" y="1486"/>
                    <a:pt x="235" y="1502"/>
                    <a:pt x="255" y="1518"/>
                  </a:cubicBezTo>
                  <a:cubicBezTo>
                    <a:pt x="303" y="1567"/>
                    <a:pt x="336" y="1619"/>
                    <a:pt x="372" y="1668"/>
                  </a:cubicBezTo>
                  <a:cubicBezTo>
                    <a:pt x="436" y="1769"/>
                    <a:pt x="489" y="1854"/>
                    <a:pt x="590" y="1922"/>
                  </a:cubicBezTo>
                  <a:lnTo>
                    <a:pt x="606" y="1922"/>
                  </a:lnTo>
                  <a:lnTo>
                    <a:pt x="606" y="1890"/>
                  </a:lnTo>
                  <a:cubicBezTo>
                    <a:pt x="505" y="1837"/>
                    <a:pt x="457" y="1753"/>
                    <a:pt x="388" y="1668"/>
                  </a:cubicBezTo>
                  <a:cubicBezTo>
                    <a:pt x="356" y="1603"/>
                    <a:pt x="319" y="1551"/>
                    <a:pt x="271" y="1502"/>
                  </a:cubicBezTo>
                  <a:lnTo>
                    <a:pt x="218" y="1450"/>
                  </a:lnTo>
                  <a:cubicBezTo>
                    <a:pt x="186" y="1401"/>
                    <a:pt x="154" y="1349"/>
                    <a:pt x="85" y="1316"/>
                  </a:cubicBezTo>
                  <a:cubicBezTo>
                    <a:pt x="53" y="1284"/>
                    <a:pt x="16" y="1215"/>
                    <a:pt x="16" y="1131"/>
                  </a:cubicBezTo>
                  <a:cubicBezTo>
                    <a:pt x="33" y="997"/>
                    <a:pt x="33" y="844"/>
                    <a:pt x="33" y="710"/>
                  </a:cubicBezTo>
                  <a:lnTo>
                    <a:pt x="33" y="355"/>
                  </a:lnTo>
                  <a:lnTo>
                    <a:pt x="33" y="238"/>
                  </a:lnTo>
                  <a:cubicBezTo>
                    <a:pt x="33" y="173"/>
                    <a:pt x="53" y="104"/>
                    <a:pt x="33" y="36"/>
                  </a:cubicBezTo>
                  <a:cubicBezTo>
                    <a:pt x="45" y="33"/>
                    <a:pt x="56" y="32"/>
                    <a:pt x="65" y="32"/>
                  </a:cubicBezTo>
                  <a:cubicBezTo>
                    <a:pt x="112" y="32"/>
                    <a:pt x="137" y="61"/>
                    <a:pt x="154" y="104"/>
                  </a:cubicBezTo>
                  <a:lnTo>
                    <a:pt x="170" y="104"/>
                  </a:lnTo>
                  <a:cubicBezTo>
                    <a:pt x="271" y="254"/>
                    <a:pt x="388" y="407"/>
                    <a:pt x="489" y="557"/>
                  </a:cubicBezTo>
                  <a:cubicBezTo>
                    <a:pt x="590" y="710"/>
                    <a:pt x="707" y="860"/>
                    <a:pt x="808" y="1013"/>
                  </a:cubicBezTo>
                  <a:cubicBezTo>
                    <a:pt x="840" y="1046"/>
                    <a:pt x="861" y="1082"/>
                    <a:pt x="861" y="1114"/>
                  </a:cubicBezTo>
                  <a:lnTo>
                    <a:pt x="861" y="1466"/>
                  </a:lnTo>
                  <a:cubicBezTo>
                    <a:pt x="861" y="1668"/>
                    <a:pt x="877" y="1890"/>
                    <a:pt x="840" y="2108"/>
                  </a:cubicBezTo>
                  <a:cubicBezTo>
                    <a:pt x="840" y="2193"/>
                    <a:pt x="824" y="2294"/>
                    <a:pt x="877" y="2395"/>
                  </a:cubicBezTo>
                  <a:lnTo>
                    <a:pt x="893" y="2411"/>
                  </a:lnTo>
                  <a:cubicBezTo>
                    <a:pt x="893" y="2395"/>
                    <a:pt x="909" y="2395"/>
                    <a:pt x="893" y="2395"/>
                  </a:cubicBezTo>
                  <a:cubicBezTo>
                    <a:pt x="861" y="2294"/>
                    <a:pt x="861" y="2193"/>
                    <a:pt x="877" y="2108"/>
                  </a:cubicBezTo>
                  <a:cubicBezTo>
                    <a:pt x="893" y="1890"/>
                    <a:pt x="893" y="1668"/>
                    <a:pt x="893" y="1466"/>
                  </a:cubicBezTo>
                  <a:lnTo>
                    <a:pt x="893" y="1131"/>
                  </a:lnTo>
                  <a:cubicBezTo>
                    <a:pt x="893" y="1062"/>
                    <a:pt x="861" y="1030"/>
                    <a:pt x="824" y="997"/>
                  </a:cubicBezTo>
                  <a:cubicBezTo>
                    <a:pt x="723" y="844"/>
                    <a:pt x="622" y="694"/>
                    <a:pt x="505" y="541"/>
                  </a:cubicBezTo>
                  <a:cubicBezTo>
                    <a:pt x="404" y="391"/>
                    <a:pt x="287" y="238"/>
                    <a:pt x="186" y="88"/>
                  </a:cubicBezTo>
                  <a:cubicBezTo>
                    <a:pt x="158" y="43"/>
                    <a:pt x="115"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1"/>
            <p:cNvSpPr/>
            <p:nvPr/>
          </p:nvSpPr>
          <p:spPr>
            <a:xfrm>
              <a:off x="487019" y="1731727"/>
              <a:ext cx="153854" cy="172230"/>
            </a:xfrm>
            <a:custGeom>
              <a:rect b="b" l="l" r="r" t="t"/>
              <a:pathLst>
                <a:path extrusionOk="0" h="1734" w="1549">
                  <a:moveTo>
                    <a:pt x="1516" y="1"/>
                  </a:moveTo>
                  <a:lnTo>
                    <a:pt x="1500" y="17"/>
                  </a:lnTo>
                  <a:cubicBezTo>
                    <a:pt x="1516" y="186"/>
                    <a:pt x="1516" y="352"/>
                    <a:pt x="1516" y="522"/>
                  </a:cubicBezTo>
                  <a:cubicBezTo>
                    <a:pt x="1516" y="607"/>
                    <a:pt x="1500" y="691"/>
                    <a:pt x="1516" y="772"/>
                  </a:cubicBezTo>
                  <a:cubicBezTo>
                    <a:pt x="1516" y="825"/>
                    <a:pt x="1463" y="857"/>
                    <a:pt x="1415" y="873"/>
                  </a:cubicBezTo>
                  <a:lnTo>
                    <a:pt x="1415" y="893"/>
                  </a:lnTo>
                  <a:cubicBezTo>
                    <a:pt x="1043" y="1095"/>
                    <a:pt x="692" y="1314"/>
                    <a:pt x="336" y="1516"/>
                  </a:cubicBezTo>
                  <a:lnTo>
                    <a:pt x="1" y="1717"/>
                  </a:lnTo>
                  <a:lnTo>
                    <a:pt x="1" y="1734"/>
                  </a:lnTo>
                  <a:lnTo>
                    <a:pt x="17" y="1734"/>
                  </a:lnTo>
                  <a:lnTo>
                    <a:pt x="352" y="1548"/>
                  </a:lnTo>
                  <a:cubicBezTo>
                    <a:pt x="708" y="1330"/>
                    <a:pt x="1059" y="1128"/>
                    <a:pt x="1415" y="910"/>
                  </a:cubicBezTo>
                  <a:lnTo>
                    <a:pt x="1431" y="910"/>
                  </a:lnTo>
                  <a:cubicBezTo>
                    <a:pt x="1483" y="873"/>
                    <a:pt x="1532" y="841"/>
                    <a:pt x="1532" y="772"/>
                  </a:cubicBezTo>
                  <a:lnTo>
                    <a:pt x="1532" y="522"/>
                  </a:lnTo>
                  <a:cubicBezTo>
                    <a:pt x="1532" y="352"/>
                    <a:pt x="1548" y="186"/>
                    <a:pt x="1516" y="17"/>
                  </a:cubicBezTo>
                  <a:lnTo>
                    <a:pt x="15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1"/>
            <p:cNvSpPr/>
            <p:nvPr/>
          </p:nvSpPr>
          <p:spPr>
            <a:xfrm>
              <a:off x="610678" y="3358373"/>
              <a:ext cx="3675" cy="73500"/>
            </a:xfrm>
            <a:custGeom>
              <a:rect b="b" l="l" r="r" t="t"/>
              <a:pathLst>
                <a:path extrusionOk="0" h="740" w="37">
                  <a:moveTo>
                    <a:pt x="0" y="0"/>
                  </a:moveTo>
                  <a:lnTo>
                    <a:pt x="0" y="17"/>
                  </a:lnTo>
                  <a:cubicBezTo>
                    <a:pt x="16" y="303"/>
                    <a:pt x="16" y="522"/>
                    <a:pt x="0" y="724"/>
                  </a:cubicBezTo>
                  <a:lnTo>
                    <a:pt x="0" y="740"/>
                  </a:lnTo>
                  <a:cubicBezTo>
                    <a:pt x="16" y="740"/>
                    <a:pt x="16" y="724"/>
                    <a:pt x="16" y="724"/>
                  </a:cubicBezTo>
                  <a:cubicBezTo>
                    <a:pt x="36" y="522"/>
                    <a:pt x="36" y="303"/>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1"/>
            <p:cNvSpPr/>
            <p:nvPr/>
          </p:nvSpPr>
          <p:spPr>
            <a:xfrm>
              <a:off x="794827" y="2319930"/>
              <a:ext cx="3278" cy="70322"/>
            </a:xfrm>
            <a:custGeom>
              <a:rect b="b" l="l" r="r" t="t"/>
              <a:pathLst>
                <a:path extrusionOk="0" h="708" w="33">
                  <a:moveTo>
                    <a:pt x="0" y="1"/>
                  </a:moveTo>
                  <a:lnTo>
                    <a:pt x="0" y="21"/>
                  </a:lnTo>
                  <a:cubicBezTo>
                    <a:pt x="16" y="154"/>
                    <a:pt x="16" y="304"/>
                    <a:pt x="0" y="441"/>
                  </a:cubicBezTo>
                  <a:lnTo>
                    <a:pt x="0" y="692"/>
                  </a:lnTo>
                  <a:lnTo>
                    <a:pt x="16" y="708"/>
                  </a:lnTo>
                  <a:cubicBezTo>
                    <a:pt x="33" y="708"/>
                    <a:pt x="33" y="692"/>
                    <a:pt x="33" y="692"/>
                  </a:cubicBezTo>
                  <a:lnTo>
                    <a:pt x="33" y="441"/>
                  </a:lnTo>
                  <a:cubicBezTo>
                    <a:pt x="33" y="304"/>
                    <a:pt x="33" y="154"/>
                    <a:pt x="16" y="21"/>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1"/>
            <p:cNvSpPr/>
            <p:nvPr/>
          </p:nvSpPr>
          <p:spPr>
            <a:xfrm>
              <a:off x="1921470" y="3437038"/>
              <a:ext cx="132102" cy="212357"/>
            </a:xfrm>
            <a:custGeom>
              <a:rect b="b" l="l" r="r" t="t"/>
              <a:pathLst>
                <a:path extrusionOk="0" h="2138" w="1330">
                  <a:moveTo>
                    <a:pt x="49" y="0"/>
                  </a:moveTo>
                  <a:cubicBezTo>
                    <a:pt x="1" y="85"/>
                    <a:pt x="17" y="166"/>
                    <a:pt x="85" y="235"/>
                  </a:cubicBezTo>
                  <a:cubicBezTo>
                    <a:pt x="522" y="707"/>
                    <a:pt x="893" y="1111"/>
                    <a:pt x="1245" y="1479"/>
                  </a:cubicBezTo>
                  <a:lnTo>
                    <a:pt x="1261" y="1499"/>
                  </a:lnTo>
                  <a:cubicBezTo>
                    <a:pt x="1281" y="1499"/>
                    <a:pt x="1281" y="1515"/>
                    <a:pt x="1281" y="1531"/>
                  </a:cubicBezTo>
                  <a:lnTo>
                    <a:pt x="1281" y="1616"/>
                  </a:lnTo>
                  <a:cubicBezTo>
                    <a:pt x="1297" y="1782"/>
                    <a:pt x="1314" y="1951"/>
                    <a:pt x="1261" y="2121"/>
                  </a:cubicBezTo>
                  <a:lnTo>
                    <a:pt x="1281" y="2137"/>
                  </a:lnTo>
                  <a:lnTo>
                    <a:pt x="1297" y="2121"/>
                  </a:lnTo>
                  <a:cubicBezTo>
                    <a:pt x="1330" y="1951"/>
                    <a:pt x="1330" y="1782"/>
                    <a:pt x="1314" y="1616"/>
                  </a:cubicBezTo>
                  <a:lnTo>
                    <a:pt x="1314" y="1515"/>
                  </a:lnTo>
                  <a:cubicBezTo>
                    <a:pt x="1314" y="1499"/>
                    <a:pt x="1297" y="1479"/>
                    <a:pt x="1281" y="1463"/>
                  </a:cubicBezTo>
                  <a:lnTo>
                    <a:pt x="1261" y="1463"/>
                  </a:lnTo>
                  <a:cubicBezTo>
                    <a:pt x="910" y="1095"/>
                    <a:pt x="538" y="691"/>
                    <a:pt x="102" y="218"/>
                  </a:cubicBezTo>
                  <a:cubicBezTo>
                    <a:pt x="33" y="150"/>
                    <a:pt x="33" y="85"/>
                    <a:pt x="69" y="16"/>
                  </a:cubicBezTo>
                  <a:cubicBezTo>
                    <a:pt x="85" y="16"/>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1"/>
            <p:cNvSpPr/>
            <p:nvPr/>
          </p:nvSpPr>
          <p:spPr>
            <a:xfrm>
              <a:off x="856607" y="2612840"/>
              <a:ext cx="354392" cy="254073"/>
            </a:xfrm>
            <a:custGeom>
              <a:rect b="b" l="l" r="r" t="t"/>
              <a:pathLst>
                <a:path extrusionOk="0" h="2558" w="3568">
                  <a:moveTo>
                    <a:pt x="3519" y="1"/>
                  </a:moveTo>
                  <a:cubicBezTo>
                    <a:pt x="3499" y="1"/>
                    <a:pt x="3499" y="17"/>
                    <a:pt x="3499" y="17"/>
                  </a:cubicBezTo>
                  <a:cubicBezTo>
                    <a:pt x="3551" y="82"/>
                    <a:pt x="3535" y="150"/>
                    <a:pt x="3535" y="235"/>
                  </a:cubicBezTo>
                  <a:cubicBezTo>
                    <a:pt x="3519" y="267"/>
                    <a:pt x="3519" y="320"/>
                    <a:pt x="3519" y="352"/>
                  </a:cubicBezTo>
                  <a:cubicBezTo>
                    <a:pt x="3535" y="486"/>
                    <a:pt x="3535" y="623"/>
                    <a:pt x="3535" y="756"/>
                  </a:cubicBezTo>
                  <a:lnTo>
                    <a:pt x="3535" y="990"/>
                  </a:lnTo>
                  <a:cubicBezTo>
                    <a:pt x="3535" y="1091"/>
                    <a:pt x="3499" y="1128"/>
                    <a:pt x="3418" y="1160"/>
                  </a:cubicBezTo>
                  <a:cubicBezTo>
                    <a:pt x="2776" y="1415"/>
                    <a:pt x="2121" y="1681"/>
                    <a:pt x="1479" y="1936"/>
                  </a:cubicBezTo>
                  <a:cubicBezTo>
                    <a:pt x="1277" y="2021"/>
                    <a:pt x="1075" y="2101"/>
                    <a:pt x="873" y="2186"/>
                  </a:cubicBezTo>
                  <a:cubicBezTo>
                    <a:pt x="606" y="2303"/>
                    <a:pt x="319" y="2404"/>
                    <a:pt x="33" y="2526"/>
                  </a:cubicBezTo>
                  <a:lnTo>
                    <a:pt x="0" y="2526"/>
                  </a:lnTo>
                  <a:lnTo>
                    <a:pt x="0" y="2542"/>
                  </a:lnTo>
                  <a:lnTo>
                    <a:pt x="0" y="2558"/>
                  </a:lnTo>
                  <a:lnTo>
                    <a:pt x="49" y="2558"/>
                  </a:lnTo>
                  <a:cubicBezTo>
                    <a:pt x="336" y="2441"/>
                    <a:pt x="606" y="2324"/>
                    <a:pt x="893" y="2223"/>
                  </a:cubicBezTo>
                  <a:cubicBezTo>
                    <a:pt x="1095" y="2138"/>
                    <a:pt x="1297" y="2053"/>
                    <a:pt x="1499" y="1968"/>
                  </a:cubicBezTo>
                  <a:cubicBezTo>
                    <a:pt x="2121" y="1718"/>
                    <a:pt x="2776" y="1447"/>
                    <a:pt x="3434" y="1192"/>
                  </a:cubicBezTo>
                  <a:cubicBezTo>
                    <a:pt x="3535" y="1144"/>
                    <a:pt x="3567" y="1091"/>
                    <a:pt x="3551" y="990"/>
                  </a:cubicBezTo>
                  <a:cubicBezTo>
                    <a:pt x="3551" y="926"/>
                    <a:pt x="3551" y="841"/>
                    <a:pt x="3567" y="756"/>
                  </a:cubicBezTo>
                  <a:cubicBezTo>
                    <a:pt x="3567" y="623"/>
                    <a:pt x="3567" y="486"/>
                    <a:pt x="3551" y="352"/>
                  </a:cubicBezTo>
                  <a:lnTo>
                    <a:pt x="3551" y="235"/>
                  </a:lnTo>
                  <a:cubicBezTo>
                    <a:pt x="3567" y="150"/>
                    <a:pt x="3567" y="82"/>
                    <a:pt x="35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1"/>
            <p:cNvSpPr/>
            <p:nvPr/>
          </p:nvSpPr>
          <p:spPr>
            <a:xfrm>
              <a:off x="670770" y="1595454"/>
              <a:ext cx="147398" cy="198153"/>
            </a:xfrm>
            <a:custGeom>
              <a:rect b="b" l="l" r="r" t="t"/>
              <a:pathLst>
                <a:path extrusionOk="0" h="1995" w="1484">
                  <a:moveTo>
                    <a:pt x="1467" y="0"/>
                  </a:moveTo>
                  <a:cubicBezTo>
                    <a:pt x="1466" y="0"/>
                    <a:pt x="1462" y="7"/>
                    <a:pt x="1451" y="7"/>
                  </a:cubicBezTo>
                  <a:cubicBezTo>
                    <a:pt x="1451" y="60"/>
                    <a:pt x="1431" y="76"/>
                    <a:pt x="1399" y="92"/>
                  </a:cubicBezTo>
                  <a:cubicBezTo>
                    <a:pt x="1128" y="225"/>
                    <a:pt x="878" y="379"/>
                    <a:pt x="623" y="549"/>
                  </a:cubicBezTo>
                  <a:cubicBezTo>
                    <a:pt x="457" y="650"/>
                    <a:pt x="272" y="751"/>
                    <a:pt x="102" y="852"/>
                  </a:cubicBezTo>
                  <a:cubicBezTo>
                    <a:pt x="54" y="884"/>
                    <a:pt x="1" y="916"/>
                    <a:pt x="1" y="985"/>
                  </a:cubicBezTo>
                  <a:cubicBezTo>
                    <a:pt x="17" y="1171"/>
                    <a:pt x="17" y="1356"/>
                    <a:pt x="17" y="1538"/>
                  </a:cubicBezTo>
                  <a:lnTo>
                    <a:pt x="17" y="1910"/>
                  </a:lnTo>
                  <a:cubicBezTo>
                    <a:pt x="17" y="1926"/>
                    <a:pt x="17" y="1942"/>
                    <a:pt x="37" y="1962"/>
                  </a:cubicBezTo>
                  <a:lnTo>
                    <a:pt x="37" y="1979"/>
                  </a:lnTo>
                  <a:lnTo>
                    <a:pt x="54" y="1995"/>
                  </a:lnTo>
                  <a:lnTo>
                    <a:pt x="54" y="1979"/>
                  </a:lnTo>
                  <a:cubicBezTo>
                    <a:pt x="70" y="1979"/>
                    <a:pt x="70" y="1979"/>
                    <a:pt x="70" y="1962"/>
                  </a:cubicBezTo>
                  <a:cubicBezTo>
                    <a:pt x="54" y="1962"/>
                    <a:pt x="54" y="1962"/>
                    <a:pt x="54" y="1942"/>
                  </a:cubicBezTo>
                  <a:cubicBezTo>
                    <a:pt x="54" y="1926"/>
                    <a:pt x="37" y="1910"/>
                    <a:pt x="37" y="1910"/>
                  </a:cubicBezTo>
                  <a:lnTo>
                    <a:pt x="37" y="1538"/>
                  </a:lnTo>
                  <a:lnTo>
                    <a:pt x="37" y="985"/>
                  </a:lnTo>
                  <a:cubicBezTo>
                    <a:pt x="37" y="916"/>
                    <a:pt x="70" y="900"/>
                    <a:pt x="118" y="884"/>
                  </a:cubicBezTo>
                  <a:cubicBezTo>
                    <a:pt x="288" y="783"/>
                    <a:pt x="474" y="666"/>
                    <a:pt x="643" y="565"/>
                  </a:cubicBezTo>
                  <a:cubicBezTo>
                    <a:pt x="878" y="411"/>
                    <a:pt x="1148" y="246"/>
                    <a:pt x="1415" y="124"/>
                  </a:cubicBezTo>
                  <a:cubicBezTo>
                    <a:pt x="1451" y="92"/>
                    <a:pt x="1467" y="60"/>
                    <a:pt x="1484" y="23"/>
                  </a:cubicBezTo>
                  <a:cubicBezTo>
                    <a:pt x="1484" y="7"/>
                    <a:pt x="1484" y="7"/>
                    <a:pt x="1467" y="7"/>
                  </a:cubicBezTo>
                  <a:cubicBezTo>
                    <a:pt x="1467" y="2"/>
                    <a:pt x="1467" y="0"/>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1"/>
            <p:cNvSpPr/>
            <p:nvPr/>
          </p:nvSpPr>
          <p:spPr>
            <a:xfrm>
              <a:off x="935272" y="2584333"/>
              <a:ext cx="6456" cy="73600"/>
            </a:xfrm>
            <a:custGeom>
              <a:rect b="b" l="l" r="r" t="t"/>
              <a:pathLst>
                <a:path extrusionOk="0" h="741" w="65">
                  <a:moveTo>
                    <a:pt x="16" y="1"/>
                  </a:moveTo>
                  <a:lnTo>
                    <a:pt x="16" y="17"/>
                  </a:lnTo>
                  <a:lnTo>
                    <a:pt x="16" y="118"/>
                  </a:lnTo>
                  <a:cubicBezTo>
                    <a:pt x="32" y="320"/>
                    <a:pt x="49" y="522"/>
                    <a:pt x="0" y="724"/>
                  </a:cubicBezTo>
                  <a:lnTo>
                    <a:pt x="0" y="740"/>
                  </a:lnTo>
                  <a:lnTo>
                    <a:pt x="16" y="740"/>
                  </a:lnTo>
                  <a:cubicBezTo>
                    <a:pt x="65" y="522"/>
                    <a:pt x="49" y="320"/>
                    <a:pt x="49" y="118"/>
                  </a:cubicBezTo>
                  <a:cubicBezTo>
                    <a:pt x="32" y="86"/>
                    <a:pt x="32" y="49"/>
                    <a:pt x="32" y="17"/>
                  </a:cubicBezTo>
                  <a:cubicBezTo>
                    <a:pt x="32" y="1"/>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1"/>
            <p:cNvSpPr/>
            <p:nvPr/>
          </p:nvSpPr>
          <p:spPr>
            <a:xfrm>
              <a:off x="1413125" y="3007259"/>
              <a:ext cx="88797" cy="250895"/>
            </a:xfrm>
            <a:custGeom>
              <a:rect b="b" l="l" r="r" t="t"/>
              <a:pathLst>
                <a:path extrusionOk="0" h="2526" w="894">
                  <a:moveTo>
                    <a:pt x="37" y="1"/>
                  </a:moveTo>
                  <a:cubicBezTo>
                    <a:pt x="37" y="1"/>
                    <a:pt x="17" y="1"/>
                    <a:pt x="17" y="17"/>
                  </a:cubicBezTo>
                  <a:cubicBezTo>
                    <a:pt x="0" y="86"/>
                    <a:pt x="0" y="170"/>
                    <a:pt x="0" y="251"/>
                  </a:cubicBezTo>
                  <a:cubicBezTo>
                    <a:pt x="17" y="304"/>
                    <a:pt x="17" y="352"/>
                    <a:pt x="0" y="405"/>
                  </a:cubicBezTo>
                  <a:cubicBezTo>
                    <a:pt x="0" y="453"/>
                    <a:pt x="37" y="490"/>
                    <a:pt x="69" y="506"/>
                  </a:cubicBezTo>
                  <a:cubicBezTo>
                    <a:pt x="69" y="506"/>
                    <a:pt x="69" y="522"/>
                    <a:pt x="85" y="522"/>
                  </a:cubicBezTo>
                  <a:cubicBezTo>
                    <a:pt x="356" y="793"/>
                    <a:pt x="574" y="1011"/>
                    <a:pt x="776" y="1213"/>
                  </a:cubicBezTo>
                  <a:cubicBezTo>
                    <a:pt x="808" y="1245"/>
                    <a:pt x="845" y="1297"/>
                    <a:pt x="845" y="1362"/>
                  </a:cubicBezTo>
                  <a:cubicBezTo>
                    <a:pt x="845" y="1685"/>
                    <a:pt x="861" y="2021"/>
                    <a:pt x="861" y="2425"/>
                  </a:cubicBezTo>
                  <a:cubicBezTo>
                    <a:pt x="861" y="2457"/>
                    <a:pt x="861" y="2493"/>
                    <a:pt x="845" y="2509"/>
                  </a:cubicBezTo>
                  <a:lnTo>
                    <a:pt x="845" y="2526"/>
                  </a:lnTo>
                  <a:lnTo>
                    <a:pt x="861" y="2526"/>
                  </a:lnTo>
                  <a:cubicBezTo>
                    <a:pt x="877" y="2493"/>
                    <a:pt x="893" y="2473"/>
                    <a:pt x="893" y="2425"/>
                  </a:cubicBezTo>
                  <a:cubicBezTo>
                    <a:pt x="877" y="2021"/>
                    <a:pt x="877" y="1685"/>
                    <a:pt x="877" y="1362"/>
                  </a:cubicBezTo>
                  <a:cubicBezTo>
                    <a:pt x="877" y="1281"/>
                    <a:pt x="824" y="1229"/>
                    <a:pt x="792" y="1197"/>
                  </a:cubicBezTo>
                  <a:cubicBezTo>
                    <a:pt x="590" y="995"/>
                    <a:pt x="372" y="776"/>
                    <a:pt x="101" y="506"/>
                  </a:cubicBezTo>
                  <a:lnTo>
                    <a:pt x="85" y="490"/>
                  </a:lnTo>
                  <a:cubicBezTo>
                    <a:pt x="53" y="453"/>
                    <a:pt x="37" y="437"/>
                    <a:pt x="37" y="405"/>
                  </a:cubicBezTo>
                  <a:lnTo>
                    <a:pt x="37" y="251"/>
                  </a:lnTo>
                  <a:cubicBezTo>
                    <a:pt x="37" y="170"/>
                    <a:pt x="37" y="1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1"/>
            <p:cNvSpPr/>
            <p:nvPr/>
          </p:nvSpPr>
          <p:spPr>
            <a:xfrm>
              <a:off x="1670675" y="2870091"/>
              <a:ext cx="6953" cy="70322"/>
            </a:xfrm>
            <a:custGeom>
              <a:rect b="b" l="l" r="r" t="t"/>
              <a:pathLst>
                <a:path extrusionOk="0" h="708" w="70">
                  <a:moveTo>
                    <a:pt x="49" y="0"/>
                  </a:moveTo>
                  <a:cubicBezTo>
                    <a:pt x="49" y="0"/>
                    <a:pt x="33" y="0"/>
                    <a:pt x="33" y="16"/>
                  </a:cubicBezTo>
                  <a:cubicBezTo>
                    <a:pt x="17" y="117"/>
                    <a:pt x="17" y="239"/>
                    <a:pt x="17" y="340"/>
                  </a:cubicBezTo>
                  <a:cubicBezTo>
                    <a:pt x="17" y="404"/>
                    <a:pt x="33" y="473"/>
                    <a:pt x="17" y="542"/>
                  </a:cubicBezTo>
                  <a:lnTo>
                    <a:pt x="17" y="590"/>
                  </a:lnTo>
                  <a:cubicBezTo>
                    <a:pt x="33" y="622"/>
                    <a:pt x="33" y="659"/>
                    <a:pt x="17" y="691"/>
                  </a:cubicBezTo>
                  <a:cubicBezTo>
                    <a:pt x="1" y="691"/>
                    <a:pt x="17" y="707"/>
                    <a:pt x="17" y="707"/>
                  </a:cubicBezTo>
                  <a:lnTo>
                    <a:pt x="33" y="691"/>
                  </a:lnTo>
                  <a:cubicBezTo>
                    <a:pt x="49" y="659"/>
                    <a:pt x="49" y="622"/>
                    <a:pt x="49" y="590"/>
                  </a:cubicBezTo>
                  <a:lnTo>
                    <a:pt x="49" y="542"/>
                  </a:lnTo>
                  <a:lnTo>
                    <a:pt x="49" y="340"/>
                  </a:lnTo>
                  <a:cubicBezTo>
                    <a:pt x="49" y="239"/>
                    <a:pt x="49" y="117"/>
                    <a:pt x="70"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1"/>
            <p:cNvSpPr/>
            <p:nvPr/>
          </p:nvSpPr>
          <p:spPr>
            <a:xfrm>
              <a:off x="1443220" y="2071220"/>
              <a:ext cx="5264" cy="68236"/>
            </a:xfrm>
            <a:custGeom>
              <a:rect b="b" l="l" r="r" t="t"/>
              <a:pathLst>
                <a:path extrusionOk="0" h="687" w="53">
                  <a:moveTo>
                    <a:pt x="37" y="0"/>
                  </a:moveTo>
                  <a:cubicBezTo>
                    <a:pt x="17" y="117"/>
                    <a:pt x="17" y="234"/>
                    <a:pt x="17" y="335"/>
                  </a:cubicBezTo>
                  <a:lnTo>
                    <a:pt x="17" y="554"/>
                  </a:lnTo>
                  <a:lnTo>
                    <a:pt x="17" y="586"/>
                  </a:lnTo>
                  <a:cubicBezTo>
                    <a:pt x="17" y="622"/>
                    <a:pt x="17" y="655"/>
                    <a:pt x="0" y="671"/>
                  </a:cubicBezTo>
                  <a:lnTo>
                    <a:pt x="0" y="687"/>
                  </a:lnTo>
                  <a:lnTo>
                    <a:pt x="37" y="687"/>
                  </a:lnTo>
                  <a:cubicBezTo>
                    <a:pt x="53" y="655"/>
                    <a:pt x="53" y="622"/>
                    <a:pt x="53" y="586"/>
                  </a:cubicBezTo>
                  <a:cubicBezTo>
                    <a:pt x="37" y="570"/>
                    <a:pt x="37" y="554"/>
                    <a:pt x="37" y="554"/>
                  </a:cubicBezTo>
                  <a:cubicBezTo>
                    <a:pt x="53" y="469"/>
                    <a:pt x="53" y="404"/>
                    <a:pt x="37" y="335"/>
                  </a:cubicBezTo>
                  <a:cubicBezTo>
                    <a:pt x="37" y="234"/>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1"/>
            <p:cNvSpPr/>
            <p:nvPr/>
          </p:nvSpPr>
          <p:spPr>
            <a:xfrm>
              <a:off x="672458" y="3286561"/>
              <a:ext cx="150577" cy="135281"/>
            </a:xfrm>
            <a:custGeom>
              <a:rect b="b" l="l" r="r" t="t"/>
              <a:pathLst>
                <a:path extrusionOk="0" h="1362" w="1516">
                  <a:moveTo>
                    <a:pt x="1483" y="0"/>
                  </a:moveTo>
                  <a:cubicBezTo>
                    <a:pt x="1467" y="0"/>
                    <a:pt x="1467" y="0"/>
                    <a:pt x="1467" y="17"/>
                  </a:cubicBezTo>
                  <a:cubicBezTo>
                    <a:pt x="1483" y="186"/>
                    <a:pt x="1483" y="352"/>
                    <a:pt x="1483" y="521"/>
                  </a:cubicBezTo>
                  <a:lnTo>
                    <a:pt x="1483" y="792"/>
                  </a:lnTo>
                  <a:cubicBezTo>
                    <a:pt x="1483" y="841"/>
                    <a:pt x="1467" y="857"/>
                    <a:pt x="1414" y="873"/>
                  </a:cubicBezTo>
                  <a:cubicBezTo>
                    <a:pt x="1265" y="925"/>
                    <a:pt x="1131" y="974"/>
                    <a:pt x="994" y="1026"/>
                  </a:cubicBezTo>
                  <a:cubicBezTo>
                    <a:pt x="776" y="1095"/>
                    <a:pt x="558" y="1160"/>
                    <a:pt x="323" y="1228"/>
                  </a:cubicBezTo>
                  <a:cubicBezTo>
                    <a:pt x="255" y="1245"/>
                    <a:pt x="186" y="1277"/>
                    <a:pt x="121" y="1297"/>
                  </a:cubicBezTo>
                  <a:cubicBezTo>
                    <a:pt x="85" y="1313"/>
                    <a:pt x="53" y="1329"/>
                    <a:pt x="20" y="1329"/>
                  </a:cubicBezTo>
                  <a:lnTo>
                    <a:pt x="0" y="1346"/>
                  </a:lnTo>
                  <a:lnTo>
                    <a:pt x="20" y="1362"/>
                  </a:lnTo>
                  <a:cubicBezTo>
                    <a:pt x="53" y="1346"/>
                    <a:pt x="85" y="1346"/>
                    <a:pt x="121" y="1329"/>
                  </a:cubicBezTo>
                  <a:cubicBezTo>
                    <a:pt x="186" y="1297"/>
                    <a:pt x="271" y="1277"/>
                    <a:pt x="339" y="1261"/>
                  </a:cubicBezTo>
                  <a:cubicBezTo>
                    <a:pt x="558" y="1196"/>
                    <a:pt x="792" y="1111"/>
                    <a:pt x="994" y="1043"/>
                  </a:cubicBezTo>
                  <a:cubicBezTo>
                    <a:pt x="1147" y="994"/>
                    <a:pt x="1281" y="942"/>
                    <a:pt x="1414" y="909"/>
                  </a:cubicBezTo>
                  <a:cubicBezTo>
                    <a:pt x="1483" y="893"/>
                    <a:pt x="1499" y="857"/>
                    <a:pt x="1499" y="792"/>
                  </a:cubicBezTo>
                  <a:lnTo>
                    <a:pt x="1499" y="521"/>
                  </a:lnTo>
                  <a:cubicBezTo>
                    <a:pt x="1515" y="352"/>
                    <a:pt x="1515" y="186"/>
                    <a:pt x="1499" y="17"/>
                  </a:cubicBezTo>
                  <a:cubicBezTo>
                    <a:pt x="1499"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1"/>
            <p:cNvSpPr/>
            <p:nvPr/>
          </p:nvSpPr>
          <p:spPr>
            <a:xfrm>
              <a:off x="1416701" y="2350026"/>
              <a:ext cx="83532" cy="207589"/>
            </a:xfrm>
            <a:custGeom>
              <a:rect b="b" l="l" r="r" t="t"/>
              <a:pathLst>
                <a:path extrusionOk="0" h="2090" w="841">
                  <a:moveTo>
                    <a:pt x="1" y="1"/>
                  </a:moveTo>
                  <a:lnTo>
                    <a:pt x="1" y="21"/>
                  </a:lnTo>
                  <a:cubicBezTo>
                    <a:pt x="17" y="37"/>
                    <a:pt x="17" y="37"/>
                    <a:pt x="33" y="37"/>
                  </a:cubicBezTo>
                  <a:cubicBezTo>
                    <a:pt x="49" y="53"/>
                    <a:pt x="65" y="69"/>
                    <a:pt x="82" y="86"/>
                  </a:cubicBezTo>
                  <a:cubicBezTo>
                    <a:pt x="304" y="372"/>
                    <a:pt x="538" y="659"/>
                    <a:pt x="772" y="962"/>
                  </a:cubicBezTo>
                  <a:cubicBezTo>
                    <a:pt x="809" y="1011"/>
                    <a:pt x="809" y="1079"/>
                    <a:pt x="809" y="1132"/>
                  </a:cubicBezTo>
                  <a:lnTo>
                    <a:pt x="809" y="1940"/>
                  </a:lnTo>
                  <a:cubicBezTo>
                    <a:pt x="809" y="1988"/>
                    <a:pt x="809" y="2041"/>
                    <a:pt x="788" y="2073"/>
                  </a:cubicBezTo>
                  <a:cubicBezTo>
                    <a:pt x="772" y="2089"/>
                    <a:pt x="788" y="2089"/>
                    <a:pt x="788" y="2089"/>
                  </a:cubicBezTo>
                  <a:lnTo>
                    <a:pt x="809" y="2089"/>
                  </a:lnTo>
                  <a:cubicBezTo>
                    <a:pt x="825" y="2041"/>
                    <a:pt x="841" y="1988"/>
                    <a:pt x="841" y="1940"/>
                  </a:cubicBezTo>
                  <a:lnTo>
                    <a:pt x="841" y="1132"/>
                  </a:lnTo>
                  <a:cubicBezTo>
                    <a:pt x="841" y="1063"/>
                    <a:pt x="841" y="995"/>
                    <a:pt x="788" y="946"/>
                  </a:cubicBezTo>
                  <a:cubicBezTo>
                    <a:pt x="554" y="643"/>
                    <a:pt x="320" y="356"/>
                    <a:pt x="102" y="69"/>
                  </a:cubicBezTo>
                  <a:lnTo>
                    <a:pt x="49" y="21"/>
                  </a:lnTo>
                  <a:cubicBezTo>
                    <a:pt x="33" y="2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1"/>
            <p:cNvSpPr/>
            <p:nvPr/>
          </p:nvSpPr>
          <p:spPr>
            <a:xfrm>
              <a:off x="1919881" y="3179389"/>
              <a:ext cx="126937" cy="206000"/>
            </a:xfrm>
            <a:custGeom>
              <a:rect b="b" l="l" r="r" t="t"/>
              <a:pathLst>
                <a:path extrusionOk="0" h="2074" w="1278">
                  <a:moveTo>
                    <a:pt x="65" y="1"/>
                  </a:moveTo>
                  <a:cubicBezTo>
                    <a:pt x="33" y="53"/>
                    <a:pt x="33" y="102"/>
                    <a:pt x="49" y="154"/>
                  </a:cubicBezTo>
                  <a:cubicBezTo>
                    <a:pt x="49" y="187"/>
                    <a:pt x="65" y="219"/>
                    <a:pt x="49" y="255"/>
                  </a:cubicBezTo>
                  <a:cubicBezTo>
                    <a:pt x="0" y="591"/>
                    <a:pt x="166" y="825"/>
                    <a:pt x="320" y="995"/>
                  </a:cubicBezTo>
                  <a:cubicBezTo>
                    <a:pt x="538" y="1213"/>
                    <a:pt x="740" y="1467"/>
                    <a:pt x="926" y="1701"/>
                  </a:cubicBezTo>
                  <a:cubicBezTo>
                    <a:pt x="1027" y="1802"/>
                    <a:pt x="1111" y="1903"/>
                    <a:pt x="1212" y="2021"/>
                  </a:cubicBezTo>
                  <a:cubicBezTo>
                    <a:pt x="1212" y="2037"/>
                    <a:pt x="1229" y="2037"/>
                    <a:pt x="1245" y="2053"/>
                  </a:cubicBezTo>
                  <a:lnTo>
                    <a:pt x="1261" y="2053"/>
                  </a:lnTo>
                  <a:lnTo>
                    <a:pt x="1261" y="2073"/>
                  </a:lnTo>
                  <a:lnTo>
                    <a:pt x="1277" y="2053"/>
                  </a:lnTo>
                  <a:lnTo>
                    <a:pt x="1277" y="2037"/>
                  </a:lnTo>
                  <a:cubicBezTo>
                    <a:pt x="1277" y="2037"/>
                    <a:pt x="1261" y="2037"/>
                    <a:pt x="1261" y="2021"/>
                  </a:cubicBezTo>
                  <a:cubicBezTo>
                    <a:pt x="1245" y="2021"/>
                    <a:pt x="1229" y="2004"/>
                    <a:pt x="1229" y="2004"/>
                  </a:cubicBezTo>
                  <a:cubicBezTo>
                    <a:pt x="1128" y="1887"/>
                    <a:pt x="1043" y="1786"/>
                    <a:pt x="958" y="1685"/>
                  </a:cubicBezTo>
                  <a:cubicBezTo>
                    <a:pt x="756" y="1447"/>
                    <a:pt x="554" y="1197"/>
                    <a:pt x="336" y="978"/>
                  </a:cubicBezTo>
                  <a:cubicBezTo>
                    <a:pt x="118" y="724"/>
                    <a:pt x="33" y="506"/>
                    <a:pt x="85" y="255"/>
                  </a:cubicBezTo>
                  <a:cubicBezTo>
                    <a:pt x="85" y="219"/>
                    <a:pt x="85" y="187"/>
                    <a:pt x="65" y="154"/>
                  </a:cubicBezTo>
                  <a:cubicBezTo>
                    <a:pt x="65" y="102"/>
                    <a:pt x="49" y="6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1"/>
            <p:cNvSpPr/>
            <p:nvPr/>
          </p:nvSpPr>
          <p:spPr>
            <a:xfrm>
              <a:off x="1386605" y="1290327"/>
              <a:ext cx="6555" cy="73600"/>
            </a:xfrm>
            <a:custGeom>
              <a:rect b="b" l="l" r="r" t="t"/>
              <a:pathLst>
                <a:path extrusionOk="0" h="741" w="66">
                  <a:moveTo>
                    <a:pt x="17" y="1"/>
                  </a:moveTo>
                  <a:lnTo>
                    <a:pt x="1" y="17"/>
                  </a:lnTo>
                  <a:cubicBezTo>
                    <a:pt x="17" y="134"/>
                    <a:pt x="17" y="235"/>
                    <a:pt x="17" y="352"/>
                  </a:cubicBezTo>
                  <a:lnTo>
                    <a:pt x="17" y="554"/>
                  </a:lnTo>
                  <a:lnTo>
                    <a:pt x="17" y="623"/>
                  </a:lnTo>
                  <a:cubicBezTo>
                    <a:pt x="17" y="655"/>
                    <a:pt x="17" y="708"/>
                    <a:pt x="33" y="740"/>
                  </a:cubicBezTo>
                  <a:lnTo>
                    <a:pt x="49" y="740"/>
                  </a:lnTo>
                  <a:cubicBezTo>
                    <a:pt x="65" y="740"/>
                    <a:pt x="65" y="740"/>
                    <a:pt x="49" y="724"/>
                  </a:cubicBezTo>
                  <a:cubicBezTo>
                    <a:pt x="33" y="692"/>
                    <a:pt x="33" y="655"/>
                    <a:pt x="49" y="623"/>
                  </a:cubicBezTo>
                  <a:lnTo>
                    <a:pt x="49" y="554"/>
                  </a:lnTo>
                  <a:lnTo>
                    <a:pt x="49" y="352"/>
                  </a:lnTo>
                  <a:cubicBezTo>
                    <a:pt x="49" y="235"/>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1"/>
            <p:cNvSpPr/>
            <p:nvPr/>
          </p:nvSpPr>
          <p:spPr>
            <a:xfrm>
              <a:off x="1670675" y="3034176"/>
              <a:ext cx="6953" cy="70322"/>
            </a:xfrm>
            <a:custGeom>
              <a:rect b="b" l="l" r="r" t="t"/>
              <a:pathLst>
                <a:path extrusionOk="0" h="708" w="70">
                  <a:moveTo>
                    <a:pt x="49" y="0"/>
                  </a:moveTo>
                  <a:cubicBezTo>
                    <a:pt x="49" y="0"/>
                    <a:pt x="33" y="0"/>
                    <a:pt x="33" y="17"/>
                  </a:cubicBezTo>
                  <a:cubicBezTo>
                    <a:pt x="17" y="118"/>
                    <a:pt x="17" y="235"/>
                    <a:pt x="17" y="336"/>
                  </a:cubicBezTo>
                  <a:cubicBezTo>
                    <a:pt x="17" y="404"/>
                    <a:pt x="33" y="469"/>
                    <a:pt x="17" y="538"/>
                  </a:cubicBezTo>
                  <a:lnTo>
                    <a:pt x="17" y="586"/>
                  </a:lnTo>
                  <a:cubicBezTo>
                    <a:pt x="33" y="623"/>
                    <a:pt x="33" y="655"/>
                    <a:pt x="17" y="687"/>
                  </a:cubicBezTo>
                  <a:cubicBezTo>
                    <a:pt x="1" y="687"/>
                    <a:pt x="17" y="687"/>
                    <a:pt x="17" y="707"/>
                  </a:cubicBezTo>
                  <a:lnTo>
                    <a:pt x="33" y="687"/>
                  </a:lnTo>
                  <a:cubicBezTo>
                    <a:pt x="49" y="655"/>
                    <a:pt x="49" y="623"/>
                    <a:pt x="49" y="586"/>
                  </a:cubicBezTo>
                  <a:lnTo>
                    <a:pt x="49" y="538"/>
                  </a:lnTo>
                  <a:lnTo>
                    <a:pt x="49" y="336"/>
                  </a:lnTo>
                  <a:cubicBezTo>
                    <a:pt x="49" y="235"/>
                    <a:pt x="49" y="118"/>
                    <a:pt x="70"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1"/>
            <p:cNvSpPr/>
            <p:nvPr/>
          </p:nvSpPr>
          <p:spPr>
            <a:xfrm>
              <a:off x="1037180" y="2207991"/>
              <a:ext cx="1689" cy="68733"/>
            </a:xfrm>
            <a:custGeom>
              <a:rect b="b" l="l" r="r" t="t"/>
              <a:pathLst>
                <a:path extrusionOk="0" h="692" w="17">
                  <a:moveTo>
                    <a:pt x="0" y="1"/>
                  </a:moveTo>
                  <a:lnTo>
                    <a:pt x="0" y="692"/>
                  </a:lnTo>
                  <a:lnTo>
                    <a:pt x="16" y="692"/>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1"/>
            <p:cNvSpPr/>
            <p:nvPr/>
          </p:nvSpPr>
          <p:spPr>
            <a:xfrm>
              <a:off x="461790" y="2019075"/>
              <a:ext cx="179083" cy="102404"/>
            </a:xfrm>
            <a:custGeom>
              <a:rect b="b" l="l" r="r" t="t"/>
              <a:pathLst>
                <a:path extrusionOk="0" h="1031" w="1803">
                  <a:moveTo>
                    <a:pt x="1786" y="0"/>
                  </a:moveTo>
                  <a:cubicBezTo>
                    <a:pt x="1770" y="20"/>
                    <a:pt x="1770" y="36"/>
                    <a:pt x="1754" y="53"/>
                  </a:cubicBezTo>
                  <a:cubicBezTo>
                    <a:pt x="1754" y="69"/>
                    <a:pt x="1754" y="85"/>
                    <a:pt x="1717" y="101"/>
                  </a:cubicBezTo>
                  <a:cubicBezTo>
                    <a:pt x="1467" y="238"/>
                    <a:pt x="1212" y="372"/>
                    <a:pt x="962" y="505"/>
                  </a:cubicBezTo>
                  <a:cubicBezTo>
                    <a:pt x="893" y="541"/>
                    <a:pt x="828" y="574"/>
                    <a:pt x="776" y="606"/>
                  </a:cubicBezTo>
                  <a:cubicBezTo>
                    <a:pt x="590" y="691"/>
                    <a:pt x="424" y="792"/>
                    <a:pt x="255" y="877"/>
                  </a:cubicBezTo>
                  <a:lnTo>
                    <a:pt x="21" y="1010"/>
                  </a:lnTo>
                  <a:cubicBezTo>
                    <a:pt x="0" y="1010"/>
                    <a:pt x="0" y="1010"/>
                    <a:pt x="0" y="1030"/>
                  </a:cubicBezTo>
                  <a:lnTo>
                    <a:pt x="21" y="1030"/>
                  </a:lnTo>
                  <a:lnTo>
                    <a:pt x="271" y="909"/>
                  </a:lnTo>
                  <a:cubicBezTo>
                    <a:pt x="441" y="808"/>
                    <a:pt x="606" y="727"/>
                    <a:pt x="776" y="626"/>
                  </a:cubicBezTo>
                  <a:cubicBezTo>
                    <a:pt x="845" y="590"/>
                    <a:pt x="909" y="558"/>
                    <a:pt x="978" y="525"/>
                  </a:cubicBezTo>
                  <a:cubicBezTo>
                    <a:pt x="1212" y="388"/>
                    <a:pt x="1483" y="255"/>
                    <a:pt x="1737" y="137"/>
                  </a:cubicBezTo>
                  <a:cubicBezTo>
                    <a:pt x="1770" y="101"/>
                    <a:pt x="1786" y="85"/>
                    <a:pt x="1786" y="53"/>
                  </a:cubicBezTo>
                  <a:cubicBezTo>
                    <a:pt x="1786" y="53"/>
                    <a:pt x="1786" y="36"/>
                    <a:pt x="1802" y="36"/>
                  </a:cubicBezTo>
                  <a:lnTo>
                    <a:pt x="18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1"/>
            <p:cNvSpPr/>
            <p:nvPr/>
          </p:nvSpPr>
          <p:spPr>
            <a:xfrm>
              <a:off x="1669085" y="2054335"/>
              <a:ext cx="4966" cy="70322"/>
            </a:xfrm>
            <a:custGeom>
              <a:rect b="b" l="l" r="r" t="t"/>
              <a:pathLst>
                <a:path extrusionOk="0" h="708" w="50">
                  <a:moveTo>
                    <a:pt x="33" y="1"/>
                  </a:moveTo>
                  <a:lnTo>
                    <a:pt x="33" y="17"/>
                  </a:lnTo>
                  <a:cubicBezTo>
                    <a:pt x="1" y="118"/>
                    <a:pt x="17" y="235"/>
                    <a:pt x="17" y="336"/>
                  </a:cubicBezTo>
                  <a:lnTo>
                    <a:pt x="17" y="538"/>
                  </a:lnTo>
                  <a:lnTo>
                    <a:pt x="17" y="590"/>
                  </a:lnTo>
                  <a:cubicBezTo>
                    <a:pt x="17" y="623"/>
                    <a:pt x="17" y="655"/>
                    <a:pt x="1" y="691"/>
                  </a:cubicBezTo>
                  <a:lnTo>
                    <a:pt x="1" y="707"/>
                  </a:lnTo>
                  <a:lnTo>
                    <a:pt x="17" y="707"/>
                  </a:lnTo>
                  <a:lnTo>
                    <a:pt x="17" y="691"/>
                  </a:lnTo>
                  <a:cubicBezTo>
                    <a:pt x="49" y="655"/>
                    <a:pt x="33" y="623"/>
                    <a:pt x="33" y="590"/>
                  </a:cubicBezTo>
                  <a:lnTo>
                    <a:pt x="33" y="538"/>
                  </a:lnTo>
                  <a:lnTo>
                    <a:pt x="33" y="336"/>
                  </a:lnTo>
                  <a:cubicBezTo>
                    <a:pt x="33" y="235"/>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1"/>
            <p:cNvSpPr/>
            <p:nvPr/>
          </p:nvSpPr>
          <p:spPr>
            <a:xfrm>
              <a:off x="687655" y="3423332"/>
              <a:ext cx="137366" cy="152563"/>
            </a:xfrm>
            <a:custGeom>
              <a:rect b="b" l="l" r="r" t="t"/>
              <a:pathLst>
                <a:path extrusionOk="0" h="1536" w="1383">
                  <a:moveTo>
                    <a:pt x="1330" y="1"/>
                  </a:moveTo>
                  <a:cubicBezTo>
                    <a:pt x="1314" y="37"/>
                    <a:pt x="1314" y="86"/>
                    <a:pt x="1330" y="122"/>
                  </a:cubicBezTo>
                  <a:cubicBezTo>
                    <a:pt x="1330" y="171"/>
                    <a:pt x="1346" y="203"/>
                    <a:pt x="1297" y="223"/>
                  </a:cubicBezTo>
                  <a:cubicBezTo>
                    <a:pt x="1261" y="255"/>
                    <a:pt x="1213" y="255"/>
                    <a:pt x="1160" y="272"/>
                  </a:cubicBezTo>
                  <a:cubicBezTo>
                    <a:pt x="1144" y="288"/>
                    <a:pt x="1112" y="288"/>
                    <a:pt x="1079" y="304"/>
                  </a:cubicBezTo>
                  <a:cubicBezTo>
                    <a:pt x="825" y="389"/>
                    <a:pt x="554" y="474"/>
                    <a:pt x="287" y="575"/>
                  </a:cubicBezTo>
                  <a:lnTo>
                    <a:pt x="17" y="659"/>
                  </a:lnTo>
                  <a:lnTo>
                    <a:pt x="1" y="676"/>
                  </a:lnTo>
                  <a:lnTo>
                    <a:pt x="1" y="1011"/>
                  </a:lnTo>
                  <a:cubicBezTo>
                    <a:pt x="1" y="1180"/>
                    <a:pt x="1" y="1350"/>
                    <a:pt x="17" y="1536"/>
                  </a:cubicBezTo>
                  <a:lnTo>
                    <a:pt x="33" y="1536"/>
                  </a:lnTo>
                  <a:cubicBezTo>
                    <a:pt x="33" y="1536"/>
                    <a:pt x="49" y="1536"/>
                    <a:pt x="49" y="1516"/>
                  </a:cubicBezTo>
                  <a:cubicBezTo>
                    <a:pt x="17" y="1350"/>
                    <a:pt x="33" y="1180"/>
                    <a:pt x="33" y="1011"/>
                  </a:cubicBezTo>
                  <a:lnTo>
                    <a:pt x="33" y="692"/>
                  </a:lnTo>
                  <a:lnTo>
                    <a:pt x="304" y="591"/>
                  </a:lnTo>
                  <a:cubicBezTo>
                    <a:pt x="574" y="506"/>
                    <a:pt x="825" y="405"/>
                    <a:pt x="1095" y="324"/>
                  </a:cubicBezTo>
                  <a:cubicBezTo>
                    <a:pt x="1112" y="304"/>
                    <a:pt x="1144" y="304"/>
                    <a:pt x="1180" y="304"/>
                  </a:cubicBezTo>
                  <a:cubicBezTo>
                    <a:pt x="1229" y="288"/>
                    <a:pt x="1281" y="272"/>
                    <a:pt x="1314" y="255"/>
                  </a:cubicBezTo>
                  <a:cubicBezTo>
                    <a:pt x="1382" y="223"/>
                    <a:pt x="1362" y="171"/>
                    <a:pt x="1346" y="122"/>
                  </a:cubicBezTo>
                  <a:cubicBezTo>
                    <a:pt x="1346" y="86"/>
                    <a:pt x="1330" y="53"/>
                    <a:pt x="1346" y="21"/>
                  </a:cubicBezTo>
                  <a:cubicBezTo>
                    <a:pt x="1362" y="21"/>
                    <a:pt x="1346"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1"/>
            <p:cNvSpPr/>
            <p:nvPr/>
          </p:nvSpPr>
          <p:spPr>
            <a:xfrm>
              <a:off x="669181" y="3593873"/>
              <a:ext cx="148988" cy="140545"/>
            </a:xfrm>
            <a:custGeom>
              <a:rect b="b" l="l" r="r" t="t"/>
              <a:pathLst>
                <a:path extrusionOk="0" h="1415" w="1500">
                  <a:moveTo>
                    <a:pt x="1483" y="1"/>
                  </a:moveTo>
                  <a:lnTo>
                    <a:pt x="1197" y="69"/>
                  </a:lnTo>
                  <a:cubicBezTo>
                    <a:pt x="978" y="138"/>
                    <a:pt x="740" y="203"/>
                    <a:pt x="506" y="271"/>
                  </a:cubicBezTo>
                  <a:cubicBezTo>
                    <a:pt x="437" y="288"/>
                    <a:pt x="372" y="304"/>
                    <a:pt x="304" y="340"/>
                  </a:cubicBezTo>
                  <a:cubicBezTo>
                    <a:pt x="235" y="356"/>
                    <a:pt x="187" y="372"/>
                    <a:pt x="118" y="389"/>
                  </a:cubicBezTo>
                  <a:cubicBezTo>
                    <a:pt x="33" y="425"/>
                    <a:pt x="1" y="457"/>
                    <a:pt x="1" y="558"/>
                  </a:cubicBezTo>
                  <a:lnTo>
                    <a:pt x="1" y="1164"/>
                  </a:lnTo>
                  <a:lnTo>
                    <a:pt x="1" y="1398"/>
                  </a:lnTo>
                  <a:cubicBezTo>
                    <a:pt x="1" y="1415"/>
                    <a:pt x="1" y="1415"/>
                    <a:pt x="17" y="1415"/>
                  </a:cubicBezTo>
                  <a:cubicBezTo>
                    <a:pt x="17" y="1415"/>
                    <a:pt x="33" y="1415"/>
                    <a:pt x="33" y="1398"/>
                  </a:cubicBezTo>
                  <a:lnTo>
                    <a:pt x="33" y="1164"/>
                  </a:lnTo>
                  <a:cubicBezTo>
                    <a:pt x="33" y="962"/>
                    <a:pt x="33" y="760"/>
                    <a:pt x="17" y="558"/>
                  </a:cubicBezTo>
                  <a:cubicBezTo>
                    <a:pt x="17" y="473"/>
                    <a:pt x="53" y="441"/>
                    <a:pt x="118" y="425"/>
                  </a:cubicBezTo>
                  <a:cubicBezTo>
                    <a:pt x="187" y="389"/>
                    <a:pt x="255" y="372"/>
                    <a:pt x="304" y="356"/>
                  </a:cubicBezTo>
                  <a:cubicBezTo>
                    <a:pt x="372" y="340"/>
                    <a:pt x="457" y="324"/>
                    <a:pt x="522" y="288"/>
                  </a:cubicBezTo>
                  <a:cubicBezTo>
                    <a:pt x="740" y="239"/>
                    <a:pt x="978" y="170"/>
                    <a:pt x="1213" y="102"/>
                  </a:cubicBezTo>
                  <a:lnTo>
                    <a:pt x="1483" y="21"/>
                  </a:lnTo>
                  <a:cubicBezTo>
                    <a:pt x="1500" y="21"/>
                    <a:pt x="1500" y="21"/>
                    <a:pt x="1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1"/>
            <p:cNvSpPr/>
            <p:nvPr/>
          </p:nvSpPr>
          <p:spPr>
            <a:xfrm>
              <a:off x="1257880" y="1940111"/>
              <a:ext cx="215535" cy="75785"/>
            </a:xfrm>
            <a:custGeom>
              <a:rect b="b" l="l" r="r" t="t"/>
              <a:pathLst>
                <a:path extrusionOk="0" h="763" w="2170">
                  <a:moveTo>
                    <a:pt x="1547" y="0"/>
                  </a:moveTo>
                  <a:cubicBezTo>
                    <a:pt x="1507" y="0"/>
                    <a:pt x="1464" y="14"/>
                    <a:pt x="1414" y="40"/>
                  </a:cubicBezTo>
                  <a:cubicBezTo>
                    <a:pt x="1228" y="157"/>
                    <a:pt x="1026" y="258"/>
                    <a:pt x="824" y="343"/>
                  </a:cubicBezTo>
                  <a:cubicBezTo>
                    <a:pt x="755" y="391"/>
                    <a:pt x="671" y="427"/>
                    <a:pt x="590" y="460"/>
                  </a:cubicBezTo>
                  <a:cubicBezTo>
                    <a:pt x="537" y="492"/>
                    <a:pt x="489" y="512"/>
                    <a:pt x="420" y="545"/>
                  </a:cubicBezTo>
                  <a:cubicBezTo>
                    <a:pt x="287" y="613"/>
                    <a:pt x="149" y="694"/>
                    <a:pt x="16" y="730"/>
                  </a:cubicBezTo>
                  <a:cubicBezTo>
                    <a:pt x="0" y="730"/>
                    <a:pt x="0" y="747"/>
                    <a:pt x="0" y="747"/>
                  </a:cubicBezTo>
                  <a:lnTo>
                    <a:pt x="16" y="763"/>
                  </a:lnTo>
                  <a:cubicBezTo>
                    <a:pt x="166" y="714"/>
                    <a:pt x="303" y="646"/>
                    <a:pt x="436" y="577"/>
                  </a:cubicBezTo>
                  <a:cubicBezTo>
                    <a:pt x="489" y="545"/>
                    <a:pt x="553" y="512"/>
                    <a:pt x="606" y="476"/>
                  </a:cubicBezTo>
                  <a:cubicBezTo>
                    <a:pt x="691" y="444"/>
                    <a:pt x="755" y="411"/>
                    <a:pt x="840" y="375"/>
                  </a:cubicBezTo>
                  <a:cubicBezTo>
                    <a:pt x="1042" y="274"/>
                    <a:pt x="1244" y="189"/>
                    <a:pt x="1430" y="72"/>
                  </a:cubicBezTo>
                  <a:cubicBezTo>
                    <a:pt x="1475" y="47"/>
                    <a:pt x="1515" y="34"/>
                    <a:pt x="1552" y="34"/>
                  </a:cubicBezTo>
                  <a:cubicBezTo>
                    <a:pt x="1612" y="34"/>
                    <a:pt x="1664" y="68"/>
                    <a:pt x="1717" y="141"/>
                  </a:cubicBezTo>
                  <a:cubicBezTo>
                    <a:pt x="1850" y="326"/>
                    <a:pt x="1951" y="460"/>
                    <a:pt x="2036" y="613"/>
                  </a:cubicBezTo>
                  <a:cubicBezTo>
                    <a:pt x="2068" y="662"/>
                    <a:pt x="2105" y="694"/>
                    <a:pt x="2137" y="714"/>
                  </a:cubicBezTo>
                  <a:lnTo>
                    <a:pt x="2169" y="714"/>
                  </a:lnTo>
                  <a:lnTo>
                    <a:pt x="2153" y="694"/>
                  </a:lnTo>
                  <a:cubicBezTo>
                    <a:pt x="2121" y="662"/>
                    <a:pt x="2105" y="646"/>
                    <a:pt x="2068" y="593"/>
                  </a:cubicBezTo>
                  <a:cubicBezTo>
                    <a:pt x="1967" y="444"/>
                    <a:pt x="1866" y="310"/>
                    <a:pt x="1733" y="124"/>
                  </a:cubicBezTo>
                  <a:cubicBezTo>
                    <a:pt x="1670" y="39"/>
                    <a:pt x="1613"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1"/>
            <p:cNvSpPr/>
            <p:nvPr/>
          </p:nvSpPr>
          <p:spPr>
            <a:xfrm>
              <a:off x="1643857" y="2838407"/>
              <a:ext cx="6853" cy="70223"/>
            </a:xfrm>
            <a:custGeom>
              <a:rect b="b" l="l" r="r" t="t"/>
              <a:pathLst>
                <a:path extrusionOk="0" h="707" w="69">
                  <a:moveTo>
                    <a:pt x="53" y="0"/>
                  </a:moveTo>
                  <a:cubicBezTo>
                    <a:pt x="53" y="0"/>
                    <a:pt x="37" y="0"/>
                    <a:pt x="37" y="16"/>
                  </a:cubicBezTo>
                  <a:cubicBezTo>
                    <a:pt x="16" y="117"/>
                    <a:pt x="16" y="234"/>
                    <a:pt x="16" y="335"/>
                  </a:cubicBezTo>
                  <a:lnTo>
                    <a:pt x="16" y="558"/>
                  </a:lnTo>
                  <a:lnTo>
                    <a:pt x="16" y="590"/>
                  </a:lnTo>
                  <a:cubicBezTo>
                    <a:pt x="16" y="622"/>
                    <a:pt x="37" y="659"/>
                    <a:pt x="16" y="675"/>
                  </a:cubicBezTo>
                  <a:cubicBezTo>
                    <a:pt x="0" y="691"/>
                    <a:pt x="0" y="691"/>
                    <a:pt x="16" y="691"/>
                  </a:cubicBezTo>
                  <a:lnTo>
                    <a:pt x="16" y="707"/>
                  </a:lnTo>
                  <a:lnTo>
                    <a:pt x="37" y="691"/>
                  </a:lnTo>
                  <a:cubicBezTo>
                    <a:pt x="53" y="659"/>
                    <a:pt x="53" y="622"/>
                    <a:pt x="53" y="590"/>
                  </a:cubicBezTo>
                  <a:lnTo>
                    <a:pt x="53" y="558"/>
                  </a:lnTo>
                  <a:lnTo>
                    <a:pt x="53" y="335"/>
                  </a:lnTo>
                  <a:cubicBezTo>
                    <a:pt x="53" y="234"/>
                    <a:pt x="53" y="117"/>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1"/>
            <p:cNvSpPr/>
            <p:nvPr/>
          </p:nvSpPr>
          <p:spPr>
            <a:xfrm>
              <a:off x="2086747" y="2838407"/>
              <a:ext cx="95650" cy="130414"/>
            </a:xfrm>
            <a:custGeom>
              <a:rect b="b" l="l" r="r" t="t"/>
              <a:pathLst>
                <a:path extrusionOk="0" h="1313" w="963">
                  <a:moveTo>
                    <a:pt x="1" y="0"/>
                  </a:moveTo>
                  <a:cubicBezTo>
                    <a:pt x="1" y="16"/>
                    <a:pt x="1" y="16"/>
                    <a:pt x="21" y="16"/>
                  </a:cubicBezTo>
                  <a:cubicBezTo>
                    <a:pt x="53" y="32"/>
                    <a:pt x="70" y="69"/>
                    <a:pt x="86" y="101"/>
                  </a:cubicBezTo>
                  <a:cubicBezTo>
                    <a:pt x="102" y="101"/>
                    <a:pt x="102" y="101"/>
                    <a:pt x="102" y="117"/>
                  </a:cubicBezTo>
                  <a:cubicBezTo>
                    <a:pt x="187" y="218"/>
                    <a:pt x="255" y="335"/>
                    <a:pt x="340" y="457"/>
                  </a:cubicBezTo>
                  <a:cubicBezTo>
                    <a:pt x="457" y="659"/>
                    <a:pt x="591" y="840"/>
                    <a:pt x="728" y="1042"/>
                  </a:cubicBezTo>
                  <a:cubicBezTo>
                    <a:pt x="744" y="1062"/>
                    <a:pt x="760" y="1095"/>
                    <a:pt x="777" y="1127"/>
                  </a:cubicBezTo>
                  <a:cubicBezTo>
                    <a:pt x="809" y="1196"/>
                    <a:pt x="861" y="1281"/>
                    <a:pt x="946" y="1313"/>
                  </a:cubicBezTo>
                  <a:lnTo>
                    <a:pt x="962" y="1313"/>
                  </a:lnTo>
                  <a:lnTo>
                    <a:pt x="962" y="1297"/>
                  </a:lnTo>
                  <a:lnTo>
                    <a:pt x="962" y="1281"/>
                  </a:lnTo>
                  <a:cubicBezTo>
                    <a:pt x="878" y="1264"/>
                    <a:pt x="845" y="1196"/>
                    <a:pt x="793" y="1111"/>
                  </a:cubicBezTo>
                  <a:cubicBezTo>
                    <a:pt x="793" y="1079"/>
                    <a:pt x="777" y="1062"/>
                    <a:pt x="760" y="1026"/>
                  </a:cubicBezTo>
                  <a:cubicBezTo>
                    <a:pt x="607" y="840"/>
                    <a:pt x="490" y="638"/>
                    <a:pt x="356" y="436"/>
                  </a:cubicBezTo>
                  <a:cubicBezTo>
                    <a:pt x="272" y="319"/>
                    <a:pt x="203" y="218"/>
                    <a:pt x="122" y="101"/>
                  </a:cubicBezTo>
                  <a:lnTo>
                    <a:pt x="122" y="85"/>
                  </a:lnTo>
                  <a:cubicBezTo>
                    <a:pt x="86" y="53"/>
                    <a:pt x="70"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1"/>
            <p:cNvSpPr/>
            <p:nvPr/>
          </p:nvSpPr>
          <p:spPr>
            <a:xfrm>
              <a:off x="511949" y="2368500"/>
              <a:ext cx="128924" cy="170640"/>
            </a:xfrm>
            <a:custGeom>
              <a:rect b="b" l="l" r="r" t="t"/>
              <a:pathLst>
                <a:path extrusionOk="0" h="1718" w="1298">
                  <a:moveTo>
                    <a:pt x="1281" y="1"/>
                  </a:moveTo>
                  <a:cubicBezTo>
                    <a:pt x="1212" y="85"/>
                    <a:pt x="1232" y="186"/>
                    <a:pt x="1249" y="271"/>
                  </a:cubicBezTo>
                  <a:cubicBezTo>
                    <a:pt x="1265" y="405"/>
                    <a:pt x="1265" y="558"/>
                    <a:pt x="1249" y="691"/>
                  </a:cubicBezTo>
                  <a:cubicBezTo>
                    <a:pt x="1249" y="809"/>
                    <a:pt x="1249" y="926"/>
                    <a:pt x="1265" y="1047"/>
                  </a:cubicBezTo>
                  <a:cubicBezTo>
                    <a:pt x="1265" y="1095"/>
                    <a:pt x="1232" y="1112"/>
                    <a:pt x="1196" y="1128"/>
                  </a:cubicBezTo>
                  <a:lnTo>
                    <a:pt x="1164" y="1128"/>
                  </a:lnTo>
                  <a:cubicBezTo>
                    <a:pt x="877" y="1281"/>
                    <a:pt x="574" y="1431"/>
                    <a:pt x="271" y="1568"/>
                  </a:cubicBezTo>
                  <a:lnTo>
                    <a:pt x="0" y="1685"/>
                  </a:lnTo>
                  <a:lnTo>
                    <a:pt x="0" y="1701"/>
                  </a:lnTo>
                  <a:lnTo>
                    <a:pt x="20" y="1717"/>
                  </a:lnTo>
                  <a:lnTo>
                    <a:pt x="271" y="1600"/>
                  </a:lnTo>
                  <a:cubicBezTo>
                    <a:pt x="574" y="1451"/>
                    <a:pt x="877" y="1297"/>
                    <a:pt x="1180" y="1164"/>
                  </a:cubicBezTo>
                  <a:cubicBezTo>
                    <a:pt x="1196" y="1164"/>
                    <a:pt x="1196" y="1148"/>
                    <a:pt x="1196" y="1148"/>
                  </a:cubicBezTo>
                  <a:cubicBezTo>
                    <a:pt x="1249" y="1128"/>
                    <a:pt x="1297" y="1112"/>
                    <a:pt x="1281" y="1047"/>
                  </a:cubicBezTo>
                  <a:lnTo>
                    <a:pt x="1281" y="691"/>
                  </a:lnTo>
                  <a:cubicBezTo>
                    <a:pt x="1281" y="558"/>
                    <a:pt x="1281" y="405"/>
                    <a:pt x="1265" y="271"/>
                  </a:cubicBezTo>
                  <a:lnTo>
                    <a:pt x="1265" y="255"/>
                  </a:lnTo>
                  <a:cubicBezTo>
                    <a:pt x="1265" y="203"/>
                    <a:pt x="1249" y="85"/>
                    <a:pt x="1297" y="17"/>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1"/>
            <p:cNvSpPr/>
            <p:nvPr/>
          </p:nvSpPr>
          <p:spPr>
            <a:xfrm>
              <a:off x="1257880" y="1358961"/>
              <a:ext cx="155344" cy="93663"/>
            </a:xfrm>
            <a:custGeom>
              <a:rect b="b" l="l" r="r" t="t"/>
              <a:pathLst>
                <a:path extrusionOk="0" h="943" w="1564">
                  <a:moveTo>
                    <a:pt x="1547" y="1"/>
                  </a:moveTo>
                  <a:cubicBezTo>
                    <a:pt x="1398" y="49"/>
                    <a:pt x="1260" y="134"/>
                    <a:pt x="1127" y="219"/>
                  </a:cubicBezTo>
                  <a:cubicBezTo>
                    <a:pt x="1075" y="251"/>
                    <a:pt x="1010" y="304"/>
                    <a:pt x="941" y="336"/>
                  </a:cubicBezTo>
                  <a:cubicBezTo>
                    <a:pt x="808" y="405"/>
                    <a:pt x="671" y="486"/>
                    <a:pt x="537" y="570"/>
                  </a:cubicBezTo>
                  <a:cubicBezTo>
                    <a:pt x="404" y="655"/>
                    <a:pt x="250" y="740"/>
                    <a:pt x="101" y="825"/>
                  </a:cubicBezTo>
                  <a:cubicBezTo>
                    <a:pt x="48" y="857"/>
                    <a:pt x="32" y="890"/>
                    <a:pt x="0" y="926"/>
                  </a:cubicBezTo>
                  <a:cubicBezTo>
                    <a:pt x="0" y="942"/>
                    <a:pt x="0" y="942"/>
                    <a:pt x="16" y="942"/>
                  </a:cubicBezTo>
                  <a:lnTo>
                    <a:pt x="32" y="942"/>
                  </a:lnTo>
                  <a:cubicBezTo>
                    <a:pt x="48" y="910"/>
                    <a:pt x="65" y="873"/>
                    <a:pt x="117" y="841"/>
                  </a:cubicBezTo>
                  <a:cubicBezTo>
                    <a:pt x="267" y="772"/>
                    <a:pt x="404" y="671"/>
                    <a:pt x="553" y="587"/>
                  </a:cubicBezTo>
                  <a:cubicBezTo>
                    <a:pt x="691" y="522"/>
                    <a:pt x="824" y="437"/>
                    <a:pt x="957" y="352"/>
                  </a:cubicBezTo>
                  <a:cubicBezTo>
                    <a:pt x="1026" y="320"/>
                    <a:pt x="1075" y="284"/>
                    <a:pt x="1143" y="235"/>
                  </a:cubicBezTo>
                  <a:cubicBezTo>
                    <a:pt x="1260" y="166"/>
                    <a:pt x="1398" y="82"/>
                    <a:pt x="1547" y="33"/>
                  </a:cubicBezTo>
                  <a:lnTo>
                    <a:pt x="1563" y="17"/>
                  </a:lnTo>
                  <a:lnTo>
                    <a:pt x="15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1"/>
            <p:cNvSpPr/>
            <p:nvPr/>
          </p:nvSpPr>
          <p:spPr>
            <a:xfrm>
              <a:off x="1189246" y="1948852"/>
              <a:ext cx="3278" cy="73898"/>
            </a:xfrm>
            <a:custGeom>
              <a:rect b="b" l="l" r="r" t="t"/>
              <a:pathLst>
                <a:path extrusionOk="0" h="744" w="33">
                  <a:moveTo>
                    <a:pt x="0" y="0"/>
                  </a:moveTo>
                  <a:lnTo>
                    <a:pt x="0" y="20"/>
                  </a:lnTo>
                  <a:cubicBezTo>
                    <a:pt x="16" y="170"/>
                    <a:pt x="16" y="323"/>
                    <a:pt x="0" y="457"/>
                  </a:cubicBezTo>
                  <a:lnTo>
                    <a:pt x="0" y="727"/>
                  </a:lnTo>
                  <a:lnTo>
                    <a:pt x="16" y="743"/>
                  </a:lnTo>
                  <a:cubicBezTo>
                    <a:pt x="33" y="743"/>
                    <a:pt x="33" y="727"/>
                    <a:pt x="33" y="727"/>
                  </a:cubicBezTo>
                  <a:lnTo>
                    <a:pt x="33" y="457"/>
                  </a:lnTo>
                  <a:cubicBezTo>
                    <a:pt x="33" y="323"/>
                    <a:pt x="33" y="170"/>
                    <a:pt x="16" y="20"/>
                  </a:cubicBezTo>
                  <a:cubicBezTo>
                    <a:pt x="16" y="2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1"/>
            <p:cNvSpPr/>
            <p:nvPr/>
          </p:nvSpPr>
          <p:spPr>
            <a:xfrm>
              <a:off x="456923" y="1855288"/>
              <a:ext cx="182261" cy="223978"/>
            </a:xfrm>
            <a:custGeom>
              <a:rect b="b" l="l" r="r" t="t"/>
              <a:pathLst>
                <a:path extrusionOk="0" h="2255" w="1835">
                  <a:moveTo>
                    <a:pt x="1766" y="1"/>
                  </a:moveTo>
                  <a:lnTo>
                    <a:pt x="1665" y="70"/>
                  </a:lnTo>
                  <a:cubicBezTo>
                    <a:pt x="1601" y="102"/>
                    <a:pt x="1532" y="134"/>
                    <a:pt x="1447" y="187"/>
                  </a:cubicBezTo>
                  <a:lnTo>
                    <a:pt x="473" y="740"/>
                  </a:lnTo>
                  <a:cubicBezTo>
                    <a:pt x="453" y="740"/>
                    <a:pt x="453" y="740"/>
                    <a:pt x="473" y="760"/>
                  </a:cubicBezTo>
                  <a:lnTo>
                    <a:pt x="490" y="760"/>
                  </a:lnTo>
                  <a:lnTo>
                    <a:pt x="1463" y="203"/>
                  </a:lnTo>
                  <a:cubicBezTo>
                    <a:pt x="1532" y="171"/>
                    <a:pt x="1617" y="118"/>
                    <a:pt x="1685" y="86"/>
                  </a:cubicBezTo>
                  <a:lnTo>
                    <a:pt x="1786" y="33"/>
                  </a:lnTo>
                  <a:cubicBezTo>
                    <a:pt x="1819" y="70"/>
                    <a:pt x="1819" y="102"/>
                    <a:pt x="1819" y="134"/>
                  </a:cubicBezTo>
                  <a:lnTo>
                    <a:pt x="1819" y="154"/>
                  </a:lnTo>
                  <a:lnTo>
                    <a:pt x="1819" y="437"/>
                  </a:lnTo>
                  <a:lnTo>
                    <a:pt x="1819" y="1164"/>
                  </a:lnTo>
                  <a:cubicBezTo>
                    <a:pt x="1819" y="1213"/>
                    <a:pt x="1803" y="1245"/>
                    <a:pt x="1734" y="1281"/>
                  </a:cubicBezTo>
                  <a:cubicBezTo>
                    <a:pt x="1382" y="1467"/>
                    <a:pt x="1027" y="1669"/>
                    <a:pt x="692" y="1871"/>
                  </a:cubicBezTo>
                  <a:cubicBezTo>
                    <a:pt x="538" y="1936"/>
                    <a:pt x="405" y="2021"/>
                    <a:pt x="272" y="2106"/>
                  </a:cubicBezTo>
                  <a:cubicBezTo>
                    <a:pt x="203" y="2138"/>
                    <a:pt x="150" y="2174"/>
                    <a:pt x="86" y="2190"/>
                  </a:cubicBezTo>
                  <a:cubicBezTo>
                    <a:pt x="70" y="2207"/>
                    <a:pt x="33" y="2223"/>
                    <a:pt x="17" y="2239"/>
                  </a:cubicBezTo>
                  <a:cubicBezTo>
                    <a:pt x="1" y="2239"/>
                    <a:pt x="1" y="2255"/>
                    <a:pt x="1" y="2255"/>
                  </a:cubicBezTo>
                  <a:lnTo>
                    <a:pt x="17" y="2255"/>
                  </a:lnTo>
                  <a:cubicBezTo>
                    <a:pt x="49" y="2239"/>
                    <a:pt x="70" y="2239"/>
                    <a:pt x="102" y="2223"/>
                  </a:cubicBezTo>
                  <a:cubicBezTo>
                    <a:pt x="171" y="2190"/>
                    <a:pt x="219" y="2154"/>
                    <a:pt x="288" y="2122"/>
                  </a:cubicBezTo>
                  <a:cubicBezTo>
                    <a:pt x="421" y="2053"/>
                    <a:pt x="554" y="1972"/>
                    <a:pt x="692" y="1887"/>
                  </a:cubicBezTo>
                  <a:cubicBezTo>
                    <a:pt x="1043" y="1702"/>
                    <a:pt x="1399" y="1500"/>
                    <a:pt x="1750" y="1298"/>
                  </a:cubicBezTo>
                  <a:cubicBezTo>
                    <a:pt x="1819" y="1265"/>
                    <a:pt x="1835" y="1229"/>
                    <a:pt x="1835" y="1164"/>
                  </a:cubicBezTo>
                  <a:lnTo>
                    <a:pt x="1835" y="437"/>
                  </a:lnTo>
                  <a:lnTo>
                    <a:pt x="1835" y="154"/>
                  </a:lnTo>
                  <a:lnTo>
                    <a:pt x="1835" y="134"/>
                  </a:lnTo>
                  <a:cubicBezTo>
                    <a:pt x="1835" y="86"/>
                    <a:pt x="1835" y="33"/>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1"/>
            <p:cNvSpPr/>
            <p:nvPr/>
          </p:nvSpPr>
          <p:spPr>
            <a:xfrm>
              <a:off x="888292" y="2616117"/>
              <a:ext cx="6953" cy="71911"/>
            </a:xfrm>
            <a:custGeom>
              <a:rect b="b" l="l" r="r" t="t"/>
              <a:pathLst>
                <a:path extrusionOk="0" h="724" w="70">
                  <a:moveTo>
                    <a:pt x="17" y="0"/>
                  </a:moveTo>
                  <a:lnTo>
                    <a:pt x="17" y="133"/>
                  </a:lnTo>
                  <a:lnTo>
                    <a:pt x="17" y="420"/>
                  </a:lnTo>
                  <a:lnTo>
                    <a:pt x="17" y="473"/>
                  </a:lnTo>
                  <a:cubicBezTo>
                    <a:pt x="0" y="554"/>
                    <a:pt x="0" y="638"/>
                    <a:pt x="33" y="707"/>
                  </a:cubicBezTo>
                  <a:lnTo>
                    <a:pt x="49" y="723"/>
                  </a:lnTo>
                  <a:cubicBezTo>
                    <a:pt x="69" y="723"/>
                    <a:pt x="69" y="707"/>
                    <a:pt x="69" y="707"/>
                  </a:cubicBezTo>
                  <a:cubicBezTo>
                    <a:pt x="33" y="622"/>
                    <a:pt x="33" y="554"/>
                    <a:pt x="33" y="473"/>
                  </a:cubicBezTo>
                  <a:lnTo>
                    <a:pt x="33" y="420"/>
                  </a:lnTo>
                  <a:lnTo>
                    <a:pt x="33" y="133"/>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1"/>
            <p:cNvSpPr/>
            <p:nvPr/>
          </p:nvSpPr>
          <p:spPr>
            <a:xfrm>
              <a:off x="1921470" y="3042221"/>
              <a:ext cx="150577" cy="240863"/>
            </a:xfrm>
            <a:custGeom>
              <a:rect b="b" l="l" r="r" t="t"/>
              <a:pathLst>
                <a:path extrusionOk="0" h="2425" w="1516">
                  <a:moveTo>
                    <a:pt x="49" y="0"/>
                  </a:moveTo>
                  <a:cubicBezTo>
                    <a:pt x="33" y="37"/>
                    <a:pt x="17" y="69"/>
                    <a:pt x="33" y="101"/>
                  </a:cubicBezTo>
                  <a:cubicBezTo>
                    <a:pt x="49" y="170"/>
                    <a:pt x="49" y="255"/>
                    <a:pt x="33" y="340"/>
                  </a:cubicBezTo>
                  <a:cubicBezTo>
                    <a:pt x="1" y="505"/>
                    <a:pt x="85" y="626"/>
                    <a:pt x="186" y="760"/>
                  </a:cubicBezTo>
                  <a:cubicBezTo>
                    <a:pt x="352" y="945"/>
                    <a:pt x="506" y="1147"/>
                    <a:pt x="655" y="1349"/>
                  </a:cubicBezTo>
                  <a:cubicBezTo>
                    <a:pt x="825" y="1551"/>
                    <a:pt x="994" y="1753"/>
                    <a:pt x="1160" y="1972"/>
                  </a:cubicBezTo>
                  <a:cubicBezTo>
                    <a:pt x="1196" y="2004"/>
                    <a:pt x="1213" y="2040"/>
                    <a:pt x="1245" y="2073"/>
                  </a:cubicBezTo>
                  <a:cubicBezTo>
                    <a:pt x="1297" y="2141"/>
                    <a:pt x="1346" y="2206"/>
                    <a:pt x="1415" y="2275"/>
                  </a:cubicBezTo>
                  <a:cubicBezTo>
                    <a:pt x="1447" y="2291"/>
                    <a:pt x="1499" y="2343"/>
                    <a:pt x="1483" y="2408"/>
                  </a:cubicBezTo>
                  <a:cubicBezTo>
                    <a:pt x="1483" y="2424"/>
                    <a:pt x="1483" y="2424"/>
                    <a:pt x="1499" y="2424"/>
                  </a:cubicBezTo>
                  <a:lnTo>
                    <a:pt x="1516" y="2424"/>
                  </a:lnTo>
                  <a:cubicBezTo>
                    <a:pt x="1516" y="2343"/>
                    <a:pt x="1463" y="2275"/>
                    <a:pt x="1431" y="2258"/>
                  </a:cubicBezTo>
                  <a:cubicBezTo>
                    <a:pt x="1362" y="2190"/>
                    <a:pt x="1314" y="2121"/>
                    <a:pt x="1261" y="2056"/>
                  </a:cubicBezTo>
                  <a:cubicBezTo>
                    <a:pt x="1245" y="2020"/>
                    <a:pt x="1213" y="1988"/>
                    <a:pt x="1180" y="1955"/>
                  </a:cubicBezTo>
                  <a:cubicBezTo>
                    <a:pt x="1011" y="1737"/>
                    <a:pt x="841" y="1535"/>
                    <a:pt x="691" y="1333"/>
                  </a:cubicBezTo>
                  <a:cubicBezTo>
                    <a:pt x="522" y="1131"/>
                    <a:pt x="372" y="929"/>
                    <a:pt x="203" y="744"/>
                  </a:cubicBezTo>
                  <a:cubicBezTo>
                    <a:pt x="102" y="626"/>
                    <a:pt x="33" y="505"/>
                    <a:pt x="69" y="340"/>
                  </a:cubicBezTo>
                  <a:cubicBezTo>
                    <a:pt x="85" y="255"/>
                    <a:pt x="69" y="170"/>
                    <a:pt x="49" y="85"/>
                  </a:cubicBezTo>
                  <a:cubicBezTo>
                    <a:pt x="49" y="69"/>
                    <a:pt x="49"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1"/>
            <p:cNvSpPr/>
            <p:nvPr/>
          </p:nvSpPr>
          <p:spPr>
            <a:xfrm>
              <a:off x="1266223" y="2547484"/>
              <a:ext cx="212357" cy="160609"/>
            </a:xfrm>
            <a:custGeom>
              <a:rect b="b" l="l" r="r" t="t"/>
              <a:pathLst>
                <a:path extrusionOk="0" h="1617" w="2138">
                  <a:moveTo>
                    <a:pt x="1457" y="1"/>
                  </a:moveTo>
                  <a:cubicBezTo>
                    <a:pt x="1431" y="1"/>
                    <a:pt x="1405" y="6"/>
                    <a:pt x="1378" y="16"/>
                  </a:cubicBezTo>
                  <a:cubicBezTo>
                    <a:pt x="1213" y="85"/>
                    <a:pt x="1059" y="154"/>
                    <a:pt x="910" y="218"/>
                  </a:cubicBezTo>
                  <a:cubicBezTo>
                    <a:pt x="639" y="336"/>
                    <a:pt x="368" y="457"/>
                    <a:pt x="82" y="558"/>
                  </a:cubicBezTo>
                  <a:cubicBezTo>
                    <a:pt x="17" y="574"/>
                    <a:pt x="17" y="639"/>
                    <a:pt x="17" y="691"/>
                  </a:cubicBezTo>
                  <a:lnTo>
                    <a:pt x="17" y="1043"/>
                  </a:lnTo>
                  <a:lnTo>
                    <a:pt x="17" y="1313"/>
                  </a:lnTo>
                  <a:lnTo>
                    <a:pt x="17" y="1382"/>
                  </a:lnTo>
                  <a:cubicBezTo>
                    <a:pt x="1" y="1414"/>
                    <a:pt x="1" y="1467"/>
                    <a:pt x="33" y="1515"/>
                  </a:cubicBezTo>
                  <a:lnTo>
                    <a:pt x="49" y="1515"/>
                  </a:lnTo>
                  <a:lnTo>
                    <a:pt x="49" y="1499"/>
                  </a:lnTo>
                  <a:cubicBezTo>
                    <a:pt x="33" y="1467"/>
                    <a:pt x="33" y="1414"/>
                    <a:pt x="33" y="1382"/>
                  </a:cubicBezTo>
                  <a:cubicBezTo>
                    <a:pt x="33" y="1366"/>
                    <a:pt x="49" y="1329"/>
                    <a:pt x="49" y="1313"/>
                  </a:cubicBezTo>
                  <a:cubicBezTo>
                    <a:pt x="33" y="1228"/>
                    <a:pt x="49" y="1144"/>
                    <a:pt x="49" y="1043"/>
                  </a:cubicBezTo>
                  <a:cubicBezTo>
                    <a:pt x="49" y="925"/>
                    <a:pt x="49" y="808"/>
                    <a:pt x="33" y="691"/>
                  </a:cubicBezTo>
                  <a:cubicBezTo>
                    <a:pt x="33" y="639"/>
                    <a:pt x="49" y="590"/>
                    <a:pt x="102" y="574"/>
                  </a:cubicBezTo>
                  <a:cubicBezTo>
                    <a:pt x="368" y="473"/>
                    <a:pt x="655" y="356"/>
                    <a:pt x="910" y="255"/>
                  </a:cubicBezTo>
                  <a:cubicBezTo>
                    <a:pt x="1059" y="186"/>
                    <a:pt x="1229" y="101"/>
                    <a:pt x="1378" y="53"/>
                  </a:cubicBezTo>
                  <a:cubicBezTo>
                    <a:pt x="1412" y="38"/>
                    <a:pt x="1443" y="30"/>
                    <a:pt x="1471" y="30"/>
                  </a:cubicBezTo>
                  <a:cubicBezTo>
                    <a:pt x="1514" y="30"/>
                    <a:pt x="1551" y="50"/>
                    <a:pt x="1580" y="101"/>
                  </a:cubicBezTo>
                  <a:cubicBezTo>
                    <a:pt x="1617" y="134"/>
                    <a:pt x="1649" y="186"/>
                    <a:pt x="1681" y="218"/>
                  </a:cubicBezTo>
                  <a:cubicBezTo>
                    <a:pt x="1782" y="356"/>
                    <a:pt x="1899" y="505"/>
                    <a:pt x="2021" y="639"/>
                  </a:cubicBezTo>
                  <a:cubicBezTo>
                    <a:pt x="2069" y="691"/>
                    <a:pt x="2085" y="760"/>
                    <a:pt x="2101" y="861"/>
                  </a:cubicBezTo>
                  <a:cubicBezTo>
                    <a:pt x="2101" y="942"/>
                    <a:pt x="2101" y="1026"/>
                    <a:pt x="2085" y="1127"/>
                  </a:cubicBezTo>
                  <a:cubicBezTo>
                    <a:pt x="2085" y="1245"/>
                    <a:pt x="2069" y="1382"/>
                    <a:pt x="2101" y="1515"/>
                  </a:cubicBezTo>
                  <a:cubicBezTo>
                    <a:pt x="2101" y="1531"/>
                    <a:pt x="2085" y="1568"/>
                    <a:pt x="2053" y="1584"/>
                  </a:cubicBezTo>
                  <a:lnTo>
                    <a:pt x="2053" y="1600"/>
                  </a:lnTo>
                  <a:lnTo>
                    <a:pt x="2053" y="1616"/>
                  </a:lnTo>
                  <a:lnTo>
                    <a:pt x="2069" y="1616"/>
                  </a:lnTo>
                  <a:lnTo>
                    <a:pt x="2069" y="1600"/>
                  </a:lnTo>
                  <a:cubicBezTo>
                    <a:pt x="2101" y="1584"/>
                    <a:pt x="2138" y="1547"/>
                    <a:pt x="2122" y="1499"/>
                  </a:cubicBezTo>
                  <a:cubicBezTo>
                    <a:pt x="2101" y="1382"/>
                    <a:pt x="2101" y="1245"/>
                    <a:pt x="2122" y="1127"/>
                  </a:cubicBezTo>
                  <a:lnTo>
                    <a:pt x="2122" y="861"/>
                  </a:lnTo>
                  <a:cubicBezTo>
                    <a:pt x="2122" y="776"/>
                    <a:pt x="2101" y="707"/>
                    <a:pt x="2037" y="622"/>
                  </a:cubicBezTo>
                  <a:cubicBezTo>
                    <a:pt x="1920" y="489"/>
                    <a:pt x="1819" y="336"/>
                    <a:pt x="1698" y="202"/>
                  </a:cubicBezTo>
                  <a:cubicBezTo>
                    <a:pt x="1665" y="170"/>
                    <a:pt x="1633" y="117"/>
                    <a:pt x="1597" y="85"/>
                  </a:cubicBezTo>
                  <a:cubicBezTo>
                    <a:pt x="1563" y="27"/>
                    <a:pt x="1513" y="1"/>
                    <a:pt x="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1"/>
            <p:cNvSpPr/>
            <p:nvPr/>
          </p:nvSpPr>
          <p:spPr>
            <a:xfrm>
              <a:off x="1924649" y="2161507"/>
              <a:ext cx="118892" cy="240764"/>
            </a:xfrm>
            <a:custGeom>
              <a:rect b="b" l="l" r="r" t="t"/>
              <a:pathLst>
                <a:path extrusionOk="0" h="2424" w="1197">
                  <a:moveTo>
                    <a:pt x="37" y="0"/>
                  </a:moveTo>
                  <a:lnTo>
                    <a:pt x="17" y="16"/>
                  </a:lnTo>
                  <a:cubicBezTo>
                    <a:pt x="1" y="101"/>
                    <a:pt x="1" y="202"/>
                    <a:pt x="1" y="283"/>
                  </a:cubicBezTo>
                  <a:lnTo>
                    <a:pt x="1" y="469"/>
                  </a:lnTo>
                  <a:cubicBezTo>
                    <a:pt x="1" y="485"/>
                    <a:pt x="17" y="505"/>
                    <a:pt x="17" y="521"/>
                  </a:cubicBezTo>
                  <a:lnTo>
                    <a:pt x="37" y="521"/>
                  </a:lnTo>
                  <a:cubicBezTo>
                    <a:pt x="187" y="756"/>
                    <a:pt x="320" y="1010"/>
                    <a:pt x="474" y="1244"/>
                  </a:cubicBezTo>
                  <a:cubicBezTo>
                    <a:pt x="643" y="1547"/>
                    <a:pt x="825" y="1850"/>
                    <a:pt x="1011" y="2153"/>
                  </a:cubicBezTo>
                  <a:cubicBezTo>
                    <a:pt x="1047" y="2186"/>
                    <a:pt x="1063" y="2222"/>
                    <a:pt x="1080" y="2254"/>
                  </a:cubicBezTo>
                  <a:cubicBezTo>
                    <a:pt x="1112" y="2303"/>
                    <a:pt x="1148" y="2371"/>
                    <a:pt x="1181" y="2424"/>
                  </a:cubicBezTo>
                  <a:lnTo>
                    <a:pt x="1197" y="2424"/>
                  </a:lnTo>
                  <a:lnTo>
                    <a:pt x="1197" y="2404"/>
                  </a:lnTo>
                  <a:cubicBezTo>
                    <a:pt x="1164" y="2355"/>
                    <a:pt x="1128" y="2287"/>
                    <a:pt x="1096" y="2238"/>
                  </a:cubicBezTo>
                  <a:cubicBezTo>
                    <a:pt x="1080" y="2202"/>
                    <a:pt x="1063" y="2169"/>
                    <a:pt x="1047" y="2137"/>
                  </a:cubicBezTo>
                  <a:cubicBezTo>
                    <a:pt x="845" y="1834"/>
                    <a:pt x="659" y="1531"/>
                    <a:pt x="490" y="1228"/>
                  </a:cubicBezTo>
                  <a:cubicBezTo>
                    <a:pt x="356" y="990"/>
                    <a:pt x="203" y="739"/>
                    <a:pt x="53" y="505"/>
                  </a:cubicBezTo>
                  <a:cubicBezTo>
                    <a:pt x="37" y="485"/>
                    <a:pt x="37" y="469"/>
                    <a:pt x="37" y="469"/>
                  </a:cubicBezTo>
                  <a:lnTo>
                    <a:pt x="37" y="283"/>
                  </a:lnTo>
                  <a:cubicBezTo>
                    <a:pt x="37" y="202"/>
                    <a:pt x="37" y="117"/>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1"/>
            <p:cNvSpPr/>
            <p:nvPr/>
          </p:nvSpPr>
          <p:spPr>
            <a:xfrm>
              <a:off x="1737719" y="2594365"/>
              <a:ext cx="170640" cy="342771"/>
            </a:xfrm>
            <a:custGeom>
              <a:rect b="b" l="l" r="r" t="t"/>
              <a:pathLst>
                <a:path extrusionOk="0" h="3451" w="1718">
                  <a:moveTo>
                    <a:pt x="17" y="1"/>
                  </a:moveTo>
                  <a:cubicBezTo>
                    <a:pt x="0" y="1"/>
                    <a:pt x="0" y="1"/>
                    <a:pt x="0" y="17"/>
                  </a:cubicBezTo>
                  <a:cubicBezTo>
                    <a:pt x="33" y="187"/>
                    <a:pt x="134" y="288"/>
                    <a:pt x="235" y="405"/>
                  </a:cubicBezTo>
                  <a:cubicBezTo>
                    <a:pt x="283" y="453"/>
                    <a:pt x="336" y="506"/>
                    <a:pt x="368" y="571"/>
                  </a:cubicBezTo>
                  <a:cubicBezTo>
                    <a:pt x="772" y="1160"/>
                    <a:pt x="1212" y="1734"/>
                    <a:pt x="1632" y="2308"/>
                  </a:cubicBezTo>
                  <a:lnTo>
                    <a:pt x="1632" y="2324"/>
                  </a:lnTo>
                  <a:cubicBezTo>
                    <a:pt x="1665" y="2372"/>
                    <a:pt x="1665" y="2409"/>
                    <a:pt x="1665" y="2457"/>
                  </a:cubicBezTo>
                  <a:cubicBezTo>
                    <a:pt x="1681" y="2627"/>
                    <a:pt x="1681" y="2792"/>
                    <a:pt x="1681" y="2946"/>
                  </a:cubicBezTo>
                  <a:lnTo>
                    <a:pt x="1681" y="3132"/>
                  </a:lnTo>
                  <a:cubicBezTo>
                    <a:pt x="1681" y="3164"/>
                    <a:pt x="1681" y="3196"/>
                    <a:pt x="1665" y="3217"/>
                  </a:cubicBezTo>
                  <a:cubicBezTo>
                    <a:pt x="1665" y="3297"/>
                    <a:pt x="1665" y="3366"/>
                    <a:pt x="1681" y="3451"/>
                  </a:cubicBezTo>
                  <a:lnTo>
                    <a:pt x="1697" y="3451"/>
                  </a:lnTo>
                  <a:cubicBezTo>
                    <a:pt x="1717" y="3451"/>
                    <a:pt x="1717" y="3451"/>
                    <a:pt x="1717" y="3435"/>
                  </a:cubicBezTo>
                  <a:cubicBezTo>
                    <a:pt x="1697" y="3366"/>
                    <a:pt x="1697" y="3297"/>
                    <a:pt x="1697" y="3217"/>
                  </a:cubicBezTo>
                  <a:lnTo>
                    <a:pt x="1697" y="3132"/>
                  </a:lnTo>
                  <a:lnTo>
                    <a:pt x="1697" y="2946"/>
                  </a:lnTo>
                  <a:lnTo>
                    <a:pt x="1697" y="2457"/>
                  </a:lnTo>
                  <a:cubicBezTo>
                    <a:pt x="1697" y="2409"/>
                    <a:pt x="1697" y="2356"/>
                    <a:pt x="1665" y="2308"/>
                  </a:cubicBezTo>
                  <a:lnTo>
                    <a:pt x="1649" y="2287"/>
                  </a:lnTo>
                  <a:cubicBezTo>
                    <a:pt x="1229" y="1734"/>
                    <a:pt x="808" y="1144"/>
                    <a:pt x="384" y="554"/>
                  </a:cubicBezTo>
                  <a:cubicBezTo>
                    <a:pt x="352" y="490"/>
                    <a:pt x="303" y="437"/>
                    <a:pt x="251" y="389"/>
                  </a:cubicBezTo>
                  <a:cubicBezTo>
                    <a:pt x="150" y="288"/>
                    <a:pt x="49" y="16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1"/>
            <p:cNvSpPr/>
            <p:nvPr/>
          </p:nvSpPr>
          <p:spPr>
            <a:xfrm>
              <a:off x="468544" y="2058407"/>
              <a:ext cx="167462" cy="91081"/>
            </a:xfrm>
            <a:custGeom>
              <a:rect b="b" l="l" r="r" t="t"/>
              <a:pathLst>
                <a:path extrusionOk="0" h="917" w="1686">
                  <a:moveTo>
                    <a:pt x="1674" y="1"/>
                  </a:moveTo>
                  <a:cubicBezTo>
                    <a:pt x="1671" y="1"/>
                    <a:pt x="1669" y="3"/>
                    <a:pt x="1669" y="8"/>
                  </a:cubicBezTo>
                  <a:lnTo>
                    <a:pt x="1366" y="162"/>
                  </a:lnTo>
                  <a:cubicBezTo>
                    <a:pt x="1112" y="295"/>
                    <a:pt x="861" y="432"/>
                    <a:pt x="623" y="565"/>
                  </a:cubicBezTo>
                  <a:cubicBezTo>
                    <a:pt x="474" y="634"/>
                    <a:pt x="336" y="715"/>
                    <a:pt x="203" y="784"/>
                  </a:cubicBezTo>
                  <a:cubicBezTo>
                    <a:pt x="134" y="816"/>
                    <a:pt x="70" y="868"/>
                    <a:pt x="17" y="901"/>
                  </a:cubicBezTo>
                  <a:cubicBezTo>
                    <a:pt x="1" y="901"/>
                    <a:pt x="1" y="901"/>
                    <a:pt x="1" y="917"/>
                  </a:cubicBezTo>
                  <a:lnTo>
                    <a:pt x="33" y="917"/>
                  </a:lnTo>
                  <a:cubicBezTo>
                    <a:pt x="86" y="885"/>
                    <a:pt x="155" y="852"/>
                    <a:pt x="219" y="816"/>
                  </a:cubicBezTo>
                  <a:cubicBezTo>
                    <a:pt x="356" y="735"/>
                    <a:pt x="490" y="650"/>
                    <a:pt x="639" y="582"/>
                  </a:cubicBezTo>
                  <a:cubicBezTo>
                    <a:pt x="878" y="448"/>
                    <a:pt x="1128" y="311"/>
                    <a:pt x="1366" y="194"/>
                  </a:cubicBezTo>
                  <a:cubicBezTo>
                    <a:pt x="1467" y="129"/>
                    <a:pt x="1568" y="77"/>
                    <a:pt x="1669" y="28"/>
                  </a:cubicBezTo>
                  <a:cubicBezTo>
                    <a:pt x="1686" y="28"/>
                    <a:pt x="1686" y="8"/>
                    <a:pt x="1686" y="8"/>
                  </a:cubicBezTo>
                  <a:cubicBezTo>
                    <a:pt x="1686" y="8"/>
                    <a:pt x="1678" y="1"/>
                    <a:pt x="1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1"/>
            <p:cNvSpPr/>
            <p:nvPr/>
          </p:nvSpPr>
          <p:spPr>
            <a:xfrm>
              <a:off x="687655" y="2931871"/>
              <a:ext cx="133691" cy="172627"/>
            </a:xfrm>
            <a:custGeom>
              <a:rect b="b" l="l" r="r" t="t"/>
              <a:pathLst>
                <a:path extrusionOk="0" h="1738" w="1346">
                  <a:moveTo>
                    <a:pt x="1297" y="0"/>
                  </a:moveTo>
                  <a:cubicBezTo>
                    <a:pt x="1281" y="53"/>
                    <a:pt x="1297" y="101"/>
                    <a:pt x="1297" y="138"/>
                  </a:cubicBezTo>
                  <a:cubicBezTo>
                    <a:pt x="1314" y="186"/>
                    <a:pt x="1314" y="222"/>
                    <a:pt x="1281" y="239"/>
                  </a:cubicBezTo>
                  <a:cubicBezTo>
                    <a:pt x="1213" y="303"/>
                    <a:pt x="1128" y="340"/>
                    <a:pt x="1043" y="356"/>
                  </a:cubicBezTo>
                  <a:lnTo>
                    <a:pt x="1027" y="372"/>
                  </a:lnTo>
                  <a:cubicBezTo>
                    <a:pt x="724" y="473"/>
                    <a:pt x="421" y="590"/>
                    <a:pt x="134" y="707"/>
                  </a:cubicBezTo>
                  <a:lnTo>
                    <a:pt x="85" y="744"/>
                  </a:lnTo>
                  <a:cubicBezTo>
                    <a:pt x="33" y="760"/>
                    <a:pt x="1" y="760"/>
                    <a:pt x="1" y="828"/>
                  </a:cubicBezTo>
                  <a:lnTo>
                    <a:pt x="1" y="1164"/>
                  </a:lnTo>
                  <a:cubicBezTo>
                    <a:pt x="1" y="1350"/>
                    <a:pt x="1" y="1535"/>
                    <a:pt x="17" y="1717"/>
                  </a:cubicBezTo>
                  <a:cubicBezTo>
                    <a:pt x="17" y="1717"/>
                    <a:pt x="17" y="1737"/>
                    <a:pt x="33" y="1737"/>
                  </a:cubicBezTo>
                  <a:lnTo>
                    <a:pt x="49" y="1717"/>
                  </a:lnTo>
                  <a:cubicBezTo>
                    <a:pt x="17" y="1535"/>
                    <a:pt x="33" y="1350"/>
                    <a:pt x="33" y="1164"/>
                  </a:cubicBezTo>
                  <a:lnTo>
                    <a:pt x="33" y="828"/>
                  </a:lnTo>
                  <a:cubicBezTo>
                    <a:pt x="33" y="792"/>
                    <a:pt x="49" y="776"/>
                    <a:pt x="85" y="760"/>
                  </a:cubicBezTo>
                  <a:lnTo>
                    <a:pt x="134" y="744"/>
                  </a:lnTo>
                  <a:cubicBezTo>
                    <a:pt x="437" y="626"/>
                    <a:pt x="724" y="489"/>
                    <a:pt x="1027" y="388"/>
                  </a:cubicBezTo>
                  <a:lnTo>
                    <a:pt x="1043" y="388"/>
                  </a:lnTo>
                  <a:cubicBezTo>
                    <a:pt x="1144" y="356"/>
                    <a:pt x="1229" y="323"/>
                    <a:pt x="1297" y="271"/>
                  </a:cubicBezTo>
                  <a:cubicBezTo>
                    <a:pt x="1346" y="222"/>
                    <a:pt x="1330" y="186"/>
                    <a:pt x="1330" y="138"/>
                  </a:cubicBezTo>
                  <a:cubicBezTo>
                    <a:pt x="1314" y="85"/>
                    <a:pt x="1314" y="53"/>
                    <a:pt x="1330" y="20"/>
                  </a:cubicBezTo>
                  <a:cubicBezTo>
                    <a:pt x="1330" y="20"/>
                    <a:pt x="1330" y="0"/>
                    <a:pt x="13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1"/>
            <p:cNvSpPr/>
            <p:nvPr/>
          </p:nvSpPr>
          <p:spPr>
            <a:xfrm>
              <a:off x="1921470" y="2868502"/>
              <a:ext cx="130513" cy="239175"/>
            </a:xfrm>
            <a:custGeom>
              <a:rect b="b" l="l" r="r" t="t"/>
              <a:pathLst>
                <a:path extrusionOk="0" h="2408" w="1314">
                  <a:moveTo>
                    <a:pt x="85" y="0"/>
                  </a:moveTo>
                  <a:cubicBezTo>
                    <a:pt x="85" y="0"/>
                    <a:pt x="69" y="0"/>
                    <a:pt x="69" y="16"/>
                  </a:cubicBezTo>
                  <a:cubicBezTo>
                    <a:pt x="1" y="133"/>
                    <a:pt x="69" y="218"/>
                    <a:pt x="118" y="303"/>
                  </a:cubicBezTo>
                  <a:cubicBezTo>
                    <a:pt x="134" y="303"/>
                    <a:pt x="134" y="319"/>
                    <a:pt x="150" y="319"/>
                  </a:cubicBezTo>
                  <a:cubicBezTo>
                    <a:pt x="271" y="489"/>
                    <a:pt x="405" y="675"/>
                    <a:pt x="522" y="840"/>
                  </a:cubicBezTo>
                  <a:cubicBezTo>
                    <a:pt x="708" y="1111"/>
                    <a:pt x="910" y="1398"/>
                    <a:pt x="1128" y="1648"/>
                  </a:cubicBezTo>
                  <a:cubicBezTo>
                    <a:pt x="1245" y="1802"/>
                    <a:pt x="1297" y="1951"/>
                    <a:pt x="1281" y="2137"/>
                  </a:cubicBezTo>
                  <a:lnTo>
                    <a:pt x="1281" y="2206"/>
                  </a:lnTo>
                  <a:cubicBezTo>
                    <a:pt x="1281" y="2274"/>
                    <a:pt x="1281" y="2339"/>
                    <a:pt x="1245" y="2392"/>
                  </a:cubicBezTo>
                  <a:lnTo>
                    <a:pt x="1245" y="2408"/>
                  </a:lnTo>
                  <a:lnTo>
                    <a:pt x="1261" y="2408"/>
                  </a:lnTo>
                  <a:cubicBezTo>
                    <a:pt x="1314" y="2339"/>
                    <a:pt x="1314" y="2274"/>
                    <a:pt x="1314" y="2206"/>
                  </a:cubicBezTo>
                  <a:lnTo>
                    <a:pt x="1314" y="2137"/>
                  </a:lnTo>
                  <a:cubicBezTo>
                    <a:pt x="1314" y="1935"/>
                    <a:pt x="1281" y="1802"/>
                    <a:pt x="1144" y="1632"/>
                  </a:cubicBezTo>
                  <a:cubicBezTo>
                    <a:pt x="942" y="1382"/>
                    <a:pt x="740" y="1095"/>
                    <a:pt x="538" y="824"/>
                  </a:cubicBezTo>
                  <a:cubicBezTo>
                    <a:pt x="421" y="658"/>
                    <a:pt x="287" y="473"/>
                    <a:pt x="170" y="303"/>
                  </a:cubicBezTo>
                  <a:cubicBezTo>
                    <a:pt x="150" y="303"/>
                    <a:pt x="150" y="287"/>
                    <a:pt x="150" y="287"/>
                  </a:cubicBezTo>
                  <a:cubicBezTo>
                    <a:pt x="85" y="202"/>
                    <a:pt x="33" y="133"/>
                    <a:pt x="85" y="16"/>
                  </a:cubicBezTo>
                  <a:cubicBezTo>
                    <a:pt x="102" y="16"/>
                    <a:pt x="85" y="16"/>
                    <a:pt x="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1"/>
            <p:cNvSpPr/>
            <p:nvPr/>
          </p:nvSpPr>
          <p:spPr>
            <a:xfrm>
              <a:off x="1408258" y="1245035"/>
              <a:ext cx="71911" cy="205901"/>
            </a:xfrm>
            <a:custGeom>
              <a:rect b="b" l="l" r="r" t="t"/>
              <a:pathLst>
                <a:path extrusionOk="0" h="2073" w="724">
                  <a:moveTo>
                    <a:pt x="118" y="1"/>
                  </a:moveTo>
                  <a:cubicBezTo>
                    <a:pt x="102" y="1"/>
                    <a:pt x="102" y="1"/>
                    <a:pt x="102" y="17"/>
                  </a:cubicBezTo>
                  <a:cubicBezTo>
                    <a:pt x="86" y="37"/>
                    <a:pt x="86" y="69"/>
                    <a:pt x="86" y="85"/>
                  </a:cubicBezTo>
                  <a:cubicBezTo>
                    <a:pt x="66" y="154"/>
                    <a:pt x="49" y="202"/>
                    <a:pt x="33" y="271"/>
                  </a:cubicBezTo>
                  <a:cubicBezTo>
                    <a:pt x="1" y="340"/>
                    <a:pt x="33" y="388"/>
                    <a:pt x="66" y="421"/>
                  </a:cubicBezTo>
                  <a:cubicBezTo>
                    <a:pt x="187" y="590"/>
                    <a:pt x="288" y="776"/>
                    <a:pt x="389" y="962"/>
                  </a:cubicBezTo>
                  <a:cubicBezTo>
                    <a:pt x="469" y="1095"/>
                    <a:pt x="538" y="1229"/>
                    <a:pt x="623" y="1366"/>
                  </a:cubicBezTo>
                  <a:cubicBezTo>
                    <a:pt x="671" y="1431"/>
                    <a:pt x="708" y="1532"/>
                    <a:pt x="692" y="1616"/>
                  </a:cubicBezTo>
                  <a:lnTo>
                    <a:pt x="692" y="1786"/>
                  </a:lnTo>
                  <a:cubicBezTo>
                    <a:pt x="692" y="1871"/>
                    <a:pt x="708" y="1972"/>
                    <a:pt x="671" y="2057"/>
                  </a:cubicBezTo>
                  <a:cubicBezTo>
                    <a:pt x="655" y="2057"/>
                    <a:pt x="671" y="2073"/>
                    <a:pt x="671" y="2073"/>
                  </a:cubicBezTo>
                  <a:lnTo>
                    <a:pt x="692" y="2057"/>
                  </a:lnTo>
                  <a:cubicBezTo>
                    <a:pt x="724" y="1972"/>
                    <a:pt x="724" y="1871"/>
                    <a:pt x="724" y="1786"/>
                  </a:cubicBezTo>
                  <a:cubicBezTo>
                    <a:pt x="724" y="1734"/>
                    <a:pt x="708" y="1669"/>
                    <a:pt x="724" y="1616"/>
                  </a:cubicBezTo>
                  <a:cubicBezTo>
                    <a:pt x="724" y="1515"/>
                    <a:pt x="708" y="1431"/>
                    <a:pt x="655" y="1350"/>
                  </a:cubicBezTo>
                  <a:cubicBezTo>
                    <a:pt x="570" y="1212"/>
                    <a:pt x="490" y="1079"/>
                    <a:pt x="421" y="946"/>
                  </a:cubicBezTo>
                  <a:cubicBezTo>
                    <a:pt x="320" y="776"/>
                    <a:pt x="203" y="590"/>
                    <a:pt x="86" y="404"/>
                  </a:cubicBezTo>
                  <a:cubicBezTo>
                    <a:pt x="49" y="372"/>
                    <a:pt x="33" y="320"/>
                    <a:pt x="49" y="271"/>
                  </a:cubicBezTo>
                  <a:cubicBezTo>
                    <a:pt x="86" y="219"/>
                    <a:pt x="86" y="154"/>
                    <a:pt x="102" y="102"/>
                  </a:cubicBezTo>
                  <a:cubicBezTo>
                    <a:pt x="118" y="69"/>
                    <a:pt x="118" y="53"/>
                    <a:pt x="118" y="17"/>
                  </a:cubicBezTo>
                  <a:lnTo>
                    <a:pt x="1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1"/>
            <p:cNvSpPr/>
            <p:nvPr/>
          </p:nvSpPr>
          <p:spPr>
            <a:xfrm>
              <a:off x="1413125" y="2194085"/>
              <a:ext cx="80354" cy="191399"/>
            </a:xfrm>
            <a:custGeom>
              <a:rect b="b" l="l" r="r" t="t"/>
              <a:pathLst>
                <a:path extrusionOk="0" h="1927" w="809">
                  <a:moveTo>
                    <a:pt x="23" y="0"/>
                  </a:moveTo>
                  <a:cubicBezTo>
                    <a:pt x="17" y="0"/>
                    <a:pt x="17" y="7"/>
                    <a:pt x="17" y="7"/>
                  </a:cubicBezTo>
                  <a:cubicBezTo>
                    <a:pt x="0" y="7"/>
                    <a:pt x="0" y="24"/>
                    <a:pt x="17" y="24"/>
                  </a:cubicBezTo>
                  <a:cubicBezTo>
                    <a:pt x="85" y="76"/>
                    <a:pt x="138" y="141"/>
                    <a:pt x="170" y="209"/>
                  </a:cubicBezTo>
                  <a:lnTo>
                    <a:pt x="219" y="258"/>
                  </a:lnTo>
                  <a:cubicBezTo>
                    <a:pt x="303" y="379"/>
                    <a:pt x="388" y="496"/>
                    <a:pt x="473" y="613"/>
                  </a:cubicBezTo>
                  <a:cubicBezTo>
                    <a:pt x="505" y="646"/>
                    <a:pt x="542" y="682"/>
                    <a:pt x="558" y="731"/>
                  </a:cubicBezTo>
                  <a:cubicBezTo>
                    <a:pt x="606" y="763"/>
                    <a:pt x="622" y="832"/>
                    <a:pt x="622" y="900"/>
                  </a:cubicBezTo>
                  <a:lnTo>
                    <a:pt x="622" y="1102"/>
                  </a:lnTo>
                  <a:cubicBezTo>
                    <a:pt x="622" y="1235"/>
                    <a:pt x="643" y="1369"/>
                    <a:pt x="606" y="1490"/>
                  </a:cubicBezTo>
                  <a:cubicBezTo>
                    <a:pt x="558" y="1708"/>
                    <a:pt x="675" y="1825"/>
                    <a:pt x="792" y="1910"/>
                  </a:cubicBezTo>
                  <a:lnTo>
                    <a:pt x="808" y="1926"/>
                  </a:lnTo>
                  <a:lnTo>
                    <a:pt x="808" y="1910"/>
                  </a:lnTo>
                  <a:lnTo>
                    <a:pt x="808" y="1894"/>
                  </a:lnTo>
                  <a:cubicBezTo>
                    <a:pt x="691" y="1793"/>
                    <a:pt x="590" y="1708"/>
                    <a:pt x="643" y="1506"/>
                  </a:cubicBezTo>
                  <a:cubicBezTo>
                    <a:pt x="659" y="1369"/>
                    <a:pt x="659" y="1235"/>
                    <a:pt x="643" y="1102"/>
                  </a:cubicBezTo>
                  <a:lnTo>
                    <a:pt x="643" y="900"/>
                  </a:lnTo>
                  <a:cubicBezTo>
                    <a:pt x="643" y="815"/>
                    <a:pt x="622" y="763"/>
                    <a:pt x="590" y="714"/>
                  </a:cubicBezTo>
                  <a:cubicBezTo>
                    <a:pt x="558" y="662"/>
                    <a:pt x="521" y="630"/>
                    <a:pt x="489" y="597"/>
                  </a:cubicBezTo>
                  <a:cubicBezTo>
                    <a:pt x="404" y="480"/>
                    <a:pt x="320" y="359"/>
                    <a:pt x="239" y="242"/>
                  </a:cubicBezTo>
                  <a:cubicBezTo>
                    <a:pt x="219" y="226"/>
                    <a:pt x="202" y="209"/>
                    <a:pt x="202" y="193"/>
                  </a:cubicBezTo>
                  <a:cubicBezTo>
                    <a:pt x="154" y="125"/>
                    <a:pt x="101" y="56"/>
                    <a:pt x="37" y="7"/>
                  </a:cubicBezTo>
                  <a:cubicBezTo>
                    <a:pt x="30" y="2"/>
                    <a:pt x="2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1"/>
            <p:cNvSpPr/>
            <p:nvPr/>
          </p:nvSpPr>
          <p:spPr>
            <a:xfrm>
              <a:off x="1267912" y="2018280"/>
              <a:ext cx="227156" cy="193485"/>
            </a:xfrm>
            <a:custGeom>
              <a:rect b="b" l="l" r="r" t="t"/>
              <a:pathLst>
                <a:path extrusionOk="0" h="1948" w="2287">
                  <a:moveTo>
                    <a:pt x="1443" y="0"/>
                  </a:moveTo>
                  <a:cubicBezTo>
                    <a:pt x="1409" y="0"/>
                    <a:pt x="1375" y="12"/>
                    <a:pt x="1345" y="28"/>
                  </a:cubicBezTo>
                  <a:cubicBezTo>
                    <a:pt x="1026" y="178"/>
                    <a:pt x="691" y="347"/>
                    <a:pt x="388" y="497"/>
                  </a:cubicBezTo>
                  <a:lnTo>
                    <a:pt x="101" y="634"/>
                  </a:lnTo>
                  <a:lnTo>
                    <a:pt x="85" y="634"/>
                  </a:lnTo>
                  <a:cubicBezTo>
                    <a:pt x="48" y="667"/>
                    <a:pt x="16" y="683"/>
                    <a:pt x="16" y="751"/>
                  </a:cubicBezTo>
                  <a:lnTo>
                    <a:pt x="16" y="1054"/>
                  </a:lnTo>
                  <a:cubicBezTo>
                    <a:pt x="16" y="1220"/>
                    <a:pt x="0" y="1406"/>
                    <a:pt x="32" y="1575"/>
                  </a:cubicBezTo>
                  <a:lnTo>
                    <a:pt x="32" y="1592"/>
                  </a:lnTo>
                  <a:cubicBezTo>
                    <a:pt x="48" y="1592"/>
                    <a:pt x="48" y="1592"/>
                    <a:pt x="48" y="1575"/>
                  </a:cubicBezTo>
                  <a:cubicBezTo>
                    <a:pt x="32" y="1406"/>
                    <a:pt x="32" y="1220"/>
                    <a:pt x="32" y="1054"/>
                  </a:cubicBezTo>
                  <a:lnTo>
                    <a:pt x="32" y="751"/>
                  </a:lnTo>
                  <a:cubicBezTo>
                    <a:pt x="32" y="699"/>
                    <a:pt x="65" y="683"/>
                    <a:pt x="101" y="667"/>
                  </a:cubicBezTo>
                  <a:lnTo>
                    <a:pt x="404" y="513"/>
                  </a:lnTo>
                  <a:cubicBezTo>
                    <a:pt x="707" y="364"/>
                    <a:pt x="1026" y="210"/>
                    <a:pt x="1361" y="61"/>
                  </a:cubicBezTo>
                  <a:cubicBezTo>
                    <a:pt x="1392" y="37"/>
                    <a:pt x="1422" y="24"/>
                    <a:pt x="1452" y="24"/>
                  </a:cubicBezTo>
                  <a:cubicBezTo>
                    <a:pt x="1490" y="24"/>
                    <a:pt x="1527" y="45"/>
                    <a:pt x="1563" y="93"/>
                  </a:cubicBezTo>
                  <a:cubicBezTo>
                    <a:pt x="1701" y="311"/>
                    <a:pt x="1850" y="533"/>
                    <a:pt x="2004" y="735"/>
                  </a:cubicBezTo>
                  <a:lnTo>
                    <a:pt x="2036" y="784"/>
                  </a:lnTo>
                  <a:cubicBezTo>
                    <a:pt x="2068" y="836"/>
                    <a:pt x="2084" y="885"/>
                    <a:pt x="2084" y="953"/>
                  </a:cubicBezTo>
                  <a:cubicBezTo>
                    <a:pt x="2068" y="1054"/>
                    <a:pt x="2068" y="1155"/>
                    <a:pt x="2068" y="1256"/>
                  </a:cubicBezTo>
                  <a:lnTo>
                    <a:pt x="2068" y="1644"/>
                  </a:lnTo>
                  <a:cubicBezTo>
                    <a:pt x="2052" y="1761"/>
                    <a:pt x="2153" y="1878"/>
                    <a:pt x="2270" y="1947"/>
                  </a:cubicBezTo>
                  <a:lnTo>
                    <a:pt x="2286" y="1947"/>
                  </a:lnTo>
                  <a:lnTo>
                    <a:pt x="2286" y="1927"/>
                  </a:lnTo>
                  <a:cubicBezTo>
                    <a:pt x="2185" y="1862"/>
                    <a:pt x="2068" y="1745"/>
                    <a:pt x="2084" y="1644"/>
                  </a:cubicBezTo>
                  <a:cubicBezTo>
                    <a:pt x="2105" y="1507"/>
                    <a:pt x="2105" y="1373"/>
                    <a:pt x="2105" y="1256"/>
                  </a:cubicBezTo>
                  <a:lnTo>
                    <a:pt x="2105" y="953"/>
                  </a:lnTo>
                  <a:cubicBezTo>
                    <a:pt x="2105" y="885"/>
                    <a:pt x="2084" y="816"/>
                    <a:pt x="2052" y="767"/>
                  </a:cubicBezTo>
                  <a:lnTo>
                    <a:pt x="2020" y="715"/>
                  </a:lnTo>
                  <a:cubicBezTo>
                    <a:pt x="1866" y="513"/>
                    <a:pt x="1717" y="295"/>
                    <a:pt x="1580" y="77"/>
                  </a:cubicBezTo>
                  <a:cubicBezTo>
                    <a:pt x="1534" y="20"/>
                    <a:pt x="1488"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7" name="Google Shape;3317;p51"/>
          <p:cNvSpPr txBox="1"/>
          <p:nvPr>
            <p:ph idx="1" type="subTitle"/>
          </p:nvPr>
        </p:nvSpPr>
        <p:spPr>
          <a:xfrm>
            <a:off x="4299850" y="971675"/>
            <a:ext cx="3936600" cy="255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3318" name="Google Shape;3318;p51"/>
          <p:cNvSpPr txBox="1"/>
          <p:nvPr>
            <p:ph type="title"/>
          </p:nvPr>
        </p:nvSpPr>
        <p:spPr>
          <a:xfrm>
            <a:off x="4299850" y="3605100"/>
            <a:ext cx="39366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pic>
        <p:nvPicPr>
          <p:cNvPr id="3319" name="Google Shape;3319;p51"/>
          <p:cNvPicPr preferRelativeResize="0"/>
          <p:nvPr>
            <p:ph idx="2" type="pic"/>
          </p:nvPr>
        </p:nvPicPr>
        <p:blipFill rotWithShape="1">
          <a:blip r:embed="rId3">
            <a:alphaModFix/>
          </a:blip>
          <a:srcRect b="15165" l="2816" r="1699" t="2860"/>
          <a:stretch/>
        </p:blipFill>
        <p:spPr>
          <a:xfrm>
            <a:off x="615800" y="539325"/>
            <a:ext cx="3150741" cy="4064502"/>
          </a:xfrm>
          <a:prstGeom prst="rect">
            <a:avLst/>
          </a:prstGeom>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3" name="Shape 3323"/>
        <p:cNvGrpSpPr/>
        <p:nvPr/>
      </p:nvGrpSpPr>
      <p:grpSpPr>
        <a:xfrm>
          <a:off x="0" y="0"/>
          <a:ext cx="0" cy="0"/>
          <a:chOff x="0" y="0"/>
          <a:chExt cx="0" cy="0"/>
        </a:xfrm>
      </p:grpSpPr>
      <p:sp>
        <p:nvSpPr>
          <p:cNvPr id="3324" name="Google Shape;3324;p52"/>
          <p:cNvSpPr txBox="1"/>
          <p:nvPr>
            <p:ph type="title"/>
          </p:nvPr>
        </p:nvSpPr>
        <p:spPr>
          <a:xfrm>
            <a:off x="872425" y="475488"/>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Common places in urban areas</a:t>
            </a:r>
            <a:endParaRPr/>
          </a:p>
        </p:txBody>
      </p:sp>
      <p:sp>
        <p:nvSpPr>
          <p:cNvPr id="3325" name="Google Shape;3325;p52"/>
          <p:cNvSpPr txBox="1"/>
          <p:nvPr/>
        </p:nvSpPr>
        <p:spPr>
          <a:xfrm flipH="1">
            <a:off x="3339888" y="1167350"/>
            <a:ext cx="15168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yne"/>
                <a:ea typeface="Syne"/>
                <a:cs typeface="Syne"/>
                <a:sym typeface="Syne"/>
              </a:rPr>
              <a:t>Parks</a:t>
            </a:r>
            <a:endParaRPr b="1" sz="2000">
              <a:solidFill>
                <a:schemeClr val="dk1"/>
              </a:solidFill>
              <a:latin typeface="Syne"/>
              <a:ea typeface="Syne"/>
              <a:cs typeface="Syne"/>
              <a:sym typeface="Syne"/>
            </a:endParaRPr>
          </a:p>
        </p:txBody>
      </p:sp>
      <p:sp>
        <p:nvSpPr>
          <p:cNvPr id="3326" name="Google Shape;3326;p52"/>
          <p:cNvSpPr txBox="1"/>
          <p:nvPr/>
        </p:nvSpPr>
        <p:spPr>
          <a:xfrm flipH="1">
            <a:off x="5361513" y="1167350"/>
            <a:ext cx="26553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Mercury is the closest planet to the Sun and the smallest one in the Solar System</a:t>
            </a:r>
            <a:endParaRPr>
              <a:solidFill>
                <a:schemeClr val="dk1"/>
              </a:solidFill>
              <a:latin typeface="Syne Medium"/>
              <a:ea typeface="Syne Medium"/>
              <a:cs typeface="Syne Medium"/>
              <a:sym typeface="Syne Medium"/>
            </a:endParaRPr>
          </a:p>
        </p:txBody>
      </p:sp>
      <p:sp>
        <p:nvSpPr>
          <p:cNvPr id="3327" name="Google Shape;3327;p52"/>
          <p:cNvSpPr txBox="1"/>
          <p:nvPr/>
        </p:nvSpPr>
        <p:spPr>
          <a:xfrm flipH="1">
            <a:off x="3339888" y="2049900"/>
            <a:ext cx="15168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yne"/>
                <a:ea typeface="Syne"/>
                <a:cs typeface="Syne"/>
                <a:sym typeface="Syne"/>
              </a:rPr>
              <a:t>Schools</a:t>
            </a:r>
            <a:endParaRPr b="1" sz="2000">
              <a:solidFill>
                <a:schemeClr val="dk1"/>
              </a:solidFill>
              <a:latin typeface="Syne"/>
              <a:ea typeface="Syne"/>
              <a:cs typeface="Syne"/>
              <a:sym typeface="Syne"/>
            </a:endParaRPr>
          </a:p>
        </p:txBody>
      </p:sp>
      <p:sp>
        <p:nvSpPr>
          <p:cNvPr id="3328" name="Google Shape;3328;p52"/>
          <p:cNvSpPr txBox="1"/>
          <p:nvPr/>
        </p:nvSpPr>
        <p:spPr>
          <a:xfrm flipH="1">
            <a:off x="5361513" y="2049900"/>
            <a:ext cx="26553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Venus has a beautiful name and is the second planet from the Sun</a:t>
            </a:r>
            <a:endParaRPr>
              <a:solidFill>
                <a:schemeClr val="dk1"/>
              </a:solidFill>
              <a:latin typeface="Syne Medium"/>
              <a:ea typeface="Syne Medium"/>
              <a:cs typeface="Syne Medium"/>
              <a:sym typeface="Syne Medium"/>
            </a:endParaRPr>
          </a:p>
        </p:txBody>
      </p:sp>
      <p:sp>
        <p:nvSpPr>
          <p:cNvPr id="3329" name="Google Shape;3329;p52"/>
          <p:cNvSpPr txBox="1"/>
          <p:nvPr/>
        </p:nvSpPr>
        <p:spPr>
          <a:xfrm flipH="1">
            <a:off x="3339888" y="2932450"/>
            <a:ext cx="15168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yne"/>
                <a:ea typeface="Syne"/>
                <a:cs typeface="Syne"/>
                <a:sym typeface="Syne"/>
              </a:rPr>
              <a:t>Stores</a:t>
            </a:r>
            <a:endParaRPr b="1" sz="2000">
              <a:solidFill>
                <a:schemeClr val="dk1"/>
              </a:solidFill>
              <a:latin typeface="Syne"/>
              <a:ea typeface="Syne"/>
              <a:cs typeface="Syne"/>
              <a:sym typeface="Syne"/>
            </a:endParaRPr>
          </a:p>
        </p:txBody>
      </p:sp>
      <p:sp>
        <p:nvSpPr>
          <p:cNvPr id="3330" name="Google Shape;3330;p52"/>
          <p:cNvSpPr txBox="1"/>
          <p:nvPr/>
        </p:nvSpPr>
        <p:spPr>
          <a:xfrm flipH="1">
            <a:off x="5361513" y="2932450"/>
            <a:ext cx="26553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Despite being red, Mars is actually a cold place. It’s full of iron oxide dust</a:t>
            </a:r>
            <a:endParaRPr>
              <a:solidFill>
                <a:schemeClr val="dk1"/>
              </a:solidFill>
              <a:latin typeface="Syne Medium"/>
              <a:ea typeface="Syne Medium"/>
              <a:cs typeface="Syne Medium"/>
              <a:sym typeface="Syne Medium"/>
            </a:endParaRPr>
          </a:p>
        </p:txBody>
      </p:sp>
      <p:sp>
        <p:nvSpPr>
          <p:cNvPr id="3331" name="Google Shape;3331;p52"/>
          <p:cNvSpPr txBox="1"/>
          <p:nvPr/>
        </p:nvSpPr>
        <p:spPr>
          <a:xfrm flipH="1">
            <a:off x="3339888" y="3815000"/>
            <a:ext cx="15168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yne"/>
                <a:ea typeface="Syne"/>
                <a:cs typeface="Syne"/>
                <a:sym typeface="Syne"/>
              </a:rPr>
              <a:t>Stations</a:t>
            </a:r>
            <a:endParaRPr b="1" sz="2000">
              <a:solidFill>
                <a:schemeClr val="dk1"/>
              </a:solidFill>
              <a:latin typeface="Syne"/>
              <a:ea typeface="Syne"/>
              <a:cs typeface="Syne"/>
              <a:sym typeface="Syne"/>
            </a:endParaRPr>
          </a:p>
        </p:txBody>
      </p:sp>
      <p:sp>
        <p:nvSpPr>
          <p:cNvPr id="3332" name="Google Shape;3332;p52"/>
          <p:cNvSpPr txBox="1"/>
          <p:nvPr/>
        </p:nvSpPr>
        <p:spPr>
          <a:xfrm flipH="1">
            <a:off x="5361513" y="3815000"/>
            <a:ext cx="26553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Jupiter is a gas giant and the biggest planet in the whole Solar System</a:t>
            </a:r>
            <a:endParaRPr>
              <a:solidFill>
                <a:schemeClr val="dk1"/>
              </a:solidFill>
              <a:latin typeface="Syne Medium"/>
              <a:ea typeface="Syne Medium"/>
              <a:cs typeface="Syne Medium"/>
              <a:sym typeface="Syne Medium"/>
            </a:endParaRPr>
          </a:p>
        </p:txBody>
      </p:sp>
      <p:cxnSp>
        <p:nvCxnSpPr>
          <p:cNvPr id="3333" name="Google Shape;3333;p52"/>
          <p:cNvCxnSpPr>
            <a:stCxn id="3325" idx="1"/>
            <a:endCxn id="3326" idx="3"/>
          </p:cNvCxnSpPr>
          <p:nvPr/>
        </p:nvCxnSpPr>
        <p:spPr>
          <a:xfrm>
            <a:off x="4856688" y="1561850"/>
            <a:ext cx="504900" cy="0"/>
          </a:xfrm>
          <a:prstGeom prst="straightConnector1">
            <a:avLst/>
          </a:prstGeom>
          <a:noFill/>
          <a:ln cap="flat" cmpd="sng" w="9525">
            <a:solidFill>
              <a:schemeClr val="dk1"/>
            </a:solidFill>
            <a:prstDash val="solid"/>
            <a:round/>
            <a:headEnd len="med" w="med" type="none"/>
            <a:tailEnd len="med" w="med" type="diamond"/>
          </a:ln>
        </p:spPr>
      </p:cxnSp>
      <p:cxnSp>
        <p:nvCxnSpPr>
          <p:cNvPr id="3334" name="Google Shape;3334;p52"/>
          <p:cNvCxnSpPr>
            <a:stCxn id="3327" idx="1"/>
            <a:endCxn id="3328" idx="3"/>
          </p:cNvCxnSpPr>
          <p:nvPr/>
        </p:nvCxnSpPr>
        <p:spPr>
          <a:xfrm>
            <a:off x="4856688" y="2444400"/>
            <a:ext cx="504900" cy="0"/>
          </a:xfrm>
          <a:prstGeom prst="straightConnector1">
            <a:avLst/>
          </a:prstGeom>
          <a:noFill/>
          <a:ln cap="flat" cmpd="sng" w="9525">
            <a:solidFill>
              <a:schemeClr val="dk1"/>
            </a:solidFill>
            <a:prstDash val="solid"/>
            <a:round/>
            <a:headEnd len="med" w="med" type="none"/>
            <a:tailEnd len="med" w="med" type="diamond"/>
          </a:ln>
        </p:spPr>
      </p:cxnSp>
      <p:cxnSp>
        <p:nvCxnSpPr>
          <p:cNvPr id="3335" name="Google Shape;3335;p52"/>
          <p:cNvCxnSpPr>
            <a:stCxn id="3329" idx="1"/>
            <a:endCxn id="3330" idx="3"/>
          </p:cNvCxnSpPr>
          <p:nvPr/>
        </p:nvCxnSpPr>
        <p:spPr>
          <a:xfrm>
            <a:off x="4856688" y="3326950"/>
            <a:ext cx="504900" cy="0"/>
          </a:xfrm>
          <a:prstGeom prst="straightConnector1">
            <a:avLst/>
          </a:prstGeom>
          <a:noFill/>
          <a:ln cap="flat" cmpd="sng" w="9525">
            <a:solidFill>
              <a:schemeClr val="dk1"/>
            </a:solidFill>
            <a:prstDash val="solid"/>
            <a:round/>
            <a:headEnd len="med" w="med" type="none"/>
            <a:tailEnd len="med" w="med" type="diamond"/>
          </a:ln>
        </p:spPr>
      </p:cxnSp>
      <p:cxnSp>
        <p:nvCxnSpPr>
          <p:cNvPr id="3336" name="Google Shape;3336;p52"/>
          <p:cNvCxnSpPr>
            <a:stCxn id="3331" idx="1"/>
            <a:endCxn id="3332" idx="3"/>
          </p:cNvCxnSpPr>
          <p:nvPr/>
        </p:nvCxnSpPr>
        <p:spPr>
          <a:xfrm>
            <a:off x="4856688" y="4209500"/>
            <a:ext cx="504900" cy="0"/>
          </a:xfrm>
          <a:prstGeom prst="straightConnector1">
            <a:avLst/>
          </a:prstGeom>
          <a:noFill/>
          <a:ln cap="flat" cmpd="sng" w="9525">
            <a:solidFill>
              <a:schemeClr val="dk1"/>
            </a:solidFill>
            <a:prstDash val="solid"/>
            <a:round/>
            <a:headEnd len="med" w="med" type="none"/>
            <a:tailEnd len="med" w="med" type="diamond"/>
          </a:ln>
        </p:spPr>
      </p:cxnSp>
      <p:sp>
        <p:nvSpPr>
          <p:cNvPr id="3337" name="Google Shape;3337;p52"/>
          <p:cNvSpPr txBox="1"/>
          <p:nvPr/>
        </p:nvSpPr>
        <p:spPr>
          <a:xfrm flipH="1">
            <a:off x="1127188" y="2444400"/>
            <a:ext cx="1516800" cy="78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yne"/>
                <a:ea typeface="Syne"/>
                <a:cs typeface="Syne"/>
                <a:sym typeface="Syne"/>
              </a:rPr>
              <a:t>City center</a:t>
            </a:r>
            <a:endParaRPr b="1" sz="2000">
              <a:solidFill>
                <a:schemeClr val="dk1"/>
              </a:solidFill>
              <a:latin typeface="Syne"/>
              <a:ea typeface="Syne"/>
              <a:cs typeface="Syne"/>
              <a:sym typeface="Syne"/>
            </a:endParaRPr>
          </a:p>
        </p:txBody>
      </p:sp>
      <p:cxnSp>
        <p:nvCxnSpPr>
          <p:cNvPr id="3338" name="Google Shape;3338;p52"/>
          <p:cNvCxnSpPr>
            <a:stCxn id="3337" idx="1"/>
            <a:endCxn id="3325" idx="3"/>
          </p:cNvCxnSpPr>
          <p:nvPr/>
        </p:nvCxnSpPr>
        <p:spPr>
          <a:xfrm flipH="1" rot="10800000">
            <a:off x="2643988" y="1561800"/>
            <a:ext cx="696000" cy="1277100"/>
          </a:xfrm>
          <a:prstGeom prst="bentConnector3">
            <a:avLst>
              <a:gd fmla="val 49993" name="adj1"/>
            </a:avLst>
          </a:prstGeom>
          <a:noFill/>
          <a:ln cap="flat" cmpd="sng" w="9525">
            <a:solidFill>
              <a:schemeClr val="dk1"/>
            </a:solidFill>
            <a:prstDash val="solid"/>
            <a:round/>
            <a:headEnd len="med" w="med" type="none"/>
            <a:tailEnd len="med" w="med" type="diamond"/>
          </a:ln>
        </p:spPr>
      </p:cxnSp>
      <p:cxnSp>
        <p:nvCxnSpPr>
          <p:cNvPr id="3339" name="Google Shape;3339;p52"/>
          <p:cNvCxnSpPr>
            <a:stCxn id="3337" idx="1"/>
            <a:endCxn id="3327" idx="3"/>
          </p:cNvCxnSpPr>
          <p:nvPr/>
        </p:nvCxnSpPr>
        <p:spPr>
          <a:xfrm flipH="1" rot="10800000">
            <a:off x="2643988" y="2444400"/>
            <a:ext cx="696000" cy="394500"/>
          </a:xfrm>
          <a:prstGeom prst="bentConnector3">
            <a:avLst>
              <a:gd fmla="val 49993" name="adj1"/>
            </a:avLst>
          </a:prstGeom>
          <a:noFill/>
          <a:ln cap="flat" cmpd="sng" w="9525">
            <a:solidFill>
              <a:schemeClr val="dk1"/>
            </a:solidFill>
            <a:prstDash val="solid"/>
            <a:round/>
            <a:headEnd len="med" w="med" type="none"/>
            <a:tailEnd len="med" w="med" type="diamond"/>
          </a:ln>
        </p:spPr>
      </p:cxnSp>
      <p:cxnSp>
        <p:nvCxnSpPr>
          <p:cNvPr id="3340" name="Google Shape;3340;p52"/>
          <p:cNvCxnSpPr>
            <a:stCxn id="3337" idx="1"/>
            <a:endCxn id="3329" idx="3"/>
          </p:cNvCxnSpPr>
          <p:nvPr/>
        </p:nvCxnSpPr>
        <p:spPr>
          <a:xfrm>
            <a:off x="2643988" y="2838900"/>
            <a:ext cx="696000" cy="488100"/>
          </a:xfrm>
          <a:prstGeom prst="bentConnector3">
            <a:avLst>
              <a:gd fmla="val 49993" name="adj1"/>
            </a:avLst>
          </a:prstGeom>
          <a:noFill/>
          <a:ln cap="flat" cmpd="sng" w="9525">
            <a:solidFill>
              <a:schemeClr val="dk1"/>
            </a:solidFill>
            <a:prstDash val="solid"/>
            <a:round/>
            <a:headEnd len="med" w="med" type="none"/>
            <a:tailEnd len="med" w="med" type="diamond"/>
          </a:ln>
        </p:spPr>
      </p:cxnSp>
      <p:cxnSp>
        <p:nvCxnSpPr>
          <p:cNvPr id="3341" name="Google Shape;3341;p52"/>
          <p:cNvCxnSpPr>
            <a:stCxn id="3337" idx="1"/>
            <a:endCxn id="3331" idx="3"/>
          </p:cNvCxnSpPr>
          <p:nvPr/>
        </p:nvCxnSpPr>
        <p:spPr>
          <a:xfrm>
            <a:off x="2643988" y="2838900"/>
            <a:ext cx="696000" cy="1370700"/>
          </a:xfrm>
          <a:prstGeom prst="bentConnector3">
            <a:avLst>
              <a:gd fmla="val 49993" name="adj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pic>
        <p:nvPicPr>
          <p:cNvPr id="3346" name="Google Shape;3346;p53"/>
          <p:cNvPicPr preferRelativeResize="0"/>
          <p:nvPr>
            <p:ph idx="2" type="pic"/>
          </p:nvPr>
        </p:nvPicPr>
        <p:blipFill rotWithShape="1">
          <a:blip r:embed="rId3">
            <a:alphaModFix/>
          </a:blip>
          <a:srcRect b="7806" l="0" r="0" t="7798"/>
          <a:stretch/>
        </p:blipFill>
        <p:spPr>
          <a:xfrm>
            <a:off x="0" y="0"/>
            <a:ext cx="9144003" cy="5143501"/>
          </a:xfrm>
          <a:prstGeom prst="rect">
            <a:avLst/>
          </a:prstGeom>
        </p:spPr>
      </p:pic>
      <p:sp>
        <p:nvSpPr>
          <p:cNvPr id="3347" name="Google Shape;3347;p53"/>
          <p:cNvSpPr txBox="1"/>
          <p:nvPr>
            <p:ph type="title"/>
          </p:nvPr>
        </p:nvSpPr>
        <p:spPr>
          <a:xfrm>
            <a:off x="720000" y="539500"/>
            <a:ext cx="2491200" cy="191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3348" name="Google Shape;3348;p53"/>
          <p:cNvSpPr/>
          <p:nvPr/>
        </p:nvSpPr>
        <p:spPr>
          <a:xfrm>
            <a:off x="7826485" y="434798"/>
            <a:ext cx="104700" cy="104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3"/>
          <p:cNvSpPr/>
          <p:nvPr/>
        </p:nvSpPr>
        <p:spPr>
          <a:xfrm>
            <a:off x="7615406" y="201444"/>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3"/>
          <p:cNvSpPr/>
          <p:nvPr/>
        </p:nvSpPr>
        <p:spPr>
          <a:xfrm flipH="1" rot="5400000">
            <a:off x="562472" y="3990599"/>
            <a:ext cx="301500" cy="301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3"/>
          <p:cNvSpPr/>
          <p:nvPr/>
        </p:nvSpPr>
        <p:spPr>
          <a:xfrm>
            <a:off x="7651881" y="4377044"/>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3"/>
          <p:cNvSpPr/>
          <p:nvPr/>
        </p:nvSpPr>
        <p:spPr>
          <a:xfrm>
            <a:off x="7804270" y="4529455"/>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56" name="Shape 3356"/>
        <p:cNvGrpSpPr/>
        <p:nvPr/>
      </p:nvGrpSpPr>
      <p:grpSpPr>
        <a:xfrm>
          <a:off x="0" y="0"/>
          <a:ext cx="0" cy="0"/>
          <a:chOff x="0" y="0"/>
          <a:chExt cx="0" cy="0"/>
        </a:xfrm>
      </p:grpSpPr>
      <p:sp>
        <p:nvSpPr>
          <p:cNvPr id="3357" name="Google Shape;3357;p54"/>
          <p:cNvSpPr/>
          <p:nvPr/>
        </p:nvSpPr>
        <p:spPr>
          <a:xfrm flipH="1">
            <a:off x="6251709" y="125"/>
            <a:ext cx="28923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8" name="Google Shape;3358;p54"/>
          <p:cNvGrpSpPr/>
          <p:nvPr/>
        </p:nvGrpSpPr>
        <p:grpSpPr>
          <a:xfrm flipH="1">
            <a:off x="6251711" y="-555950"/>
            <a:ext cx="8692349" cy="5699591"/>
            <a:chOff x="1234141" y="-4"/>
            <a:chExt cx="1506760" cy="987986"/>
          </a:xfrm>
        </p:grpSpPr>
        <p:sp>
          <p:nvSpPr>
            <p:cNvPr id="3359" name="Google Shape;3359;p54"/>
            <p:cNvSpPr/>
            <p:nvPr/>
          </p:nvSpPr>
          <p:spPr>
            <a:xfrm>
              <a:off x="2720738" y="668453"/>
              <a:ext cx="14998" cy="4867"/>
            </a:xfrm>
            <a:custGeom>
              <a:rect b="b" l="l" r="r" t="t"/>
              <a:pathLst>
                <a:path extrusionOk="0" h="49" w="151">
                  <a:moveTo>
                    <a:pt x="1" y="0"/>
                  </a:moveTo>
                  <a:cubicBezTo>
                    <a:pt x="17" y="17"/>
                    <a:pt x="33" y="17"/>
                    <a:pt x="49" y="17"/>
                  </a:cubicBezTo>
                  <a:cubicBezTo>
                    <a:pt x="33" y="0"/>
                    <a:pt x="17" y="0"/>
                    <a:pt x="1" y="0"/>
                  </a:cubicBezTo>
                  <a:close/>
                  <a:moveTo>
                    <a:pt x="49" y="17"/>
                  </a:moveTo>
                  <a:cubicBezTo>
                    <a:pt x="81" y="33"/>
                    <a:pt x="118" y="49"/>
                    <a:pt x="150" y="49"/>
                  </a:cubicBezTo>
                  <a:lnTo>
                    <a:pt x="150" y="33"/>
                  </a:lnTo>
                  <a:cubicBezTo>
                    <a:pt x="118" y="33"/>
                    <a:pt x="81" y="17"/>
                    <a:pt x="4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1717655" y="455302"/>
              <a:ext cx="21752" cy="15793"/>
            </a:xfrm>
            <a:custGeom>
              <a:rect b="b" l="l" r="r" t="t"/>
              <a:pathLst>
                <a:path extrusionOk="0" h="159" w="219">
                  <a:moveTo>
                    <a:pt x="201" y="1"/>
                  </a:moveTo>
                  <a:cubicBezTo>
                    <a:pt x="189" y="1"/>
                    <a:pt x="177" y="10"/>
                    <a:pt x="166" y="10"/>
                  </a:cubicBezTo>
                  <a:cubicBezTo>
                    <a:pt x="134" y="42"/>
                    <a:pt x="81" y="74"/>
                    <a:pt x="49" y="111"/>
                  </a:cubicBezTo>
                  <a:lnTo>
                    <a:pt x="0" y="143"/>
                  </a:lnTo>
                  <a:lnTo>
                    <a:pt x="0" y="159"/>
                  </a:lnTo>
                  <a:lnTo>
                    <a:pt x="17" y="159"/>
                  </a:lnTo>
                  <a:lnTo>
                    <a:pt x="49" y="127"/>
                  </a:lnTo>
                  <a:cubicBezTo>
                    <a:pt x="101" y="90"/>
                    <a:pt x="134" y="58"/>
                    <a:pt x="182" y="26"/>
                  </a:cubicBezTo>
                  <a:cubicBezTo>
                    <a:pt x="202" y="10"/>
                    <a:pt x="202" y="10"/>
                    <a:pt x="219" y="10"/>
                  </a:cubicBezTo>
                  <a:cubicBezTo>
                    <a:pt x="213" y="3"/>
                    <a:pt x="207" y="1"/>
                    <a:pt x="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1679117" y="432556"/>
              <a:ext cx="56715" cy="43802"/>
            </a:xfrm>
            <a:custGeom>
              <a:rect b="b" l="l" r="r" t="t"/>
              <a:pathLst>
                <a:path extrusionOk="0" h="441" w="571">
                  <a:moveTo>
                    <a:pt x="570" y="0"/>
                  </a:moveTo>
                  <a:lnTo>
                    <a:pt x="570" y="0"/>
                  </a:lnTo>
                  <a:cubicBezTo>
                    <a:pt x="522" y="16"/>
                    <a:pt x="489" y="53"/>
                    <a:pt x="453" y="85"/>
                  </a:cubicBezTo>
                  <a:cubicBezTo>
                    <a:pt x="489" y="53"/>
                    <a:pt x="538" y="37"/>
                    <a:pt x="570" y="0"/>
                  </a:cubicBezTo>
                  <a:close/>
                  <a:moveTo>
                    <a:pt x="453" y="85"/>
                  </a:moveTo>
                  <a:cubicBezTo>
                    <a:pt x="437" y="85"/>
                    <a:pt x="421" y="101"/>
                    <a:pt x="388" y="117"/>
                  </a:cubicBezTo>
                  <a:cubicBezTo>
                    <a:pt x="352" y="154"/>
                    <a:pt x="304" y="202"/>
                    <a:pt x="251" y="239"/>
                  </a:cubicBezTo>
                  <a:cubicBezTo>
                    <a:pt x="186" y="271"/>
                    <a:pt x="134" y="319"/>
                    <a:pt x="65" y="372"/>
                  </a:cubicBezTo>
                  <a:cubicBezTo>
                    <a:pt x="49" y="388"/>
                    <a:pt x="33" y="404"/>
                    <a:pt x="1" y="420"/>
                  </a:cubicBezTo>
                  <a:lnTo>
                    <a:pt x="1" y="440"/>
                  </a:lnTo>
                  <a:lnTo>
                    <a:pt x="17" y="440"/>
                  </a:lnTo>
                  <a:cubicBezTo>
                    <a:pt x="33" y="420"/>
                    <a:pt x="49" y="404"/>
                    <a:pt x="65" y="388"/>
                  </a:cubicBezTo>
                  <a:cubicBezTo>
                    <a:pt x="134" y="340"/>
                    <a:pt x="203" y="287"/>
                    <a:pt x="267" y="239"/>
                  </a:cubicBezTo>
                  <a:cubicBezTo>
                    <a:pt x="304" y="202"/>
                    <a:pt x="352" y="170"/>
                    <a:pt x="405" y="138"/>
                  </a:cubicBezTo>
                  <a:cubicBezTo>
                    <a:pt x="421" y="117"/>
                    <a:pt x="437" y="101"/>
                    <a:pt x="453"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2339529" y="424114"/>
              <a:ext cx="16587" cy="8542"/>
            </a:xfrm>
            <a:custGeom>
              <a:rect b="b" l="l" r="r" t="t"/>
              <a:pathLst>
                <a:path extrusionOk="0" h="86" w="167">
                  <a:moveTo>
                    <a:pt x="1" y="0"/>
                  </a:moveTo>
                  <a:lnTo>
                    <a:pt x="1" y="21"/>
                  </a:lnTo>
                  <a:cubicBezTo>
                    <a:pt x="17" y="21"/>
                    <a:pt x="17" y="37"/>
                    <a:pt x="33" y="37"/>
                  </a:cubicBezTo>
                  <a:cubicBezTo>
                    <a:pt x="82" y="53"/>
                    <a:pt x="118" y="69"/>
                    <a:pt x="167" y="85"/>
                  </a:cubicBezTo>
                  <a:lnTo>
                    <a:pt x="167" y="69"/>
                  </a:lnTo>
                  <a:cubicBezTo>
                    <a:pt x="118" y="53"/>
                    <a:pt x="82" y="37"/>
                    <a:pt x="33" y="21"/>
                  </a:cubicBezTo>
                  <a:cubicBezTo>
                    <a:pt x="33" y="21"/>
                    <a:pt x="17" y="2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2281027" y="713348"/>
              <a:ext cx="1689" cy="13806"/>
            </a:xfrm>
            <a:custGeom>
              <a:rect b="b" l="l" r="r" t="t"/>
              <a:pathLst>
                <a:path extrusionOk="0" h="139" w="17">
                  <a:moveTo>
                    <a:pt x="16" y="1"/>
                  </a:moveTo>
                  <a:lnTo>
                    <a:pt x="0" y="17"/>
                  </a:lnTo>
                  <a:lnTo>
                    <a:pt x="0" y="86"/>
                  </a:lnTo>
                  <a:cubicBezTo>
                    <a:pt x="16" y="102"/>
                    <a:pt x="16" y="118"/>
                    <a:pt x="16" y="138"/>
                  </a:cubicBezTo>
                  <a:lnTo>
                    <a:pt x="16" y="86"/>
                  </a:lnTo>
                  <a:lnTo>
                    <a:pt x="16" y="17"/>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1667496" y="827373"/>
              <a:ext cx="65058" cy="36552"/>
            </a:xfrm>
            <a:custGeom>
              <a:rect b="b" l="l" r="r" t="t"/>
              <a:pathLst>
                <a:path extrusionOk="0" h="368" w="655">
                  <a:moveTo>
                    <a:pt x="639" y="0"/>
                  </a:moveTo>
                  <a:cubicBezTo>
                    <a:pt x="606" y="0"/>
                    <a:pt x="570" y="16"/>
                    <a:pt x="538" y="49"/>
                  </a:cubicBezTo>
                  <a:cubicBezTo>
                    <a:pt x="469" y="101"/>
                    <a:pt x="404" y="134"/>
                    <a:pt x="336" y="166"/>
                  </a:cubicBezTo>
                  <a:cubicBezTo>
                    <a:pt x="303" y="182"/>
                    <a:pt x="267" y="202"/>
                    <a:pt x="235" y="218"/>
                  </a:cubicBezTo>
                  <a:cubicBezTo>
                    <a:pt x="203" y="251"/>
                    <a:pt x="150" y="267"/>
                    <a:pt x="118" y="283"/>
                  </a:cubicBezTo>
                  <a:cubicBezTo>
                    <a:pt x="102" y="303"/>
                    <a:pt x="65" y="319"/>
                    <a:pt x="49" y="336"/>
                  </a:cubicBezTo>
                  <a:cubicBezTo>
                    <a:pt x="33" y="336"/>
                    <a:pt x="33" y="352"/>
                    <a:pt x="17" y="352"/>
                  </a:cubicBezTo>
                  <a:lnTo>
                    <a:pt x="1" y="352"/>
                  </a:lnTo>
                  <a:lnTo>
                    <a:pt x="1" y="368"/>
                  </a:lnTo>
                  <a:lnTo>
                    <a:pt x="17" y="368"/>
                  </a:lnTo>
                  <a:cubicBezTo>
                    <a:pt x="33" y="352"/>
                    <a:pt x="49" y="352"/>
                    <a:pt x="49" y="352"/>
                  </a:cubicBezTo>
                  <a:cubicBezTo>
                    <a:pt x="81" y="336"/>
                    <a:pt x="102" y="319"/>
                    <a:pt x="134" y="303"/>
                  </a:cubicBezTo>
                  <a:cubicBezTo>
                    <a:pt x="166" y="283"/>
                    <a:pt x="203" y="251"/>
                    <a:pt x="235" y="235"/>
                  </a:cubicBezTo>
                  <a:cubicBezTo>
                    <a:pt x="267" y="218"/>
                    <a:pt x="303" y="202"/>
                    <a:pt x="336" y="182"/>
                  </a:cubicBezTo>
                  <a:cubicBezTo>
                    <a:pt x="404" y="150"/>
                    <a:pt x="469" y="101"/>
                    <a:pt x="538" y="65"/>
                  </a:cubicBezTo>
                  <a:lnTo>
                    <a:pt x="554" y="49"/>
                  </a:lnTo>
                  <a:cubicBezTo>
                    <a:pt x="586" y="33"/>
                    <a:pt x="606" y="16"/>
                    <a:pt x="639" y="16"/>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2501628" y="454209"/>
              <a:ext cx="8542" cy="5264"/>
            </a:xfrm>
            <a:custGeom>
              <a:rect b="b" l="l" r="r" t="t"/>
              <a:pathLst>
                <a:path extrusionOk="0" h="53" w="86">
                  <a:moveTo>
                    <a:pt x="17" y="0"/>
                  </a:moveTo>
                  <a:lnTo>
                    <a:pt x="1" y="21"/>
                  </a:lnTo>
                  <a:cubicBezTo>
                    <a:pt x="17" y="21"/>
                    <a:pt x="33" y="21"/>
                    <a:pt x="49" y="37"/>
                  </a:cubicBezTo>
                  <a:cubicBezTo>
                    <a:pt x="49" y="37"/>
                    <a:pt x="66" y="53"/>
                    <a:pt x="86" y="53"/>
                  </a:cubicBezTo>
                  <a:lnTo>
                    <a:pt x="86" y="37"/>
                  </a:lnTo>
                  <a:cubicBezTo>
                    <a:pt x="66" y="37"/>
                    <a:pt x="66" y="21"/>
                    <a:pt x="49" y="21"/>
                  </a:cubicBezTo>
                  <a:cubicBezTo>
                    <a:pt x="33" y="21"/>
                    <a:pt x="1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2219247" y="900774"/>
              <a:ext cx="20163" cy="4867"/>
            </a:xfrm>
            <a:custGeom>
              <a:rect b="b" l="l" r="r" t="t"/>
              <a:pathLst>
                <a:path extrusionOk="0" h="49" w="203">
                  <a:moveTo>
                    <a:pt x="0" y="0"/>
                  </a:moveTo>
                  <a:lnTo>
                    <a:pt x="16" y="17"/>
                  </a:lnTo>
                  <a:cubicBezTo>
                    <a:pt x="65" y="17"/>
                    <a:pt x="101" y="33"/>
                    <a:pt x="150" y="49"/>
                  </a:cubicBezTo>
                  <a:lnTo>
                    <a:pt x="202" y="49"/>
                  </a:lnTo>
                  <a:lnTo>
                    <a:pt x="150" y="33"/>
                  </a:lnTo>
                  <a:cubicBezTo>
                    <a:pt x="117" y="17"/>
                    <a:pt x="65" y="17"/>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1762550" y="967819"/>
              <a:ext cx="45491" cy="20163"/>
            </a:xfrm>
            <a:custGeom>
              <a:rect b="b" l="l" r="r" t="t"/>
              <a:pathLst>
                <a:path extrusionOk="0" h="203" w="458">
                  <a:moveTo>
                    <a:pt x="457" y="0"/>
                  </a:moveTo>
                  <a:cubicBezTo>
                    <a:pt x="421" y="0"/>
                    <a:pt x="389" y="16"/>
                    <a:pt x="356" y="32"/>
                  </a:cubicBezTo>
                  <a:cubicBezTo>
                    <a:pt x="336" y="49"/>
                    <a:pt x="320" y="49"/>
                    <a:pt x="320" y="49"/>
                  </a:cubicBezTo>
                  <a:cubicBezTo>
                    <a:pt x="255" y="81"/>
                    <a:pt x="171" y="117"/>
                    <a:pt x="102" y="150"/>
                  </a:cubicBezTo>
                  <a:lnTo>
                    <a:pt x="1" y="182"/>
                  </a:lnTo>
                  <a:lnTo>
                    <a:pt x="1" y="202"/>
                  </a:lnTo>
                  <a:lnTo>
                    <a:pt x="17" y="202"/>
                  </a:lnTo>
                  <a:lnTo>
                    <a:pt x="102" y="166"/>
                  </a:lnTo>
                  <a:cubicBezTo>
                    <a:pt x="171" y="133"/>
                    <a:pt x="255" y="101"/>
                    <a:pt x="320" y="65"/>
                  </a:cubicBezTo>
                  <a:cubicBezTo>
                    <a:pt x="336" y="65"/>
                    <a:pt x="336" y="49"/>
                    <a:pt x="356" y="49"/>
                  </a:cubicBezTo>
                  <a:cubicBezTo>
                    <a:pt x="389" y="32"/>
                    <a:pt x="421" y="16"/>
                    <a:pt x="457" y="16"/>
                  </a:cubicBezTo>
                  <a:lnTo>
                    <a:pt x="4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2496463" y="491059"/>
              <a:ext cx="16985" cy="6953"/>
            </a:xfrm>
            <a:custGeom>
              <a:rect b="b" l="l" r="r" t="t"/>
              <a:pathLst>
                <a:path extrusionOk="0" h="70" w="171">
                  <a:moveTo>
                    <a:pt x="0" y="1"/>
                  </a:moveTo>
                  <a:lnTo>
                    <a:pt x="0" y="17"/>
                  </a:lnTo>
                  <a:lnTo>
                    <a:pt x="37" y="17"/>
                  </a:lnTo>
                  <a:cubicBezTo>
                    <a:pt x="17" y="1"/>
                    <a:pt x="17" y="1"/>
                    <a:pt x="0" y="1"/>
                  </a:cubicBezTo>
                  <a:close/>
                  <a:moveTo>
                    <a:pt x="37" y="17"/>
                  </a:moveTo>
                  <a:cubicBezTo>
                    <a:pt x="53" y="33"/>
                    <a:pt x="53" y="33"/>
                    <a:pt x="69" y="33"/>
                  </a:cubicBezTo>
                  <a:cubicBezTo>
                    <a:pt x="53" y="17"/>
                    <a:pt x="53" y="17"/>
                    <a:pt x="37" y="17"/>
                  </a:cubicBezTo>
                  <a:close/>
                  <a:moveTo>
                    <a:pt x="69" y="33"/>
                  </a:moveTo>
                  <a:cubicBezTo>
                    <a:pt x="101" y="53"/>
                    <a:pt x="138" y="70"/>
                    <a:pt x="170" y="70"/>
                  </a:cubicBezTo>
                  <a:cubicBezTo>
                    <a:pt x="138" y="53"/>
                    <a:pt x="101" y="33"/>
                    <a:pt x="69"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2463189" y="466228"/>
              <a:ext cx="73501" cy="28208"/>
            </a:xfrm>
            <a:custGeom>
              <a:rect b="b" l="l" r="r" t="t"/>
              <a:pathLst>
                <a:path extrusionOk="0" h="284" w="740">
                  <a:moveTo>
                    <a:pt x="0" y="1"/>
                  </a:moveTo>
                  <a:lnTo>
                    <a:pt x="16" y="17"/>
                  </a:lnTo>
                  <a:cubicBezTo>
                    <a:pt x="49" y="17"/>
                    <a:pt x="69" y="33"/>
                    <a:pt x="101" y="33"/>
                  </a:cubicBezTo>
                  <a:cubicBezTo>
                    <a:pt x="85" y="17"/>
                    <a:pt x="49" y="17"/>
                    <a:pt x="16" y="1"/>
                  </a:cubicBezTo>
                  <a:close/>
                  <a:moveTo>
                    <a:pt x="101" y="33"/>
                  </a:moveTo>
                  <a:lnTo>
                    <a:pt x="101" y="33"/>
                  </a:lnTo>
                  <a:cubicBezTo>
                    <a:pt x="150" y="65"/>
                    <a:pt x="202" y="81"/>
                    <a:pt x="251" y="101"/>
                  </a:cubicBezTo>
                  <a:cubicBezTo>
                    <a:pt x="303" y="118"/>
                    <a:pt x="352" y="134"/>
                    <a:pt x="404" y="166"/>
                  </a:cubicBezTo>
                  <a:cubicBezTo>
                    <a:pt x="453" y="182"/>
                    <a:pt x="489" y="202"/>
                    <a:pt x="537" y="219"/>
                  </a:cubicBezTo>
                  <a:cubicBezTo>
                    <a:pt x="606" y="235"/>
                    <a:pt x="675" y="267"/>
                    <a:pt x="739" y="283"/>
                  </a:cubicBezTo>
                  <a:cubicBezTo>
                    <a:pt x="675" y="251"/>
                    <a:pt x="606" y="219"/>
                    <a:pt x="537" y="202"/>
                  </a:cubicBezTo>
                  <a:cubicBezTo>
                    <a:pt x="505" y="182"/>
                    <a:pt x="453" y="166"/>
                    <a:pt x="404" y="150"/>
                  </a:cubicBezTo>
                  <a:cubicBezTo>
                    <a:pt x="352" y="134"/>
                    <a:pt x="303" y="118"/>
                    <a:pt x="251" y="81"/>
                  </a:cubicBezTo>
                  <a:cubicBezTo>
                    <a:pt x="202" y="65"/>
                    <a:pt x="150" y="49"/>
                    <a:pt x="10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1677528" y="499501"/>
              <a:ext cx="61879" cy="45094"/>
            </a:xfrm>
            <a:custGeom>
              <a:rect b="b" l="l" r="r" t="t"/>
              <a:pathLst>
                <a:path extrusionOk="0" h="454" w="623">
                  <a:moveTo>
                    <a:pt x="606" y="1"/>
                  </a:moveTo>
                  <a:cubicBezTo>
                    <a:pt x="586" y="1"/>
                    <a:pt x="554" y="17"/>
                    <a:pt x="538" y="33"/>
                  </a:cubicBezTo>
                  <a:lnTo>
                    <a:pt x="538" y="49"/>
                  </a:lnTo>
                  <a:lnTo>
                    <a:pt x="554" y="49"/>
                  </a:lnTo>
                  <a:cubicBezTo>
                    <a:pt x="570" y="33"/>
                    <a:pt x="586" y="17"/>
                    <a:pt x="606" y="17"/>
                  </a:cubicBezTo>
                  <a:lnTo>
                    <a:pt x="623" y="17"/>
                  </a:lnTo>
                  <a:lnTo>
                    <a:pt x="606" y="1"/>
                  </a:lnTo>
                  <a:close/>
                  <a:moveTo>
                    <a:pt x="538" y="49"/>
                  </a:moveTo>
                  <a:lnTo>
                    <a:pt x="538" y="49"/>
                  </a:lnTo>
                  <a:cubicBezTo>
                    <a:pt x="437" y="118"/>
                    <a:pt x="336" y="203"/>
                    <a:pt x="235" y="271"/>
                  </a:cubicBezTo>
                  <a:cubicBezTo>
                    <a:pt x="182" y="304"/>
                    <a:pt x="134" y="352"/>
                    <a:pt x="65" y="389"/>
                  </a:cubicBezTo>
                  <a:cubicBezTo>
                    <a:pt x="65" y="405"/>
                    <a:pt x="49" y="405"/>
                    <a:pt x="49" y="405"/>
                  </a:cubicBezTo>
                  <a:cubicBezTo>
                    <a:pt x="33" y="421"/>
                    <a:pt x="17" y="437"/>
                    <a:pt x="1" y="453"/>
                  </a:cubicBezTo>
                  <a:cubicBezTo>
                    <a:pt x="17" y="453"/>
                    <a:pt x="33" y="437"/>
                    <a:pt x="49" y="421"/>
                  </a:cubicBezTo>
                  <a:cubicBezTo>
                    <a:pt x="65" y="421"/>
                    <a:pt x="65" y="405"/>
                    <a:pt x="81" y="405"/>
                  </a:cubicBezTo>
                  <a:cubicBezTo>
                    <a:pt x="134" y="372"/>
                    <a:pt x="182" y="320"/>
                    <a:pt x="251" y="271"/>
                  </a:cubicBezTo>
                  <a:cubicBezTo>
                    <a:pt x="336" y="203"/>
                    <a:pt x="437" y="134"/>
                    <a:pt x="538"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2514937" y="459374"/>
              <a:ext cx="21752" cy="10131"/>
            </a:xfrm>
            <a:custGeom>
              <a:rect b="b" l="l" r="r" t="t"/>
              <a:pathLst>
                <a:path extrusionOk="0" h="102" w="219">
                  <a:moveTo>
                    <a:pt x="0" y="1"/>
                  </a:moveTo>
                  <a:lnTo>
                    <a:pt x="0" y="17"/>
                  </a:lnTo>
                  <a:cubicBezTo>
                    <a:pt x="16" y="17"/>
                    <a:pt x="33" y="33"/>
                    <a:pt x="53" y="33"/>
                  </a:cubicBezTo>
                  <a:cubicBezTo>
                    <a:pt x="85" y="49"/>
                    <a:pt x="134" y="70"/>
                    <a:pt x="170" y="86"/>
                  </a:cubicBezTo>
                  <a:lnTo>
                    <a:pt x="186" y="86"/>
                  </a:lnTo>
                  <a:lnTo>
                    <a:pt x="170" y="70"/>
                  </a:lnTo>
                  <a:cubicBezTo>
                    <a:pt x="134" y="49"/>
                    <a:pt x="85" y="33"/>
                    <a:pt x="53" y="17"/>
                  </a:cubicBezTo>
                  <a:cubicBezTo>
                    <a:pt x="33" y="17"/>
                    <a:pt x="16" y="17"/>
                    <a:pt x="0" y="1"/>
                  </a:cubicBezTo>
                  <a:close/>
                  <a:moveTo>
                    <a:pt x="186" y="86"/>
                  </a:moveTo>
                  <a:cubicBezTo>
                    <a:pt x="202" y="86"/>
                    <a:pt x="202" y="102"/>
                    <a:pt x="202" y="102"/>
                  </a:cubicBezTo>
                  <a:lnTo>
                    <a:pt x="218" y="102"/>
                  </a:lnTo>
                  <a:lnTo>
                    <a:pt x="218" y="8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1730866" y="935638"/>
              <a:ext cx="4966" cy="37048"/>
            </a:xfrm>
            <a:custGeom>
              <a:rect b="b" l="l" r="r" t="t"/>
              <a:pathLst>
                <a:path extrusionOk="0" h="373" w="50">
                  <a:moveTo>
                    <a:pt x="49" y="1"/>
                  </a:moveTo>
                  <a:cubicBezTo>
                    <a:pt x="33" y="21"/>
                    <a:pt x="33" y="37"/>
                    <a:pt x="33" y="52"/>
                  </a:cubicBezTo>
                  <a:lnTo>
                    <a:pt x="33" y="52"/>
                  </a:lnTo>
                  <a:cubicBezTo>
                    <a:pt x="33" y="37"/>
                    <a:pt x="33" y="21"/>
                    <a:pt x="49" y="21"/>
                  </a:cubicBezTo>
                  <a:lnTo>
                    <a:pt x="49" y="1"/>
                  </a:lnTo>
                  <a:close/>
                  <a:moveTo>
                    <a:pt x="33" y="102"/>
                  </a:moveTo>
                  <a:cubicBezTo>
                    <a:pt x="33" y="154"/>
                    <a:pt x="33" y="187"/>
                    <a:pt x="17" y="223"/>
                  </a:cubicBezTo>
                  <a:lnTo>
                    <a:pt x="17" y="272"/>
                  </a:lnTo>
                  <a:lnTo>
                    <a:pt x="17" y="324"/>
                  </a:lnTo>
                  <a:cubicBezTo>
                    <a:pt x="1" y="340"/>
                    <a:pt x="17" y="340"/>
                    <a:pt x="17" y="356"/>
                  </a:cubicBezTo>
                  <a:lnTo>
                    <a:pt x="17" y="373"/>
                  </a:lnTo>
                  <a:lnTo>
                    <a:pt x="33" y="356"/>
                  </a:lnTo>
                  <a:lnTo>
                    <a:pt x="17" y="340"/>
                  </a:lnTo>
                  <a:cubicBezTo>
                    <a:pt x="33" y="304"/>
                    <a:pt x="33" y="288"/>
                    <a:pt x="33" y="272"/>
                  </a:cubicBezTo>
                  <a:lnTo>
                    <a:pt x="33" y="223"/>
                  </a:lnTo>
                  <a:lnTo>
                    <a:pt x="33" y="10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2536590" y="701727"/>
              <a:ext cx="16985" cy="6953"/>
            </a:xfrm>
            <a:custGeom>
              <a:rect b="b" l="l" r="r" t="t"/>
              <a:pathLst>
                <a:path extrusionOk="0" h="70" w="171">
                  <a:moveTo>
                    <a:pt x="0" y="1"/>
                  </a:moveTo>
                  <a:lnTo>
                    <a:pt x="0" y="17"/>
                  </a:lnTo>
                  <a:cubicBezTo>
                    <a:pt x="37" y="17"/>
                    <a:pt x="69" y="33"/>
                    <a:pt x="85" y="33"/>
                  </a:cubicBezTo>
                  <a:cubicBezTo>
                    <a:pt x="69" y="17"/>
                    <a:pt x="37" y="17"/>
                    <a:pt x="0" y="1"/>
                  </a:cubicBezTo>
                  <a:close/>
                  <a:moveTo>
                    <a:pt x="85" y="33"/>
                  </a:moveTo>
                  <a:cubicBezTo>
                    <a:pt x="118" y="53"/>
                    <a:pt x="138" y="53"/>
                    <a:pt x="170" y="69"/>
                  </a:cubicBezTo>
                  <a:lnTo>
                    <a:pt x="170" y="53"/>
                  </a:lnTo>
                  <a:cubicBezTo>
                    <a:pt x="138" y="53"/>
                    <a:pt x="118" y="33"/>
                    <a:pt x="85"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1739308" y="902364"/>
              <a:ext cx="70322" cy="33373"/>
            </a:xfrm>
            <a:custGeom>
              <a:rect b="b" l="l" r="r" t="t"/>
              <a:pathLst>
                <a:path extrusionOk="0" h="336" w="708">
                  <a:moveTo>
                    <a:pt x="708" y="1"/>
                  </a:moveTo>
                  <a:cubicBezTo>
                    <a:pt x="671" y="1"/>
                    <a:pt x="639" y="17"/>
                    <a:pt x="607" y="33"/>
                  </a:cubicBezTo>
                  <a:lnTo>
                    <a:pt x="590" y="53"/>
                  </a:lnTo>
                  <a:lnTo>
                    <a:pt x="623" y="53"/>
                  </a:lnTo>
                  <a:cubicBezTo>
                    <a:pt x="639" y="33"/>
                    <a:pt x="671" y="17"/>
                    <a:pt x="708" y="17"/>
                  </a:cubicBezTo>
                  <a:lnTo>
                    <a:pt x="708" y="1"/>
                  </a:lnTo>
                  <a:close/>
                  <a:moveTo>
                    <a:pt x="590" y="53"/>
                  </a:moveTo>
                  <a:lnTo>
                    <a:pt x="590" y="53"/>
                  </a:lnTo>
                  <a:cubicBezTo>
                    <a:pt x="522" y="85"/>
                    <a:pt x="437" y="118"/>
                    <a:pt x="368" y="154"/>
                  </a:cubicBezTo>
                  <a:cubicBezTo>
                    <a:pt x="320" y="170"/>
                    <a:pt x="267" y="203"/>
                    <a:pt x="235" y="219"/>
                  </a:cubicBezTo>
                  <a:cubicBezTo>
                    <a:pt x="203" y="235"/>
                    <a:pt x="166" y="255"/>
                    <a:pt x="134" y="271"/>
                  </a:cubicBezTo>
                  <a:cubicBezTo>
                    <a:pt x="102" y="287"/>
                    <a:pt x="49" y="304"/>
                    <a:pt x="1" y="336"/>
                  </a:cubicBezTo>
                  <a:cubicBezTo>
                    <a:pt x="49" y="320"/>
                    <a:pt x="102" y="304"/>
                    <a:pt x="150" y="271"/>
                  </a:cubicBezTo>
                  <a:cubicBezTo>
                    <a:pt x="166" y="271"/>
                    <a:pt x="203" y="255"/>
                    <a:pt x="235" y="235"/>
                  </a:cubicBezTo>
                  <a:cubicBezTo>
                    <a:pt x="287" y="203"/>
                    <a:pt x="320" y="186"/>
                    <a:pt x="368" y="170"/>
                  </a:cubicBezTo>
                  <a:cubicBezTo>
                    <a:pt x="437" y="134"/>
                    <a:pt x="522" y="85"/>
                    <a:pt x="590"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1677528" y="747119"/>
              <a:ext cx="56715" cy="34962"/>
            </a:xfrm>
            <a:custGeom>
              <a:rect b="b" l="l" r="r" t="t"/>
              <a:pathLst>
                <a:path extrusionOk="0" h="352" w="571">
                  <a:moveTo>
                    <a:pt x="570" y="0"/>
                  </a:moveTo>
                  <a:cubicBezTo>
                    <a:pt x="538" y="0"/>
                    <a:pt x="505" y="16"/>
                    <a:pt x="485" y="33"/>
                  </a:cubicBezTo>
                  <a:cubicBezTo>
                    <a:pt x="421" y="65"/>
                    <a:pt x="368" y="117"/>
                    <a:pt x="320" y="150"/>
                  </a:cubicBezTo>
                  <a:cubicBezTo>
                    <a:pt x="368" y="117"/>
                    <a:pt x="437" y="81"/>
                    <a:pt x="485" y="49"/>
                  </a:cubicBezTo>
                  <a:lnTo>
                    <a:pt x="505" y="49"/>
                  </a:lnTo>
                  <a:cubicBezTo>
                    <a:pt x="522" y="33"/>
                    <a:pt x="538" y="16"/>
                    <a:pt x="570" y="16"/>
                  </a:cubicBezTo>
                  <a:lnTo>
                    <a:pt x="570" y="0"/>
                  </a:lnTo>
                  <a:close/>
                  <a:moveTo>
                    <a:pt x="320" y="150"/>
                  </a:moveTo>
                  <a:cubicBezTo>
                    <a:pt x="251" y="182"/>
                    <a:pt x="166" y="235"/>
                    <a:pt x="102" y="283"/>
                  </a:cubicBezTo>
                  <a:cubicBezTo>
                    <a:pt x="81" y="283"/>
                    <a:pt x="65" y="303"/>
                    <a:pt x="33" y="319"/>
                  </a:cubicBezTo>
                  <a:cubicBezTo>
                    <a:pt x="33" y="319"/>
                    <a:pt x="17" y="336"/>
                    <a:pt x="1" y="336"/>
                  </a:cubicBezTo>
                  <a:lnTo>
                    <a:pt x="1" y="352"/>
                  </a:lnTo>
                  <a:lnTo>
                    <a:pt x="17" y="352"/>
                  </a:lnTo>
                  <a:cubicBezTo>
                    <a:pt x="17" y="336"/>
                    <a:pt x="33" y="336"/>
                    <a:pt x="49" y="336"/>
                  </a:cubicBezTo>
                  <a:cubicBezTo>
                    <a:pt x="65" y="319"/>
                    <a:pt x="81" y="303"/>
                    <a:pt x="118" y="283"/>
                  </a:cubicBezTo>
                  <a:cubicBezTo>
                    <a:pt x="182" y="235"/>
                    <a:pt x="251" y="202"/>
                    <a:pt x="320" y="1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2488020" y="674909"/>
              <a:ext cx="45491" cy="13707"/>
            </a:xfrm>
            <a:custGeom>
              <a:rect b="b" l="l" r="r" t="t"/>
              <a:pathLst>
                <a:path extrusionOk="0" h="138" w="458">
                  <a:moveTo>
                    <a:pt x="1" y="0"/>
                  </a:moveTo>
                  <a:lnTo>
                    <a:pt x="21" y="20"/>
                  </a:lnTo>
                  <a:cubicBezTo>
                    <a:pt x="37" y="20"/>
                    <a:pt x="69" y="20"/>
                    <a:pt x="85" y="36"/>
                  </a:cubicBezTo>
                  <a:cubicBezTo>
                    <a:pt x="102" y="36"/>
                    <a:pt x="122" y="36"/>
                    <a:pt x="138" y="53"/>
                  </a:cubicBezTo>
                  <a:cubicBezTo>
                    <a:pt x="154" y="53"/>
                    <a:pt x="186" y="69"/>
                    <a:pt x="223" y="69"/>
                  </a:cubicBezTo>
                  <a:cubicBezTo>
                    <a:pt x="255" y="85"/>
                    <a:pt x="287" y="85"/>
                    <a:pt x="324" y="101"/>
                  </a:cubicBezTo>
                  <a:cubicBezTo>
                    <a:pt x="340" y="101"/>
                    <a:pt x="356" y="121"/>
                    <a:pt x="372" y="121"/>
                  </a:cubicBezTo>
                  <a:cubicBezTo>
                    <a:pt x="388" y="121"/>
                    <a:pt x="405" y="121"/>
                    <a:pt x="425" y="137"/>
                  </a:cubicBezTo>
                  <a:lnTo>
                    <a:pt x="457" y="137"/>
                  </a:lnTo>
                  <a:lnTo>
                    <a:pt x="457" y="121"/>
                  </a:lnTo>
                  <a:lnTo>
                    <a:pt x="425" y="121"/>
                  </a:lnTo>
                  <a:cubicBezTo>
                    <a:pt x="405" y="121"/>
                    <a:pt x="388" y="101"/>
                    <a:pt x="372" y="101"/>
                  </a:cubicBezTo>
                  <a:cubicBezTo>
                    <a:pt x="356" y="101"/>
                    <a:pt x="340" y="85"/>
                    <a:pt x="324" y="85"/>
                  </a:cubicBezTo>
                  <a:cubicBezTo>
                    <a:pt x="287" y="85"/>
                    <a:pt x="255" y="69"/>
                    <a:pt x="223" y="53"/>
                  </a:cubicBezTo>
                  <a:cubicBezTo>
                    <a:pt x="186" y="53"/>
                    <a:pt x="170" y="36"/>
                    <a:pt x="138" y="36"/>
                  </a:cubicBezTo>
                  <a:cubicBezTo>
                    <a:pt x="122" y="36"/>
                    <a:pt x="102" y="20"/>
                    <a:pt x="102" y="20"/>
                  </a:cubicBezTo>
                  <a:cubicBezTo>
                    <a:pt x="69" y="20"/>
                    <a:pt x="53" y="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2486431" y="531186"/>
              <a:ext cx="15296" cy="6953"/>
            </a:xfrm>
            <a:custGeom>
              <a:rect b="b" l="l" r="r" t="t"/>
              <a:pathLst>
                <a:path extrusionOk="0" h="70" w="154">
                  <a:moveTo>
                    <a:pt x="0" y="1"/>
                  </a:moveTo>
                  <a:lnTo>
                    <a:pt x="0" y="17"/>
                  </a:lnTo>
                  <a:cubicBezTo>
                    <a:pt x="37" y="17"/>
                    <a:pt x="53" y="33"/>
                    <a:pt x="69" y="33"/>
                  </a:cubicBezTo>
                  <a:cubicBezTo>
                    <a:pt x="101" y="53"/>
                    <a:pt x="118" y="53"/>
                    <a:pt x="138" y="70"/>
                  </a:cubicBezTo>
                  <a:lnTo>
                    <a:pt x="154" y="53"/>
                  </a:lnTo>
                  <a:lnTo>
                    <a:pt x="138" y="53"/>
                  </a:lnTo>
                  <a:cubicBezTo>
                    <a:pt x="118" y="53"/>
                    <a:pt x="101" y="33"/>
                    <a:pt x="85" y="33"/>
                  </a:cubicBezTo>
                  <a:cubicBezTo>
                    <a:pt x="53" y="17"/>
                    <a:pt x="37" y="1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2272584" y="406037"/>
              <a:ext cx="21752" cy="8145"/>
            </a:xfrm>
            <a:custGeom>
              <a:rect b="b" l="l" r="r" t="t"/>
              <a:pathLst>
                <a:path extrusionOk="0" h="82" w="219">
                  <a:moveTo>
                    <a:pt x="0" y="1"/>
                  </a:moveTo>
                  <a:lnTo>
                    <a:pt x="0" y="17"/>
                  </a:lnTo>
                  <a:lnTo>
                    <a:pt x="202" y="81"/>
                  </a:lnTo>
                  <a:lnTo>
                    <a:pt x="218" y="81"/>
                  </a:lnTo>
                  <a:lnTo>
                    <a:pt x="202" y="6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2285794" y="795291"/>
              <a:ext cx="110449" cy="38538"/>
            </a:xfrm>
            <a:custGeom>
              <a:rect b="b" l="l" r="r" t="t"/>
              <a:pathLst>
                <a:path extrusionOk="0" h="388" w="1112">
                  <a:moveTo>
                    <a:pt x="17" y="0"/>
                  </a:moveTo>
                  <a:cubicBezTo>
                    <a:pt x="1" y="20"/>
                    <a:pt x="1" y="36"/>
                    <a:pt x="1" y="36"/>
                  </a:cubicBezTo>
                  <a:cubicBezTo>
                    <a:pt x="1" y="53"/>
                    <a:pt x="17" y="69"/>
                    <a:pt x="37" y="85"/>
                  </a:cubicBezTo>
                  <a:cubicBezTo>
                    <a:pt x="53" y="101"/>
                    <a:pt x="85" y="101"/>
                    <a:pt x="102" y="101"/>
                  </a:cubicBezTo>
                  <a:cubicBezTo>
                    <a:pt x="102" y="101"/>
                    <a:pt x="118" y="101"/>
                    <a:pt x="138" y="121"/>
                  </a:cubicBezTo>
                  <a:cubicBezTo>
                    <a:pt x="186" y="137"/>
                    <a:pt x="255" y="154"/>
                    <a:pt x="304" y="170"/>
                  </a:cubicBezTo>
                  <a:cubicBezTo>
                    <a:pt x="356" y="186"/>
                    <a:pt x="405" y="186"/>
                    <a:pt x="457" y="202"/>
                  </a:cubicBezTo>
                  <a:cubicBezTo>
                    <a:pt x="675" y="271"/>
                    <a:pt x="877" y="339"/>
                    <a:pt x="1063" y="388"/>
                  </a:cubicBezTo>
                  <a:cubicBezTo>
                    <a:pt x="877" y="323"/>
                    <a:pt x="675" y="271"/>
                    <a:pt x="473" y="202"/>
                  </a:cubicBezTo>
                  <a:cubicBezTo>
                    <a:pt x="421" y="186"/>
                    <a:pt x="356" y="170"/>
                    <a:pt x="304" y="154"/>
                  </a:cubicBezTo>
                  <a:cubicBezTo>
                    <a:pt x="255" y="137"/>
                    <a:pt x="186" y="121"/>
                    <a:pt x="138" y="101"/>
                  </a:cubicBezTo>
                  <a:cubicBezTo>
                    <a:pt x="118" y="101"/>
                    <a:pt x="118" y="101"/>
                    <a:pt x="102" y="85"/>
                  </a:cubicBezTo>
                  <a:cubicBezTo>
                    <a:pt x="85" y="85"/>
                    <a:pt x="69" y="85"/>
                    <a:pt x="37" y="69"/>
                  </a:cubicBezTo>
                  <a:cubicBezTo>
                    <a:pt x="17" y="53"/>
                    <a:pt x="17" y="53"/>
                    <a:pt x="17" y="36"/>
                  </a:cubicBezTo>
                  <a:cubicBezTo>
                    <a:pt x="17" y="36"/>
                    <a:pt x="17" y="20"/>
                    <a:pt x="37" y="20"/>
                  </a:cubicBezTo>
                  <a:lnTo>
                    <a:pt x="37" y="0"/>
                  </a:lnTo>
                  <a:close/>
                  <a:moveTo>
                    <a:pt x="1063" y="238"/>
                  </a:moveTo>
                  <a:lnTo>
                    <a:pt x="1063" y="255"/>
                  </a:lnTo>
                  <a:cubicBezTo>
                    <a:pt x="1079" y="255"/>
                    <a:pt x="1079" y="271"/>
                    <a:pt x="1079" y="287"/>
                  </a:cubicBezTo>
                  <a:lnTo>
                    <a:pt x="1079" y="303"/>
                  </a:lnTo>
                  <a:lnTo>
                    <a:pt x="1079" y="339"/>
                  </a:lnTo>
                  <a:cubicBezTo>
                    <a:pt x="1095" y="356"/>
                    <a:pt x="1095" y="372"/>
                    <a:pt x="1079" y="388"/>
                  </a:cubicBezTo>
                  <a:cubicBezTo>
                    <a:pt x="1095" y="372"/>
                    <a:pt x="1112" y="356"/>
                    <a:pt x="1095" y="323"/>
                  </a:cubicBezTo>
                  <a:lnTo>
                    <a:pt x="1095" y="303"/>
                  </a:lnTo>
                  <a:lnTo>
                    <a:pt x="1095" y="287"/>
                  </a:lnTo>
                  <a:cubicBezTo>
                    <a:pt x="1095" y="271"/>
                    <a:pt x="1095" y="255"/>
                    <a:pt x="1079" y="2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2474810" y="464241"/>
              <a:ext cx="16885" cy="6853"/>
            </a:xfrm>
            <a:custGeom>
              <a:rect b="b" l="l" r="r" t="t"/>
              <a:pathLst>
                <a:path extrusionOk="0" h="69" w="170">
                  <a:moveTo>
                    <a:pt x="0" y="0"/>
                  </a:moveTo>
                  <a:cubicBezTo>
                    <a:pt x="33" y="21"/>
                    <a:pt x="53" y="37"/>
                    <a:pt x="85" y="37"/>
                  </a:cubicBezTo>
                  <a:cubicBezTo>
                    <a:pt x="69" y="21"/>
                    <a:pt x="33" y="0"/>
                    <a:pt x="0" y="0"/>
                  </a:cubicBezTo>
                  <a:close/>
                  <a:moveTo>
                    <a:pt x="85" y="37"/>
                  </a:moveTo>
                  <a:cubicBezTo>
                    <a:pt x="101" y="53"/>
                    <a:pt x="134" y="53"/>
                    <a:pt x="154" y="69"/>
                  </a:cubicBezTo>
                  <a:lnTo>
                    <a:pt x="170" y="69"/>
                  </a:lnTo>
                  <a:lnTo>
                    <a:pt x="170" y="53"/>
                  </a:lnTo>
                  <a:cubicBezTo>
                    <a:pt x="134" y="53"/>
                    <a:pt x="117"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1670675" y="694973"/>
              <a:ext cx="63568" cy="40227"/>
            </a:xfrm>
            <a:custGeom>
              <a:rect b="b" l="l" r="r" t="t"/>
              <a:pathLst>
                <a:path extrusionOk="0" h="405" w="640">
                  <a:moveTo>
                    <a:pt x="639" y="0"/>
                  </a:moveTo>
                  <a:cubicBezTo>
                    <a:pt x="607" y="0"/>
                    <a:pt x="591" y="20"/>
                    <a:pt x="574" y="36"/>
                  </a:cubicBezTo>
                  <a:cubicBezTo>
                    <a:pt x="591" y="20"/>
                    <a:pt x="623" y="20"/>
                    <a:pt x="639" y="20"/>
                  </a:cubicBezTo>
                  <a:lnTo>
                    <a:pt x="639" y="0"/>
                  </a:lnTo>
                  <a:close/>
                  <a:moveTo>
                    <a:pt x="554" y="36"/>
                  </a:moveTo>
                  <a:cubicBezTo>
                    <a:pt x="453" y="101"/>
                    <a:pt x="372" y="154"/>
                    <a:pt x="271" y="222"/>
                  </a:cubicBezTo>
                  <a:cubicBezTo>
                    <a:pt x="219" y="255"/>
                    <a:pt x="150" y="303"/>
                    <a:pt x="102" y="339"/>
                  </a:cubicBezTo>
                  <a:cubicBezTo>
                    <a:pt x="171" y="303"/>
                    <a:pt x="219" y="271"/>
                    <a:pt x="288" y="238"/>
                  </a:cubicBezTo>
                  <a:cubicBezTo>
                    <a:pt x="372" y="170"/>
                    <a:pt x="473" y="101"/>
                    <a:pt x="554" y="53"/>
                  </a:cubicBezTo>
                  <a:lnTo>
                    <a:pt x="574" y="36"/>
                  </a:lnTo>
                  <a:close/>
                  <a:moveTo>
                    <a:pt x="102" y="339"/>
                  </a:moveTo>
                  <a:cubicBezTo>
                    <a:pt x="86" y="339"/>
                    <a:pt x="86" y="339"/>
                    <a:pt x="70" y="356"/>
                  </a:cubicBezTo>
                  <a:cubicBezTo>
                    <a:pt x="49" y="372"/>
                    <a:pt x="17" y="388"/>
                    <a:pt x="1" y="404"/>
                  </a:cubicBezTo>
                  <a:cubicBezTo>
                    <a:pt x="33" y="388"/>
                    <a:pt x="49" y="372"/>
                    <a:pt x="86" y="356"/>
                  </a:cubicBezTo>
                  <a:cubicBezTo>
                    <a:pt x="86" y="356"/>
                    <a:pt x="102" y="356"/>
                    <a:pt x="102" y="3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2247256" y="900774"/>
              <a:ext cx="20163" cy="4867"/>
            </a:xfrm>
            <a:custGeom>
              <a:rect b="b" l="l" r="r" t="t"/>
              <a:pathLst>
                <a:path extrusionOk="0" h="49" w="203">
                  <a:moveTo>
                    <a:pt x="1" y="0"/>
                  </a:moveTo>
                  <a:cubicBezTo>
                    <a:pt x="53" y="17"/>
                    <a:pt x="102" y="33"/>
                    <a:pt x="138" y="33"/>
                  </a:cubicBezTo>
                  <a:cubicBezTo>
                    <a:pt x="102" y="17"/>
                    <a:pt x="53" y="0"/>
                    <a:pt x="1" y="0"/>
                  </a:cubicBezTo>
                  <a:close/>
                  <a:moveTo>
                    <a:pt x="138" y="33"/>
                  </a:moveTo>
                  <a:cubicBezTo>
                    <a:pt x="154" y="49"/>
                    <a:pt x="187" y="49"/>
                    <a:pt x="203" y="49"/>
                  </a:cubicBezTo>
                  <a:cubicBezTo>
                    <a:pt x="187" y="33"/>
                    <a:pt x="171" y="33"/>
                    <a:pt x="138"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2357606" y="593066"/>
              <a:ext cx="16985" cy="5264"/>
            </a:xfrm>
            <a:custGeom>
              <a:rect b="b" l="l" r="r" t="t"/>
              <a:pathLst>
                <a:path extrusionOk="0" h="53" w="171">
                  <a:moveTo>
                    <a:pt x="1" y="0"/>
                  </a:moveTo>
                  <a:lnTo>
                    <a:pt x="21" y="16"/>
                  </a:lnTo>
                  <a:lnTo>
                    <a:pt x="53" y="16"/>
                  </a:lnTo>
                  <a:cubicBezTo>
                    <a:pt x="53" y="16"/>
                    <a:pt x="37" y="0"/>
                    <a:pt x="21" y="0"/>
                  </a:cubicBezTo>
                  <a:close/>
                  <a:moveTo>
                    <a:pt x="53" y="16"/>
                  </a:moveTo>
                  <a:cubicBezTo>
                    <a:pt x="69" y="36"/>
                    <a:pt x="86" y="36"/>
                    <a:pt x="102" y="36"/>
                  </a:cubicBezTo>
                  <a:cubicBezTo>
                    <a:pt x="122" y="53"/>
                    <a:pt x="138" y="53"/>
                    <a:pt x="154" y="53"/>
                  </a:cubicBezTo>
                  <a:lnTo>
                    <a:pt x="170" y="53"/>
                  </a:lnTo>
                  <a:lnTo>
                    <a:pt x="170" y="36"/>
                  </a:lnTo>
                  <a:cubicBezTo>
                    <a:pt x="161" y="41"/>
                    <a:pt x="153" y="43"/>
                    <a:pt x="146" y="43"/>
                  </a:cubicBezTo>
                  <a:cubicBezTo>
                    <a:pt x="129" y="43"/>
                    <a:pt x="116" y="31"/>
                    <a:pt x="102"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2284205" y="755164"/>
              <a:ext cx="3278" cy="22149"/>
            </a:xfrm>
            <a:custGeom>
              <a:rect b="b" l="l" r="r" t="t"/>
              <a:pathLst>
                <a:path extrusionOk="0" h="223" w="33">
                  <a:moveTo>
                    <a:pt x="0" y="0"/>
                  </a:moveTo>
                  <a:lnTo>
                    <a:pt x="0" y="20"/>
                  </a:lnTo>
                  <a:lnTo>
                    <a:pt x="0" y="137"/>
                  </a:lnTo>
                  <a:lnTo>
                    <a:pt x="0" y="170"/>
                  </a:lnTo>
                  <a:cubicBezTo>
                    <a:pt x="0" y="186"/>
                    <a:pt x="0" y="186"/>
                    <a:pt x="17" y="202"/>
                  </a:cubicBezTo>
                  <a:lnTo>
                    <a:pt x="17" y="170"/>
                  </a:lnTo>
                  <a:lnTo>
                    <a:pt x="17" y="137"/>
                  </a:lnTo>
                  <a:cubicBezTo>
                    <a:pt x="17" y="101"/>
                    <a:pt x="0" y="53"/>
                    <a:pt x="17" y="20"/>
                  </a:cubicBezTo>
                  <a:lnTo>
                    <a:pt x="0" y="0"/>
                  </a:lnTo>
                  <a:close/>
                  <a:moveTo>
                    <a:pt x="17" y="202"/>
                  </a:moveTo>
                  <a:cubicBezTo>
                    <a:pt x="17" y="222"/>
                    <a:pt x="17" y="222"/>
                    <a:pt x="33" y="222"/>
                  </a:cubicBezTo>
                  <a:lnTo>
                    <a:pt x="33" y="20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1677528" y="506355"/>
              <a:ext cx="61879" cy="44994"/>
            </a:xfrm>
            <a:custGeom>
              <a:rect b="b" l="l" r="r" t="t"/>
              <a:pathLst>
                <a:path extrusionOk="0" h="453" w="623">
                  <a:moveTo>
                    <a:pt x="606" y="0"/>
                  </a:moveTo>
                  <a:cubicBezTo>
                    <a:pt x="570" y="17"/>
                    <a:pt x="538" y="33"/>
                    <a:pt x="505" y="65"/>
                  </a:cubicBezTo>
                  <a:cubicBezTo>
                    <a:pt x="505" y="65"/>
                    <a:pt x="485" y="65"/>
                    <a:pt x="485" y="81"/>
                  </a:cubicBezTo>
                  <a:cubicBezTo>
                    <a:pt x="368" y="166"/>
                    <a:pt x="235" y="251"/>
                    <a:pt x="134" y="352"/>
                  </a:cubicBezTo>
                  <a:cubicBezTo>
                    <a:pt x="251" y="267"/>
                    <a:pt x="368" y="182"/>
                    <a:pt x="485" y="101"/>
                  </a:cubicBezTo>
                  <a:cubicBezTo>
                    <a:pt x="505" y="81"/>
                    <a:pt x="505" y="81"/>
                    <a:pt x="522" y="65"/>
                  </a:cubicBezTo>
                  <a:cubicBezTo>
                    <a:pt x="538" y="49"/>
                    <a:pt x="570" y="17"/>
                    <a:pt x="606" y="17"/>
                  </a:cubicBezTo>
                  <a:lnTo>
                    <a:pt x="623" y="0"/>
                  </a:lnTo>
                  <a:close/>
                  <a:moveTo>
                    <a:pt x="134" y="352"/>
                  </a:moveTo>
                  <a:cubicBezTo>
                    <a:pt x="81" y="384"/>
                    <a:pt x="49" y="404"/>
                    <a:pt x="1" y="437"/>
                  </a:cubicBezTo>
                  <a:lnTo>
                    <a:pt x="1" y="453"/>
                  </a:lnTo>
                  <a:lnTo>
                    <a:pt x="17" y="453"/>
                  </a:lnTo>
                  <a:cubicBezTo>
                    <a:pt x="49" y="421"/>
                    <a:pt x="102" y="384"/>
                    <a:pt x="134" y="3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1679117" y="419247"/>
              <a:ext cx="56715" cy="45094"/>
            </a:xfrm>
            <a:custGeom>
              <a:rect b="b" l="l" r="r" t="t"/>
              <a:pathLst>
                <a:path extrusionOk="0" h="454" w="571">
                  <a:moveTo>
                    <a:pt x="554" y="1"/>
                  </a:moveTo>
                  <a:cubicBezTo>
                    <a:pt x="453" y="86"/>
                    <a:pt x="352" y="171"/>
                    <a:pt x="235" y="251"/>
                  </a:cubicBezTo>
                  <a:lnTo>
                    <a:pt x="186" y="288"/>
                  </a:lnTo>
                  <a:cubicBezTo>
                    <a:pt x="118" y="336"/>
                    <a:pt x="65" y="389"/>
                    <a:pt x="1" y="437"/>
                  </a:cubicBezTo>
                  <a:lnTo>
                    <a:pt x="1" y="453"/>
                  </a:lnTo>
                  <a:lnTo>
                    <a:pt x="17" y="453"/>
                  </a:lnTo>
                  <a:cubicBezTo>
                    <a:pt x="65" y="405"/>
                    <a:pt x="134" y="352"/>
                    <a:pt x="203" y="304"/>
                  </a:cubicBezTo>
                  <a:lnTo>
                    <a:pt x="251" y="251"/>
                  </a:lnTo>
                  <a:cubicBezTo>
                    <a:pt x="352" y="187"/>
                    <a:pt x="469" y="86"/>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2467956" y="492747"/>
              <a:ext cx="80354" cy="31784"/>
            </a:xfrm>
            <a:custGeom>
              <a:rect b="b" l="l" r="r" t="t"/>
              <a:pathLst>
                <a:path extrusionOk="0" h="320" w="809">
                  <a:moveTo>
                    <a:pt x="1" y="0"/>
                  </a:moveTo>
                  <a:lnTo>
                    <a:pt x="1" y="16"/>
                  </a:lnTo>
                  <a:lnTo>
                    <a:pt x="53" y="36"/>
                  </a:lnTo>
                  <a:lnTo>
                    <a:pt x="1" y="0"/>
                  </a:lnTo>
                  <a:close/>
                  <a:moveTo>
                    <a:pt x="53" y="36"/>
                  </a:moveTo>
                  <a:cubicBezTo>
                    <a:pt x="85" y="53"/>
                    <a:pt x="122" y="69"/>
                    <a:pt x="138" y="69"/>
                  </a:cubicBezTo>
                  <a:cubicBezTo>
                    <a:pt x="154" y="85"/>
                    <a:pt x="186" y="85"/>
                    <a:pt x="203" y="85"/>
                  </a:cubicBezTo>
                  <a:cubicBezTo>
                    <a:pt x="186" y="69"/>
                    <a:pt x="170" y="69"/>
                    <a:pt x="154" y="69"/>
                  </a:cubicBezTo>
                  <a:cubicBezTo>
                    <a:pt x="122" y="53"/>
                    <a:pt x="85" y="36"/>
                    <a:pt x="53" y="36"/>
                  </a:cubicBezTo>
                  <a:close/>
                  <a:moveTo>
                    <a:pt x="203" y="85"/>
                  </a:moveTo>
                  <a:cubicBezTo>
                    <a:pt x="239" y="101"/>
                    <a:pt x="271" y="117"/>
                    <a:pt x="324" y="137"/>
                  </a:cubicBezTo>
                  <a:cubicBezTo>
                    <a:pt x="287" y="117"/>
                    <a:pt x="239" y="101"/>
                    <a:pt x="203" y="85"/>
                  </a:cubicBezTo>
                  <a:close/>
                  <a:moveTo>
                    <a:pt x="324" y="137"/>
                  </a:moveTo>
                  <a:cubicBezTo>
                    <a:pt x="356" y="154"/>
                    <a:pt x="405" y="170"/>
                    <a:pt x="457" y="186"/>
                  </a:cubicBezTo>
                  <a:cubicBezTo>
                    <a:pt x="405" y="170"/>
                    <a:pt x="372" y="154"/>
                    <a:pt x="324" y="137"/>
                  </a:cubicBezTo>
                  <a:close/>
                  <a:moveTo>
                    <a:pt x="457" y="186"/>
                  </a:moveTo>
                  <a:lnTo>
                    <a:pt x="457" y="186"/>
                  </a:lnTo>
                  <a:cubicBezTo>
                    <a:pt x="489" y="202"/>
                    <a:pt x="542" y="218"/>
                    <a:pt x="590" y="255"/>
                  </a:cubicBezTo>
                  <a:cubicBezTo>
                    <a:pt x="643" y="271"/>
                    <a:pt x="691" y="287"/>
                    <a:pt x="744" y="303"/>
                  </a:cubicBezTo>
                  <a:cubicBezTo>
                    <a:pt x="760" y="303"/>
                    <a:pt x="776" y="319"/>
                    <a:pt x="809" y="319"/>
                  </a:cubicBezTo>
                  <a:cubicBezTo>
                    <a:pt x="792" y="303"/>
                    <a:pt x="760" y="303"/>
                    <a:pt x="744" y="287"/>
                  </a:cubicBezTo>
                  <a:cubicBezTo>
                    <a:pt x="691" y="271"/>
                    <a:pt x="643" y="255"/>
                    <a:pt x="590" y="238"/>
                  </a:cubicBezTo>
                  <a:cubicBezTo>
                    <a:pt x="542" y="218"/>
                    <a:pt x="506" y="202"/>
                    <a:pt x="457" y="1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2222425" y="967819"/>
              <a:ext cx="43405" cy="13310"/>
            </a:xfrm>
            <a:custGeom>
              <a:rect b="b" l="l" r="r" t="t"/>
              <a:pathLst>
                <a:path extrusionOk="0" h="134" w="437">
                  <a:moveTo>
                    <a:pt x="0" y="0"/>
                  </a:moveTo>
                  <a:lnTo>
                    <a:pt x="0" y="16"/>
                  </a:lnTo>
                  <a:cubicBezTo>
                    <a:pt x="17" y="16"/>
                    <a:pt x="33" y="16"/>
                    <a:pt x="49" y="32"/>
                  </a:cubicBezTo>
                  <a:lnTo>
                    <a:pt x="69" y="32"/>
                  </a:lnTo>
                  <a:cubicBezTo>
                    <a:pt x="150" y="49"/>
                    <a:pt x="251" y="81"/>
                    <a:pt x="352" y="101"/>
                  </a:cubicBezTo>
                  <a:cubicBezTo>
                    <a:pt x="251" y="65"/>
                    <a:pt x="170" y="49"/>
                    <a:pt x="69" y="16"/>
                  </a:cubicBezTo>
                  <a:cubicBezTo>
                    <a:pt x="33" y="16"/>
                    <a:pt x="17" y="0"/>
                    <a:pt x="0" y="0"/>
                  </a:cubicBezTo>
                  <a:close/>
                  <a:moveTo>
                    <a:pt x="352" y="101"/>
                  </a:moveTo>
                  <a:lnTo>
                    <a:pt x="437" y="133"/>
                  </a:lnTo>
                  <a:lnTo>
                    <a:pt x="437" y="117"/>
                  </a:lnTo>
                  <a:lnTo>
                    <a:pt x="352" y="10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2377670" y="670043"/>
              <a:ext cx="12118" cy="95253"/>
            </a:xfrm>
            <a:custGeom>
              <a:rect b="b" l="l" r="r" t="t"/>
              <a:pathLst>
                <a:path extrusionOk="0" h="959" w="122">
                  <a:moveTo>
                    <a:pt x="1" y="1"/>
                  </a:moveTo>
                  <a:lnTo>
                    <a:pt x="1" y="17"/>
                  </a:lnTo>
                  <a:lnTo>
                    <a:pt x="37" y="17"/>
                  </a:lnTo>
                  <a:cubicBezTo>
                    <a:pt x="37" y="1"/>
                    <a:pt x="21" y="1"/>
                    <a:pt x="1" y="1"/>
                  </a:cubicBezTo>
                  <a:close/>
                  <a:moveTo>
                    <a:pt x="37" y="17"/>
                  </a:moveTo>
                  <a:lnTo>
                    <a:pt x="37" y="49"/>
                  </a:lnTo>
                  <a:lnTo>
                    <a:pt x="37" y="102"/>
                  </a:lnTo>
                  <a:cubicBezTo>
                    <a:pt x="53" y="102"/>
                    <a:pt x="53" y="118"/>
                    <a:pt x="37" y="118"/>
                  </a:cubicBezTo>
                  <a:lnTo>
                    <a:pt x="37" y="134"/>
                  </a:lnTo>
                  <a:cubicBezTo>
                    <a:pt x="53" y="170"/>
                    <a:pt x="53" y="203"/>
                    <a:pt x="53" y="219"/>
                  </a:cubicBezTo>
                  <a:lnTo>
                    <a:pt x="53" y="134"/>
                  </a:lnTo>
                  <a:lnTo>
                    <a:pt x="53" y="118"/>
                  </a:lnTo>
                  <a:lnTo>
                    <a:pt x="53" y="85"/>
                  </a:lnTo>
                  <a:lnTo>
                    <a:pt x="53" y="49"/>
                  </a:lnTo>
                  <a:cubicBezTo>
                    <a:pt x="53" y="33"/>
                    <a:pt x="53" y="17"/>
                    <a:pt x="37" y="17"/>
                  </a:cubicBezTo>
                  <a:close/>
                  <a:moveTo>
                    <a:pt x="53" y="271"/>
                  </a:moveTo>
                  <a:lnTo>
                    <a:pt x="53" y="287"/>
                  </a:lnTo>
                  <a:lnTo>
                    <a:pt x="53" y="336"/>
                  </a:lnTo>
                  <a:lnTo>
                    <a:pt x="53" y="372"/>
                  </a:lnTo>
                  <a:lnTo>
                    <a:pt x="53" y="405"/>
                  </a:lnTo>
                  <a:cubicBezTo>
                    <a:pt x="53" y="421"/>
                    <a:pt x="53" y="421"/>
                    <a:pt x="69" y="437"/>
                  </a:cubicBezTo>
                  <a:lnTo>
                    <a:pt x="69" y="473"/>
                  </a:lnTo>
                  <a:cubicBezTo>
                    <a:pt x="86" y="453"/>
                    <a:pt x="86" y="437"/>
                    <a:pt x="69" y="421"/>
                  </a:cubicBezTo>
                  <a:lnTo>
                    <a:pt x="69" y="405"/>
                  </a:lnTo>
                  <a:lnTo>
                    <a:pt x="69" y="372"/>
                  </a:lnTo>
                  <a:lnTo>
                    <a:pt x="69" y="336"/>
                  </a:lnTo>
                  <a:lnTo>
                    <a:pt x="69" y="287"/>
                  </a:lnTo>
                  <a:cubicBezTo>
                    <a:pt x="69" y="287"/>
                    <a:pt x="69" y="271"/>
                    <a:pt x="53" y="271"/>
                  </a:cubicBezTo>
                  <a:close/>
                  <a:moveTo>
                    <a:pt x="69" y="473"/>
                  </a:moveTo>
                  <a:lnTo>
                    <a:pt x="69" y="473"/>
                  </a:lnTo>
                  <a:cubicBezTo>
                    <a:pt x="86" y="489"/>
                    <a:pt x="69" y="506"/>
                    <a:pt x="69" y="522"/>
                  </a:cubicBezTo>
                  <a:cubicBezTo>
                    <a:pt x="69" y="538"/>
                    <a:pt x="69" y="554"/>
                    <a:pt x="86" y="574"/>
                  </a:cubicBezTo>
                  <a:lnTo>
                    <a:pt x="86" y="590"/>
                  </a:lnTo>
                  <a:lnTo>
                    <a:pt x="86" y="639"/>
                  </a:lnTo>
                  <a:lnTo>
                    <a:pt x="86" y="708"/>
                  </a:lnTo>
                  <a:lnTo>
                    <a:pt x="86" y="740"/>
                  </a:lnTo>
                  <a:lnTo>
                    <a:pt x="86" y="756"/>
                  </a:lnTo>
                  <a:cubicBezTo>
                    <a:pt x="102" y="776"/>
                    <a:pt x="102" y="792"/>
                    <a:pt x="102" y="809"/>
                  </a:cubicBezTo>
                  <a:cubicBezTo>
                    <a:pt x="122" y="792"/>
                    <a:pt x="122" y="776"/>
                    <a:pt x="102" y="756"/>
                  </a:cubicBezTo>
                  <a:lnTo>
                    <a:pt x="102" y="740"/>
                  </a:lnTo>
                  <a:lnTo>
                    <a:pt x="102" y="708"/>
                  </a:lnTo>
                  <a:lnTo>
                    <a:pt x="102" y="623"/>
                  </a:lnTo>
                  <a:cubicBezTo>
                    <a:pt x="86" y="623"/>
                    <a:pt x="86" y="607"/>
                    <a:pt x="102" y="607"/>
                  </a:cubicBezTo>
                  <a:cubicBezTo>
                    <a:pt x="102" y="590"/>
                    <a:pt x="102" y="574"/>
                    <a:pt x="86" y="554"/>
                  </a:cubicBezTo>
                  <a:lnTo>
                    <a:pt x="86" y="522"/>
                  </a:lnTo>
                  <a:cubicBezTo>
                    <a:pt x="86" y="506"/>
                    <a:pt x="86" y="489"/>
                    <a:pt x="69" y="473"/>
                  </a:cubicBezTo>
                  <a:close/>
                  <a:moveTo>
                    <a:pt x="102" y="809"/>
                  </a:moveTo>
                  <a:cubicBezTo>
                    <a:pt x="86" y="809"/>
                    <a:pt x="102" y="825"/>
                    <a:pt x="102" y="825"/>
                  </a:cubicBezTo>
                  <a:lnTo>
                    <a:pt x="102" y="809"/>
                  </a:lnTo>
                  <a:close/>
                  <a:moveTo>
                    <a:pt x="102" y="825"/>
                  </a:moveTo>
                  <a:lnTo>
                    <a:pt x="102" y="942"/>
                  </a:lnTo>
                  <a:lnTo>
                    <a:pt x="102" y="958"/>
                  </a:lnTo>
                  <a:lnTo>
                    <a:pt x="122" y="942"/>
                  </a:lnTo>
                  <a:cubicBezTo>
                    <a:pt x="122" y="910"/>
                    <a:pt x="122" y="877"/>
                    <a:pt x="102" y="8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2533412" y="568135"/>
              <a:ext cx="20163" cy="6555"/>
            </a:xfrm>
            <a:custGeom>
              <a:rect b="b" l="l" r="r" t="t"/>
              <a:pathLst>
                <a:path extrusionOk="0" h="66" w="203">
                  <a:moveTo>
                    <a:pt x="0" y="1"/>
                  </a:moveTo>
                  <a:lnTo>
                    <a:pt x="0" y="17"/>
                  </a:lnTo>
                  <a:lnTo>
                    <a:pt x="186" y="65"/>
                  </a:lnTo>
                  <a:lnTo>
                    <a:pt x="202" y="6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2229278" y="420935"/>
              <a:ext cx="16488" cy="10131"/>
            </a:xfrm>
            <a:custGeom>
              <a:rect b="b" l="l" r="r" t="t"/>
              <a:pathLst>
                <a:path extrusionOk="0" h="102" w="166">
                  <a:moveTo>
                    <a:pt x="166" y="0"/>
                  </a:moveTo>
                  <a:cubicBezTo>
                    <a:pt x="133" y="0"/>
                    <a:pt x="101" y="16"/>
                    <a:pt x="81" y="53"/>
                  </a:cubicBezTo>
                  <a:cubicBezTo>
                    <a:pt x="117" y="32"/>
                    <a:pt x="133" y="16"/>
                    <a:pt x="166" y="16"/>
                  </a:cubicBezTo>
                  <a:lnTo>
                    <a:pt x="166" y="0"/>
                  </a:lnTo>
                  <a:close/>
                  <a:moveTo>
                    <a:pt x="81" y="53"/>
                  </a:moveTo>
                  <a:cubicBezTo>
                    <a:pt x="65" y="53"/>
                    <a:pt x="65" y="53"/>
                    <a:pt x="49" y="69"/>
                  </a:cubicBezTo>
                  <a:cubicBezTo>
                    <a:pt x="32" y="85"/>
                    <a:pt x="16" y="85"/>
                    <a:pt x="16" y="85"/>
                  </a:cubicBezTo>
                  <a:lnTo>
                    <a:pt x="0" y="85"/>
                  </a:lnTo>
                  <a:lnTo>
                    <a:pt x="16" y="101"/>
                  </a:lnTo>
                  <a:cubicBezTo>
                    <a:pt x="32" y="101"/>
                    <a:pt x="32" y="85"/>
                    <a:pt x="49" y="85"/>
                  </a:cubicBezTo>
                  <a:lnTo>
                    <a:pt x="65" y="69"/>
                  </a:lnTo>
                  <a:cubicBezTo>
                    <a:pt x="65" y="69"/>
                    <a:pt x="81" y="69"/>
                    <a:pt x="8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2281027" y="611441"/>
              <a:ext cx="14899" cy="6953"/>
            </a:xfrm>
            <a:custGeom>
              <a:rect b="b" l="l" r="r" t="t"/>
              <a:pathLst>
                <a:path extrusionOk="0" h="70" w="150">
                  <a:moveTo>
                    <a:pt x="0" y="1"/>
                  </a:moveTo>
                  <a:lnTo>
                    <a:pt x="0" y="17"/>
                  </a:lnTo>
                  <a:lnTo>
                    <a:pt x="133" y="70"/>
                  </a:lnTo>
                  <a:lnTo>
                    <a:pt x="150" y="53"/>
                  </a:lnTo>
                  <a:lnTo>
                    <a:pt x="133" y="5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2297415" y="489470"/>
              <a:ext cx="70322" cy="25030"/>
            </a:xfrm>
            <a:custGeom>
              <a:rect b="b" l="l" r="r" t="t"/>
              <a:pathLst>
                <a:path extrusionOk="0" h="252" w="708">
                  <a:moveTo>
                    <a:pt x="1" y="1"/>
                  </a:moveTo>
                  <a:lnTo>
                    <a:pt x="1" y="17"/>
                  </a:lnTo>
                  <a:lnTo>
                    <a:pt x="69" y="33"/>
                  </a:lnTo>
                  <a:cubicBezTo>
                    <a:pt x="122" y="49"/>
                    <a:pt x="170" y="69"/>
                    <a:pt x="239" y="86"/>
                  </a:cubicBezTo>
                  <a:cubicBezTo>
                    <a:pt x="187" y="69"/>
                    <a:pt x="138" y="33"/>
                    <a:pt x="86" y="17"/>
                  </a:cubicBezTo>
                  <a:lnTo>
                    <a:pt x="21" y="1"/>
                  </a:lnTo>
                  <a:close/>
                  <a:moveTo>
                    <a:pt x="239" y="86"/>
                  </a:moveTo>
                  <a:cubicBezTo>
                    <a:pt x="271" y="102"/>
                    <a:pt x="304" y="118"/>
                    <a:pt x="356" y="134"/>
                  </a:cubicBezTo>
                  <a:cubicBezTo>
                    <a:pt x="425" y="170"/>
                    <a:pt x="506" y="187"/>
                    <a:pt x="574" y="219"/>
                  </a:cubicBezTo>
                  <a:cubicBezTo>
                    <a:pt x="591" y="219"/>
                    <a:pt x="591" y="219"/>
                    <a:pt x="607" y="235"/>
                  </a:cubicBezTo>
                  <a:cubicBezTo>
                    <a:pt x="643" y="235"/>
                    <a:pt x="675" y="251"/>
                    <a:pt x="708" y="251"/>
                  </a:cubicBezTo>
                  <a:lnTo>
                    <a:pt x="708" y="235"/>
                  </a:lnTo>
                  <a:cubicBezTo>
                    <a:pt x="675" y="235"/>
                    <a:pt x="643" y="235"/>
                    <a:pt x="607" y="219"/>
                  </a:cubicBezTo>
                  <a:cubicBezTo>
                    <a:pt x="607" y="219"/>
                    <a:pt x="591" y="203"/>
                    <a:pt x="574" y="203"/>
                  </a:cubicBezTo>
                  <a:cubicBezTo>
                    <a:pt x="506" y="187"/>
                    <a:pt x="425" y="150"/>
                    <a:pt x="356" y="118"/>
                  </a:cubicBezTo>
                  <a:cubicBezTo>
                    <a:pt x="324" y="102"/>
                    <a:pt x="271" y="102"/>
                    <a:pt x="239" y="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2285794" y="404050"/>
              <a:ext cx="16985" cy="6953"/>
            </a:xfrm>
            <a:custGeom>
              <a:rect b="b" l="l" r="r" t="t"/>
              <a:pathLst>
                <a:path extrusionOk="0" h="70" w="171">
                  <a:moveTo>
                    <a:pt x="1" y="0"/>
                  </a:moveTo>
                  <a:lnTo>
                    <a:pt x="17" y="21"/>
                  </a:lnTo>
                  <a:lnTo>
                    <a:pt x="170" y="69"/>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1744175" y="946861"/>
              <a:ext cx="63866" cy="29003"/>
            </a:xfrm>
            <a:custGeom>
              <a:rect b="b" l="l" r="r" t="t"/>
              <a:pathLst>
                <a:path extrusionOk="0" h="292" w="643">
                  <a:moveTo>
                    <a:pt x="622" y="1"/>
                  </a:moveTo>
                  <a:cubicBezTo>
                    <a:pt x="604" y="1"/>
                    <a:pt x="585" y="14"/>
                    <a:pt x="574" y="25"/>
                  </a:cubicBezTo>
                  <a:cubicBezTo>
                    <a:pt x="606" y="25"/>
                    <a:pt x="622" y="9"/>
                    <a:pt x="642" y="9"/>
                  </a:cubicBezTo>
                  <a:cubicBezTo>
                    <a:pt x="636" y="3"/>
                    <a:pt x="629" y="1"/>
                    <a:pt x="622" y="1"/>
                  </a:cubicBezTo>
                  <a:close/>
                  <a:moveTo>
                    <a:pt x="558" y="25"/>
                  </a:moveTo>
                  <a:cubicBezTo>
                    <a:pt x="505" y="58"/>
                    <a:pt x="440" y="74"/>
                    <a:pt x="388" y="110"/>
                  </a:cubicBezTo>
                  <a:cubicBezTo>
                    <a:pt x="339" y="126"/>
                    <a:pt x="303" y="142"/>
                    <a:pt x="255" y="159"/>
                  </a:cubicBezTo>
                  <a:cubicBezTo>
                    <a:pt x="202" y="191"/>
                    <a:pt x="137" y="227"/>
                    <a:pt x="85" y="243"/>
                  </a:cubicBezTo>
                  <a:cubicBezTo>
                    <a:pt x="53" y="260"/>
                    <a:pt x="36" y="260"/>
                    <a:pt x="0" y="276"/>
                  </a:cubicBezTo>
                  <a:lnTo>
                    <a:pt x="0" y="292"/>
                  </a:lnTo>
                  <a:cubicBezTo>
                    <a:pt x="36" y="276"/>
                    <a:pt x="53" y="260"/>
                    <a:pt x="85" y="260"/>
                  </a:cubicBezTo>
                  <a:cubicBezTo>
                    <a:pt x="154" y="227"/>
                    <a:pt x="202" y="211"/>
                    <a:pt x="271" y="175"/>
                  </a:cubicBezTo>
                  <a:cubicBezTo>
                    <a:pt x="303" y="159"/>
                    <a:pt x="356" y="142"/>
                    <a:pt x="388" y="126"/>
                  </a:cubicBezTo>
                  <a:cubicBezTo>
                    <a:pt x="457" y="90"/>
                    <a:pt x="505" y="74"/>
                    <a:pt x="574" y="41"/>
                  </a:cubicBezTo>
                  <a:lnTo>
                    <a:pt x="574" y="2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2516526" y="549661"/>
              <a:ext cx="18574" cy="6953"/>
            </a:xfrm>
            <a:custGeom>
              <a:rect b="b" l="l" r="r" t="t"/>
              <a:pathLst>
                <a:path extrusionOk="0" h="70" w="187">
                  <a:moveTo>
                    <a:pt x="0" y="1"/>
                  </a:moveTo>
                  <a:cubicBezTo>
                    <a:pt x="37" y="17"/>
                    <a:pt x="53" y="17"/>
                    <a:pt x="69" y="33"/>
                  </a:cubicBezTo>
                  <a:cubicBezTo>
                    <a:pt x="101" y="49"/>
                    <a:pt x="138" y="49"/>
                    <a:pt x="186" y="69"/>
                  </a:cubicBezTo>
                  <a:lnTo>
                    <a:pt x="186" y="49"/>
                  </a:lnTo>
                  <a:cubicBezTo>
                    <a:pt x="154" y="49"/>
                    <a:pt x="118" y="33"/>
                    <a:pt x="85" y="17"/>
                  </a:cubicBezTo>
                  <a:cubicBezTo>
                    <a:pt x="53" y="17"/>
                    <a:pt x="37" y="1"/>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1730866" y="970997"/>
              <a:ext cx="3377" cy="16985"/>
            </a:xfrm>
            <a:custGeom>
              <a:rect b="b" l="l" r="r" t="t"/>
              <a:pathLst>
                <a:path extrusionOk="0" h="171" w="34">
                  <a:moveTo>
                    <a:pt x="33" y="0"/>
                  </a:moveTo>
                  <a:cubicBezTo>
                    <a:pt x="17" y="0"/>
                    <a:pt x="17" y="0"/>
                    <a:pt x="17" y="17"/>
                  </a:cubicBezTo>
                  <a:lnTo>
                    <a:pt x="33" y="17"/>
                  </a:lnTo>
                  <a:lnTo>
                    <a:pt x="33" y="0"/>
                  </a:lnTo>
                  <a:close/>
                  <a:moveTo>
                    <a:pt x="17" y="33"/>
                  </a:moveTo>
                  <a:cubicBezTo>
                    <a:pt x="17" y="69"/>
                    <a:pt x="17" y="101"/>
                    <a:pt x="1" y="134"/>
                  </a:cubicBezTo>
                  <a:lnTo>
                    <a:pt x="1" y="170"/>
                  </a:lnTo>
                  <a:lnTo>
                    <a:pt x="17" y="170"/>
                  </a:lnTo>
                  <a:lnTo>
                    <a:pt x="17" y="134"/>
                  </a:lnTo>
                  <a:cubicBezTo>
                    <a:pt x="17" y="101"/>
                    <a:pt x="33" y="69"/>
                    <a:pt x="17"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2540166" y="717023"/>
              <a:ext cx="14998" cy="4867"/>
            </a:xfrm>
            <a:custGeom>
              <a:rect b="b" l="l" r="r" t="t"/>
              <a:pathLst>
                <a:path extrusionOk="0" h="49" w="151">
                  <a:moveTo>
                    <a:pt x="1" y="0"/>
                  </a:moveTo>
                  <a:lnTo>
                    <a:pt x="134" y="49"/>
                  </a:lnTo>
                  <a:lnTo>
                    <a:pt x="150" y="49"/>
                  </a:lnTo>
                  <a:lnTo>
                    <a:pt x="150"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1944712" y="379120"/>
              <a:ext cx="192293" cy="68733"/>
            </a:xfrm>
            <a:custGeom>
              <a:rect b="b" l="l" r="r" t="t"/>
              <a:pathLst>
                <a:path extrusionOk="0" h="692" w="1936">
                  <a:moveTo>
                    <a:pt x="1" y="1"/>
                  </a:moveTo>
                  <a:cubicBezTo>
                    <a:pt x="1" y="1"/>
                    <a:pt x="17" y="17"/>
                    <a:pt x="37" y="17"/>
                  </a:cubicBezTo>
                  <a:cubicBezTo>
                    <a:pt x="53" y="17"/>
                    <a:pt x="70" y="33"/>
                    <a:pt x="86" y="33"/>
                  </a:cubicBezTo>
                  <a:cubicBezTo>
                    <a:pt x="118" y="49"/>
                    <a:pt x="154" y="49"/>
                    <a:pt x="187" y="70"/>
                  </a:cubicBezTo>
                  <a:cubicBezTo>
                    <a:pt x="219" y="70"/>
                    <a:pt x="255" y="86"/>
                    <a:pt x="288" y="102"/>
                  </a:cubicBezTo>
                  <a:cubicBezTo>
                    <a:pt x="320" y="118"/>
                    <a:pt x="373" y="134"/>
                    <a:pt x="405" y="150"/>
                  </a:cubicBezTo>
                  <a:cubicBezTo>
                    <a:pt x="490" y="171"/>
                    <a:pt x="558" y="203"/>
                    <a:pt x="643" y="219"/>
                  </a:cubicBezTo>
                  <a:cubicBezTo>
                    <a:pt x="558" y="187"/>
                    <a:pt x="490" y="171"/>
                    <a:pt x="405" y="134"/>
                  </a:cubicBezTo>
                  <a:cubicBezTo>
                    <a:pt x="373" y="118"/>
                    <a:pt x="340" y="102"/>
                    <a:pt x="288" y="86"/>
                  </a:cubicBezTo>
                  <a:cubicBezTo>
                    <a:pt x="255" y="86"/>
                    <a:pt x="219" y="70"/>
                    <a:pt x="187" y="49"/>
                  </a:cubicBezTo>
                  <a:cubicBezTo>
                    <a:pt x="154" y="33"/>
                    <a:pt x="118" y="33"/>
                    <a:pt x="102" y="17"/>
                  </a:cubicBezTo>
                  <a:cubicBezTo>
                    <a:pt x="86" y="17"/>
                    <a:pt x="53" y="1"/>
                    <a:pt x="37" y="1"/>
                  </a:cubicBezTo>
                  <a:close/>
                  <a:moveTo>
                    <a:pt x="910" y="320"/>
                  </a:moveTo>
                  <a:lnTo>
                    <a:pt x="1011" y="352"/>
                  </a:lnTo>
                  <a:cubicBezTo>
                    <a:pt x="1112" y="389"/>
                    <a:pt x="1213" y="437"/>
                    <a:pt x="1330" y="474"/>
                  </a:cubicBezTo>
                  <a:cubicBezTo>
                    <a:pt x="1451" y="522"/>
                    <a:pt x="1584" y="575"/>
                    <a:pt x="1702" y="607"/>
                  </a:cubicBezTo>
                  <a:cubicBezTo>
                    <a:pt x="1718" y="607"/>
                    <a:pt x="1754" y="623"/>
                    <a:pt x="1770" y="623"/>
                  </a:cubicBezTo>
                  <a:cubicBezTo>
                    <a:pt x="1819" y="655"/>
                    <a:pt x="1887" y="676"/>
                    <a:pt x="1936" y="692"/>
                  </a:cubicBezTo>
                  <a:lnTo>
                    <a:pt x="1936" y="676"/>
                  </a:lnTo>
                  <a:cubicBezTo>
                    <a:pt x="1887" y="655"/>
                    <a:pt x="1835" y="639"/>
                    <a:pt x="1786" y="623"/>
                  </a:cubicBezTo>
                  <a:cubicBezTo>
                    <a:pt x="1754" y="607"/>
                    <a:pt x="1734" y="607"/>
                    <a:pt x="1702" y="591"/>
                  </a:cubicBezTo>
                  <a:cubicBezTo>
                    <a:pt x="1584" y="554"/>
                    <a:pt x="1467" y="506"/>
                    <a:pt x="1330" y="453"/>
                  </a:cubicBezTo>
                  <a:cubicBezTo>
                    <a:pt x="1229" y="421"/>
                    <a:pt x="1112" y="389"/>
                    <a:pt x="1011" y="336"/>
                  </a:cubicBezTo>
                  <a:lnTo>
                    <a:pt x="910" y="3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1687560" y="574591"/>
              <a:ext cx="14899" cy="13707"/>
            </a:xfrm>
            <a:custGeom>
              <a:rect b="b" l="l" r="r" t="t"/>
              <a:pathLst>
                <a:path extrusionOk="0" h="138" w="150">
                  <a:moveTo>
                    <a:pt x="150" y="0"/>
                  </a:moveTo>
                  <a:cubicBezTo>
                    <a:pt x="134" y="20"/>
                    <a:pt x="118" y="37"/>
                    <a:pt x="101" y="53"/>
                  </a:cubicBezTo>
                  <a:cubicBezTo>
                    <a:pt x="118" y="53"/>
                    <a:pt x="134" y="37"/>
                    <a:pt x="150" y="20"/>
                  </a:cubicBezTo>
                  <a:lnTo>
                    <a:pt x="150" y="0"/>
                  </a:lnTo>
                  <a:close/>
                  <a:moveTo>
                    <a:pt x="101" y="53"/>
                  </a:moveTo>
                  <a:lnTo>
                    <a:pt x="101" y="53"/>
                  </a:lnTo>
                  <a:cubicBezTo>
                    <a:pt x="65" y="69"/>
                    <a:pt x="33" y="101"/>
                    <a:pt x="1" y="121"/>
                  </a:cubicBezTo>
                  <a:lnTo>
                    <a:pt x="1" y="138"/>
                  </a:lnTo>
                  <a:cubicBezTo>
                    <a:pt x="33" y="101"/>
                    <a:pt x="65" y="85"/>
                    <a:pt x="10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1679117" y="492747"/>
              <a:ext cx="10131" cy="8443"/>
            </a:xfrm>
            <a:custGeom>
              <a:rect b="b" l="l" r="r" t="t"/>
              <a:pathLst>
                <a:path extrusionOk="0" h="85" w="102">
                  <a:moveTo>
                    <a:pt x="86" y="0"/>
                  </a:moveTo>
                  <a:lnTo>
                    <a:pt x="17" y="69"/>
                  </a:lnTo>
                  <a:lnTo>
                    <a:pt x="17" y="69"/>
                  </a:lnTo>
                  <a:lnTo>
                    <a:pt x="102" y="16"/>
                  </a:lnTo>
                  <a:lnTo>
                    <a:pt x="102" y="0"/>
                  </a:lnTo>
                  <a:close/>
                  <a:moveTo>
                    <a:pt x="1" y="69"/>
                  </a:moveTo>
                  <a:lnTo>
                    <a:pt x="17" y="85"/>
                  </a:lnTo>
                  <a:lnTo>
                    <a:pt x="17" y="6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1679117" y="412493"/>
              <a:ext cx="55125" cy="45392"/>
            </a:xfrm>
            <a:custGeom>
              <a:rect b="b" l="l" r="r" t="t"/>
              <a:pathLst>
                <a:path extrusionOk="0" h="457" w="555">
                  <a:moveTo>
                    <a:pt x="554" y="0"/>
                  </a:moveTo>
                  <a:lnTo>
                    <a:pt x="437" y="101"/>
                  </a:lnTo>
                  <a:cubicBezTo>
                    <a:pt x="336" y="186"/>
                    <a:pt x="219" y="271"/>
                    <a:pt x="118" y="356"/>
                  </a:cubicBezTo>
                  <a:cubicBezTo>
                    <a:pt x="86" y="388"/>
                    <a:pt x="33" y="420"/>
                    <a:pt x="1" y="457"/>
                  </a:cubicBezTo>
                  <a:cubicBezTo>
                    <a:pt x="49" y="441"/>
                    <a:pt x="86" y="404"/>
                    <a:pt x="118" y="372"/>
                  </a:cubicBezTo>
                  <a:lnTo>
                    <a:pt x="134" y="356"/>
                  </a:lnTo>
                  <a:cubicBezTo>
                    <a:pt x="235" y="271"/>
                    <a:pt x="336" y="186"/>
                    <a:pt x="437" y="117"/>
                  </a:cubicBezTo>
                  <a:lnTo>
                    <a:pt x="554" y="16"/>
                  </a:lnTo>
                  <a:lnTo>
                    <a:pt x="5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1677528" y="512811"/>
              <a:ext cx="61879" cy="45392"/>
            </a:xfrm>
            <a:custGeom>
              <a:rect b="b" l="l" r="r" t="t"/>
              <a:pathLst>
                <a:path extrusionOk="0" h="457" w="623">
                  <a:moveTo>
                    <a:pt x="606" y="0"/>
                  </a:moveTo>
                  <a:cubicBezTo>
                    <a:pt x="586" y="0"/>
                    <a:pt x="570" y="0"/>
                    <a:pt x="554" y="16"/>
                  </a:cubicBezTo>
                  <a:cubicBezTo>
                    <a:pt x="421" y="117"/>
                    <a:pt x="283" y="238"/>
                    <a:pt x="150" y="339"/>
                  </a:cubicBezTo>
                  <a:cubicBezTo>
                    <a:pt x="283" y="238"/>
                    <a:pt x="421" y="137"/>
                    <a:pt x="554" y="36"/>
                  </a:cubicBezTo>
                  <a:cubicBezTo>
                    <a:pt x="570" y="16"/>
                    <a:pt x="586" y="16"/>
                    <a:pt x="606" y="16"/>
                  </a:cubicBezTo>
                  <a:lnTo>
                    <a:pt x="623" y="0"/>
                  </a:lnTo>
                  <a:close/>
                  <a:moveTo>
                    <a:pt x="134" y="339"/>
                  </a:moveTo>
                  <a:cubicBezTo>
                    <a:pt x="102" y="356"/>
                    <a:pt x="65" y="388"/>
                    <a:pt x="49" y="404"/>
                  </a:cubicBezTo>
                  <a:lnTo>
                    <a:pt x="1" y="440"/>
                  </a:lnTo>
                  <a:lnTo>
                    <a:pt x="1" y="457"/>
                  </a:lnTo>
                  <a:lnTo>
                    <a:pt x="49" y="420"/>
                  </a:lnTo>
                  <a:cubicBezTo>
                    <a:pt x="81" y="388"/>
                    <a:pt x="118" y="372"/>
                    <a:pt x="150" y="356"/>
                  </a:cubicBezTo>
                  <a:lnTo>
                    <a:pt x="150" y="3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2473221" y="539629"/>
              <a:ext cx="8542" cy="4966"/>
            </a:xfrm>
            <a:custGeom>
              <a:rect b="b" l="l" r="r" t="t"/>
              <a:pathLst>
                <a:path extrusionOk="0" h="50" w="86">
                  <a:moveTo>
                    <a:pt x="0" y="1"/>
                  </a:moveTo>
                  <a:lnTo>
                    <a:pt x="0" y="17"/>
                  </a:lnTo>
                  <a:lnTo>
                    <a:pt x="85" y="49"/>
                  </a:lnTo>
                  <a:lnTo>
                    <a:pt x="85"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2242489" y="663189"/>
              <a:ext cx="20163" cy="10131"/>
            </a:xfrm>
            <a:custGeom>
              <a:rect b="b" l="l" r="r" t="t"/>
              <a:pathLst>
                <a:path extrusionOk="0" h="102" w="203">
                  <a:moveTo>
                    <a:pt x="186" y="1"/>
                  </a:moveTo>
                  <a:cubicBezTo>
                    <a:pt x="170" y="1"/>
                    <a:pt x="134" y="17"/>
                    <a:pt x="118" y="37"/>
                  </a:cubicBezTo>
                  <a:lnTo>
                    <a:pt x="101" y="37"/>
                  </a:lnTo>
                  <a:cubicBezTo>
                    <a:pt x="85" y="53"/>
                    <a:pt x="85" y="53"/>
                    <a:pt x="69" y="53"/>
                  </a:cubicBezTo>
                  <a:cubicBezTo>
                    <a:pt x="49" y="70"/>
                    <a:pt x="33" y="86"/>
                    <a:pt x="17" y="86"/>
                  </a:cubicBezTo>
                  <a:lnTo>
                    <a:pt x="0" y="86"/>
                  </a:lnTo>
                  <a:lnTo>
                    <a:pt x="17" y="102"/>
                  </a:lnTo>
                  <a:cubicBezTo>
                    <a:pt x="33" y="102"/>
                    <a:pt x="69" y="86"/>
                    <a:pt x="85" y="70"/>
                  </a:cubicBezTo>
                  <a:lnTo>
                    <a:pt x="101" y="53"/>
                  </a:lnTo>
                  <a:cubicBezTo>
                    <a:pt x="118" y="53"/>
                    <a:pt x="118" y="53"/>
                    <a:pt x="134" y="37"/>
                  </a:cubicBezTo>
                  <a:cubicBezTo>
                    <a:pt x="150" y="17"/>
                    <a:pt x="170" y="17"/>
                    <a:pt x="186" y="17"/>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2372902" y="807310"/>
              <a:ext cx="14899" cy="4867"/>
            </a:xfrm>
            <a:custGeom>
              <a:rect b="b" l="l" r="r" t="t"/>
              <a:pathLst>
                <a:path extrusionOk="0" h="49" w="150">
                  <a:moveTo>
                    <a:pt x="0" y="0"/>
                  </a:moveTo>
                  <a:lnTo>
                    <a:pt x="0" y="16"/>
                  </a:lnTo>
                  <a:lnTo>
                    <a:pt x="33" y="16"/>
                  </a:lnTo>
                  <a:cubicBezTo>
                    <a:pt x="49" y="33"/>
                    <a:pt x="85" y="33"/>
                    <a:pt x="117" y="49"/>
                  </a:cubicBezTo>
                  <a:lnTo>
                    <a:pt x="150" y="49"/>
                  </a:lnTo>
                  <a:lnTo>
                    <a:pt x="117" y="33"/>
                  </a:lnTo>
                  <a:cubicBezTo>
                    <a:pt x="85" y="16"/>
                    <a:pt x="69" y="16"/>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1653889" y="939313"/>
              <a:ext cx="68634" cy="10131"/>
            </a:xfrm>
            <a:custGeom>
              <a:rect b="b" l="l" r="r" t="t"/>
              <a:pathLst>
                <a:path extrusionOk="0" h="102" w="691">
                  <a:moveTo>
                    <a:pt x="53" y="16"/>
                  </a:moveTo>
                  <a:cubicBezTo>
                    <a:pt x="37" y="33"/>
                    <a:pt x="37" y="33"/>
                    <a:pt x="16" y="33"/>
                  </a:cubicBezTo>
                  <a:lnTo>
                    <a:pt x="0" y="33"/>
                  </a:lnTo>
                  <a:cubicBezTo>
                    <a:pt x="12" y="38"/>
                    <a:pt x="20" y="40"/>
                    <a:pt x="26" y="40"/>
                  </a:cubicBezTo>
                  <a:cubicBezTo>
                    <a:pt x="38" y="40"/>
                    <a:pt x="42" y="33"/>
                    <a:pt x="53" y="33"/>
                  </a:cubicBezTo>
                  <a:lnTo>
                    <a:pt x="117" y="33"/>
                  </a:lnTo>
                  <a:cubicBezTo>
                    <a:pt x="154" y="49"/>
                    <a:pt x="170" y="49"/>
                    <a:pt x="202" y="49"/>
                  </a:cubicBezTo>
                  <a:cubicBezTo>
                    <a:pt x="170" y="33"/>
                    <a:pt x="154" y="33"/>
                    <a:pt x="138" y="33"/>
                  </a:cubicBezTo>
                  <a:cubicBezTo>
                    <a:pt x="101" y="16"/>
                    <a:pt x="85" y="16"/>
                    <a:pt x="53" y="16"/>
                  </a:cubicBezTo>
                  <a:close/>
                  <a:moveTo>
                    <a:pt x="691" y="0"/>
                  </a:moveTo>
                  <a:cubicBezTo>
                    <a:pt x="659" y="0"/>
                    <a:pt x="622" y="16"/>
                    <a:pt x="590" y="49"/>
                  </a:cubicBezTo>
                  <a:cubicBezTo>
                    <a:pt x="622" y="33"/>
                    <a:pt x="659" y="16"/>
                    <a:pt x="691" y="0"/>
                  </a:cubicBezTo>
                  <a:close/>
                  <a:moveTo>
                    <a:pt x="218" y="49"/>
                  </a:moveTo>
                  <a:cubicBezTo>
                    <a:pt x="340" y="65"/>
                    <a:pt x="440" y="85"/>
                    <a:pt x="521" y="101"/>
                  </a:cubicBezTo>
                  <a:lnTo>
                    <a:pt x="541" y="101"/>
                  </a:lnTo>
                  <a:lnTo>
                    <a:pt x="558" y="85"/>
                  </a:lnTo>
                  <a:cubicBezTo>
                    <a:pt x="574" y="65"/>
                    <a:pt x="574" y="65"/>
                    <a:pt x="590" y="49"/>
                  </a:cubicBezTo>
                  <a:cubicBezTo>
                    <a:pt x="574" y="49"/>
                    <a:pt x="558" y="65"/>
                    <a:pt x="558" y="65"/>
                  </a:cubicBezTo>
                  <a:lnTo>
                    <a:pt x="541" y="85"/>
                  </a:lnTo>
                  <a:cubicBezTo>
                    <a:pt x="440" y="65"/>
                    <a:pt x="340" y="49"/>
                    <a:pt x="218"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2284205" y="484305"/>
              <a:ext cx="8542" cy="3675"/>
            </a:xfrm>
            <a:custGeom>
              <a:rect b="b" l="l" r="r" t="t"/>
              <a:pathLst>
                <a:path extrusionOk="0" h="37" w="86">
                  <a:moveTo>
                    <a:pt x="0" y="0"/>
                  </a:moveTo>
                  <a:lnTo>
                    <a:pt x="0" y="20"/>
                  </a:lnTo>
                  <a:lnTo>
                    <a:pt x="53" y="20"/>
                  </a:lnTo>
                  <a:cubicBezTo>
                    <a:pt x="33" y="0"/>
                    <a:pt x="17" y="0"/>
                    <a:pt x="0" y="0"/>
                  </a:cubicBezTo>
                  <a:close/>
                  <a:moveTo>
                    <a:pt x="53" y="20"/>
                  </a:moveTo>
                  <a:cubicBezTo>
                    <a:pt x="53" y="37"/>
                    <a:pt x="69" y="37"/>
                    <a:pt x="85" y="37"/>
                  </a:cubicBezTo>
                  <a:lnTo>
                    <a:pt x="85" y="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1739308" y="893921"/>
              <a:ext cx="70322" cy="35459"/>
            </a:xfrm>
            <a:custGeom>
              <a:rect b="b" l="l" r="r" t="t"/>
              <a:pathLst>
                <a:path extrusionOk="0" h="357" w="708">
                  <a:moveTo>
                    <a:pt x="708" y="1"/>
                  </a:moveTo>
                  <a:cubicBezTo>
                    <a:pt x="671" y="1"/>
                    <a:pt x="655" y="17"/>
                    <a:pt x="623" y="37"/>
                  </a:cubicBezTo>
                  <a:lnTo>
                    <a:pt x="607" y="37"/>
                  </a:lnTo>
                  <a:lnTo>
                    <a:pt x="304" y="187"/>
                  </a:lnTo>
                  <a:cubicBezTo>
                    <a:pt x="251" y="219"/>
                    <a:pt x="203" y="239"/>
                    <a:pt x="150" y="271"/>
                  </a:cubicBezTo>
                  <a:cubicBezTo>
                    <a:pt x="118" y="288"/>
                    <a:pt x="85" y="304"/>
                    <a:pt x="49" y="320"/>
                  </a:cubicBezTo>
                  <a:lnTo>
                    <a:pt x="1" y="340"/>
                  </a:lnTo>
                  <a:lnTo>
                    <a:pt x="1" y="356"/>
                  </a:lnTo>
                  <a:lnTo>
                    <a:pt x="17" y="356"/>
                  </a:lnTo>
                  <a:lnTo>
                    <a:pt x="49" y="340"/>
                  </a:lnTo>
                  <a:cubicBezTo>
                    <a:pt x="85" y="320"/>
                    <a:pt x="118" y="304"/>
                    <a:pt x="150" y="288"/>
                  </a:cubicBezTo>
                  <a:cubicBezTo>
                    <a:pt x="203" y="255"/>
                    <a:pt x="251" y="239"/>
                    <a:pt x="304" y="203"/>
                  </a:cubicBezTo>
                  <a:lnTo>
                    <a:pt x="607" y="53"/>
                  </a:lnTo>
                  <a:cubicBezTo>
                    <a:pt x="623" y="53"/>
                    <a:pt x="623" y="37"/>
                    <a:pt x="639" y="37"/>
                  </a:cubicBezTo>
                  <a:cubicBezTo>
                    <a:pt x="655" y="37"/>
                    <a:pt x="671" y="17"/>
                    <a:pt x="708" y="17"/>
                  </a:cubicBez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2274173" y="589788"/>
              <a:ext cx="3278" cy="50258"/>
            </a:xfrm>
            <a:custGeom>
              <a:rect b="b" l="l" r="r" t="t"/>
              <a:pathLst>
                <a:path extrusionOk="0" h="506" w="33">
                  <a:moveTo>
                    <a:pt x="1" y="1"/>
                  </a:moveTo>
                  <a:lnTo>
                    <a:pt x="1" y="17"/>
                  </a:lnTo>
                  <a:lnTo>
                    <a:pt x="1" y="150"/>
                  </a:lnTo>
                  <a:lnTo>
                    <a:pt x="1" y="187"/>
                  </a:lnTo>
                  <a:lnTo>
                    <a:pt x="1" y="235"/>
                  </a:lnTo>
                  <a:cubicBezTo>
                    <a:pt x="17" y="271"/>
                    <a:pt x="17" y="288"/>
                    <a:pt x="17" y="320"/>
                  </a:cubicBezTo>
                  <a:lnTo>
                    <a:pt x="17" y="235"/>
                  </a:lnTo>
                  <a:lnTo>
                    <a:pt x="17" y="187"/>
                  </a:lnTo>
                  <a:lnTo>
                    <a:pt x="17" y="150"/>
                  </a:lnTo>
                  <a:cubicBezTo>
                    <a:pt x="17" y="102"/>
                    <a:pt x="1" y="49"/>
                    <a:pt x="17" y="17"/>
                  </a:cubicBezTo>
                  <a:lnTo>
                    <a:pt x="1" y="1"/>
                  </a:lnTo>
                  <a:close/>
                  <a:moveTo>
                    <a:pt x="17" y="320"/>
                  </a:moveTo>
                  <a:lnTo>
                    <a:pt x="17" y="421"/>
                  </a:lnTo>
                  <a:lnTo>
                    <a:pt x="17" y="453"/>
                  </a:lnTo>
                  <a:cubicBezTo>
                    <a:pt x="17" y="473"/>
                    <a:pt x="17" y="490"/>
                    <a:pt x="33" y="506"/>
                  </a:cubicBezTo>
                  <a:lnTo>
                    <a:pt x="33" y="490"/>
                  </a:lnTo>
                  <a:lnTo>
                    <a:pt x="33" y="453"/>
                  </a:lnTo>
                  <a:lnTo>
                    <a:pt x="33" y="421"/>
                  </a:lnTo>
                  <a:cubicBezTo>
                    <a:pt x="33" y="389"/>
                    <a:pt x="17" y="352"/>
                    <a:pt x="17" y="3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2234046" y="501091"/>
              <a:ext cx="16985" cy="8542"/>
            </a:xfrm>
            <a:custGeom>
              <a:rect b="b" l="l" r="r" t="t"/>
              <a:pathLst>
                <a:path extrusionOk="0" h="86" w="171">
                  <a:moveTo>
                    <a:pt x="170" y="1"/>
                  </a:moveTo>
                  <a:cubicBezTo>
                    <a:pt x="134" y="1"/>
                    <a:pt x="102" y="17"/>
                    <a:pt x="85" y="33"/>
                  </a:cubicBezTo>
                  <a:cubicBezTo>
                    <a:pt x="69" y="33"/>
                    <a:pt x="69" y="53"/>
                    <a:pt x="53" y="53"/>
                  </a:cubicBezTo>
                  <a:cubicBezTo>
                    <a:pt x="33" y="70"/>
                    <a:pt x="17" y="70"/>
                    <a:pt x="1" y="70"/>
                  </a:cubicBezTo>
                  <a:lnTo>
                    <a:pt x="1" y="86"/>
                  </a:lnTo>
                  <a:cubicBezTo>
                    <a:pt x="17" y="86"/>
                    <a:pt x="33" y="70"/>
                    <a:pt x="53" y="70"/>
                  </a:cubicBezTo>
                  <a:cubicBezTo>
                    <a:pt x="69" y="53"/>
                    <a:pt x="85" y="53"/>
                    <a:pt x="85" y="53"/>
                  </a:cubicBezTo>
                  <a:cubicBezTo>
                    <a:pt x="118" y="17"/>
                    <a:pt x="134" y="17"/>
                    <a:pt x="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1719245" y="482716"/>
              <a:ext cx="14998" cy="11720"/>
            </a:xfrm>
            <a:custGeom>
              <a:rect b="b" l="l" r="r" t="t"/>
              <a:pathLst>
                <a:path extrusionOk="0" h="118" w="151">
                  <a:moveTo>
                    <a:pt x="1" y="117"/>
                  </a:moveTo>
                  <a:lnTo>
                    <a:pt x="1" y="117"/>
                  </a:lnTo>
                  <a:lnTo>
                    <a:pt x="1" y="117"/>
                  </a:lnTo>
                  <a:lnTo>
                    <a:pt x="150" y="0"/>
                  </a:lnTo>
                  <a:lnTo>
                    <a:pt x="150" y="0"/>
                  </a:lnTo>
                  <a:lnTo>
                    <a:pt x="1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1667496" y="813666"/>
              <a:ext cx="65058" cy="37048"/>
            </a:xfrm>
            <a:custGeom>
              <a:rect b="b" l="l" r="r" t="t"/>
              <a:pathLst>
                <a:path extrusionOk="0" h="373" w="655">
                  <a:moveTo>
                    <a:pt x="655" y="1"/>
                  </a:moveTo>
                  <a:cubicBezTo>
                    <a:pt x="639" y="1"/>
                    <a:pt x="623" y="1"/>
                    <a:pt x="606" y="17"/>
                  </a:cubicBezTo>
                  <a:lnTo>
                    <a:pt x="639" y="17"/>
                  </a:lnTo>
                  <a:lnTo>
                    <a:pt x="655" y="1"/>
                  </a:lnTo>
                  <a:close/>
                  <a:moveTo>
                    <a:pt x="606" y="17"/>
                  </a:moveTo>
                  <a:cubicBezTo>
                    <a:pt x="554" y="37"/>
                    <a:pt x="522" y="53"/>
                    <a:pt x="485" y="86"/>
                  </a:cubicBezTo>
                  <a:cubicBezTo>
                    <a:pt x="384" y="138"/>
                    <a:pt x="303" y="187"/>
                    <a:pt x="203" y="239"/>
                  </a:cubicBezTo>
                  <a:cubicBezTo>
                    <a:pt x="182" y="255"/>
                    <a:pt x="166" y="272"/>
                    <a:pt x="134" y="288"/>
                  </a:cubicBezTo>
                  <a:cubicBezTo>
                    <a:pt x="102" y="304"/>
                    <a:pt x="49" y="340"/>
                    <a:pt x="1" y="356"/>
                  </a:cubicBezTo>
                  <a:lnTo>
                    <a:pt x="1" y="373"/>
                  </a:lnTo>
                  <a:lnTo>
                    <a:pt x="17" y="373"/>
                  </a:lnTo>
                  <a:cubicBezTo>
                    <a:pt x="49" y="356"/>
                    <a:pt x="102" y="320"/>
                    <a:pt x="150" y="304"/>
                  </a:cubicBezTo>
                  <a:cubicBezTo>
                    <a:pt x="166" y="288"/>
                    <a:pt x="182" y="272"/>
                    <a:pt x="219" y="255"/>
                  </a:cubicBezTo>
                  <a:cubicBezTo>
                    <a:pt x="303" y="203"/>
                    <a:pt x="404" y="154"/>
                    <a:pt x="485" y="102"/>
                  </a:cubicBezTo>
                  <a:cubicBezTo>
                    <a:pt x="522" y="70"/>
                    <a:pt x="570" y="53"/>
                    <a:pt x="606"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2270995" y="538040"/>
              <a:ext cx="3278" cy="14998"/>
            </a:xfrm>
            <a:custGeom>
              <a:rect b="b" l="l" r="r" t="t"/>
              <a:pathLst>
                <a:path extrusionOk="0" h="151" w="33">
                  <a:moveTo>
                    <a:pt x="0" y="1"/>
                  </a:moveTo>
                  <a:lnTo>
                    <a:pt x="0" y="17"/>
                  </a:lnTo>
                  <a:lnTo>
                    <a:pt x="0" y="33"/>
                  </a:lnTo>
                  <a:lnTo>
                    <a:pt x="0" y="134"/>
                  </a:lnTo>
                  <a:lnTo>
                    <a:pt x="16" y="150"/>
                  </a:lnTo>
                  <a:lnTo>
                    <a:pt x="33" y="134"/>
                  </a:lnTo>
                  <a:lnTo>
                    <a:pt x="16" y="134"/>
                  </a:lnTo>
                  <a:cubicBezTo>
                    <a:pt x="0" y="102"/>
                    <a:pt x="16" y="65"/>
                    <a:pt x="16" y="33"/>
                  </a:cubicBezTo>
                  <a:lnTo>
                    <a:pt x="16" y="17"/>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2270995" y="556514"/>
              <a:ext cx="3278" cy="14899"/>
            </a:xfrm>
            <a:custGeom>
              <a:rect b="b" l="l" r="r" t="t"/>
              <a:pathLst>
                <a:path extrusionOk="0" h="150" w="33">
                  <a:moveTo>
                    <a:pt x="16" y="0"/>
                  </a:moveTo>
                  <a:cubicBezTo>
                    <a:pt x="0" y="17"/>
                    <a:pt x="0" y="17"/>
                    <a:pt x="0" y="33"/>
                  </a:cubicBezTo>
                  <a:cubicBezTo>
                    <a:pt x="16" y="49"/>
                    <a:pt x="16" y="65"/>
                    <a:pt x="16" y="65"/>
                  </a:cubicBezTo>
                  <a:lnTo>
                    <a:pt x="16" y="33"/>
                  </a:lnTo>
                  <a:lnTo>
                    <a:pt x="16" y="17"/>
                  </a:lnTo>
                  <a:lnTo>
                    <a:pt x="33" y="17"/>
                  </a:lnTo>
                  <a:lnTo>
                    <a:pt x="33" y="0"/>
                  </a:lnTo>
                  <a:close/>
                  <a:moveTo>
                    <a:pt x="16" y="65"/>
                  </a:moveTo>
                  <a:lnTo>
                    <a:pt x="16" y="134"/>
                  </a:lnTo>
                  <a:lnTo>
                    <a:pt x="16" y="150"/>
                  </a:lnTo>
                  <a:lnTo>
                    <a:pt x="33" y="150"/>
                  </a:lnTo>
                  <a:lnTo>
                    <a:pt x="33" y="134"/>
                  </a:lnTo>
                  <a:cubicBezTo>
                    <a:pt x="16" y="118"/>
                    <a:pt x="16" y="101"/>
                    <a:pt x="16"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1734143" y="875447"/>
              <a:ext cx="77076" cy="62376"/>
            </a:xfrm>
            <a:custGeom>
              <a:rect b="b" l="l" r="r" t="t"/>
              <a:pathLst>
                <a:path extrusionOk="0" h="628" w="776">
                  <a:moveTo>
                    <a:pt x="776" y="1"/>
                  </a:moveTo>
                  <a:lnTo>
                    <a:pt x="776" y="1"/>
                  </a:lnTo>
                  <a:cubicBezTo>
                    <a:pt x="760" y="21"/>
                    <a:pt x="743" y="21"/>
                    <a:pt x="723" y="21"/>
                  </a:cubicBezTo>
                  <a:lnTo>
                    <a:pt x="707" y="37"/>
                  </a:lnTo>
                  <a:lnTo>
                    <a:pt x="743" y="37"/>
                  </a:lnTo>
                  <a:cubicBezTo>
                    <a:pt x="760" y="37"/>
                    <a:pt x="776" y="21"/>
                    <a:pt x="776" y="1"/>
                  </a:cubicBezTo>
                  <a:close/>
                  <a:moveTo>
                    <a:pt x="707" y="37"/>
                  </a:moveTo>
                  <a:lnTo>
                    <a:pt x="707" y="37"/>
                  </a:lnTo>
                  <a:cubicBezTo>
                    <a:pt x="675" y="53"/>
                    <a:pt x="622" y="70"/>
                    <a:pt x="590" y="102"/>
                  </a:cubicBezTo>
                  <a:cubicBezTo>
                    <a:pt x="622" y="86"/>
                    <a:pt x="675" y="70"/>
                    <a:pt x="707" y="37"/>
                  </a:cubicBezTo>
                  <a:close/>
                  <a:moveTo>
                    <a:pt x="590" y="102"/>
                  </a:moveTo>
                  <a:lnTo>
                    <a:pt x="590" y="102"/>
                  </a:lnTo>
                  <a:cubicBezTo>
                    <a:pt x="541" y="122"/>
                    <a:pt x="489" y="154"/>
                    <a:pt x="440" y="171"/>
                  </a:cubicBezTo>
                  <a:cubicBezTo>
                    <a:pt x="372" y="203"/>
                    <a:pt x="287" y="239"/>
                    <a:pt x="218" y="272"/>
                  </a:cubicBezTo>
                  <a:cubicBezTo>
                    <a:pt x="170" y="304"/>
                    <a:pt x="117" y="324"/>
                    <a:pt x="85" y="356"/>
                  </a:cubicBezTo>
                  <a:cubicBezTo>
                    <a:pt x="137" y="340"/>
                    <a:pt x="186" y="324"/>
                    <a:pt x="238" y="288"/>
                  </a:cubicBezTo>
                  <a:cubicBezTo>
                    <a:pt x="303" y="255"/>
                    <a:pt x="372" y="223"/>
                    <a:pt x="440" y="187"/>
                  </a:cubicBezTo>
                  <a:cubicBezTo>
                    <a:pt x="489" y="154"/>
                    <a:pt x="541" y="138"/>
                    <a:pt x="590" y="102"/>
                  </a:cubicBezTo>
                  <a:close/>
                  <a:moveTo>
                    <a:pt x="85" y="356"/>
                  </a:moveTo>
                  <a:cubicBezTo>
                    <a:pt x="69" y="356"/>
                    <a:pt x="69" y="356"/>
                    <a:pt x="53" y="373"/>
                  </a:cubicBezTo>
                  <a:lnTo>
                    <a:pt x="36" y="373"/>
                  </a:lnTo>
                  <a:cubicBezTo>
                    <a:pt x="16" y="389"/>
                    <a:pt x="0" y="405"/>
                    <a:pt x="0" y="425"/>
                  </a:cubicBezTo>
                  <a:lnTo>
                    <a:pt x="0" y="591"/>
                  </a:lnTo>
                  <a:lnTo>
                    <a:pt x="0" y="627"/>
                  </a:lnTo>
                  <a:lnTo>
                    <a:pt x="16" y="627"/>
                  </a:lnTo>
                  <a:cubicBezTo>
                    <a:pt x="16" y="607"/>
                    <a:pt x="0" y="591"/>
                    <a:pt x="16" y="591"/>
                  </a:cubicBezTo>
                  <a:lnTo>
                    <a:pt x="16" y="425"/>
                  </a:lnTo>
                  <a:cubicBezTo>
                    <a:pt x="16" y="405"/>
                    <a:pt x="16" y="389"/>
                    <a:pt x="36" y="389"/>
                  </a:cubicBezTo>
                  <a:cubicBezTo>
                    <a:pt x="53" y="389"/>
                    <a:pt x="53" y="389"/>
                    <a:pt x="69" y="373"/>
                  </a:cubicBezTo>
                  <a:lnTo>
                    <a:pt x="85" y="35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315890" y="591377"/>
              <a:ext cx="55523" cy="18574"/>
            </a:xfrm>
            <a:custGeom>
              <a:rect b="b" l="l" r="r" t="t"/>
              <a:pathLst>
                <a:path extrusionOk="0" h="187" w="559">
                  <a:moveTo>
                    <a:pt x="558" y="187"/>
                  </a:moveTo>
                  <a:lnTo>
                    <a:pt x="558" y="187"/>
                  </a:lnTo>
                  <a:lnTo>
                    <a:pt x="1" y="1"/>
                  </a:lnTo>
                  <a:lnTo>
                    <a:pt x="1" y="1"/>
                  </a:lnTo>
                  <a:lnTo>
                    <a:pt x="1" y="1"/>
                  </a:lnTo>
                  <a:lnTo>
                    <a:pt x="558" y="18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239310" y="581345"/>
              <a:ext cx="18077" cy="8542"/>
            </a:xfrm>
            <a:custGeom>
              <a:rect b="b" l="l" r="r" t="t"/>
              <a:pathLst>
                <a:path extrusionOk="0" h="86" w="182">
                  <a:moveTo>
                    <a:pt x="166" y="1"/>
                  </a:moveTo>
                  <a:cubicBezTo>
                    <a:pt x="150" y="1"/>
                    <a:pt x="117" y="17"/>
                    <a:pt x="101" y="17"/>
                  </a:cubicBezTo>
                  <a:cubicBezTo>
                    <a:pt x="101" y="33"/>
                    <a:pt x="81" y="33"/>
                    <a:pt x="81" y="33"/>
                  </a:cubicBezTo>
                  <a:lnTo>
                    <a:pt x="65" y="53"/>
                  </a:lnTo>
                  <a:cubicBezTo>
                    <a:pt x="32" y="70"/>
                    <a:pt x="16" y="70"/>
                    <a:pt x="0" y="86"/>
                  </a:cubicBezTo>
                  <a:cubicBezTo>
                    <a:pt x="32" y="86"/>
                    <a:pt x="49" y="70"/>
                    <a:pt x="65" y="70"/>
                  </a:cubicBezTo>
                  <a:cubicBezTo>
                    <a:pt x="65" y="53"/>
                    <a:pt x="81" y="53"/>
                    <a:pt x="81" y="53"/>
                  </a:cubicBezTo>
                  <a:cubicBezTo>
                    <a:pt x="101" y="53"/>
                    <a:pt x="101" y="33"/>
                    <a:pt x="117" y="33"/>
                  </a:cubicBezTo>
                  <a:cubicBezTo>
                    <a:pt x="133" y="17"/>
                    <a:pt x="150" y="17"/>
                    <a:pt x="166" y="17"/>
                  </a:cubicBezTo>
                  <a:lnTo>
                    <a:pt x="1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285794" y="446164"/>
              <a:ext cx="60290" cy="24931"/>
            </a:xfrm>
            <a:custGeom>
              <a:rect b="b" l="l" r="r" t="t"/>
              <a:pathLst>
                <a:path extrusionOk="0" h="251" w="607">
                  <a:moveTo>
                    <a:pt x="1" y="1"/>
                  </a:moveTo>
                  <a:lnTo>
                    <a:pt x="1" y="17"/>
                  </a:lnTo>
                  <a:cubicBezTo>
                    <a:pt x="69" y="49"/>
                    <a:pt x="138" y="65"/>
                    <a:pt x="219" y="102"/>
                  </a:cubicBezTo>
                  <a:cubicBezTo>
                    <a:pt x="271" y="118"/>
                    <a:pt x="304" y="134"/>
                    <a:pt x="356" y="150"/>
                  </a:cubicBezTo>
                  <a:cubicBezTo>
                    <a:pt x="320" y="134"/>
                    <a:pt x="271" y="102"/>
                    <a:pt x="219" y="81"/>
                  </a:cubicBezTo>
                  <a:cubicBezTo>
                    <a:pt x="138" y="65"/>
                    <a:pt x="69" y="33"/>
                    <a:pt x="1" y="1"/>
                  </a:cubicBezTo>
                  <a:close/>
                  <a:moveTo>
                    <a:pt x="356" y="150"/>
                  </a:moveTo>
                  <a:lnTo>
                    <a:pt x="356" y="150"/>
                  </a:lnTo>
                  <a:cubicBezTo>
                    <a:pt x="421" y="182"/>
                    <a:pt x="489" y="203"/>
                    <a:pt x="558" y="235"/>
                  </a:cubicBezTo>
                  <a:lnTo>
                    <a:pt x="574" y="235"/>
                  </a:lnTo>
                  <a:cubicBezTo>
                    <a:pt x="590" y="235"/>
                    <a:pt x="590" y="251"/>
                    <a:pt x="607" y="251"/>
                  </a:cubicBezTo>
                  <a:lnTo>
                    <a:pt x="607" y="235"/>
                  </a:lnTo>
                  <a:lnTo>
                    <a:pt x="590" y="235"/>
                  </a:lnTo>
                  <a:cubicBezTo>
                    <a:pt x="574" y="219"/>
                    <a:pt x="574" y="219"/>
                    <a:pt x="558" y="219"/>
                  </a:cubicBezTo>
                  <a:cubicBezTo>
                    <a:pt x="489" y="203"/>
                    <a:pt x="421" y="166"/>
                    <a:pt x="356" y="1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1690738" y="496323"/>
              <a:ext cx="43504" cy="31784"/>
            </a:xfrm>
            <a:custGeom>
              <a:rect b="b" l="l" r="r" t="t"/>
              <a:pathLst>
                <a:path extrusionOk="0" h="320" w="438">
                  <a:moveTo>
                    <a:pt x="421" y="0"/>
                  </a:moveTo>
                  <a:lnTo>
                    <a:pt x="1" y="320"/>
                  </a:lnTo>
                  <a:lnTo>
                    <a:pt x="4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369625" y="680074"/>
              <a:ext cx="8145" cy="3278"/>
            </a:xfrm>
            <a:custGeom>
              <a:rect b="b" l="l" r="r" t="t"/>
              <a:pathLst>
                <a:path extrusionOk="0" h="33" w="82">
                  <a:moveTo>
                    <a:pt x="1" y="1"/>
                  </a:moveTo>
                  <a:lnTo>
                    <a:pt x="1" y="17"/>
                  </a:lnTo>
                  <a:cubicBezTo>
                    <a:pt x="17" y="17"/>
                    <a:pt x="33" y="17"/>
                    <a:pt x="49" y="33"/>
                  </a:cubicBezTo>
                  <a:lnTo>
                    <a:pt x="82" y="33"/>
                  </a:lnTo>
                  <a:lnTo>
                    <a:pt x="82" y="17"/>
                  </a:lnTo>
                  <a:lnTo>
                    <a:pt x="49" y="17"/>
                  </a:lnTo>
                  <a:cubicBezTo>
                    <a:pt x="33"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476399" y="936134"/>
              <a:ext cx="175805" cy="44994"/>
            </a:xfrm>
            <a:custGeom>
              <a:rect b="b" l="l" r="r" t="t"/>
              <a:pathLst>
                <a:path extrusionOk="0" h="453" w="1770">
                  <a:moveTo>
                    <a:pt x="42" y="1"/>
                  </a:moveTo>
                  <a:cubicBezTo>
                    <a:pt x="32" y="1"/>
                    <a:pt x="19" y="6"/>
                    <a:pt x="0" y="16"/>
                  </a:cubicBezTo>
                  <a:cubicBezTo>
                    <a:pt x="37" y="16"/>
                    <a:pt x="53" y="16"/>
                    <a:pt x="69" y="32"/>
                  </a:cubicBezTo>
                  <a:cubicBezTo>
                    <a:pt x="85" y="32"/>
                    <a:pt x="101" y="48"/>
                    <a:pt x="118" y="48"/>
                  </a:cubicBezTo>
                  <a:lnTo>
                    <a:pt x="154" y="48"/>
                  </a:lnTo>
                  <a:cubicBezTo>
                    <a:pt x="287" y="81"/>
                    <a:pt x="388" y="117"/>
                    <a:pt x="489" y="133"/>
                  </a:cubicBezTo>
                  <a:cubicBezTo>
                    <a:pt x="590" y="166"/>
                    <a:pt x="675" y="182"/>
                    <a:pt x="760" y="218"/>
                  </a:cubicBezTo>
                  <a:cubicBezTo>
                    <a:pt x="825" y="234"/>
                    <a:pt x="877" y="250"/>
                    <a:pt x="926" y="267"/>
                  </a:cubicBezTo>
                  <a:cubicBezTo>
                    <a:pt x="962" y="267"/>
                    <a:pt x="994" y="267"/>
                    <a:pt x="1027" y="283"/>
                  </a:cubicBezTo>
                  <a:cubicBezTo>
                    <a:pt x="1063" y="283"/>
                    <a:pt x="1111" y="299"/>
                    <a:pt x="1164" y="319"/>
                  </a:cubicBezTo>
                  <a:cubicBezTo>
                    <a:pt x="1196" y="335"/>
                    <a:pt x="1229" y="335"/>
                    <a:pt x="1281" y="351"/>
                  </a:cubicBezTo>
                  <a:cubicBezTo>
                    <a:pt x="1313" y="351"/>
                    <a:pt x="1350" y="368"/>
                    <a:pt x="1382" y="384"/>
                  </a:cubicBezTo>
                  <a:cubicBezTo>
                    <a:pt x="1451" y="400"/>
                    <a:pt x="1499" y="420"/>
                    <a:pt x="1568" y="420"/>
                  </a:cubicBezTo>
                  <a:cubicBezTo>
                    <a:pt x="1515" y="400"/>
                    <a:pt x="1451" y="384"/>
                    <a:pt x="1382" y="368"/>
                  </a:cubicBezTo>
                  <a:cubicBezTo>
                    <a:pt x="1350" y="351"/>
                    <a:pt x="1313" y="351"/>
                    <a:pt x="1281" y="335"/>
                  </a:cubicBezTo>
                  <a:cubicBezTo>
                    <a:pt x="1249" y="335"/>
                    <a:pt x="1196" y="319"/>
                    <a:pt x="1164" y="299"/>
                  </a:cubicBezTo>
                  <a:cubicBezTo>
                    <a:pt x="1111" y="283"/>
                    <a:pt x="1079" y="283"/>
                    <a:pt x="1027" y="267"/>
                  </a:cubicBezTo>
                  <a:cubicBezTo>
                    <a:pt x="994" y="267"/>
                    <a:pt x="962" y="250"/>
                    <a:pt x="946" y="250"/>
                  </a:cubicBezTo>
                  <a:cubicBezTo>
                    <a:pt x="877" y="234"/>
                    <a:pt x="825" y="218"/>
                    <a:pt x="776" y="198"/>
                  </a:cubicBezTo>
                  <a:cubicBezTo>
                    <a:pt x="675" y="182"/>
                    <a:pt x="590" y="149"/>
                    <a:pt x="505" y="133"/>
                  </a:cubicBezTo>
                  <a:cubicBezTo>
                    <a:pt x="404" y="97"/>
                    <a:pt x="287" y="65"/>
                    <a:pt x="154" y="32"/>
                  </a:cubicBezTo>
                  <a:lnTo>
                    <a:pt x="118" y="32"/>
                  </a:lnTo>
                  <a:cubicBezTo>
                    <a:pt x="101" y="32"/>
                    <a:pt x="85" y="32"/>
                    <a:pt x="69" y="16"/>
                  </a:cubicBezTo>
                  <a:cubicBezTo>
                    <a:pt x="61" y="6"/>
                    <a:pt x="53" y="1"/>
                    <a:pt x="42" y="1"/>
                  </a:cubicBezTo>
                  <a:close/>
                  <a:moveTo>
                    <a:pt x="1568" y="420"/>
                  </a:moveTo>
                  <a:cubicBezTo>
                    <a:pt x="1584" y="436"/>
                    <a:pt x="1600" y="436"/>
                    <a:pt x="1616" y="436"/>
                  </a:cubicBezTo>
                  <a:cubicBezTo>
                    <a:pt x="1669" y="452"/>
                    <a:pt x="1717" y="452"/>
                    <a:pt x="1754" y="452"/>
                  </a:cubicBezTo>
                  <a:lnTo>
                    <a:pt x="1770" y="452"/>
                  </a:lnTo>
                  <a:cubicBezTo>
                    <a:pt x="1717" y="452"/>
                    <a:pt x="1669" y="436"/>
                    <a:pt x="1616" y="4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281027" y="706991"/>
              <a:ext cx="3278" cy="8145"/>
            </a:xfrm>
            <a:custGeom>
              <a:rect b="b" l="l" r="r" t="t"/>
              <a:pathLst>
                <a:path extrusionOk="0" h="82" w="33">
                  <a:moveTo>
                    <a:pt x="0" y="0"/>
                  </a:moveTo>
                  <a:lnTo>
                    <a:pt x="0" y="49"/>
                  </a:lnTo>
                  <a:lnTo>
                    <a:pt x="0" y="65"/>
                  </a:lnTo>
                  <a:lnTo>
                    <a:pt x="16" y="81"/>
                  </a:lnTo>
                  <a:lnTo>
                    <a:pt x="32" y="81"/>
                  </a:lnTo>
                  <a:lnTo>
                    <a:pt x="32" y="65"/>
                  </a:lnTo>
                  <a:lnTo>
                    <a:pt x="16" y="65"/>
                  </a:lnTo>
                  <a:lnTo>
                    <a:pt x="16" y="49"/>
                  </a:lnTo>
                  <a:cubicBezTo>
                    <a:pt x="16" y="33"/>
                    <a:pt x="0" y="16"/>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315890" y="372365"/>
              <a:ext cx="18574" cy="8542"/>
            </a:xfrm>
            <a:custGeom>
              <a:rect b="b" l="l" r="r" t="t"/>
              <a:pathLst>
                <a:path extrusionOk="0" h="86" w="187">
                  <a:moveTo>
                    <a:pt x="17" y="0"/>
                  </a:moveTo>
                  <a:lnTo>
                    <a:pt x="1" y="16"/>
                  </a:lnTo>
                  <a:lnTo>
                    <a:pt x="17" y="16"/>
                  </a:lnTo>
                  <a:cubicBezTo>
                    <a:pt x="69" y="37"/>
                    <a:pt x="118" y="69"/>
                    <a:pt x="186" y="85"/>
                  </a:cubicBezTo>
                  <a:lnTo>
                    <a:pt x="186" y="69"/>
                  </a:lnTo>
                  <a:cubicBezTo>
                    <a:pt x="138" y="53"/>
                    <a:pt x="69" y="37"/>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1662331" y="787246"/>
              <a:ext cx="70223" cy="40227"/>
            </a:xfrm>
            <a:custGeom>
              <a:rect b="b" l="l" r="r" t="t"/>
              <a:pathLst>
                <a:path extrusionOk="0" h="405" w="707">
                  <a:moveTo>
                    <a:pt x="707" y="0"/>
                  </a:moveTo>
                  <a:cubicBezTo>
                    <a:pt x="675" y="0"/>
                    <a:pt x="658" y="16"/>
                    <a:pt x="638" y="33"/>
                  </a:cubicBezTo>
                  <a:cubicBezTo>
                    <a:pt x="658" y="33"/>
                    <a:pt x="675" y="16"/>
                    <a:pt x="707" y="16"/>
                  </a:cubicBezTo>
                  <a:lnTo>
                    <a:pt x="707" y="0"/>
                  </a:lnTo>
                  <a:close/>
                  <a:moveTo>
                    <a:pt x="638" y="33"/>
                  </a:moveTo>
                  <a:cubicBezTo>
                    <a:pt x="622" y="33"/>
                    <a:pt x="622" y="33"/>
                    <a:pt x="606" y="49"/>
                  </a:cubicBezTo>
                  <a:cubicBezTo>
                    <a:pt x="505" y="101"/>
                    <a:pt x="404" y="166"/>
                    <a:pt x="287" y="235"/>
                  </a:cubicBezTo>
                  <a:cubicBezTo>
                    <a:pt x="218" y="267"/>
                    <a:pt x="154" y="319"/>
                    <a:pt x="69" y="352"/>
                  </a:cubicBezTo>
                  <a:lnTo>
                    <a:pt x="69" y="368"/>
                  </a:lnTo>
                  <a:cubicBezTo>
                    <a:pt x="53" y="368"/>
                    <a:pt x="32" y="384"/>
                    <a:pt x="16" y="384"/>
                  </a:cubicBezTo>
                  <a:lnTo>
                    <a:pt x="0" y="384"/>
                  </a:lnTo>
                  <a:lnTo>
                    <a:pt x="16" y="404"/>
                  </a:lnTo>
                  <a:cubicBezTo>
                    <a:pt x="32" y="404"/>
                    <a:pt x="53" y="384"/>
                    <a:pt x="69" y="384"/>
                  </a:cubicBezTo>
                  <a:lnTo>
                    <a:pt x="85" y="368"/>
                  </a:lnTo>
                  <a:cubicBezTo>
                    <a:pt x="154" y="336"/>
                    <a:pt x="218" y="283"/>
                    <a:pt x="303" y="235"/>
                  </a:cubicBezTo>
                  <a:cubicBezTo>
                    <a:pt x="404" y="182"/>
                    <a:pt x="505" y="117"/>
                    <a:pt x="622" y="49"/>
                  </a:cubicBezTo>
                  <a:cubicBezTo>
                    <a:pt x="622" y="49"/>
                    <a:pt x="638" y="49"/>
                    <a:pt x="638"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1669085" y="755164"/>
              <a:ext cx="63469" cy="36949"/>
            </a:xfrm>
            <a:custGeom>
              <a:rect b="b" l="l" r="r" t="t"/>
              <a:pathLst>
                <a:path extrusionOk="0" h="372" w="639">
                  <a:moveTo>
                    <a:pt x="639" y="0"/>
                  </a:moveTo>
                  <a:cubicBezTo>
                    <a:pt x="623" y="0"/>
                    <a:pt x="590" y="0"/>
                    <a:pt x="570" y="20"/>
                  </a:cubicBezTo>
                  <a:cubicBezTo>
                    <a:pt x="437" y="101"/>
                    <a:pt x="304" y="170"/>
                    <a:pt x="187" y="255"/>
                  </a:cubicBezTo>
                  <a:cubicBezTo>
                    <a:pt x="134" y="271"/>
                    <a:pt x="102" y="303"/>
                    <a:pt x="49" y="339"/>
                  </a:cubicBezTo>
                  <a:cubicBezTo>
                    <a:pt x="33" y="339"/>
                    <a:pt x="33" y="339"/>
                    <a:pt x="17" y="356"/>
                  </a:cubicBezTo>
                  <a:lnTo>
                    <a:pt x="1" y="356"/>
                  </a:lnTo>
                  <a:lnTo>
                    <a:pt x="1" y="372"/>
                  </a:lnTo>
                  <a:lnTo>
                    <a:pt x="17" y="372"/>
                  </a:lnTo>
                  <a:lnTo>
                    <a:pt x="33" y="356"/>
                  </a:lnTo>
                  <a:cubicBezTo>
                    <a:pt x="33" y="356"/>
                    <a:pt x="49" y="356"/>
                    <a:pt x="65" y="339"/>
                  </a:cubicBezTo>
                  <a:cubicBezTo>
                    <a:pt x="102" y="323"/>
                    <a:pt x="150" y="287"/>
                    <a:pt x="203" y="255"/>
                  </a:cubicBezTo>
                  <a:cubicBezTo>
                    <a:pt x="320" y="186"/>
                    <a:pt x="437" y="121"/>
                    <a:pt x="570" y="36"/>
                  </a:cubicBezTo>
                  <a:lnTo>
                    <a:pt x="590" y="36"/>
                  </a:lnTo>
                  <a:cubicBezTo>
                    <a:pt x="607" y="20"/>
                    <a:pt x="623" y="0"/>
                    <a:pt x="6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2190740" y="937723"/>
              <a:ext cx="3278" cy="43405"/>
            </a:xfrm>
            <a:custGeom>
              <a:rect b="b" l="l" r="r" t="t"/>
              <a:pathLst>
                <a:path extrusionOk="0" h="437" w="33">
                  <a:moveTo>
                    <a:pt x="16" y="0"/>
                  </a:moveTo>
                  <a:lnTo>
                    <a:pt x="0" y="16"/>
                  </a:lnTo>
                  <a:lnTo>
                    <a:pt x="16" y="16"/>
                  </a:lnTo>
                  <a:lnTo>
                    <a:pt x="16" y="0"/>
                  </a:lnTo>
                  <a:close/>
                  <a:moveTo>
                    <a:pt x="16" y="16"/>
                  </a:moveTo>
                  <a:cubicBezTo>
                    <a:pt x="0" y="81"/>
                    <a:pt x="16" y="166"/>
                    <a:pt x="16" y="234"/>
                  </a:cubicBezTo>
                  <a:lnTo>
                    <a:pt x="16" y="420"/>
                  </a:lnTo>
                  <a:lnTo>
                    <a:pt x="33" y="436"/>
                  </a:lnTo>
                  <a:lnTo>
                    <a:pt x="33" y="420"/>
                  </a:lnTo>
                  <a:lnTo>
                    <a:pt x="33" y="234"/>
                  </a:lnTo>
                  <a:cubicBezTo>
                    <a:pt x="16" y="166"/>
                    <a:pt x="16" y="81"/>
                    <a:pt x="16"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1679117" y="740265"/>
              <a:ext cx="55125" cy="33373"/>
            </a:xfrm>
            <a:custGeom>
              <a:rect b="b" l="l" r="r" t="t"/>
              <a:pathLst>
                <a:path extrusionOk="0" h="336" w="555">
                  <a:moveTo>
                    <a:pt x="554" y="1"/>
                  </a:moveTo>
                  <a:cubicBezTo>
                    <a:pt x="538" y="1"/>
                    <a:pt x="522" y="1"/>
                    <a:pt x="506" y="17"/>
                  </a:cubicBezTo>
                  <a:cubicBezTo>
                    <a:pt x="453" y="49"/>
                    <a:pt x="388" y="102"/>
                    <a:pt x="320" y="134"/>
                  </a:cubicBezTo>
                  <a:cubicBezTo>
                    <a:pt x="287" y="150"/>
                    <a:pt x="251" y="170"/>
                    <a:pt x="219" y="203"/>
                  </a:cubicBezTo>
                  <a:cubicBezTo>
                    <a:pt x="251" y="186"/>
                    <a:pt x="287" y="170"/>
                    <a:pt x="336" y="150"/>
                  </a:cubicBezTo>
                  <a:cubicBezTo>
                    <a:pt x="388" y="102"/>
                    <a:pt x="453" y="69"/>
                    <a:pt x="522" y="33"/>
                  </a:cubicBezTo>
                  <a:cubicBezTo>
                    <a:pt x="522" y="17"/>
                    <a:pt x="538" y="17"/>
                    <a:pt x="554" y="17"/>
                  </a:cubicBezTo>
                  <a:lnTo>
                    <a:pt x="554" y="1"/>
                  </a:lnTo>
                  <a:close/>
                  <a:moveTo>
                    <a:pt x="219" y="203"/>
                  </a:moveTo>
                  <a:cubicBezTo>
                    <a:pt x="203" y="203"/>
                    <a:pt x="166" y="219"/>
                    <a:pt x="150" y="235"/>
                  </a:cubicBezTo>
                  <a:cubicBezTo>
                    <a:pt x="102" y="271"/>
                    <a:pt x="49" y="304"/>
                    <a:pt x="1" y="320"/>
                  </a:cubicBezTo>
                  <a:lnTo>
                    <a:pt x="1" y="336"/>
                  </a:lnTo>
                  <a:lnTo>
                    <a:pt x="17" y="336"/>
                  </a:lnTo>
                  <a:cubicBezTo>
                    <a:pt x="65" y="304"/>
                    <a:pt x="118" y="287"/>
                    <a:pt x="166" y="251"/>
                  </a:cubicBezTo>
                  <a:cubicBezTo>
                    <a:pt x="186" y="235"/>
                    <a:pt x="203" y="219"/>
                    <a:pt x="219"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2342807" y="382397"/>
              <a:ext cx="21752" cy="70322"/>
            </a:xfrm>
            <a:custGeom>
              <a:rect b="b" l="l" r="r" t="t"/>
              <a:pathLst>
                <a:path extrusionOk="0" h="708" w="219">
                  <a:moveTo>
                    <a:pt x="0" y="0"/>
                  </a:moveTo>
                  <a:lnTo>
                    <a:pt x="0" y="16"/>
                  </a:lnTo>
                  <a:cubicBezTo>
                    <a:pt x="16" y="16"/>
                    <a:pt x="33" y="37"/>
                    <a:pt x="49" y="37"/>
                  </a:cubicBezTo>
                  <a:cubicBezTo>
                    <a:pt x="69" y="37"/>
                    <a:pt x="69" y="53"/>
                    <a:pt x="85" y="53"/>
                  </a:cubicBezTo>
                  <a:cubicBezTo>
                    <a:pt x="101" y="53"/>
                    <a:pt x="117" y="69"/>
                    <a:pt x="117" y="69"/>
                  </a:cubicBezTo>
                  <a:cubicBezTo>
                    <a:pt x="134" y="69"/>
                    <a:pt x="150" y="69"/>
                    <a:pt x="150" y="101"/>
                  </a:cubicBezTo>
                  <a:lnTo>
                    <a:pt x="150" y="170"/>
                  </a:lnTo>
                  <a:cubicBezTo>
                    <a:pt x="150" y="186"/>
                    <a:pt x="150" y="202"/>
                    <a:pt x="170" y="218"/>
                  </a:cubicBezTo>
                  <a:lnTo>
                    <a:pt x="170" y="170"/>
                  </a:lnTo>
                  <a:lnTo>
                    <a:pt x="170" y="101"/>
                  </a:lnTo>
                  <a:cubicBezTo>
                    <a:pt x="170" y="69"/>
                    <a:pt x="150" y="53"/>
                    <a:pt x="117" y="53"/>
                  </a:cubicBezTo>
                  <a:cubicBezTo>
                    <a:pt x="117" y="53"/>
                    <a:pt x="101" y="53"/>
                    <a:pt x="101" y="37"/>
                  </a:cubicBezTo>
                  <a:lnTo>
                    <a:pt x="85" y="37"/>
                  </a:lnTo>
                  <a:cubicBezTo>
                    <a:pt x="69" y="37"/>
                    <a:pt x="69" y="37"/>
                    <a:pt x="49" y="16"/>
                  </a:cubicBezTo>
                  <a:cubicBezTo>
                    <a:pt x="33" y="16"/>
                    <a:pt x="16" y="16"/>
                    <a:pt x="0" y="0"/>
                  </a:cubicBezTo>
                  <a:close/>
                  <a:moveTo>
                    <a:pt x="170" y="239"/>
                  </a:moveTo>
                  <a:lnTo>
                    <a:pt x="170" y="303"/>
                  </a:lnTo>
                  <a:cubicBezTo>
                    <a:pt x="186" y="287"/>
                    <a:pt x="186" y="255"/>
                    <a:pt x="170" y="239"/>
                  </a:cubicBezTo>
                  <a:close/>
                  <a:moveTo>
                    <a:pt x="170" y="303"/>
                  </a:moveTo>
                  <a:cubicBezTo>
                    <a:pt x="150" y="319"/>
                    <a:pt x="170" y="319"/>
                    <a:pt x="170" y="340"/>
                  </a:cubicBezTo>
                  <a:lnTo>
                    <a:pt x="170" y="356"/>
                  </a:lnTo>
                  <a:lnTo>
                    <a:pt x="170" y="388"/>
                  </a:lnTo>
                  <a:cubicBezTo>
                    <a:pt x="186" y="404"/>
                    <a:pt x="186" y="420"/>
                    <a:pt x="170" y="441"/>
                  </a:cubicBezTo>
                  <a:lnTo>
                    <a:pt x="170" y="457"/>
                  </a:lnTo>
                  <a:cubicBezTo>
                    <a:pt x="186" y="457"/>
                    <a:pt x="186" y="473"/>
                    <a:pt x="186" y="505"/>
                  </a:cubicBezTo>
                  <a:lnTo>
                    <a:pt x="186" y="542"/>
                  </a:lnTo>
                  <a:cubicBezTo>
                    <a:pt x="202" y="558"/>
                    <a:pt x="202" y="590"/>
                    <a:pt x="186" y="622"/>
                  </a:cubicBezTo>
                  <a:cubicBezTo>
                    <a:pt x="186" y="643"/>
                    <a:pt x="202" y="643"/>
                    <a:pt x="202" y="659"/>
                  </a:cubicBezTo>
                  <a:lnTo>
                    <a:pt x="202" y="622"/>
                  </a:lnTo>
                  <a:lnTo>
                    <a:pt x="202" y="542"/>
                  </a:lnTo>
                  <a:lnTo>
                    <a:pt x="202" y="505"/>
                  </a:lnTo>
                  <a:cubicBezTo>
                    <a:pt x="202" y="473"/>
                    <a:pt x="202" y="457"/>
                    <a:pt x="186" y="441"/>
                  </a:cubicBezTo>
                  <a:lnTo>
                    <a:pt x="186" y="388"/>
                  </a:lnTo>
                  <a:lnTo>
                    <a:pt x="186" y="356"/>
                  </a:lnTo>
                  <a:lnTo>
                    <a:pt x="186" y="319"/>
                  </a:lnTo>
                  <a:cubicBezTo>
                    <a:pt x="170" y="319"/>
                    <a:pt x="170" y="319"/>
                    <a:pt x="170" y="303"/>
                  </a:cubicBezTo>
                  <a:close/>
                  <a:moveTo>
                    <a:pt x="202" y="659"/>
                  </a:moveTo>
                  <a:cubicBezTo>
                    <a:pt x="202" y="675"/>
                    <a:pt x="202" y="691"/>
                    <a:pt x="186" y="691"/>
                  </a:cubicBezTo>
                  <a:lnTo>
                    <a:pt x="202" y="707"/>
                  </a:lnTo>
                  <a:cubicBezTo>
                    <a:pt x="218" y="691"/>
                    <a:pt x="218" y="675"/>
                    <a:pt x="202" y="6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2456335" y="419247"/>
              <a:ext cx="3675" cy="33473"/>
            </a:xfrm>
            <a:custGeom>
              <a:rect b="b" l="l" r="r" t="t"/>
              <a:pathLst>
                <a:path extrusionOk="0" h="337" w="37">
                  <a:moveTo>
                    <a:pt x="1" y="1"/>
                  </a:moveTo>
                  <a:lnTo>
                    <a:pt x="1" y="33"/>
                  </a:lnTo>
                  <a:lnTo>
                    <a:pt x="1" y="70"/>
                  </a:lnTo>
                  <a:lnTo>
                    <a:pt x="1" y="171"/>
                  </a:lnTo>
                  <a:cubicBezTo>
                    <a:pt x="17" y="203"/>
                    <a:pt x="17" y="251"/>
                    <a:pt x="17" y="288"/>
                  </a:cubicBezTo>
                  <a:lnTo>
                    <a:pt x="17" y="320"/>
                  </a:lnTo>
                  <a:lnTo>
                    <a:pt x="37" y="336"/>
                  </a:lnTo>
                  <a:lnTo>
                    <a:pt x="37" y="320"/>
                  </a:lnTo>
                  <a:lnTo>
                    <a:pt x="37" y="288"/>
                  </a:lnTo>
                  <a:cubicBezTo>
                    <a:pt x="37" y="251"/>
                    <a:pt x="37" y="203"/>
                    <a:pt x="17" y="150"/>
                  </a:cubicBezTo>
                  <a:lnTo>
                    <a:pt x="17" y="49"/>
                  </a:lnTo>
                  <a:lnTo>
                    <a:pt x="17" y="33"/>
                  </a:lnTo>
                  <a:cubicBezTo>
                    <a:pt x="17" y="33"/>
                    <a:pt x="1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1679117" y="449342"/>
              <a:ext cx="60290" cy="45094"/>
            </a:xfrm>
            <a:custGeom>
              <a:rect b="b" l="l" r="r" t="t"/>
              <a:pathLst>
                <a:path extrusionOk="0" h="454" w="607">
                  <a:moveTo>
                    <a:pt x="607" y="1"/>
                  </a:moveTo>
                  <a:cubicBezTo>
                    <a:pt x="590" y="1"/>
                    <a:pt x="570" y="1"/>
                    <a:pt x="554" y="17"/>
                  </a:cubicBezTo>
                  <a:cubicBezTo>
                    <a:pt x="489" y="86"/>
                    <a:pt x="405" y="134"/>
                    <a:pt x="336" y="187"/>
                  </a:cubicBezTo>
                  <a:cubicBezTo>
                    <a:pt x="235" y="271"/>
                    <a:pt x="118" y="352"/>
                    <a:pt x="17" y="437"/>
                  </a:cubicBezTo>
                  <a:lnTo>
                    <a:pt x="1" y="453"/>
                  </a:lnTo>
                  <a:lnTo>
                    <a:pt x="17" y="453"/>
                  </a:lnTo>
                  <a:cubicBezTo>
                    <a:pt x="118" y="372"/>
                    <a:pt x="235" y="288"/>
                    <a:pt x="336" y="203"/>
                  </a:cubicBezTo>
                  <a:cubicBezTo>
                    <a:pt x="421" y="150"/>
                    <a:pt x="489" y="86"/>
                    <a:pt x="554" y="33"/>
                  </a:cubicBezTo>
                  <a:cubicBezTo>
                    <a:pt x="570" y="17"/>
                    <a:pt x="590" y="17"/>
                    <a:pt x="607" y="17"/>
                  </a:cubicBezTo>
                  <a:lnTo>
                    <a:pt x="6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660643" y="496323"/>
              <a:ext cx="14998" cy="379223"/>
            </a:xfrm>
            <a:custGeom>
              <a:rect b="b" l="l" r="r" t="t"/>
              <a:pathLst>
                <a:path extrusionOk="0" h="3818" w="151">
                  <a:moveTo>
                    <a:pt x="150" y="0"/>
                  </a:moveTo>
                  <a:cubicBezTo>
                    <a:pt x="118" y="17"/>
                    <a:pt x="118" y="33"/>
                    <a:pt x="118" y="49"/>
                  </a:cubicBezTo>
                  <a:lnTo>
                    <a:pt x="118" y="65"/>
                  </a:lnTo>
                  <a:cubicBezTo>
                    <a:pt x="118" y="118"/>
                    <a:pt x="134" y="150"/>
                    <a:pt x="118" y="202"/>
                  </a:cubicBezTo>
                  <a:lnTo>
                    <a:pt x="118" y="320"/>
                  </a:lnTo>
                  <a:cubicBezTo>
                    <a:pt x="118" y="368"/>
                    <a:pt x="118" y="421"/>
                    <a:pt x="102" y="469"/>
                  </a:cubicBezTo>
                  <a:lnTo>
                    <a:pt x="102" y="522"/>
                  </a:lnTo>
                  <a:lnTo>
                    <a:pt x="102" y="538"/>
                  </a:lnTo>
                  <a:cubicBezTo>
                    <a:pt x="118" y="554"/>
                    <a:pt x="102" y="586"/>
                    <a:pt x="102" y="623"/>
                  </a:cubicBezTo>
                  <a:lnTo>
                    <a:pt x="102" y="687"/>
                  </a:lnTo>
                  <a:lnTo>
                    <a:pt x="102" y="825"/>
                  </a:lnTo>
                  <a:lnTo>
                    <a:pt x="102" y="926"/>
                  </a:lnTo>
                  <a:lnTo>
                    <a:pt x="102" y="942"/>
                  </a:lnTo>
                  <a:lnTo>
                    <a:pt x="102" y="974"/>
                  </a:lnTo>
                  <a:cubicBezTo>
                    <a:pt x="102" y="990"/>
                    <a:pt x="86" y="1010"/>
                    <a:pt x="102" y="1027"/>
                  </a:cubicBezTo>
                  <a:lnTo>
                    <a:pt x="102" y="990"/>
                  </a:lnTo>
                  <a:cubicBezTo>
                    <a:pt x="118" y="974"/>
                    <a:pt x="118" y="958"/>
                    <a:pt x="118" y="942"/>
                  </a:cubicBezTo>
                  <a:lnTo>
                    <a:pt x="118" y="926"/>
                  </a:lnTo>
                  <a:cubicBezTo>
                    <a:pt x="118" y="889"/>
                    <a:pt x="102" y="857"/>
                    <a:pt x="118" y="841"/>
                  </a:cubicBezTo>
                  <a:lnTo>
                    <a:pt x="118" y="687"/>
                  </a:lnTo>
                  <a:lnTo>
                    <a:pt x="118" y="623"/>
                  </a:lnTo>
                  <a:lnTo>
                    <a:pt x="118" y="538"/>
                  </a:lnTo>
                  <a:lnTo>
                    <a:pt x="118" y="505"/>
                  </a:lnTo>
                  <a:lnTo>
                    <a:pt x="118" y="469"/>
                  </a:lnTo>
                  <a:cubicBezTo>
                    <a:pt x="134" y="421"/>
                    <a:pt x="134" y="368"/>
                    <a:pt x="134" y="320"/>
                  </a:cubicBezTo>
                  <a:lnTo>
                    <a:pt x="134" y="202"/>
                  </a:lnTo>
                  <a:lnTo>
                    <a:pt x="134" y="65"/>
                  </a:lnTo>
                  <a:lnTo>
                    <a:pt x="134" y="49"/>
                  </a:lnTo>
                  <a:cubicBezTo>
                    <a:pt x="134" y="33"/>
                    <a:pt x="134" y="17"/>
                    <a:pt x="150" y="17"/>
                  </a:cubicBezTo>
                  <a:lnTo>
                    <a:pt x="150" y="0"/>
                  </a:lnTo>
                  <a:close/>
                  <a:moveTo>
                    <a:pt x="102" y="1027"/>
                  </a:moveTo>
                  <a:cubicBezTo>
                    <a:pt x="102" y="1059"/>
                    <a:pt x="102" y="1075"/>
                    <a:pt x="86" y="1111"/>
                  </a:cubicBezTo>
                  <a:lnTo>
                    <a:pt x="86" y="1261"/>
                  </a:lnTo>
                  <a:lnTo>
                    <a:pt x="86" y="1330"/>
                  </a:lnTo>
                  <a:lnTo>
                    <a:pt x="86" y="1414"/>
                  </a:lnTo>
                  <a:lnTo>
                    <a:pt x="86" y="1495"/>
                  </a:lnTo>
                  <a:cubicBezTo>
                    <a:pt x="86" y="1463"/>
                    <a:pt x="102" y="1447"/>
                    <a:pt x="102" y="1414"/>
                  </a:cubicBezTo>
                  <a:lnTo>
                    <a:pt x="102" y="1330"/>
                  </a:lnTo>
                  <a:lnTo>
                    <a:pt x="102" y="1261"/>
                  </a:lnTo>
                  <a:lnTo>
                    <a:pt x="102" y="1111"/>
                  </a:lnTo>
                  <a:lnTo>
                    <a:pt x="102" y="1027"/>
                  </a:lnTo>
                  <a:close/>
                  <a:moveTo>
                    <a:pt x="86" y="1495"/>
                  </a:moveTo>
                  <a:cubicBezTo>
                    <a:pt x="86" y="1515"/>
                    <a:pt x="86" y="1532"/>
                    <a:pt x="70" y="1548"/>
                  </a:cubicBezTo>
                  <a:lnTo>
                    <a:pt x="70" y="1649"/>
                  </a:lnTo>
                  <a:lnTo>
                    <a:pt x="70" y="1798"/>
                  </a:lnTo>
                  <a:lnTo>
                    <a:pt x="70" y="1867"/>
                  </a:lnTo>
                  <a:lnTo>
                    <a:pt x="70" y="1883"/>
                  </a:lnTo>
                  <a:lnTo>
                    <a:pt x="70" y="1935"/>
                  </a:lnTo>
                  <a:lnTo>
                    <a:pt x="70" y="2020"/>
                  </a:lnTo>
                  <a:cubicBezTo>
                    <a:pt x="49" y="2069"/>
                    <a:pt x="49" y="2101"/>
                    <a:pt x="49" y="2154"/>
                  </a:cubicBezTo>
                  <a:lnTo>
                    <a:pt x="49" y="2186"/>
                  </a:lnTo>
                  <a:lnTo>
                    <a:pt x="49" y="2271"/>
                  </a:lnTo>
                  <a:lnTo>
                    <a:pt x="49" y="2424"/>
                  </a:lnTo>
                  <a:lnTo>
                    <a:pt x="49" y="2505"/>
                  </a:lnTo>
                  <a:cubicBezTo>
                    <a:pt x="70" y="2473"/>
                    <a:pt x="70" y="2440"/>
                    <a:pt x="70" y="2424"/>
                  </a:cubicBezTo>
                  <a:lnTo>
                    <a:pt x="70" y="2271"/>
                  </a:lnTo>
                  <a:lnTo>
                    <a:pt x="70" y="2186"/>
                  </a:lnTo>
                  <a:lnTo>
                    <a:pt x="70" y="2154"/>
                  </a:lnTo>
                  <a:cubicBezTo>
                    <a:pt x="70" y="2101"/>
                    <a:pt x="70" y="2069"/>
                    <a:pt x="86" y="2036"/>
                  </a:cubicBezTo>
                  <a:lnTo>
                    <a:pt x="86" y="2020"/>
                  </a:lnTo>
                  <a:cubicBezTo>
                    <a:pt x="70" y="2000"/>
                    <a:pt x="86" y="1968"/>
                    <a:pt x="86" y="1935"/>
                  </a:cubicBezTo>
                  <a:lnTo>
                    <a:pt x="86" y="1883"/>
                  </a:lnTo>
                  <a:lnTo>
                    <a:pt x="86" y="1867"/>
                  </a:lnTo>
                  <a:lnTo>
                    <a:pt x="86" y="1798"/>
                  </a:lnTo>
                  <a:lnTo>
                    <a:pt x="86" y="1649"/>
                  </a:lnTo>
                  <a:lnTo>
                    <a:pt x="86" y="1548"/>
                  </a:lnTo>
                  <a:lnTo>
                    <a:pt x="86" y="1495"/>
                  </a:lnTo>
                  <a:close/>
                  <a:moveTo>
                    <a:pt x="49" y="2505"/>
                  </a:moveTo>
                  <a:cubicBezTo>
                    <a:pt x="33" y="2525"/>
                    <a:pt x="33" y="2541"/>
                    <a:pt x="49" y="2558"/>
                  </a:cubicBezTo>
                  <a:lnTo>
                    <a:pt x="49" y="2505"/>
                  </a:lnTo>
                  <a:close/>
                  <a:moveTo>
                    <a:pt x="49" y="2574"/>
                  </a:moveTo>
                  <a:cubicBezTo>
                    <a:pt x="49" y="2626"/>
                    <a:pt x="49" y="2675"/>
                    <a:pt x="33" y="2727"/>
                  </a:cubicBezTo>
                  <a:lnTo>
                    <a:pt x="33" y="2861"/>
                  </a:lnTo>
                  <a:lnTo>
                    <a:pt x="33" y="2945"/>
                  </a:lnTo>
                  <a:lnTo>
                    <a:pt x="33" y="2994"/>
                  </a:lnTo>
                  <a:lnTo>
                    <a:pt x="33" y="3030"/>
                  </a:lnTo>
                  <a:lnTo>
                    <a:pt x="33" y="3111"/>
                  </a:lnTo>
                  <a:cubicBezTo>
                    <a:pt x="17" y="3147"/>
                    <a:pt x="17" y="3164"/>
                    <a:pt x="17" y="3196"/>
                  </a:cubicBezTo>
                  <a:lnTo>
                    <a:pt x="17" y="3232"/>
                  </a:lnTo>
                  <a:lnTo>
                    <a:pt x="17" y="3366"/>
                  </a:lnTo>
                  <a:lnTo>
                    <a:pt x="17" y="3515"/>
                  </a:lnTo>
                  <a:lnTo>
                    <a:pt x="17" y="3568"/>
                  </a:lnTo>
                  <a:lnTo>
                    <a:pt x="17" y="3669"/>
                  </a:lnTo>
                  <a:cubicBezTo>
                    <a:pt x="33" y="3636"/>
                    <a:pt x="33" y="3600"/>
                    <a:pt x="33" y="3568"/>
                  </a:cubicBezTo>
                  <a:lnTo>
                    <a:pt x="33" y="3515"/>
                  </a:lnTo>
                  <a:lnTo>
                    <a:pt x="33" y="3366"/>
                  </a:lnTo>
                  <a:lnTo>
                    <a:pt x="33" y="3232"/>
                  </a:lnTo>
                  <a:lnTo>
                    <a:pt x="33" y="3196"/>
                  </a:lnTo>
                  <a:lnTo>
                    <a:pt x="33" y="3131"/>
                  </a:lnTo>
                  <a:cubicBezTo>
                    <a:pt x="49" y="3095"/>
                    <a:pt x="49" y="3063"/>
                    <a:pt x="49" y="3030"/>
                  </a:cubicBezTo>
                  <a:lnTo>
                    <a:pt x="49" y="2994"/>
                  </a:lnTo>
                  <a:lnTo>
                    <a:pt x="49" y="2945"/>
                  </a:lnTo>
                  <a:lnTo>
                    <a:pt x="49" y="2861"/>
                  </a:lnTo>
                  <a:lnTo>
                    <a:pt x="49" y="2727"/>
                  </a:lnTo>
                  <a:lnTo>
                    <a:pt x="49" y="2574"/>
                  </a:lnTo>
                  <a:close/>
                  <a:moveTo>
                    <a:pt x="17" y="3685"/>
                  </a:moveTo>
                  <a:cubicBezTo>
                    <a:pt x="1" y="3717"/>
                    <a:pt x="1" y="3769"/>
                    <a:pt x="17" y="3818"/>
                  </a:cubicBezTo>
                  <a:lnTo>
                    <a:pt x="17" y="36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1663920" y="773539"/>
              <a:ext cx="70322" cy="40227"/>
            </a:xfrm>
            <a:custGeom>
              <a:rect b="b" l="l" r="r" t="t"/>
              <a:pathLst>
                <a:path extrusionOk="0" h="405" w="708">
                  <a:moveTo>
                    <a:pt x="691" y="1"/>
                  </a:moveTo>
                  <a:cubicBezTo>
                    <a:pt x="659" y="1"/>
                    <a:pt x="606" y="37"/>
                    <a:pt x="574" y="53"/>
                  </a:cubicBezTo>
                  <a:cubicBezTo>
                    <a:pt x="574" y="70"/>
                    <a:pt x="558" y="70"/>
                    <a:pt x="541" y="86"/>
                  </a:cubicBezTo>
                  <a:cubicBezTo>
                    <a:pt x="558" y="86"/>
                    <a:pt x="574" y="70"/>
                    <a:pt x="590" y="70"/>
                  </a:cubicBezTo>
                  <a:cubicBezTo>
                    <a:pt x="622" y="37"/>
                    <a:pt x="659" y="17"/>
                    <a:pt x="691" y="17"/>
                  </a:cubicBezTo>
                  <a:lnTo>
                    <a:pt x="707" y="1"/>
                  </a:lnTo>
                  <a:close/>
                  <a:moveTo>
                    <a:pt x="540" y="87"/>
                  </a:moveTo>
                  <a:lnTo>
                    <a:pt x="540" y="87"/>
                  </a:lnTo>
                  <a:cubicBezTo>
                    <a:pt x="456" y="139"/>
                    <a:pt x="371" y="187"/>
                    <a:pt x="287" y="239"/>
                  </a:cubicBezTo>
                  <a:cubicBezTo>
                    <a:pt x="239" y="255"/>
                    <a:pt x="202" y="288"/>
                    <a:pt x="154" y="304"/>
                  </a:cubicBezTo>
                  <a:cubicBezTo>
                    <a:pt x="138" y="320"/>
                    <a:pt x="138" y="320"/>
                    <a:pt x="117" y="340"/>
                  </a:cubicBezTo>
                  <a:cubicBezTo>
                    <a:pt x="85" y="356"/>
                    <a:pt x="53" y="373"/>
                    <a:pt x="16" y="389"/>
                  </a:cubicBezTo>
                  <a:lnTo>
                    <a:pt x="0" y="389"/>
                  </a:lnTo>
                  <a:lnTo>
                    <a:pt x="0" y="405"/>
                  </a:lnTo>
                  <a:lnTo>
                    <a:pt x="37" y="405"/>
                  </a:lnTo>
                  <a:cubicBezTo>
                    <a:pt x="69" y="389"/>
                    <a:pt x="101" y="373"/>
                    <a:pt x="117" y="356"/>
                  </a:cubicBezTo>
                  <a:cubicBezTo>
                    <a:pt x="138" y="340"/>
                    <a:pt x="154" y="340"/>
                    <a:pt x="170" y="320"/>
                  </a:cubicBezTo>
                  <a:cubicBezTo>
                    <a:pt x="202" y="288"/>
                    <a:pt x="255" y="272"/>
                    <a:pt x="303" y="239"/>
                  </a:cubicBezTo>
                  <a:cubicBezTo>
                    <a:pt x="371" y="187"/>
                    <a:pt x="456" y="139"/>
                    <a:pt x="540"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1679117" y="470995"/>
              <a:ext cx="53437" cy="41915"/>
            </a:xfrm>
            <a:custGeom>
              <a:rect b="b" l="l" r="r" t="t"/>
              <a:pathLst>
                <a:path extrusionOk="0" h="422" w="538">
                  <a:moveTo>
                    <a:pt x="538" y="1"/>
                  </a:moveTo>
                  <a:lnTo>
                    <a:pt x="1" y="421"/>
                  </a:lnTo>
                  <a:lnTo>
                    <a:pt x="17" y="421"/>
                  </a:lnTo>
                  <a:lnTo>
                    <a:pt x="538" y="17"/>
                  </a:lnTo>
                  <a:lnTo>
                    <a:pt x="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543443" y="691695"/>
              <a:ext cx="11720" cy="3377"/>
            </a:xfrm>
            <a:custGeom>
              <a:rect b="b" l="l" r="r" t="t"/>
              <a:pathLst>
                <a:path extrusionOk="0" h="34" w="118">
                  <a:moveTo>
                    <a:pt x="0" y="1"/>
                  </a:moveTo>
                  <a:cubicBezTo>
                    <a:pt x="16" y="17"/>
                    <a:pt x="49" y="17"/>
                    <a:pt x="69" y="17"/>
                  </a:cubicBezTo>
                  <a:cubicBezTo>
                    <a:pt x="49" y="1"/>
                    <a:pt x="32" y="1"/>
                    <a:pt x="0" y="1"/>
                  </a:cubicBezTo>
                  <a:close/>
                  <a:moveTo>
                    <a:pt x="69" y="17"/>
                  </a:moveTo>
                  <a:cubicBezTo>
                    <a:pt x="85" y="33"/>
                    <a:pt x="101" y="33"/>
                    <a:pt x="117" y="33"/>
                  </a:cubicBezTo>
                  <a:cubicBezTo>
                    <a:pt x="101" y="33"/>
                    <a:pt x="85" y="17"/>
                    <a:pt x="6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1670675" y="681664"/>
              <a:ext cx="65157" cy="41816"/>
            </a:xfrm>
            <a:custGeom>
              <a:rect b="b" l="l" r="r" t="t"/>
              <a:pathLst>
                <a:path extrusionOk="0" h="421" w="656">
                  <a:moveTo>
                    <a:pt x="639" y="1"/>
                  </a:moveTo>
                  <a:cubicBezTo>
                    <a:pt x="623" y="1"/>
                    <a:pt x="607" y="17"/>
                    <a:pt x="591" y="33"/>
                  </a:cubicBezTo>
                  <a:cubicBezTo>
                    <a:pt x="607" y="33"/>
                    <a:pt x="623" y="17"/>
                    <a:pt x="639" y="17"/>
                  </a:cubicBezTo>
                  <a:lnTo>
                    <a:pt x="655" y="17"/>
                  </a:lnTo>
                  <a:lnTo>
                    <a:pt x="639" y="1"/>
                  </a:lnTo>
                  <a:close/>
                  <a:moveTo>
                    <a:pt x="591" y="33"/>
                  </a:moveTo>
                  <a:lnTo>
                    <a:pt x="591" y="33"/>
                  </a:lnTo>
                  <a:cubicBezTo>
                    <a:pt x="437" y="118"/>
                    <a:pt x="304" y="219"/>
                    <a:pt x="171" y="304"/>
                  </a:cubicBezTo>
                  <a:cubicBezTo>
                    <a:pt x="118" y="336"/>
                    <a:pt x="70" y="372"/>
                    <a:pt x="33" y="389"/>
                  </a:cubicBezTo>
                  <a:lnTo>
                    <a:pt x="17" y="405"/>
                  </a:lnTo>
                  <a:lnTo>
                    <a:pt x="33" y="405"/>
                  </a:lnTo>
                  <a:cubicBezTo>
                    <a:pt x="86" y="372"/>
                    <a:pt x="118" y="336"/>
                    <a:pt x="171" y="320"/>
                  </a:cubicBezTo>
                  <a:cubicBezTo>
                    <a:pt x="304" y="219"/>
                    <a:pt x="453" y="134"/>
                    <a:pt x="591" y="33"/>
                  </a:cubicBezTo>
                  <a:close/>
                  <a:moveTo>
                    <a:pt x="17" y="405"/>
                  </a:moveTo>
                  <a:lnTo>
                    <a:pt x="1" y="421"/>
                  </a:lnTo>
                  <a:lnTo>
                    <a:pt x="17" y="421"/>
                  </a:lnTo>
                  <a:lnTo>
                    <a:pt x="17" y="4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2305858" y="419247"/>
              <a:ext cx="51848" cy="20163"/>
            </a:xfrm>
            <a:custGeom>
              <a:rect b="b" l="l" r="r" t="t"/>
              <a:pathLst>
                <a:path extrusionOk="0" h="203" w="522">
                  <a:moveTo>
                    <a:pt x="1" y="1"/>
                  </a:moveTo>
                  <a:lnTo>
                    <a:pt x="1" y="17"/>
                  </a:lnTo>
                  <a:cubicBezTo>
                    <a:pt x="69" y="33"/>
                    <a:pt x="138" y="49"/>
                    <a:pt x="186" y="86"/>
                  </a:cubicBezTo>
                  <a:cubicBezTo>
                    <a:pt x="239" y="102"/>
                    <a:pt x="287" y="118"/>
                    <a:pt x="340" y="134"/>
                  </a:cubicBezTo>
                  <a:cubicBezTo>
                    <a:pt x="405" y="171"/>
                    <a:pt x="457" y="187"/>
                    <a:pt x="522" y="203"/>
                  </a:cubicBezTo>
                  <a:lnTo>
                    <a:pt x="522" y="187"/>
                  </a:lnTo>
                  <a:cubicBezTo>
                    <a:pt x="457" y="171"/>
                    <a:pt x="405" y="150"/>
                    <a:pt x="356" y="134"/>
                  </a:cubicBezTo>
                  <a:cubicBezTo>
                    <a:pt x="304" y="102"/>
                    <a:pt x="255" y="86"/>
                    <a:pt x="203" y="70"/>
                  </a:cubicBezTo>
                  <a:cubicBezTo>
                    <a:pt x="138" y="49"/>
                    <a:pt x="69"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2362871" y="457785"/>
              <a:ext cx="8542" cy="90386"/>
            </a:xfrm>
            <a:custGeom>
              <a:rect b="b" l="l" r="r" t="t"/>
              <a:pathLst>
                <a:path extrusionOk="0" h="910" w="86">
                  <a:moveTo>
                    <a:pt x="0" y="1"/>
                  </a:moveTo>
                  <a:lnTo>
                    <a:pt x="0" y="17"/>
                  </a:lnTo>
                  <a:cubicBezTo>
                    <a:pt x="0" y="33"/>
                    <a:pt x="16" y="49"/>
                    <a:pt x="0" y="65"/>
                  </a:cubicBezTo>
                  <a:cubicBezTo>
                    <a:pt x="0" y="86"/>
                    <a:pt x="0" y="102"/>
                    <a:pt x="16" y="118"/>
                  </a:cubicBezTo>
                  <a:lnTo>
                    <a:pt x="16" y="65"/>
                  </a:lnTo>
                  <a:cubicBezTo>
                    <a:pt x="33" y="49"/>
                    <a:pt x="16" y="33"/>
                    <a:pt x="16" y="17"/>
                  </a:cubicBezTo>
                  <a:lnTo>
                    <a:pt x="0" y="1"/>
                  </a:lnTo>
                  <a:close/>
                  <a:moveTo>
                    <a:pt x="16" y="118"/>
                  </a:moveTo>
                  <a:lnTo>
                    <a:pt x="16" y="134"/>
                  </a:lnTo>
                  <a:lnTo>
                    <a:pt x="16" y="166"/>
                  </a:lnTo>
                  <a:lnTo>
                    <a:pt x="16" y="219"/>
                  </a:lnTo>
                  <a:cubicBezTo>
                    <a:pt x="33" y="235"/>
                    <a:pt x="33" y="251"/>
                    <a:pt x="33" y="267"/>
                  </a:cubicBezTo>
                  <a:lnTo>
                    <a:pt x="33" y="219"/>
                  </a:lnTo>
                  <a:cubicBezTo>
                    <a:pt x="16" y="203"/>
                    <a:pt x="33" y="186"/>
                    <a:pt x="33" y="166"/>
                  </a:cubicBezTo>
                  <a:lnTo>
                    <a:pt x="33" y="134"/>
                  </a:lnTo>
                  <a:lnTo>
                    <a:pt x="16" y="118"/>
                  </a:lnTo>
                  <a:close/>
                  <a:moveTo>
                    <a:pt x="33" y="267"/>
                  </a:moveTo>
                  <a:cubicBezTo>
                    <a:pt x="16" y="267"/>
                    <a:pt x="16" y="287"/>
                    <a:pt x="16" y="287"/>
                  </a:cubicBezTo>
                  <a:cubicBezTo>
                    <a:pt x="16" y="304"/>
                    <a:pt x="33" y="304"/>
                    <a:pt x="33" y="320"/>
                  </a:cubicBezTo>
                  <a:lnTo>
                    <a:pt x="33" y="368"/>
                  </a:lnTo>
                  <a:lnTo>
                    <a:pt x="33" y="421"/>
                  </a:lnTo>
                  <a:lnTo>
                    <a:pt x="33" y="437"/>
                  </a:lnTo>
                  <a:lnTo>
                    <a:pt x="33" y="506"/>
                  </a:lnTo>
                  <a:cubicBezTo>
                    <a:pt x="49" y="538"/>
                    <a:pt x="49" y="570"/>
                    <a:pt x="49" y="607"/>
                  </a:cubicBezTo>
                  <a:lnTo>
                    <a:pt x="49" y="655"/>
                  </a:lnTo>
                  <a:lnTo>
                    <a:pt x="49" y="708"/>
                  </a:lnTo>
                  <a:cubicBezTo>
                    <a:pt x="69" y="724"/>
                    <a:pt x="69" y="724"/>
                    <a:pt x="69" y="740"/>
                  </a:cubicBezTo>
                  <a:lnTo>
                    <a:pt x="69" y="772"/>
                  </a:lnTo>
                  <a:cubicBezTo>
                    <a:pt x="69" y="825"/>
                    <a:pt x="85" y="857"/>
                    <a:pt x="69" y="893"/>
                  </a:cubicBezTo>
                  <a:lnTo>
                    <a:pt x="69" y="910"/>
                  </a:lnTo>
                  <a:lnTo>
                    <a:pt x="85" y="910"/>
                  </a:lnTo>
                  <a:lnTo>
                    <a:pt x="85" y="893"/>
                  </a:lnTo>
                  <a:lnTo>
                    <a:pt x="85" y="772"/>
                  </a:lnTo>
                  <a:lnTo>
                    <a:pt x="85" y="740"/>
                  </a:lnTo>
                  <a:cubicBezTo>
                    <a:pt x="69" y="724"/>
                    <a:pt x="69" y="708"/>
                    <a:pt x="69" y="708"/>
                  </a:cubicBezTo>
                  <a:lnTo>
                    <a:pt x="69" y="655"/>
                  </a:lnTo>
                  <a:lnTo>
                    <a:pt x="69" y="590"/>
                  </a:lnTo>
                  <a:cubicBezTo>
                    <a:pt x="49" y="570"/>
                    <a:pt x="49" y="538"/>
                    <a:pt x="49" y="506"/>
                  </a:cubicBezTo>
                  <a:lnTo>
                    <a:pt x="49" y="437"/>
                  </a:lnTo>
                  <a:lnTo>
                    <a:pt x="49" y="421"/>
                  </a:lnTo>
                  <a:lnTo>
                    <a:pt x="49" y="368"/>
                  </a:lnTo>
                  <a:lnTo>
                    <a:pt x="49" y="320"/>
                  </a:lnTo>
                  <a:cubicBezTo>
                    <a:pt x="33" y="304"/>
                    <a:pt x="33" y="304"/>
                    <a:pt x="33" y="287"/>
                  </a:cubicBezTo>
                  <a:lnTo>
                    <a:pt x="33"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1672363" y="622466"/>
              <a:ext cx="63469" cy="42511"/>
            </a:xfrm>
            <a:custGeom>
              <a:rect b="b" l="l" r="r" t="t"/>
              <a:pathLst>
                <a:path extrusionOk="0" h="428" w="639">
                  <a:moveTo>
                    <a:pt x="624" y="0"/>
                  </a:moveTo>
                  <a:cubicBezTo>
                    <a:pt x="613" y="0"/>
                    <a:pt x="601" y="12"/>
                    <a:pt x="590" y="23"/>
                  </a:cubicBezTo>
                  <a:cubicBezTo>
                    <a:pt x="606" y="23"/>
                    <a:pt x="622" y="7"/>
                    <a:pt x="638" y="7"/>
                  </a:cubicBezTo>
                  <a:cubicBezTo>
                    <a:pt x="634" y="2"/>
                    <a:pt x="629" y="0"/>
                    <a:pt x="624" y="0"/>
                  </a:cubicBezTo>
                  <a:close/>
                  <a:moveTo>
                    <a:pt x="574" y="23"/>
                  </a:moveTo>
                  <a:cubicBezTo>
                    <a:pt x="505" y="76"/>
                    <a:pt x="420" y="144"/>
                    <a:pt x="335" y="193"/>
                  </a:cubicBezTo>
                  <a:cubicBezTo>
                    <a:pt x="287" y="225"/>
                    <a:pt x="234" y="262"/>
                    <a:pt x="186" y="310"/>
                  </a:cubicBezTo>
                  <a:cubicBezTo>
                    <a:pt x="234" y="278"/>
                    <a:pt x="287" y="245"/>
                    <a:pt x="355" y="209"/>
                  </a:cubicBezTo>
                  <a:cubicBezTo>
                    <a:pt x="420" y="144"/>
                    <a:pt x="505" y="92"/>
                    <a:pt x="590" y="43"/>
                  </a:cubicBezTo>
                  <a:lnTo>
                    <a:pt x="590" y="23"/>
                  </a:lnTo>
                  <a:close/>
                  <a:moveTo>
                    <a:pt x="186" y="310"/>
                  </a:moveTo>
                  <a:lnTo>
                    <a:pt x="186" y="310"/>
                  </a:lnTo>
                  <a:cubicBezTo>
                    <a:pt x="133" y="326"/>
                    <a:pt x="101" y="363"/>
                    <a:pt x="53" y="395"/>
                  </a:cubicBezTo>
                  <a:lnTo>
                    <a:pt x="0" y="427"/>
                  </a:lnTo>
                  <a:lnTo>
                    <a:pt x="16" y="427"/>
                  </a:lnTo>
                  <a:lnTo>
                    <a:pt x="69" y="395"/>
                  </a:lnTo>
                  <a:cubicBezTo>
                    <a:pt x="101" y="379"/>
                    <a:pt x="154" y="346"/>
                    <a:pt x="186" y="3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2593602" y="833730"/>
              <a:ext cx="78665" cy="30195"/>
            </a:xfrm>
            <a:custGeom>
              <a:rect b="b" l="l" r="r" t="t"/>
              <a:pathLst>
                <a:path extrusionOk="0" h="304" w="792">
                  <a:moveTo>
                    <a:pt x="0" y="1"/>
                  </a:moveTo>
                  <a:lnTo>
                    <a:pt x="0" y="17"/>
                  </a:lnTo>
                  <a:lnTo>
                    <a:pt x="16" y="17"/>
                  </a:lnTo>
                  <a:cubicBezTo>
                    <a:pt x="21" y="12"/>
                    <a:pt x="27" y="10"/>
                    <a:pt x="34" y="10"/>
                  </a:cubicBezTo>
                  <a:cubicBezTo>
                    <a:pt x="53" y="10"/>
                    <a:pt x="78" y="23"/>
                    <a:pt x="101" y="37"/>
                  </a:cubicBezTo>
                  <a:lnTo>
                    <a:pt x="133" y="37"/>
                  </a:lnTo>
                  <a:cubicBezTo>
                    <a:pt x="150" y="53"/>
                    <a:pt x="170" y="53"/>
                    <a:pt x="186" y="53"/>
                  </a:cubicBezTo>
                  <a:cubicBezTo>
                    <a:pt x="218" y="70"/>
                    <a:pt x="234" y="70"/>
                    <a:pt x="251" y="86"/>
                  </a:cubicBezTo>
                  <a:cubicBezTo>
                    <a:pt x="287" y="86"/>
                    <a:pt x="335" y="102"/>
                    <a:pt x="372" y="118"/>
                  </a:cubicBezTo>
                  <a:cubicBezTo>
                    <a:pt x="388" y="118"/>
                    <a:pt x="420" y="138"/>
                    <a:pt x="436" y="138"/>
                  </a:cubicBezTo>
                  <a:cubicBezTo>
                    <a:pt x="489" y="154"/>
                    <a:pt x="537" y="171"/>
                    <a:pt x="590" y="187"/>
                  </a:cubicBezTo>
                  <a:cubicBezTo>
                    <a:pt x="606" y="187"/>
                    <a:pt x="622" y="187"/>
                    <a:pt x="638" y="203"/>
                  </a:cubicBezTo>
                  <a:lnTo>
                    <a:pt x="707" y="203"/>
                  </a:lnTo>
                  <a:cubicBezTo>
                    <a:pt x="707" y="203"/>
                    <a:pt x="691" y="203"/>
                    <a:pt x="691" y="187"/>
                  </a:cubicBezTo>
                  <a:lnTo>
                    <a:pt x="638" y="187"/>
                  </a:lnTo>
                  <a:cubicBezTo>
                    <a:pt x="622" y="187"/>
                    <a:pt x="606" y="171"/>
                    <a:pt x="606" y="171"/>
                  </a:cubicBezTo>
                  <a:cubicBezTo>
                    <a:pt x="554" y="154"/>
                    <a:pt x="505" y="138"/>
                    <a:pt x="453" y="118"/>
                  </a:cubicBezTo>
                  <a:cubicBezTo>
                    <a:pt x="420" y="118"/>
                    <a:pt x="388" y="102"/>
                    <a:pt x="372" y="102"/>
                  </a:cubicBezTo>
                  <a:cubicBezTo>
                    <a:pt x="335" y="86"/>
                    <a:pt x="303" y="70"/>
                    <a:pt x="251" y="70"/>
                  </a:cubicBezTo>
                  <a:cubicBezTo>
                    <a:pt x="234" y="70"/>
                    <a:pt x="218" y="53"/>
                    <a:pt x="202" y="53"/>
                  </a:cubicBezTo>
                  <a:cubicBezTo>
                    <a:pt x="186" y="37"/>
                    <a:pt x="170" y="37"/>
                    <a:pt x="150" y="37"/>
                  </a:cubicBezTo>
                  <a:cubicBezTo>
                    <a:pt x="133" y="37"/>
                    <a:pt x="117" y="17"/>
                    <a:pt x="101" y="17"/>
                  </a:cubicBezTo>
                  <a:cubicBezTo>
                    <a:pt x="69" y="1"/>
                    <a:pt x="32" y="1"/>
                    <a:pt x="0" y="1"/>
                  </a:cubicBezTo>
                  <a:close/>
                  <a:moveTo>
                    <a:pt x="707" y="203"/>
                  </a:moveTo>
                  <a:cubicBezTo>
                    <a:pt x="723" y="219"/>
                    <a:pt x="755" y="239"/>
                    <a:pt x="776" y="255"/>
                  </a:cubicBezTo>
                  <a:lnTo>
                    <a:pt x="776" y="304"/>
                  </a:lnTo>
                  <a:cubicBezTo>
                    <a:pt x="792" y="288"/>
                    <a:pt x="792" y="255"/>
                    <a:pt x="776" y="239"/>
                  </a:cubicBezTo>
                  <a:cubicBezTo>
                    <a:pt x="755" y="219"/>
                    <a:pt x="723" y="203"/>
                    <a:pt x="707"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1679117" y="442588"/>
              <a:ext cx="60290" cy="46981"/>
            </a:xfrm>
            <a:custGeom>
              <a:rect b="b" l="l" r="r" t="t"/>
              <a:pathLst>
                <a:path extrusionOk="0" h="473" w="607">
                  <a:moveTo>
                    <a:pt x="607" y="0"/>
                  </a:moveTo>
                  <a:cubicBezTo>
                    <a:pt x="590" y="0"/>
                    <a:pt x="570" y="0"/>
                    <a:pt x="554" y="16"/>
                  </a:cubicBezTo>
                  <a:cubicBezTo>
                    <a:pt x="506" y="69"/>
                    <a:pt x="453" y="101"/>
                    <a:pt x="405" y="138"/>
                  </a:cubicBezTo>
                  <a:cubicBezTo>
                    <a:pt x="287" y="239"/>
                    <a:pt x="166" y="339"/>
                    <a:pt x="33" y="420"/>
                  </a:cubicBezTo>
                  <a:cubicBezTo>
                    <a:pt x="17" y="440"/>
                    <a:pt x="17" y="440"/>
                    <a:pt x="1" y="457"/>
                  </a:cubicBezTo>
                  <a:lnTo>
                    <a:pt x="1" y="473"/>
                  </a:lnTo>
                  <a:lnTo>
                    <a:pt x="17" y="457"/>
                  </a:lnTo>
                  <a:cubicBezTo>
                    <a:pt x="33" y="457"/>
                    <a:pt x="33" y="440"/>
                    <a:pt x="49" y="440"/>
                  </a:cubicBezTo>
                  <a:cubicBezTo>
                    <a:pt x="166" y="339"/>
                    <a:pt x="287" y="239"/>
                    <a:pt x="421" y="154"/>
                  </a:cubicBezTo>
                  <a:cubicBezTo>
                    <a:pt x="453" y="101"/>
                    <a:pt x="506" y="69"/>
                    <a:pt x="554" y="37"/>
                  </a:cubicBezTo>
                  <a:cubicBezTo>
                    <a:pt x="566" y="22"/>
                    <a:pt x="579" y="10"/>
                    <a:pt x="592" y="10"/>
                  </a:cubicBezTo>
                  <a:cubicBezTo>
                    <a:pt x="597" y="10"/>
                    <a:pt x="602" y="12"/>
                    <a:pt x="607" y="16"/>
                  </a:cubicBezTo>
                  <a:lnTo>
                    <a:pt x="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528147" y="680074"/>
              <a:ext cx="12118" cy="3278"/>
            </a:xfrm>
            <a:custGeom>
              <a:rect b="b" l="l" r="r" t="t"/>
              <a:pathLst>
                <a:path extrusionOk="0" h="33" w="122">
                  <a:moveTo>
                    <a:pt x="1" y="1"/>
                  </a:moveTo>
                  <a:lnTo>
                    <a:pt x="1" y="17"/>
                  </a:lnTo>
                  <a:lnTo>
                    <a:pt x="122" y="3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2270995" y="569724"/>
              <a:ext cx="4867" cy="21752"/>
            </a:xfrm>
            <a:custGeom>
              <a:rect b="b" l="l" r="r" t="t"/>
              <a:pathLst>
                <a:path extrusionOk="0" h="219" w="49">
                  <a:moveTo>
                    <a:pt x="33" y="1"/>
                  </a:moveTo>
                  <a:cubicBezTo>
                    <a:pt x="0" y="17"/>
                    <a:pt x="16" y="33"/>
                    <a:pt x="16" y="49"/>
                  </a:cubicBezTo>
                  <a:lnTo>
                    <a:pt x="16" y="69"/>
                  </a:lnTo>
                  <a:lnTo>
                    <a:pt x="16" y="134"/>
                  </a:lnTo>
                  <a:lnTo>
                    <a:pt x="16" y="170"/>
                  </a:lnTo>
                  <a:cubicBezTo>
                    <a:pt x="16" y="187"/>
                    <a:pt x="16" y="219"/>
                    <a:pt x="49" y="219"/>
                  </a:cubicBezTo>
                  <a:lnTo>
                    <a:pt x="49" y="203"/>
                  </a:lnTo>
                  <a:cubicBezTo>
                    <a:pt x="33" y="203"/>
                    <a:pt x="33" y="187"/>
                    <a:pt x="33" y="187"/>
                  </a:cubicBezTo>
                  <a:lnTo>
                    <a:pt x="33" y="170"/>
                  </a:lnTo>
                  <a:lnTo>
                    <a:pt x="33" y="134"/>
                  </a:lnTo>
                  <a:lnTo>
                    <a:pt x="33" y="69"/>
                  </a:lnTo>
                  <a:lnTo>
                    <a:pt x="33" y="49"/>
                  </a:lnTo>
                  <a:cubicBezTo>
                    <a:pt x="16" y="33"/>
                    <a:pt x="16" y="17"/>
                    <a:pt x="33" y="17"/>
                  </a:cubicBez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2299501" y="477849"/>
              <a:ext cx="11720" cy="4966"/>
            </a:xfrm>
            <a:custGeom>
              <a:rect b="b" l="l" r="r" t="t"/>
              <a:pathLst>
                <a:path extrusionOk="0" h="50" w="118">
                  <a:moveTo>
                    <a:pt x="0" y="1"/>
                  </a:moveTo>
                  <a:lnTo>
                    <a:pt x="117" y="49"/>
                  </a:lnTo>
                  <a:lnTo>
                    <a:pt x="117"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2130549" y="295687"/>
              <a:ext cx="135281" cy="439513"/>
            </a:xfrm>
            <a:custGeom>
              <a:rect b="b" l="l" r="r" t="t"/>
              <a:pathLst>
                <a:path extrusionOk="0" h="4425" w="1362">
                  <a:moveTo>
                    <a:pt x="0" y="1"/>
                  </a:moveTo>
                  <a:lnTo>
                    <a:pt x="0" y="49"/>
                  </a:lnTo>
                  <a:lnTo>
                    <a:pt x="0" y="65"/>
                  </a:lnTo>
                  <a:lnTo>
                    <a:pt x="0" y="81"/>
                  </a:lnTo>
                  <a:cubicBezTo>
                    <a:pt x="0" y="134"/>
                    <a:pt x="0" y="182"/>
                    <a:pt x="16" y="251"/>
                  </a:cubicBezTo>
                  <a:lnTo>
                    <a:pt x="16" y="235"/>
                  </a:lnTo>
                  <a:lnTo>
                    <a:pt x="16" y="81"/>
                  </a:lnTo>
                  <a:lnTo>
                    <a:pt x="16" y="65"/>
                  </a:lnTo>
                  <a:lnTo>
                    <a:pt x="16" y="49"/>
                  </a:lnTo>
                  <a:lnTo>
                    <a:pt x="16" y="1"/>
                  </a:lnTo>
                  <a:close/>
                  <a:moveTo>
                    <a:pt x="16" y="304"/>
                  </a:moveTo>
                  <a:lnTo>
                    <a:pt x="16" y="352"/>
                  </a:lnTo>
                  <a:cubicBezTo>
                    <a:pt x="16" y="453"/>
                    <a:pt x="16" y="554"/>
                    <a:pt x="33" y="655"/>
                  </a:cubicBezTo>
                  <a:lnTo>
                    <a:pt x="33" y="352"/>
                  </a:lnTo>
                  <a:cubicBezTo>
                    <a:pt x="16" y="336"/>
                    <a:pt x="16" y="320"/>
                    <a:pt x="16" y="304"/>
                  </a:cubicBezTo>
                  <a:close/>
                  <a:moveTo>
                    <a:pt x="33" y="655"/>
                  </a:moveTo>
                  <a:lnTo>
                    <a:pt x="33" y="926"/>
                  </a:lnTo>
                  <a:cubicBezTo>
                    <a:pt x="49" y="974"/>
                    <a:pt x="49" y="1043"/>
                    <a:pt x="49" y="1091"/>
                  </a:cubicBezTo>
                  <a:lnTo>
                    <a:pt x="49" y="1261"/>
                  </a:lnTo>
                  <a:cubicBezTo>
                    <a:pt x="65" y="1330"/>
                    <a:pt x="65" y="1415"/>
                    <a:pt x="65" y="1495"/>
                  </a:cubicBezTo>
                  <a:cubicBezTo>
                    <a:pt x="65" y="1564"/>
                    <a:pt x="85" y="1649"/>
                    <a:pt x="85" y="1734"/>
                  </a:cubicBezTo>
                  <a:lnTo>
                    <a:pt x="85" y="1899"/>
                  </a:lnTo>
                  <a:cubicBezTo>
                    <a:pt x="101" y="2037"/>
                    <a:pt x="101" y="2170"/>
                    <a:pt x="117" y="2303"/>
                  </a:cubicBezTo>
                  <a:lnTo>
                    <a:pt x="117" y="2457"/>
                  </a:lnTo>
                  <a:cubicBezTo>
                    <a:pt x="117" y="2525"/>
                    <a:pt x="134" y="2590"/>
                    <a:pt x="134" y="2675"/>
                  </a:cubicBezTo>
                  <a:cubicBezTo>
                    <a:pt x="134" y="2792"/>
                    <a:pt x="134" y="2929"/>
                    <a:pt x="150" y="3063"/>
                  </a:cubicBezTo>
                  <a:lnTo>
                    <a:pt x="150" y="3095"/>
                  </a:lnTo>
                  <a:lnTo>
                    <a:pt x="150" y="3180"/>
                  </a:lnTo>
                  <a:cubicBezTo>
                    <a:pt x="150" y="3212"/>
                    <a:pt x="166" y="3249"/>
                    <a:pt x="166" y="3281"/>
                  </a:cubicBezTo>
                  <a:lnTo>
                    <a:pt x="166" y="3180"/>
                  </a:lnTo>
                  <a:lnTo>
                    <a:pt x="166" y="3095"/>
                  </a:lnTo>
                  <a:lnTo>
                    <a:pt x="166" y="3063"/>
                  </a:lnTo>
                  <a:cubicBezTo>
                    <a:pt x="150" y="2929"/>
                    <a:pt x="150" y="2792"/>
                    <a:pt x="150" y="2675"/>
                  </a:cubicBezTo>
                  <a:cubicBezTo>
                    <a:pt x="134" y="2590"/>
                    <a:pt x="134" y="2525"/>
                    <a:pt x="134" y="2457"/>
                  </a:cubicBezTo>
                  <a:cubicBezTo>
                    <a:pt x="134" y="2404"/>
                    <a:pt x="117" y="2356"/>
                    <a:pt x="117" y="2287"/>
                  </a:cubicBezTo>
                  <a:cubicBezTo>
                    <a:pt x="117" y="2170"/>
                    <a:pt x="117" y="2037"/>
                    <a:pt x="101" y="1899"/>
                  </a:cubicBezTo>
                  <a:lnTo>
                    <a:pt x="101" y="1734"/>
                  </a:lnTo>
                  <a:cubicBezTo>
                    <a:pt x="85" y="1649"/>
                    <a:pt x="85" y="1564"/>
                    <a:pt x="85" y="1495"/>
                  </a:cubicBezTo>
                  <a:cubicBezTo>
                    <a:pt x="85" y="1415"/>
                    <a:pt x="85" y="1330"/>
                    <a:pt x="65" y="1261"/>
                  </a:cubicBezTo>
                  <a:lnTo>
                    <a:pt x="65" y="1091"/>
                  </a:lnTo>
                  <a:cubicBezTo>
                    <a:pt x="65" y="1043"/>
                    <a:pt x="49" y="974"/>
                    <a:pt x="49" y="926"/>
                  </a:cubicBezTo>
                  <a:cubicBezTo>
                    <a:pt x="49" y="841"/>
                    <a:pt x="49" y="740"/>
                    <a:pt x="33" y="655"/>
                  </a:cubicBezTo>
                  <a:close/>
                  <a:moveTo>
                    <a:pt x="166" y="3281"/>
                  </a:moveTo>
                  <a:lnTo>
                    <a:pt x="166" y="3366"/>
                  </a:lnTo>
                  <a:cubicBezTo>
                    <a:pt x="166" y="3467"/>
                    <a:pt x="166" y="3568"/>
                    <a:pt x="186" y="3685"/>
                  </a:cubicBezTo>
                  <a:cubicBezTo>
                    <a:pt x="186" y="3786"/>
                    <a:pt x="202" y="3887"/>
                    <a:pt x="202" y="4040"/>
                  </a:cubicBezTo>
                  <a:cubicBezTo>
                    <a:pt x="202" y="4056"/>
                    <a:pt x="202" y="4073"/>
                    <a:pt x="235" y="4073"/>
                  </a:cubicBezTo>
                  <a:cubicBezTo>
                    <a:pt x="218" y="4056"/>
                    <a:pt x="218" y="4056"/>
                    <a:pt x="218" y="4040"/>
                  </a:cubicBezTo>
                  <a:cubicBezTo>
                    <a:pt x="202" y="3887"/>
                    <a:pt x="202" y="3786"/>
                    <a:pt x="202" y="3685"/>
                  </a:cubicBezTo>
                  <a:cubicBezTo>
                    <a:pt x="186" y="3568"/>
                    <a:pt x="186" y="3467"/>
                    <a:pt x="186" y="3366"/>
                  </a:cubicBezTo>
                  <a:cubicBezTo>
                    <a:pt x="186" y="3333"/>
                    <a:pt x="186" y="3313"/>
                    <a:pt x="166" y="3281"/>
                  </a:cubicBezTo>
                  <a:close/>
                  <a:moveTo>
                    <a:pt x="235" y="4073"/>
                  </a:moveTo>
                  <a:cubicBezTo>
                    <a:pt x="267" y="4089"/>
                    <a:pt x="303" y="4105"/>
                    <a:pt x="336" y="4121"/>
                  </a:cubicBezTo>
                  <a:cubicBezTo>
                    <a:pt x="352" y="4121"/>
                    <a:pt x="368" y="4121"/>
                    <a:pt x="388" y="4141"/>
                  </a:cubicBezTo>
                  <a:cubicBezTo>
                    <a:pt x="453" y="4157"/>
                    <a:pt x="521" y="4174"/>
                    <a:pt x="606" y="4190"/>
                  </a:cubicBezTo>
                  <a:cubicBezTo>
                    <a:pt x="521" y="4157"/>
                    <a:pt x="453" y="4141"/>
                    <a:pt x="404" y="4121"/>
                  </a:cubicBezTo>
                  <a:cubicBezTo>
                    <a:pt x="368" y="4121"/>
                    <a:pt x="352" y="4105"/>
                    <a:pt x="336" y="4105"/>
                  </a:cubicBezTo>
                  <a:cubicBezTo>
                    <a:pt x="303" y="4089"/>
                    <a:pt x="267" y="4089"/>
                    <a:pt x="235" y="4073"/>
                  </a:cubicBezTo>
                  <a:close/>
                  <a:moveTo>
                    <a:pt x="606" y="4190"/>
                  </a:moveTo>
                  <a:cubicBezTo>
                    <a:pt x="639" y="4206"/>
                    <a:pt x="671" y="4222"/>
                    <a:pt x="707" y="4222"/>
                  </a:cubicBezTo>
                  <a:cubicBezTo>
                    <a:pt x="671" y="4206"/>
                    <a:pt x="639" y="4190"/>
                    <a:pt x="606" y="4190"/>
                  </a:cubicBezTo>
                  <a:close/>
                  <a:moveTo>
                    <a:pt x="707" y="4222"/>
                  </a:moveTo>
                  <a:cubicBezTo>
                    <a:pt x="740" y="4242"/>
                    <a:pt x="792" y="4258"/>
                    <a:pt x="824" y="4275"/>
                  </a:cubicBezTo>
                  <a:lnTo>
                    <a:pt x="857" y="4275"/>
                  </a:lnTo>
                  <a:cubicBezTo>
                    <a:pt x="925" y="4291"/>
                    <a:pt x="994" y="4307"/>
                    <a:pt x="1059" y="4343"/>
                  </a:cubicBezTo>
                  <a:lnTo>
                    <a:pt x="1111" y="4343"/>
                  </a:lnTo>
                  <a:cubicBezTo>
                    <a:pt x="1095" y="4343"/>
                    <a:pt x="1095" y="4323"/>
                    <a:pt x="1075" y="4323"/>
                  </a:cubicBezTo>
                  <a:cubicBezTo>
                    <a:pt x="994" y="4307"/>
                    <a:pt x="925" y="4275"/>
                    <a:pt x="857" y="4258"/>
                  </a:cubicBezTo>
                  <a:lnTo>
                    <a:pt x="841" y="4258"/>
                  </a:lnTo>
                  <a:cubicBezTo>
                    <a:pt x="792" y="4242"/>
                    <a:pt x="756" y="4222"/>
                    <a:pt x="707" y="4222"/>
                  </a:cubicBezTo>
                  <a:close/>
                  <a:moveTo>
                    <a:pt x="1111" y="4343"/>
                  </a:moveTo>
                  <a:cubicBezTo>
                    <a:pt x="1127" y="4359"/>
                    <a:pt x="1144" y="4359"/>
                    <a:pt x="1160" y="4359"/>
                  </a:cubicBezTo>
                  <a:cubicBezTo>
                    <a:pt x="1176" y="4376"/>
                    <a:pt x="1212" y="4376"/>
                    <a:pt x="1228" y="4392"/>
                  </a:cubicBezTo>
                  <a:lnTo>
                    <a:pt x="1261" y="4392"/>
                  </a:lnTo>
                  <a:cubicBezTo>
                    <a:pt x="1261" y="4376"/>
                    <a:pt x="1245" y="4376"/>
                    <a:pt x="1228" y="4376"/>
                  </a:cubicBezTo>
                  <a:cubicBezTo>
                    <a:pt x="1212" y="4359"/>
                    <a:pt x="1196" y="4359"/>
                    <a:pt x="1160" y="4343"/>
                  </a:cubicBezTo>
                  <a:close/>
                  <a:moveTo>
                    <a:pt x="1261" y="4392"/>
                  </a:moveTo>
                  <a:cubicBezTo>
                    <a:pt x="1297" y="4408"/>
                    <a:pt x="1329" y="4424"/>
                    <a:pt x="1362" y="4424"/>
                  </a:cubicBezTo>
                  <a:lnTo>
                    <a:pt x="1362" y="4408"/>
                  </a:lnTo>
                  <a:cubicBezTo>
                    <a:pt x="1329" y="4408"/>
                    <a:pt x="1297" y="4392"/>
                    <a:pt x="1261" y="43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1679117" y="477849"/>
              <a:ext cx="55125" cy="41816"/>
            </a:xfrm>
            <a:custGeom>
              <a:rect b="b" l="l" r="r" t="t"/>
              <a:pathLst>
                <a:path extrusionOk="0" h="421" w="555">
                  <a:moveTo>
                    <a:pt x="538" y="1"/>
                  </a:moveTo>
                  <a:cubicBezTo>
                    <a:pt x="469" y="49"/>
                    <a:pt x="405" y="102"/>
                    <a:pt x="352" y="150"/>
                  </a:cubicBezTo>
                  <a:cubicBezTo>
                    <a:pt x="267" y="203"/>
                    <a:pt x="203" y="267"/>
                    <a:pt x="118" y="320"/>
                  </a:cubicBezTo>
                  <a:cubicBezTo>
                    <a:pt x="86" y="336"/>
                    <a:pt x="65" y="368"/>
                    <a:pt x="33" y="388"/>
                  </a:cubicBezTo>
                  <a:lnTo>
                    <a:pt x="17" y="405"/>
                  </a:lnTo>
                  <a:lnTo>
                    <a:pt x="1" y="421"/>
                  </a:lnTo>
                  <a:lnTo>
                    <a:pt x="17" y="421"/>
                  </a:lnTo>
                  <a:cubicBezTo>
                    <a:pt x="33" y="405"/>
                    <a:pt x="33" y="405"/>
                    <a:pt x="49" y="388"/>
                  </a:cubicBezTo>
                  <a:cubicBezTo>
                    <a:pt x="65" y="368"/>
                    <a:pt x="102" y="352"/>
                    <a:pt x="134" y="336"/>
                  </a:cubicBezTo>
                  <a:cubicBezTo>
                    <a:pt x="203" y="287"/>
                    <a:pt x="287" y="219"/>
                    <a:pt x="352" y="166"/>
                  </a:cubicBezTo>
                  <a:cubicBezTo>
                    <a:pt x="421" y="118"/>
                    <a:pt x="489" y="65"/>
                    <a:pt x="554" y="17"/>
                  </a:cubicBezTo>
                  <a:lnTo>
                    <a:pt x="5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2533412" y="454209"/>
              <a:ext cx="6853" cy="3675"/>
            </a:xfrm>
            <a:custGeom>
              <a:rect b="b" l="l" r="r" t="t"/>
              <a:pathLst>
                <a:path extrusionOk="0" h="37" w="69">
                  <a:moveTo>
                    <a:pt x="0" y="0"/>
                  </a:moveTo>
                  <a:lnTo>
                    <a:pt x="0" y="21"/>
                  </a:lnTo>
                  <a:cubicBezTo>
                    <a:pt x="16" y="21"/>
                    <a:pt x="32" y="21"/>
                    <a:pt x="32" y="37"/>
                  </a:cubicBezTo>
                  <a:lnTo>
                    <a:pt x="69" y="37"/>
                  </a:lnTo>
                  <a:cubicBezTo>
                    <a:pt x="69" y="37"/>
                    <a:pt x="49" y="21"/>
                    <a:pt x="32" y="21"/>
                  </a:cubicBezTo>
                  <a:cubicBezTo>
                    <a:pt x="32" y="21"/>
                    <a:pt x="16"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2595192" y="969408"/>
              <a:ext cx="3278" cy="11720"/>
            </a:xfrm>
            <a:custGeom>
              <a:rect b="b" l="l" r="r" t="t"/>
              <a:pathLst>
                <a:path extrusionOk="0" h="118" w="33">
                  <a:moveTo>
                    <a:pt x="16" y="0"/>
                  </a:moveTo>
                  <a:cubicBezTo>
                    <a:pt x="0" y="16"/>
                    <a:pt x="0" y="49"/>
                    <a:pt x="16" y="65"/>
                  </a:cubicBezTo>
                  <a:cubicBezTo>
                    <a:pt x="16" y="49"/>
                    <a:pt x="16" y="33"/>
                    <a:pt x="33" y="0"/>
                  </a:cubicBezTo>
                  <a:close/>
                  <a:moveTo>
                    <a:pt x="16" y="65"/>
                  </a:moveTo>
                  <a:lnTo>
                    <a:pt x="16" y="101"/>
                  </a:lnTo>
                  <a:lnTo>
                    <a:pt x="16" y="117"/>
                  </a:lnTo>
                  <a:lnTo>
                    <a:pt x="33" y="117"/>
                  </a:lnTo>
                  <a:lnTo>
                    <a:pt x="33" y="101"/>
                  </a:lnTo>
                  <a:cubicBezTo>
                    <a:pt x="16" y="85"/>
                    <a:pt x="16" y="85"/>
                    <a:pt x="16"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2483252" y="939313"/>
              <a:ext cx="3278" cy="41816"/>
            </a:xfrm>
            <a:custGeom>
              <a:rect b="b" l="l" r="r" t="t"/>
              <a:pathLst>
                <a:path extrusionOk="0" h="421" w="33">
                  <a:moveTo>
                    <a:pt x="16" y="0"/>
                  </a:moveTo>
                  <a:cubicBezTo>
                    <a:pt x="0" y="33"/>
                    <a:pt x="0" y="65"/>
                    <a:pt x="0" y="101"/>
                  </a:cubicBezTo>
                  <a:lnTo>
                    <a:pt x="0" y="150"/>
                  </a:lnTo>
                  <a:cubicBezTo>
                    <a:pt x="0" y="166"/>
                    <a:pt x="0" y="186"/>
                    <a:pt x="16" y="202"/>
                  </a:cubicBezTo>
                  <a:lnTo>
                    <a:pt x="16" y="150"/>
                  </a:lnTo>
                  <a:lnTo>
                    <a:pt x="16" y="101"/>
                  </a:lnTo>
                  <a:lnTo>
                    <a:pt x="16" y="0"/>
                  </a:lnTo>
                  <a:close/>
                  <a:moveTo>
                    <a:pt x="16" y="202"/>
                  </a:moveTo>
                  <a:lnTo>
                    <a:pt x="16" y="235"/>
                  </a:lnTo>
                  <a:lnTo>
                    <a:pt x="16" y="352"/>
                  </a:lnTo>
                  <a:lnTo>
                    <a:pt x="16" y="420"/>
                  </a:lnTo>
                  <a:lnTo>
                    <a:pt x="32" y="420"/>
                  </a:lnTo>
                  <a:lnTo>
                    <a:pt x="32" y="352"/>
                  </a:lnTo>
                  <a:lnTo>
                    <a:pt x="32" y="235"/>
                  </a:lnTo>
                  <a:cubicBezTo>
                    <a:pt x="16" y="218"/>
                    <a:pt x="16" y="218"/>
                    <a:pt x="16" y="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2553475" y="460963"/>
              <a:ext cx="53437" cy="443089"/>
            </a:xfrm>
            <a:custGeom>
              <a:rect b="b" l="l" r="r" t="t"/>
              <a:pathLst>
                <a:path extrusionOk="0" h="4461" w="538">
                  <a:moveTo>
                    <a:pt x="16" y="1"/>
                  </a:moveTo>
                  <a:cubicBezTo>
                    <a:pt x="0" y="17"/>
                    <a:pt x="16" y="54"/>
                    <a:pt x="16" y="70"/>
                  </a:cubicBezTo>
                  <a:lnTo>
                    <a:pt x="16" y="134"/>
                  </a:lnTo>
                  <a:lnTo>
                    <a:pt x="16" y="171"/>
                  </a:lnTo>
                  <a:lnTo>
                    <a:pt x="32" y="187"/>
                  </a:lnTo>
                  <a:lnTo>
                    <a:pt x="32" y="171"/>
                  </a:lnTo>
                  <a:lnTo>
                    <a:pt x="32" y="134"/>
                  </a:lnTo>
                  <a:lnTo>
                    <a:pt x="32" y="70"/>
                  </a:lnTo>
                  <a:cubicBezTo>
                    <a:pt x="16" y="54"/>
                    <a:pt x="16" y="33"/>
                    <a:pt x="32" y="17"/>
                  </a:cubicBezTo>
                  <a:lnTo>
                    <a:pt x="69" y="17"/>
                  </a:lnTo>
                  <a:lnTo>
                    <a:pt x="69" y="1"/>
                  </a:lnTo>
                  <a:close/>
                  <a:moveTo>
                    <a:pt x="69" y="17"/>
                  </a:moveTo>
                  <a:lnTo>
                    <a:pt x="85" y="33"/>
                  </a:lnTo>
                  <a:cubicBezTo>
                    <a:pt x="186" y="70"/>
                    <a:pt x="303" y="118"/>
                    <a:pt x="404" y="154"/>
                  </a:cubicBezTo>
                  <a:cubicBezTo>
                    <a:pt x="420" y="171"/>
                    <a:pt x="436" y="171"/>
                    <a:pt x="436" y="171"/>
                  </a:cubicBezTo>
                  <a:cubicBezTo>
                    <a:pt x="473" y="187"/>
                    <a:pt x="505" y="187"/>
                    <a:pt x="521" y="203"/>
                  </a:cubicBezTo>
                  <a:lnTo>
                    <a:pt x="537" y="203"/>
                  </a:lnTo>
                  <a:cubicBezTo>
                    <a:pt x="505" y="171"/>
                    <a:pt x="473" y="171"/>
                    <a:pt x="453" y="154"/>
                  </a:cubicBezTo>
                  <a:lnTo>
                    <a:pt x="420" y="154"/>
                  </a:lnTo>
                  <a:cubicBezTo>
                    <a:pt x="303" y="102"/>
                    <a:pt x="202" y="54"/>
                    <a:pt x="85" y="17"/>
                  </a:cubicBezTo>
                  <a:close/>
                  <a:moveTo>
                    <a:pt x="32" y="187"/>
                  </a:moveTo>
                  <a:lnTo>
                    <a:pt x="32" y="272"/>
                  </a:lnTo>
                  <a:cubicBezTo>
                    <a:pt x="32" y="288"/>
                    <a:pt x="32" y="320"/>
                    <a:pt x="49" y="336"/>
                  </a:cubicBezTo>
                  <a:lnTo>
                    <a:pt x="49" y="272"/>
                  </a:lnTo>
                  <a:cubicBezTo>
                    <a:pt x="49" y="235"/>
                    <a:pt x="49" y="203"/>
                    <a:pt x="32" y="187"/>
                  </a:cubicBezTo>
                  <a:close/>
                  <a:moveTo>
                    <a:pt x="49" y="336"/>
                  </a:moveTo>
                  <a:lnTo>
                    <a:pt x="49" y="437"/>
                  </a:lnTo>
                  <a:lnTo>
                    <a:pt x="49" y="490"/>
                  </a:lnTo>
                  <a:cubicBezTo>
                    <a:pt x="69" y="558"/>
                    <a:pt x="69" y="639"/>
                    <a:pt x="85" y="724"/>
                  </a:cubicBezTo>
                  <a:cubicBezTo>
                    <a:pt x="85" y="760"/>
                    <a:pt x="85" y="793"/>
                    <a:pt x="101" y="841"/>
                  </a:cubicBezTo>
                  <a:lnTo>
                    <a:pt x="101" y="708"/>
                  </a:lnTo>
                  <a:cubicBezTo>
                    <a:pt x="85" y="639"/>
                    <a:pt x="85" y="558"/>
                    <a:pt x="69" y="490"/>
                  </a:cubicBezTo>
                  <a:lnTo>
                    <a:pt x="69" y="437"/>
                  </a:lnTo>
                  <a:cubicBezTo>
                    <a:pt x="69" y="405"/>
                    <a:pt x="69" y="373"/>
                    <a:pt x="49" y="336"/>
                  </a:cubicBezTo>
                  <a:close/>
                  <a:moveTo>
                    <a:pt x="101" y="841"/>
                  </a:moveTo>
                  <a:lnTo>
                    <a:pt x="101" y="926"/>
                  </a:lnTo>
                  <a:cubicBezTo>
                    <a:pt x="101" y="962"/>
                    <a:pt x="117" y="995"/>
                    <a:pt x="117" y="1027"/>
                  </a:cubicBezTo>
                  <a:lnTo>
                    <a:pt x="117" y="1144"/>
                  </a:lnTo>
                  <a:cubicBezTo>
                    <a:pt x="133" y="1181"/>
                    <a:pt x="133" y="1213"/>
                    <a:pt x="133" y="1265"/>
                  </a:cubicBezTo>
                  <a:cubicBezTo>
                    <a:pt x="133" y="1298"/>
                    <a:pt x="150" y="1330"/>
                    <a:pt x="150" y="1366"/>
                  </a:cubicBezTo>
                  <a:cubicBezTo>
                    <a:pt x="150" y="1399"/>
                    <a:pt x="150" y="1447"/>
                    <a:pt x="170" y="1484"/>
                  </a:cubicBezTo>
                  <a:lnTo>
                    <a:pt x="170" y="1366"/>
                  </a:lnTo>
                  <a:cubicBezTo>
                    <a:pt x="150" y="1330"/>
                    <a:pt x="150" y="1298"/>
                    <a:pt x="150" y="1265"/>
                  </a:cubicBezTo>
                  <a:cubicBezTo>
                    <a:pt x="150" y="1213"/>
                    <a:pt x="150" y="1181"/>
                    <a:pt x="133" y="1144"/>
                  </a:cubicBezTo>
                  <a:lnTo>
                    <a:pt x="133" y="1011"/>
                  </a:lnTo>
                  <a:cubicBezTo>
                    <a:pt x="117" y="995"/>
                    <a:pt x="117" y="962"/>
                    <a:pt x="117" y="926"/>
                  </a:cubicBezTo>
                  <a:cubicBezTo>
                    <a:pt x="117" y="894"/>
                    <a:pt x="117" y="861"/>
                    <a:pt x="101" y="841"/>
                  </a:cubicBezTo>
                  <a:close/>
                  <a:moveTo>
                    <a:pt x="170" y="1484"/>
                  </a:moveTo>
                  <a:lnTo>
                    <a:pt x="170" y="1516"/>
                  </a:lnTo>
                  <a:lnTo>
                    <a:pt x="170" y="1617"/>
                  </a:lnTo>
                  <a:lnTo>
                    <a:pt x="186" y="1669"/>
                  </a:lnTo>
                  <a:lnTo>
                    <a:pt x="186" y="1617"/>
                  </a:lnTo>
                  <a:lnTo>
                    <a:pt x="186" y="1516"/>
                  </a:lnTo>
                  <a:lnTo>
                    <a:pt x="170" y="1484"/>
                  </a:lnTo>
                  <a:close/>
                  <a:moveTo>
                    <a:pt x="186" y="1669"/>
                  </a:moveTo>
                  <a:lnTo>
                    <a:pt x="186" y="1718"/>
                  </a:lnTo>
                  <a:cubicBezTo>
                    <a:pt x="186" y="1770"/>
                    <a:pt x="186" y="1803"/>
                    <a:pt x="202" y="1835"/>
                  </a:cubicBezTo>
                  <a:lnTo>
                    <a:pt x="202" y="1718"/>
                  </a:lnTo>
                  <a:cubicBezTo>
                    <a:pt x="202" y="1702"/>
                    <a:pt x="202" y="1686"/>
                    <a:pt x="186" y="1669"/>
                  </a:cubicBezTo>
                  <a:close/>
                  <a:moveTo>
                    <a:pt x="202" y="1835"/>
                  </a:moveTo>
                  <a:lnTo>
                    <a:pt x="202" y="1936"/>
                  </a:lnTo>
                  <a:cubicBezTo>
                    <a:pt x="202" y="1972"/>
                    <a:pt x="218" y="2005"/>
                    <a:pt x="218" y="2053"/>
                  </a:cubicBezTo>
                  <a:lnTo>
                    <a:pt x="218" y="2089"/>
                  </a:lnTo>
                  <a:cubicBezTo>
                    <a:pt x="218" y="2106"/>
                    <a:pt x="218" y="2106"/>
                    <a:pt x="234" y="2122"/>
                  </a:cubicBezTo>
                  <a:lnTo>
                    <a:pt x="234" y="2089"/>
                  </a:lnTo>
                  <a:lnTo>
                    <a:pt x="234" y="2053"/>
                  </a:lnTo>
                  <a:cubicBezTo>
                    <a:pt x="218" y="2005"/>
                    <a:pt x="218" y="1972"/>
                    <a:pt x="218" y="1920"/>
                  </a:cubicBezTo>
                  <a:cubicBezTo>
                    <a:pt x="218" y="1904"/>
                    <a:pt x="218" y="1871"/>
                    <a:pt x="202" y="1835"/>
                  </a:cubicBezTo>
                  <a:close/>
                  <a:moveTo>
                    <a:pt x="234" y="2122"/>
                  </a:moveTo>
                  <a:lnTo>
                    <a:pt x="234" y="2291"/>
                  </a:lnTo>
                  <a:cubicBezTo>
                    <a:pt x="251" y="2324"/>
                    <a:pt x="251" y="2376"/>
                    <a:pt x="251" y="2409"/>
                  </a:cubicBezTo>
                  <a:cubicBezTo>
                    <a:pt x="251" y="2477"/>
                    <a:pt x="271" y="2526"/>
                    <a:pt x="271" y="2594"/>
                  </a:cubicBezTo>
                  <a:cubicBezTo>
                    <a:pt x="287" y="2643"/>
                    <a:pt x="287" y="2695"/>
                    <a:pt x="287" y="2744"/>
                  </a:cubicBezTo>
                  <a:cubicBezTo>
                    <a:pt x="303" y="2780"/>
                    <a:pt x="303" y="2813"/>
                    <a:pt x="303" y="2829"/>
                  </a:cubicBezTo>
                  <a:lnTo>
                    <a:pt x="303" y="2914"/>
                  </a:lnTo>
                  <a:cubicBezTo>
                    <a:pt x="303" y="2962"/>
                    <a:pt x="319" y="2998"/>
                    <a:pt x="319" y="3047"/>
                  </a:cubicBezTo>
                  <a:cubicBezTo>
                    <a:pt x="319" y="3099"/>
                    <a:pt x="335" y="3132"/>
                    <a:pt x="335" y="3164"/>
                  </a:cubicBezTo>
                  <a:lnTo>
                    <a:pt x="335" y="3265"/>
                  </a:lnTo>
                  <a:cubicBezTo>
                    <a:pt x="352" y="3285"/>
                    <a:pt x="352" y="3318"/>
                    <a:pt x="352" y="3350"/>
                  </a:cubicBezTo>
                  <a:cubicBezTo>
                    <a:pt x="352" y="3451"/>
                    <a:pt x="372" y="3552"/>
                    <a:pt x="388" y="3669"/>
                  </a:cubicBezTo>
                  <a:lnTo>
                    <a:pt x="388" y="3705"/>
                  </a:lnTo>
                  <a:cubicBezTo>
                    <a:pt x="388" y="3722"/>
                    <a:pt x="404" y="3738"/>
                    <a:pt x="404" y="3754"/>
                  </a:cubicBezTo>
                  <a:lnTo>
                    <a:pt x="404" y="3705"/>
                  </a:lnTo>
                  <a:lnTo>
                    <a:pt x="404" y="3669"/>
                  </a:lnTo>
                  <a:cubicBezTo>
                    <a:pt x="388" y="3552"/>
                    <a:pt x="372" y="3451"/>
                    <a:pt x="372" y="3350"/>
                  </a:cubicBezTo>
                  <a:cubicBezTo>
                    <a:pt x="352" y="3318"/>
                    <a:pt x="352" y="3285"/>
                    <a:pt x="352" y="3265"/>
                  </a:cubicBezTo>
                  <a:lnTo>
                    <a:pt x="352" y="3164"/>
                  </a:lnTo>
                  <a:cubicBezTo>
                    <a:pt x="335" y="3132"/>
                    <a:pt x="335" y="3099"/>
                    <a:pt x="335" y="3047"/>
                  </a:cubicBezTo>
                  <a:cubicBezTo>
                    <a:pt x="335" y="2998"/>
                    <a:pt x="319" y="2962"/>
                    <a:pt x="319" y="2914"/>
                  </a:cubicBezTo>
                  <a:lnTo>
                    <a:pt x="319" y="2829"/>
                  </a:lnTo>
                  <a:cubicBezTo>
                    <a:pt x="303" y="2813"/>
                    <a:pt x="303" y="2780"/>
                    <a:pt x="303" y="2744"/>
                  </a:cubicBezTo>
                  <a:cubicBezTo>
                    <a:pt x="303" y="2695"/>
                    <a:pt x="287" y="2643"/>
                    <a:pt x="287" y="2594"/>
                  </a:cubicBezTo>
                  <a:cubicBezTo>
                    <a:pt x="287" y="2526"/>
                    <a:pt x="271" y="2477"/>
                    <a:pt x="271" y="2409"/>
                  </a:cubicBezTo>
                  <a:cubicBezTo>
                    <a:pt x="271" y="2376"/>
                    <a:pt x="251" y="2324"/>
                    <a:pt x="251" y="2291"/>
                  </a:cubicBezTo>
                  <a:cubicBezTo>
                    <a:pt x="251" y="2223"/>
                    <a:pt x="251" y="2174"/>
                    <a:pt x="234" y="2122"/>
                  </a:cubicBezTo>
                  <a:close/>
                  <a:moveTo>
                    <a:pt x="404" y="3754"/>
                  </a:moveTo>
                  <a:lnTo>
                    <a:pt x="404" y="3790"/>
                  </a:lnTo>
                  <a:cubicBezTo>
                    <a:pt x="404" y="3806"/>
                    <a:pt x="420" y="3823"/>
                    <a:pt x="404" y="3839"/>
                  </a:cubicBezTo>
                  <a:cubicBezTo>
                    <a:pt x="404" y="3891"/>
                    <a:pt x="404" y="3924"/>
                    <a:pt x="420" y="3956"/>
                  </a:cubicBezTo>
                  <a:lnTo>
                    <a:pt x="420" y="3839"/>
                  </a:lnTo>
                  <a:lnTo>
                    <a:pt x="420" y="3790"/>
                  </a:lnTo>
                  <a:cubicBezTo>
                    <a:pt x="420" y="3770"/>
                    <a:pt x="420" y="3770"/>
                    <a:pt x="404" y="3754"/>
                  </a:cubicBezTo>
                  <a:close/>
                  <a:moveTo>
                    <a:pt x="420" y="3956"/>
                  </a:moveTo>
                  <a:lnTo>
                    <a:pt x="420" y="4073"/>
                  </a:lnTo>
                  <a:cubicBezTo>
                    <a:pt x="420" y="4093"/>
                    <a:pt x="436" y="4109"/>
                    <a:pt x="436" y="4125"/>
                  </a:cubicBezTo>
                  <a:lnTo>
                    <a:pt x="436" y="4073"/>
                  </a:lnTo>
                  <a:cubicBezTo>
                    <a:pt x="436" y="4041"/>
                    <a:pt x="436" y="3992"/>
                    <a:pt x="420" y="3956"/>
                  </a:cubicBezTo>
                  <a:close/>
                  <a:moveTo>
                    <a:pt x="436" y="4125"/>
                  </a:moveTo>
                  <a:lnTo>
                    <a:pt x="436" y="4174"/>
                  </a:lnTo>
                  <a:cubicBezTo>
                    <a:pt x="436" y="4226"/>
                    <a:pt x="436" y="4259"/>
                    <a:pt x="453" y="4295"/>
                  </a:cubicBezTo>
                  <a:lnTo>
                    <a:pt x="453" y="4174"/>
                  </a:lnTo>
                  <a:lnTo>
                    <a:pt x="436" y="4125"/>
                  </a:lnTo>
                  <a:close/>
                  <a:moveTo>
                    <a:pt x="453" y="4311"/>
                  </a:moveTo>
                  <a:lnTo>
                    <a:pt x="453" y="4376"/>
                  </a:lnTo>
                  <a:lnTo>
                    <a:pt x="453" y="4428"/>
                  </a:lnTo>
                  <a:lnTo>
                    <a:pt x="453" y="4445"/>
                  </a:lnTo>
                  <a:lnTo>
                    <a:pt x="473" y="4461"/>
                  </a:lnTo>
                  <a:lnTo>
                    <a:pt x="473" y="4445"/>
                  </a:lnTo>
                  <a:lnTo>
                    <a:pt x="473" y="4428"/>
                  </a:lnTo>
                  <a:lnTo>
                    <a:pt x="473" y="4376"/>
                  </a:lnTo>
                  <a:cubicBezTo>
                    <a:pt x="473" y="4360"/>
                    <a:pt x="473" y="4327"/>
                    <a:pt x="453" y="43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1672363" y="674909"/>
              <a:ext cx="63469" cy="40227"/>
            </a:xfrm>
            <a:custGeom>
              <a:rect b="b" l="l" r="r" t="t"/>
              <a:pathLst>
                <a:path extrusionOk="0" h="405" w="639">
                  <a:moveTo>
                    <a:pt x="622" y="0"/>
                  </a:moveTo>
                  <a:cubicBezTo>
                    <a:pt x="590" y="0"/>
                    <a:pt x="574" y="20"/>
                    <a:pt x="557" y="36"/>
                  </a:cubicBezTo>
                  <a:cubicBezTo>
                    <a:pt x="574" y="36"/>
                    <a:pt x="606" y="20"/>
                    <a:pt x="622" y="20"/>
                  </a:cubicBezTo>
                  <a:lnTo>
                    <a:pt x="638" y="0"/>
                  </a:lnTo>
                  <a:close/>
                  <a:moveTo>
                    <a:pt x="537" y="53"/>
                  </a:moveTo>
                  <a:lnTo>
                    <a:pt x="537" y="53"/>
                  </a:lnTo>
                  <a:cubicBezTo>
                    <a:pt x="420" y="121"/>
                    <a:pt x="319" y="186"/>
                    <a:pt x="202" y="255"/>
                  </a:cubicBezTo>
                  <a:cubicBezTo>
                    <a:pt x="170" y="287"/>
                    <a:pt x="117" y="303"/>
                    <a:pt x="85" y="339"/>
                  </a:cubicBezTo>
                  <a:cubicBezTo>
                    <a:pt x="69" y="356"/>
                    <a:pt x="32" y="372"/>
                    <a:pt x="16" y="372"/>
                  </a:cubicBezTo>
                  <a:cubicBezTo>
                    <a:pt x="16" y="388"/>
                    <a:pt x="0" y="388"/>
                    <a:pt x="0" y="404"/>
                  </a:cubicBezTo>
                  <a:cubicBezTo>
                    <a:pt x="16" y="404"/>
                    <a:pt x="16" y="388"/>
                    <a:pt x="32" y="388"/>
                  </a:cubicBezTo>
                  <a:cubicBezTo>
                    <a:pt x="53" y="372"/>
                    <a:pt x="69" y="356"/>
                    <a:pt x="85" y="356"/>
                  </a:cubicBezTo>
                  <a:cubicBezTo>
                    <a:pt x="133" y="323"/>
                    <a:pt x="170" y="287"/>
                    <a:pt x="218" y="271"/>
                  </a:cubicBezTo>
                  <a:cubicBezTo>
                    <a:pt x="319" y="202"/>
                    <a:pt x="436" y="121"/>
                    <a:pt x="537"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2688657" y="514400"/>
              <a:ext cx="52245" cy="22149"/>
            </a:xfrm>
            <a:custGeom>
              <a:rect b="b" l="l" r="r" t="t"/>
              <a:pathLst>
                <a:path extrusionOk="0" h="223" w="526">
                  <a:moveTo>
                    <a:pt x="0" y="0"/>
                  </a:moveTo>
                  <a:lnTo>
                    <a:pt x="21" y="20"/>
                  </a:lnTo>
                  <a:cubicBezTo>
                    <a:pt x="69" y="20"/>
                    <a:pt x="101" y="37"/>
                    <a:pt x="154" y="69"/>
                  </a:cubicBezTo>
                  <a:cubicBezTo>
                    <a:pt x="170" y="69"/>
                    <a:pt x="186" y="85"/>
                    <a:pt x="202" y="85"/>
                  </a:cubicBezTo>
                  <a:cubicBezTo>
                    <a:pt x="239" y="101"/>
                    <a:pt x="271" y="121"/>
                    <a:pt x="303" y="138"/>
                  </a:cubicBezTo>
                  <a:cubicBezTo>
                    <a:pt x="372" y="154"/>
                    <a:pt x="441" y="170"/>
                    <a:pt x="489" y="202"/>
                  </a:cubicBezTo>
                  <a:lnTo>
                    <a:pt x="505" y="202"/>
                  </a:lnTo>
                  <a:lnTo>
                    <a:pt x="505" y="222"/>
                  </a:lnTo>
                  <a:lnTo>
                    <a:pt x="526" y="222"/>
                  </a:lnTo>
                  <a:cubicBezTo>
                    <a:pt x="526" y="202"/>
                    <a:pt x="526" y="186"/>
                    <a:pt x="505" y="186"/>
                  </a:cubicBezTo>
                  <a:cubicBezTo>
                    <a:pt x="441" y="170"/>
                    <a:pt x="372" y="138"/>
                    <a:pt x="324" y="121"/>
                  </a:cubicBezTo>
                  <a:cubicBezTo>
                    <a:pt x="287" y="101"/>
                    <a:pt x="255" y="85"/>
                    <a:pt x="202" y="69"/>
                  </a:cubicBezTo>
                  <a:cubicBezTo>
                    <a:pt x="186" y="69"/>
                    <a:pt x="170" y="53"/>
                    <a:pt x="154" y="53"/>
                  </a:cubicBezTo>
                  <a:cubicBezTo>
                    <a:pt x="122" y="37"/>
                    <a:pt x="69" y="2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1663920" y="780393"/>
              <a:ext cx="68634" cy="40227"/>
            </a:xfrm>
            <a:custGeom>
              <a:rect b="b" l="l" r="r" t="t"/>
              <a:pathLst>
                <a:path extrusionOk="0" h="405" w="691">
                  <a:moveTo>
                    <a:pt x="691" y="1"/>
                  </a:moveTo>
                  <a:cubicBezTo>
                    <a:pt x="659" y="1"/>
                    <a:pt x="642" y="17"/>
                    <a:pt x="622" y="17"/>
                  </a:cubicBezTo>
                  <a:lnTo>
                    <a:pt x="590" y="33"/>
                  </a:lnTo>
                  <a:cubicBezTo>
                    <a:pt x="473" y="118"/>
                    <a:pt x="356" y="186"/>
                    <a:pt x="255" y="235"/>
                  </a:cubicBezTo>
                  <a:cubicBezTo>
                    <a:pt x="186" y="287"/>
                    <a:pt x="117" y="320"/>
                    <a:pt x="53" y="372"/>
                  </a:cubicBezTo>
                  <a:cubicBezTo>
                    <a:pt x="37" y="388"/>
                    <a:pt x="16" y="388"/>
                    <a:pt x="0" y="388"/>
                  </a:cubicBezTo>
                  <a:lnTo>
                    <a:pt x="0" y="405"/>
                  </a:lnTo>
                  <a:lnTo>
                    <a:pt x="16" y="405"/>
                  </a:lnTo>
                  <a:cubicBezTo>
                    <a:pt x="37" y="405"/>
                    <a:pt x="37" y="388"/>
                    <a:pt x="53" y="388"/>
                  </a:cubicBezTo>
                  <a:cubicBezTo>
                    <a:pt x="117" y="336"/>
                    <a:pt x="202" y="287"/>
                    <a:pt x="271" y="251"/>
                  </a:cubicBezTo>
                  <a:cubicBezTo>
                    <a:pt x="356" y="203"/>
                    <a:pt x="473" y="118"/>
                    <a:pt x="606" y="49"/>
                  </a:cubicBezTo>
                  <a:lnTo>
                    <a:pt x="622" y="33"/>
                  </a:lnTo>
                  <a:cubicBezTo>
                    <a:pt x="642" y="17"/>
                    <a:pt x="659" y="1"/>
                    <a:pt x="6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1672363" y="661600"/>
              <a:ext cx="63469" cy="41816"/>
            </a:xfrm>
            <a:custGeom>
              <a:rect b="b" l="l" r="r" t="t"/>
              <a:pathLst>
                <a:path extrusionOk="0" h="421" w="639">
                  <a:moveTo>
                    <a:pt x="622" y="1"/>
                  </a:moveTo>
                  <a:cubicBezTo>
                    <a:pt x="606" y="1"/>
                    <a:pt x="590" y="17"/>
                    <a:pt x="574" y="33"/>
                  </a:cubicBezTo>
                  <a:cubicBezTo>
                    <a:pt x="590" y="33"/>
                    <a:pt x="606" y="17"/>
                    <a:pt x="622" y="17"/>
                  </a:cubicBezTo>
                  <a:lnTo>
                    <a:pt x="638" y="17"/>
                  </a:lnTo>
                  <a:lnTo>
                    <a:pt x="622" y="1"/>
                  </a:lnTo>
                  <a:close/>
                  <a:moveTo>
                    <a:pt x="557" y="33"/>
                  </a:moveTo>
                  <a:cubicBezTo>
                    <a:pt x="420" y="118"/>
                    <a:pt x="287" y="219"/>
                    <a:pt x="170" y="304"/>
                  </a:cubicBezTo>
                  <a:cubicBezTo>
                    <a:pt x="303" y="219"/>
                    <a:pt x="420" y="134"/>
                    <a:pt x="557" y="53"/>
                  </a:cubicBezTo>
                  <a:lnTo>
                    <a:pt x="574" y="33"/>
                  </a:lnTo>
                  <a:close/>
                  <a:moveTo>
                    <a:pt x="16" y="389"/>
                  </a:moveTo>
                  <a:lnTo>
                    <a:pt x="0" y="405"/>
                  </a:lnTo>
                  <a:lnTo>
                    <a:pt x="0" y="421"/>
                  </a:lnTo>
                  <a:lnTo>
                    <a:pt x="16" y="405"/>
                  </a:lnTo>
                  <a:cubicBezTo>
                    <a:pt x="32" y="405"/>
                    <a:pt x="32" y="405"/>
                    <a:pt x="32" y="38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1712391" y="562970"/>
              <a:ext cx="6953" cy="6853"/>
            </a:xfrm>
            <a:custGeom>
              <a:rect b="b" l="l" r="r" t="t"/>
              <a:pathLst>
                <a:path extrusionOk="0" h="69" w="70">
                  <a:moveTo>
                    <a:pt x="70" y="0"/>
                  </a:moveTo>
                  <a:lnTo>
                    <a:pt x="1" y="53"/>
                  </a:lnTo>
                  <a:lnTo>
                    <a:pt x="1" y="69"/>
                  </a:lnTo>
                  <a:lnTo>
                    <a:pt x="70" y="16"/>
                  </a:lnTo>
                  <a:lnTo>
                    <a:pt x="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508084" y="660011"/>
              <a:ext cx="60290" cy="20163"/>
            </a:xfrm>
            <a:custGeom>
              <a:rect b="b" l="l" r="r" t="t"/>
              <a:pathLst>
                <a:path extrusionOk="0" h="203" w="607">
                  <a:moveTo>
                    <a:pt x="1" y="1"/>
                  </a:moveTo>
                  <a:lnTo>
                    <a:pt x="1" y="17"/>
                  </a:lnTo>
                  <a:cubicBezTo>
                    <a:pt x="21" y="33"/>
                    <a:pt x="53" y="33"/>
                    <a:pt x="69" y="33"/>
                  </a:cubicBezTo>
                  <a:cubicBezTo>
                    <a:pt x="53" y="17"/>
                    <a:pt x="37" y="17"/>
                    <a:pt x="1" y="1"/>
                  </a:cubicBezTo>
                  <a:close/>
                  <a:moveTo>
                    <a:pt x="70" y="33"/>
                  </a:moveTo>
                  <a:lnTo>
                    <a:pt x="70" y="33"/>
                  </a:lnTo>
                  <a:cubicBezTo>
                    <a:pt x="138" y="49"/>
                    <a:pt x="187" y="69"/>
                    <a:pt x="239" y="102"/>
                  </a:cubicBezTo>
                  <a:cubicBezTo>
                    <a:pt x="271" y="102"/>
                    <a:pt x="324" y="118"/>
                    <a:pt x="356" y="134"/>
                  </a:cubicBezTo>
                  <a:cubicBezTo>
                    <a:pt x="405" y="150"/>
                    <a:pt x="457" y="170"/>
                    <a:pt x="506" y="186"/>
                  </a:cubicBezTo>
                  <a:lnTo>
                    <a:pt x="526" y="186"/>
                  </a:lnTo>
                  <a:cubicBezTo>
                    <a:pt x="542" y="186"/>
                    <a:pt x="574" y="203"/>
                    <a:pt x="590" y="203"/>
                  </a:cubicBezTo>
                  <a:lnTo>
                    <a:pt x="607" y="203"/>
                  </a:lnTo>
                  <a:lnTo>
                    <a:pt x="607" y="186"/>
                  </a:lnTo>
                  <a:cubicBezTo>
                    <a:pt x="574" y="186"/>
                    <a:pt x="558" y="186"/>
                    <a:pt x="526" y="170"/>
                  </a:cubicBezTo>
                  <a:lnTo>
                    <a:pt x="506" y="170"/>
                  </a:lnTo>
                  <a:cubicBezTo>
                    <a:pt x="457" y="150"/>
                    <a:pt x="405" y="134"/>
                    <a:pt x="356" y="118"/>
                  </a:cubicBezTo>
                  <a:cubicBezTo>
                    <a:pt x="324" y="102"/>
                    <a:pt x="287" y="85"/>
                    <a:pt x="239" y="85"/>
                  </a:cubicBezTo>
                  <a:cubicBezTo>
                    <a:pt x="187" y="69"/>
                    <a:pt x="138" y="49"/>
                    <a:pt x="70"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257288" y="338992"/>
              <a:ext cx="13806" cy="199147"/>
            </a:xfrm>
            <a:custGeom>
              <a:rect b="b" l="l" r="r" t="t"/>
              <a:pathLst>
                <a:path extrusionOk="0" h="2005" w="139">
                  <a:moveTo>
                    <a:pt x="21" y="1"/>
                  </a:moveTo>
                  <a:lnTo>
                    <a:pt x="21" y="17"/>
                  </a:lnTo>
                  <a:cubicBezTo>
                    <a:pt x="1" y="49"/>
                    <a:pt x="1" y="102"/>
                    <a:pt x="21" y="150"/>
                  </a:cubicBezTo>
                  <a:cubicBezTo>
                    <a:pt x="21" y="102"/>
                    <a:pt x="21" y="49"/>
                    <a:pt x="37" y="17"/>
                  </a:cubicBezTo>
                  <a:lnTo>
                    <a:pt x="21" y="1"/>
                  </a:lnTo>
                  <a:close/>
                  <a:moveTo>
                    <a:pt x="21" y="150"/>
                  </a:moveTo>
                  <a:lnTo>
                    <a:pt x="21" y="272"/>
                  </a:lnTo>
                  <a:lnTo>
                    <a:pt x="21" y="304"/>
                  </a:lnTo>
                  <a:cubicBezTo>
                    <a:pt x="21" y="320"/>
                    <a:pt x="21" y="352"/>
                    <a:pt x="37" y="389"/>
                  </a:cubicBezTo>
                  <a:lnTo>
                    <a:pt x="37" y="304"/>
                  </a:lnTo>
                  <a:lnTo>
                    <a:pt x="37" y="272"/>
                  </a:lnTo>
                  <a:cubicBezTo>
                    <a:pt x="37" y="235"/>
                    <a:pt x="37" y="187"/>
                    <a:pt x="21" y="150"/>
                  </a:cubicBezTo>
                  <a:close/>
                  <a:moveTo>
                    <a:pt x="37" y="389"/>
                  </a:moveTo>
                  <a:lnTo>
                    <a:pt x="37" y="538"/>
                  </a:lnTo>
                  <a:lnTo>
                    <a:pt x="37" y="591"/>
                  </a:lnTo>
                  <a:lnTo>
                    <a:pt x="37" y="623"/>
                  </a:lnTo>
                  <a:cubicBezTo>
                    <a:pt x="37" y="655"/>
                    <a:pt x="53" y="692"/>
                    <a:pt x="53" y="724"/>
                  </a:cubicBezTo>
                  <a:lnTo>
                    <a:pt x="53" y="623"/>
                  </a:lnTo>
                  <a:lnTo>
                    <a:pt x="53" y="591"/>
                  </a:lnTo>
                  <a:lnTo>
                    <a:pt x="53" y="538"/>
                  </a:lnTo>
                  <a:cubicBezTo>
                    <a:pt x="53" y="490"/>
                    <a:pt x="53" y="437"/>
                    <a:pt x="37" y="389"/>
                  </a:cubicBezTo>
                  <a:close/>
                  <a:moveTo>
                    <a:pt x="53" y="724"/>
                  </a:moveTo>
                  <a:lnTo>
                    <a:pt x="53" y="793"/>
                  </a:lnTo>
                  <a:lnTo>
                    <a:pt x="53" y="809"/>
                  </a:lnTo>
                  <a:cubicBezTo>
                    <a:pt x="53" y="841"/>
                    <a:pt x="53" y="857"/>
                    <a:pt x="70" y="894"/>
                  </a:cubicBezTo>
                  <a:lnTo>
                    <a:pt x="70" y="809"/>
                  </a:lnTo>
                  <a:lnTo>
                    <a:pt x="70" y="793"/>
                  </a:lnTo>
                  <a:cubicBezTo>
                    <a:pt x="70" y="756"/>
                    <a:pt x="70" y="740"/>
                    <a:pt x="53" y="724"/>
                  </a:cubicBezTo>
                  <a:close/>
                  <a:moveTo>
                    <a:pt x="70" y="894"/>
                  </a:moveTo>
                  <a:lnTo>
                    <a:pt x="70" y="926"/>
                  </a:lnTo>
                  <a:cubicBezTo>
                    <a:pt x="86" y="926"/>
                    <a:pt x="86" y="910"/>
                    <a:pt x="70" y="894"/>
                  </a:cubicBezTo>
                  <a:close/>
                  <a:moveTo>
                    <a:pt x="70" y="942"/>
                  </a:moveTo>
                  <a:lnTo>
                    <a:pt x="70" y="995"/>
                  </a:lnTo>
                  <a:lnTo>
                    <a:pt x="70" y="1043"/>
                  </a:lnTo>
                  <a:lnTo>
                    <a:pt x="70" y="1112"/>
                  </a:lnTo>
                  <a:lnTo>
                    <a:pt x="70" y="1144"/>
                  </a:lnTo>
                  <a:lnTo>
                    <a:pt x="70" y="1181"/>
                  </a:lnTo>
                  <a:cubicBezTo>
                    <a:pt x="86" y="1197"/>
                    <a:pt x="86" y="1213"/>
                    <a:pt x="86" y="1245"/>
                  </a:cubicBezTo>
                  <a:lnTo>
                    <a:pt x="86" y="1314"/>
                  </a:lnTo>
                  <a:lnTo>
                    <a:pt x="86" y="1415"/>
                  </a:lnTo>
                  <a:cubicBezTo>
                    <a:pt x="102" y="1431"/>
                    <a:pt x="102" y="1463"/>
                    <a:pt x="102" y="1483"/>
                  </a:cubicBezTo>
                  <a:lnTo>
                    <a:pt x="102" y="1584"/>
                  </a:lnTo>
                  <a:lnTo>
                    <a:pt x="102" y="1665"/>
                  </a:lnTo>
                  <a:lnTo>
                    <a:pt x="102" y="1685"/>
                  </a:lnTo>
                  <a:cubicBezTo>
                    <a:pt x="102" y="1718"/>
                    <a:pt x="102" y="1766"/>
                    <a:pt x="122" y="1819"/>
                  </a:cubicBezTo>
                  <a:cubicBezTo>
                    <a:pt x="102" y="1835"/>
                    <a:pt x="122" y="1851"/>
                    <a:pt x="122" y="1867"/>
                  </a:cubicBezTo>
                  <a:lnTo>
                    <a:pt x="122" y="1904"/>
                  </a:lnTo>
                  <a:lnTo>
                    <a:pt x="122" y="1936"/>
                  </a:lnTo>
                  <a:lnTo>
                    <a:pt x="122" y="1988"/>
                  </a:lnTo>
                  <a:lnTo>
                    <a:pt x="138" y="2005"/>
                  </a:lnTo>
                  <a:lnTo>
                    <a:pt x="138" y="1988"/>
                  </a:lnTo>
                  <a:lnTo>
                    <a:pt x="138" y="1936"/>
                  </a:lnTo>
                  <a:lnTo>
                    <a:pt x="138" y="1904"/>
                  </a:lnTo>
                  <a:lnTo>
                    <a:pt x="138" y="1867"/>
                  </a:lnTo>
                  <a:cubicBezTo>
                    <a:pt x="122" y="1851"/>
                    <a:pt x="122" y="1835"/>
                    <a:pt x="138" y="1819"/>
                  </a:cubicBezTo>
                  <a:cubicBezTo>
                    <a:pt x="122" y="1766"/>
                    <a:pt x="122" y="1718"/>
                    <a:pt x="122" y="1685"/>
                  </a:cubicBezTo>
                  <a:lnTo>
                    <a:pt x="122" y="1665"/>
                  </a:lnTo>
                  <a:lnTo>
                    <a:pt x="122" y="1584"/>
                  </a:lnTo>
                  <a:lnTo>
                    <a:pt x="122" y="1483"/>
                  </a:lnTo>
                  <a:cubicBezTo>
                    <a:pt x="122" y="1463"/>
                    <a:pt x="102" y="1431"/>
                    <a:pt x="102" y="1399"/>
                  </a:cubicBezTo>
                  <a:lnTo>
                    <a:pt x="102" y="1314"/>
                  </a:lnTo>
                  <a:cubicBezTo>
                    <a:pt x="102" y="1298"/>
                    <a:pt x="102" y="1261"/>
                    <a:pt x="86" y="1229"/>
                  </a:cubicBezTo>
                  <a:lnTo>
                    <a:pt x="86" y="1181"/>
                  </a:lnTo>
                  <a:lnTo>
                    <a:pt x="86" y="1144"/>
                  </a:lnTo>
                  <a:lnTo>
                    <a:pt x="86" y="1112"/>
                  </a:lnTo>
                  <a:lnTo>
                    <a:pt x="86" y="1043"/>
                  </a:lnTo>
                  <a:lnTo>
                    <a:pt x="86" y="995"/>
                  </a:lnTo>
                  <a:cubicBezTo>
                    <a:pt x="70" y="979"/>
                    <a:pt x="70" y="958"/>
                    <a:pt x="70" y="9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553475" y="450932"/>
              <a:ext cx="3278" cy="11820"/>
            </a:xfrm>
            <a:custGeom>
              <a:rect b="b" l="l" r="r" t="t"/>
              <a:pathLst>
                <a:path extrusionOk="0" h="119" w="33">
                  <a:moveTo>
                    <a:pt x="16" y="1"/>
                  </a:moveTo>
                  <a:lnTo>
                    <a:pt x="16" y="1"/>
                  </a:lnTo>
                  <a:cubicBezTo>
                    <a:pt x="0" y="54"/>
                    <a:pt x="0" y="86"/>
                    <a:pt x="32" y="118"/>
                  </a:cubicBezTo>
                  <a:lnTo>
                    <a:pt x="32" y="102"/>
                  </a:lnTo>
                  <a:cubicBezTo>
                    <a:pt x="16" y="86"/>
                    <a:pt x="16" y="54"/>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1755796" y="369088"/>
              <a:ext cx="5264" cy="232421"/>
            </a:xfrm>
            <a:custGeom>
              <a:rect b="b" l="l" r="r" t="t"/>
              <a:pathLst>
                <a:path extrusionOk="0" h="2340" w="53">
                  <a:moveTo>
                    <a:pt x="37" y="1"/>
                  </a:moveTo>
                  <a:cubicBezTo>
                    <a:pt x="53" y="17"/>
                    <a:pt x="37" y="33"/>
                    <a:pt x="37" y="49"/>
                  </a:cubicBezTo>
                  <a:lnTo>
                    <a:pt x="37" y="70"/>
                  </a:lnTo>
                  <a:lnTo>
                    <a:pt x="37" y="304"/>
                  </a:lnTo>
                  <a:lnTo>
                    <a:pt x="37" y="336"/>
                  </a:lnTo>
                  <a:lnTo>
                    <a:pt x="37" y="490"/>
                  </a:lnTo>
                  <a:lnTo>
                    <a:pt x="37" y="655"/>
                  </a:lnTo>
                  <a:lnTo>
                    <a:pt x="37" y="809"/>
                  </a:lnTo>
                  <a:lnTo>
                    <a:pt x="37" y="910"/>
                  </a:lnTo>
                  <a:lnTo>
                    <a:pt x="53" y="809"/>
                  </a:lnTo>
                  <a:lnTo>
                    <a:pt x="53" y="655"/>
                  </a:lnTo>
                  <a:lnTo>
                    <a:pt x="53" y="490"/>
                  </a:lnTo>
                  <a:lnTo>
                    <a:pt x="53" y="336"/>
                  </a:lnTo>
                  <a:lnTo>
                    <a:pt x="53" y="304"/>
                  </a:lnTo>
                  <a:lnTo>
                    <a:pt x="53" y="70"/>
                  </a:lnTo>
                  <a:lnTo>
                    <a:pt x="53" y="49"/>
                  </a:lnTo>
                  <a:lnTo>
                    <a:pt x="53" y="1"/>
                  </a:lnTo>
                  <a:close/>
                  <a:moveTo>
                    <a:pt x="37" y="1059"/>
                  </a:moveTo>
                  <a:cubicBezTo>
                    <a:pt x="37" y="1180"/>
                    <a:pt x="37" y="1298"/>
                    <a:pt x="20" y="1431"/>
                  </a:cubicBezTo>
                  <a:lnTo>
                    <a:pt x="20" y="1617"/>
                  </a:lnTo>
                  <a:lnTo>
                    <a:pt x="20" y="1819"/>
                  </a:lnTo>
                  <a:lnTo>
                    <a:pt x="20" y="2154"/>
                  </a:lnTo>
                  <a:cubicBezTo>
                    <a:pt x="20" y="2053"/>
                    <a:pt x="20" y="1936"/>
                    <a:pt x="37" y="1819"/>
                  </a:cubicBezTo>
                  <a:lnTo>
                    <a:pt x="37" y="1617"/>
                  </a:lnTo>
                  <a:lnTo>
                    <a:pt x="37" y="1431"/>
                  </a:lnTo>
                  <a:lnTo>
                    <a:pt x="37" y="1059"/>
                  </a:lnTo>
                  <a:close/>
                  <a:moveTo>
                    <a:pt x="20" y="2291"/>
                  </a:moveTo>
                  <a:lnTo>
                    <a:pt x="0" y="2308"/>
                  </a:lnTo>
                  <a:lnTo>
                    <a:pt x="0" y="2324"/>
                  </a:lnTo>
                  <a:lnTo>
                    <a:pt x="20" y="2340"/>
                  </a:lnTo>
                  <a:lnTo>
                    <a:pt x="20" y="2324"/>
                  </a:lnTo>
                  <a:lnTo>
                    <a:pt x="20" y="229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1653889" y="726161"/>
              <a:ext cx="292611" cy="163092"/>
            </a:xfrm>
            <a:custGeom>
              <a:rect b="b" l="l" r="r" t="t"/>
              <a:pathLst>
                <a:path extrusionOk="0" h="1642" w="2946">
                  <a:moveTo>
                    <a:pt x="2916" y="1"/>
                  </a:moveTo>
                  <a:cubicBezTo>
                    <a:pt x="2893" y="1"/>
                    <a:pt x="2870" y="14"/>
                    <a:pt x="2844" y="25"/>
                  </a:cubicBezTo>
                  <a:lnTo>
                    <a:pt x="2844" y="42"/>
                  </a:lnTo>
                  <a:lnTo>
                    <a:pt x="2864" y="42"/>
                  </a:lnTo>
                  <a:cubicBezTo>
                    <a:pt x="2880" y="25"/>
                    <a:pt x="2913" y="9"/>
                    <a:pt x="2945" y="9"/>
                  </a:cubicBezTo>
                  <a:cubicBezTo>
                    <a:pt x="2935" y="3"/>
                    <a:pt x="2926" y="1"/>
                    <a:pt x="2916" y="1"/>
                  </a:cubicBezTo>
                  <a:close/>
                  <a:moveTo>
                    <a:pt x="2844" y="42"/>
                  </a:moveTo>
                  <a:lnTo>
                    <a:pt x="2844" y="42"/>
                  </a:lnTo>
                  <a:cubicBezTo>
                    <a:pt x="2678" y="126"/>
                    <a:pt x="2509" y="227"/>
                    <a:pt x="2323" y="328"/>
                  </a:cubicBezTo>
                  <a:cubicBezTo>
                    <a:pt x="2206" y="393"/>
                    <a:pt x="2105" y="462"/>
                    <a:pt x="1988" y="514"/>
                  </a:cubicBezTo>
                  <a:cubicBezTo>
                    <a:pt x="1919" y="547"/>
                    <a:pt x="1871" y="579"/>
                    <a:pt x="1802" y="615"/>
                  </a:cubicBezTo>
                  <a:cubicBezTo>
                    <a:pt x="1733" y="664"/>
                    <a:pt x="1669" y="696"/>
                    <a:pt x="1584" y="749"/>
                  </a:cubicBezTo>
                  <a:cubicBezTo>
                    <a:pt x="1531" y="781"/>
                    <a:pt x="1467" y="817"/>
                    <a:pt x="1398" y="850"/>
                  </a:cubicBezTo>
                  <a:cubicBezTo>
                    <a:pt x="1366" y="866"/>
                    <a:pt x="1329" y="882"/>
                    <a:pt x="1297" y="898"/>
                  </a:cubicBezTo>
                  <a:cubicBezTo>
                    <a:pt x="1228" y="951"/>
                    <a:pt x="1147" y="999"/>
                    <a:pt x="1079" y="1035"/>
                  </a:cubicBezTo>
                  <a:cubicBezTo>
                    <a:pt x="1063" y="1035"/>
                    <a:pt x="1046" y="1052"/>
                    <a:pt x="1026" y="1068"/>
                  </a:cubicBezTo>
                  <a:cubicBezTo>
                    <a:pt x="994" y="1084"/>
                    <a:pt x="978" y="1100"/>
                    <a:pt x="925" y="1100"/>
                  </a:cubicBezTo>
                  <a:lnTo>
                    <a:pt x="909" y="1100"/>
                  </a:lnTo>
                  <a:cubicBezTo>
                    <a:pt x="877" y="1153"/>
                    <a:pt x="824" y="1185"/>
                    <a:pt x="776" y="1201"/>
                  </a:cubicBezTo>
                  <a:cubicBezTo>
                    <a:pt x="760" y="1221"/>
                    <a:pt x="743" y="1221"/>
                    <a:pt x="707" y="1237"/>
                  </a:cubicBezTo>
                  <a:cubicBezTo>
                    <a:pt x="590" y="1322"/>
                    <a:pt x="457" y="1387"/>
                    <a:pt x="319" y="1455"/>
                  </a:cubicBezTo>
                  <a:cubicBezTo>
                    <a:pt x="239" y="1504"/>
                    <a:pt x="154" y="1556"/>
                    <a:pt x="69" y="1605"/>
                  </a:cubicBezTo>
                  <a:lnTo>
                    <a:pt x="37" y="1605"/>
                  </a:lnTo>
                  <a:cubicBezTo>
                    <a:pt x="37" y="1625"/>
                    <a:pt x="16" y="1625"/>
                    <a:pt x="0" y="1641"/>
                  </a:cubicBezTo>
                  <a:lnTo>
                    <a:pt x="16" y="1641"/>
                  </a:lnTo>
                  <a:cubicBezTo>
                    <a:pt x="16" y="1641"/>
                    <a:pt x="37" y="1625"/>
                    <a:pt x="53" y="1625"/>
                  </a:cubicBezTo>
                  <a:lnTo>
                    <a:pt x="69" y="1625"/>
                  </a:lnTo>
                  <a:cubicBezTo>
                    <a:pt x="154" y="1573"/>
                    <a:pt x="239" y="1524"/>
                    <a:pt x="319" y="1472"/>
                  </a:cubicBezTo>
                  <a:cubicBezTo>
                    <a:pt x="457" y="1403"/>
                    <a:pt x="590" y="1322"/>
                    <a:pt x="723" y="1254"/>
                  </a:cubicBezTo>
                  <a:cubicBezTo>
                    <a:pt x="743" y="1237"/>
                    <a:pt x="760" y="1221"/>
                    <a:pt x="776" y="1221"/>
                  </a:cubicBezTo>
                  <a:cubicBezTo>
                    <a:pt x="824" y="1185"/>
                    <a:pt x="893" y="1169"/>
                    <a:pt x="925" y="1120"/>
                  </a:cubicBezTo>
                  <a:cubicBezTo>
                    <a:pt x="978" y="1120"/>
                    <a:pt x="1010" y="1084"/>
                    <a:pt x="1046" y="1068"/>
                  </a:cubicBezTo>
                  <a:cubicBezTo>
                    <a:pt x="1046" y="1068"/>
                    <a:pt x="1063" y="1052"/>
                    <a:pt x="1079" y="1052"/>
                  </a:cubicBezTo>
                  <a:cubicBezTo>
                    <a:pt x="1164" y="999"/>
                    <a:pt x="1228" y="967"/>
                    <a:pt x="1313" y="918"/>
                  </a:cubicBezTo>
                  <a:cubicBezTo>
                    <a:pt x="1349" y="898"/>
                    <a:pt x="1382" y="882"/>
                    <a:pt x="1414" y="866"/>
                  </a:cubicBezTo>
                  <a:cubicBezTo>
                    <a:pt x="1467" y="833"/>
                    <a:pt x="1531" y="797"/>
                    <a:pt x="1600" y="749"/>
                  </a:cubicBezTo>
                  <a:cubicBezTo>
                    <a:pt x="1669" y="716"/>
                    <a:pt x="1733" y="680"/>
                    <a:pt x="1818" y="631"/>
                  </a:cubicBezTo>
                  <a:cubicBezTo>
                    <a:pt x="1871" y="595"/>
                    <a:pt x="1935" y="563"/>
                    <a:pt x="1988" y="530"/>
                  </a:cubicBezTo>
                  <a:cubicBezTo>
                    <a:pt x="2105" y="462"/>
                    <a:pt x="2222" y="393"/>
                    <a:pt x="2323" y="345"/>
                  </a:cubicBezTo>
                  <a:cubicBezTo>
                    <a:pt x="2525" y="227"/>
                    <a:pt x="2695" y="143"/>
                    <a:pt x="2844" y="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541755" y="564559"/>
              <a:ext cx="11820" cy="5264"/>
            </a:xfrm>
            <a:custGeom>
              <a:rect b="b" l="l" r="r" t="t"/>
              <a:pathLst>
                <a:path extrusionOk="0" h="53" w="119">
                  <a:moveTo>
                    <a:pt x="1" y="0"/>
                  </a:moveTo>
                  <a:lnTo>
                    <a:pt x="1" y="20"/>
                  </a:lnTo>
                  <a:cubicBezTo>
                    <a:pt x="33" y="20"/>
                    <a:pt x="66" y="37"/>
                    <a:pt x="118" y="53"/>
                  </a:cubicBezTo>
                  <a:lnTo>
                    <a:pt x="118" y="37"/>
                  </a:lnTo>
                  <a:cubicBezTo>
                    <a:pt x="86" y="20"/>
                    <a:pt x="4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2324332" y="619883"/>
              <a:ext cx="41816" cy="14998"/>
            </a:xfrm>
            <a:custGeom>
              <a:rect b="b" l="l" r="r" t="t"/>
              <a:pathLst>
                <a:path extrusionOk="0" h="151" w="421">
                  <a:moveTo>
                    <a:pt x="0" y="1"/>
                  </a:moveTo>
                  <a:lnTo>
                    <a:pt x="17" y="17"/>
                  </a:lnTo>
                  <a:lnTo>
                    <a:pt x="101" y="49"/>
                  </a:lnTo>
                  <a:cubicBezTo>
                    <a:pt x="170" y="69"/>
                    <a:pt x="255" y="102"/>
                    <a:pt x="336" y="118"/>
                  </a:cubicBezTo>
                  <a:cubicBezTo>
                    <a:pt x="255" y="86"/>
                    <a:pt x="186" y="49"/>
                    <a:pt x="101" y="33"/>
                  </a:cubicBezTo>
                  <a:lnTo>
                    <a:pt x="17" y="1"/>
                  </a:lnTo>
                  <a:close/>
                  <a:moveTo>
                    <a:pt x="336" y="118"/>
                  </a:moveTo>
                  <a:cubicBezTo>
                    <a:pt x="356" y="134"/>
                    <a:pt x="372" y="134"/>
                    <a:pt x="388" y="134"/>
                  </a:cubicBezTo>
                  <a:cubicBezTo>
                    <a:pt x="404" y="150"/>
                    <a:pt x="404" y="150"/>
                    <a:pt x="421" y="150"/>
                  </a:cubicBezTo>
                  <a:lnTo>
                    <a:pt x="421" y="134"/>
                  </a:lnTo>
                  <a:lnTo>
                    <a:pt x="404" y="134"/>
                  </a:lnTo>
                  <a:cubicBezTo>
                    <a:pt x="372" y="118"/>
                    <a:pt x="356" y="118"/>
                    <a:pt x="336"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1682296" y="668453"/>
              <a:ext cx="53536" cy="34962"/>
            </a:xfrm>
            <a:custGeom>
              <a:rect b="b" l="l" r="r" t="t"/>
              <a:pathLst>
                <a:path extrusionOk="0" h="352" w="539">
                  <a:moveTo>
                    <a:pt x="522" y="0"/>
                  </a:moveTo>
                  <a:cubicBezTo>
                    <a:pt x="506" y="0"/>
                    <a:pt x="474" y="17"/>
                    <a:pt x="457" y="33"/>
                  </a:cubicBezTo>
                  <a:lnTo>
                    <a:pt x="437" y="49"/>
                  </a:lnTo>
                  <a:cubicBezTo>
                    <a:pt x="356" y="101"/>
                    <a:pt x="255" y="166"/>
                    <a:pt x="187" y="219"/>
                  </a:cubicBezTo>
                  <a:cubicBezTo>
                    <a:pt x="134" y="235"/>
                    <a:pt x="102" y="267"/>
                    <a:pt x="54" y="303"/>
                  </a:cubicBezTo>
                  <a:lnTo>
                    <a:pt x="33" y="303"/>
                  </a:lnTo>
                  <a:cubicBezTo>
                    <a:pt x="17" y="320"/>
                    <a:pt x="17" y="336"/>
                    <a:pt x="1" y="336"/>
                  </a:cubicBezTo>
                  <a:lnTo>
                    <a:pt x="1" y="352"/>
                  </a:lnTo>
                  <a:cubicBezTo>
                    <a:pt x="17" y="336"/>
                    <a:pt x="33" y="336"/>
                    <a:pt x="54" y="320"/>
                  </a:cubicBezTo>
                  <a:cubicBezTo>
                    <a:pt x="54" y="320"/>
                    <a:pt x="54" y="303"/>
                    <a:pt x="70" y="303"/>
                  </a:cubicBezTo>
                  <a:cubicBezTo>
                    <a:pt x="102" y="287"/>
                    <a:pt x="154" y="251"/>
                    <a:pt x="187" y="235"/>
                  </a:cubicBezTo>
                  <a:cubicBezTo>
                    <a:pt x="272" y="166"/>
                    <a:pt x="356" y="118"/>
                    <a:pt x="437" y="65"/>
                  </a:cubicBezTo>
                  <a:lnTo>
                    <a:pt x="457" y="49"/>
                  </a:lnTo>
                  <a:cubicBezTo>
                    <a:pt x="490" y="33"/>
                    <a:pt x="506" y="17"/>
                    <a:pt x="522" y="17"/>
                  </a:cubicBezTo>
                  <a:lnTo>
                    <a:pt x="538" y="17"/>
                  </a:lnTo>
                  <a:lnTo>
                    <a:pt x="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2222425" y="915574"/>
              <a:ext cx="95153" cy="27016"/>
            </a:xfrm>
            <a:custGeom>
              <a:rect b="b" l="l" r="r" t="t"/>
              <a:pathLst>
                <a:path extrusionOk="0" h="272" w="958">
                  <a:moveTo>
                    <a:pt x="0" y="1"/>
                  </a:moveTo>
                  <a:lnTo>
                    <a:pt x="17" y="21"/>
                  </a:lnTo>
                  <a:lnTo>
                    <a:pt x="101" y="37"/>
                  </a:lnTo>
                  <a:cubicBezTo>
                    <a:pt x="150" y="53"/>
                    <a:pt x="219" y="70"/>
                    <a:pt x="271" y="86"/>
                  </a:cubicBezTo>
                  <a:cubicBezTo>
                    <a:pt x="336" y="102"/>
                    <a:pt x="388" y="122"/>
                    <a:pt x="437" y="138"/>
                  </a:cubicBezTo>
                  <a:cubicBezTo>
                    <a:pt x="489" y="154"/>
                    <a:pt x="554" y="154"/>
                    <a:pt x="606" y="171"/>
                  </a:cubicBezTo>
                  <a:cubicBezTo>
                    <a:pt x="554" y="154"/>
                    <a:pt x="505" y="138"/>
                    <a:pt x="437" y="122"/>
                  </a:cubicBezTo>
                  <a:cubicBezTo>
                    <a:pt x="388" y="102"/>
                    <a:pt x="336" y="86"/>
                    <a:pt x="271" y="70"/>
                  </a:cubicBezTo>
                  <a:cubicBezTo>
                    <a:pt x="219" y="53"/>
                    <a:pt x="170" y="37"/>
                    <a:pt x="101" y="21"/>
                  </a:cubicBezTo>
                  <a:lnTo>
                    <a:pt x="17" y="1"/>
                  </a:lnTo>
                  <a:close/>
                  <a:moveTo>
                    <a:pt x="606" y="171"/>
                  </a:moveTo>
                  <a:cubicBezTo>
                    <a:pt x="622" y="187"/>
                    <a:pt x="655" y="187"/>
                    <a:pt x="675" y="203"/>
                  </a:cubicBezTo>
                  <a:cubicBezTo>
                    <a:pt x="723" y="203"/>
                    <a:pt x="792" y="223"/>
                    <a:pt x="841" y="239"/>
                  </a:cubicBezTo>
                  <a:cubicBezTo>
                    <a:pt x="792" y="223"/>
                    <a:pt x="740" y="203"/>
                    <a:pt x="675" y="187"/>
                  </a:cubicBezTo>
                  <a:cubicBezTo>
                    <a:pt x="655" y="171"/>
                    <a:pt x="639" y="171"/>
                    <a:pt x="606" y="171"/>
                  </a:cubicBezTo>
                  <a:close/>
                  <a:moveTo>
                    <a:pt x="841" y="239"/>
                  </a:moveTo>
                  <a:lnTo>
                    <a:pt x="857" y="255"/>
                  </a:lnTo>
                  <a:cubicBezTo>
                    <a:pt x="877" y="255"/>
                    <a:pt x="909" y="272"/>
                    <a:pt x="942" y="272"/>
                  </a:cubicBezTo>
                  <a:lnTo>
                    <a:pt x="958" y="272"/>
                  </a:lnTo>
                  <a:lnTo>
                    <a:pt x="958" y="255"/>
                  </a:lnTo>
                  <a:cubicBezTo>
                    <a:pt x="925" y="255"/>
                    <a:pt x="893" y="255"/>
                    <a:pt x="857" y="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277352" y="671632"/>
              <a:ext cx="5364" cy="35459"/>
            </a:xfrm>
            <a:custGeom>
              <a:rect b="b" l="l" r="r" t="t"/>
              <a:pathLst>
                <a:path extrusionOk="0" h="357" w="54">
                  <a:moveTo>
                    <a:pt x="37" y="1"/>
                  </a:moveTo>
                  <a:cubicBezTo>
                    <a:pt x="1" y="1"/>
                    <a:pt x="1" y="33"/>
                    <a:pt x="21" y="33"/>
                  </a:cubicBezTo>
                  <a:cubicBezTo>
                    <a:pt x="21" y="17"/>
                    <a:pt x="21" y="17"/>
                    <a:pt x="37" y="17"/>
                  </a:cubicBezTo>
                  <a:lnTo>
                    <a:pt x="37" y="1"/>
                  </a:lnTo>
                  <a:close/>
                  <a:moveTo>
                    <a:pt x="21" y="33"/>
                  </a:moveTo>
                  <a:lnTo>
                    <a:pt x="21" y="53"/>
                  </a:lnTo>
                  <a:lnTo>
                    <a:pt x="21" y="102"/>
                  </a:lnTo>
                  <a:lnTo>
                    <a:pt x="21" y="170"/>
                  </a:lnTo>
                  <a:lnTo>
                    <a:pt x="21" y="255"/>
                  </a:lnTo>
                  <a:cubicBezTo>
                    <a:pt x="21" y="271"/>
                    <a:pt x="37" y="304"/>
                    <a:pt x="37" y="336"/>
                  </a:cubicBezTo>
                  <a:cubicBezTo>
                    <a:pt x="37" y="356"/>
                    <a:pt x="37" y="356"/>
                    <a:pt x="53" y="356"/>
                  </a:cubicBezTo>
                  <a:lnTo>
                    <a:pt x="53" y="336"/>
                  </a:lnTo>
                  <a:cubicBezTo>
                    <a:pt x="37" y="304"/>
                    <a:pt x="37" y="271"/>
                    <a:pt x="37" y="255"/>
                  </a:cubicBezTo>
                  <a:lnTo>
                    <a:pt x="37" y="170"/>
                  </a:lnTo>
                  <a:lnTo>
                    <a:pt x="37" y="102"/>
                  </a:lnTo>
                  <a:cubicBezTo>
                    <a:pt x="37" y="86"/>
                    <a:pt x="21" y="69"/>
                    <a:pt x="2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312711" y="446164"/>
              <a:ext cx="51848" cy="20163"/>
            </a:xfrm>
            <a:custGeom>
              <a:rect b="b" l="l" r="r" t="t"/>
              <a:pathLst>
                <a:path extrusionOk="0" h="203" w="522">
                  <a:moveTo>
                    <a:pt x="16" y="1"/>
                  </a:moveTo>
                  <a:lnTo>
                    <a:pt x="0" y="17"/>
                  </a:lnTo>
                  <a:lnTo>
                    <a:pt x="16" y="17"/>
                  </a:lnTo>
                  <a:cubicBezTo>
                    <a:pt x="33" y="17"/>
                    <a:pt x="33" y="17"/>
                    <a:pt x="49" y="33"/>
                  </a:cubicBezTo>
                  <a:lnTo>
                    <a:pt x="69" y="33"/>
                  </a:lnTo>
                  <a:cubicBezTo>
                    <a:pt x="117" y="49"/>
                    <a:pt x="170" y="65"/>
                    <a:pt x="202" y="81"/>
                  </a:cubicBezTo>
                  <a:cubicBezTo>
                    <a:pt x="235" y="102"/>
                    <a:pt x="271" y="118"/>
                    <a:pt x="303" y="118"/>
                  </a:cubicBezTo>
                  <a:cubicBezTo>
                    <a:pt x="336" y="134"/>
                    <a:pt x="388" y="150"/>
                    <a:pt x="420" y="166"/>
                  </a:cubicBezTo>
                  <a:cubicBezTo>
                    <a:pt x="420" y="166"/>
                    <a:pt x="437" y="166"/>
                    <a:pt x="437" y="182"/>
                  </a:cubicBezTo>
                  <a:cubicBezTo>
                    <a:pt x="453" y="182"/>
                    <a:pt x="489" y="203"/>
                    <a:pt x="505" y="203"/>
                  </a:cubicBezTo>
                  <a:lnTo>
                    <a:pt x="521" y="182"/>
                  </a:lnTo>
                  <a:lnTo>
                    <a:pt x="505" y="182"/>
                  </a:lnTo>
                  <a:cubicBezTo>
                    <a:pt x="489" y="182"/>
                    <a:pt x="473" y="166"/>
                    <a:pt x="437" y="166"/>
                  </a:cubicBezTo>
                  <a:cubicBezTo>
                    <a:pt x="437" y="166"/>
                    <a:pt x="420" y="166"/>
                    <a:pt x="420" y="150"/>
                  </a:cubicBezTo>
                  <a:cubicBezTo>
                    <a:pt x="388" y="134"/>
                    <a:pt x="352" y="134"/>
                    <a:pt x="319" y="118"/>
                  </a:cubicBezTo>
                  <a:cubicBezTo>
                    <a:pt x="287" y="102"/>
                    <a:pt x="251" y="81"/>
                    <a:pt x="218" y="81"/>
                  </a:cubicBezTo>
                  <a:cubicBezTo>
                    <a:pt x="170" y="65"/>
                    <a:pt x="117" y="33"/>
                    <a:pt x="85" y="33"/>
                  </a:cubicBezTo>
                  <a:cubicBezTo>
                    <a:pt x="69" y="17"/>
                    <a:pt x="69" y="17"/>
                    <a:pt x="49" y="17"/>
                  </a:cubicBezTo>
                  <a:cubicBezTo>
                    <a:pt x="49"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1787878" y="977851"/>
              <a:ext cx="13310" cy="6456"/>
            </a:xfrm>
            <a:custGeom>
              <a:rect b="b" l="l" r="r" t="t"/>
              <a:pathLst>
                <a:path extrusionOk="0" h="65" w="134">
                  <a:moveTo>
                    <a:pt x="134" y="0"/>
                  </a:moveTo>
                  <a:lnTo>
                    <a:pt x="0" y="49"/>
                  </a:lnTo>
                  <a:lnTo>
                    <a:pt x="0" y="65"/>
                  </a:lnTo>
                  <a:lnTo>
                    <a:pt x="17" y="65"/>
                  </a:lnTo>
                  <a:lnTo>
                    <a:pt x="1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1677528" y="519565"/>
              <a:ext cx="60290" cy="43504"/>
            </a:xfrm>
            <a:custGeom>
              <a:rect b="b" l="l" r="r" t="t"/>
              <a:pathLst>
                <a:path extrusionOk="0" h="438" w="607">
                  <a:moveTo>
                    <a:pt x="606" y="1"/>
                  </a:moveTo>
                  <a:cubicBezTo>
                    <a:pt x="570" y="1"/>
                    <a:pt x="538" y="17"/>
                    <a:pt x="522" y="33"/>
                  </a:cubicBezTo>
                  <a:cubicBezTo>
                    <a:pt x="522" y="49"/>
                    <a:pt x="505" y="49"/>
                    <a:pt x="505" y="69"/>
                  </a:cubicBezTo>
                  <a:cubicBezTo>
                    <a:pt x="522" y="69"/>
                    <a:pt x="522" y="49"/>
                    <a:pt x="538" y="49"/>
                  </a:cubicBezTo>
                  <a:cubicBezTo>
                    <a:pt x="554" y="33"/>
                    <a:pt x="570" y="17"/>
                    <a:pt x="606" y="1"/>
                  </a:cubicBezTo>
                  <a:close/>
                  <a:moveTo>
                    <a:pt x="505" y="69"/>
                  </a:moveTo>
                  <a:lnTo>
                    <a:pt x="505" y="69"/>
                  </a:lnTo>
                  <a:cubicBezTo>
                    <a:pt x="421" y="118"/>
                    <a:pt x="320" y="187"/>
                    <a:pt x="219" y="271"/>
                  </a:cubicBezTo>
                  <a:lnTo>
                    <a:pt x="166" y="304"/>
                  </a:lnTo>
                  <a:cubicBezTo>
                    <a:pt x="118" y="336"/>
                    <a:pt x="49" y="389"/>
                    <a:pt x="1" y="421"/>
                  </a:cubicBezTo>
                  <a:lnTo>
                    <a:pt x="1" y="437"/>
                  </a:lnTo>
                  <a:cubicBezTo>
                    <a:pt x="65" y="405"/>
                    <a:pt x="118" y="352"/>
                    <a:pt x="166" y="320"/>
                  </a:cubicBezTo>
                  <a:lnTo>
                    <a:pt x="219" y="288"/>
                  </a:lnTo>
                  <a:cubicBezTo>
                    <a:pt x="320" y="203"/>
                    <a:pt x="421" y="134"/>
                    <a:pt x="505" y="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2284205" y="434146"/>
              <a:ext cx="11720" cy="5264"/>
            </a:xfrm>
            <a:custGeom>
              <a:rect b="b" l="l" r="r" t="t"/>
              <a:pathLst>
                <a:path extrusionOk="0" h="53" w="118">
                  <a:moveTo>
                    <a:pt x="0" y="0"/>
                  </a:moveTo>
                  <a:lnTo>
                    <a:pt x="0" y="21"/>
                  </a:lnTo>
                  <a:lnTo>
                    <a:pt x="118" y="53"/>
                  </a:lnTo>
                  <a:lnTo>
                    <a:pt x="118" y="53"/>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2376081" y="802045"/>
              <a:ext cx="10131" cy="3377"/>
            </a:xfrm>
            <a:custGeom>
              <a:rect b="b" l="l" r="r" t="t"/>
              <a:pathLst>
                <a:path extrusionOk="0" h="34" w="102">
                  <a:moveTo>
                    <a:pt x="1" y="1"/>
                  </a:moveTo>
                  <a:lnTo>
                    <a:pt x="1" y="17"/>
                  </a:lnTo>
                  <a:cubicBezTo>
                    <a:pt x="17" y="17"/>
                    <a:pt x="37" y="17"/>
                    <a:pt x="53" y="33"/>
                  </a:cubicBezTo>
                  <a:lnTo>
                    <a:pt x="102" y="33"/>
                  </a:lnTo>
                  <a:cubicBezTo>
                    <a:pt x="85" y="17"/>
                    <a:pt x="69" y="17"/>
                    <a:pt x="53" y="17"/>
                  </a:cubicBezTo>
                  <a:cubicBezTo>
                    <a:pt x="37"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1672363" y="635875"/>
              <a:ext cx="63469" cy="42710"/>
            </a:xfrm>
            <a:custGeom>
              <a:rect b="b" l="l" r="r" t="t"/>
              <a:pathLst>
                <a:path extrusionOk="0" h="430" w="639">
                  <a:moveTo>
                    <a:pt x="613" y="1"/>
                  </a:moveTo>
                  <a:cubicBezTo>
                    <a:pt x="596" y="1"/>
                    <a:pt x="585" y="14"/>
                    <a:pt x="574" y="26"/>
                  </a:cubicBezTo>
                  <a:lnTo>
                    <a:pt x="557" y="42"/>
                  </a:lnTo>
                  <a:cubicBezTo>
                    <a:pt x="456" y="110"/>
                    <a:pt x="355" y="175"/>
                    <a:pt x="254" y="244"/>
                  </a:cubicBezTo>
                  <a:lnTo>
                    <a:pt x="186" y="292"/>
                  </a:lnTo>
                  <a:cubicBezTo>
                    <a:pt x="133" y="312"/>
                    <a:pt x="101" y="345"/>
                    <a:pt x="69" y="377"/>
                  </a:cubicBezTo>
                  <a:cubicBezTo>
                    <a:pt x="101" y="361"/>
                    <a:pt x="154" y="328"/>
                    <a:pt x="186" y="312"/>
                  </a:cubicBezTo>
                  <a:lnTo>
                    <a:pt x="271" y="244"/>
                  </a:lnTo>
                  <a:cubicBezTo>
                    <a:pt x="355" y="191"/>
                    <a:pt x="456" y="127"/>
                    <a:pt x="557" y="58"/>
                  </a:cubicBezTo>
                  <a:lnTo>
                    <a:pt x="574" y="42"/>
                  </a:lnTo>
                  <a:cubicBezTo>
                    <a:pt x="590" y="26"/>
                    <a:pt x="606" y="9"/>
                    <a:pt x="638" y="9"/>
                  </a:cubicBezTo>
                  <a:cubicBezTo>
                    <a:pt x="629" y="3"/>
                    <a:pt x="620" y="1"/>
                    <a:pt x="613" y="1"/>
                  </a:cubicBezTo>
                  <a:close/>
                  <a:moveTo>
                    <a:pt x="69" y="377"/>
                  </a:moveTo>
                  <a:lnTo>
                    <a:pt x="0" y="413"/>
                  </a:lnTo>
                  <a:lnTo>
                    <a:pt x="0" y="429"/>
                  </a:lnTo>
                  <a:lnTo>
                    <a:pt x="16" y="429"/>
                  </a:lnTo>
                  <a:lnTo>
                    <a:pt x="69" y="37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2235635" y="940902"/>
              <a:ext cx="15395" cy="4867"/>
            </a:xfrm>
            <a:custGeom>
              <a:rect b="b" l="l" r="r" t="t"/>
              <a:pathLst>
                <a:path extrusionOk="0" h="49" w="155">
                  <a:moveTo>
                    <a:pt x="1" y="0"/>
                  </a:moveTo>
                  <a:lnTo>
                    <a:pt x="17" y="17"/>
                  </a:lnTo>
                  <a:cubicBezTo>
                    <a:pt x="37" y="17"/>
                    <a:pt x="53" y="17"/>
                    <a:pt x="69" y="33"/>
                  </a:cubicBezTo>
                  <a:cubicBezTo>
                    <a:pt x="102" y="33"/>
                    <a:pt x="118" y="49"/>
                    <a:pt x="138" y="49"/>
                  </a:cubicBezTo>
                  <a:lnTo>
                    <a:pt x="154" y="33"/>
                  </a:lnTo>
                  <a:cubicBezTo>
                    <a:pt x="118" y="33"/>
                    <a:pt x="102" y="17"/>
                    <a:pt x="69" y="17"/>
                  </a:cubicBezTo>
                  <a:cubicBezTo>
                    <a:pt x="53" y="17"/>
                    <a:pt x="3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1762550" y="934048"/>
              <a:ext cx="41915" cy="18574"/>
            </a:xfrm>
            <a:custGeom>
              <a:rect b="b" l="l" r="r" t="t"/>
              <a:pathLst>
                <a:path extrusionOk="0" h="187" w="422">
                  <a:moveTo>
                    <a:pt x="421" y="1"/>
                  </a:moveTo>
                  <a:lnTo>
                    <a:pt x="356" y="17"/>
                  </a:lnTo>
                  <a:cubicBezTo>
                    <a:pt x="320" y="37"/>
                    <a:pt x="272" y="53"/>
                    <a:pt x="235" y="69"/>
                  </a:cubicBezTo>
                  <a:cubicBezTo>
                    <a:pt x="171" y="102"/>
                    <a:pt x="102" y="138"/>
                    <a:pt x="33" y="170"/>
                  </a:cubicBezTo>
                  <a:cubicBezTo>
                    <a:pt x="102" y="154"/>
                    <a:pt x="171" y="118"/>
                    <a:pt x="235" y="86"/>
                  </a:cubicBezTo>
                  <a:cubicBezTo>
                    <a:pt x="288" y="69"/>
                    <a:pt x="320" y="53"/>
                    <a:pt x="356" y="37"/>
                  </a:cubicBezTo>
                  <a:lnTo>
                    <a:pt x="421" y="1"/>
                  </a:lnTo>
                  <a:close/>
                  <a:moveTo>
                    <a:pt x="1" y="170"/>
                  </a:moveTo>
                  <a:lnTo>
                    <a:pt x="17" y="187"/>
                  </a:lnTo>
                  <a:lnTo>
                    <a:pt x="33" y="17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2466367" y="460963"/>
              <a:ext cx="6953" cy="3377"/>
            </a:xfrm>
            <a:custGeom>
              <a:rect b="b" l="l" r="r" t="t"/>
              <a:pathLst>
                <a:path extrusionOk="0" h="34" w="70">
                  <a:moveTo>
                    <a:pt x="1" y="1"/>
                  </a:moveTo>
                  <a:lnTo>
                    <a:pt x="69" y="33"/>
                  </a:lnTo>
                  <a:lnTo>
                    <a:pt x="69" y="17"/>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2322743" y="579756"/>
              <a:ext cx="11720" cy="4966"/>
            </a:xfrm>
            <a:custGeom>
              <a:rect b="b" l="l" r="r" t="t"/>
              <a:pathLst>
                <a:path extrusionOk="0" h="50" w="118">
                  <a:moveTo>
                    <a:pt x="0" y="1"/>
                  </a:moveTo>
                  <a:lnTo>
                    <a:pt x="0" y="17"/>
                  </a:lnTo>
                  <a:lnTo>
                    <a:pt x="101" y="49"/>
                  </a:lnTo>
                  <a:lnTo>
                    <a:pt x="117" y="49"/>
                  </a:lnTo>
                  <a:lnTo>
                    <a:pt x="101"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2311122" y="596641"/>
              <a:ext cx="51848" cy="16587"/>
            </a:xfrm>
            <a:custGeom>
              <a:rect b="b" l="l" r="r" t="t"/>
              <a:pathLst>
                <a:path extrusionOk="0" h="167" w="522">
                  <a:moveTo>
                    <a:pt x="0" y="0"/>
                  </a:moveTo>
                  <a:cubicBezTo>
                    <a:pt x="49" y="17"/>
                    <a:pt x="101" y="33"/>
                    <a:pt x="150" y="49"/>
                  </a:cubicBezTo>
                  <a:cubicBezTo>
                    <a:pt x="166" y="49"/>
                    <a:pt x="166" y="65"/>
                    <a:pt x="186" y="65"/>
                  </a:cubicBezTo>
                  <a:cubicBezTo>
                    <a:pt x="218" y="81"/>
                    <a:pt x="234" y="81"/>
                    <a:pt x="251" y="81"/>
                  </a:cubicBezTo>
                  <a:cubicBezTo>
                    <a:pt x="234" y="65"/>
                    <a:pt x="218" y="65"/>
                    <a:pt x="202" y="49"/>
                  </a:cubicBezTo>
                  <a:cubicBezTo>
                    <a:pt x="186" y="49"/>
                    <a:pt x="166" y="49"/>
                    <a:pt x="150" y="33"/>
                  </a:cubicBezTo>
                  <a:cubicBezTo>
                    <a:pt x="101" y="17"/>
                    <a:pt x="49" y="0"/>
                    <a:pt x="0" y="0"/>
                  </a:cubicBezTo>
                  <a:close/>
                  <a:moveTo>
                    <a:pt x="251" y="81"/>
                  </a:moveTo>
                  <a:cubicBezTo>
                    <a:pt x="267" y="101"/>
                    <a:pt x="303" y="101"/>
                    <a:pt x="319" y="118"/>
                  </a:cubicBezTo>
                  <a:cubicBezTo>
                    <a:pt x="335" y="118"/>
                    <a:pt x="352" y="118"/>
                    <a:pt x="368" y="134"/>
                  </a:cubicBezTo>
                  <a:cubicBezTo>
                    <a:pt x="420" y="150"/>
                    <a:pt x="469" y="166"/>
                    <a:pt x="505" y="166"/>
                  </a:cubicBezTo>
                  <a:lnTo>
                    <a:pt x="521" y="166"/>
                  </a:lnTo>
                  <a:cubicBezTo>
                    <a:pt x="469" y="150"/>
                    <a:pt x="420" y="134"/>
                    <a:pt x="388" y="118"/>
                  </a:cubicBezTo>
                  <a:cubicBezTo>
                    <a:pt x="352" y="118"/>
                    <a:pt x="335" y="101"/>
                    <a:pt x="319" y="101"/>
                  </a:cubicBezTo>
                  <a:cubicBezTo>
                    <a:pt x="303" y="101"/>
                    <a:pt x="287" y="81"/>
                    <a:pt x="251" y="8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1673952" y="558103"/>
              <a:ext cx="63866" cy="45094"/>
            </a:xfrm>
            <a:custGeom>
              <a:rect b="b" l="l" r="r" t="t"/>
              <a:pathLst>
                <a:path extrusionOk="0" h="454" w="643">
                  <a:moveTo>
                    <a:pt x="642" y="1"/>
                  </a:moveTo>
                  <a:cubicBezTo>
                    <a:pt x="606" y="1"/>
                    <a:pt x="606" y="1"/>
                    <a:pt x="590" y="17"/>
                  </a:cubicBezTo>
                  <a:cubicBezTo>
                    <a:pt x="521" y="65"/>
                    <a:pt x="457" y="102"/>
                    <a:pt x="404" y="150"/>
                  </a:cubicBezTo>
                  <a:cubicBezTo>
                    <a:pt x="319" y="203"/>
                    <a:pt x="255" y="251"/>
                    <a:pt x="186" y="304"/>
                  </a:cubicBezTo>
                  <a:cubicBezTo>
                    <a:pt x="154" y="336"/>
                    <a:pt x="101" y="368"/>
                    <a:pt x="69" y="405"/>
                  </a:cubicBezTo>
                  <a:cubicBezTo>
                    <a:pt x="117" y="388"/>
                    <a:pt x="154" y="352"/>
                    <a:pt x="186" y="320"/>
                  </a:cubicBezTo>
                  <a:cubicBezTo>
                    <a:pt x="271" y="267"/>
                    <a:pt x="339" y="219"/>
                    <a:pt x="404" y="166"/>
                  </a:cubicBezTo>
                  <a:cubicBezTo>
                    <a:pt x="473" y="118"/>
                    <a:pt x="521" y="65"/>
                    <a:pt x="590" y="33"/>
                  </a:cubicBezTo>
                  <a:cubicBezTo>
                    <a:pt x="606" y="17"/>
                    <a:pt x="622" y="17"/>
                    <a:pt x="642" y="17"/>
                  </a:cubicBezTo>
                  <a:lnTo>
                    <a:pt x="642" y="1"/>
                  </a:lnTo>
                  <a:close/>
                  <a:moveTo>
                    <a:pt x="69" y="405"/>
                  </a:moveTo>
                  <a:lnTo>
                    <a:pt x="0" y="437"/>
                  </a:lnTo>
                  <a:lnTo>
                    <a:pt x="0" y="453"/>
                  </a:lnTo>
                  <a:lnTo>
                    <a:pt x="16" y="453"/>
                  </a:lnTo>
                  <a:lnTo>
                    <a:pt x="69" y="4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1739308" y="885478"/>
              <a:ext cx="70322" cy="35459"/>
            </a:xfrm>
            <a:custGeom>
              <a:rect b="b" l="l" r="r" t="t"/>
              <a:pathLst>
                <a:path extrusionOk="0" h="357" w="708">
                  <a:moveTo>
                    <a:pt x="691" y="1"/>
                  </a:moveTo>
                  <a:cubicBezTo>
                    <a:pt x="671" y="1"/>
                    <a:pt x="655" y="21"/>
                    <a:pt x="639" y="21"/>
                  </a:cubicBezTo>
                  <a:cubicBezTo>
                    <a:pt x="623" y="21"/>
                    <a:pt x="623" y="37"/>
                    <a:pt x="607" y="37"/>
                  </a:cubicBezTo>
                  <a:lnTo>
                    <a:pt x="506" y="86"/>
                  </a:lnTo>
                  <a:cubicBezTo>
                    <a:pt x="352" y="171"/>
                    <a:pt x="203" y="239"/>
                    <a:pt x="49" y="324"/>
                  </a:cubicBezTo>
                  <a:cubicBezTo>
                    <a:pt x="33" y="324"/>
                    <a:pt x="33" y="324"/>
                    <a:pt x="17" y="340"/>
                  </a:cubicBezTo>
                  <a:lnTo>
                    <a:pt x="1" y="356"/>
                  </a:lnTo>
                  <a:lnTo>
                    <a:pt x="17" y="356"/>
                  </a:lnTo>
                  <a:lnTo>
                    <a:pt x="33" y="340"/>
                  </a:lnTo>
                  <a:lnTo>
                    <a:pt x="49" y="340"/>
                  </a:lnTo>
                  <a:cubicBezTo>
                    <a:pt x="203" y="255"/>
                    <a:pt x="368" y="171"/>
                    <a:pt x="522" y="102"/>
                  </a:cubicBezTo>
                  <a:lnTo>
                    <a:pt x="623" y="37"/>
                  </a:lnTo>
                  <a:lnTo>
                    <a:pt x="639" y="37"/>
                  </a:lnTo>
                  <a:cubicBezTo>
                    <a:pt x="655" y="21"/>
                    <a:pt x="671" y="21"/>
                    <a:pt x="691" y="21"/>
                  </a:cubicBezTo>
                  <a:lnTo>
                    <a:pt x="708" y="21"/>
                  </a:ln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2483252" y="447753"/>
              <a:ext cx="14899" cy="6555"/>
            </a:xfrm>
            <a:custGeom>
              <a:rect b="b" l="l" r="r" t="t"/>
              <a:pathLst>
                <a:path extrusionOk="0" h="66" w="150">
                  <a:moveTo>
                    <a:pt x="0" y="1"/>
                  </a:moveTo>
                  <a:lnTo>
                    <a:pt x="16" y="17"/>
                  </a:lnTo>
                  <a:lnTo>
                    <a:pt x="49" y="17"/>
                  </a:lnTo>
                  <a:cubicBezTo>
                    <a:pt x="49" y="1"/>
                    <a:pt x="32" y="1"/>
                    <a:pt x="32" y="1"/>
                  </a:cubicBezTo>
                  <a:close/>
                  <a:moveTo>
                    <a:pt x="49" y="17"/>
                  </a:moveTo>
                  <a:lnTo>
                    <a:pt x="49" y="33"/>
                  </a:lnTo>
                  <a:cubicBezTo>
                    <a:pt x="85" y="33"/>
                    <a:pt x="101" y="49"/>
                    <a:pt x="133" y="65"/>
                  </a:cubicBezTo>
                  <a:lnTo>
                    <a:pt x="150" y="49"/>
                  </a:lnTo>
                  <a:lnTo>
                    <a:pt x="133" y="49"/>
                  </a:lnTo>
                  <a:cubicBezTo>
                    <a:pt x="117" y="33"/>
                    <a:pt x="85" y="33"/>
                    <a:pt x="4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2304269" y="504368"/>
              <a:ext cx="45392" cy="16885"/>
            </a:xfrm>
            <a:custGeom>
              <a:rect b="b" l="l" r="r" t="t"/>
              <a:pathLst>
                <a:path extrusionOk="0" h="170" w="457">
                  <a:moveTo>
                    <a:pt x="17" y="0"/>
                  </a:moveTo>
                  <a:lnTo>
                    <a:pt x="0" y="20"/>
                  </a:lnTo>
                  <a:cubicBezTo>
                    <a:pt x="33" y="20"/>
                    <a:pt x="53" y="37"/>
                    <a:pt x="69" y="37"/>
                  </a:cubicBezTo>
                  <a:cubicBezTo>
                    <a:pt x="85" y="37"/>
                    <a:pt x="85" y="53"/>
                    <a:pt x="101" y="53"/>
                  </a:cubicBezTo>
                  <a:cubicBezTo>
                    <a:pt x="154" y="69"/>
                    <a:pt x="202" y="85"/>
                    <a:pt x="255" y="101"/>
                  </a:cubicBezTo>
                  <a:cubicBezTo>
                    <a:pt x="271" y="101"/>
                    <a:pt x="287" y="121"/>
                    <a:pt x="320" y="121"/>
                  </a:cubicBezTo>
                  <a:cubicBezTo>
                    <a:pt x="303" y="101"/>
                    <a:pt x="287" y="101"/>
                    <a:pt x="255" y="85"/>
                  </a:cubicBezTo>
                  <a:cubicBezTo>
                    <a:pt x="202" y="69"/>
                    <a:pt x="154" y="53"/>
                    <a:pt x="101" y="37"/>
                  </a:cubicBezTo>
                  <a:cubicBezTo>
                    <a:pt x="101" y="37"/>
                    <a:pt x="85" y="37"/>
                    <a:pt x="69" y="20"/>
                  </a:cubicBezTo>
                  <a:cubicBezTo>
                    <a:pt x="53" y="20"/>
                    <a:pt x="33" y="0"/>
                    <a:pt x="17" y="0"/>
                  </a:cubicBezTo>
                  <a:close/>
                  <a:moveTo>
                    <a:pt x="320" y="121"/>
                  </a:moveTo>
                  <a:cubicBezTo>
                    <a:pt x="356" y="138"/>
                    <a:pt x="404" y="154"/>
                    <a:pt x="457" y="170"/>
                  </a:cubicBezTo>
                  <a:cubicBezTo>
                    <a:pt x="404" y="154"/>
                    <a:pt x="372" y="138"/>
                    <a:pt x="320"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2469943" y="506355"/>
              <a:ext cx="80354" cy="31784"/>
            </a:xfrm>
            <a:custGeom>
              <a:rect b="b" l="l" r="r" t="t"/>
              <a:pathLst>
                <a:path extrusionOk="0" h="320" w="809">
                  <a:moveTo>
                    <a:pt x="1" y="0"/>
                  </a:moveTo>
                  <a:lnTo>
                    <a:pt x="1" y="17"/>
                  </a:lnTo>
                  <a:lnTo>
                    <a:pt x="203" y="81"/>
                  </a:lnTo>
                  <a:cubicBezTo>
                    <a:pt x="251" y="101"/>
                    <a:pt x="304" y="134"/>
                    <a:pt x="368" y="150"/>
                  </a:cubicBezTo>
                  <a:cubicBezTo>
                    <a:pt x="421" y="166"/>
                    <a:pt x="453" y="182"/>
                    <a:pt x="506" y="202"/>
                  </a:cubicBezTo>
                  <a:cubicBezTo>
                    <a:pt x="554" y="219"/>
                    <a:pt x="607" y="235"/>
                    <a:pt x="655" y="251"/>
                  </a:cubicBezTo>
                  <a:cubicBezTo>
                    <a:pt x="607" y="235"/>
                    <a:pt x="554" y="202"/>
                    <a:pt x="506" y="182"/>
                  </a:cubicBezTo>
                  <a:cubicBezTo>
                    <a:pt x="469" y="166"/>
                    <a:pt x="421" y="150"/>
                    <a:pt x="368" y="134"/>
                  </a:cubicBezTo>
                  <a:cubicBezTo>
                    <a:pt x="320" y="118"/>
                    <a:pt x="251" y="101"/>
                    <a:pt x="203" y="65"/>
                  </a:cubicBezTo>
                  <a:lnTo>
                    <a:pt x="1" y="0"/>
                  </a:lnTo>
                  <a:close/>
                  <a:moveTo>
                    <a:pt x="655" y="251"/>
                  </a:moveTo>
                  <a:cubicBezTo>
                    <a:pt x="688" y="267"/>
                    <a:pt x="724" y="283"/>
                    <a:pt x="756" y="303"/>
                  </a:cubicBezTo>
                  <a:lnTo>
                    <a:pt x="789" y="320"/>
                  </a:lnTo>
                  <a:lnTo>
                    <a:pt x="809" y="320"/>
                  </a:lnTo>
                  <a:lnTo>
                    <a:pt x="809" y="303"/>
                  </a:lnTo>
                  <a:lnTo>
                    <a:pt x="756" y="283"/>
                  </a:lnTo>
                  <a:cubicBezTo>
                    <a:pt x="724" y="267"/>
                    <a:pt x="688" y="251"/>
                    <a:pt x="655" y="2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1673952" y="609852"/>
              <a:ext cx="60290" cy="43405"/>
            </a:xfrm>
            <a:custGeom>
              <a:rect b="b" l="l" r="r" t="t"/>
              <a:pathLst>
                <a:path extrusionOk="0" h="437" w="607">
                  <a:moveTo>
                    <a:pt x="590" y="1"/>
                  </a:moveTo>
                  <a:cubicBezTo>
                    <a:pt x="574" y="17"/>
                    <a:pt x="558" y="33"/>
                    <a:pt x="521" y="49"/>
                  </a:cubicBezTo>
                  <a:cubicBezTo>
                    <a:pt x="521" y="49"/>
                    <a:pt x="505" y="49"/>
                    <a:pt x="505" y="69"/>
                  </a:cubicBezTo>
                  <a:cubicBezTo>
                    <a:pt x="521" y="69"/>
                    <a:pt x="521" y="69"/>
                    <a:pt x="541" y="49"/>
                  </a:cubicBezTo>
                  <a:cubicBezTo>
                    <a:pt x="558" y="33"/>
                    <a:pt x="574" y="17"/>
                    <a:pt x="606" y="17"/>
                  </a:cubicBezTo>
                  <a:lnTo>
                    <a:pt x="606" y="1"/>
                  </a:lnTo>
                  <a:close/>
                  <a:moveTo>
                    <a:pt x="505" y="69"/>
                  </a:moveTo>
                  <a:lnTo>
                    <a:pt x="505" y="69"/>
                  </a:lnTo>
                  <a:cubicBezTo>
                    <a:pt x="356" y="170"/>
                    <a:pt x="218" y="271"/>
                    <a:pt x="69" y="372"/>
                  </a:cubicBezTo>
                  <a:lnTo>
                    <a:pt x="0" y="421"/>
                  </a:lnTo>
                  <a:lnTo>
                    <a:pt x="0" y="437"/>
                  </a:lnTo>
                  <a:lnTo>
                    <a:pt x="85" y="389"/>
                  </a:lnTo>
                  <a:cubicBezTo>
                    <a:pt x="218" y="288"/>
                    <a:pt x="372" y="170"/>
                    <a:pt x="505" y="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2351249" y="795291"/>
              <a:ext cx="11720" cy="3675"/>
            </a:xfrm>
            <a:custGeom>
              <a:rect b="b" l="l" r="r" t="t"/>
              <a:pathLst>
                <a:path extrusionOk="0" h="37" w="118">
                  <a:moveTo>
                    <a:pt x="0" y="0"/>
                  </a:moveTo>
                  <a:lnTo>
                    <a:pt x="0" y="20"/>
                  </a:lnTo>
                  <a:lnTo>
                    <a:pt x="101" y="36"/>
                  </a:lnTo>
                  <a:lnTo>
                    <a:pt x="117" y="36"/>
                  </a:lnTo>
                  <a:lnTo>
                    <a:pt x="117" y="20"/>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2282616" y="735100"/>
              <a:ext cx="3278" cy="22149"/>
            </a:xfrm>
            <a:custGeom>
              <a:rect b="b" l="l" r="r" t="t"/>
              <a:pathLst>
                <a:path extrusionOk="0" h="223" w="33">
                  <a:moveTo>
                    <a:pt x="0" y="0"/>
                  </a:moveTo>
                  <a:cubicBezTo>
                    <a:pt x="0" y="53"/>
                    <a:pt x="0" y="85"/>
                    <a:pt x="16" y="137"/>
                  </a:cubicBezTo>
                  <a:lnTo>
                    <a:pt x="16" y="0"/>
                  </a:lnTo>
                  <a:close/>
                  <a:moveTo>
                    <a:pt x="16" y="154"/>
                  </a:moveTo>
                  <a:cubicBezTo>
                    <a:pt x="0" y="170"/>
                    <a:pt x="0" y="186"/>
                    <a:pt x="16" y="202"/>
                  </a:cubicBezTo>
                  <a:cubicBezTo>
                    <a:pt x="16" y="202"/>
                    <a:pt x="16" y="222"/>
                    <a:pt x="33" y="222"/>
                  </a:cubicBezTo>
                  <a:lnTo>
                    <a:pt x="33" y="202"/>
                  </a:lnTo>
                  <a:cubicBezTo>
                    <a:pt x="16" y="186"/>
                    <a:pt x="16" y="170"/>
                    <a:pt x="16" y="15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2324332" y="606673"/>
              <a:ext cx="15296" cy="4867"/>
            </a:xfrm>
            <a:custGeom>
              <a:rect b="b" l="l" r="r" t="t"/>
              <a:pathLst>
                <a:path extrusionOk="0" h="49" w="154">
                  <a:moveTo>
                    <a:pt x="0" y="0"/>
                  </a:moveTo>
                  <a:lnTo>
                    <a:pt x="17" y="17"/>
                  </a:lnTo>
                  <a:lnTo>
                    <a:pt x="134" y="49"/>
                  </a:lnTo>
                  <a:lnTo>
                    <a:pt x="154" y="49"/>
                  </a:lnTo>
                  <a:lnTo>
                    <a:pt x="134"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2339529" y="644814"/>
              <a:ext cx="40227" cy="13707"/>
            </a:xfrm>
            <a:custGeom>
              <a:rect b="b" l="l" r="r" t="t"/>
              <a:pathLst>
                <a:path extrusionOk="0" h="138" w="405">
                  <a:moveTo>
                    <a:pt x="1" y="0"/>
                  </a:moveTo>
                  <a:cubicBezTo>
                    <a:pt x="33" y="20"/>
                    <a:pt x="49" y="37"/>
                    <a:pt x="82" y="37"/>
                  </a:cubicBezTo>
                  <a:cubicBezTo>
                    <a:pt x="150" y="53"/>
                    <a:pt x="219" y="85"/>
                    <a:pt x="284" y="101"/>
                  </a:cubicBezTo>
                  <a:cubicBezTo>
                    <a:pt x="304" y="101"/>
                    <a:pt x="304" y="101"/>
                    <a:pt x="320" y="121"/>
                  </a:cubicBezTo>
                  <a:cubicBezTo>
                    <a:pt x="336" y="121"/>
                    <a:pt x="369" y="138"/>
                    <a:pt x="405" y="138"/>
                  </a:cubicBezTo>
                  <a:lnTo>
                    <a:pt x="405" y="121"/>
                  </a:lnTo>
                  <a:cubicBezTo>
                    <a:pt x="369" y="121"/>
                    <a:pt x="352" y="101"/>
                    <a:pt x="320" y="101"/>
                  </a:cubicBezTo>
                  <a:cubicBezTo>
                    <a:pt x="304" y="101"/>
                    <a:pt x="304" y="85"/>
                    <a:pt x="284" y="85"/>
                  </a:cubicBezTo>
                  <a:cubicBezTo>
                    <a:pt x="219" y="69"/>
                    <a:pt x="150" y="53"/>
                    <a:pt x="82" y="20"/>
                  </a:cubicBezTo>
                  <a:cubicBezTo>
                    <a:pt x="66" y="20"/>
                    <a:pt x="33"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2720738" y="649979"/>
              <a:ext cx="11720" cy="3278"/>
            </a:xfrm>
            <a:custGeom>
              <a:rect b="b" l="l" r="r" t="t"/>
              <a:pathLst>
                <a:path extrusionOk="0" h="33" w="118">
                  <a:moveTo>
                    <a:pt x="1" y="1"/>
                  </a:moveTo>
                  <a:lnTo>
                    <a:pt x="1" y="17"/>
                  </a:lnTo>
                  <a:lnTo>
                    <a:pt x="118" y="33"/>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1672363" y="628326"/>
              <a:ext cx="63469" cy="43405"/>
            </a:xfrm>
            <a:custGeom>
              <a:rect b="b" l="l" r="r" t="t"/>
              <a:pathLst>
                <a:path extrusionOk="0" h="437" w="639">
                  <a:moveTo>
                    <a:pt x="638" y="1"/>
                  </a:moveTo>
                  <a:cubicBezTo>
                    <a:pt x="622" y="1"/>
                    <a:pt x="606" y="17"/>
                    <a:pt x="590" y="17"/>
                  </a:cubicBezTo>
                  <a:cubicBezTo>
                    <a:pt x="404" y="150"/>
                    <a:pt x="218" y="287"/>
                    <a:pt x="32" y="404"/>
                  </a:cubicBezTo>
                  <a:cubicBezTo>
                    <a:pt x="16" y="421"/>
                    <a:pt x="16" y="421"/>
                    <a:pt x="0" y="421"/>
                  </a:cubicBezTo>
                  <a:lnTo>
                    <a:pt x="0" y="437"/>
                  </a:lnTo>
                  <a:lnTo>
                    <a:pt x="16" y="437"/>
                  </a:lnTo>
                  <a:lnTo>
                    <a:pt x="32" y="421"/>
                  </a:lnTo>
                  <a:lnTo>
                    <a:pt x="53" y="421"/>
                  </a:lnTo>
                  <a:cubicBezTo>
                    <a:pt x="218" y="287"/>
                    <a:pt x="404" y="150"/>
                    <a:pt x="590" y="33"/>
                  </a:cubicBezTo>
                  <a:cubicBezTo>
                    <a:pt x="606" y="17"/>
                    <a:pt x="622" y="17"/>
                    <a:pt x="638" y="17"/>
                  </a:cubicBezTo>
                  <a:lnTo>
                    <a:pt x="6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2269406" y="416068"/>
              <a:ext cx="95153" cy="43405"/>
            </a:xfrm>
            <a:custGeom>
              <a:rect b="b" l="l" r="r" t="t"/>
              <a:pathLst>
                <a:path extrusionOk="0" h="437" w="958">
                  <a:moveTo>
                    <a:pt x="0" y="1"/>
                  </a:moveTo>
                  <a:lnTo>
                    <a:pt x="0" y="17"/>
                  </a:lnTo>
                  <a:cubicBezTo>
                    <a:pt x="81" y="33"/>
                    <a:pt x="165" y="65"/>
                    <a:pt x="249" y="101"/>
                  </a:cubicBezTo>
                  <a:lnTo>
                    <a:pt x="249" y="101"/>
                  </a:lnTo>
                  <a:cubicBezTo>
                    <a:pt x="165" y="65"/>
                    <a:pt x="81" y="33"/>
                    <a:pt x="0" y="1"/>
                  </a:cubicBezTo>
                  <a:close/>
                  <a:moveTo>
                    <a:pt x="250" y="102"/>
                  </a:moveTo>
                  <a:lnTo>
                    <a:pt x="303" y="134"/>
                  </a:lnTo>
                  <a:cubicBezTo>
                    <a:pt x="335" y="150"/>
                    <a:pt x="384" y="166"/>
                    <a:pt x="436" y="166"/>
                  </a:cubicBezTo>
                  <a:cubicBezTo>
                    <a:pt x="384" y="150"/>
                    <a:pt x="351" y="134"/>
                    <a:pt x="303" y="118"/>
                  </a:cubicBezTo>
                  <a:lnTo>
                    <a:pt x="250" y="102"/>
                  </a:lnTo>
                  <a:close/>
                  <a:moveTo>
                    <a:pt x="436" y="166"/>
                  </a:moveTo>
                  <a:lnTo>
                    <a:pt x="436" y="166"/>
                  </a:lnTo>
                  <a:cubicBezTo>
                    <a:pt x="485" y="203"/>
                    <a:pt x="553" y="219"/>
                    <a:pt x="606" y="251"/>
                  </a:cubicBezTo>
                  <a:cubicBezTo>
                    <a:pt x="707" y="283"/>
                    <a:pt x="808" y="320"/>
                    <a:pt x="909" y="368"/>
                  </a:cubicBezTo>
                  <a:lnTo>
                    <a:pt x="925" y="368"/>
                  </a:lnTo>
                  <a:cubicBezTo>
                    <a:pt x="941" y="368"/>
                    <a:pt x="941" y="384"/>
                    <a:pt x="941" y="405"/>
                  </a:cubicBezTo>
                  <a:lnTo>
                    <a:pt x="941" y="421"/>
                  </a:lnTo>
                  <a:lnTo>
                    <a:pt x="925" y="421"/>
                  </a:lnTo>
                  <a:lnTo>
                    <a:pt x="925" y="437"/>
                  </a:lnTo>
                  <a:lnTo>
                    <a:pt x="941" y="437"/>
                  </a:lnTo>
                  <a:cubicBezTo>
                    <a:pt x="957" y="437"/>
                    <a:pt x="957" y="421"/>
                    <a:pt x="957" y="405"/>
                  </a:cubicBezTo>
                  <a:cubicBezTo>
                    <a:pt x="957" y="368"/>
                    <a:pt x="941" y="368"/>
                    <a:pt x="925" y="352"/>
                  </a:cubicBezTo>
                  <a:lnTo>
                    <a:pt x="909" y="352"/>
                  </a:lnTo>
                  <a:cubicBezTo>
                    <a:pt x="808" y="320"/>
                    <a:pt x="707" y="267"/>
                    <a:pt x="606" y="235"/>
                  </a:cubicBezTo>
                  <a:cubicBezTo>
                    <a:pt x="553" y="203"/>
                    <a:pt x="485" y="182"/>
                    <a:pt x="436"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2553475" y="706991"/>
              <a:ext cx="13310" cy="4867"/>
            </a:xfrm>
            <a:custGeom>
              <a:rect b="b" l="l" r="r" t="t"/>
              <a:pathLst>
                <a:path extrusionOk="0" h="49" w="134">
                  <a:moveTo>
                    <a:pt x="16" y="0"/>
                  </a:moveTo>
                  <a:lnTo>
                    <a:pt x="0" y="16"/>
                  </a:lnTo>
                  <a:lnTo>
                    <a:pt x="133" y="49"/>
                  </a:lnTo>
                  <a:lnTo>
                    <a:pt x="133" y="49"/>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2270995" y="434146"/>
              <a:ext cx="11720" cy="6953"/>
            </a:xfrm>
            <a:custGeom>
              <a:rect b="b" l="l" r="r" t="t"/>
              <a:pathLst>
                <a:path extrusionOk="0" h="70" w="118">
                  <a:moveTo>
                    <a:pt x="0" y="0"/>
                  </a:moveTo>
                  <a:lnTo>
                    <a:pt x="0" y="21"/>
                  </a:lnTo>
                  <a:lnTo>
                    <a:pt x="101" y="53"/>
                  </a:lnTo>
                  <a:lnTo>
                    <a:pt x="0" y="0"/>
                  </a:lnTo>
                  <a:close/>
                  <a:moveTo>
                    <a:pt x="101" y="53"/>
                  </a:moveTo>
                  <a:lnTo>
                    <a:pt x="101" y="69"/>
                  </a:lnTo>
                  <a:lnTo>
                    <a:pt x="117" y="5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2319465" y="502779"/>
              <a:ext cx="48272" cy="18474"/>
            </a:xfrm>
            <a:custGeom>
              <a:rect b="b" l="l" r="r" t="t"/>
              <a:pathLst>
                <a:path extrusionOk="0" h="186" w="486">
                  <a:moveTo>
                    <a:pt x="1" y="0"/>
                  </a:moveTo>
                  <a:lnTo>
                    <a:pt x="1" y="16"/>
                  </a:lnTo>
                  <a:cubicBezTo>
                    <a:pt x="66" y="36"/>
                    <a:pt x="134" y="69"/>
                    <a:pt x="183" y="85"/>
                  </a:cubicBezTo>
                  <a:cubicBezTo>
                    <a:pt x="219" y="101"/>
                    <a:pt x="251" y="117"/>
                    <a:pt x="304" y="117"/>
                  </a:cubicBezTo>
                  <a:cubicBezTo>
                    <a:pt x="268" y="101"/>
                    <a:pt x="235" y="85"/>
                    <a:pt x="203" y="69"/>
                  </a:cubicBezTo>
                  <a:cubicBezTo>
                    <a:pt x="134" y="53"/>
                    <a:pt x="66" y="36"/>
                    <a:pt x="1" y="0"/>
                  </a:cubicBezTo>
                  <a:close/>
                  <a:moveTo>
                    <a:pt x="304" y="117"/>
                  </a:moveTo>
                  <a:cubicBezTo>
                    <a:pt x="320" y="137"/>
                    <a:pt x="336" y="137"/>
                    <a:pt x="369" y="154"/>
                  </a:cubicBezTo>
                  <a:cubicBezTo>
                    <a:pt x="405" y="170"/>
                    <a:pt x="453" y="186"/>
                    <a:pt x="486" y="186"/>
                  </a:cubicBezTo>
                  <a:cubicBezTo>
                    <a:pt x="453" y="170"/>
                    <a:pt x="405" y="154"/>
                    <a:pt x="369" y="137"/>
                  </a:cubicBezTo>
                  <a:cubicBezTo>
                    <a:pt x="352" y="137"/>
                    <a:pt x="320" y="117"/>
                    <a:pt x="304" y="1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1673952" y="614718"/>
              <a:ext cx="61879" cy="43802"/>
            </a:xfrm>
            <a:custGeom>
              <a:rect b="b" l="l" r="r" t="t"/>
              <a:pathLst>
                <a:path extrusionOk="0" h="441" w="623">
                  <a:moveTo>
                    <a:pt x="622" y="0"/>
                  </a:moveTo>
                  <a:cubicBezTo>
                    <a:pt x="606" y="20"/>
                    <a:pt x="590" y="20"/>
                    <a:pt x="574" y="20"/>
                  </a:cubicBezTo>
                  <a:cubicBezTo>
                    <a:pt x="489" y="85"/>
                    <a:pt x="388" y="154"/>
                    <a:pt x="303" y="222"/>
                  </a:cubicBezTo>
                  <a:cubicBezTo>
                    <a:pt x="271" y="239"/>
                    <a:pt x="238" y="255"/>
                    <a:pt x="202" y="287"/>
                  </a:cubicBezTo>
                  <a:cubicBezTo>
                    <a:pt x="154" y="323"/>
                    <a:pt x="117" y="356"/>
                    <a:pt x="69" y="388"/>
                  </a:cubicBezTo>
                  <a:lnTo>
                    <a:pt x="0" y="441"/>
                  </a:lnTo>
                  <a:lnTo>
                    <a:pt x="69" y="404"/>
                  </a:lnTo>
                  <a:cubicBezTo>
                    <a:pt x="117" y="372"/>
                    <a:pt x="170" y="323"/>
                    <a:pt x="218" y="287"/>
                  </a:cubicBezTo>
                  <a:cubicBezTo>
                    <a:pt x="255" y="271"/>
                    <a:pt x="287" y="255"/>
                    <a:pt x="319" y="222"/>
                  </a:cubicBezTo>
                  <a:cubicBezTo>
                    <a:pt x="404" y="170"/>
                    <a:pt x="489" y="101"/>
                    <a:pt x="590" y="37"/>
                  </a:cubicBezTo>
                  <a:cubicBezTo>
                    <a:pt x="606" y="20"/>
                    <a:pt x="606" y="20"/>
                    <a:pt x="622" y="20"/>
                  </a:cubicBezTo>
                  <a:lnTo>
                    <a:pt x="6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2282616" y="599820"/>
              <a:ext cx="51848" cy="18574"/>
            </a:xfrm>
            <a:custGeom>
              <a:rect b="b" l="l" r="r" t="t"/>
              <a:pathLst>
                <a:path extrusionOk="0" h="187" w="522">
                  <a:moveTo>
                    <a:pt x="0" y="1"/>
                  </a:moveTo>
                  <a:lnTo>
                    <a:pt x="16" y="17"/>
                  </a:lnTo>
                  <a:cubicBezTo>
                    <a:pt x="33" y="17"/>
                    <a:pt x="49" y="17"/>
                    <a:pt x="69" y="33"/>
                  </a:cubicBezTo>
                  <a:cubicBezTo>
                    <a:pt x="117" y="49"/>
                    <a:pt x="170" y="69"/>
                    <a:pt x="218" y="86"/>
                  </a:cubicBezTo>
                  <a:cubicBezTo>
                    <a:pt x="251" y="86"/>
                    <a:pt x="303" y="102"/>
                    <a:pt x="336" y="118"/>
                  </a:cubicBezTo>
                  <a:cubicBezTo>
                    <a:pt x="388" y="134"/>
                    <a:pt x="420" y="150"/>
                    <a:pt x="473" y="170"/>
                  </a:cubicBezTo>
                  <a:cubicBezTo>
                    <a:pt x="489" y="170"/>
                    <a:pt x="505" y="170"/>
                    <a:pt x="521" y="187"/>
                  </a:cubicBezTo>
                  <a:lnTo>
                    <a:pt x="521" y="170"/>
                  </a:lnTo>
                  <a:cubicBezTo>
                    <a:pt x="505" y="170"/>
                    <a:pt x="489" y="150"/>
                    <a:pt x="473" y="150"/>
                  </a:cubicBezTo>
                  <a:cubicBezTo>
                    <a:pt x="437" y="134"/>
                    <a:pt x="388" y="118"/>
                    <a:pt x="336" y="102"/>
                  </a:cubicBezTo>
                  <a:cubicBezTo>
                    <a:pt x="303" y="86"/>
                    <a:pt x="251" y="86"/>
                    <a:pt x="218" y="69"/>
                  </a:cubicBezTo>
                  <a:cubicBezTo>
                    <a:pt x="170" y="49"/>
                    <a:pt x="117" y="33"/>
                    <a:pt x="85" y="17"/>
                  </a:cubicBezTo>
                  <a:cubicBezTo>
                    <a:pt x="49"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1705637" y="947755"/>
              <a:ext cx="3675" cy="40227"/>
            </a:xfrm>
            <a:custGeom>
              <a:rect b="b" l="l" r="r" t="t"/>
              <a:pathLst>
                <a:path extrusionOk="0" h="405" w="37">
                  <a:moveTo>
                    <a:pt x="20" y="0"/>
                  </a:moveTo>
                  <a:lnTo>
                    <a:pt x="20" y="49"/>
                  </a:lnTo>
                  <a:cubicBezTo>
                    <a:pt x="20" y="133"/>
                    <a:pt x="20" y="218"/>
                    <a:pt x="0" y="303"/>
                  </a:cubicBezTo>
                  <a:lnTo>
                    <a:pt x="0" y="404"/>
                  </a:lnTo>
                  <a:lnTo>
                    <a:pt x="20" y="404"/>
                  </a:lnTo>
                  <a:lnTo>
                    <a:pt x="20" y="303"/>
                  </a:lnTo>
                  <a:cubicBezTo>
                    <a:pt x="20" y="218"/>
                    <a:pt x="37" y="133"/>
                    <a:pt x="37" y="49"/>
                  </a:cubicBezTo>
                  <a:cubicBezTo>
                    <a:pt x="37" y="32"/>
                    <a:pt x="37" y="16"/>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2486431" y="558103"/>
              <a:ext cx="68733" cy="25030"/>
            </a:xfrm>
            <a:custGeom>
              <a:rect b="b" l="l" r="r" t="t"/>
              <a:pathLst>
                <a:path extrusionOk="0" h="252" w="692">
                  <a:moveTo>
                    <a:pt x="0" y="1"/>
                  </a:moveTo>
                  <a:cubicBezTo>
                    <a:pt x="69" y="33"/>
                    <a:pt x="138" y="49"/>
                    <a:pt x="202" y="85"/>
                  </a:cubicBezTo>
                  <a:cubicBezTo>
                    <a:pt x="271" y="102"/>
                    <a:pt x="320" y="118"/>
                    <a:pt x="372" y="134"/>
                  </a:cubicBezTo>
                  <a:cubicBezTo>
                    <a:pt x="421" y="150"/>
                    <a:pt x="457" y="166"/>
                    <a:pt x="489" y="186"/>
                  </a:cubicBezTo>
                  <a:cubicBezTo>
                    <a:pt x="558" y="203"/>
                    <a:pt x="623" y="219"/>
                    <a:pt x="675" y="251"/>
                  </a:cubicBezTo>
                  <a:lnTo>
                    <a:pt x="691" y="251"/>
                  </a:lnTo>
                  <a:lnTo>
                    <a:pt x="691" y="235"/>
                  </a:lnTo>
                  <a:cubicBezTo>
                    <a:pt x="623" y="203"/>
                    <a:pt x="558" y="186"/>
                    <a:pt x="505" y="166"/>
                  </a:cubicBezTo>
                  <a:cubicBezTo>
                    <a:pt x="457" y="150"/>
                    <a:pt x="421" y="134"/>
                    <a:pt x="372" y="118"/>
                  </a:cubicBezTo>
                  <a:cubicBezTo>
                    <a:pt x="320" y="102"/>
                    <a:pt x="271" y="85"/>
                    <a:pt x="219" y="65"/>
                  </a:cubicBezTo>
                  <a:cubicBezTo>
                    <a:pt x="154" y="33"/>
                    <a:pt x="85"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2294237" y="494337"/>
              <a:ext cx="15296" cy="6853"/>
            </a:xfrm>
            <a:custGeom>
              <a:rect b="b" l="l" r="r" t="t"/>
              <a:pathLst>
                <a:path extrusionOk="0" h="69" w="154">
                  <a:moveTo>
                    <a:pt x="0" y="0"/>
                  </a:moveTo>
                  <a:lnTo>
                    <a:pt x="17" y="20"/>
                  </a:lnTo>
                  <a:lnTo>
                    <a:pt x="134" y="69"/>
                  </a:lnTo>
                  <a:lnTo>
                    <a:pt x="154" y="53"/>
                  </a:lnTo>
                  <a:lnTo>
                    <a:pt x="134" y="5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1677528" y="524432"/>
              <a:ext cx="60290" cy="45392"/>
            </a:xfrm>
            <a:custGeom>
              <a:rect b="b" l="l" r="r" t="t"/>
              <a:pathLst>
                <a:path extrusionOk="0" h="457" w="607">
                  <a:moveTo>
                    <a:pt x="606" y="0"/>
                  </a:moveTo>
                  <a:cubicBezTo>
                    <a:pt x="570" y="0"/>
                    <a:pt x="554" y="20"/>
                    <a:pt x="554" y="37"/>
                  </a:cubicBezTo>
                  <a:cubicBezTo>
                    <a:pt x="570" y="37"/>
                    <a:pt x="586" y="20"/>
                    <a:pt x="606" y="20"/>
                  </a:cubicBezTo>
                  <a:lnTo>
                    <a:pt x="606" y="0"/>
                  </a:lnTo>
                  <a:close/>
                  <a:moveTo>
                    <a:pt x="538" y="53"/>
                  </a:moveTo>
                  <a:cubicBezTo>
                    <a:pt x="404" y="154"/>
                    <a:pt x="251" y="255"/>
                    <a:pt x="118" y="356"/>
                  </a:cubicBezTo>
                  <a:lnTo>
                    <a:pt x="1" y="441"/>
                  </a:lnTo>
                  <a:lnTo>
                    <a:pt x="1" y="457"/>
                  </a:lnTo>
                  <a:lnTo>
                    <a:pt x="134" y="372"/>
                  </a:lnTo>
                  <a:cubicBezTo>
                    <a:pt x="267" y="255"/>
                    <a:pt x="404" y="154"/>
                    <a:pt x="538"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1677528" y="529597"/>
              <a:ext cx="10131" cy="10131"/>
            </a:xfrm>
            <a:custGeom>
              <a:rect b="b" l="l" r="r" t="t"/>
              <a:pathLst>
                <a:path extrusionOk="0" h="102" w="102">
                  <a:moveTo>
                    <a:pt x="102" y="1"/>
                  </a:moveTo>
                  <a:cubicBezTo>
                    <a:pt x="81" y="17"/>
                    <a:pt x="65" y="17"/>
                    <a:pt x="49" y="33"/>
                  </a:cubicBezTo>
                  <a:cubicBezTo>
                    <a:pt x="33" y="49"/>
                    <a:pt x="17" y="69"/>
                    <a:pt x="1" y="86"/>
                  </a:cubicBezTo>
                  <a:lnTo>
                    <a:pt x="1" y="102"/>
                  </a:lnTo>
                  <a:lnTo>
                    <a:pt x="17" y="86"/>
                  </a:lnTo>
                  <a:cubicBezTo>
                    <a:pt x="17" y="69"/>
                    <a:pt x="49" y="49"/>
                    <a:pt x="65" y="49"/>
                  </a:cubicBezTo>
                  <a:lnTo>
                    <a:pt x="102"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1936369" y="-4"/>
              <a:ext cx="804533" cy="369191"/>
            </a:xfrm>
            <a:custGeom>
              <a:rect b="b" l="l" r="r" t="t"/>
              <a:pathLst>
                <a:path extrusionOk="0" h="3717" w="8100">
                  <a:moveTo>
                    <a:pt x="20" y="65"/>
                  </a:moveTo>
                  <a:lnTo>
                    <a:pt x="20" y="114"/>
                  </a:lnTo>
                  <a:cubicBezTo>
                    <a:pt x="20" y="150"/>
                    <a:pt x="20" y="182"/>
                    <a:pt x="36" y="215"/>
                  </a:cubicBezTo>
                  <a:lnTo>
                    <a:pt x="53" y="215"/>
                  </a:lnTo>
                  <a:lnTo>
                    <a:pt x="53" y="198"/>
                  </a:lnTo>
                  <a:cubicBezTo>
                    <a:pt x="36" y="166"/>
                    <a:pt x="36" y="150"/>
                    <a:pt x="36" y="114"/>
                  </a:cubicBezTo>
                  <a:cubicBezTo>
                    <a:pt x="36" y="97"/>
                    <a:pt x="36" y="81"/>
                    <a:pt x="20" y="65"/>
                  </a:cubicBezTo>
                  <a:close/>
                  <a:moveTo>
                    <a:pt x="45" y="0"/>
                  </a:moveTo>
                  <a:cubicBezTo>
                    <a:pt x="36" y="0"/>
                    <a:pt x="28" y="4"/>
                    <a:pt x="20" y="13"/>
                  </a:cubicBezTo>
                  <a:cubicBezTo>
                    <a:pt x="0" y="29"/>
                    <a:pt x="0" y="49"/>
                    <a:pt x="20" y="65"/>
                  </a:cubicBezTo>
                  <a:cubicBezTo>
                    <a:pt x="20" y="49"/>
                    <a:pt x="20" y="29"/>
                    <a:pt x="36" y="29"/>
                  </a:cubicBezTo>
                  <a:cubicBezTo>
                    <a:pt x="36" y="21"/>
                    <a:pt x="40" y="17"/>
                    <a:pt x="47" y="17"/>
                  </a:cubicBezTo>
                  <a:cubicBezTo>
                    <a:pt x="53" y="17"/>
                    <a:pt x="61" y="21"/>
                    <a:pt x="69" y="29"/>
                  </a:cubicBezTo>
                  <a:cubicBezTo>
                    <a:pt x="137" y="65"/>
                    <a:pt x="202" y="97"/>
                    <a:pt x="287" y="130"/>
                  </a:cubicBezTo>
                  <a:cubicBezTo>
                    <a:pt x="303" y="150"/>
                    <a:pt x="339" y="150"/>
                    <a:pt x="372" y="166"/>
                  </a:cubicBezTo>
                  <a:cubicBezTo>
                    <a:pt x="424" y="198"/>
                    <a:pt x="489" y="215"/>
                    <a:pt x="541" y="251"/>
                  </a:cubicBezTo>
                  <a:cubicBezTo>
                    <a:pt x="659" y="299"/>
                    <a:pt x="776" y="352"/>
                    <a:pt x="877" y="400"/>
                  </a:cubicBezTo>
                  <a:cubicBezTo>
                    <a:pt x="929" y="416"/>
                    <a:pt x="978" y="453"/>
                    <a:pt x="1030" y="469"/>
                  </a:cubicBezTo>
                  <a:cubicBezTo>
                    <a:pt x="1079" y="501"/>
                    <a:pt x="1147" y="517"/>
                    <a:pt x="1196" y="554"/>
                  </a:cubicBezTo>
                  <a:cubicBezTo>
                    <a:pt x="1297" y="586"/>
                    <a:pt x="1398" y="635"/>
                    <a:pt x="1499" y="687"/>
                  </a:cubicBezTo>
                  <a:cubicBezTo>
                    <a:pt x="1567" y="703"/>
                    <a:pt x="1636" y="736"/>
                    <a:pt x="1685" y="772"/>
                  </a:cubicBezTo>
                  <a:cubicBezTo>
                    <a:pt x="1769" y="804"/>
                    <a:pt x="1838" y="837"/>
                    <a:pt x="1919" y="873"/>
                  </a:cubicBezTo>
                  <a:cubicBezTo>
                    <a:pt x="1971" y="905"/>
                    <a:pt x="2040" y="921"/>
                    <a:pt x="2105" y="958"/>
                  </a:cubicBezTo>
                  <a:cubicBezTo>
                    <a:pt x="2173" y="990"/>
                    <a:pt x="2242" y="1022"/>
                    <a:pt x="2323" y="1059"/>
                  </a:cubicBezTo>
                  <a:cubicBezTo>
                    <a:pt x="2375" y="1075"/>
                    <a:pt x="2408" y="1107"/>
                    <a:pt x="2460" y="1123"/>
                  </a:cubicBezTo>
                  <a:lnTo>
                    <a:pt x="2561" y="1176"/>
                  </a:lnTo>
                  <a:cubicBezTo>
                    <a:pt x="2711" y="1224"/>
                    <a:pt x="2848" y="1293"/>
                    <a:pt x="2998" y="1362"/>
                  </a:cubicBezTo>
                  <a:cubicBezTo>
                    <a:pt x="2864" y="1293"/>
                    <a:pt x="2711" y="1224"/>
                    <a:pt x="2577" y="1160"/>
                  </a:cubicBezTo>
                  <a:lnTo>
                    <a:pt x="2476" y="1107"/>
                  </a:lnTo>
                  <a:cubicBezTo>
                    <a:pt x="2424" y="1091"/>
                    <a:pt x="2375" y="1075"/>
                    <a:pt x="2323" y="1039"/>
                  </a:cubicBezTo>
                  <a:cubicBezTo>
                    <a:pt x="2258" y="1006"/>
                    <a:pt x="2173" y="974"/>
                    <a:pt x="2105" y="938"/>
                  </a:cubicBezTo>
                  <a:cubicBezTo>
                    <a:pt x="2040" y="921"/>
                    <a:pt x="1988" y="889"/>
                    <a:pt x="1919" y="857"/>
                  </a:cubicBezTo>
                  <a:cubicBezTo>
                    <a:pt x="1854" y="820"/>
                    <a:pt x="1769" y="788"/>
                    <a:pt x="1701" y="756"/>
                  </a:cubicBezTo>
                  <a:cubicBezTo>
                    <a:pt x="1636" y="719"/>
                    <a:pt x="1567" y="703"/>
                    <a:pt x="1499" y="671"/>
                  </a:cubicBezTo>
                  <a:cubicBezTo>
                    <a:pt x="1398" y="618"/>
                    <a:pt x="1297" y="586"/>
                    <a:pt x="1212" y="534"/>
                  </a:cubicBezTo>
                  <a:cubicBezTo>
                    <a:pt x="1147" y="501"/>
                    <a:pt x="1095" y="485"/>
                    <a:pt x="1030" y="453"/>
                  </a:cubicBezTo>
                  <a:cubicBezTo>
                    <a:pt x="978" y="433"/>
                    <a:pt x="929" y="416"/>
                    <a:pt x="893" y="384"/>
                  </a:cubicBezTo>
                  <a:cubicBezTo>
                    <a:pt x="776" y="332"/>
                    <a:pt x="659" y="283"/>
                    <a:pt x="541" y="231"/>
                  </a:cubicBezTo>
                  <a:cubicBezTo>
                    <a:pt x="489" y="215"/>
                    <a:pt x="440" y="182"/>
                    <a:pt x="372" y="150"/>
                  </a:cubicBezTo>
                  <a:cubicBezTo>
                    <a:pt x="356" y="150"/>
                    <a:pt x="323" y="130"/>
                    <a:pt x="287" y="114"/>
                  </a:cubicBezTo>
                  <a:cubicBezTo>
                    <a:pt x="222" y="81"/>
                    <a:pt x="137" y="49"/>
                    <a:pt x="69" y="13"/>
                  </a:cubicBezTo>
                  <a:cubicBezTo>
                    <a:pt x="61" y="4"/>
                    <a:pt x="53" y="0"/>
                    <a:pt x="45" y="0"/>
                  </a:cubicBezTo>
                  <a:close/>
                  <a:moveTo>
                    <a:pt x="2998" y="1362"/>
                  </a:moveTo>
                  <a:lnTo>
                    <a:pt x="3301" y="1511"/>
                  </a:lnTo>
                  <a:lnTo>
                    <a:pt x="3454" y="1580"/>
                  </a:lnTo>
                  <a:cubicBezTo>
                    <a:pt x="3519" y="1596"/>
                    <a:pt x="3571" y="1628"/>
                    <a:pt x="3620" y="1645"/>
                  </a:cubicBezTo>
                  <a:cubicBezTo>
                    <a:pt x="3721" y="1697"/>
                    <a:pt x="3805" y="1729"/>
                    <a:pt x="3890" y="1782"/>
                  </a:cubicBezTo>
                  <a:cubicBezTo>
                    <a:pt x="3959" y="1798"/>
                    <a:pt x="4040" y="1830"/>
                    <a:pt x="4108" y="1867"/>
                  </a:cubicBezTo>
                  <a:cubicBezTo>
                    <a:pt x="4040" y="1830"/>
                    <a:pt x="3975" y="1798"/>
                    <a:pt x="3906" y="1766"/>
                  </a:cubicBezTo>
                  <a:cubicBezTo>
                    <a:pt x="3805" y="1729"/>
                    <a:pt x="3721" y="1681"/>
                    <a:pt x="3636" y="1645"/>
                  </a:cubicBezTo>
                  <a:cubicBezTo>
                    <a:pt x="3571" y="1612"/>
                    <a:pt x="3519" y="1596"/>
                    <a:pt x="3470" y="1564"/>
                  </a:cubicBezTo>
                  <a:lnTo>
                    <a:pt x="3317" y="1495"/>
                  </a:lnTo>
                  <a:cubicBezTo>
                    <a:pt x="3200" y="1443"/>
                    <a:pt x="3099" y="1394"/>
                    <a:pt x="2998" y="1362"/>
                  </a:cubicBezTo>
                  <a:close/>
                  <a:moveTo>
                    <a:pt x="4108" y="1867"/>
                  </a:moveTo>
                  <a:lnTo>
                    <a:pt x="4108" y="1867"/>
                  </a:lnTo>
                  <a:cubicBezTo>
                    <a:pt x="4226" y="1931"/>
                    <a:pt x="4343" y="1984"/>
                    <a:pt x="4464" y="2032"/>
                  </a:cubicBezTo>
                  <a:cubicBezTo>
                    <a:pt x="4529" y="2069"/>
                    <a:pt x="4597" y="2085"/>
                    <a:pt x="4646" y="2117"/>
                  </a:cubicBezTo>
                  <a:cubicBezTo>
                    <a:pt x="4682" y="2133"/>
                    <a:pt x="4714" y="2150"/>
                    <a:pt x="4747" y="2170"/>
                  </a:cubicBezTo>
                  <a:cubicBezTo>
                    <a:pt x="4969" y="2271"/>
                    <a:pt x="5203" y="2372"/>
                    <a:pt x="5421" y="2473"/>
                  </a:cubicBezTo>
                  <a:cubicBezTo>
                    <a:pt x="5591" y="2553"/>
                    <a:pt x="5757" y="2622"/>
                    <a:pt x="5942" y="2707"/>
                  </a:cubicBezTo>
                  <a:cubicBezTo>
                    <a:pt x="6043" y="2755"/>
                    <a:pt x="6161" y="2808"/>
                    <a:pt x="6282" y="2856"/>
                  </a:cubicBezTo>
                  <a:cubicBezTo>
                    <a:pt x="6161" y="2808"/>
                    <a:pt x="6060" y="2739"/>
                    <a:pt x="5942" y="2691"/>
                  </a:cubicBezTo>
                  <a:cubicBezTo>
                    <a:pt x="5777" y="2622"/>
                    <a:pt x="5591" y="2537"/>
                    <a:pt x="5421" y="2452"/>
                  </a:cubicBezTo>
                  <a:cubicBezTo>
                    <a:pt x="5203" y="2351"/>
                    <a:pt x="4985" y="2250"/>
                    <a:pt x="4767" y="2150"/>
                  </a:cubicBezTo>
                  <a:cubicBezTo>
                    <a:pt x="4731" y="2133"/>
                    <a:pt x="4698" y="2117"/>
                    <a:pt x="4666" y="2117"/>
                  </a:cubicBezTo>
                  <a:cubicBezTo>
                    <a:pt x="4597" y="2085"/>
                    <a:pt x="4529" y="2049"/>
                    <a:pt x="4464" y="2016"/>
                  </a:cubicBezTo>
                  <a:cubicBezTo>
                    <a:pt x="4343" y="1968"/>
                    <a:pt x="4226" y="1915"/>
                    <a:pt x="4108" y="1867"/>
                  </a:cubicBezTo>
                  <a:close/>
                  <a:moveTo>
                    <a:pt x="6282" y="2856"/>
                  </a:moveTo>
                  <a:cubicBezTo>
                    <a:pt x="6383" y="2909"/>
                    <a:pt x="6464" y="2957"/>
                    <a:pt x="6565" y="2994"/>
                  </a:cubicBezTo>
                  <a:cubicBezTo>
                    <a:pt x="6649" y="3026"/>
                    <a:pt x="6718" y="3058"/>
                    <a:pt x="6803" y="3095"/>
                  </a:cubicBezTo>
                  <a:cubicBezTo>
                    <a:pt x="6734" y="3058"/>
                    <a:pt x="6649" y="3026"/>
                    <a:pt x="6585" y="2994"/>
                  </a:cubicBezTo>
                  <a:cubicBezTo>
                    <a:pt x="6484" y="2941"/>
                    <a:pt x="6383" y="2893"/>
                    <a:pt x="6282" y="2856"/>
                  </a:cubicBezTo>
                  <a:close/>
                  <a:moveTo>
                    <a:pt x="6803" y="3095"/>
                  </a:moveTo>
                  <a:lnTo>
                    <a:pt x="6803" y="3095"/>
                  </a:lnTo>
                  <a:cubicBezTo>
                    <a:pt x="7005" y="3196"/>
                    <a:pt x="7207" y="3281"/>
                    <a:pt x="7393" y="3382"/>
                  </a:cubicBezTo>
                  <a:cubicBezTo>
                    <a:pt x="7457" y="3398"/>
                    <a:pt x="7526" y="3430"/>
                    <a:pt x="7595" y="3462"/>
                  </a:cubicBezTo>
                  <a:cubicBezTo>
                    <a:pt x="7712" y="3515"/>
                    <a:pt x="7813" y="3563"/>
                    <a:pt x="7930" y="3616"/>
                  </a:cubicBezTo>
                  <a:cubicBezTo>
                    <a:pt x="7962" y="3632"/>
                    <a:pt x="7999" y="3648"/>
                    <a:pt x="8031" y="3664"/>
                  </a:cubicBezTo>
                  <a:cubicBezTo>
                    <a:pt x="8047" y="3664"/>
                    <a:pt x="8063" y="3685"/>
                    <a:pt x="8079" y="3685"/>
                  </a:cubicBezTo>
                  <a:lnTo>
                    <a:pt x="8079" y="3717"/>
                  </a:lnTo>
                  <a:lnTo>
                    <a:pt x="8100" y="3717"/>
                  </a:lnTo>
                  <a:lnTo>
                    <a:pt x="8100" y="3685"/>
                  </a:lnTo>
                  <a:lnTo>
                    <a:pt x="8079" y="3664"/>
                  </a:lnTo>
                  <a:cubicBezTo>
                    <a:pt x="8063" y="3664"/>
                    <a:pt x="8047" y="3664"/>
                    <a:pt x="8047" y="3648"/>
                  </a:cubicBezTo>
                  <a:cubicBezTo>
                    <a:pt x="7999" y="3632"/>
                    <a:pt x="7962" y="3616"/>
                    <a:pt x="7930" y="3600"/>
                  </a:cubicBezTo>
                  <a:cubicBezTo>
                    <a:pt x="7829" y="3547"/>
                    <a:pt x="7712" y="3499"/>
                    <a:pt x="7595" y="3446"/>
                  </a:cubicBezTo>
                  <a:cubicBezTo>
                    <a:pt x="7542" y="3414"/>
                    <a:pt x="7473" y="3398"/>
                    <a:pt x="7409" y="3361"/>
                  </a:cubicBezTo>
                  <a:cubicBezTo>
                    <a:pt x="7207" y="3260"/>
                    <a:pt x="7005" y="3180"/>
                    <a:pt x="6803" y="30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2371313" y="571313"/>
              <a:ext cx="8443" cy="67144"/>
            </a:xfrm>
            <a:custGeom>
              <a:rect b="b" l="l" r="r" t="t"/>
              <a:pathLst>
                <a:path extrusionOk="0" h="676" w="85">
                  <a:moveTo>
                    <a:pt x="0" y="1"/>
                  </a:moveTo>
                  <a:lnTo>
                    <a:pt x="0" y="17"/>
                  </a:lnTo>
                  <a:cubicBezTo>
                    <a:pt x="16" y="17"/>
                    <a:pt x="16" y="17"/>
                    <a:pt x="16" y="33"/>
                  </a:cubicBezTo>
                  <a:lnTo>
                    <a:pt x="16" y="53"/>
                  </a:lnTo>
                  <a:lnTo>
                    <a:pt x="16" y="118"/>
                  </a:lnTo>
                  <a:cubicBezTo>
                    <a:pt x="16" y="134"/>
                    <a:pt x="16" y="154"/>
                    <a:pt x="32" y="154"/>
                  </a:cubicBezTo>
                  <a:lnTo>
                    <a:pt x="32" y="118"/>
                  </a:lnTo>
                  <a:lnTo>
                    <a:pt x="32" y="53"/>
                  </a:lnTo>
                  <a:lnTo>
                    <a:pt x="32" y="33"/>
                  </a:lnTo>
                  <a:cubicBezTo>
                    <a:pt x="32" y="17"/>
                    <a:pt x="32" y="1"/>
                    <a:pt x="0" y="1"/>
                  </a:cubicBezTo>
                  <a:close/>
                  <a:moveTo>
                    <a:pt x="32" y="187"/>
                  </a:moveTo>
                  <a:lnTo>
                    <a:pt x="32" y="272"/>
                  </a:lnTo>
                  <a:lnTo>
                    <a:pt x="32" y="288"/>
                  </a:lnTo>
                  <a:cubicBezTo>
                    <a:pt x="32" y="304"/>
                    <a:pt x="49" y="320"/>
                    <a:pt x="32" y="320"/>
                  </a:cubicBezTo>
                  <a:lnTo>
                    <a:pt x="32" y="336"/>
                  </a:lnTo>
                  <a:cubicBezTo>
                    <a:pt x="49" y="356"/>
                    <a:pt x="49" y="373"/>
                    <a:pt x="49" y="389"/>
                  </a:cubicBezTo>
                  <a:lnTo>
                    <a:pt x="49" y="336"/>
                  </a:lnTo>
                  <a:lnTo>
                    <a:pt x="49" y="288"/>
                  </a:lnTo>
                  <a:lnTo>
                    <a:pt x="49" y="272"/>
                  </a:lnTo>
                  <a:cubicBezTo>
                    <a:pt x="49" y="235"/>
                    <a:pt x="49" y="203"/>
                    <a:pt x="32" y="187"/>
                  </a:cubicBezTo>
                  <a:close/>
                  <a:moveTo>
                    <a:pt x="49" y="389"/>
                  </a:moveTo>
                  <a:lnTo>
                    <a:pt x="49" y="421"/>
                  </a:lnTo>
                  <a:lnTo>
                    <a:pt x="49" y="457"/>
                  </a:lnTo>
                  <a:lnTo>
                    <a:pt x="49" y="490"/>
                  </a:lnTo>
                  <a:lnTo>
                    <a:pt x="49" y="591"/>
                  </a:lnTo>
                  <a:lnTo>
                    <a:pt x="65" y="607"/>
                  </a:lnTo>
                  <a:lnTo>
                    <a:pt x="65" y="591"/>
                  </a:lnTo>
                  <a:lnTo>
                    <a:pt x="65" y="490"/>
                  </a:lnTo>
                  <a:lnTo>
                    <a:pt x="65" y="457"/>
                  </a:lnTo>
                  <a:lnTo>
                    <a:pt x="65" y="421"/>
                  </a:lnTo>
                  <a:cubicBezTo>
                    <a:pt x="49" y="405"/>
                    <a:pt x="49" y="405"/>
                    <a:pt x="49" y="389"/>
                  </a:cubicBezTo>
                  <a:close/>
                  <a:moveTo>
                    <a:pt x="65" y="607"/>
                  </a:moveTo>
                  <a:lnTo>
                    <a:pt x="65" y="659"/>
                  </a:lnTo>
                  <a:lnTo>
                    <a:pt x="65" y="676"/>
                  </a:lnTo>
                  <a:cubicBezTo>
                    <a:pt x="85" y="659"/>
                    <a:pt x="85" y="623"/>
                    <a:pt x="65" y="6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1943123" y="296680"/>
              <a:ext cx="190704" cy="70918"/>
            </a:xfrm>
            <a:custGeom>
              <a:rect b="b" l="l" r="r" t="t"/>
              <a:pathLst>
                <a:path extrusionOk="0" h="714" w="1920">
                  <a:moveTo>
                    <a:pt x="27" y="0"/>
                  </a:moveTo>
                  <a:cubicBezTo>
                    <a:pt x="19" y="0"/>
                    <a:pt x="10" y="2"/>
                    <a:pt x="1" y="7"/>
                  </a:cubicBezTo>
                  <a:cubicBezTo>
                    <a:pt x="33" y="7"/>
                    <a:pt x="53" y="23"/>
                    <a:pt x="86" y="39"/>
                  </a:cubicBezTo>
                  <a:lnTo>
                    <a:pt x="102" y="39"/>
                  </a:lnTo>
                  <a:cubicBezTo>
                    <a:pt x="170" y="71"/>
                    <a:pt x="235" y="92"/>
                    <a:pt x="304" y="124"/>
                  </a:cubicBezTo>
                  <a:cubicBezTo>
                    <a:pt x="389" y="156"/>
                    <a:pt x="490" y="193"/>
                    <a:pt x="574" y="225"/>
                  </a:cubicBezTo>
                  <a:cubicBezTo>
                    <a:pt x="623" y="241"/>
                    <a:pt x="675" y="257"/>
                    <a:pt x="708" y="273"/>
                  </a:cubicBezTo>
                  <a:cubicBezTo>
                    <a:pt x="776" y="294"/>
                    <a:pt x="861" y="326"/>
                    <a:pt x="926" y="342"/>
                  </a:cubicBezTo>
                  <a:cubicBezTo>
                    <a:pt x="995" y="374"/>
                    <a:pt x="1063" y="395"/>
                    <a:pt x="1128" y="427"/>
                  </a:cubicBezTo>
                  <a:cubicBezTo>
                    <a:pt x="1180" y="443"/>
                    <a:pt x="1213" y="459"/>
                    <a:pt x="1265" y="475"/>
                  </a:cubicBezTo>
                  <a:cubicBezTo>
                    <a:pt x="1314" y="496"/>
                    <a:pt x="1366" y="512"/>
                    <a:pt x="1399" y="528"/>
                  </a:cubicBezTo>
                  <a:cubicBezTo>
                    <a:pt x="1447" y="544"/>
                    <a:pt x="1499" y="560"/>
                    <a:pt x="1568" y="576"/>
                  </a:cubicBezTo>
                  <a:cubicBezTo>
                    <a:pt x="1516" y="544"/>
                    <a:pt x="1467" y="528"/>
                    <a:pt x="1399" y="512"/>
                  </a:cubicBezTo>
                  <a:cubicBezTo>
                    <a:pt x="1366" y="496"/>
                    <a:pt x="1314" y="475"/>
                    <a:pt x="1265" y="459"/>
                  </a:cubicBezTo>
                  <a:cubicBezTo>
                    <a:pt x="1229" y="443"/>
                    <a:pt x="1180" y="427"/>
                    <a:pt x="1144" y="411"/>
                  </a:cubicBezTo>
                  <a:cubicBezTo>
                    <a:pt x="1063" y="395"/>
                    <a:pt x="995" y="358"/>
                    <a:pt x="926" y="326"/>
                  </a:cubicBezTo>
                  <a:cubicBezTo>
                    <a:pt x="861" y="310"/>
                    <a:pt x="793" y="273"/>
                    <a:pt x="724" y="257"/>
                  </a:cubicBezTo>
                  <a:cubicBezTo>
                    <a:pt x="675" y="241"/>
                    <a:pt x="623" y="225"/>
                    <a:pt x="574" y="209"/>
                  </a:cubicBezTo>
                  <a:cubicBezTo>
                    <a:pt x="490" y="172"/>
                    <a:pt x="389" y="140"/>
                    <a:pt x="304" y="108"/>
                  </a:cubicBezTo>
                  <a:cubicBezTo>
                    <a:pt x="235" y="71"/>
                    <a:pt x="187" y="55"/>
                    <a:pt x="118" y="39"/>
                  </a:cubicBezTo>
                  <a:cubicBezTo>
                    <a:pt x="102" y="23"/>
                    <a:pt x="102" y="23"/>
                    <a:pt x="86" y="23"/>
                  </a:cubicBezTo>
                  <a:cubicBezTo>
                    <a:pt x="63" y="12"/>
                    <a:pt x="46" y="0"/>
                    <a:pt x="27" y="0"/>
                  </a:cubicBezTo>
                  <a:close/>
                  <a:moveTo>
                    <a:pt x="1568" y="576"/>
                  </a:moveTo>
                  <a:cubicBezTo>
                    <a:pt x="1584" y="597"/>
                    <a:pt x="1617" y="613"/>
                    <a:pt x="1633" y="613"/>
                  </a:cubicBezTo>
                  <a:cubicBezTo>
                    <a:pt x="1718" y="645"/>
                    <a:pt x="1786" y="677"/>
                    <a:pt x="1871" y="698"/>
                  </a:cubicBezTo>
                  <a:cubicBezTo>
                    <a:pt x="1802" y="661"/>
                    <a:pt x="1718" y="629"/>
                    <a:pt x="1633" y="597"/>
                  </a:cubicBezTo>
                  <a:cubicBezTo>
                    <a:pt x="1617" y="597"/>
                    <a:pt x="1584" y="576"/>
                    <a:pt x="1568" y="576"/>
                  </a:cubicBezTo>
                  <a:close/>
                  <a:moveTo>
                    <a:pt x="1871" y="698"/>
                  </a:moveTo>
                  <a:cubicBezTo>
                    <a:pt x="1887" y="714"/>
                    <a:pt x="1903" y="714"/>
                    <a:pt x="1920" y="714"/>
                  </a:cubicBezTo>
                  <a:lnTo>
                    <a:pt x="1920" y="69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2543443" y="972586"/>
              <a:ext cx="11720" cy="3278"/>
            </a:xfrm>
            <a:custGeom>
              <a:rect b="b" l="l" r="r" t="t"/>
              <a:pathLst>
                <a:path extrusionOk="0" h="33" w="118">
                  <a:moveTo>
                    <a:pt x="0" y="1"/>
                  </a:moveTo>
                  <a:cubicBezTo>
                    <a:pt x="16" y="1"/>
                    <a:pt x="32" y="17"/>
                    <a:pt x="49" y="17"/>
                  </a:cubicBezTo>
                  <a:cubicBezTo>
                    <a:pt x="69" y="17"/>
                    <a:pt x="85" y="33"/>
                    <a:pt x="101" y="33"/>
                  </a:cubicBezTo>
                  <a:lnTo>
                    <a:pt x="117" y="17"/>
                  </a:lnTo>
                  <a:lnTo>
                    <a:pt x="101" y="17"/>
                  </a:lnTo>
                  <a:cubicBezTo>
                    <a:pt x="85" y="17"/>
                    <a:pt x="69" y="17"/>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1680706" y="404050"/>
              <a:ext cx="48669" cy="40227"/>
            </a:xfrm>
            <a:custGeom>
              <a:rect b="b" l="l" r="r" t="t"/>
              <a:pathLst>
                <a:path extrusionOk="0" h="405" w="490">
                  <a:moveTo>
                    <a:pt x="473" y="0"/>
                  </a:moveTo>
                  <a:lnTo>
                    <a:pt x="372" y="85"/>
                  </a:lnTo>
                  <a:cubicBezTo>
                    <a:pt x="271" y="170"/>
                    <a:pt x="170" y="255"/>
                    <a:pt x="86" y="324"/>
                  </a:cubicBezTo>
                  <a:cubicBezTo>
                    <a:pt x="49" y="340"/>
                    <a:pt x="33" y="356"/>
                    <a:pt x="17" y="372"/>
                  </a:cubicBezTo>
                  <a:cubicBezTo>
                    <a:pt x="17" y="388"/>
                    <a:pt x="1" y="388"/>
                    <a:pt x="1" y="404"/>
                  </a:cubicBezTo>
                  <a:cubicBezTo>
                    <a:pt x="17" y="404"/>
                    <a:pt x="17" y="388"/>
                    <a:pt x="33" y="388"/>
                  </a:cubicBezTo>
                  <a:cubicBezTo>
                    <a:pt x="49" y="372"/>
                    <a:pt x="70" y="356"/>
                    <a:pt x="86" y="340"/>
                  </a:cubicBezTo>
                  <a:cubicBezTo>
                    <a:pt x="187" y="255"/>
                    <a:pt x="288" y="170"/>
                    <a:pt x="389" y="101"/>
                  </a:cubicBezTo>
                  <a:lnTo>
                    <a:pt x="490" y="21"/>
                  </a:lnTo>
                  <a:lnTo>
                    <a:pt x="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1673952" y="591377"/>
              <a:ext cx="61879" cy="43504"/>
            </a:xfrm>
            <a:custGeom>
              <a:rect b="b" l="l" r="r" t="t"/>
              <a:pathLst>
                <a:path extrusionOk="0" h="438" w="623">
                  <a:moveTo>
                    <a:pt x="622" y="1"/>
                  </a:moveTo>
                  <a:cubicBezTo>
                    <a:pt x="590" y="1"/>
                    <a:pt x="574" y="17"/>
                    <a:pt x="558" y="33"/>
                  </a:cubicBezTo>
                  <a:cubicBezTo>
                    <a:pt x="590" y="17"/>
                    <a:pt x="606" y="1"/>
                    <a:pt x="622" y="1"/>
                  </a:cubicBezTo>
                  <a:close/>
                  <a:moveTo>
                    <a:pt x="541" y="33"/>
                  </a:moveTo>
                  <a:cubicBezTo>
                    <a:pt x="473" y="86"/>
                    <a:pt x="420" y="118"/>
                    <a:pt x="356" y="171"/>
                  </a:cubicBezTo>
                  <a:cubicBezTo>
                    <a:pt x="271" y="235"/>
                    <a:pt x="170" y="304"/>
                    <a:pt x="69" y="373"/>
                  </a:cubicBezTo>
                  <a:cubicBezTo>
                    <a:pt x="37" y="389"/>
                    <a:pt x="16" y="405"/>
                    <a:pt x="0" y="421"/>
                  </a:cubicBezTo>
                  <a:lnTo>
                    <a:pt x="0" y="437"/>
                  </a:lnTo>
                  <a:cubicBezTo>
                    <a:pt x="16" y="405"/>
                    <a:pt x="53" y="389"/>
                    <a:pt x="69" y="389"/>
                  </a:cubicBezTo>
                  <a:lnTo>
                    <a:pt x="85" y="373"/>
                  </a:lnTo>
                  <a:cubicBezTo>
                    <a:pt x="170" y="304"/>
                    <a:pt x="271" y="235"/>
                    <a:pt x="356" y="187"/>
                  </a:cubicBezTo>
                  <a:cubicBezTo>
                    <a:pt x="420" y="134"/>
                    <a:pt x="489" y="86"/>
                    <a:pt x="541" y="53"/>
                  </a:cubicBezTo>
                  <a:lnTo>
                    <a:pt x="558" y="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2285794" y="777214"/>
              <a:ext cx="1689" cy="20163"/>
            </a:xfrm>
            <a:custGeom>
              <a:rect b="b" l="l" r="r" t="t"/>
              <a:pathLst>
                <a:path extrusionOk="0" h="203" w="17">
                  <a:moveTo>
                    <a:pt x="1" y="0"/>
                  </a:moveTo>
                  <a:lnTo>
                    <a:pt x="1" y="65"/>
                  </a:lnTo>
                  <a:cubicBezTo>
                    <a:pt x="1" y="117"/>
                    <a:pt x="1" y="150"/>
                    <a:pt x="17" y="202"/>
                  </a:cubicBezTo>
                  <a:lnTo>
                    <a:pt x="17" y="182"/>
                  </a:lnTo>
                  <a:lnTo>
                    <a:pt x="17" y="65"/>
                  </a:lnTo>
                  <a:cubicBezTo>
                    <a:pt x="17" y="49"/>
                    <a:pt x="17" y="1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2155381" y="852205"/>
              <a:ext cx="3774" cy="105682"/>
            </a:xfrm>
            <a:custGeom>
              <a:rect b="b" l="l" r="r" t="t"/>
              <a:pathLst>
                <a:path extrusionOk="0" h="1064" w="38">
                  <a:moveTo>
                    <a:pt x="17" y="1"/>
                  </a:moveTo>
                  <a:cubicBezTo>
                    <a:pt x="1" y="17"/>
                    <a:pt x="1" y="33"/>
                    <a:pt x="1" y="53"/>
                  </a:cubicBezTo>
                  <a:lnTo>
                    <a:pt x="1" y="69"/>
                  </a:lnTo>
                  <a:cubicBezTo>
                    <a:pt x="17" y="304"/>
                    <a:pt x="17" y="538"/>
                    <a:pt x="1" y="760"/>
                  </a:cubicBezTo>
                  <a:cubicBezTo>
                    <a:pt x="1" y="776"/>
                    <a:pt x="1" y="809"/>
                    <a:pt x="17" y="825"/>
                  </a:cubicBezTo>
                  <a:lnTo>
                    <a:pt x="17" y="760"/>
                  </a:lnTo>
                  <a:lnTo>
                    <a:pt x="17" y="69"/>
                  </a:lnTo>
                  <a:lnTo>
                    <a:pt x="17" y="53"/>
                  </a:lnTo>
                  <a:cubicBezTo>
                    <a:pt x="17" y="33"/>
                    <a:pt x="17" y="17"/>
                    <a:pt x="37" y="1"/>
                  </a:cubicBezTo>
                  <a:close/>
                  <a:moveTo>
                    <a:pt x="17" y="926"/>
                  </a:moveTo>
                  <a:cubicBezTo>
                    <a:pt x="1" y="978"/>
                    <a:pt x="1" y="1011"/>
                    <a:pt x="17" y="1063"/>
                  </a:cubicBezTo>
                  <a:lnTo>
                    <a:pt x="17" y="92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2324332" y="492747"/>
              <a:ext cx="38637" cy="15296"/>
            </a:xfrm>
            <a:custGeom>
              <a:rect b="b" l="l" r="r" t="t"/>
              <a:pathLst>
                <a:path extrusionOk="0" h="154" w="389">
                  <a:moveTo>
                    <a:pt x="0" y="0"/>
                  </a:moveTo>
                  <a:lnTo>
                    <a:pt x="0" y="16"/>
                  </a:lnTo>
                  <a:lnTo>
                    <a:pt x="53" y="36"/>
                  </a:lnTo>
                  <a:cubicBezTo>
                    <a:pt x="101" y="53"/>
                    <a:pt x="134" y="69"/>
                    <a:pt x="186" y="85"/>
                  </a:cubicBezTo>
                  <a:cubicBezTo>
                    <a:pt x="235" y="85"/>
                    <a:pt x="271" y="101"/>
                    <a:pt x="320" y="117"/>
                  </a:cubicBezTo>
                  <a:cubicBezTo>
                    <a:pt x="287" y="101"/>
                    <a:pt x="235" y="85"/>
                    <a:pt x="186" y="69"/>
                  </a:cubicBezTo>
                  <a:cubicBezTo>
                    <a:pt x="154" y="53"/>
                    <a:pt x="101" y="36"/>
                    <a:pt x="69" y="16"/>
                  </a:cubicBezTo>
                  <a:lnTo>
                    <a:pt x="0" y="0"/>
                  </a:lnTo>
                  <a:close/>
                  <a:moveTo>
                    <a:pt x="320" y="117"/>
                  </a:moveTo>
                  <a:lnTo>
                    <a:pt x="372" y="154"/>
                  </a:lnTo>
                  <a:lnTo>
                    <a:pt x="388" y="154"/>
                  </a:lnTo>
                  <a:lnTo>
                    <a:pt x="388" y="137"/>
                  </a:lnTo>
                  <a:lnTo>
                    <a:pt x="320" y="1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2325922" y="807310"/>
              <a:ext cx="11720" cy="3278"/>
            </a:xfrm>
            <a:custGeom>
              <a:rect b="b" l="l" r="r" t="t"/>
              <a:pathLst>
                <a:path extrusionOk="0" h="33" w="118">
                  <a:moveTo>
                    <a:pt x="1" y="0"/>
                  </a:moveTo>
                  <a:lnTo>
                    <a:pt x="17" y="16"/>
                  </a:lnTo>
                  <a:cubicBezTo>
                    <a:pt x="37" y="16"/>
                    <a:pt x="53" y="16"/>
                    <a:pt x="69" y="33"/>
                  </a:cubicBezTo>
                  <a:lnTo>
                    <a:pt x="118" y="33"/>
                  </a:lnTo>
                  <a:cubicBezTo>
                    <a:pt x="102" y="33"/>
                    <a:pt x="85" y="16"/>
                    <a:pt x="69" y="16"/>
                  </a:cubicBezTo>
                  <a:cubicBezTo>
                    <a:pt x="53" y="0"/>
                    <a:pt x="3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1673952" y="583034"/>
              <a:ext cx="63866" cy="45392"/>
            </a:xfrm>
            <a:custGeom>
              <a:rect b="b" l="l" r="r" t="t"/>
              <a:pathLst>
                <a:path extrusionOk="0" h="457" w="643">
                  <a:moveTo>
                    <a:pt x="642" y="0"/>
                  </a:moveTo>
                  <a:cubicBezTo>
                    <a:pt x="606" y="0"/>
                    <a:pt x="590" y="16"/>
                    <a:pt x="574" y="36"/>
                  </a:cubicBezTo>
                  <a:cubicBezTo>
                    <a:pt x="590" y="36"/>
                    <a:pt x="606" y="16"/>
                    <a:pt x="622" y="16"/>
                  </a:cubicBezTo>
                  <a:lnTo>
                    <a:pt x="642" y="16"/>
                  </a:lnTo>
                  <a:lnTo>
                    <a:pt x="642" y="0"/>
                  </a:lnTo>
                  <a:close/>
                  <a:moveTo>
                    <a:pt x="574" y="36"/>
                  </a:moveTo>
                  <a:lnTo>
                    <a:pt x="574" y="36"/>
                  </a:lnTo>
                  <a:cubicBezTo>
                    <a:pt x="473" y="101"/>
                    <a:pt x="372" y="170"/>
                    <a:pt x="287" y="238"/>
                  </a:cubicBezTo>
                  <a:cubicBezTo>
                    <a:pt x="388" y="186"/>
                    <a:pt x="489" y="117"/>
                    <a:pt x="574" y="36"/>
                  </a:cubicBezTo>
                  <a:close/>
                  <a:moveTo>
                    <a:pt x="287" y="238"/>
                  </a:moveTo>
                  <a:lnTo>
                    <a:pt x="287" y="238"/>
                  </a:lnTo>
                  <a:cubicBezTo>
                    <a:pt x="238" y="271"/>
                    <a:pt x="186" y="303"/>
                    <a:pt x="138" y="356"/>
                  </a:cubicBezTo>
                  <a:cubicBezTo>
                    <a:pt x="186" y="319"/>
                    <a:pt x="238" y="287"/>
                    <a:pt x="287" y="238"/>
                  </a:cubicBezTo>
                  <a:close/>
                  <a:moveTo>
                    <a:pt x="138" y="356"/>
                  </a:moveTo>
                  <a:cubicBezTo>
                    <a:pt x="101" y="356"/>
                    <a:pt x="85" y="372"/>
                    <a:pt x="69" y="388"/>
                  </a:cubicBezTo>
                  <a:cubicBezTo>
                    <a:pt x="53" y="404"/>
                    <a:pt x="16" y="420"/>
                    <a:pt x="0" y="440"/>
                  </a:cubicBezTo>
                  <a:lnTo>
                    <a:pt x="16" y="457"/>
                  </a:lnTo>
                  <a:lnTo>
                    <a:pt x="69" y="404"/>
                  </a:lnTo>
                  <a:cubicBezTo>
                    <a:pt x="85" y="388"/>
                    <a:pt x="117" y="372"/>
                    <a:pt x="138"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2376081" y="636769"/>
              <a:ext cx="6953" cy="34962"/>
            </a:xfrm>
            <a:custGeom>
              <a:rect b="b" l="l" r="r" t="t"/>
              <a:pathLst>
                <a:path extrusionOk="0" h="352" w="70">
                  <a:moveTo>
                    <a:pt x="1" y="0"/>
                  </a:moveTo>
                  <a:lnTo>
                    <a:pt x="1" y="17"/>
                  </a:lnTo>
                  <a:cubicBezTo>
                    <a:pt x="17" y="17"/>
                    <a:pt x="17" y="33"/>
                    <a:pt x="17" y="49"/>
                  </a:cubicBezTo>
                  <a:cubicBezTo>
                    <a:pt x="17" y="65"/>
                    <a:pt x="17" y="81"/>
                    <a:pt x="37" y="101"/>
                  </a:cubicBezTo>
                  <a:lnTo>
                    <a:pt x="37" y="49"/>
                  </a:lnTo>
                  <a:cubicBezTo>
                    <a:pt x="37" y="33"/>
                    <a:pt x="37" y="17"/>
                    <a:pt x="1" y="0"/>
                  </a:cubicBezTo>
                  <a:close/>
                  <a:moveTo>
                    <a:pt x="37" y="101"/>
                  </a:moveTo>
                  <a:lnTo>
                    <a:pt x="37" y="118"/>
                  </a:lnTo>
                  <a:lnTo>
                    <a:pt x="53" y="118"/>
                  </a:lnTo>
                  <a:cubicBezTo>
                    <a:pt x="53" y="118"/>
                    <a:pt x="53" y="101"/>
                    <a:pt x="37" y="101"/>
                  </a:cubicBezTo>
                  <a:close/>
                  <a:moveTo>
                    <a:pt x="37" y="118"/>
                  </a:moveTo>
                  <a:lnTo>
                    <a:pt x="37" y="219"/>
                  </a:lnTo>
                  <a:lnTo>
                    <a:pt x="37" y="235"/>
                  </a:lnTo>
                  <a:lnTo>
                    <a:pt x="37" y="267"/>
                  </a:lnTo>
                  <a:cubicBezTo>
                    <a:pt x="53" y="283"/>
                    <a:pt x="53" y="319"/>
                    <a:pt x="37" y="336"/>
                  </a:cubicBezTo>
                  <a:lnTo>
                    <a:pt x="53" y="352"/>
                  </a:lnTo>
                  <a:cubicBezTo>
                    <a:pt x="69" y="319"/>
                    <a:pt x="53" y="283"/>
                    <a:pt x="53" y="267"/>
                  </a:cubicBezTo>
                  <a:lnTo>
                    <a:pt x="53" y="235"/>
                  </a:lnTo>
                  <a:lnTo>
                    <a:pt x="53" y="219"/>
                  </a:lnTo>
                  <a:cubicBezTo>
                    <a:pt x="53" y="182"/>
                    <a:pt x="37" y="150"/>
                    <a:pt x="37"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1344491" y="757151"/>
              <a:ext cx="67144" cy="50258"/>
            </a:xfrm>
            <a:custGeom>
              <a:rect b="b" l="l" r="r" t="t"/>
              <a:pathLst>
                <a:path extrusionOk="0" h="506" w="676">
                  <a:moveTo>
                    <a:pt x="675" y="0"/>
                  </a:moveTo>
                  <a:cubicBezTo>
                    <a:pt x="659" y="0"/>
                    <a:pt x="643" y="0"/>
                    <a:pt x="627" y="16"/>
                  </a:cubicBezTo>
                  <a:cubicBezTo>
                    <a:pt x="489" y="117"/>
                    <a:pt x="356" y="218"/>
                    <a:pt x="223" y="303"/>
                  </a:cubicBezTo>
                  <a:lnTo>
                    <a:pt x="37" y="453"/>
                  </a:lnTo>
                  <a:cubicBezTo>
                    <a:pt x="21" y="453"/>
                    <a:pt x="1" y="469"/>
                    <a:pt x="1" y="485"/>
                  </a:cubicBezTo>
                  <a:lnTo>
                    <a:pt x="1" y="505"/>
                  </a:lnTo>
                  <a:lnTo>
                    <a:pt x="21" y="505"/>
                  </a:lnTo>
                  <a:cubicBezTo>
                    <a:pt x="21" y="485"/>
                    <a:pt x="21" y="469"/>
                    <a:pt x="37" y="469"/>
                  </a:cubicBezTo>
                  <a:lnTo>
                    <a:pt x="239" y="319"/>
                  </a:lnTo>
                  <a:cubicBezTo>
                    <a:pt x="372" y="218"/>
                    <a:pt x="506" y="117"/>
                    <a:pt x="643" y="16"/>
                  </a:cubicBezTo>
                  <a:lnTo>
                    <a:pt x="675" y="16"/>
                  </a:lnTo>
                  <a:lnTo>
                    <a:pt x="6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1673952" y="598231"/>
              <a:ext cx="60290" cy="41816"/>
            </a:xfrm>
            <a:custGeom>
              <a:rect b="b" l="l" r="r" t="t"/>
              <a:pathLst>
                <a:path extrusionOk="0" h="421" w="607">
                  <a:moveTo>
                    <a:pt x="590" y="1"/>
                  </a:moveTo>
                  <a:lnTo>
                    <a:pt x="505" y="49"/>
                  </a:lnTo>
                  <a:cubicBezTo>
                    <a:pt x="457" y="85"/>
                    <a:pt x="404" y="134"/>
                    <a:pt x="339" y="166"/>
                  </a:cubicBezTo>
                  <a:cubicBezTo>
                    <a:pt x="271" y="219"/>
                    <a:pt x="202" y="267"/>
                    <a:pt x="117" y="320"/>
                  </a:cubicBezTo>
                  <a:lnTo>
                    <a:pt x="0" y="405"/>
                  </a:lnTo>
                  <a:lnTo>
                    <a:pt x="0" y="421"/>
                  </a:lnTo>
                  <a:lnTo>
                    <a:pt x="16" y="421"/>
                  </a:lnTo>
                  <a:lnTo>
                    <a:pt x="138" y="336"/>
                  </a:lnTo>
                  <a:cubicBezTo>
                    <a:pt x="202" y="287"/>
                    <a:pt x="271" y="235"/>
                    <a:pt x="356" y="186"/>
                  </a:cubicBezTo>
                  <a:cubicBezTo>
                    <a:pt x="404" y="134"/>
                    <a:pt x="473" y="102"/>
                    <a:pt x="521" y="65"/>
                  </a:cubicBezTo>
                  <a:lnTo>
                    <a:pt x="6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2351249" y="472684"/>
              <a:ext cx="13310" cy="5264"/>
            </a:xfrm>
            <a:custGeom>
              <a:rect b="b" l="l" r="r" t="t"/>
              <a:pathLst>
                <a:path extrusionOk="0" h="53" w="134">
                  <a:moveTo>
                    <a:pt x="0" y="0"/>
                  </a:moveTo>
                  <a:cubicBezTo>
                    <a:pt x="16" y="16"/>
                    <a:pt x="16" y="16"/>
                    <a:pt x="32" y="16"/>
                  </a:cubicBezTo>
                  <a:cubicBezTo>
                    <a:pt x="49" y="16"/>
                    <a:pt x="65" y="36"/>
                    <a:pt x="85" y="36"/>
                  </a:cubicBezTo>
                  <a:cubicBezTo>
                    <a:pt x="101" y="53"/>
                    <a:pt x="101" y="53"/>
                    <a:pt x="117" y="53"/>
                  </a:cubicBezTo>
                  <a:lnTo>
                    <a:pt x="133" y="53"/>
                  </a:lnTo>
                  <a:lnTo>
                    <a:pt x="133" y="36"/>
                  </a:lnTo>
                  <a:lnTo>
                    <a:pt x="101" y="36"/>
                  </a:lnTo>
                  <a:cubicBezTo>
                    <a:pt x="65" y="16"/>
                    <a:pt x="49" y="16"/>
                    <a:pt x="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2490007" y="668453"/>
              <a:ext cx="10131" cy="3278"/>
            </a:xfrm>
            <a:custGeom>
              <a:rect b="b" l="l" r="r" t="t"/>
              <a:pathLst>
                <a:path extrusionOk="0" h="33" w="102">
                  <a:moveTo>
                    <a:pt x="1" y="0"/>
                  </a:moveTo>
                  <a:cubicBezTo>
                    <a:pt x="1" y="0"/>
                    <a:pt x="17" y="17"/>
                    <a:pt x="33" y="17"/>
                  </a:cubicBezTo>
                  <a:cubicBezTo>
                    <a:pt x="49" y="17"/>
                    <a:pt x="65" y="33"/>
                    <a:pt x="102" y="33"/>
                  </a:cubicBezTo>
                  <a:lnTo>
                    <a:pt x="102" y="17"/>
                  </a:lnTo>
                  <a:cubicBezTo>
                    <a:pt x="65" y="17"/>
                    <a:pt x="49" y="17"/>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2555064" y="720202"/>
              <a:ext cx="13310" cy="4966"/>
            </a:xfrm>
            <a:custGeom>
              <a:rect b="b" l="l" r="r" t="t"/>
              <a:pathLst>
                <a:path extrusionOk="0" h="50" w="134">
                  <a:moveTo>
                    <a:pt x="16" y="1"/>
                  </a:moveTo>
                  <a:lnTo>
                    <a:pt x="0" y="17"/>
                  </a:lnTo>
                  <a:lnTo>
                    <a:pt x="16" y="17"/>
                  </a:lnTo>
                  <a:lnTo>
                    <a:pt x="134" y="49"/>
                  </a:lnTo>
                  <a:lnTo>
                    <a:pt x="134" y="33"/>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2702264" y="599820"/>
              <a:ext cx="36651" cy="13409"/>
            </a:xfrm>
            <a:custGeom>
              <a:rect b="b" l="l" r="r" t="t"/>
              <a:pathLst>
                <a:path extrusionOk="0" h="135" w="369">
                  <a:moveTo>
                    <a:pt x="1" y="1"/>
                  </a:moveTo>
                  <a:lnTo>
                    <a:pt x="1" y="17"/>
                  </a:lnTo>
                  <a:lnTo>
                    <a:pt x="33" y="17"/>
                  </a:lnTo>
                  <a:cubicBezTo>
                    <a:pt x="65" y="33"/>
                    <a:pt x="102" y="33"/>
                    <a:pt x="118" y="49"/>
                  </a:cubicBezTo>
                  <a:cubicBezTo>
                    <a:pt x="150" y="69"/>
                    <a:pt x="203" y="86"/>
                    <a:pt x="235" y="102"/>
                  </a:cubicBezTo>
                  <a:lnTo>
                    <a:pt x="267" y="102"/>
                  </a:lnTo>
                  <a:cubicBezTo>
                    <a:pt x="267" y="86"/>
                    <a:pt x="251" y="86"/>
                    <a:pt x="235" y="86"/>
                  </a:cubicBezTo>
                  <a:cubicBezTo>
                    <a:pt x="203" y="69"/>
                    <a:pt x="166" y="49"/>
                    <a:pt x="134" y="33"/>
                  </a:cubicBezTo>
                  <a:cubicBezTo>
                    <a:pt x="102" y="33"/>
                    <a:pt x="65" y="17"/>
                    <a:pt x="33" y="1"/>
                  </a:cubicBezTo>
                  <a:close/>
                  <a:moveTo>
                    <a:pt x="267" y="102"/>
                  </a:moveTo>
                  <a:cubicBezTo>
                    <a:pt x="304" y="118"/>
                    <a:pt x="336" y="134"/>
                    <a:pt x="368" y="134"/>
                  </a:cubicBezTo>
                  <a:cubicBezTo>
                    <a:pt x="336" y="118"/>
                    <a:pt x="304" y="102"/>
                    <a:pt x="267" y="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2277352" y="651568"/>
              <a:ext cx="3774" cy="21752"/>
            </a:xfrm>
            <a:custGeom>
              <a:rect b="b" l="l" r="r" t="t"/>
              <a:pathLst>
                <a:path extrusionOk="0" h="219" w="38">
                  <a:moveTo>
                    <a:pt x="1" y="1"/>
                  </a:moveTo>
                  <a:lnTo>
                    <a:pt x="1" y="17"/>
                  </a:lnTo>
                  <a:lnTo>
                    <a:pt x="1" y="33"/>
                  </a:lnTo>
                  <a:lnTo>
                    <a:pt x="1" y="118"/>
                  </a:lnTo>
                  <a:lnTo>
                    <a:pt x="1" y="154"/>
                  </a:lnTo>
                  <a:cubicBezTo>
                    <a:pt x="1" y="170"/>
                    <a:pt x="1" y="187"/>
                    <a:pt x="21" y="203"/>
                  </a:cubicBezTo>
                  <a:lnTo>
                    <a:pt x="21" y="219"/>
                  </a:lnTo>
                  <a:lnTo>
                    <a:pt x="37" y="219"/>
                  </a:lnTo>
                  <a:lnTo>
                    <a:pt x="37" y="203"/>
                  </a:lnTo>
                  <a:cubicBezTo>
                    <a:pt x="21" y="187"/>
                    <a:pt x="21" y="170"/>
                    <a:pt x="21" y="154"/>
                  </a:cubicBezTo>
                  <a:lnTo>
                    <a:pt x="21" y="118"/>
                  </a:lnTo>
                  <a:lnTo>
                    <a:pt x="21" y="33"/>
                  </a:lnTo>
                  <a:lnTo>
                    <a:pt x="21" y="17"/>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1737719" y="952523"/>
              <a:ext cx="11720" cy="5364"/>
            </a:xfrm>
            <a:custGeom>
              <a:rect b="b" l="l" r="r" t="t"/>
              <a:pathLst>
                <a:path extrusionOk="0" h="54" w="118">
                  <a:moveTo>
                    <a:pt x="101" y="1"/>
                  </a:moveTo>
                  <a:cubicBezTo>
                    <a:pt x="81" y="1"/>
                    <a:pt x="49" y="17"/>
                    <a:pt x="33" y="33"/>
                  </a:cubicBezTo>
                  <a:cubicBezTo>
                    <a:pt x="65" y="33"/>
                    <a:pt x="81" y="17"/>
                    <a:pt x="118" y="1"/>
                  </a:cubicBezTo>
                  <a:close/>
                  <a:moveTo>
                    <a:pt x="17" y="33"/>
                  </a:moveTo>
                  <a:lnTo>
                    <a:pt x="0" y="53"/>
                  </a:lnTo>
                  <a:lnTo>
                    <a:pt x="17" y="53"/>
                  </a:lnTo>
                  <a:lnTo>
                    <a:pt x="33" y="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1234141" y="641536"/>
              <a:ext cx="25427" cy="344360"/>
            </a:xfrm>
            <a:custGeom>
              <a:rect b="b" l="l" r="r" t="t"/>
              <a:pathLst>
                <a:path extrusionOk="0" h="3467" w="256">
                  <a:moveTo>
                    <a:pt x="223" y="1"/>
                  </a:moveTo>
                  <a:cubicBezTo>
                    <a:pt x="239" y="33"/>
                    <a:pt x="239" y="53"/>
                    <a:pt x="239" y="86"/>
                  </a:cubicBezTo>
                  <a:lnTo>
                    <a:pt x="239" y="118"/>
                  </a:lnTo>
                  <a:cubicBezTo>
                    <a:pt x="239" y="102"/>
                    <a:pt x="239" y="102"/>
                    <a:pt x="255" y="86"/>
                  </a:cubicBezTo>
                  <a:cubicBezTo>
                    <a:pt x="255" y="53"/>
                    <a:pt x="255" y="33"/>
                    <a:pt x="239" y="1"/>
                  </a:cubicBezTo>
                  <a:close/>
                  <a:moveTo>
                    <a:pt x="239" y="118"/>
                  </a:moveTo>
                  <a:cubicBezTo>
                    <a:pt x="223" y="187"/>
                    <a:pt x="223" y="235"/>
                    <a:pt x="223" y="304"/>
                  </a:cubicBezTo>
                  <a:cubicBezTo>
                    <a:pt x="223" y="320"/>
                    <a:pt x="223" y="356"/>
                    <a:pt x="203" y="372"/>
                  </a:cubicBezTo>
                  <a:lnTo>
                    <a:pt x="203" y="457"/>
                  </a:lnTo>
                  <a:cubicBezTo>
                    <a:pt x="203" y="538"/>
                    <a:pt x="187" y="607"/>
                    <a:pt x="187" y="692"/>
                  </a:cubicBezTo>
                  <a:lnTo>
                    <a:pt x="187" y="809"/>
                  </a:lnTo>
                  <a:cubicBezTo>
                    <a:pt x="187" y="841"/>
                    <a:pt x="187" y="894"/>
                    <a:pt x="170" y="926"/>
                  </a:cubicBezTo>
                  <a:lnTo>
                    <a:pt x="170" y="1043"/>
                  </a:lnTo>
                  <a:cubicBezTo>
                    <a:pt x="170" y="1079"/>
                    <a:pt x="154" y="1128"/>
                    <a:pt x="154" y="1164"/>
                  </a:cubicBezTo>
                  <a:lnTo>
                    <a:pt x="154" y="1180"/>
                  </a:lnTo>
                  <a:lnTo>
                    <a:pt x="154" y="1265"/>
                  </a:lnTo>
                  <a:lnTo>
                    <a:pt x="154" y="1366"/>
                  </a:lnTo>
                  <a:cubicBezTo>
                    <a:pt x="170" y="1330"/>
                    <a:pt x="170" y="1298"/>
                    <a:pt x="170" y="1265"/>
                  </a:cubicBezTo>
                  <a:lnTo>
                    <a:pt x="170" y="1180"/>
                  </a:lnTo>
                  <a:lnTo>
                    <a:pt x="170" y="1164"/>
                  </a:lnTo>
                  <a:cubicBezTo>
                    <a:pt x="170" y="1128"/>
                    <a:pt x="170" y="1079"/>
                    <a:pt x="187" y="1043"/>
                  </a:cubicBezTo>
                  <a:lnTo>
                    <a:pt x="187" y="926"/>
                  </a:lnTo>
                  <a:cubicBezTo>
                    <a:pt x="187" y="894"/>
                    <a:pt x="187" y="841"/>
                    <a:pt x="203" y="809"/>
                  </a:cubicBezTo>
                  <a:lnTo>
                    <a:pt x="203" y="692"/>
                  </a:lnTo>
                  <a:cubicBezTo>
                    <a:pt x="203" y="607"/>
                    <a:pt x="223" y="538"/>
                    <a:pt x="223" y="457"/>
                  </a:cubicBezTo>
                  <a:lnTo>
                    <a:pt x="223" y="372"/>
                  </a:lnTo>
                  <a:cubicBezTo>
                    <a:pt x="223" y="356"/>
                    <a:pt x="223" y="320"/>
                    <a:pt x="239" y="304"/>
                  </a:cubicBezTo>
                  <a:lnTo>
                    <a:pt x="239" y="118"/>
                  </a:lnTo>
                  <a:close/>
                  <a:moveTo>
                    <a:pt x="154" y="1366"/>
                  </a:moveTo>
                  <a:cubicBezTo>
                    <a:pt x="154" y="1382"/>
                    <a:pt x="138" y="1399"/>
                    <a:pt x="138" y="1431"/>
                  </a:cubicBezTo>
                  <a:lnTo>
                    <a:pt x="138" y="1568"/>
                  </a:lnTo>
                  <a:lnTo>
                    <a:pt x="122" y="1685"/>
                  </a:lnTo>
                  <a:lnTo>
                    <a:pt x="122" y="1803"/>
                  </a:lnTo>
                  <a:cubicBezTo>
                    <a:pt x="122" y="1871"/>
                    <a:pt x="102" y="1936"/>
                    <a:pt x="102" y="2005"/>
                  </a:cubicBezTo>
                  <a:lnTo>
                    <a:pt x="102" y="2106"/>
                  </a:lnTo>
                  <a:cubicBezTo>
                    <a:pt x="122" y="2073"/>
                    <a:pt x="122" y="2037"/>
                    <a:pt x="122" y="2005"/>
                  </a:cubicBezTo>
                  <a:cubicBezTo>
                    <a:pt x="122" y="1936"/>
                    <a:pt x="122" y="1871"/>
                    <a:pt x="138" y="1819"/>
                  </a:cubicBezTo>
                  <a:lnTo>
                    <a:pt x="138" y="1685"/>
                  </a:lnTo>
                  <a:lnTo>
                    <a:pt x="154" y="1568"/>
                  </a:lnTo>
                  <a:lnTo>
                    <a:pt x="154" y="1431"/>
                  </a:lnTo>
                  <a:lnTo>
                    <a:pt x="154" y="1366"/>
                  </a:lnTo>
                  <a:close/>
                  <a:moveTo>
                    <a:pt x="102" y="2106"/>
                  </a:moveTo>
                  <a:cubicBezTo>
                    <a:pt x="86" y="2154"/>
                    <a:pt x="86" y="2223"/>
                    <a:pt x="86" y="2275"/>
                  </a:cubicBezTo>
                  <a:cubicBezTo>
                    <a:pt x="86" y="2340"/>
                    <a:pt x="69" y="2392"/>
                    <a:pt x="69" y="2441"/>
                  </a:cubicBezTo>
                  <a:cubicBezTo>
                    <a:pt x="69" y="2526"/>
                    <a:pt x="69" y="2594"/>
                    <a:pt x="53" y="2659"/>
                  </a:cubicBezTo>
                  <a:lnTo>
                    <a:pt x="53" y="2861"/>
                  </a:lnTo>
                  <a:cubicBezTo>
                    <a:pt x="69" y="2796"/>
                    <a:pt x="69" y="2728"/>
                    <a:pt x="69" y="2659"/>
                  </a:cubicBezTo>
                  <a:cubicBezTo>
                    <a:pt x="69" y="2594"/>
                    <a:pt x="86" y="2526"/>
                    <a:pt x="86" y="2441"/>
                  </a:cubicBezTo>
                  <a:cubicBezTo>
                    <a:pt x="86" y="2392"/>
                    <a:pt x="102" y="2340"/>
                    <a:pt x="102" y="2275"/>
                  </a:cubicBezTo>
                  <a:lnTo>
                    <a:pt x="102" y="2106"/>
                  </a:lnTo>
                  <a:close/>
                  <a:moveTo>
                    <a:pt x="53" y="2861"/>
                  </a:moveTo>
                  <a:cubicBezTo>
                    <a:pt x="37" y="2913"/>
                    <a:pt x="37" y="2962"/>
                    <a:pt x="37" y="3014"/>
                  </a:cubicBezTo>
                  <a:lnTo>
                    <a:pt x="37" y="3031"/>
                  </a:lnTo>
                  <a:cubicBezTo>
                    <a:pt x="37" y="3099"/>
                    <a:pt x="37" y="3164"/>
                    <a:pt x="21" y="3216"/>
                  </a:cubicBezTo>
                  <a:cubicBezTo>
                    <a:pt x="1" y="3233"/>
                    <a:pt x="1" y="3265"/>
                    <a:pt x="1" y="3285"/>
                  </a:cubicBezTo>
                  <a:cubicBezTo>
                    <a:pt x="1" y="3301"/>
                    <a:pt x="21" y="3301"/>
                    <a:pt x="1" y="3317"/>
                  </a:cubicBezTo>
                  <a:lnTo>
                    <a:pt x="1" y="3418"/>
                  </a:lnTo>
                  <a:lnTo>
                    <a:pt x="1" y="3467"/>
                  </a:lnTo>
                  <a:lnTo>
                    <a:pt x="21" y="3467"/>
                  </a:lnTo>
                  <a:lnTo>
                    <a:pt x="21" y="3418"/>
                  </a:lnTo>
                  <a:lnTo>
                    <a:pt x="21" y="3317"/>
                  </a:lnTo>
                  <a:lnTo>
                    <a:pt x="21" y="3285"/>
                  </a:lnTo>
                  <a:lnTo>
                    <a:pt x="21" y="3233"/>
                  </a:lnTo>
                  <a:cubicBezTo>
                    <a:pt x="37" y="3164"/>
                    <a:pt x="37" y="3099"/>
                    <a:pt x="53" y="3031"/>
                  </a:cubicBezTo>
                  <a:lnTo>
                    <a:pt x="53" y="3014"/>
                  </a:lnTo>
                  <a:lnTo>
                    <a:pt x="53" y="286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2321154" y="417658"/>
              <a:ext cx="13310" cy="6555"/>
            </a:xfrm>
            <a:custGeom>
              <a:rect b="b" l="l" r="r" t="t"/>
              <a:pathLst>
                <a:path extrusionOk="0" h="66" w="134">
                  <a:moveTo>
                    <a:pt x="0" y="1"/>
                  </a:moveTo>
                  <a:lnTo>
                    <a:pt x="0" y="17"/>
                  </a:lnTo>
                  <a:lnTo>
                    <a:pt x="133" y="65"/>
                  </a:lnTo>
                  <a:lnTo>
                    <a:pt x="133" y="49"/>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2281027" y="728644"/>
              <a:ext cx="3278" cy="8542"/>
            </a:xfrm>
            <a:custGeom>
              <a:rect b="b" l="l" r="r" t="t"/>
              <a:pathLst>
                <a:path extrusionOk="0" h="86" w="33">
                  <a:moveTo>
                    <a:pt x="16" y="0"/>
                  </a:moveTo>
                  <a:cubicBezTo>
                    <a:pt x="0" y="17"/>
                    <a:pt x="16" y="33"/>
                    <a:pt x="16" y="49"/>
                  </a:cubicBezTo>
                  <a:lnTo>
                    <a:pt x="16" y="65"/>
                  </a:lnTo>
                  <a:lnTo>
                    <a:pt x="32" y="85"/>
                  </a:lnTo>
                  <a:lnTo>
                    <a:pt x="32" y="65"/>
                  </a:lnTo>
                  <a:lnTo>
                    <a:pt x="32" y="49"/>
                  </a:lnTo>
                  <a:cubicBezTo>
                    <a:pt x="16" y="33"/>
                    <a:pt x="16" y="17"/>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1690738" y="436132"/>
              <a:ext cx="48669" cy="36651"/>
            </a:xfrm>
            <a:custGeom>
              <a:rect b="b" l="l" r="r" t="t"/>
              <a:pathLst>
                <a:path extrusionOk="0" h="369" w="490">
                  <a:moveTo>
                    <a:pt x="490" y="1"/>
                  </a:moveTo>
                  <a:cubicBezTo>
                    <a:pt x="473" y="1"/>
                    <a:pt x="453" y="1"/>
                    <a:pt x="437" y="17"/>
                  </a:cubicBezTo>
                  <a:cubicBezTo>
                    <a:pt x="336" y="102"/>
                    <a:pt x="219" y="203"/>
                    <a:pt x="102" y="283"/>
                  </a:cubicBezTo>
                  <a:lnTo>
                    <a:pt x="1" y="368"/>
                  </a:lnTo>
                  <a:lnTo>
                    <a:pt x="17" y="368"/>
                  </a:lnTo>
                  <a:lnTo>
                    <a:pt x="102" y="304"/>
                  </a:lnTo>
                  <a:cubicBezTo>
                    <a:pt x="219" y="203"/>
                    <a:pt x="336" y="118"/>
                    <a:pt x="453" y="17"/>
                  </a:cubicBezTo>
                  <a:lnTo>
                    <a:pt x="490" y="17"/>
                  </a:lnTo>
                  <a:lnTo>
                    <a:pt x="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2284205" y="606673"/>
              <a:ext cx="10131" cy="3278"/>
            </a:xfrm>
            <a:custGeom>
              <a:rect b="b" l="l" r="r" t="t"/>
              <a:pathLst>
                <a:path extrusionOk="0" h="33" w="102">
                  <a:moveTo>
                    <a:pt x="0" y="0"/>
                  </a:moveTo>
                  <a:lnTo>
                    <a:pt x="0" y="17"/>
                  </a:lnTo>
                  <a:cubicBezTo>
                    <a:pt x="17" y="17"/>
                    <a:pt x="33" y="17"/>
                    <a:pt x="53" y="33"/>
                  </a:cubicBezTo>
                  <a:lnTo>
                    <a:pt x="101" y="33"/>
                  </a:lnTo>
                  <a:cubicBezTo>
                    <a:pt x="85" y="33"/>
                    <a:pt x="69" y="17"/>
                    <a:pt x="53" y="17"/>
                  </a:cubicBezTo>
                  <a:cubicBezTo>
                    <a:pt x="33" y="17"/>
                    <a:pt x="1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1672363" y="641536"/>
              <a:ext cx="63469" cy="41816"/>
            </a:xfrm>
            <a:custGeom>
              <a:rect b="b" l="l" r="r" t="t"/>
              <a:pathLst>
                <a:path extrusionOk="0" h="421" w="639">
                  <a:moveTo>
                    <a:pt x="638" y="1"/>
                  </a:moveTo>
                  <a:cubicBezTo>
                    <a:pt x="622" y="1"/>
                    <a:pt x="606" y="17"/>
                    <a:pt x="590" y="17"/>
                  </a:cubicBezTo>
                  <a:lnTo>
                    <a:pt x="590" y="33"/>
                  </a:lnTo>
                  <a:cubicBezTo>
                    <a:pt x="606" y="17"/>
                    <a:pt x="622" y="17"/>
                    <a:pt x="638" y="17"/>
                  </a:cubicBezTo>
                  <a:lnTo>
                    <a:pt x="638" y="1"/>
                  </a:lnTo>
                  <a:close/>
                  <a:moveTo>
                    <a:pt x="590" y="33"/>
                  </a:moveTo>
                  <a:lnTo>
                    <a:pt x="590" y="33"/>
                  </a:lnTo>
                  <a:cubicBezTo>
                    <a:pt x="420" y="134"/>
                    <a:pt x="271" y="235"/>
                    <a:pt x="117" y="336"/>
                  </a:cubicBezTo>
                  <a:lnTo>
                    <a:pt x="0" y="405"/>
                  </a:lnTo>
                  <a:lnTo>
                    <a:pt x="0" y="421"/>
                  </a:lnTo>
                  <a:lnTo>
                    <a:pt x="16" y="421"/>
                  </a:lnTo>
                  <a:lnTo>
                    <a:pt x="117" y="356"/>
                  </a:lnTo>
                  <a:cubicBezTo>
                    <a:pt x="271" y="255"/>
                    <a:pt x="436" y="134"/>
                    <a:pt x="590"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2673857" y="501091"/>
              <a:ext cx="6853" cy="5364"/>
            </a:xfrm>
            <a:custGeom>
              <a:rect b="b" l="l" r="r" t="t"/>
              <a:pathLst>
                <a:path extrusionOk="0" h="54" w="69">
                  <a:moveTo>
                    <a:pt x="48" y="1"/>
                  </a:moveTo>
                  <a:cubicBezTo>
                    <a:pt x="48" y="17"/>
                    <a:pt x="32" y="17"/>
                    <a:pt x="16" y="33"/>
                  </a:cubicBezTo>
                  <a:cubicBezTo>
                    <a:pt x="16" y="33"/>
                    <a:pt x="0" y="33"/>
                    <a:pt x="0" y="53"/>
                  </a:cubicBezTo>
                  <a:cubicBezTo>
                    <a:pt x="16" y="53"/>
                    <a:pt x="16" y="53"/>
                    <a:pt x="32" y="33"/>
                  </a:cubicBezTo>
                  <a:lnTo>
                    <a:pt x="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2469943" y="436132"/>
              <a:ext cx="11820" cy="4966"/>
            </a:xfrm>
            <a:custGeom>
              <a:rect b="b" l="l" r="r" t="t"/>
              <a:pathLst>
                <a:path extrusionOk="0" h="50" w="119">
                  <a:moveTo>
                    <a:pt x="1" y="1"/>
                  </a:moveTo>
                  <a:lnTo>
                    <a:pt x="1" y="17"/>
                  </a:lnTo>
                  <a:lnTo>
                    <a:pt x="118" y="49"/>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2279438" y="909217"/>
              <a:ext cx="38141" cy="11720"/>
            </a:xfrm>
            <a:custGeom>
              <a:rect b="b" l="l" r="r" t="t"/>
              <a:pathLst>
                <a:path extrusionOk="0" h="118" w="384">
                  <a:moveTo>
                    <a:pt x="0" y="0"/>
                  </a:moveTo>
                  <a:lnTo>
                    <a:pt x="0" y="16"/>
                  </a:lnTo>
                  <a:lnTo>
                    <a:pt x="48" y="33"/>
                  </a:lnTo>
                  <a:cubicBezTo>
                    <a:pt x="101" y="33"/>
                    <a:pt x="133" y="49"/>
                    <a:pt x="182" y="65"/>
                  </a:cubicBezTo>
                  <a:cubicBezTo>
                    <a:pt x="202" y="65"/>
                    <a:pt x="218" y="65"/>
                    <a:pt x="234" y="85"/>
                  </a:cubicBezTo>
                  <a:cubicBezTo>
                    <a:pt x="283" y="85"/>
                    <a:pt x="319" y="101"/>
                    <a:pt x="368" y="117"/>
                  </a:cubicBezTo>
                  <a:lnTo>
                    <a:pt x="384" y="101"/>
                  </a:lnTo>
                  <a:lnTo>
                    <a:pt x="368" y="101"/>
                  </a:lnTo>
                  <a:cubicBezTo>
                    <a:pt x="335" y="85"/>
                    <a:pt x="283" y="85"/>
                    <a:pt x="234" y="65"/>
                  </a:cubicBezTo>
                  <a:cubicBezTo>
                    <a:pt x="218" y="49"/>
                    <a:pt x="202" y="49"/>
                    <a:pt x="182" y="49"/>
                  </a:cubicBezTo>
                  <a:cubicBezTo>
                    <a:pt x="149" y="33"/>
                    <a:pt x="101" y="33"/>
                    <a:pt x="65" y="16"/>
                  </a:cubicBez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2399720" y="783571"/>
              <a:ext cx="78367" cy="23838"/>
            </a:xfrm>
            <a:custGeom>
              <a:rect b="b" l="l" r="r" t="t"/>
              <a:pathLst>
                <a:path extrusionOk="0" h="240" w="789">
                  <a:moveTo>
                    <a:pt x="1" y="1"/>
                  </a:moveTo>
                  <a:lnTo>
                    <a:pt x="1" y="17"/>
                  </a:lnTo>
                  <a:lnTo>
                    <a:pt x="33" y="17"/>
                  </a:lnTo>
                  <a:cubicBezTo>
                    <a:pt x="82" y="37"/>
                    <a:pt x="118" y="53"/>
                    <a:pt x="150" y="53"/>
                  </a:cubicBezTo>
                  <a:cubicBezTo>
                    <a:pt x="219" y="70"/>
                    <a:pt x="268" y="86"/>
                    <a:pt x="320" y="102"/>
                  </a:cubicBezTo>
                  <a:cubicBezTo>
                    <a:pt x="385" y="138"/>
                    <a:pt x="453" y="154"/>
                    <a:pt x="506" y="171"/>
                  </a:cubicBezTo>
                  <a:cubicBezTo>
                    <a:pt x="554" y="187"/>
                    <a:pt x="607" y="187"/>
                    <a:pt x="655" y="203"/>
                  </a:cubicBezTo>
                  <a:cubicBezTo>
                    <a:pt x="672" y="219"/>
                    <a:pt x="672" y="219"/>
                    <a:pt x="688" y="219"/>
                  </a:cubicBezTo>
                  <a:cubicBezTo>
                    <a:pt x="724" y="239"/>
                    <a:pt x="740" y="239"/>
                    <a:pt x="772" y="239"/>
                  </a:cubicBezTo>
                  <a:lnTo>
                    <a:pt x="789" y="239"/>
                  </a:lnTo>
                  <a:lnTo>
                    <a:pt x="789" y="219"/>
                  </a:lnTo>
                  <a:cubicBezTo>
                    <a:pt x="779" y="225"/>
                    <a:pt x="769" y="227"/>
                    <a:pt x="760" y="227"/>
                  </a:cubicBezTo>
                  <a:cubicBezTo>
                    <a:pt x="737" y="227"/>
                    <a:pt x="713" y="214"/>
                    <a:pt x="688" y="203"/>
                  </a:cubicBezTo>
                  <a:lnTo>
                    <a:pt x="672" y="203"/>
                  </a:lnTo>
                  <a:cubicBezTo>
                    <a:pt x="623" y="187"/>
                    <a:pt x="571" y="171"/>
                    <a:pt x="522" y="154"/>
                  </a:cubicBezTo>
                  <a:cubicBezTo>
                    <a:pt x="453" y="138"/>
                    <a:pt x="385" y="118"/>
                    <a:pt x="336" y="102"/>
                  </a:cubicBezTo>
                  <a:cubicBezTo>
                    <a:pt x="268" y="86"/>
                    <a:pt x="219" y="70"/>
                    <a:pt x="167" y="53"/>
                  </a:cubicBezTo>
                  <a:cubicBezTo>
                    <a:pt x="118" y="37"/>
                    <a:pt x="82" y="17"/>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2496463" y="606673"/>
              <a:ext cx="10131" cy="3278"/>
            </a:xfrm>
            <a:custGeom>
              <a:rect b="b" l="l" r="r" t="t"/>
              <a:pathLst>
                <a:path extrusionOk="0" h="33" w="102">
                  <a:moveTo>
                    <a:pt x="0" y="0"/>
                  </a:moveTo>
                  <a:lnTo>
                    <a:pt x="0" y="17"/>
                  </a:lnTo>
                  <a:cubicBezTo>
                    <a:pt x="17" y="17"/>
                    <a:pt x="37" y="17"/>
                    <a:pt x="53" y="33"/>
                  </a:cubicBezTo>
                  <a:lnTo>
                    <a:pt x="101" y="33"/>
                  </a:lnTo>
                  <a:cubicBezTo>
                    <a:pt x="85" y="33"/>
                    <a:pt x="69" y="17"/>
                    <a:pt x="53" y="17"/>
                  </a:cubicBezTo>
                  <a:cubicBezTo>
                    <a:pt x="37" y="17"/>
                    <a:pt x="1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1682296" y="460963"/>
              <a:ext cx="57112" cy="43504"/>
            </a:xfrm>
            <a:custGeom>
              <a:rect b="b" l="l" r="r" t="t"/>
              <a:pathLst>
                <a:path extrusionOk="0" h="438" w="575">
                  <a:moveTo>
                    <a:pt x="575" y="1"/>
                  </a:moveTo>
                  <a:cubicBezTo>
                    <a:pt x="558" y="1"/>
                    <a:pt x="538" y="17"/>
                    <a:pt x="522" y="17"/>
                  </a:cubicBezTo>
                  <a:cubicBezTo>
                    <a:pt x="373" y="134"/>
                    <a:pt x="219" y="255"/>
                    <a:pt x="102" y="356"/>
                  </a:cubicBezTo>
                  <a:cubicBezTo>
                    <a:pt x="235" y="255"/>
                    <a:pt x="389" y="154"/>
                    <a:pt x="522" y="33"/>
                  </a:cubicBezTo>
                  <a:cubicBezTo>
                    <a:pt x="538" y="17"/>
                    <a:pt x="558" y="17"/>
                    <a:pt x="575" y="17"/>
                  </a:cubicBezTo>
                  <a:lnTo>
                    <a:pt x="575" y="1"/>
                  </a:lnTo>
                  <a:close/>
                  <a:moveTo>
                    <a:pt x="102" y="356"/>
                  </a:moveTo>
                  <a:cubicBezTo>
                    <a:pt x="70" y="373"/>
                    <a:pt x="33" y="405"/>
                    <a:pt x="1" y="437"/>
                  </a:cubicBezTo>
                  <a:cubicBezTo>
                    <a:pt x="33" y="421"/>
                    <a:pt x="70" y="389"/>
                    <a:pt x="102"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1679117" y="531186"/>
              <a:ext cx="58701" cy="43504"/>
            </a:xfrm>
            <a:custGeom>
              <a:rect b="b" l="l" r="r" t="t"/>
              <a:pathLst>
                <a:path extrusionOk="0" h="438" w="591">
                  <a:moveTo>
                    <a:pt x="590" y="1"/>
                  </a:moveTo>
                  <a:cubicBezTo>
                    <a:pt x="570" y="1"/>
                    <a:pt x="538" y="17"/>
                    <a:pt x="522" y="33"/>
                  </a:cubicBezTo>
                  <a:lnTo>
                    <a:pt x="522" y="53"/>
                  </a:lnTo>
                  <a:lnTo>
                    <a:pt x="538" y="53"/>
                  </a:lnTo>
                  <a:cubicBezTo>
                    <a:pt x="554" y="33"/>
                    <a:pt x="570" y="17"/>
                    <a:pt x="590" y="17"/>
                  </a:cubicBezTo>
                  <a:lnTo>
                    <a:pt x="590" y="1"/>
                  </a:lnTo>
                  <a:close/>
                  <a:moveTo>
                    <a:pt x="522" y="53"/>
                  </a:moveTo>
                  <a:lnTo>
                    <a:pt x="522" y="53"/>
                  </a:lnTo>
                  <a:cubicBezTo>
                    <a:pt x="421" y="118"/>
                    <a:pt x="336" y="187"/>
                    <a:pt x="235" y="255"/>
                  </a:cubicBezTo>
                  <a:cubicBezTo>
                    <a:pt x="203" y="272"/>
                    <a:pt x="150" y="304"/>
                    <a:pt x="118" y="336"/>
                  </a:cubicBezTo>
                  <a:cubicBezTo>
                    <a:pt x="86" y="356"/>
                    <a:pt x="65" y="373"/>
                    <a:pt x="33" y="389"/>
                  </a:cubicBezTo>
                  <a:lnTo>
                    <a:pt x="1" y="421"/>
                  </a:lnTo>
                  <a:lnTo>
                    <a:pt x="1" y="437"/>
                  </a:lnTo>
                  <a:lnTo>
                    <a:pt x="17" y="437"/>
                  </a:lnTo>
                  <a:lnTo>
                    <a:pt x="49" y="405"/>
                  </a:lnTo>
                  <a:cubicBezTo>
                    <a:pt x="65" y="389"/>
                    <a:pt x="102" y="373"/>
                    <a:pt x="134" y="356"/>
                  </a:cubicBezTo>
                  <a:cubicBezTo>
                    <a:pt x="166" y="320"/>
                    <a:pt x="203" y="288"/>
                    <a:pt x="251" y="255"/>
                  </a:cubicBezTo>
                  <a:cubicBezTo>
                    <a:pt x="336" y="187"/>
                    <a:pt x="437" y="118"/>
                    <a:pt x="522"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2240899" y="327371"/>
              <a:ext cx="10131" cy="8542"/>
            </a:xfrm>
            <a:custGeom>
              <a:rect b="b" l="l" r="r" t="t"/>
              <a:pathLst>
                <a:path extrusionOk="0" h="86" w="102">
                  <a:moveTo>
                    <a:pt x="85" y="1"/>
                  </a:moveTo>
                  <a:cubicBezTo>
                    <a:pt x="85" y="17"/>
                    <a:pt x="65" y="33"/>
                    <a:pt x="49" y="33"/>
                  </a:cubicBezTo>
                  <a:cubicBezTo>
                    <a:pt x="33" y="33"/>
                    <a:pt x="33" y="49"/>
                    <a:pt x="16" y="65"/>
                  </a:cubicBezTo>
                  <a:lnTo>
                    <a:pt x="0" y="86"/>
                  </a:lnTo>
                  <a:lnTo>
                    <a:pt x="16" y="86"/>
                  </a:lnTo>
                  <a:cubicBezTo>
                    <a:pt x="16" y="86"/>
                    <a:pt x="33" y="86"/>
                    <a:pt x="33" y="65"/>
                  </a:cubicBezTo>
                  <a:cubicBezTo>
                    <a:pt x="33" y="65"/>
                    <a:pt x="49" y="49"/>
                    <a:pt x="65" y="49"/>
                  </a:cubicBezTo>
                  <a:cubicBezTo>
                    <a:pt x="85" y="33"/>
                    <a:pt x="101" y="17"/>
                    <a:pt x="1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1669085" y="569724"/>
              <a:ext cx="68733" cy="47080"/>
            </a:xfrm>
            <a:custGeom>
              <a:rect b="b" l="l" r="r" t="t"/>
              <a:pathLst>
                <a:path extrusionOk="0" h="474" w="692">
                  <a:moveTo>
                    <a:pt x="691" y="1"/>
                  </a:moveTo>
                  <a:cubicBezTo>
                    <a:pt x="655" y="1"/>
                    <a:pt x="639" y="17"/>
                    <a:pt x="623" y="33"/>
                  </a:cubicBezTo>
                  <a:lnTo>
                    <a:pt x="607" y="49"/>
                  </a:lnTo>
                  <a:cubicBezTo>
                    <a:pt x="489" y="134"/>
                    <a:pt x="368" y="219"/>
                    <a:pt x="251" y="304"/>
                  </a:cubicBezTo>
                  <a:cubicBezTo>
                    <a:pt x="203" y="352"/>
                    <a:pt x="150" y="389"/>
                    <a:pt x="102" y="421"/>
                  </a:cubicBezTo>
                  <a:cubicBezTo>
                    <a:pt x="86" y="421"/>
                    <a:pt x="86" y="421"/>
                    <a:pt x="86" y="437"/>
                  </a:cubicBezTo>
                  <a:lnTo>
                    <a:pt x="102" y="437"/>
                  </a:lnTo>
                  <a:cubicBezTo>
                    <a:pt x="150" y="389"/>
                    <a:pt x="203" y="352"/>
                    <a:pt x="251" y="320"/>
                  </a:cubicBezTo>
                  <a:cubicBezTo>
                    <a:pt x="368" y="235"/>
                    <a:pt x="489" y="134"/>
                    <a:pt x="623" y="49"/>
                  </a:cubicBezTo>
                  <a:cubicBezTo>
                    <a:pt x="639" y="33"/>
                    <a:pt x="655" y="17"/>
                    <a:pt x="671" y="17"/>
                  </a:cubicBezTo>
                  <a:lnTo>
                    <a:pt x="691" y="17"/>
                  </a:lnTo>
                  <a:lnTo>
                    <a:pt x="691" y="1"/>
                  </a:lnTo>
                  <a:close/>
                  <a:moveTo>
                    <a:pt x="86" y="437"/>
                  </a:moveTo>
                  <a:cubicBezTo>
                    <a:pt x="65" y="437"/>
                    <a:pt x="49" y="453"/>
                    <a:pt x="49" y="453"/>
                  </a:cubicBezTo>
                  <a:lnTo>
                    <a:pt x="17" y="453"/>
                  </a:lnTo>
                  <a:lnTo>
                    <a:pt x="1" y="473"/>
                  </a:lnTo>
                  <a:lnTo>
                    <a:pt x="49" y="473"/>
                  </a:lnTo>
                  <a:cubicBezTo>
                    <a:pt x="65" y="453"/>
                    <a:pt x="65" y="453"/>
                    <a:pt x="86" y="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2341218" y="611441"/>
              <a:ext cx="8443" cy="3377"/>
            </a:xfrm>
            <a:custGeom>
              <a:rect b="b" l="l" r="r" t="t"/>
              <a:pathLst>
                <a:path extrusionOk="0" h="34" w="85">
                  <a:moveTo>
                    <a:pt x="0" y="1"/>
                  </a:moveTo>
                  <a:lnTo>
                    <a:pt x="0" y="17"/>
                  </a:lnTo>
                  <a:lnTo>
                    <a:pt x="85"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2516526" y="708581"/>
              <a:ext cx="10131" cy="4867"/>
            </a:xfrm>
            <a:custGeom>
              <a:rect b="b" l="l" r="r" t="t"/>
              <a:pathLst>
                <a:path extrusionOk="0" h="49" w="102">
                  <a:moveTo>
                    <a:pt x="17" y="0"/>
                  </a:moveTo>
                  <a:lnTo>
                    <a:pt x="0" y="17"/>
                  </a:lnTo>
                  <a:lnTo>
                    <a:pt x="17" y="17"/>
                  </a:lnTo>
                  <a:lnTo>
                    <a:pt x="101" y="49"/>
                  </a:lnTo>
                  <a:lnTo>
                    <a:pt x="101"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2281027" y="489470"/>
              <a:ext cx="13310" cy="4966"/>
            </a:xfrm>
            <a:custGeom>
              <a:rect b="b" l="l" r="r" t="t"/>
              <a:pathLst>
                <a:path extrusionOk="0" h="50" w="134">
                  <a:moveTo>
                    <a:pt x="16" y="1"/>
                  </a:moveTo>
                  <a:lnTo>
                    <a:pt x="0" y="17"/>
                  </a:lnTo>
                  <a:lnTo>
                    <a:pt x="16" y="17"/>
                  </a:lnTo>
                  <a:cubicBezTo>
                    <a:pt x="32" y="17"/>
                    <a:pt x="49" y="33"/>
                    <a:pt x="85" y="33"/>
                  </a:cubicBezTo>
                  <a:cubicBezTo>
                    <a:pt x="65" y="17"/>
                    <a:pt x="32" y="1"/>
                    <a:pt x="16" y="1"/>
                  </a:cubicBezTo>
                  <a:close/>
                  <a:moveTo>
                    <a:pt x="85" y="33"/>
                  </a:moveTo>
                  <a:cubicBezTo>
                    <a:pt x="101" y="49"/>
                    <a:pt x="117" y="49"/>
                    <a:pt x="133" y="49"/>
                  </a:cubicBezTo>
                  <a:cubicBezTo>
                    <a:pt x="117" y="33"/>
                    <a:pt x="101" y="33"/>
                    <a:pt x="85"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2329497" y="974176"/>
              <a:ext cx="1788" cy="8542"/>
            </a:xfrm>
            <a:custGeom>
              <a:rect b="b" l="l" r="r" t="t"/>
              <a:pathLst>
                <a:path extrusionOk="0" h="86" w="18">
                  <a:moveTo>
                    <a:pt x="17" y="1"/>
                  </a:moveTo>
                  <a:cubicBezTo>
                    <a:pt x="1" y="17"/>
                    <a:pt x="1" y="53"/>
                    <a:pt x="1" y="69"/>
                  </a:cubicBezTo>
                  <a:lnTo>
                    <a:pt x="17" y="86"/>
                  </a:lnTo>
                  <a:lnTo>
                    <a:pt x="17" y="69"/>
                  </a:lnTo>
                  <a:lnTo>
                    <a:pt x="17"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2145349" y="698549"/>
              <a:ext cx="5364" cy="8542"/>
            </a:xfrm>
            <a:custGeom>
              <a:rect b="b" l="l" r="r" t="t"/>
              <a:pathLst>
                <a:path extrusionOk="0" h="86" w="54">
                  <a:moveTo>
                    <a:pt x="53" y="0"/>
                  </a:moveTo>
                  <a:lnTo>
                    <a:pt x="53" y="0"/>
                  </a:lnTo>
                  <a:cubicBezTo>
                    <a:pt x="1" y="17"/>
                    <a:pt x="17" y="49"/>
                    <a:pt x="17" y="85"/>
                  </a:cubicBezTo>
                  <a:lnTo>
                    <a:pt x="37" y="85"/>
                  </a:lnTo>
                  <a:cubicBezTo>
                    <a:pt x="17" y="49"/>
                    <a:pt x="17" y="1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2299501" y="611441"/>
              <a:ext cx="10032" cy="3377"/>
            </a:xfrm>
            <a:custGeom>
              <a:rect b="b" l="l" r="r" t="t"/>
              <a:pathLst>
                <a:path extrusionOk="0" h="34" w="101">
                  <a:moveTo>
                    <a:pt x="16" y="1"/>
                  </a:moveTo>
                  <a:lnTo>
                    <a:pt x="0" y="17"/>
                  </a:lnTo>
                  <a:lnTo>
                    <a:pt x="16" y="17"/>
                  </a:lnTo>
                  <a:cubicBezTo>
                    <a:pt x="16" y="17"/>
                    <a:pt x="32" y="17"/>
                    <a:pt x="48" y="33"/>
                  </a:cubicBezTo>
                  <a:lnTo>
                    <a:pt x="101" y="33"/>
                  </a:lnTo>
                  <a:cubicBezTo>
                    <a:pt x="81" y="33"/>
                    <a:pt x="65" y="17"/>
                    <a:pt x="48" y="17"/>
                  </a:cubicBezTo>
                  <a:cubicBezTo>
                    <a:pt x="32" y="17"/>
                    <a:pt x="32"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2498052" y="690106"/>
              <a:ext cx="37048" cy="11720"/>
            </a:xfrm>
            <a:custGeom>
              <a:rect b="b" l="l" r="r" t="t"/>
              <a:pathLst>
                <a:path extrusionOk="0" h="118" w="373">
                  <a:moveTo>
                    <a:pt x="1" y="1"/>
                  </a:moveTo>
                  <a:lnTo>
                    <a:pt x="1" y="17"/>
                  </a:lnTo>
                  <a:lnTo>
                    <a:pt x="21" y="17"/>
                  </a:lnTo>
                  <a:lnTo>
                    <a:pt x="21" y="1"/>
                  </a:lnTo>
                  <a:close/>
                  <a:moveTo>
                    <a:pt x="21" y="17"/>
                  </a:moveTo>
                  <a:cubicBezTo>
                    <a:pt x="102" y="49"/>
                    <a:pt x="154" y="69"/>
                    <a:pt x="223" y="85"/>
                  </a:cubicBezTo>
                  <a:cubicBezTo>
                    <a:pt x="255" y="85"/>
                    <a:pt x="287" y="102"/>
                    <a:pt x="324" y="118"/>
                  </a:cubicBezTo>
                  <a:lnTo>
                    <a:pt x="372" y="118"/>
                  </a:lnTo>
                  <a:lnTo>
                    <a:pt x="372" y="102"/>
                  </a:lnTo>
                  <a:lnTo>
                    <a:pt x="324" y="102"/>
                  </a:lnTo>
                  <a:cubicBezTo>
                    <a:pt x="287" y="85"/>
                    <a:pt x="255" y="85"/>
                    <a:pt x="223" y="69"/>
                  </a:cubicBezTo>
                  <a:cubicBezTo>
                    <a:pt x="170" y="49"/>
                    <a:pt x="102" y="33"/>
                    <a:pt x="21"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1679117" y="472684"/>
              <a:ext cx="11720" cy="10131"/>
            </a:xfrm>
            <a:custGeom>
              <a:rect b="b" l="l" r="r" t="t"/>
              <a:pathLst>
                <a:path extrusionOk="0" h="102" w="118">
                  <a:moveTo>
                    <a:pt x="118" y="0"/>
                  </a:moveTo>
                  <a:lnTo>
                    <a:pt x="1" y="85"/>
                  </a:lnTo>
                  <a:lnTo>
                    <a:pt x="1" y="101"/>
                  </a:lnTo>
                  <a:lnTo>
                    <a:pt x="118" y="16"/>
                  </a:lnTo>
                  <a:lnTo>
                    <a:pt x="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1720834" y="907628"/>
              <a:ext cx="4966" cy="80354"/>
            </a:xfrm>
            <a:custGeom>
              <a:rect b="b" l="l" r="r" t="t"/>
              <a:pathLst>
                <a:path extrusionOk="0" h="809" w="50">
                  <a:moveTo>
                    <a:pt x="33" y="0"/>
                  </a:moveTo>
                  <a:lnTo>
                    <a:pt x="33" y="16"/>
                  </a:lnTo>
                  <a:lnTo>
                    <a:pt x="33" y="81"/>
                  </a:lnTo>
                  <a:lnTo>
                    <a:pt x="33" y="133"/>
                  </a:lnTo>
                  <a:lnTo>
                    <a:pt x="33" y="267"/>
                  </a:lnTo>
                  <a:cubicBezTo>
                    <a:pt x="17" y="319"/>
                    <a:pt x="17" y="368"/>
                    <a:pt x="17" y="420"/>
                  </a:cubicBezTo>
                  <a:lnTo>
                    <a:pt x="17" y="521"/>
                  </a:lnTo>
                  <a:lnTo>
                    <a:pt x="17" y="687"/>
                  </a:lnTo>
                  <a:cubicBezTo>
                    <a:pt x="33" y="638"/>
                    <a:pt x="33" y="586"/>
                    <a:pt x="33" y="521"/>
                  </a:cubicBezTo>
                  <a:lnTo>
                    <a:pt x="33" y="420"/>
                  </a:lnTo>
                  <a:lnTo>
                    <a:pt x="33" y="283"/>
                  </a:lnTo>
                  <a:cubicBezTo>
                    <a:pt x="49" y="234"/>
                    <a:pt x="49" y="182"/>
                    <a:pt x="49" y="133"/>
                  </a:cubicBezTo>
                  <a:lnTo>
                    <a:pt x="49" y="81"/>
                  </a:lnTo>
                  <a:cubicBezTo>
                    <a:pt x="49" y="49"/>
                    <a:pt x="49" y="32"/>
                    <a:pt x="33" y="0"/>
                  </a:cubicBezTo>
                  <a:close/>
                  <a:moveTo>
                    <a:pt x="17" y="687"/>
                  </a:moveTo>
                  <a:cubicBezTo>
                    <a:pt x="17" y="723"/>
                    <a:pt x="17" y="739"/>
                    <a:pt x="1" y="772"/>
                  </a:cubicBezTo>
                  <a:lnTo>
                    <a:pt x="1" y="788"/>
                  </a:lnTo>
                  <a:lnTo>
                    <a:pt x="1" y="808"/>
                  </a:lnTo>
                  <a:lnTo>
                    <a:pt x="17" y="808"/>
                  </a:lnTo>
                  <a:lnTo>
                    <a:pt x="17" y="788"/>
                  </a:lnTo>
                  <a:lnTo>
                    <a:pt x="17" y="772"/>
                  </a:lnTo>
                  <a:lnTo>
                    <a:pt x="17" y="68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2707131" y="532875"/>
              <a:ext cx="10131" cy="5264"/>
            </a:xfrm>
            <a:custGeom>
              <a:rect b="b" l="l" r="r" t="t"/>
              <a:pathLst>
                <a:path extrusionOk="0" h="53" w="102">
                  <a:moveTo>
                    <a:pt x="0" y="0"/>
                  </a:moveTo>
                  <a:lnTo>
                    <a:pt x="0" y="16"/>
                  </a:lnTo>
                  <a:lnTo>
                    <a:pt x="85" y="53"/>
                  </a:lnTo>
                  <a:lnTo>
                    <a:pt x="101" y="53"/>
                  </a:lnTo>
                  <a:lnTo>
                    <a:pt x="101" y="36"/>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2230868" y="977851"/>
              <a:ext cx="8542" cy="3278"/>
            </a:xfrm>
            <a:custGeom>
              <a:rect b="b" l="l" r="r" t="t"/>
              <a:pathLst>
                <a:path extrusionOk="0" h="33" w="86">
                  <a:moveTo>
                    <a:pt x="0" y="0"/>
                  </a:moveTo>
                  <a:cubicBezTo>
                    <a:pt x="0" y="0"/>
                    <a:pt x="16" y="16"/>
                    <a:pt x="33" y="16"/>
                  </a:cubicBezTo>
                  <a:cubicBezTo>
                    <a:pt x="33" y="16"/>
                    <a:pt x="49" y="32"/>
                    <a:pt x="65" y="32"/>
                  </a:cubicBezTo>
                  <a:lnTo>
                    <a:pt x="85" y="32"/>
                  </a:lnTo>
                  <a:lnTo>
                    <a:pt x="85" y="16"/>
                  </a:lnTo>
                  <a:cubicBezTo>
                    <a:pt x="65" y="16"/>
                    <a:pt x="49" y="0"/>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1672363" y="476259"/>
              <a:ext cx="5264" cy="21752"/>
            </a:xfrm>
            <a:custGeom>
              <a:rect b="b" l="l" r="r" t="t"/>
              <a:pathLst>
                <a:path extrusionOk="0" h="219" w="53">
                  <a:moveTo>
                    <a:pt x="53" y="0"/>
                  </a:moveTo>
                  <a:cubicBezTo>
                    <a:pt x="16" y="0"/>
                    <a:pt x="16" y="33"/>
                    <a:pt x="16" y="49"/>
                  </a:cubicBezTo>
                  <a:lnTo>
                    <a:pt x="16" y="65"/>
                  </a:lnTo>
                  <a:lnTo>
                    <a:pt x="16" y="101"/>
                  </a:lnTo>
                  <a:cubicBezTo>
                    <a:pt x="16" y="81"/>
                    <a:pt x="16" y="65"/>
                    <a:pt x="32" y="65"/>
                  </a:cubicBezTo>
                  <a:lnTo>
                    <a:pt x="32" y="49"/>
                  </a:lnTo>
                  <a:cubicBezTo>
                    <a:pt x="16" y="33"/>
                    <a:pt x="32" y="17"/>
                    <a:pt x="53" y="17"/>
                  </a:cubicBezTo>
                  <a:lnTo>
                    <a:pt x="53" y="0"/>
                  </a:lnTo>
                  <a:close/>
                  <a:moveTo>
                    <a:pt x="16" y="166"/>
                  </a:moveTo>
                  <a:cubicBezTo>
                    <a:pt x="0" y="182"/>
                    <a:pt x="0" y="202"/>
                    <a:pt x="16" y="219"/>
                  </a:cubicBezTo>
                  <a:lnTo>
                    <a:pt x="16" y="202"/>
                  </a:lnTo>
                  <a:lnTo>
                    <a:pt x="16" y="16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2291059" y="583034"/>
              <a:ext cx="10131" cy="3675"/>
            </a:xfrm>
            <a:custGeom>
              <a:rect b="b" l="l" r="r" t="t"/>
              <a:pathLst>
                <a:path extrusionOk="0" h="37" w="102">
                  <a:moveTo>
                    <a:pt x="0" y="0"/>
                  </a:moveTo>
                  <a:cubicBezTo>
                    <a:pt x="16" y="0"/>
                    <a:pt x="32" y="16"/>
                    <a:pt x="49" y="16"/>
                  </a:cubicBezTo>
                  <a:cubicBezTo>
                    <a:pt x="65" y="16"/>
                    <a:pt x="85" y="36"/>
                    <a:pt x="101" y="36"/>
                  </a:cubicBezTo>
                  <a:lnTo>
                    <a:pt x="101" y="16"/>
                  </a:lnTo>
                  <a:cubicBezTo>
                    <a:pt x="85" y="16"/>
                    <a:pt x="65" y="16"/>
                    <a:pt x="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2356017" y="616705"/>
              <a:ext cx="8542" cy="4867"/>
            </a:xfrm>
            <a:custGeom>
              <a:rect b="b" l="l" r="r" t="t"/>
              <a:pathLst>
                <a:path extrusionOk="0" h="49" w="86">
                  <a:moveTo>
                    <a:pt x="1" y="0"/>
                  </a:moveTo>
                  <a:lnTo>
                    <a:pt x="1" y="17"/>
                  </a:lnTo>
                  <a:lnTo>
                    <a:pt x="85" y="49"/>
                  </a:lnTo>
                  <a:lnTo>
                    <a:pt x="85" y="3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2289469" y="373955"/>
              <a:ext cx="10032" cy="5264"/>
            </a:xfrm>
            <a:custGeom>
              <a:rect b="b" l="l" r="r" t="t"/>
              <a:pathLst>
                <a:path extrusionOk="0" h="53" w="101">
                  <a:moveTo>
                    <a:pt x="0" y="0"/>
                  </a:moveTo>
                  <a:lnTo>
                    <a:pt x="0" y="21"/>
                  </a:lnTo>
                  <a:cubicBezTo>
                    <a:pt x="16" y="21"/>
                    <a:pt x="48" y="37"/>
                    <a:pt x="65" y="37"/>
                  </a:cubicBezTo>
                  <a:cubicBezTo>
                    <a:pt x="48" y="21"/>
                    <a:pt x="32" y="21"/>
                    <a:pt x="0" y="0"/>
                  </a:cubicBezTo>
                  <a:close/>
                  <a:moveTo>
                    <a:pt x="65" y="37"/>
                  </a:moveTo>
                  <a:lnTo>
                    <a:pt x="81" y="53"/>
                  </a:lnTo>
                  <a:lnTo>
                    <a:pt x="101" y="3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2275762" y="638358"/>
              <a:ext cx="3774" cy="14899"/>
            </a:xfrm>
            <a:custGeom>
              <a:rect b="b" l="l" r="r" t="t"/>
              <a:pathLst>
                <a:path extrusionOk="0" h="150" w="38">
                  <a:moveTo>
                    <a:pt x="37" y="1"/>
                  </a:moveTo>
                  <a:lnTo>
                    <a:pt x="17" y="17"/>
                  </a:lnTo>
                  <a:lnTo>
                    <a:pt x="37" y="17"/>
                  </a:lnTo>
                  <a:lnTo>
                    <a:pt x="37" y="1"/>
                  </a:lnTo>
                  <a:close/>
                  <a:moveTo>
                    <a:pt x="17" y="65"/>
                  </a:moveTo>
                  <a:cubicBezTo>
                    <a:pt x="17" y="85"/>
                    <a:pt x="1" y="118"/>
                    <a:pt x="17" y="134"/>
                  </a:cubicBezTo>
                  <a:lnTo>
                    <a:pt x="37" y="150"/>
                  </a:lnTo>
                  <a:lnTo>
                    <a:pt x="37" y="134"/>
                  </a:lnTo>
                  <a:cubicBezTo>
                    <a:pt x="17" y="118"/>
                    <a:pt x="17" y="85"/>
                    <a:pt x="17"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2520102" y="690106"/>
              <a:ext cx="35062" cy="11720"/>
            </a:xfrm>
            <a:custGeom>
              <a:rect b="b" l="l" r="r" t="t"/>
              <a:pathLst>
                <a:path extrusionOk="0" h="118" w="353">
                  <a:moveTo>
                    <a:pt x="1" y="1"/>
                  </a:moveTo>
                  <a:lnTo>
                    <a:pt x="1" y="17"/>
                  </a:lnTo>
                  <a:cubicBezTo>
                    <a:pt x="17" y="17"/>
                    <a:pt x="17" y="17"/>
                    <a:pt x="33" y="33"/>
                  </a:cubicBezTo>
                  <a:cubicBezTo>
                    <a:pt x="49" y="33"/>
                    <a:pt x="65" y="33"/>
                    <a:pt x="102" y="49"/>
                  </a:cubicBezTo>
                  <a:cubicBezTo>
                    <a:pt x="150" y="69"/>
                    <a:pt x="219" y="85"/>
                    <a:pt x="284" y="102"/>
                  </a:cubicBezTo>
                  <a:lnTo>
                    <a:pt x="352" y="118"/>
                  </a:lnTo>
                  <a:lnTo>
                    <a:pt x="352" y="102"/>
                  </a:lnTo>
                  <a:lnTo>
                    <a:pt x="284" y="85"/>
                  </a:lnTo>
                  <a:cubicBezTo>
                    <a:pt x="219" y="69"/>
                    <a:pt x="166" y="49"/>
                    <a:pt x="102" y="33"/>
                  </a:cubicBezTo>
                  <a:cubicBezTo>
                    <a:pt x="82" y="33"/>
                    <a:pt x="49" y="17"/>
                    <a:pt x="33" y="17"/>
                  </a:cubicBezTo>
                  <a:cubicBezTo>
                    <a:pt x="33" y="17"/>
                    <a:pt x="1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2354428" y="522843"/>
              <a:ext cx="10131" cy="3675"/>
            </a:xfrm>
            <a:custGeom>
              <a:rect b="b" l="l" r="r" t="t"/>
              <a:pathLst>
                <a:path extrusionOk="0" h="37" w="102">
                  <a:moveTo>
                    <a:pt x="0" y="0"/>
                  </a:moveTo>
                  <a:lnTo>
                    <a:pt x="17" y="16"/>
                  </a:lnTo>
                  <a:lnTo>
                    <a:pt x="33" y="16"/>
                  </a:lnTo>
                  <a:cubicBezTo>
                    <a:pt x="53" y="36"/>
                    <a:pt x="85" y="36"/>
                    <a:pt x="101" y="36"/>
                  </a:cubicBezTo>
                  <a:lnTo>
                    <a:pt x="101" y="16"/>
                  </a:lnTo>
                  <a:lnTo>
                    <a:pt x="53" y="16"/>
                  </a:lnTo>
                  <a:cubicBezTo>
                    <a:pt x="33" y="0"/>
                    <a:pt x="1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1672363" y="654846"/>
              <a:ext cx="63469" cy="42213"/>
            </a:xfrm>
            <a:custGeom>
              <a:rect b="b" l="l" r="r" t="t"/>
              <a:pathLst>
                <a:path extrusionOk="0" h="425" w="639">
                  <a:moveTo>
                    <a:pt x="622" y="0"/>
                  </a:moveTo>
                  <a:cubicBezTo>
                    <a:pt x="590" y="20"/>
                    <a:pt x="557" y="37"/>
                    <a:pt x="537" y="53"/>
                  </a:cubicBezTo>
                  <a:cubicBezTo>
                    <a:pt x="521" y="69"/>
                    <a:pt x="505" y="69"/>
                    <a:pt x="505" y="69"/>
                  </a:cubicBezTo>
                  <a:cubicBezTo>
                    <a:pt x="420" y="137"/>
                    <a:pt x="335" y="186"/>
                    <a:pt x="254" y="238"/>
                  </a:cubicBezTo>
                  <a:lnTo>
                    <a:pt x="170" y="287"/>
                  </a:lnTo>
                  <a:cubicBezTo>
                    <a:pt x="133" y="323"/>
                    <a:pt x="101" y="339"/>
                    <a:pt x="69" y="372"/>
                  </a:cubicBezTo>
                  <a:cubicBezTo>
                    <a:pt x="101" y="356"/>
                    <a:pt x="154" y="323"/>
                    <a:pt x="186" y="303"/>
                  </a:cubicBezTo>
                  <a:lnTo>
                    <a:pt x="254" y="255"/>
                  </a:lnTo>
                  <a:cubicBezTo>
                    <a:pt x="335" y="202"/>
                    <a:pt x="420" y="137"/>
                    <a:pt x="505" y="85"/>
                  </a:cubicBezTo>
                  <a:cubicBezTo>
                    <a:pt x="521" y="85"/>
                    <a:pt x="537" y="69"/>
                    <a:pt x="537" y="69"/>
                  </a:cubicBezTo>
                  <a:cubicBezTo>
                    <a:pt x="574" y="53"/>
                    <a:pt x="590" y="20"/>
                    <a:pt x="622" y="20"/>
                  </a:cubicBezTo>
                  <a:lnTo>
                    <a:pt x="638" y="20"/>
                  </a:lnTo>
                  <a:lnTo>
                    <a:pt x="622" y="0"/>
                  </a:lnTo>
                  <a:close/>
                  <a:moveTo>
                    <a:pt x="69" y="372"/>
                  </a:moveTo>
                  <a:lnTo>
                    <a:pt x="0" y="404"/>
                  </a:lnTo>
                  <a:lnTo>
                    <a:pt x="0" y="424"/>
                  </a:lnTo>
                  <a:lnTo>
                    <a:pt x="16" y="424"/>
                  </a:lnTo>
                  <a:lnTo>
                    <a:pt x="69" y="37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1675542" y="689411"/>
              <a:ext cx="58701" cy="35757"/>
            </a:xfrm>
            <a:custGeom>
              <a:rect b="b" l="l" r="r" t="t"/>
              <a:pathLst>
                <a:path extrusionOk="0" h="360" w="591">
                  <a:moveTo>
                    <a:pt x="576" y="1"/>
                  </a:moveTo>
                  <a:cubicBezTo>
                    <a:pt x="564" y="1"/>
                    <a:pt x="553" y="12"/>
                    <a:pt x="542" y="24"/>
                  </a:cubicBezTo>
                  <a:cubicBezTo>
                    <a:pt x="558" y="24"/>
                    <a:pt x="574" y="8"/>
                    <a:pt x="590" y="8"/>
                  </a:cubicBezTo>
                  <a:cubicBezTo>
                    <a:pt x="585" y="3"/>
                    <a:pt x="581" y="1"/>
                    <a:pt x="576" y="1"/>
                  </a:cubicBezTo>
                  <a:close/>
                  <a:moveTo>
                    <a:pt x="542" y="24"/>
                  </a:moveTo>
                  <a:cubicBezTo>
                    <a:pt x="424" y="92"/>
                    <a:pt x="303" y="157"/>
                    <a:pt x="202" y="226"/>
                  </a:cubicBezTo>
                  <a:cubicBezTo>
                    <a:pt x="154" y="258"/>
                    <a:pt x="101" y="294"/>
                    <a:pt x="53" y="327"/>
                  </a:cubicBezTo>
                  <a:cubicBezTo>
                    <a:pt x="37" y="327"/>
                    <a:pt x="37" y="343"/>
                    <a:pt x="21" y="343"/>
                  </a:cubicBezTo>
                  <a:lnTo>
                    <a:pt x="0" y="343"/>
                  </a:lnTo>
                  <a:lnTo>
                    <a:pt x="0" y="359"/>
                  </a:lnTo>
                  <a:lnTo>
                    <a:pt x="21" y="359"/>
                  </a:lnTo>
                  <a:cubicBezTo>
                    <a:pt x="37" y="343"/>
                    <a:pt x="53" y="343"/>
                    <a:pt x="53" y="343"/>
                  </a:cubicBezTo>
                  <a:cubicBezTo>
                    <a:pt x="101" y="311"/>
                    <a:pt x="154" y="278"/>
                    <a:pt x="202" y="242"/>
                  </a:cubicBezTo>
                  <a:cubicBezTo>
                    <a:pt x="323" y="177"/>
                    <a:pt x="424" y="109"/>
                    <a:pt x="54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2357606" y="781982"/>
              <a:ext cx="8542" cy="3377"/>
            </a:xfrm>
            <a:custGeom>
              <a:rect b="b" l="l" r="r" t="t"/>
              <a:pathLst>
                <a:path extrusionOk="0" h="34" w="86">
                  <a:moveTo>
                    <a:pt x="1" y="1"/>
                  </a:moveTo>
                  <a:lnTo>
                    <a:pt x="1" y="17"/>
                  </a:lnTo>
                  <a:cubicBezTo>
                    <a:pt x="21" y="33"/>
                    <a:pt x="37" y="33"/>
                    <a:pt x="69" y="33"/>
                  </a:cubicBezTo>
                  <a:lnTo>
                    <a:pt x="86" y="33"/>
                  </a:lnTo>
                  <a:lnTo>
                    <a:pt x="69" y="17"/>
                  </a:lnTo>
                  <a:cubicBezTo>
                    <a:pt x="53" y="17"/>
                    <a:pt x="3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2613666" y="486291"/>
              <a:ext cx="11720" cy="66746"/>
            </a:xfrm>
            <a:custGeom>
              <a:rect b="b" l="l" r="r" t="t"/>
              <a:pathLst>
                <a:path extrusionOk="0" h="672" w="118">
                  <a:moveTo>
                    <a:pt x="16" y="0"/>
                  </a:moveTo>
                  <a:cubicBezTo>
                    <a:pt x="0" y="17"/>
                    <a:pt x="16" y="49"/>
                    <a:pt x="16" y="65"/>
                  </a:cubicBezTo>
                  <a:lnTo>
                    <a:pt x="16" y="81"/>
                  </a:lnTo>
                  <a:cubicBezTo>
                    <a:pt x="32" y="118"/>
                    <a:pt x="32" y="150"/>
                    <a:pt x="32" y="166"/>
                  </a:cubicBezTo>
                  <a:cubicBezTo>
                    <a:pt x="32" y="202"/>
                    <a:pt x="49" y="235"/>
                    <a:pt x="49" y="283"/>
                  </a:cubicBezTo>
                  <a:cubicBezTo>
                    <a:pt x="49" y="320"/>
                    <a:pt x="69" y="368"/>
                    <a:pt x="69" y="404"/>
                  </a:cubicBezTo>
                  <a:cubicBezTo>
                    <a:pt x="69" y="437"/>
                    <a:pt x="69" y="469"/>
                    <a:pt x="85" y="485"/>
                  </a:cubicBezTo>
                  <a:lnTo>
                    <a:pt x="85" y="404"/>
                  </a:lnTo>
                  <a:cubicBezTo>
                    <a:pt x="69" y="368"/>
                    <a:pt x="69" y="320"/>
                    <a:pt x="69" y="283"/>
                  </a:cubicBezTo>
                  <a:cubicBezTo>
                    <a:pt x="49" y="235"/>
                    <a:pt x="49" y="202"/>
                    <a:pt x="49" y="166"/>
                  </a:cubicBezTo>
                  <a:cubicBezTo>
                    <a:pt x="49" y="134"/>
                    <a:pt x="32" y="118"/>
                    <a:pt x="32" y="81"/>
                  </a:cubicBezTo>
                  <a:lnTo>
                    <a:pt x="32" y="65"/>
                  </a:lnTo>
                  <a:cubicBezTo>
                    <a:pt x="32" y="33"/>
                    <a:pt x="16" y="17"/>
                    <a:pt x="32" y="0"/>
                  </a:cubicBezTo>
                  <a:close/>
                  <a:moveTo>
                    <a:pt x="85" y="485"/>
                  </a:moveTo>
                  <a:lnTo>
                    <a:pt x="85" y="586"/>
                  </a:lnTo>
                  <a:lnTo>
                    <a:pt x="101" y="606"/>
                  </a:lnTo>
                  <a:lnTo>
                    <a:pt x="101" y="586"/>
                  </a:lnTo>
                  <a:cubicBezTo>
                    <a:pt x="101" y="554"/>
                    <a:pt x="101" y="522"/>
                    <a:pt x="85" y="485"/>
                  </a:cubicBezTo>
                  <a:close/>
                  <a:moveTo>
                    <a:pt x="101" y="606"/>
                  </a:moveTo>
                  <a:lnTo>
                    <a:pt x="101" y="655"/>
                  </a:lnTo>
                  <a:lnTo>
                    <a:pt x="117" y="671"/>
                  </a:lnTo>
                  <a:lnTo>
                    <a:pt x="117" y="655"/>
                  </a:lnTo>
                  <a:cubicBezTo>
                    <a:pt x="117" y="639"/>
                    <a:pt x="101" y="623"/>
                    <a:pt x="101" y="60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1665510" y="195368"/>
              <a:ext cx="274534" cy="237287"/>
            </a:xfrm>
            <a:custGeom>
              <a:rect b="b" l="l" r="r" t="t"/>
              <a:pathLst>
                <a:path extrusionOk="0" h="2389" w="2764">
                  <a:moveTo>
                    <a:pt x="2763" y="1"/>
                  </a:moveTo>
                  <a:cubicBezTo>
                    <a:pt x="2727" y="1"/>
                    <a:pt x="2695" y="17"/>
                    <a:pt x="2679" y="49"/>
                  </a:cubicBezTo>
                  <a:cubicBezTo>
                    <a:pt x="2711" y="33"/>
                    <a:pt x="2727" y="17"/>
                    <a:pt x="2763" y="17"/>
                  </a:cubicBezTo>
                  <a:lnTo>
                    <a:pt x="2763" y="1"/>
                  </a:lnTo>
                  <a:close/>
                  <a:moveTo>
                    <a:pt x="2662" y="65"/>
                  </a:moveTo>
                  <a:lnTo>
                    <a:pt x="2662" y="65"/>
                  </a:lnTo>
                  <a:cubicBezTo>
                    <a:pt x="2561" y="134"/>
                    <a:pt x="2477" y="219"/>
                    <a:pt x="2392" y="283"/>
                  </a:cubicBezTo>
                  <a:lnTo>
                    <a:pt x="2323" y="336"/>
                  </a:lnTo>
                  <a:cubicBezTo>
                    <a:pt x="2291" y="368"/>
                    <a:pt x="2242" y="405"/>
                    <a:pt x="2206" y="437"/>
                  </a:cubicBezTo>
                  <a:cubicBezTo>
                    <a:pt x="2141" y="506"/>
                    <a:pt x="2073" y="554"/>
                    <a:pt x="2004" y="607"/>
                  </a:cubicBezTo>
                  <a:cubicBezTo>
                    <a:pt x="1939" y="655"/>
                    <a:pt x="1871" y="724"/>
                    <a:pt x="1802" y="772"/>
                  </a:cubicBezTo>
                  <a:cubicBezTo>
                    <a:pt x="1737" y="825"/>
                    <a:pt x="1669" y="889"/>
                    <a:pt x="1600" y="942"/>
                  </a:cubicBezTo>
                  <a:cubicBezTo>
                    <a:pt x="1552" y="990"/>
                    <a:pt x="1515" y="1027"/>
                    <a:pt x="1467" y="1059"/>
                  </a:cubicBezTo>
                  <a:cubicBezTo>
                    <a:pt x="1398" y="1112"/>
                    <a:pt x="1350" y="1160"/>
                    <a:pt x="1281" y="1213"/>
                  </a:cubicBezTo>
                  <a:cubicBezTo>
                    <a:pt x="1232" y="1261"/>
                    <a:pt x="1180" y="1314"/>
                    <a:pt x="1111" y="1346"/>
                  </a:cubicBezTo>
                  <a:cubicBezTo>
                    <a:pt x="1030" y="1431"/>
                    <a:pt x="946" y="1495"/>
                    <a:pt x="861" y="1564"/>
                  </a:cubicBezTo>
                  <a:cubicBezTo>
                    <a:pt x="808" y="1617"/>
                    <a:pt x="760" y="1649"/>
                    <a:pt x="707" y="1697"/>
                  </a:cubicBezTo>
                  <a:cubicBezTo>
                    <a:pt x="675" y="1734"/>
                    <a:pt x="626" y="1766"/>
                    <a:pt x="590" y="1798"/>
                  </a:cubicBezTo>
                  <a:cubicBezTo>
                    <a:pt x="525" y="1851"/>
                    <a:pt x="473" y="1899"/>
                    <a:pt x="404" y="1952"/>
                  </a:cubicBezTo>
                  <a:cubicBezTo>
                    <a:pt x="356" y="1984"/>
                    <a:pt x="303" y="2037"/>
                    <a:pt x="255" y="2085"/>
                  </a:cubicBezTo>
                  <a:cubicBezTo>
                    <a:pt x="323" y="2053"/>
                    <a:pt x="372" y="2000"/>
                    <a:pt x="424" y="1952"/>
                  </a:cubicBezTo>
                  <a:cubicBezTo>
                    <a:pt x="473" y="1899"/>
                    <a:pt x="542" y="1851"/>
                    <a:pt x="590" y="1819"/>
                  </a:cubicBezTo>
                  <a:cubicBezTo>
                    <a:pt x="643" y="1766"/>
                    <a:pt x="675" y="1734"/>
                    <a:pt x="727" y="1697"/>
                  </a:cubicBezTo>
                  <a:cubicBezTo>
                    <a:pt x="776" y="1665"/>
                    <a:pt x="808" y="1617"/>
                    <a:pt x="861" y="1580"/>
                  </a:cubicBezTo>
                  <a:cubicBezTo>
                    <a:pt x="962" y="1516"/>
                    <a:pt x="1047" y="1431"/>
                    <a:pt x="1131" y="1362"/>
                  </a:cubicBezTo>
                  <a:cubicBezTo>
                    <a:pt x="1180" y="1314"/>
                    <a:pt x="1232" y="1277"/>
                    <a:pt x="1297" y="1229"/>
                  </a:cubicBezTo>
                  <a:cubicBezTo>
                    <a:pt x="1350" y="1176"/>
                    <a:pt x="1414" y="1128"/>
                    <a:pt x="1467" y="1075"/>
                  </a:cubicBezTo>
                  <a:cubicBezTo>
                    <a:pt x="1515" y="1027"/>
                    <a:pt x="1568" y="990"/>
                    <a:pt x="1616" y="958"/>
                  </a:cubicBezTo>
                  <a:cubicBezTo>
                    <a:pt x="1685" y="889"/>
                    <a:pt x="1754" y="841"/>
                    <a:pt x="1818" y="788"/>
                  </a:cubicBezTo>
                  <a:cubicBezTo>
                    <a:pt x="1887" y="724"/>
                    <a:pt x="1956" y="671"/>
                    <a:pt x="2020" y="623"/>
                  </a:cubicBezTo>
                  <a:cubicBezTo>
                    <a:pt x="2089" y="554"/>
                    <a:pt x="2141" y="506"/>
                    <a:pt x="2206" y="453"/>
                  </a:cubicBezTo>
                  <a:cubicBezTo>
                    <a:pt x="2259" y="421"/>
                    <a:pt x="2291" y="384"/>
                    <a:pt x="2343" y="352"/>
                  </a:cubicBezTo>
                  <a:lnTo>
                    <a:pt x="2392" y="304"/>
                  </a:lnTo>
                  <a:cubicBezTo>
                    <a:pt x="2493" y="219"/>
                    <a:pt x="2578" y="150"/>
                    <a:pt x="2662" y="65"/>
                  </a:cubicBezTo>
                  <a:close/>
                  <a:moveTo>
                    <a:pt x="255" y="2085"/>
                  </a:moveTo>
                  <a:lnTo>
                    <a:pt x="255" y="2085"/>
                  </a:lnTo>
                  <a:cubicBezTo>
                    <a:pt x="186" y="2138"/>
                    <a:pt x="122" y="2186"/>
                    <a:pt x="69" y="2239"/>
                  </a:cubicBezTo>
                  <a:lnTo>
                    <a:pt x="21" y="2271"/>
                  </a:lnTo>
                  <a:cubicBezTo>
                    <a:pt x="21" y="2287"/>
                    <a:pt x="0" y="2287"/>
                    <a:pt x="0" y="2303"/>
                  </a:cubicBezTo>
                  <a:lnTo>
                    <a:pt x="0" y="2340"/>
                  </a:lnTo>
                  <a:cubicBezTo>
                    <a:pt x="0" y="2356"/>
                    <a:pt x="0" y="2372"/>
                    <a:pt x="21" y="2388"/>
                  </a:cubicBezTo>
                  <a:lnTo>
                    <a:pt x="21" y="2340"/>
                  </a:lnTo>
                  <a:lnTo>
                    <a:pt x="21" y="2303"/>
                  </a:lnTo>
                  <a:lnTo>
                    <a:pt x="21" y="2287"/>
                  </a:lnTo>
                  <a:lnTo>
                    <a:pt x="69" y="2255"/>
                  </a:lnTo>
                  <a:cubicBezTo>
                    <a:pt x="138" y="2186"/>
                    <a:pt x="202" y="2138"/>
                    <a:pt x="255" y="20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1760961" y="960965"/>
              <a:ext cx="47080" cy="20163"/>
            </a:xfrm>
            <a:custGeom>
              <a:rect b="b" l="l" r="r" t="t"/>
              <a:pathLst>
                <a:path extrusionOk="0" h="203" w="474">
                  <a:moveTo>
                    <a:pt x="473" y="0"/>
                  </a:moveTo>
                  <a:cubicBezTo>
                    <a:pt x="437" y="0"/>
                    <a:pt x="405" y="17"/>
                    <a:pt x="372" y="33"/>
                  </a:cubicBezTo>
                  <a:cubicBezTo>
                    <a:pt x="352" y="33"/>
                    <a:pt x="352" y="33"/>
                    <a:pt x="336" y="49"/>
                  </a:cubicBezTo>
                  <a:cubicBezTo>
                    <a:pt x="304" y="69"/>
                    <a:pt x="271" y="85"/>
                    <a:pt x="219" y="101"/>
                  </a:cubicBezTo>
                  <a:cubicBezTo>
                    <a:pt x="203" y="101"/>
                    <a:pt x="170" y="118"/>
                    <a:pt x="150" y="134"/>
                  </a:cubicBezTo>
                  <a:cubicBezTo>
                    <a:pt x="187" y="134"/>
                    <a:pt x="203" y="118"/>
                    <a:pt x="235" y="101"/>
                  </a:cubicBezTo>
                  <a:cubicBezTo>
                    <a:pt x="271" y="85"/>
                    <a:pt x="304" y="69"/>
                    <a:pt x="352" y="49"/>
                  </a:cubicBezTo>
                  <a:lnTo>
                    <a:pt x="372" y="49"/>
                  </a:lnTo>
                  <a:cubicBezTo>
                    <a:pt x="405" y="33"/>
                    <a:pt x="437" y="17"/>
                    <a:pt x="473" y="17"/>
                  </a:cubicBezTo>
                  <a:lnTo>
                    <a:pt x="473" y="0"/>
                  </a:lnTo>
                  <a:close/>
                  <a:moveTo>
                    <a:pt x="150" y="134"/>
                  </a:moveTo>
                  <a:cubicBezTo>
                    <a:pt x="118" y="134"/>
                    <a:pt x="86" y="150"/>
                    <a:pt x="49" y="170"/>
                  </a:cubicBezTo>
                  <a:lnTo>
                    <a:pt x="1" y="186"/>
                  </a:lnTo>
                  <a:lnTo>
                    <a:pt x="1" y="202"/>
                  </a:lnTo>
                  <a:lnTo>
                    <a:pt x="17" y="202"/>
                  </a:lnTo>
                  <a:lnTo>
                    <a:pt x="49" y="186"/>
                  </a:lnTo>
                  <a:cubicBezTo>
                    <a:pt x="86" y="170"/>
                    <a:pt x="118" y="150"/>
                    <a:pt x="150"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2369625" y="558103"/>
              <a:ext cx="4966" cy="13310"/>
            </a:xfrm>
            <a:custGeom>
              <a:rect b="b" l="l" r="r" t="t"/>
              <a:pathLst>
                <a:path extrusionOk="0" h="134" w="50">
                  <a:moveTo>
                    <a:pt x="17" y="1"/>
                  </a:moveTo>
                  <a:lnTo>
                    <a:pt x="1" y="17"/>
                  </a:lnTo>
                  <a:cubicBezTo>
                    <a:pt x="17" y="17"/>
                    <a:pt x="17" y="33"/>
                    <a:pt x="17" y="49"/>
                  </a:cubicBezTo>
                  <a:cubicBezTo>
                    <a:pt x="17" y="65"/>
                    <a:pt x="17" y="102"/>
                    <a:pt x="33" y="118"/>
                  </a:cubicBezTo>
                  <a:lnTo>
                    <a:pt x="33" y="134"/>
                  </a:lnTo>
                  <a:cubicBezTo>
                    <a:pt x="49" y="134"/>
                    <a:pt x="49" y="118"/>
                    <a:pt x="49" y="118"/>
                  </a:cubicBezTo>
                  <a:cubicBezTo>
                    <a:pt x="33" y="102"/>
                    <a:pt x="33" y="65"/>
                    <a:pt x="33" y="49"/>
                  </a:cubicBezTo>
                  <a:cubicBezTo>
                    <a:pt x="33" y="17"/>
                    <a:pt x="33"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2703853" y="583034"/>
              <a:ext cx="37048" cy="13707"/>
            </a:xfrm>
            <a:custGeom>
              <a:rect b="b" l="l" r="r" t="t"/>
              <a:pathLst>
                <a:path extrusionOk="0" h="138" w="373">
                  <a:moveTo>
                    <a:pt x="1" y="0"/>
                  </a:moveTo>
                  <a:lnTo>
                    <a:pt x="86" y="36"/>
                  </a:lnTo>
                  <a:cubicBezTo>
                    <a:pt x="150" y="69"/>
                    <a:pt x="219" y="85"/>
                    <a:pt x="288" y="101"/>
                  </a:cubicBezTo>
                  <a:cubicBezTo>
                    <a:pt x="219" y="69"/>
                    <a:pt x="171" y="53"/>
                    <a:pt x="102" y="16"/>
                  </a:cubicBezTo>
                  <a:lnTo>
                    <a:pt x="17" y="0"/>
                  </a:lnTo>
                  <a:close/>
                  <a:moveTo>
                    <a:pt x="288" y="101"/>
                  </a:moveTo>
                  <a:cubicBezTo>
                    <a:pt x="304" y="117"/>
                    <a:pt x="320" y="117"/>
                    <a:pt x="336" y="117"/>
                  </a:cubicBezTo>
                  <a:cubicBezTo>
                    <a:pt x="320" y="101"/>
                    <a:pt x="304" y="101"/>
                    <a:pt x="288" y="101"/>
                  </a:cubicBezTo>
                  <a:close/>
                  <a:moveTo>
                    <a:pt x="336" y="117"/>
                  </a:moveTo>
                  <a:cubicBezTo>
                    <a:pt x="336" y="137"/>
                    <a:pt x="352" y="137"/>
                    <a:pt x="352" y="137"/>
                  </a:cubicBezTo>
                  <a:lnTo>
                    <a:pt x="373" y="137"/>
                  </a:lnTo>
                  <a:lnTo>
                    <a:pt x="352" y="1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2732360" y="664878"/>
              <a:ext cx="6555" cy="3675"/>
            </a:xfrm>
            <a:custGeom>
              <a:rect b="b" l="l" r="r" t="t"/>
              <a:pathLst>
                <a:path extrusionOk="0" h="37" w="66">
                  <a:moveTo>
                    <a:pt x="17" y="0"/>
                  </a:moveTo>
                  <a:lnTo>
                    <a:pt x="1" y="20"/>
                  </a:lnTo>
                  <a:cubicBezTo>
                    <a:pt x="17" y="20"/>
                    <a:pt x="17" y="36"/>
                    <a:pt x="33" y="36"/>
                  </a:cubicBezTo>
                  <a:lnTo>
                    <a:pt x="65" y="36"/>
                  </a:lnTo>
                  <a:cubicBezTo>
                    <a:pt x="65" y="20"/>
                    <a:pt x="49" y="20"/>
                    <a:pt x="33" y="20"/>
                  </a:cubicBezTo>
                  <a:cubicBezTo>
                    <a:pt x="33" y="20"/>
                    <a:pt x="17" y="2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2369625" y="546482"/>
              <a:ext cx="3377" cy="8145"/>
            </a:xfrm>
            <a:custGeom>
              <a:rect b="b" l="l" r="r" t="t"/>
              <a:pathLst>
                <a:path extrusionOk="0" h="82" w="34">
                  <a:moveTo>
                    <a:pt x="17" y="0"/>
                  </a:moveTo>
                  <a:lnTo>
                    <a:pt x="1" y="17"/>
                  </a:lnTo>
                  <a:cubicBezTo>
                    <a:pt x="17" y="17"/>
                    <a:pt x="17" y="33"/>
                    <a:pt x="17" y="33"/>
                  </a:cubicBezTo>
                  <a:lnTo>
                    <a:pt x="17" y="65"/>
                  </a:lnTo>
                  <a:lnTo>
                    <a:pt x="1" y="65"/>
                  </a:lnTo>
                  <a:lnTo>
                    <a:pt x="1" y="81"/>
                  </a:lnTo>
                  <a:lnTo>
                    <a:pt x="17" y="81"/>
                  </a:lnTo>
                  <a:lnTo>
                    <a:pt x="33" y="65"/>
                  </a:lnTo>
                  <a:lnTo>
                    <a:pt x="33" y="33"/>
                  </a:lnTo>
                  <a:cubicBezTo>
                    <a:pt x="33" y="33"/>
                    <a:pt x="33" y="17"/>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2581882" y="863826"/>
              <a:ext cx="6555" cy="1689"/>
            </a:xfrm>
            <a:custGeom>
              <a:rect b="b" l="l" r="r" t="t"/>
              <a:pathLst>
                <a:path extrusionOk="0" h="17" w="66">
                  <a:moveTo>
                    <a:pt x="1" y="1"/>
                  </a:moveTo>
                  <a:lnTo>
                    <a:pt x="17" y="17"/>
                  </a:lnTo>
                  <a:lnTo>
                    <a:pt x="49" y="17"/>
                  </a:lnTo>
                  <a:lnTo>
                    <a:pt x="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2583571" y="875447"/>
              <a:ext cx="6853" cy="2185"/>
            </a:xfrm>
            <a:custGeom>
              <a:rect b="b" l="l" r="r" t="t"/>
              <a:pathLst>
                <a:path extrusionOk="0" h="22" w="69">
                  <a:moveTo>
                    <a:pt x="0" y="1"/>
                  </a:moveTo>
                  <a:lnTo>
                    <a:pt x="16" y="21"/>
                  </a:lnTo>
                  <a:lnTo>
                    <a:pt x="49" y="21"/>
                  </a:lnTo>
                  <a:lnTo>
                    <a:pt x="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1750929" y="918554"/>
              <a:ext cx="58701" cy="27215"/>
            </a:xfrm>
            <a:custGeom>
              <a:rect b="b" l="l" r="r" t="t"/>
              <a:pathLst>
                <a:path extrusionOk="0" h="274" w="591">
                  <a:moveTo>
                    <a:pt x="560" y="1"/>
                  </a:moveTo>
                  <a:cubicBezTo>
                    <a:pt x="537" y="1"/>
                    <a:pt x="517" y="12"/>
                    <a:pt x="506" y="23"/>
                  </a:cubicBezTo>
                  <a:cubicBezTo>
                    <a:pt x="490" y="23"/>
                    <a:pt x="490" y="40"/>
                    <a:pt x="473" y="40"/>
                  </a:cubicBezTo>
                  <a:cubicBezTo>
                    <a:pt x="405" y="72"/>
                    <a:pt x="336" y="108"/>
                    <a:pt x="271" y="141"/>
                  </a:cubicBezTo>
                  <a:lnTo>
                    <a:pt x="203" y="173"/>
                  </a:lnTo>
                  <a:cubicBezTo>
                    <a:pt x="187" y="173"/>
                    <a:pt x="170" y="193"/>
                    <a:pt x="134" y="193"/>
                  </a:cubicBezTo>
                  <a:cubicBezTo>
                    <a:pt x="118" y="209"/>
                    <a:pt x="86" y="225"/>
                    <a:pt x="49" y="242"/>
                  </a:cubicBezTo>
                  <a:cubicBezTo>
                    <a:pt x="33" y="242"/>
                    <a:pt x="33" y="258"/>
                    <a:pt x="17" y="258"/>
                  </a:cubicBezTo>
                  <a:lnTo>
                    <a:pt x="1" y="258"/>
                  </a:lnTo>
                  <a:lnTo>
                    <a:pt x="1" y="274"/>
                  </a:lnTo>
                  <a:lnTo>
                    <a:pt x="17" y="274"/>
                  </a:lnTo>
                  <a:cubicBezTo>
                    <a:pt x="33" y="258"/>
                    <a:pt x="33" y="258"/>
                    <a:pt x="49" y="258"/>
                  </a:cubicBezTo>
                  <a:cubicBezTo>
                    <a:pt x="86" y="242"/>
                    <a:pt x="118" y="225"/>
                    <a:pt x="150" y="209"/>
                  </a:cubicBezTo>
                  <a:cubicBezTo>
                    <a:pt x="170" y="193"/>
                    <a:pt x="187" y="193"/>
                    <a:pt x="219" y="173"/>
                  </a:cubicBezTo>
                  <a:lnTo>
                    <a:pt x="288" y="141"/>
                  </a:lnTo>
                  <a:cubicBezTo>
                    <a:pt x="352" y="108"/>
                    <a:pt x="421" y="72"/>
                    <a:pt x="490" y="56"/>
                  </a:cubicBezTo>
                  <a:cubicBezTo>
                    <a:pt x="490" y="40"/>
                    <a:pt x="506" y="40"/>
                    <a:pt x="506" y="40"/>
                  </a:cubicBezTo>
                  <a:cubicBezTo>
                    <a:pt x="538" y="23"/>
                    <a:pt x="554" y="7"/>
                    <a:pt x="591" y="7"/>
                  </a:cubicBezTo>
                  <a:cubicBezTo>
                    <a:pt x="580" y="3"/>
                    <a:pt x="570" y="1"/>
                    <a:pt x="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2312711" y="969408"/>
              <a:ext cx="4867" cy="1689"/>
            </a:xfrm>
            <a:custGeom>
              <a:rect b="b" l="l" r="r" t="t"/>
              <a:pathLst>
                <a:path extrusionOk="0" h="17" w="49">
                  <a:moveTo>
                    <a:pt x="0" y="0"/>
                  </a:moveTo>
                  <a:lnTo>
                    <a:pt x="0" y="16"/>
                  </a:lnTo>
                  <a:lnTo>
                    <a:pt x="49" y="16"/>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2382934" y="750297"/>
              <a:ext cx="4867" cy="1689"/>
            </a:xfrm>
            <a:custGeom>
              <a:rect b="b" l="l" r="r" t="t"/>
              <a:pathLst>
                <a:path extrusionOk="0" h="17" w="49">
                  <a:moveTo>
                    <a:pt x="0" y="1"/>
                  </a:moveTo>
                  <a:lnTo>
                    <a:pt x="0" y="17"/>
                  </a:lnTo>
                  <a:lnTo>
                    <a:pt x="49" y="17"/>
                  </a:lnTo>
                  <a:lnTo>
                    <a:pt x="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1675542" y="538040"/>
              <a:ext cx="62277" cy="45094"/>
            </a:xfrm>
            <a:custGeom>
              <a:rect b="b" l="l" r="r" t="t"/>
              <a:pathLst>
                <a:path extrusionOk="0" h="454" w="627">
                  <a:moveTo>
                    <a:pt x="626" y="1"/>
                  </a:moveTo>
                  <a:cubicBezTo>
                    <a:pt x="590" y="1"/>
                    <a:pt x="574" y="17"/>
                    <a:pt x="558" y="17"/>
                  </a:cubicBezTo>
                  <a:lnTo>
                    <a:pt x="558" y="33"/>
                  </a:lnTo>
                  <a:cubicBezTo>
                    <a:pt x="441" y="118"/>
                    <a:pt x="340" y="203"/>
                    <a:pt x="239" y="267"/>
                  </a:cubicBezTo>
                  <a:cubicBezTo>
                    <a:pt x="154" y="336"/>
                    <a:pt x="85" y="388"/>
                    <a:pt x="0" y="437"/>
                  </a:cubicBezTo>
                  <a:lnTo>
                    <a:pt x="0" y="453"/>
                  </a:lnTo>
                  <a:lnTo>
                    <a:pt x="21" y="453"/>
                  </a:lnTo>
                  <a:cubicBezTo>
                    <a:pt x="85" y="405"/>
                    <a:pt x="170" y="336"/>
                    <a:pt x="239" y="287"/>
                  </a:cubicBezTo>
                  <a:cubicBezTo>
                    <a:pt x="340" y="203"/>
                    <a:pt x="457" y="118"/>
                    <a:pt x="558" y="49"/>
                  </a:cubicBezTo>
                  <a:lnTo>
                    <a:pt x="574" y="33"/>
                  </a:lnTo>
                  <a:cubicBezTo>
                    <a:pt x="590" y="17"/>
                    <a:pt x="606" y="17"/>
                    <a:pt x="626" y="17"/>
                  </a:cubicBezTo>
                  <a:lnTo>
                    <a:pt x="6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2356017" y="426100"/>
              <a:ext cx="5364" cy="1689"/>
            </a:xfrm>
            <a:custGeom>
              <a:rect b="b" l="l" r="r" t="t"/>
              <a:pathLst>
                <a:path extrusionOk="0" h="17" w="54">
                  <a:moveTo>
                    <a:pt x="1" y="1"/>
                  </a:moveTo>
                  <a:lnTo>
                    <a:pt x="37" y="17"/>
                  </a:lnTo>
                  <a:lnTo>
                    <a:pt x="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1757783" y="910806"/>
              <a:ext cx="46683" cy="23341"/>
            </a:xfrm>
            <a:custGeom>
              <a:rect b="b" l="l" r="r" t="t"/>
              <a:pathLst>
                <a:path extrusionOk="0" h="235" w="470">
                  <a:moveTo>
                    <a:pt x="469" y="0"/>
                  </a:moveTo>
                  <a:cubicBezTo>
                    <a:pt x="421" y="33"/>
                    <a:pt x="352" y="49"/>
                    <a:pt x="320" y="69"/>
                  </a:cubicBezTo>
                  <a:cubicBezTo>
                    <a:pt x="251" y="101"/>
                    <a:pt x="202" y="134"/>
                    <a:pt x="134" y="150"/>
                  </a:cubicBezTo>
                  <a:cubicBezTo>
                    <a:pt x="81" y="170"/>
                    <a:pt x="49" y="202"/>
                    <a:pt x="0" y="219"/>
                  </a:cubicBezTo>
                  <a:lnTo>
                    <a:pt x="17" y="235"/>
                  </a:lnTo>
                  <a:cubicBezTo>
                    <a:pt x="49" y="202"/>
                    <a:pt x="101" y="186"/>
                    <a:pt x="134" y="170"/>
                  </a:cubicBezTo>
                  <a:cubicBezTo>
                    <a:pt x="202" y="134"/>
                    <a:pt x="251" y="118"/>
                    <a:pt x="320" y="85"/>
                  </a:cubicBezTo>
                  <a:cubicBezTo>
                    <a:pt x="368" y="69"/>
                    <a:pt x="421" y="33"/>
                    <a:pt x="469" y="17"/>
                  </a:cubicBez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1732455" y="551250"/>
              <a:ext cx="5364" cy="3377"/>
            </a:xfrm>
            <a:custGeom>
              <a:rect b="b" l="l" r="r" t="t"/>
              <a:pathLst>
                <a:path extrusionOk="0" h="34" w="54">
                  <a:moveTo>
                    <a:pt x="53" y="1"/>
                  </a:moveTo>
                  <a:cubicBezTo>
                    <a:pt x="33" y="1"/>
                    <a:pt x="33" y="17"/>
                    <a:pt x="17" y="17"/>
                  </a:cubicBezTo>
                  <a:lnTo>
                    <a:pt x="53" y="17"/>
                  </a:lnTo>
                  <a:lnTo>
                    <a:pt x="53" y="1"/>
                  </a:lnTo>
                  <a:close/>
                  <a:moveTo>
                    <a:pt x="1" y="17"/>
                  </a:moveTo>
                  <a:lnTo>
                    <a:pt x="17" y="33"/>
                  </a:lnTo>
                  <a:lnTo>
                    <a:pt x="17" y="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2289469" y="442588"/>
              <a:ext cx="66647" cy="26917"/>
            </a:xfrm>
            <a:custGeom>
              <a:rect b="b" l="l" r="r" t="t"/>
              <a:pathLst>
                <a:path extrusionOk="0" h="271" w="671">
                  <a:moveTo>
                    <a:pt x="0" y="0"/>
                  </a:moveTo>
                  <a:lnTo>
                    <a:pt x="16" y="16"/>
                  </a:lnTo>
                  <a:cubicBezTo>
                    <a:pt x="48" y="16"/>
                    <a:pt x="101" y="53"/>
                    <a:pt x="149" y="69"/>
                  </a:cubicBezTo>
                  <a:cubicBezTo>
                    <a:pt x="166" y="69"/>
                    <a:pt x="202" y="85"/>
                    <a:pt x="218" y="101"/>
                  </a:cubicBezTo>
                  <a:cubicBezTo>
                    <a:pt x="234" y="101"/>
                    <a:pt x="267" y="101"/>
                    <a:pt x="283" y="117"/>
                  </a:cubicBezTo>
                  <a:cubicBezTo>
                    <a:pt x="303" y="117"/>
                    <a:pt x="319" y="138"/>
                    <a:pt x="335" y="138"/>
                  </a:cubicBezTo>
                  <a:cubicBezTo>
                    <a:pt x="368" y="154"/>
                    <a:pt x="404" y="170"/>
                    <a:pt x="436" y="170"/>
                  </a:cubicBezTo>
                  <a:cubicBezTo>
                    <a:pt x="404" y="154"/>
                    <a:pt x="368" y="138"/>
                    <a:pt x="335" y="117"/>
                  </a:cubicBezTo>
                  <a:cubicBezTo>
                    <a:pt x="319" y="117"/>
                    <a:pt x="303" y="117"/>
                    <a:pt x="283" y="101"/>
                  </a:cubicBezTo>
                  <a:cubicBezTo>
                    <a:pt x="267" y="101"/>
                    <a:pt x="250" y="85"/>
                    <a:pt x="234" y="85"/>
                  </a:cubicBezTo>
                  <a:cubicBezTo>
                    <a:pt x="202" y="69"/>
                    <a:pt x="166" y="69"/>
                    <a:pt x="149" y="53"/>
                  </a:cubicBezTo>
                  <a:cubicBezTo>
                    <a:pt x="101" y="37"/>
                    <a:pt x="65" y="16"/>
                    <a:pt x="16" y="0"/>
                  </a:cubicBezTo>
                  <a:close/>
                  <a:moveTo>
                    <a:pt x="437" y="170"/>
                  </a:moveTo>
                  <a:cubicBezTo>
                    <a:pt x="469" y="186"/>
                    <a:pt x="521" y="202"/>
                    <a:pt x="553" y="218"/>
                  </a:cubicBezTo>
                  <a:cubicBezTo>
                    <a:pt x="570" y="239"/>
                    <a:pt x="586" y="239"/>
                    <a:pt x="606" y="239"/>
                  </a:cubicBezTo>
                  <a:cubicBezTo>
                    <a:pt x="606" y="218"/>
                    <a:pt x="586" y="218"/>
                    <a:pt x="570" y="218"/>
                  </a:cubicBezTo>
                  <a:cubicBezTo>
                    <a:pt x="521" y="202"/>
                    <a:pt x="469" y="186"/>
                    <a:pt x="437" y="170"/>
                  </a:cubicBezTo>
                  <a:close/>
                  <a:moveTo>
                    <a:pt x="606" y="239"/>
                  </a:moveTo>
                  <a:cubicBezTo>
                    <a:pt x="622" y="255"/>
                    <a:pt x="654" y="255"/>
                    <a:pt x="671" y="271"/>
                  </a:cubicBezTo>
                  <a:lnTo>
                    <a:pt x="671" y="255"/>
                  </a:lnTo>
                  <a:cubicBezTo>
                    <a:pt x="654" y="255"/>
                    <a:pt x="638" y="239"/>
                    <a:pt x="606" y="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2553475" y="574591"/>
              <a:ext cx="4867" cy="2086"/>
            </a:xfrm>
            <a:custGeom>
              <a:rect b="b" l="l" r="r" t="t"/>
              <a:pathLst>
                <a:path extrusionOk="0" h="21" w="49">
                  <a:moveTo>
                    <a:pt x="16" y="0"/>
                  </a:moveTo>
                  <a:lnTo>
                    <a:pt x="0" y="20"/>
                  </a:lnTo>
                  <a:lnTo>
                    <a:pt x="49" y="20"/>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1804366" y="910806"/>
              <a:ext cx="1689" cy="1689"/>
            </a:xfrm>
            <a:custGeom>
              <a:rect b="b" l="l" r="r" t="t"/>
              <a:pathLst>
                <a:path extrusionOk="0" h="17" w="17">
                  <a:moveTo>
                    <a:pt x="0" y="0"/>
                  </a:moveTo>
                  <a:lnTo>
                    <a:pt x="16" y="17"/>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1729276" y="721096"/>
              <a:ext cx="4966" cy="2384"/>
            </a:xfrm>
            <a:custGeom>
              <a:rect b="b" l="l" r="r" t="t"/>
              <a:pathLst>
                <a:path extrusionOk="0" h="24" w="50">
                  <a:moveTo>
                    <a:pt x="37" y="1"/>
                  </a:moveTo>
                  <a:cubicBezTo>
                    <a:pt x="31" y="1"/>
                    <a:pt x="28" y="8"/>
                    <a:pt x="17" y="8"/>
                  </a:cubicBezTo>
                  <a:lnTo>
                    <a:pt x="1" y="24"/>
                  </a:lnTo>
                  <a:lnTo>
                    <a:pt x="17" y="24"/>
                  </a:lnTo>
                  <a:cubicBezTo>
                    <a:pt x="33" y="8"/>
                    <a:pt x="33" y="8"/>
                    <a:pt x="49" y="8"/>
                  </a:cubicBezTo>
                  <a:cubicBezTo>
                    <a:pt x="44" y="2"/>
                    <a:pt x="40"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2692232" y="528008"/>
              <a:ext cx="3377" cy="1689"/>
            </a:xfrm>
            <a:custGeom>
              <a:rect b="b" l="l" r="r" t="t"/>
              <a:pathLst>
                <a:path extrusionOk="0" h="17" w="34">
                  <a:moveTo>
                    <a:pt x="1" y="1"/>
                  </a:moveTo>
                  <a:lnTo>
                    <a:pt x="1" y="17"/>
                  </a:lnTo>
                  <a:lnTo>
                    <a:pt x="33"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2700675" y="593066"/>
              <a:ext cx="4966" cy="1689"/>
            </a:xfrm>
            <a:custGeom>
              <a:rect b="b" l="l" r="r" t="t"/>
              <a:pathLst>
                <a:path extrusionOk="0" h="17" w="50">
                  <a:moveTo>
                    <a:pt x="1" y="0"/>
                  </a:moveTo>
                  <a:lnTo>
                    <a:pt x="1" y="16"/>
                  </a:lnTo>
                  <a:lnTo>
                    <a:pt x="49" y="16"/>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1669085" y="660011"/>
              <a:ext cx="3278" cy="1689"/>
            </a:xfrm>
            <a:custGeom>
              <a:rect b="b" l="l" r="r" t="t"/>
              <a:pathLst>
                <a:path extrusionOk="0" h="17" w="33">
                  <a:moveTo>
                    <a:pt x="1" y="1"/>
                  </a:moveTo>
                  <a:lnTo>
                    <a:pt x="1"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2335953" y="616705"/>
              <a:ext cx="35459" cy="13310"/>
            </a:xfrm>
            <a:custGeom>
              <a:rect b="b" l="l" r="r" t="t"/>
              <a:pathLst>
                <a:path extrusionOk="0" h="134" w="357">
                  <a:moveTo>
                    <a:pt x="1" y="0"/>
                  </a:moveTo>
                  <a:lnTo>
                    <a:pt x="1" y="17"/>
                  </a:lnTo>
                  <a:lnTo>
                    <a:pt x="37" y="17"/>
                  </a:lnTo>
                  <a:cubicBezTo>
                    <a:pt x="37" y="17"/>
                    <a:pt x="17" y="17"/>
                    <a:pt x="17" y="0"/>
                  </a:cubicBezTo>
                  <a:close/>
                  <a:moveTo>
                    <a:pt x="37" y="17"/>
                  </a:moveTo>
                  <a:cubicBezTo>
                    <a:pt x="102" y="49"/>
                    <a:pt x="170" y="65"/>
                    <a:pt x="239" y="101"/>
                  </a:cubicBezTo>
                  <a:cubicBezTo>
                    <a:pt x="271" y="101"/>
                    <a:pt x="304" y="118"/>
                    <a:pt x="340" y="134"/>
                  </a:cubicBezTo>
                  <a:lnTo>
                    <a:pt x="356" y="118"/>
                  </a:lnTo>
                  <a:lnTo>
                    <a:pt x="340" y="118"/>
                  </a:lnTo>
                  <a:cubicBezTo>
                    <a:pt x="304" y="101"/>
                    <a:pt x="271" y="101"/>
                    <a:pt x="239" y="81"/>
                  </a:cubicBezTo>
                  <a:cubicBezTo>
                    <a:pt x="170" y="65"/>
                    <a:pt x="102" y="33"/>
                    <a:pt x="37"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1673952" y="604687"/>
              <a:ext cx="58602" cy="42213"/>
            </a:xfrm>
            <a:custGeom>
              <a:rect b="b" l="l" r="r" t="t"/>
              <a:pathLst>
                <a:path extrusionOk="0" h="425" w="590">
                  <a:moveTo>
                    <a:pt x="590" y="0"/>
                  </a:moveTo>
                  <a:cubicBezTo>
                    <a:pt x="541" y="20"/>
                    <a:pt x="505" y="53"/>
                    <a:pt x="473" y="69"/>
                  </a:cubicBezTo>
                  <a:cubicBezTo>
                    <a:pt x="473" y="85"/>
                    <a:pt x="457" y="85"/>
                    <a:pt x="440" y="101"/>
                  </a:cubicBezTo>
                  <a:cubicBezTo>
                    <a:pt x="457" y="101"/>
                    <a:pt x="473" y="85"/>
                    <a:pt x="489" y="85"/>
                  </a:cubicBezTo>
                  <a:cubicBezTo>
                    <a:pt x="521" y="53"/>
                    <a:pt x="558" y="37"/>
                    <a:pt x="590" y="20"/>
                  </a:cubicBezTo>
                  <a:lnTo>
                    <a:pt x="590" y="0"/>
                  </a:lnTo>
                  <a:close/>
                  <a:moveTo>
                    <a:pt x="440" y="101"/>
                  </a:moveTo>
                  <a:lnTo>
                    <a:pt x="440" y="101"/>
                  </a:lnTo>
                  <a:cubicBezTo>
                    <a:pt x="339" y="170"/>
                    <a:pt x="255" y="239"/>
                    <a:pt x="170" y="303"/>
                  </a:cubicBezTo>
                  <a:cubicBezTo>
                    <a:pt x="255" y="239"/>
                    <a:pt x="356" y="170"/>
                    <a:pt x="440" y="101"/>
                  </a:cubicBezTo>
                  <a:close/>
                  <a:moveTo>
                    <a:pt x="170" y="303"/>
                  </a:moveTo>
                  <a:cubicBezTo>
                    <a:pt x="138" y="323"/>
                    <a:pt x="85" y="356"/>
                    <a:pt x="53" y="372"/>
                  </a:cubicBezTo>
                  <a:cubicBezTo>
                    <a:pt x="53" y="388"/>
                    <a:pt x="37" y="388"/>
                    <a:pt x="16" y="404"/>
                  </a:cubicBezTo>
                  <a:lnTo>
                    <a:pt x="0" y="404"/>
                  </a:lnTo>
                  <a:lnTo>
                    <a:pt x="0" y="424"/>
                  </a:lnTo>
                  <a:lnTo>
                    <a:pt x="16" y="424"/>
                  </a:lnTo>
                  <a:lnTo>
                    <a:pt x="37" y="404"/>
                  </a:lnTo>
                  <a:cubicBezTo>
                    <a:pt x="37" y="404"/>
                    <a:pt x="53" y="388"/>
                    <a:pt x="69" y="388"/>
                  </a:cubicBezTo>
                  <a:cubicBezTo>
                    <a:pt x="101" y="356"/>
                    <a:pt x="138" y="340"/>
                    <a:pt x="170" y="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2387702" y="805323"/>
              <a:ext cx="5364" cy="2086"/>
            </a:xfrm>
            <a:custGeom>
              <a:rect b="b" l="l" r="r" t="t"/>
              <a:pathLst>
                <a:path extrusionOk="0" h="21" w="54">
                  <a:moveTo>
                    <a:pt x="21" y="0"/>
                  </a:moveTo>
                  <a:lnTo>
                    <a:pt x="1" y="20"/>
                  </a:lnTo>
                  <a:lnTo>
                    <a:pt x="53" y="20"/>
                  </a:lnTo>
                  <a:lnTo>
                    <a:pt x="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2364460" y="387562"/>
              <a:ext cx="40227" cy="461563"/>
            </a:xfrm>
            <a:custGeom>
              <a:rect b="b" l="l" r="r" t="t"/>
              <a:pathLst>
                <a:path extrusionOk="0" h="4647" w="405">
                  <a:moveTo>
                    <a:pt x="17" y="1"/>
                  </a:moveTo>
                  <a:cubicBezTo>
                    <a:pt x="0" y="17"/>
                    <a:pt x="0" y="49"/>
                    <a:pt x="17" y="65"/>
                  </a:cubicBezTo>
                  <a:cubicBezTo>
                    <a:pt x="17" y="49"/>
                    <a:pt x="17" y="17"/>
                    <a:pt x="33" y="1"/>
                  </a:cubicBezTo>
                  <a:close/>
                  <a:moveTo>
                    <a:pt x="17" y="65"/>
                  </a:moveTo>
                  <a:lnTo>
                    <a:pt x="17" y="86"/>
                  </a:lnTo>
                  <a:cubicBezTo>
                    <a:pt x="17" y="166"/>
                    <a:pt x="17" y="251"/>
                    <a:pt x="33" y="320"/>
                  </a:cubicBezTo>
                  <a:lnTo>
                    <a:pt x="33" y="389"/>
                  </a:lnTo>
                  <a:cubicBezTo>
                    <a:pt x="33" y="421"/>
                    <a:pt x="53" y="453"/>
                    <a:pt x="53" y="469"/>
                  </a:cubicBezTo>
                  <a:lnTo>
                    <a:pt x="53" y="389"/>
                  </a:lnTo>
                  <a:lnTo>
                    <a:pt x="53" y="320"/>
                  </a:lnTo>
                  <a:cubicBezTo>
                    <a:pt x="33" y="251"/>
                    <a:pt x="33" y="166"/>
                    <a:pt x="33" y="86"/>
                  </a:cubicBezTo>
                  <a:cubicBezTo>
                    <a:pt x="17" y="86"/>
                    <a:pt x="17" y="65"/>
                    <a:pt x="17" y="65"/>
                  </a:cubicBezTo>
                  <a:close/>
                  <a:moveTo>
                    <a:pt x="53" y="469"/>
                  </a:moveTo>
                  <a:lnTo>
                    <a:pt x="53" y="623"/>
                  </a:lnTo>
                  <a:cubicBezTo>
                    <a:pt x="69" y="655"/>
                    <a:pt x="69" y="671"/>
                    <a:pt x="69" y="692"/>
                  </a:cubicBezTo>
                  <a:lnTo>
                    <a:pt x="69" y="756"/>
                  </a:lnTo>
                  <a:lnTo>
                    <a:pt x="69" y="772"/>
                  </a:lnTo>
                  <a:cubicBezTo>
                    <a:pt x="69" y="825"/>
                    <a:pt x="85" y="873"/>
                    <a:pt x="85" y="942"/>
                  </a:cubicBezTo>
                  <a:lnTo>
                    <a:pt x="85" y="974"/>
                  </a:lnTo>
                  <a:lnTo>
                    <a:pt x="85" y="1027"/>
                  </a:lnTo>
                  <a:cubicBezTo>
                    <a:pt x="101" y="1075"/>
                    <a:pt x="101" y="1112"/>
                    <a:pt x="101" y="1144"/>
                  </a:cubicBezTo>
                  <a:cubicBezTo>
                    <a:pt x="101" y="1176"/>
                    <a:pt x="101" y="1213"/>
                    <a:pt x="118" y="1245"/>
                  </a:cubicBezTo>
                  <a:lnTo>
                    <a:pt x="118" y="1144"/>
                  </a:lnTo>
                  <a:cubicBezTo>
                    <a:pt x="118" y="1112"/>
                    <a:pt x="118" y="1075"/>
                    <a:pt x="101" y="1027"/>
                  </a:cubicBezTo>
                  <a:lnTo>
                    <a:pt x="101" y="974"/>
                  </a:lnTo>
                  <a:lnTo>
                    <a:pt x="101" y="926"/>
                  </a:lnTo>
                  <a:cubicBezTo>
                    <a:pt x="85" y="873"/>
                    <a:pt x="85" y="825"/>
                    <a:pt x="85" y="772"/>
                  </a:cubicBezTo>
                  <a:lnTo>
                    <a:pt x="85" y="740"/>
                  </a:lnTo>
                  <a:lnTo>
                    <a:pt x="85" y="692"/>
                  </a:lnTo>
                  <a:cubicBezTo>
                    <a:pt x="69" y="671"/>
                    <a:pt x="69" y="655"/>
                    <a:pt x="69" y="623"/>
                  </a:cubicBezTo>
                  <a:cubicBezTo>
                    <a:pt x="69" y="570"/>
                    <a:pt x="69" y="522"/>
                    <a:pt x="53" y="469"/>
                  </a:cubicBezTo>
                  <a:close/>
                  <a:moveTo>
                    <a:pt x="118" y="1245"/>
                  </a:moveTo>
                  <a:lnTo>
                    <a:pt x="118" y="1346"/>
                  </a:lnTo>
                  <a:cubicBezTo>
                    <a:pt x="118" y="1398"/>
                    <a:pt x="118" y="1431"/>
                    <a:pt x="134" y="1463"/>
                  </a:cubicBezTo>
                  <a:lnTo>
                    <a:pt x="134" y="1479"/>
                  </a:lnTo>
                  <a:lnTo>
                    <a:pt x="134" y="1499"/>
                  </a:lnTo>
                  <a:cubicBezTo>
                    <a:pt x="134" y="1564"/>
                    <a:pt x="134" y="1649"/>
                    <a:pt x="154" y="1701"/>
                  </a:cubicBezTo>
                  <a:lnTo>
                    <a:pt x="154" y="1499"/>
                  </a:lnTo>
                  <a:lnTo>
                    <a:pt x="154" y="1479"/>
                  </a:lnTo>
                  <a:lnTo>
                    <a:pt x="154" y="1463"/>
                  </a:lnTo>
                  <a:cubicBezTo>
                    <a:pt x="134" y="1431"/>
                    <a:pt x="134" y="1398"/>
                    <a:pt x="134" y="1346"/>
                  </a:cubicBezTo>
                  <a:cubicBezTo>
                    <a:pt x="134" y="1314"/>
                    <a:pt x="134" y="1277"/>
                    <a:pt x="118" y="1245"/>
                  </a:cubicBezTo>
                  <a:close/>
                  <a:moveTo>
                    <a:pt x="154" y="1701"/>
                  </a:moveTo>
                  <a:lnTo>
                    <a:pt x="154" y="1802"/>
                  </a:lnTo>
                  <a:cubicBezTo>
                    <a:pt x="154" y="1819"/>
                    <a:pt x="170" y="1851"/>
                    <a:pt x="170" y="1883"/>
                  </a:cubicBezTo>
                  <a:lnTo>
                    <a:pt x="170" y="1802"/>
                  </a:lnTo>
                  <a:cubicBezTo>
                    <a:pt x="170" y="1766"/>
                    <a:pt x="170" y="1734"/>
                    <a:pt x="154" y="1701"/>
                  </a:cubicBezTo>
                  <a:close/>
                  <a:moveTo>
                    <a:pt x="170" y="1883"/>
                  </a:moveTo>
                  <a:lnTo>
                    <a:pt x="170" y="2004"/>
                  </a:lnTo>
                  <a:cubicBezTo>
                    <a:pt x="170" y="2037"/>
                    <a:pt x="170" y="2069"/>
                    <a:pt x="186" y="2105"/>
                  </a:cubicBezTo>
                  <a:lnTo>
                    <a:pt x="186" y="2004"/>
                  </a:lnTo>
                  <a:cubicBezTo>
                    <a:pt x="186" y="1968"/>
                    <a:pt x="186" y="1920"/>
                    <a:pt x="170" y="1883"/>
                  </a:cubicBezTo>
                  <a:close/>
                  <a:moveTo>
                    <a:pt x="186" y="2105"/>
                  </a:moveTo>
                  <a:lnTo>
                    <a:pt x="186" y="2154"/>
                  </a:lnTo>
                  <a:lnTo>
                    <a:pt x="186" y="2206"/>
                  </a:lnTo>
                  <a:lnTo>
                    <a:pt x="186" y="2223"/>
                  </a:lnTo>
                  <a:cubicBezTo>
                    <a:pt x="186" y="2239"/>
                    <a:pt x="186" y="2255"/>
                    <a:pt x="202" y="2255"/>
                  </a:cubicBezTo>
                  <a:lnTo>
                    <a:pt x="202" y="2223"/>
                  </a:lnTo>
                  <a:lnTo>
                    <a:pt x="202" y="2206"/>
                  </a:lnTo>
                  <a:lnTo>
                    <a:pt x="202" y="2138"/>
                  </a:lnTo>
                  <a:cubicBezTo>
                    <a:pt x="202" y="2138"/>
                    <a:pt x="186" y="2122"/>
                    <a:pt x="186" y="2105"/>
                  </a:cubicBezTo>
                  <a:close/>
                  <a:moveTo>
                    <a:pt x="202" y="2255"/>
                  </a:moveTo>
                  <a:lnTo>
                    <a:pt x="202" y="2271"/>
                  </a:lnTo>
                  <a:cubicBezTo>
                    <a:pt x="202" y="2340"/>
                    <a:pt x="202" y="2408"/>
                    <a:pt x="219" y="2473"/>
                  </a:cubicBezTo>
                  <a:cubicBezTo>
                    <a:pt x="219" y="2408"/>
                    <a:pt x="202" y="2340"/>
                    <a:pt x="219" y="2271"/>
                  </a:cubicBezTo>
                  <a:cubicBezTo>
                    <a:pt x="219" y="2271"/>
                    <a:pt x="219" y="2255"/>
                    <a:pt x="202" y="2255"/>
                  </a:cubicBezTo>
                  <a:close/>
                  <a:moveTo>
                    <a:pt x="219" y="2473"/>
                  </a:moveTo>
                  <a:lnTo>
                    <a:pt x="219" y="2574"/>
                  </a:lnTo>
                  <a:lnTo>
                    <a:pt x="219" y="2643"/>
                  </a:lnTo>
                  <a:cubicBezTo>
                    <a:pt x="235" y="2776"/>
                    <a:pt x="255" y="2913"/>
                    <a:pt x="255" y="3030"/>
                  </a:cubicBezTo>
                  <a:cubicBezTo>
                    <a:pt x="271" y="3079"/>
                    <a:pt x="271" y="3131"/>
                    <a:pt x="271" y="3164"/>
                  </a:cubicBezTo>
                  <a:cubicBezTo>
                    <a:pt x="271" y="3232"/>
                    <a:pt x="271" y="3281"/>
                    <a:pt x="287" y="3350"/>
                  </a:cubicBezTo>
                  <a:cubicBezTo>
                    <a:pt x="287" y="3398"/>
                    <a:pt x="303" y="3467"/>
                    <a:pt x="303" y="3535"/>
                  </a:cubicBezTo>
                  <a:lnTo>
                    <a:pt x="303" y="3653"/>
                  </a:lnTo>
                  <a:cubicBezTo>
                    <a:pt x="320" y="3754"/>
                    <a:pt x="320" y="3838"/>
                    <a:pt x="336" y="3923"/>
                  </a:cubicBezTo>
                  <a:lnTo>
                    <a:pt x="336" y="4040"/>
                  </a:lnTo>
                  <a:cubicBezTo>
                    <a:pt x="336" y="4057"/>
                    <a:pt x="356" y="4089"/>
                    <a:pt x="356" y="4105"/>
                  </a:cubicBezTo>
                  <a:lnTo>
                    <a:pt x="356" y="4040"/>
                  </a:lnTo>
                  <a:lnTo>
                    <a:pt x="356" y="3903"/>
                  </a:lnTo>
                  <a:cubicBezTo>
                    <a:pt x="336" y="3838"/>
                    <a:pt x="336" y="3754"/>
                    <a:pt x="320" y="3653"/>
                  </a:cubicBezTo>
                  <a:lnTo>
                    <a:pt x="320" y="3535"/>
                  </a:lnTo>
                  <a:cubicBezTo>
                    <a:pt x="303" y="3467"/>
                    <a:pt x="303" y="3398"/>
                    <a:pt x="303" y="3350"/>
                  </a:cubicBezTo>
                  <a:cubicBezTo>
                    <a:pt x="287" y="3281"/>
                    <a:pt x="287" y="3232"/>
                    <a:pt x="287" y="3164"/>
                  </a:cubicBezTo>
                  <a:cubicBezTo>
                    <a:pt x="287" y="3131"/>
                    <a:pt x="271" y="3079"/>
                    <a:pt x="271" y="3030"/>
                  </a:cubicBezTo>
                  <a:cubicBezTo>
                    <a:pt x="255" y="2913"/>
                    <a:pt x="255" y="2776"/>
                    <a:pt x="235" y="2643"/>
                  </a:cubicBezTo>
                  <a:lnTo>
                    <a:pt x="235" y="2574"/>
                  </a:lnTo>
                  <a:cubicBezTo>
                    <a:pt x="235" y="2542"/>
                    <a:pt x="235" y="2509"/>
                    <a:pt x="219" y="2473"/>
                  </a:cubicBezTo>
                  <a:close/>
                  <a:moveTo>
                    <a:pt x="356" y="4105"/>
                  </a:moveTo>
                  <a:cubicBezTo>
                    <a:pt x="356" y="4174"/>
                    <a:pt x="356" y="4242"/>
                    <a:pt x="372" y="4307"/>
                  </a:cubicBezTo>
                  <a:cubicBezTo>
                    <a:pt x="372" y="4242"/>
                    <a:pt x="372" y="4174"/>
                    <a:pt x="356" y="4105"/>
                  </a:cubicBezTo>
                  <a:close/>
                  <a:moveTo>
                    <a:pt x="372" y="4307"/>
                  </a:moveTo>
                  <a:lnTo>
                    <a:pt x="372" y="4360"/>
                  </a:lnTo>
                  <a:lnTo>
                    <a:pt x="372" y="4428"/>
                  </a:lnTo>
                  <a:cubicBezTo>
                    <a:pt x="388" y="4477"/>
                    <a:pt x="388" y="4545"/>
                    <a:pt x="388" y="4594"/>
                  </a:cubicBezTo>
                  <a:lnTo>
                    <a:pt x="388" y="4630"/>
                  </a:lnTo>
                  <a:lnTo>
                    <a:pt x="388" y="4646"/>
                  </a:lnTo>
                  <a:lnTo>
                    <a:pt x="404" y="4630"/>
                  </a:lnTo>
                  <a:lnTo>
                    <a:pt x="404" y="4594"/>
                  </a:lnTo>
                  <a:cubicBezTo>
                    <a:pt x="404" y="4529"/>
                    <a:pt x="388" y="4477"/>
                    <a:pt x="388" y="4428"/>
                  </a:cubicBezTo>
                  <a:lnTo>
                    <a:pt x="388" y="4360"/>
                  </a:lnTo>
                  <a:lnTo>
                    <a:pt x="372" y="430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2464778" y="511123"/>
              <a:ext cx="5264" cy="1788"/>
            </a:xfrm>
            <a:custGeom>
              <a:rect b="b" l="l" r="r" t="t"/>
              <a:pathLst>
                <a:path extrusionOk="0" h="18" w="53">
                  <a:moveTo>
                    <a:pt x="0" y="1"/>
                  </a:moveTo>
                  <a:lnTo>
                    <a:pt x="17" y="17"/>
                  </a:lnTo>
                  <a:lnTo>
                    <a:pt x="33" y="17"/>
                  </a:lnTo>
                  <a:lnTo>
                    <a:pt x="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1807942" y="877532"/>
              <a:ext cx="3278" cy="110449"/>
            </a:xfrm>
            <a:custGeom>
              <a:rect b="b" l="l" r="r" t="t"/>
              <a:pathLst>
                <a:path extrusionOk="0" h="1112" w="33">
                  <a:moveTo>
                    <a:pt x="17" y="0"/>
                  </a:moveTo>
                  <a:lnTo>
                    <a:pt x="17" y="16"/>
                  </a:lnTo>
                  <a:lnTo>
                    <a:pt x="17" y="49"/>
                  </a:lnTo>
                  <a:lnTo>
                    <a:pt x="17" y="150"/>
                  </a:lnTo>
                  <a:lnTo>
                    <a:pt x="17" y="218"/>
                  </a:lnTo>
                  <a:lnTo>
                    <a:pt x="17" y="303"/>
                  </a:lnTo>
                  <a:cubicBezTo>
                    <a:pt x="17" y="267"/>
                    <a:pt x="33" y="234"/>
                    <a:pt x="33" y="218"/>
                  </a:cubicBezTo>
                  <a:lnTo>
                    <a:pt x="33" y="150"/>
                  </a:lnTo>
                  <a:cubicBezTo>
                    <a:pt x="33" y="117"/>
                    <a:pt x="17" y="81"/>
                    <a:pt x="33" y="49"/>
                  </a:cubicBezTo>
                  <a:cubicBezTo>
                    <a:pt x="33" y="32"/>
                    <a:pt x="33" y="16"/>
                    <a:pt x="17" y="0"/>
                  </a:cubicBezTo>
                  <a:close/>
                  <a:moveTo>
                    <a:pt x="17" y="303"/>
                  </a:moveTo>
                  <a:cubicBezTo>
                    <a:pt x="17" y="335"/>
                    <a:pt x="0" y="368"/>
                    <a:pt x="0" y="420"/>
                  </a:cubicBezTo>
                  <a:lnTo>
                    <a:pt x="0" y="505"/>
                  </a:lnTo>
                  <a:lnTo>
                    <a:pt x="0" y="586"/>
                  </a:lnTo>
                  <a:lnTo>
                    <a:pt x="0" y="638"/>
                  </a:lnTo>
                  <a:lnTo>
                    <a:pt x="0" y="707"/>
                  </a:lnTo>
                  <a:lnTo>
                    <a:pt x="0" y="772"/>
                  </a:lnTo>
                  <a:lnTo>
                    <a:pt x="0" y="873"/>
                  </a:lnTo>
                  <a:lnTo>
                    <a:pt x="0" y="1010"/>
                  </a:lnTo>
                  <a:lnTo>
                    <a:pt x="0" y="1042"/>
                  </a:lnTo>
                  <a:lnTo>
                    <a:pt x="0" y="1059"/>
                  </a:lnTo>
                  <a:lnTo>
                    <a:pt x="0" y="1111"/>
                  </a:lnTo>
                  <a:cubicBezTo>
                    <a:pt x="17" y="1091"/>
                    <a:pt x="17" y="1075"/>
                    <a:pt x="17" y="1059"/>
                  </a:cubicBezTo>
                  <a:lnTo>
                    <a:pt x="17" y="1042"/>
                  </a:lnTo>
                  <a:lnTo>
                    <a:pt x="17" y="1010"/>
                  </a:lnTo>
                  <a:lnTo>
                    <a:pt x="17" y="873"/>
                  </a:lnTo>
                  <a:lnTo>
                    <a:pt x="17" y="772"/>
                  </a:lnTo>
                  <a:lnTo>
                    <a:pt x="17" y="707"/>
                  </a:lnTo>
                  <a:lnTo>
                    <a:pt x="17" y="638"/>
                  </a:lnTo>
                  <a:lnTo>
                    <a:pt x="17" y="586"/>
                  </a:lnTo>
                  <a:lnTo>
                    <a:pt x="17" y="505"/>
                  </a:lnTo>
                  <a:lnTo>
                    <a:pt x="17" y="420"/>
                  </a:lnTo>
                  <a:lnTo>
                    <a:pt x="17" y="30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1675542" y="544496"/>
              <a:ext cx="62277" cy="45392"/>
            </a:xfrm>
            <a:custGeom>
              <a:rect b="b" l="l" r="r" t="t"/>
              <a:pathLst>
                <a:path extrusionOk="0" h="457" w="627">
                  <a:moveTo>
                    <a:pt x="626" y="0"/>
                  </a:moveTo>
                  <a:cubicBezTo>
                    <a:pt x="590" y="0"/>
                    <a:pt x="574" y="20"/>
                    <a:pt x="558" y="37"/>
                  </a:cubicBezTo>
                  <a:cubicBezTo>
                    <a:pt x="372" y="170"/>
                    <a:pt x="170" y="323"/>
                    <a:pt x="0" y="441"/>
                  </a:cubicBezTo>
                  <a:lnTo>
                    <a:pt x="0" y="457"/>
                  </a:lnTo>
                  <a:cubicBezTo>
                    <a:pt x="186" y="323"/>
                    <a:pt x="372" y="186"/>
                    <a:pt x="558" y="53"/>
                  </a:cubicBezTo>
                  <a:lnTo>
                    <a:pt x="574" y="37"/>
                  </a:lnTo>
                  <a:cubicBezTo>
                    <a:pt x="590" y="20"/>
                    <a:pt x="606" y="20"/>
                    <a:pt x="626" y="20"/>
                  </a:cubicBezTo>
                  <a:lnTo>
                    <a:pt x="6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2359593" y="444177"/>
              <a:ext cx="3377" cy="2086"/>
            </a:xfrm>
            <a:custGeom>
              <a:rect b="b" l="l" r="r" t="t"/>
              <a:pathLst>
                <a:path extrusionOk="0" h="21" w="34">
                  <a:moveTo>
                    <a:pt x="1" y="0"/>
                  </a:moveTo>
                  <a:lnTo>
                    <a:pt x="1" y="21"/>
                  </a:lnTo>
                  <a:lnTo>
                    <a:pt x="33" y="21"/>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2374492" y="629915"/>
              <a:ext cx="3278" cy="1689"/>
            </a:xfrm>
            <a:custGeom>
              <a:rect b="b" l="l" r="r" t="t"/>
              <a:pathLst>
                <a:path extrusionOk="0" h="17" w="33">
                  <a:moveTo>
                    <a:pt x="0" y="1"/>
                  </a:moveTo>
                  <a:lnTo>
                    <a:pt x="0" y="17"/>
                  </a:lnTo>
                  <a:lnTo>
                    <a:pt x="33"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1690738" y="740265"/>
              <a:ext cx="10131" cy="6953"/>
            </a:xfrm>
            <a:custGeom>
              <a:rect b="b" l="l" r="r" t="t"/>
              <a:pathLst>
                <a:path extrusionOk="0" h="70" w="102">
                  <a:moveTo>
                    <a:pt x="86" y="1"/>
                  </a:moveTo>
                  <a:lnTo>
                    <a:pt x="1" y="49"/>
                  </a:lnTo>
                  <a:lnTo>
                    <a:pt x="1" y="69"/>
                  </a:lnTo>
                  <a:lnTo>
                    <a:pt x="17" y="69"/>
                  </a:lnTo>
                  <a:lnTo>
                    <a:pt x="102"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2364460" y="507944"/>
              <a:ext cx="1689" cy="1689"/>
            </a:xfrm>
            <a:custGeom>
              <a:rect b="b" l="l" r="r" t="t"/>
              <a:pathLst>
                <a:path extrusionOk="0" h="17" w="17">
                  <a:moveTo>
                    <a:pt x="0" y="1"/>
                  </a:moveTo>
                  <a:lnTo>
                    <a:pt x="0"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2382934" y="737087"/>
              <a:ext cx="3278" cy="99"/>
            </a:xfrm>
            <a:custGeom>
              <a:rect b="b" l="l" r="r" t="t"/>
              <a:pathLst>
                <a:path extrusionOk="0" h="1" w="33">
                  <a:moveTo>
                    <a:pt x="33" y="0"/>
                  </a:moveTo>
                  <a:lnTo>
                    <a:pt x="33" y="0"/>
                  </a:lnTo>
                  <a:lnTo>
                    <a:pt x="16" y="0"/>
                  </a:lnTo>
                  <a:lnTo>
                    <a:pt x="0" y="0"/>
                  </a:lnTo>
                  <a:lnTo>
                    <a:pt x="16" y="0"/>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2526558" y="559692"/>
              <a:ext cx="10131" cy="3377"/>
            </a:xfrm>
            <a:custGeom>
              <a:rect b="b" l="l" r="r" t="t"/>
              <a:pathLst>
                <a:path extrusionOk="0" h="34" w="102">
                  <a:moveTo>
                    <a:pt x="0" y="1"/>
                  </a:moveTo>
                  <a:lnTo>
                    <a:pt x="0" y="17"/>
                  </a:lnTo>
                  <a:lnTo>
                    <a:pt x="85" y="33"/>
                  </a:lnTo>
                  <a:lnTo>
                    <a:pt x="101" y="33"/>
                  </a:lnTo>
                  <a:lnTo>
                    <a:pt x="101"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2705542" y="593066"/>
              <a:ext cx="33373" cy="13707"/>
            </a:xfrm>
            <a:custGeom>
              <a:rect b="b" l="l" r="r" t="t"/>
              <a:pathLst>
                <a:path extrusionOk="0" h="138" w="336">
                  <a:moveTo>
                    <a:pt x="0" y="0"/>
                  </a:moveTo>
                  <a:lnTo>
                    <a:pt x="0" y="16"/>
                  </a:lnTo>
                  <a:cubicBezTo>
                    <a:pt x="16" y="36"/>
                    <a:pt x="53" y="36"/>
                    <a:pt x="85" y="53"/>
                  </a:cubicBezTo>
                  <a:cubicBezTo>
                    <a:pt x="101" y="53"/>
                    <a:pt x="117" y="69"/>
                    <a:pt x="133" y="69"/>
                  </a:cubicBezTo>
                  <a:cubicBezTo>
                    <a:pt x="154" y="85"/>
                    <a:pt x="186" y="85"/>
                    <a:pt x="218" y="101"/>
                  </a:cubicBezTo>
                  <a:cubicBezTo>
                    <a:pt x="234" y="101"/>
                    <a:pt x="271" y="117"/>
                    <a:pt x="303" y="137"/>
                  </a:cubicBezTo>
                  <a:lnTo>
                    <a:pt x="335" y="137"/>
                  </a:lnTo>
                  <a:cubicBezTo>
                    <a:pt x="335" y="117"/>
                    <a:pt x="319" y="117"/>
                    <a:pt x="319" y="117"/>
                  </a:cubicBezTo>
                  <a:lnTo>
                    <a:pt x="303" y="117"/>
                  </a:lnTo>
                  <a:cubicBezTo>
                    <a:pt x="271" y="101"/>
                    <a:pt x="255" y="101"/>
                    <a:pt x="218" y="85"/>
                  </a:cubicBezTo>
                  <a:cubicBezTo>
                    <a:pt x="186" y="69"/>
                    <a:pt x="170" y="69"/>
                    <a:pt x="133" y="53"/>
                  </a:cubicBezTo>
                  <a:cubicBezTo>
                    <a:pt x="117" y="53"/>
                    <a:pt x="101" y="36"/>
                    <a:pt x="85" y="36"/>
                  </a:cubicBezTo>
                  <a:cubicBezTo>
                    <a:pt x="53" y="36"/>
                    <a:pt x="32" y="1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2633730" y="623161"/>
              <a:ext cx="58602" cy="20064"/>
            </a:xfrm>
            <a:custGeom>
              <a:rect b="b" l="l" r="r" t="t"/>
              <a:pathLst>
                <a:path extrusionOk="0" h="202" w="590">
                  <a:moveTo>
                    <a:pt x="0" y="0"/>
                  </a:moveTo>
                  <a:lnTo>
                    <a:pt x="0" y="16"/>
                  </a:lnTo>
                  <a:cubicBezTo>
                    <a:pt x="32" y="16"/>
                    <a:pt x="69" y="16"/>
                    <a:pt x="101" y="36"/>
                  </a:cubicBezTo>
                  <a:cubicBezTo>
                    <a:pt x="117" y="36"/>
                    <a:pt x="117" y="53"/>
                    <a:pt x="133" y="53"/>
                  </a:cubicBezTo>
                  <a:cubicBezTo>
                    <a:pt x="271" y="101"/>
                    <a:pt x="388" y="137"/>
                    <a:pt x="489" y="170"/>
                  </a:cubicBezTo>
                  <a:cubicBezTo>
                    <a:pt x="388" y="117"/>
                    <a:pt x="271" y="85"/>
                    <a:pt x="133" y="36"/>
                  </a:cubicBezTo>
                  <a:cubicBezTo>
                    <a:pt x="133" y="36"/>
                    <a:pt x="117" y="36"/>
                    <a:pt x="101" y="16"/>
                  </a:cubicBezTo>
                  <a:cubicBezTo>
                    <a:pt x="69" y="16"/>
                    <a:pt x="49" y="0"/>
                    <a:pt x="0" y="0"/>
                  </a:cubicBezTo>
                  <a:close/>
                  <a:moveTo>
                    <a:pt x="489" y="170"/>
                  </a:moveTo>
                  <a:lnTo>
                    <a:pt x="505" y="186"/>
                  </a:lnTo>
                  <a:cubicBezTo>
                    <a:pt x="521" y="186"/>
                    <a:pt x="537" y="202"/>
                    <a:pt x="553" y="202"/>
                  </a:cubicBezTo>
                  <a:lnTo>
                    <a:pt x="574" y="202"/>
                  </a:lnTo>
                  <a:lnTo>
                    <a:pt x="590" y="186"/>
                  </a:lnTo>
                  <a:lnTo>
                    <a:pt x="574" y="186"/>
                  </a:lnTo>
                  <a:cubicBezTo>
                    <a:pt x="553" y="186"/>
                    <a:pt x="521" y="186"/>
                    <a:pt x="505" y="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2457925" y="452620"/>
              <a:ext cx="18574" cy="168952"/>
            </a:xfrm>
            <a:custGeom>
              <a:rect b="b" l="l" r="r" t="t"/>
              <a:pathLst>
                <a:path extrusionOk="0" h="1701" w="187">
                  <a:moveTo>
                    <a:pt x="21" y="0"/>
                  </a:moveTo>
                  <a:cubicBezTo>
                    <a:pt x="1" y="0"/>
                    <a:pt x="1" y="16"/>
                    <a:pt x="21" y="37"/>
                  </a:cubicBezTo>
                  <a:cubicBezTo>
                    <a:pt x="21" y="16"/>
                    <a:pt x="21" y="16"/>
                    <a:pt x="37" y="16"/>
                  </a:cubicBezTo>
                  <a:lnTo>
                    <a:pt x="37" y="0"/>
                  </a:lnTo>
                  <a:close/>
                  <a:moveTo>
                    <a:pt x="21" y="53"/>
                  </a:moveTo>
                  <a:lnTo>
                    <a:pt x="21" y="170"/>
                  </a:lnTo>
                  <a:cubicBezTo>
                    <a:pt x="37" y="218"/>
                    <a:pt x="37" y="271"/>
                    <a:pt x="37" y="303"/>
                  </a:cubicBezTo>
                  <a:lnTo>
                    <a:pt x="37" y="319"/>
                  </a:lnTo>
                  <a:cubicBezTo>
                    <a:pt x="37" y="339"/>
                    <a:pt x="53" y="356"/>
                    <a:pt x="53" y="372"/>
                  </a:cubicBezTo>
                  <a:lnTo>
                    <a:pt x="53" y="440"/>
                  </a:lnTo>
                  <a:lnTo>
                    <a:pt x="53" y="541"/>
                  </a:lnTo>
                  <a:cubicBezTo>
                    <a:pt x="69" y="558"/>
                    <a:pt x="69" y="558"/>
                    <a:pt x="69" y="574"/>
                  </a:cubicBezTo>
                  <a:lnTo>
                    <a:pt x="69" y="541"/>
                  </a:lnTo>
                  <a:lnTo>
                    <a:pt x="69" y="440"/>
                  </a:lnTo>
                  <a:cubicBezTo>
                    <a:pt x="69" y="404"/>
                    <a:pt x="69" y="388"/>
                    <a:pt x="53" y="356"/>
                  </a:cubicBezTo>
                  <a:lnTo>
                    <a:pt x="53" y="319"/>
                  </a:lnTo>
                  <a:lnTo>
                    <a:pt x="53" y="303"/>
                  </a:lnTo>
                  <a:cubicBezTo>
                    <a:pt x="53" y="255"/>
                    <a:pt x="53" y="218"/>
                    <a:pt x="37" y="170"/>
                  </a:cubicBezTo>
                  <a:cubicBezTo>
                    <a:pt x="37" y="138"/>
                    <a:pt x="37" y="85"/>
                    <a:pt x="21" y="53"/>
                  </a:cubicBezTo>
                  <a:close/>
                  <a:moveTo>
                    <a:pt x="69" y="574"/>
                  </a:moveTo>
                  <a:lnTo>
                    <a:pt x="69" y="691"/>
                  </a:lnTo>
                  <a:cubicBezTo>
                    <a:pt x="69" y="707"/>
                    <a:pt x="69" y="723"/>
                    <a:pt x="86" y="743"/>
                  </a:cubicBezTo>
                  <a:lnTo>
                    <a:pt x="86" y="691"/>
                  </a:lnTo>
                  <a:cubicBezTo>
                    <a:pt x="86" y="659"/>
                    <a:pt x="86" y="606"/>
                    <a:pt x="69" y="574"/>
                  </a:cubicBezTo>
                  <a:close/>
                  <a:moveTo>
                    <a:pt x="86" y="743"/>
                  </a:moveTo>
                  <a:lnTo>
                    <a:pt x="86" y="776"/>
                  </a:lnTo>
                  <a:cubicBezTo>
                    <a:pt x="86" y="824"/>
                    <a:pt x="86" y="877"/>
                    <a:pt x="102" y="909"/>
                  </a:cubicBezTo>
                  <a:lnTo>
                    <a:pt x="102" y="776"/>
                  </a:lnTo>
                  <a:cubicBezTo>
                    <a:pt x="102" y="760"/>
                    <a:pt x="86" y="743"/>
                    <a:pt x="86" y="743"/>
                  </a:cubicBezTo>
                  <a:close/>
                  <a:moveTo>
                    <a:pt x="102" y="909"/>
                  </a:moveTo>
                  <a:lnTo>
                    <a:pt x="102" y="978"/>
                  </a:lnTo>
                  <a:lnTo>
                    <a:pt x="102" y="1046"/>
                  </a:lnTo>
                  <a:cubicBezTo>
                    <a:pt x="102" y="1095"/>
                    <a:pt x="122" y="1147"/>
                    <a:pt x="122" y="1180"/>
                  </a:cubicBezTo>
                  <a:cubicBezTo>
                    <a:pt x="138" y="1212"/>
                    <a:pt x="138" y="1228"/>
                    <a:pt x="138" y="1265"/>
                  </a:cubicBezTo>
                  <a:lnTo>
                    <a:pt x="138" y="1180"/>
                  </a:lnTo>
                  <a:cubicBezTo>
                    <a:pt x="122" y="1127"/>
                    <a:pt x="122" y="1095"/>
                    <a:pt x="122" y="1046"/>
                  </a:cubicBezTo>
                  <a:lnTo>
                    <a:pt x="122" y="978"/>
                  </a:lnTo>
                  <a:cubicBezTo>
                    <a:pt x="122" y="962"/>
                    <a:pt x="122" y="925"/>
                    <a:pt x="102" y="909"/>
                  </a:cubicBezTo>
                  <a:close/>
                  <a:moveTo>
                    <a:pt x="138" y="1265"/>
                  </a:moveTo>
                  <a:lnTo>
                    <a:pt x="138" y="1349"/>
                  </a:lnTo>
                  <a:cubicBezTo>
                    <a:pt x="154" y="1366"/>
                    <a:pt x="154" y="1398"/>
                    <a:pt x="154" y="1414"/>
                  </a:cubicBezTo>
                  <a:cubicBezTo>
                    <a:pt x="138" y="1430"/>
                    <a:pt x="138" y="1430"/>
                    <a:pt x="138" y="1450"/>
                  </a:cubicBezTo>
                  <a:cubicBezTo>
                    <a:pt x="154" y="1499"/>
                    <a:pt x="154" y="1551"/>
                    <a:pt x="170" y="1616"/>
                  </a:cubicBezTo>
                  <a:cubicBezTo>
                    <a:pt x="170" y="1551"/>
                    <a:pt x="170" y="1499"/>
                    <a:pt x="154" y="1450"/>
                  </a:cubicBezTo>
                  <a:lnTo>
                    <a:pt x="154" y="1430"/>
                  </a:lnTo>
                  <a:cubicBezTo>
                    <a:pt x="170" y="1398"/>
                    <a:pt x="154" y="1366"/>
                    <a:pt x="154" y="1349"/>
                  </a:cubicBezTo>
                  <a:cubicBezTo>
                    <a:pt x="154" y="1313"/>
                    <a:pt x="138" y="1281"/>
                    <a:pt x="138" y="1265"/>
                  </a:cubicBezTo>
                  <a:close/>
                  <a:moveTo>
                    <a:pt x="170" y="1616"/>
                  </a:moveTo>
                  <a:lnTo>
                    <a:pt x="170" y="1652"/>
                  </a:lnTo>
                  <a:cubicBezTo>
                    <a:pt x="170" y="1669"/>
                    <a:pt x="170" y="1685"/>
                    <a:pt x="186" y="1701"/>
                  </a:cubicBezTo>
                  <a:lnTo>
                    <a:pt x="186" y="1685"/>
                  </a:lnTo>
                  <a:lnTo>
                    <a:pt x="186" y="1652"/>
                  </a:lnTo>
                  <a:cubicBezTo>
                    <a:pt x="186" y="1632"/>
                    <a:pt x="170" y="1632"/>
                    <a:pt x="170" y="16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2287384" y="454209"/>
              <a:ext cx="8542" cy="5264"/>
            </a:xfrm>
            <a:custGeom>
              <a:rect b="b" l="l" r="r" t="t"/>
              <a:pathLst>
                <a:path extrusionOk="0" h="53" w="86">
                  <a:moveTo>
                    <a:pt x="1" y="0"/>
                  </a:moveTo>
                  <a:lnTo>
                    <a:pt x="1" y="21"/>
                  </a:lnTo>
                  <a:cubicBezTo>
                    <a:pt x="21" y="21"/>
                    <a:pt x="37" y="21"/>
                    <a:pt x="53" y="37"/>
                  </a:cubicBezTo>
                  <a:cubicBezTo>
                    <a:pt x="53" y="37"/>
                    <a:pt x="69" y="37"/>
                    <a:pt x="86" y="53"/>
                  </a:cubicBezTo>
                  <a:lnTo>
                    <a:pt x="86" y="37"/>
                  </a:lnTo>
                  <a:cubicBezTo>
                    <a:pt x="69" y="37"/>
                    <a:pt x="69" y="21"/>
                    <a:pt x="53" y="21"/>
                  </a:cubicBezTo>
                  <a:cubicBezTo>
                    <a:pt x="37" y="21"/>
                    <a:pt x="2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2456335" y="419247"/>
              <a:ext cx="135678" cy="473184"/>
            </a:xfrm>
            <a:custGeom>
              <a:rect b="b" l="l" r="r" t="t"/>
              <a:pathLst>
                <a:path extrusionOk="0" h="4764" w="1366">
                  <a:moveTo>
                    <a:pt x="1" y="1"/>
                  </a:moveTo>
                  <a:lnTo>
                    <a:pt x="1" y="17"/>
                  </a:lnTo>
                  <a:lnTo>
                    <a:pt x="53" y="17"/>
                  </a:lnTo>
                  <a:cubicBezTo>
                    <a:pt x="186" y="86"/>
                    <a:pt x="340" y="134"/>
                    <a:pt x="473" y="187"/>
                  </a:cubicBezTo>
                  <a:lnTo>
                    <a:pt x="861" y="336"/>
                  </a:lnTo>
                  <a:lnTo>
                    <a:pt x="489" y="187"/>
                  </a:lnTo>
                  <a:cubicBezTo>
                    <a:pt x="340" y="118"/>
                    <a:pt x="202" y="70"/>
                    <a:pt x="53" y="1"/>
                  </a:cubicBezTo>
                  <a:close/>
                  <a:moveTo>
                    <a:pt x="861" y="336"/>
                  </a:moveTo>
                  <a:cubicBezTo>
                    <a:pt x="893" y="352"/>
                    <a:pt x="909" y="373"/>
                    <a:pt x="893" y="405"/>
                  </a:cubicBezTo>
                  <a:cubicBezTo>
                    <a:pt x="893" y="421"/>
                    <a:pt x="893" y="437"/>
                    <a:pt x="909" y="474"/>
                  </a:cubicBezTo>
                  <a:lnTo>
                    <a:pt x="909" y="405"/>
                  </a:lnTo>
                  <a:cubicBezTo>
                    <a:pt x="909" y="352"/>
                    <a:pt x="893" y="336"/>
                    <a:pt x="861" y="336"/>
                  </a:cubicBezTo>
                  <a:close/>
                  <a:moveTo>
                    <a:pt x="909" y="474"/>
                  </a:moveTo>
                  <a:lnTo>
                    <a:pt x="909" y="522"/>
                  </a:lnTo>
                  <a:cubicBezTo>
                    <a:pt x="909" y="538"/>
                    <a:pt x="909" y="574"/>
                    <a:pt x="926" y="607"/>
                  </a:cubicBezTo>
                  <a:lnTo>
                    <a:pt x="926" y="522"/>
                  </a:lnTo>
                  <a:cubicBezTo>
                    <a:pt x="926" y="506"/>
                    <a:pt x="926" y="490"/>
                    <a:pt x="909" y="474"/>
                  </a:cubicBezTo>
                  <a:close/>
                  <a:moveTo>
                    <a:pt x="926" y="607"/>
                  </a:moveTo>
                  <a:lnTo>
                    <a:pt x="926" y="675"/>
                  </a:lnTo>
                  <a:cubicBezTo>
                    <a:pt x="926" y="724"/>
                    <a:pt x="946" y="756"/>
                    <a:pt x="926" y="809"/>
                  </a:cubicBezTo>
                  <a:cubicBezTo>
                    <a:pt x="926" y="809"/>
                    <a:pt x="946" y="809"/>
                    <a:pt x="946" y="825"/>
                  </a:cubicBezTo>
                  <a:cubicBezTo>
                    <a:pt x="962" y="825"/>
                    <a:pt x="946" y="841"/>
                    <a:pt x="946" y="857"/>
                  </a:cubicBezTo>
                  <a:lnTo>
                    <a:pt x="946" y="926"/>
                  </a:lnTo>
                  <a:cubicBezTo>
                    <a:pt x="962" y="926"/>
                    <a:pt x="962" y="926"/>
                    <a:pt x="962" y="942"/>
                  </a:cubicBezTo>
                  <a:lnTo>
                    <a:pt x="962" y="910"/>
                  </a:lnTo>
                  <a:lnTo>
                    <a:pt x="962" y="857"/>
                  </a:lnTo>
                  <a:lnTo>
                    <a:pt x="962" y="809"/>
                  </a:lnTo>
                  <a:lnTo>
                    <a:pt x="946" y="809"/>
                  </a:lnTo>
                  <a:lnTo>
                    <a:pt x="946" y="675"/>
                  </a:lnTo>
                  <a:cubicBezTo>
                    <a:pt x="946" y="655"/>
                    <a:pt x="926" y="623"/>
                    <a:pt x="926" y="607"/>
                  </a:cubicBezTo>
                  <a:close/>
                  <a:moveTo>
                    <a:pt x="962" y="942"/>
                  </a:moveTo>
                  <a:lnTo>
                    <a:pt x="962" y="995"/>
                  </a:lnTo>
                  <a:lnTo>
                    <a:pt x="962" y="1027"/>
                  </a:lnTo>
                  <a:cubicBezTo>
                    <a:pt x="978" y="1059"/>
                    <a:pt x="978" y="1096"/>
                    <a:pt x="978" y="1128"/>
                  </a:cubicBezTo>
                  <a:lnTo>
                    <a:pt x="978" y="1213"/>
                  </a:lnTo>
                  <a:lnTo>
                    <a:pt x="978" y="1229"/>
                  </a:lnTo>
                  <a:cubicBezTo>
                    <a:pt x="994" y="1261"/>
                    <a:pt x="994" y="1281"/>
                    <a:pt x="994" y="1298"/>
                  </a:cubicBezTo>
                  <a:lnTo>
                    <a:pt x="994" y="1382"/>
                  </a:lnTo>
                  <a:cubicBezTo>
                    <a:pt x="1010" y="1415"/>
                    <a:pt x="1010" y="1447"/>
                    <a:pt x="1010" y="1463"/>
                  </a:cubicBezTo>
                  <a:lnTo>
                    <a:pt x="1010" y="1548"/>
                  </a:lnTo>
                  <a:cubicBezTo>
                    <a:pt x="1027" y="1564"/>
                    <a:pt x="1027" y="1584"/>
                    <a:pt x="1027" y="1601"/>
                  </a:cubicBezTo>
                  <a:lnTo>
                    <a:pt x="1027" y="1548"/>
                  </a:lnTo>
                  <a:lnTo>
                    <a:pt x="1027" y="1463"/>
                  </a:lnTo>
                  <a:cubicBezTo>
                    <a:pt x="1027" y="1447"/>
                    <a:pt x="1010" y="1415"/>
                    <a:pt x="1010" y="1382"/>
                  </a:cubicBezTo>
                  <a:lnTo>
                    <a:pt x="1010" y="1298"/>
                  </a:lnTo>
                  <a:cubicBezTo>
                    <a:pt x="1010" y="1281"/>
                    <a:pt x="994" y="1261"/>
                    <a:pt x="994" y="1229"/>
                  </a:cubicBezTo>
                  <a:lnTo>
                    <a:pt x="994" y="1213"/>
                  </a:lnTo>
                  <a:lnTo>
                    <a:pt x="994" y="1128"/>
                  </a:lnTo>
                  <a:cubicBezTo>
                    <a:pt x="978" y="1096"/>
                    <a:pt x="978" y="1059"/>
                    <a:pt x="978" y="1027"/>
                  </a:cubicBezTo>
                  <a:lnTo>
                    <a:pt x="978" y="995"/>
                  </a:lnTo>
                  <a:cubicBezTo>
                    <a:pt x="978" y="978"/>
                    <a:pt x="978" y="958"/>
                    <a:pt x="962" y="942"/>
                  </a:cubicBezTo>
                  <a:close/>
                  <a:moveTo>
                    <a:pt x="1027" y="1601"/>
                  </a:moveTo>
                  <a:lnTo>
                    <a:pt x="1027" y="1649"/>
                  </a:lnTo>
                  <a:cubicBezTo>
                    <a:pt x="1027" y="1665"/>
                    <a:pt x="1027" y="1685"/>
                    <a:pt x="1047" y="1718"/>
                  </a:cubicBezTo>
                  <a:lnTo>
                    <a:pt x="1047" y="1649"/>
                  </a:lnTo>
                  <a:cubicBezTo>
                    <a:pt x="1047" y="1633"/>
                    <a:pt x="1027" y="1617"/>
                    <a:pt x="1027" y="1601"/>
                  </a:cubicBezTo>
                  <a:close/>
                  <a:moveTo>
                    <a:pt x="1047" y="1718"/>
                  </a:moveTo>
                  <a:lnTo>
                    <a:pt x="1047" y="1750"/>
                  </a:lnTo>
                  <a:lnTo>
                    <a:pt x="1047" y="1835"/>
                  </a:lnTo>
                  <a:lnTo>
                    <a:pt x="1047" y="1867"/>
                  </a:lnTo>
                  <a:cubicBezTo>
                    <a:pt x="1063" y="1887"/>
                    <a:pt x="1063" y="1887"/>
                    <a:pt x="1063" y="1904"/>
                  </a:cubicBezTo>
                  <a:lnTo>
                    <a:pt x="1063" y="1968"/>
                  </a:lnTo>
                  <a:lnTo>
                    <a:pt x="1063" y="2037"/>
                  </a:lnTo>
                  <a:cubicBezTo>
                    <a:pt x="1079" y="2037"/>
                    <a:pt x="1079" y="2053"/>
                    <a:pt x="1079" y="2053"/>
                  </a:cubicBezTo>
                  <a:lnTo>
                    <a:pt x="1079" y="2037"/>
                  </a:lnTo>
                  <a:lnTo>
                    <a:pt x="1079" y="1968"/>
                  </a:lnTo>
                  <a:lnTo>
                    <a:pt x="1079" y="1904"/>
                  </a:lnTo>
                  <a:cubicBezTo>
                    <a:pt x="1063" y="1887"/>
                    <a:pt x="1063" y="1867"/>
                    <a:pt x="1063" y="1867"/>
                  </a:cubicBezTo>
                  <a:lnTo>
                    <a:pt x="1063" y="1835"/>
                  </a:lnTo>
                  <a:lnTo>
                    <a:pt x="1063" y="1750"/>
                  </a:lnTo>
                  <a:cubicBezTo>
                    <a:pt x="1047" y="1734"/>
                    <a:pt x="1047" y="1718"/>
                    <a:pt x="1047" y="1718"/>
                  </a:cubicBezTo>
                  <a:close/>
                  <a:moveTo>
                    <a:pt x="219" y="2021"/>
                  </a:moveTo>
                  <a:cubicBezTo>
                    <a:pt x="202" y="2021"/>
                    <a:pt x="202" y="2021"/>
                    <a:pt x="186" y="2037"/>
                  </a:cubicBezTo>
                  <a:lnTo>
                    <a:pt x="186" y="2053"/>
                  </a:lnTo>
                  <a:lnTo>
                    <a:pt x="186" y="2069"/>
                  </a:lnTo>
                  <a:cubicBezTo>
                    <a:pt x="186" y="2089"/>
                    <a:pt x="186" y="2089"/>
                    <a:pt x="202" y="2106"/>
                  </a:cubicBezTo>
                  <a:lnTo>
                    <a:pt x="202" y="2069"/>
                  </a:lnTo>
                  <a:lnTo>
                    <a:pt x="202" y="2053"/>
                  </a:lnTo>
                  <a:lnTo>
                    <a:pt x="202" y="2037"/>
                  </a:lnTo>
                  <a:lnTo>
                    <a:pt x="219" y="2037"/>
                  </a:lnTo>
                  <a:lnTo>
                    <a:pt x="219" y="2021"/>
                  </a:lnTo>
                  <a:close/>
                  <a:moveTo>
                    <a:pt x="1079" y="2053"/>
                  </a:moveTo>
                  <a:lnTo>
                    <a:pt x="1079" y="2089"/>
                  </a:lnTo>
                  <a:lnTo>
                    <a:pt x="1079" y="2154"/>
                  </a:lnTo>
                  <a:cubicBezTo>
                    <a:pt x="1079" y="2170"/>
                    <a:pt x="1079" y="2190"/>
                    <a:pt x="1095" y="2207"/>
                  </a:cubicBezTo>
                  <a:lnTo>
                    <a:pt x="1095" y="2138"/>
                  </a:lnTo>
                  <a:lnTo>
                    <a:pt x="1095" y="2089"/>
                  </a:lnTo>
                  <a:cubicBezTo>
                    <a:pt x="1095" y="2089"/>
                    <a:pt x="1095" y="2069"/>
                    <a:pt x="1079" y="2053"/>
                  </a:cubicBezTo>
                  <a:close/>
                  <a:moveTo>
                    <a:pt x="202" y="2106"/>
                  </a:moveTo>
                  <a:lnTo>
                    <a:pt x="202" y="2154"/>
                  </a:lnTo>
                  <a:lnTo>
                    <a:pt x="202" y="2190"/>
                  </a:lnTo>
                  <a:lnTo>
                    <a:pt x="202" y="2255"/>
                  </a:lnTo>
                  <a:cubicBezTo>
                    <a:pt x="202" y="2271"/>
                    <a:pt x="219" y="2291"/>
                    <a:pt x="219" y="2291"/>
                  </a:cubicBezTo>
                  <a:lnTo>
                    <a:pt x="219" y="2255"/>
                  </a:lnTo>
                  <a:lnTo>
                    <a:pt x="219" y="2190"/>
                  </a:lnTo>
                  <a:lnTo>
                    <a:pt x="219" y="2154"/>
                  </a:lnTo>
                  <a:cubicBezTo>
                    <a:pt x="219" y="2138"/>
                    <a:pt x="219" y="2122"/>
                    <a:pt x="202" y="2106"/>
                  </a:cubicBezTo>
                  <a:close/>
                  <a:moveTo>
                    <a:pt x="1095" y="2207"/>
                  </a:moveTo>
                  <a:lnTo>
                    <a:pt x="1095" y="2255"/>
                  </a:lnTo>
                  <a:lnTo>
                    <a:pt x="1095" y="2340"/>
                  </a:lnTo>
                  <a:cubicBezTo>
                    <a:pt x="1095" y="2356"/>
                    <a:pt x="1095" y="2372"/>
                    <a:pt x="1111" y="2392"/>
                  </a:cubicBezTo>
                  <a:lnTo>
                    <a:pt x="1111" y="2340"/>
                  </a:lnTo>
                  <a:lnTo>
                    <a:pt x="1111" y="2255"/>
                  </a:lnTo>
                  <a:cubicBezTo>
                    <a:pt x="1111" y="2239"/>
                    <a:pt x="1095" y="2223"/>
                    <a:pt x="1095" y="2207"/>
                  </a:cubicBezTo>
                  <a:close/>
                  <a:moveTo>
                    <a:pt x="219" y="2291"/>
                  </a:moveTo>
                  <a:lnTo>
                    <a:pt x="219" y="2372"/>
                  </a:lnTo>
                  <a:cubicBezTo>
                    <a:pt x="219" y="2409"/>
                    <a:pt x="219" y="2441"/>
                    <a:pt x="239" y="2473"/>
                  </a:cubicBezTo>
                  <a:lnTo>
                    <a:pt x="239" y="2372"/>
                  </a:lnTo>
                  <a:cubicBezTo>
                    <a:pt x="239" y="2356"/>
                    <a:pt x="219" y="2324"/>
                    <a:pt x="219" y="2291"/>
                  </a:cubicBezTo>
                  <a:close/>
                  <a:moveTo>
                    <a:pt x="239" y="2473"/>
                  </a:moveTo>
                  <a:lnTo>
                    <a:pt x="239" y="2542"/>
                  </a:lnTo>
                  <a:lnTo>
                    <a:pt x="239" y="2558"/>
                  </a:lnTo>
                  <a:cubicBezTo>
                    <a:pt x="239" y="2594"/>
                    <a:pt x="255" y="2627"/>
                    <a:pt x="255" y="2643"/>
                  </a:cubicBezTo>
                  <a:lnTo>
                    <a:pt x="255" y="2558"/>
                  </a:lnTo>
                  <a:lnTo>
                    <a:pt x="255" y="2542"/>
                  </a:lnTo>
                  <a:cubicBezTo>
                    <a:pt x="255" y="2526"/>
                    <a:pt x="255" y="2493"/>
                    <a:pt x="239" y="2473"/>
                  </a:cubicBezTo>
                  <a:close/>
                  <a:moveTo>
                    <a:pt x="1111" y="2392"/>
                  </a:moveTo>
                  <a:lnTo>
                    <a:pt x="1111" y="2425"/>
                  </a:lnTo>
                  <a:lnTo>
                    <a:pt x="1111" y="2509"/>
                  </a:lnTo>
                  <a:lnTo>
                    <a:pt x="1111" y="2526"/>
                  </a:lnTo>
                  <a:cubicBezTo>
                    <a:pt x="1128" y="2558"/>
                    <a:pt x="1128" y="2574"/>
                    <a:pt x="1128" y="2610"/>
                  </a:cubicBezTo>
                  <a:lnTo>
                    <a:pt x="1128" y="2695"/>
                  </a:lnTo>
                  <a:cubicBezTo>
                    <a:pt x="1148" y="2711"/>
                    <a:pt x="1148" y="2728"/>
                    <a:pt x="1148" y="2744"/>
                  </a:cubicBezTo>
                  <a:lnTo>
                    <a:pt x="1148" y="2695"/>
                  </a:lnTo>
                  <a:lnTo>
                    <a:pt x="1148" y="2610"/>
                  </a:lnTo>
                  <a:cubicBezTo>
                    <a:pt x="1148" y="2574"/>
                    <a:pt x="1128" y="2558"/>
                    <a:pt x="1128" y="2526"/>
                  </a:cubicBezTo>
                  <a:lnTo>
                    <a:pt x="1128" y="2509"/>
                  </a:lnTo>
                  <a:lnTo>
                    <a:pt x="1128" y="2425"/>
                  </a:lnTo>
                  <a:cubicBezTo>
                    <a:pt x="1128" y="2409"/>
                    <a:pt x="1111" y="2392"/>
                    <a:pt x="1111" y="2392"/>
                  </a:cubicBezTo>
                  <a:close/>
                  <a:moveTo>
                    <a:pt x="255" y="2643"/>
                  </a:moveTo>
                  <a:lnTo>
                    <a:pt x="255" y="2695"/>
                  </a:lnTo>
                  <a:lnTo>
                    <a:pt x="255" y="2728"/>
                  </a:lnTo>
                  <a:cubicBezTo>
                    <a:pt x="255" y="2776"/>
                    <a:pt x="271" y="2829"/>
                    <a:pt x="271" y="2877"/>
                  </a:cubicBezTo>
                  <a:lnTo>
                    <a:pt x="271" y="2913"/>
                  </a:lnTo>
                  <a:cubicBezTo>
                    <a:pt x="271" y="2930"/>
                    <a:pt x="271" y="2946"/>
                    <a:pt x="287" y="2962"/>
                  </a:cubicBezTo>
                  <a:lnTo>
                    <a:pt x="287" y="2913"/>
                  </a:lnTo>
                  <a:lnTo>
                    <a:pt x="287" y="2877"/>
                  </a:lnTo>
                  <a:cubicBezTo>
                    <a:pt x="271" y="2829"/>
                    <a:pt x="271" y="2776"/>
                    <a:pt x="271" y="2728"/>
                  </a:cubicBezTo>
                  <a:lnTo>
                    <a:pt x="271" y="2695"/>
                  </a:lnTo>
                  <a:cubicBezTo>
                    <a:pt x="255" y="2675"/>
                    <a:pt x="255" y="2659"/>
                    <a:pt x="255" y="2643"/>
                  </a:cubicBezTo>
                  <a:close/>
                  <a:moveTo>
                    <a:pt x="287" y="2962"/>
                  </a:moveTo>
                  <a:lnTo>
                    <a:pt x="287" y="3079"/>
                  </a:lnTo>
                  <a:cubicBezTo>
                    <a:pt x="287" y="3115"/>
                    <a:pt x="287" y="3148"/>
                    <a:pt x="303" y="3180"/>
                  </a:cubicBezTo>
                  <a:lnTo>
                    <a:pt x="303" y="3079"/>
                  </a:lnTo>
                  <a:cubicBezTo>
                    <a:pt x="303" y="3047"/>
                    <a:pt x="303" y="2998"/>
                    <a:pt x="287" y="2962"/>
                  </a:cubicBezTo>
                  <a:close/>
                  <a:moveTo>
                    <a:pt x="1148" y="2744"/>
                  </a:moveTo>
                  <a:lnTo>
                    <a:pt x="1148" y="2776"/>
                  </a:lnTo>
                  <a:cubicBezTo>
                    <a:pt x="1148" y="2829"/>
                    <a:pt x="1164" y="2877"/>
                    <a:pt x="1164" y="2913"/>
                  </a:cubicBezTo>
                  <a:lnTo>
                    <a:pt x="1164" y="2998"/>
                  </a:lnTo>
                  <a:cubicBezTo>
                    <a:pt x="1180" y="3031"/>
                    <a:pt x="1180" y="3063"/>
                    <a:pt x="1180" y="3099"/>
                  </a:cubicBezTo>
                  <a:cubicBezTo>
                    <a:pt x="1180" y="3132"/>
                    <a:pt x="1180" y="3180"/>
                    <a:pt x="1196" y="3216"/>
                  </a:cubicBezTo>
                  <a:lnTo>
                    <a:pt x="1196" y="3099"/>
                  </a:lnTo>
                  <a:cubicBezTo>
                    <a:pt x="1196" y="3063"/>
                    <a:pt x="1180" y="3031"/>
                    <a:pt x="1180" y="2998"/>
                  </a:cubicBezTo>
                  <a:lnTo>
                    <a:pt x="1180" y="2913"/>
                  </a:lnTo>
                  <a:cubicBezTo>
                    <a:pt x="1164" y="2877"/>
                    <a:pt x="1164" y="2829"/>
                    <a:pt x="1164" y="2776"/>
                  </a:cubicBezTo>
                  <a:cubicBezTo>
                    <a:pt x="1164" y="2760"/>
                    <a:pt x="1164" y="2744"/>
                    <a:pt x="1148" y="2744"/>
                  </a:cubicBezTo>
                  <a:close/>
                  <a:moveTo>
                    <a:pt x="303" y="3180"/>
                  </a:moveTo>
                  <a:lnTo>
                    <a:pt x="303" y="3317"/>
                  </a:lnTo>
                  <a:cubicBezTo>
                    <a:pt x="303" y="3350"/>
                    <a:pt x="303" y="3366"/>
                    <a:pt x="320" y="3382"/>
                  </a:cubicBezTo>
                  <a:lnTo>
                    <a:pt x="320" y="3317"/>
                  </a:lnTo>
                  <a:cubicBezTo>
                    <a:pt x="320" y="3265"/>
                    <a:pt x="320" y="3233"/>
                    <a:pt x="303" y="3180"/>
                  </a:cubicBezTo>
                  <a:close/>
                  <a:moveTo>
                    <a:pt x="1196" y="3216"/>
                  </a:moveTo>
                  <a:lnTo>
                    <a:pt x="1196" y="3265"/>
                  </a:lnTo>
                  <a:lnTo>
                    <a:pt x="1196" y="3317"/>
                  </a:lnTo>
                  <a:cubicBezTo>
                    <a:pt x="1212" y="3334"/>
                    <a:pt x="1212" y="3366"/>
                    <a:pt x="1212" y="3382"/>
                  </a:cubicBezTo>
                  <a:cubicBezTo>
                    <a:pt x="1212" y="3435"/>
                    <a:pt x="1212" y="3467"/>
                    <a:pt x="1229" y="3503"/>
                  </a:cubicBezTo>
                  <a:lnTo>
                    <a:pt x="1229" y="3382"/>
                  </a:lnTo>
                  <a:cubicBezTo>
                    <a:pt x="1229" y="3350"/>
                    <a:pt x="1212" y="3334"/>
                    <a:pt x="1212" y="3317"/>
                  </a:cubicBezTo>
                  <a:lnTo>
                    <a:pt x="1212" y="3265"/>
                  </a:lnTo>
                  <a:cubicBezTo>
                    <a:pt x="1212" y="3249"/>
                    <a:pt x="1212" y="3233"/>
                    <a:pt x="1196" y="3216"/>
                  </a:cubicBezTo>
                  <a:close/>
                  <a:moveTo>
                    <a:pt x="1229" y="3503"/>
                  </a:moveTo>
                  <a:lnTo>
                    <a:pt x="1229" y="3536"/>
                  </a:lnTo>
                  <a:lnTo>
                    <a:pt x="1229" y="3584"/>
                  </a:lnTo>
                  <a:lnTo>
                    <a:pt x="1229" y="3669"/>
                  </a:lnTo>
                  <a:lnTo>
                    <a:pt x="1249" y="3669"/>
                  </a:lnTo>
                  <a:lnTo>
                    <a:pt x="1249" y="3653"/>
                  </a:lnTo>
                  <a:lnTo>
                    <a:pt x="1249" y="3584"/>
                  </a:lnTo>
                  <a:lnTo>
                    <a:pt x="1249" y="3536"/>
                  </a:lnTo>
                  <a:cubicBezTo>
                    <a:pt x="1229" y="3519"/>
                    <a:pt x="1229" y="3519"/>
                    <a:pt x="1229" y="3503"/>
                  </a:cubicBezTo>
                  <a:close/>
                  <a:moveTo>
                    <a:pt x="1249" y="3669"/>
                  </a:moveTo>
                  <a:lnTo>
                    <a:pt x="1249" y="3738"/>
                  </a:lnTo>
                  <a:lnTo>
                    <a:pt x="1249" y="3770"/>
                  </a:lnTo>
                  <a:lnTo>
                    <a:pt x="1249" y="3806"/>
                  </a:lnTo>
                  <a:cubicBezTo>
                    <a:pt x="1265" y="3822"/>
                    <a:pt x="1265" y="3855"/>
                    <a:pt x="1265" y="3871"/>
                  </a:cubicBezTo>
                  <a:lnTo>
                    <a:pt x="1265" y="3806"/>
                  </a:lnTo>
                  <a:lnTo>
                    <a:pt x="1265" y="3770"/>
                  </a:lnTo>
                  <a:lnTo>
                    <a:pt x="1265" y="3738"/>
                  </a:lnTo>
                  <a:cubicBezTo>
                    <a:pt x="1265" y="3721"/>
                    <a:pt x="1265" y="3705"/>
                    <a:pt x="1249" y="3669"/>
                  </a:cubicBezTo>
                  <a:close/>
                  <a:moveTo>
                    <a:pt x="1265" y="3871"/>
                  </a:moveTo>
                  <a:lnTo>
                    <a:pt x="1265" y="3940"/>
                  </a:lnTo>
                  <a:cubicBezTo>
                    <a:pt x="1281" y="3972"/>
                    <a:pt x="1281" y="4024"/>
                    <a:pt x="1281" y="4057"/>
                  </a:cubicBezTo>
                  <a:cubicBezTo>
                    <a:pt x="1281" y="4089"/>
                    <a:pt x="1281" y="4125"/>
                    <a:pt x="1297" y="4158"/>
                  </a:cubicBezTo>
                  <a:lnTo>
                    <a:pt x="1297" y="4057"/>
                  </a:lnTo>
                  <a:cubicBezTo>
                    <a:pt x="1297" y="4008"/>
                    <a:pt x="1281" y="3972"/>
                    <a:pt x="1281" y="3940"/>
                  </a:cubicBezTo>
                  <a:cubicBezTo>
                    <a:pt x="1265" y="3923"/>
                    <a:pt x="1265" y="3907"/>
                    <a:pt x="1265" y="3871"/>
                  </a:cubicBezTo>
                  <a:close/>
                  <a:moveTo>
                    <a:pt x="320" y="3382"/>
                  </a:moveTo>
                  <a:lnTo>
                    <a:pt x="320" y="3402"/>
                  </a:lnTo>
                  <a:cubicBezTo>
                    <a:pt x="320" y="3451"/>
                    <a:pt x="340" y="3519"/>
                    <a:pt x="340" y="3568"/>
                  </a:cubicBezTo>
                  <a:lnTo>
                    <a:pt x="340" y="3637"/>
                  </a:lnTo>
                  <a:cubicBezTo>
                    <a:pt x="356" y="3705"/>
                    <a:pt x="356" y="3770"/>
                    <a:pt x="356" y="3822"/>
                  </a:cubicBezTo>
                  <a:cubicBezTo>
                    <a:pt x="372" y="3907"/>
                    <a:pt x="372" y="3988"/>
                    <a:pt x="388" y="4073"/>
                  </a:cubicBezTo>
                  <a:lnTo>
                    <a:pt x="388" y="4142"/>
                  </a:lnTo>
                  <a:cubicBezTo>
                    <a:pt x="388" y="4174"/>
                    <a:pt x="388" y="4210"/>
                    <a:pt x="404" y="4243"/>
                  </a:cubicBezTo>
                  <a:lnTo>
                    <a:pt x="404" y="4142"/>
                  </a:lnTo>
                  <a:lnTo>
                    <a:pt x="404" y="4073"/>
                  </a:lnTo>
                  <a:cubicBezTo>
                    <a:pt x="388" y="3988"/>
                    <a:pt x="388" y="3907"/>
                    <a:pt x="372" y="3822"/>
                  </a:cubicBezTo>
                  <a:cubicBezTo>
                    <a:pt x="372" y="3770"/>
                    <a:pt x="372" y="3705"/>
                    <a:pt x="356" y="3637"/>
                  </a:cubicBezTo>
                  <a:lnTo>
                    <a:pt x="356" y="3568"/>
                  </a:lnTo>
                  <a:cubicBezTo>
                    <a:pt x="340" y="3519"/>
                    <a:pt x="340" y="3451"/>
                    <a:pt x="340" y="3402"/>
                  </a:cubicBezTo>
                  <a:lnTo>
                    <a:pt x="320" y="3382"/>
                  </a:lnTo>
                  <a:close/>
                  <a:moveTo>
                    <a:pt x="404" y="4243"/>
                  </a:moveTo>
                  <a:lnTo>
                    <a:pt x="404" y="4344"/>
                  </a:lnTo>
                  <a:cubicBezTo>
                    <a:pt x="404" y="4360"/>
                    <a:pt x="421" y="4376"/>
                    <a:pt x="421" y="4392"/>
                  </a:cubicBezTo>
                  <a:lnTo>
                    <a:pt x="421" y="4344"/>
                  </a:lnTo>
                  <a:cubicBezTo>
                    <a:pt x="421" y="4311"/>
                    <a:pt x="421" y="4275"/>
                    <a:pt x="404" y="4243"/>
                  </a:cubicBezTo>
                  <a:close/>
                  <a:moveTo>
                    <a:pt x="421" y="4392"/>
                  </a:moveTo>
                  <a:lnTo>
                    <a:pt x="421" y="4428"/>
                  </a:lnTo>
                  <a:cubicBezTo>
                    <a:pt x="421" y="4445"/>
                    <a:pt x="441" y="4461"/>
                    <a:pt x="421" y="4493"/>
                  </a:cubicBezTo>
                  <a:cubicBezTo>
                    <a:pt x="441" y="4529"/>
                    <a:pt x="473" y="4529"/>
                    <a:pt x="489" y="4529"/>
                  </a:cubicBezTo>
                  <a:cubicBezTo>
                    <a:pt x="473" y="4513"/>
                    <a:pt x="457" y="4513"/>
                    <a:pt x="441" y="4493"/>
                  </a:cubicBezTo>
                  <a:lnTo>
                    <a:pt x="441" y="4412"/>
                  </a:lnTo>
                  <a:lnTo>
                    <a:pt x="421" y="4392"/>
                  </a:lnTo>
                  <a:close/>
                  <a:moveTo>
                    <a:pt x="489" y="4529"/>
                  </a:moveTo>
                  <a:cubicBezTo>
                    <a:pt x="606" y="4562"/>
                    <a:pt x="744" y="4594"/>
                    <a:pt x="877" y="4630"/>
                  </a:cubicBezTo>
                  <a:cubicBezTo>
                    <a:pt x="744" y="4594"/>
                    <a:pt x="623" y="4562"/>
                    <a:pt x="489" y="4529"/>
                  </a:cubicBezTo>
                  <a:close/>
                  <a:moveTo>
                    <a:pt x="877" y="4630"/>
                  </a:moveTo>
                  <a:lnTo>
                    <a:pt x="962" y="4663"/>
                  </a:lnTo>
                  <a:cubicBezTo>
                    <a:pt x="1010" y="4679"/>
                    <a:pt x="1063" y="4695"/>
                    <a:pt x="1111" y="4695"/>
                  </a:cubicBezTo>
                  <a:cubicBezTo>
                    <a:pt x="1063" y="4679"/>
                    <a:pt x="1010" y="4663"/>
                    <a:pt x="962" y="4646"/>
                  </a:cubicBezTo>
                  <a:lnTo>
                    <a:pt x="877" y="4630"/>
                  </a:lnTo>
                  <a:close/>
                  <a:moveTo>
                    <a:pt x="1297" y="4158"/>
                  </a:moveTo>
                  <a:lnTo>
                    <a:pt x="1297" y="4291"/>
                  </a:lnTo>
                  <a:cubicBezTo>
                    <a:pt x="1297" y="4311"/>
                    <a:pt x="1313" y="4344"/>
                    <a:pt x="1313" y="4360"/>
                  </a:cubicBezTo>
                  <a:lnTo>
                    <a:pt x="1313" y="4477"/>
                  </a:lnTo>
                  <a:lnTo>
                    <a:pt x="1313" y="4493"/>
                  </a:lnTo>
                  <a:cubicBezTo>
                    <a:pt x="1330" y="4513"/>
                    <a:pt x="1330" y="4529"/>
                    <a:pt x="1330" y="4545"/>
                  </a:cubicBezTo>
                  <a:lnTo>
                    <a:pt x="1330" y="4594"/>
                  </a:lnTo>
                  <a:lnTo>
                    <a:pt x="1330" y="4630"/>
                  </a:lnTo>
                  <a:cubicBezTo>
                    <a:pt x="1330" y="4663"/>
                    <a:pt x="1330" y="4679"/>
                    <a:pt x="1350" y="4695"/>
                  </a:cubicBezTo>
                  <a:cubicBezTo>
                    <a:pt x="1366" y="4715"/>
                    <a:pt x="1350" y="4731"/>
                    <a:pt x="1350" y="4747"/>
                  </a:cubicBezTo>
                  <a:cubicBezTo>
                    <a:pt x="1366" y="4731"/>
                    <a:pt x="1366" y="4715"/>
                    <a:pt x="1366" y="4695"/>
                  </a:cubicBezTo>
                  <a:cubicBezTo>
                    <a:pt x="1350" y="4679"/>
                    <a:pt x="1350" y="4663"/>
                    <a:pt x="1350" y="4630"/>
                  </a:cubicBezTo>
                  <a:lnTo>
                    <a:pt x="1350" y="4594"/>
                  </a:lnTo>
                  <a:lnTo>
                    <a:pt x="1350" y="4545"/>
                  </a:lnTo>
                  <a:cubicBezTo>
                    <a:pt x="1350" y="4529"/>
                    <a:pt x="1350" y="4513"/>
                    <a:pt x="1330" y="4493"/>
                  </a:cubicBezTo>
                  <a:lnTo>
                    <a:pt x="1330" y="4477"/>
                  </a:lnTo>
                  <a:lnTo>
                    <a:pt x="1330" y="4360"/>
                  </a:lnTo>
                  <a:cubicBezTo>
                    <a:pt x="1313" y="4344"/>
                    <a:pt x="1313" y="4311"/>
                    <a:pt x="1313" y="4291"/>
                  </a:cubicBezTo>
                  <a:cubicBezTo>
                    <a:pt x="1313" y="4243"/>
                    <a:pt x="1313" y="4210"/>
                    <a:pt x="1297" y="4158"/>
                  </a:cubicBezTo>
                  <a:close/>
                  <a:moveTo>
                    <a:pt x="1112" y="4695"/>
                  </a:moveTo>
                  <a:cubicBezTo>
                    <a:pt x="1181" y="4715"/>
                    <a:pt x="1249" y="4731"/>
                    <a:pt x="1313" y="4764"/>
                  </a:cubicBezTo>
                  <a:lnTo>
                    <a:pt x="1330" y="4764"/>
                  </a:lnTo>
                  <a:cubicBezTo>
                    <a:pt x="1350" y="4764"/>
                    <a:pt x="1350" y="4764"/>
                    <a:pt x="1350" y="4747"/>
                  </a:cubicBezTo>
                  <a:lnTo>
                    <a:pt x="1313" y="4747"/>
                  </a:lnTo>
                  <a:cubicBezTo>
                    <a:pt x="1249" y="4731"/>
                    <a:pt x="1181" y="4715"/>
                    <a:pt x="1112" y="46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1311217" y="793603"/>
              <a:ext cx="40227" cy="81943"/>
            </a:xfrm>
            <a:custGeom>
              <a:rect b="b" l="l" r="r" t="t"/>
              <a:pathLst>
                <a:path extrusionOk="0" h="825" w="405">
                  <a:moveTo>
                    <a:pt x="0" y="1"/>
                  </a:moveTo>
                  <a:lnTo>
                    <a:pt x="0" y="17"/>
                  </a:lnTo>
                  <a:cubicBezTo>
                    <a:pt x="33" y="53"/>
                    <a:pt x="69" y="53"/>
                    <a:pt x="101" y="70"/>
                  </a:cubicBezTo>
                  <a:lnTo>
                    <a:pt x="134" y="70"/>
                  </a:lnTo>
                  <a:cubicBezTo>
                    <a:pt x="117" y="53"/>
                    <a:pt x="117" y="53"/>
                    <a:pt x="101" y="53"/>
                  </a:cubicBezTo>
                  <a:cubicBezTo>
                    <a:pt x="69" y="37"/>
                    <a:pt x="33" y="37"/>
                    <a:pt x="16" y="1"/>
                  </a:cubicBezTo>
                  <a:close/>
                  <a:moveTo>
                    <a:pt x="134" y="70"/>
                  </a:moveTo>
                  <a:lnTo>
                    <a:pt x="134" y="70"/>
                  </a:lnTo>
                  <a:cubicBezTo>
                    <a:pt x="186" y="86"/>
                    <a:pt x="235" y="118"/>
                    <a:pt x="303" y="138"/>
                  </a:cubicBezTo>
                  <a:lnTo>
                    <a:pt x="319" y="138"/>
                  </a:lnTo>
                  <a:cubicBezTo>
                    <a:pt x="336" y="138"/>
                    <a:pt x="356" y="138"/>
                    <a:pt x="372" y="154"/>
                  </a:cubicBezTo>
                  <a:cubicBezTo>
                    <a:pt x="388" y="171"/>
                    <a:pt x="388" y="187"/>
                    <a:pt x="388" y="187"/>
                  </a:cubicBezTo>
                  <a:cubicBezTo>
                    <a:pt x="372" y="219"/>
                    <a:pt x="372" y="272"/>
                    <a:pt x="372" y="304"/>
                  </a:cubicBezTo>
                  <a:lnTo>
                    <a:pt x="372" y="340"/>
                  </a:lnTo>
                  <a:cubicBezTo>
                    <a:pt x="372" y="389"/>
                    <a:pt x="372" y="441"/>
                    <a:pt x="356" y="490"/>
                  </a:cubicBezTo>
                  <a:lnTo>
                    <a:pt x="356" y="591"/>
                  </a:lnTo>
                  <a:lnTo>
                    <a:pt x="356" y="659"/>
                  </a:lnTo>
                  <a:lnTo>
                    <a:pt x="356" y="708"/>
                  </a:lnTo>
                  <a:cubicBezTo>
                    <a:pt x="356" y="692"/>
                    <a:pt x="356" y="676"/>
                    <a:pt x="372" y="659"/>
                  </a:cubicBezTo>
                  <a:lnTo>
                    <a:pt x="372" y="591"/>
                  </a:lnTo>
                  <a:lnTo>
                    <a:pt x="372" y="490"/>
                  </a:lnTo>
                  <a:cubicBezTo>
                    <a:pt x="372" y="441"/>
                    <a:pt x="388" y="389"/>
                    <a:pt x="388" y="340"/>
                  </a:cubicBezTo>
                  <a:lnTo>
                    <a:pt x="388" y="304"/>
                  </a:lnTo>
                  <a:cubicBezTo>
                    <a:pt x="388" y="272"/>
                    <a:pt x="388" y="239"/>
                    <a:pt x="404" y="203"/>
                  </a:cubicBezTo>
                  <a:cubicBezTo>
                    <a:pt x="404" y="187"/>
                    <a:pt x="388" y="171"/>
                    <a:pt x="388" y="154"/>
                  </a:cubicBezTo>
                  <a:cubicBezTo>
                    <a:pt x="356" y="138"/>
                    <a:pt x="336" y="118"/>
                    <a:pt x="319" y="118"/>
                  </a:cubicBezTo>
                  <a:lnTo>
                    <a:pt x="303" y="118"/>
                  </a:lnTo>
                  <a:cubicBezTo>
                    <a:pt x="255" y="102"/>
                    <a:pt x="186" y="86"/>
                    <a:pt x="134" y="70"/>
                  </a:cubicBezTo>
                  <a:close/>
                  <a:moveTo>
                    <a:pt x="356" y="708"/>
                  </a:moveTo>
                  <a:cubicBezTo>
                    <a:pt x="336" y="708"/>
                    <a:pt x="336" y="724"/>
                    <a:pt x="336" y="724"/>
                  </a:cubicBezTo>
                  <a:lnTo>
                    <a:pt x="336" y="776"/>
                  </a:lnTo>
                  <a:cubicBezTo>
                    <a:pt x="336" y="793"/>
                    <a:pt x="336" y="809"/>
                    <a:pt x="356" y="825"/>
                  </a:cubicBezTo>
                  <a:lnTo>
                    <a:pt x="356" y="776"/>
                  </a:lnTo>
                  <a:lnTo>
                    <a:pt x="356" y="724"/>
                  </a:lnTo>
                  <a:lnTo>
                    <a:pt x="356" y="70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1939945" y="220299"/>
              <a:ext cx="299465" cy="152166"/>
            </a:xfrm>
            <a:custGeom>
              <a:rect b="b" l="l" r="r" t="t"/>
              <a:pathLst>
                <a:path extrusionOk="0" h="1532" w="3015">
                  <a:moveTo>
                    <a:pt x="49" y="0"/>
                  </a:moveTo>
                  <a:cubicBezTo>
                    <a:pt x="33" y="0"/>
                    <a:pt x="17" y="0"/>
                    <a:pt x="0" y="16"/>
                  </a:cubicBezTo>
                  <a:lnTo>
                    <a:pt x="0" y="53"/>
                  </a:lnTo>
                  <a:cubicBezTo>
                    <a:pt x="17" y="69"/>
                    <a:pt x="17" y="101"/>
                    <a:pt x="17" y="117"/>
                  </a:cubicBezTo>
                  <a:lnTo>
                    <a:pt x="17" y="53"/>
                  </a:lnTo>
                  <a:lnTo>
                    <a:pt x="17" y="16"/>
                  </a:lnTo>
                  <a:lnTo>
                    <a:pt x="49" y="16"/>
                  </a:lnTo>
                  <a:cubicBezTo>
                    <a:pt x="65" y="16"/>
                    <a:pt x="85" y="16"/>
                    <a:pt x="85" y="32"/>
                  </a:cubicBezTo>
                  <a:lnTo>
                    <a:pt x="101" y="32"/>
                  </a:lnTo>
                  <a:cubicBezTo>
                    <a:pt x="251" y="101"/>
                    <a:pt x="404" y="154"/>
                    <a:pt x="570" y="218"/>
                  </a:cubicBezTo>
                  <a:cubicBezTo>
                    <a:pt x="655" y="255"/>
                    <a:pt x="740" y="287"/>
                    <a:pt x="825" y="319"/>
                  </a:cubicBezTo>
                  <a:cubicBezTo>
                    <a:pt x="893" y="356"/>
                    <a:pt x="974" y="372"/>
                    <a:pt x="1059" y="404"/>
                  </a:cubicBezTo>
                  <a:cubicBezTo>
                    <a:pt x="1111" y="436"/>
                    <a:pt x="1176" y="457"/>
                    <a:pt x="1245" y="489"/>
                  </a:cubicBezTo>
                  <a:cubicBezTo>
                    <a:pt x="1330" y="505"/>
                    <a:pt x="1398" y="537"/>
                    <a:pt x="1479" y="574"/>
                  </a:cubicBezTo>
                  <a:cubicBezTo>
                    <a:pt x="1515" y="590"/>
                    <a:pt x="1531" y="606"/>
                    <a:pt x="1564" y="606"/>
                  </a:cubicBezTo>
                  <a:cubicBezTo>
                    <a:pt x="1616" y="622"/>
                    <a:pt x="1665" y="659"/>
                    <a:pt x="1717" y="675"/>
                  </a:cubicBezTo>
                  <a:cubicBezTo>
                    <a:pt x="1766" y="691"/>
                    <a:pt x="1802" y="707"/>
                    <a:pt x="1851" y="723"/>
                  </a:cubicBezTo>
                  <a:cubicBezTo>
                    <a:pt x="1883" y="739"/>
                    <a:pt x="1919" y="760"/>
                    <a:pt x="1968" y="760"/>
                  </a:cubicBezTo>
                  <a:cubicBezTo>
                    <a:pt x="1935" y="739"/>
                    <a:pt x="1883" y="723"/>
                    <a:pt x="1851" y="707"/>
                  </a:cubicBezTo>
                  <a:cubicBezTo>
                    <a:pt x="1818" y="691"/>
                    <a:pt x="1766" y="675"/>
                    <a:pt x="1733" y="659"/>
                  </a:cubicBezTo>
                  <a:cubicBezTo>
                    <a:pt x="1681" y="638"/>
                    <a:pt x="1616" y="622"/>
                    <a:pt x="1564" y="590"/>
                  </a:cubicBezTo>
                  <a:cubicBezTo>
                    <a:pt x="1548" y="590"/>
                    <a:pt x="1515" y="574"/>
                    <a:pt x="1479" y="558"/>
                  </a:cubicBezTo>
                  <a:cubicBezTo>
                    <a:pt x="1414" y="537"/>
                    <a:pt x="1330" y="505"/>
                    <a:pt x="1245" y="473"/>
                  </a:cubicBezTo>
                  <a:cubicBezTo>
                    <a:pt x="1176" y="436"/>
                    <a:pt x="1128" y="420"/>
                    <a:pt x="1059" y="388"/>
                  </a:cubicBezTo>
                  <a:cubicBezTo>
                    <a:pt x="974" y="372"/>
                    <a:pt x="909" y="335"/>
                    <a:pt x="825" y="303"/>
                  </a:cubicBezTo>
                  <a:cubicBezTo>
                    <a:pt x="740" y="271"/>
                    <a:pt x="655" y="234"/>
                    <a:pt x="570" y="202"/>
                  </a:cubicBezTo>
                  <a:cubicBezTo>
                    <a:pt x="421" y="154"/>
                    <a:pt x="251" y="85"/>
                    <a:pt x="101" y="16"/>
                  </a:cubicBezTo>
                  <a:cubicBezTo>
                    <a:pt x="85" y="16"/>
                    <a:pt x="65" y="0"/>
                    <a:pt x="49" y="0"/>
                  </a:cubicBezTo>
                  <a:close/>
                  <a:moveTo>
                    <a:pt x="1968" y="760"/>
                  </a:moveTo>
                  <a:cubicBezTo>
                    <a:pt x="2069" y="808"/>
                    <a:pt x="2170" y="840"/>
                    <a:pt x="2271" y="893"/>
                  </a:cubicBezTo>
                  <a:cubicBezTo>
                    <a:pt x="2323" y="909"/>
                    <a:pt x="2372" y="925"/>
                    <a:pt x="2408" y="941"/>
                  </a:cubicBezTo>
                  <a:cubicBezTo>
                    <a:pt x="2457" y="962"/>
                    <a:pt x="2489" y="978"/>
                    <a:pt x="2541" y="994"/>
                  </a:cubicBezTo>
                  <a:cubicBezTo>
                    <a:pt x="2659" y="1026"/>
                    <a:pt x="2776" y="1079"/>
                    <a:pt x="2893" y="1127"/>
                  </a:cubicBezTo>
                  <a:cubicBezTo>
                    <a:pt x="2893" y="1127"/>
                    <a:pt x="2913" y="1127"/>
                    <a:pt x="2929" y="1143"/>
                  </a:cubicBezTo>
                  <a:cubicBezTo>
                    <a:pt x="2945" y="1143"/>
                    <a:pt x="2978" y="1164"/>
                    <a:pt x="2994" y="1180"/>
                  </a:cubicBezTo>
                  <a:lnTo>
                    <a:pt x="3014" y="1180"/>
                  </a:lnTo>
                  <a:lnTo>
                    <a:pt x="3014" y="1164"/>
                  </a:lnTo>
                  <a:cubicBezTo>
                    <a:pt x="2978" y="1143"/>
                    <a:pt x="2962" y="1127"/>
                    <a:pt x="2929" y="1127"/>
                  </a:cubicBezTo>
                  <a:cubicBezTo>
                    <a:pt x="2913" y="1127"/>
                    <a:pt x="2893" y="1127"/>
                    <a:pt x="2893" y="1111"/>
                  </a:cubicBezTo>
                  <a:cubicBezTo>
                    <a:pt x="2776" y="1063"/>
                    <a:pt x="2659" y="1026"/>
                    <a:pt x="2541" y="978"/>
                  </a:cubicBezTo>
                  <a:cubicBezTo>
                    <a:pt x="2509" y="962"/>
                    <a:pt x="2457" y="941"/>
                    <a:pt x="2408" y="925"/>
                  </a:cubicBezTo>
                  <a:cubicBezTo>
                    <a:pt x="2372" y="909"/>
                    <a:pt x="2323" y="893"/>
                    <a:pt x="2287" y="877"/>
                  </a:cubicBezTo>
                  <a:cubicBezTo>
                    <a:pt x="2186" y="840"/>
                    <a:pt x="2069" y="792"/>
                    <a:pt x="1968" y="760"/>
                  </a:cubicBezTo>
                  <a:close/>
                  <a:moveTo>
                    <a:pt x="17" y="117"/>
                  </a:moveTo>
                  <a:lnTo>
                    <a:pt x="17" y="388"/>
                  </a:lnTo>
                  <a:lnTo>
                    <a:pt x="17" y="521"/>
                  </a:lnTo>
                  <a:lnTo>
                    <a:pt x="17" y="622"/>
                  </a:lnTo>
                  <a:lnTo>
                    <a:pt x="17" y="723"/>
                  </a:lnTo>
                  <a:lnTo>
                    <a:pt x="17" y="792"/>
                  </a:lnTo>
                  <a:lnTo>
                    <a:pt x="17" y="1026"/>
                  </a:lnTo>
                  <a:lnTo>
                    <a:pt x="17" y="1313"/>
                  </a:lnTo>
                  <a:lnTo>
                    <a:pt x="17" y="1515"/>
                  </a:lnTo>
                  <a:lnTo>
                    <a:pt x="17" y="1531"/>
                  </a:lnTo>
                  <a:lnTo>
                    <a:pt x="33" y="1531"/>
                  </a:lnTo>
                  <a:lnTo>
                    <a:pt x="33" y="1515"/>
                  </a:lnTo>
                  <a:lnTo>
                    <a:pt x="33" y="1313"/>
                  </a:lnTo>
                  <a:lnTo>
                    <a:pt x="33" y="1026"/>
                  </a:lnTo>
                  <a:lnTo>
                    <a:pt x="33" y="792"/>
                  </a:lnTo>
                  <a:lnTo>
                    <a:pt x="33" y="723"/>
                  </a:lnTo>
                  <a:lnTo>
                    <a:pt x="33" y="622"/>
                  </a:lnTo>
                  <a:lnTo>
                    <a:pt x="33" y="521"/>
                  </a:lnTo>
                  <a:lnTo>
                    <a:pt x="33" y="388"/>
                  </a:lnTo>
                  <a:cubicBezTo>
                    <a:pt x="17" y="303"/>
                    <a:pt x="17" y="202"/>
                    <a:pt x="17" y="1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2530134" y="674909"/>
              <a:ext cx="33473" cy="10131"/>
            </a:xfrm>
            <a:custGeom>
              <a:rect b="b" l="l" r="r" t="t"/>
              <a:pathLst>
                <a:path extrusionOk="0" h="102" w="337">
                  <a:moveTo>
                    <a:pt x="1" y="0"/>
                  </a:moveTo>
                  <a:lnTo>
                    <a:pt x="1" y="20"/>
                  </a:lnTo>
                  <a:cubicBezTo>
                    <a:pt x="49" y="20"/>
                    <a:pt x="82" y="36"/>
                    <a:pt x="118" y="53"/>
                  </a:cubicBezTo>
                  <a:cubicBezTo>
                    <a:pt x="134" y="53"/>
                    <a:pt x="150" y="53"/>
                    <a:pt x="183" y="69"/>
                  </a:cubicBezTo>
                  <a:lnTo>
                    <a:pt x="203" y="69"/>
                  </a:lnTo>
                  <a:cubicBezTo>
                    <a:pt x="251" y="85"/>
                    <a:pt x="284" y="101"/>
                    <a:pt x="320" y="101"/>
                  </a:cubicBezTo>
                  <a:lnTo>
                    <a:pt x="336" y="101"/>
                  </a:lnTo>
                  <a:cubicBezTo>
                    <a:pt x="284" y="85"/>
                    <a:pt x="251" y="69"/>
                    <a:pt x="219" y="53"/>
                  </a:cubicBezTo>
                  <a:lnTo>
                    <a:pt x="183" y="53"/>
                  </a:lnTo>
                  <a:cubicBezTo>
                    <a:pt x="166" y="53"/>
                    <a:pt x="134" y="36"/>
                    <a:pt x="118" y="36"/>
                  </a:cubicBezTo>
                  <a:cubicBezTo>
                    <a:pt x="82" y="20"/>
                    <a:pt x="4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2344396" y="588199"/>
              <a:ext cx="8542" cy="3278"/>
            </a:xfrm>
            <a:custGeom>
              <a:rect b="b" l="l" r="r" t="t"/>
              <a:pathLst>
                <a:path extrusionOk="0" h="33" w="86">
                  <a:moveTo>
                    <a:pt x="0" y="1"/>
                  </a:moveTo>
                  <a:cubicBezTo>
                    <a:pt x="0" y="17"/>
                    <a:pt x="17" y="17"/>
                    <a:pt x="33" y="17"/>
                  </a:cubicBezTo>
                  <a:cubicBezTo>
                    <a:pt x="53" y="17"/>
                    <a:pt x="69" y="33"/>
                    <a:pt x="85" y="33"/>
                  </a:cubicBezTo>
                  <a:lnTo>
                    <a:pt x="85" y="17"/>
                  </a:lnTo>
                  <a:cubicBezTo>
                    <a:pt x="69" y="17"/>
                    <a:pt x="53" y="17"/>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1941534" y="372365"/>
              <a:ext cx="6953" cy="352802"/>
            </a:xfrm>
            <a:custGeom>
              <a:rect b="b" l="l" r="r" t="t"/>
              <a:pathLst>
                <a:path extrusionOk="0" h="3552" w="70">
                  <a:moveTo>
                    <a:pt x="1" y="0"/>
                  </a:moveTo>
                  <a:lnTo>
                    <a:pt x="1" y="37"/>
                  </a:lnTo>
                  <a:cubicBezTo>
                    <a:pt x="17" y="53"/>
                    <a:pt x="17" y="85"/>
                    <a:pt x="17" y="117"/>
                  </a:cubicBezTo>
                  <a:cubicBezTo>
                    <a:pt x="33" y="85"/>
                    <a:pt x="33" y="53"/>
                    <a:pt x="17" y="16"/>
                  </a:cubicBezTo>
                  <a:lnTo>
                    <a:pt x="33" y="0"/>
                  </a:lnTo>
                  <a:close/>
                  <a:moveTo>
                    <a:pt x="17" y="154"/>
                  </a:moveTo>
                  <a:lnTo>
                    <a:pt x="17" y="303"/>
                  </a:lnTo>
                  <a:cubicBezTo>
                    <a:pt x="33" y="255"/>
                    <a:pt x="33" y="202"/>
                    <a:pt x="17" y="154"/>
                  </a:cubicBezTo>
                  <a:close/>
                  <a:moveTo>
                    <a:pt x="17" y="303"/>
                  </a:moveTo>
                  <a:lnTo>
                    <a:pt x="17" y="441"/>
                  </a:lnTo>
                  <a:lnTo>
                    <a:pt x="17" y="574"/>
                  </a:lnTo>
                  <a:lnTo>
                    <a:pt x="17" y="744"/>
                  </a:lnTo>
                  <a:lnTo>
                    <a:pt x="17" y="845"/>
                  </a:lnTo>
                  <a:lnTo>
                    <a:pt x="17" y="909"/>
                  </a:lnTo>
                  <a:lnTo>
                    <a:pt x="17" y="946"/>
                  </a:lnTo>
                  <a:lnTo>
                    <a:pt x="17" y="1095"/>
                  </a:lnTo>
                  <a:lnTo>
                    <a:pt x="17" y="1164"/>
                  </a:lnTo>
                  <a:lnTo>
                    <a:pt x="17" y="1281"/>
                  </a:lnTo>
                  <a:lnTo>
                    <a:pt x="17" y="1467"/>
                  </a:lnTo>
                  <a:cubicBezTo>
                    <a:pt x="17" y="1531"/>
                    <a:pt x="17" y="1600"/>
                    <a:pt x="33" y="1652"/>
                  </a:cubicBezTo>
                  <a:lnTo>
                    <a:pt x="33" y="1467"/>
                  </a:lnTo>
                  <a:lnTo>
                    <a:pt x="33" y="1281"/>
                  </a:lnTo>
                  <a:lnTo>
                    <a:pt x="33" y="1164"/>
                  </a:lnTo>
                  <a:lnTo>
                    <a:pt x="33" y="1095"/>
                  </a:lnTo>
                  <a:lnTo>
                    <a:pt x="33" y="925"/>
                  </a:lnTo>
                  <a:lnTo>
                    <a:pt x="33" y="909"/>
                  </a:lnTo>
                  <a:lnTo>
                    <a:pt x="33" y="845"/>
                  </a:lnTo>
                  <a:lnTo>
                    <a:pt x="33" y="744"/>
                  </a:lnTo>
                  <a:lnTo>
                    <a:pt x="33" y="574"/>
                  </a:lnTo>
                  <a:lnTo>
                    <a:pt x="33" y="441"/>
                  </a:lnTo>
                  <a:cubicBezTo>
                    <a:pt x="17" y="388"/>
                    <a:pt x="17" y="356"/>
                    <a:pt x="17" y="303"/>
                  </a:cubicBezTo>
                  <a:close/>
                  <a:moveTo>
                    <a:pt x="33" y="1717"/>
                  </a:moveTo>
                  <a:lnTo>
                    <a:pt x="33" y="1834"/>
                  </a:lnTo>
                  <a:lnTo>
                    <a:pt x="33" y="1887"/>
                  </a:lnTo>
                  <a:lnTo>
                    <a:pt x="33" y="1919"/>
                  </a:lnTo>
                  <a:lnTo>
                    <a:pt x="33" y="2073"/>
                  </a:lnTo>
                  <a:lnTo>
                    <a:pt x="33" y="2323"/>
                  </a:lnTo>
                  <a:lnTo>
                    <a:pt x="33" y="2541"/>
                  </a:lnTo>
                  <a:lnTo>
                    <a:pt x="33" y="2743"/>
                  </a:lnTo>
                  <a:cubicBezTo>
                    <a:pt x="49" y="2929"/>
                    <a:pt x="49" y="3099"/>
                    <a:pt x="49" y="3284"/>
                  </a:cubicBezTo>
                  <a:lnTo>
                    <a:pt x="49" y="2743"/>
                  </a:lnTo>
                  <a:lnTo>
                    <a:pt x="49" y="2541"/>
                  </a:lnTo>
                  <a:lnTo>
                    <a:pt x="49" y="2323"/>
                  </a:lnTo>
                  <a:lnTo>
                    <a:pt x="49" y="2073"/>
                  </a:lnTo>
                  <a:lnTo>
                    <a:pt x="49" y="1919"/>
                  </a:lnTo>
                  <a:lnTo>
                    <a:pt x="49" y="1887"/>
                  </a:lnTo>
                  <a:lnTo>
                    <a:pt x="49" y="1834"/>
                  </a:lnTo>
                  <a:cubicBezTo>
                    <a:pt x="33" y="1802"/>
                    <a:pt x="33" y="1753"/>
                    <a:pt x="33" y="1717"/>
                  </a:cubicBezTo>
                  <a:close/>
                  <a:moveTo>
                    <a:pt x="49" y="3284"/>
                  </a:moveTo>
                  <a:lnTo>
                    <a:pt x="49" y="3470"/>
                  </a:lnTo>
                  <a:lnTo>
                    <a:pt x="49" y="3551"/>
                  </a:lnTo>
                  <a:lnTo>
                    <a:pt x="69" y="3551"/>
                  </a:lnTo>
                  <a:lnTo>
                    <a:pt x="69" y="3470"/>
                  </a:lnTo>
                  <a:cubicBezTo>
                    <a:pt x="69" y="3418"/>
                    <a:pt x="49" y="3349"/>
                    <a:pt x="49" y="32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1672363" y="649979"/>
              <a:ext cx="63469" cy="40227"/>
            </a:xfrm>
            <a:custGeom>
              <a:rect b="b" l="l" r="r" t="t"/>
              <a:pathLst>
                <a:path extrusionOk="0" h="405" w="639">
                  <a:moveTo>
                    <a:pt x="622" y="1"/>
                  </a:moveTo>
                  <a:cubicBezTo>
                    <a:pt x="590" y="1"/>
                    <a:pt x="557" y="33"/>
                    <a:pt x="521" y="49"/>
                  </a:cubicBezTo>
                  <a:lnTo>
                    <a:pt x="505" y="69"/>
                  </a:lnTo>
                  <a:cubicBezTo>
                    <a:pt x="420" y="118"/>
                    <a:pt x="355" y="170"/>
                    <a:pt x="287" y="203"/>
                  </a:cubicBezTo>
                  <a:cubicBezTo>
                    <a:pt x="271" y="219"/>
                    <a:pt x="234" y="235"/>
                    <a:pt x="218" y="251"/>
                  </a:cubicBezTo>
                  <a:cubicBezTo>
                    <a:pt x="170" y="287"/>
                    <a:pt x="117" y="320"/>
                    <a:pt x="69" y="352"/>
                  </a:cubicBezTo>
                  <a:lnTo>
                    <a:pt x="16" y="388"/>
                  </a:lnTo>
                  <a:lnTo>
                    <a:pt x="0" y="405"/>
                  </a:lnTo>
                  <a:lnTo>
                    <a:pt x="16" y="405"/>
                  </a:lnTo>
                  <a:lnTo>
                    <a:pt x="85" y="372"/>
                  </a:lnTo>
                  <a:cubicBezTo>
                    <a:pt x="133" y="336"/>
                    <a:pt x="170" y="304"/>
                    <a:pt x="218" y="271"/>
                  </a:cubicBezTo>
                  <a:cubicBezTo>
                    <a:pt x="254" y="251"/>
                    <a:pt x="271" y="235"/>
                    <a:pt x="303" y="219"/>
                  </a:cubicBezTo>
                  <a:cubicBezTo>
                    <a:pt x="372" y="170"/>
                    <a:pt x="436" y="118"/>
                    <a:pt x="505" y="86"/>
                  </a:cubicBezTo>
                  <a:cubicBezTo>
                    <a:pt x="521" y="69"/>
                    <a:pt x="521" y="69"/>
                    <a:pt x="537" y="49"/>
                  </a:cubicBezTo>
                  <a:cubicBezTo>
                    <a:pt x="574" y="33"/>
                    <a:pt x="590" y="17"/>
                    <a:pt x="622" y="17"/>
                  </a:cubicBezTo>
                  <a:lnTo>
                    <a:pt x="6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1675542" y="576578"/>
              <a:ext cx="62277" cy="43405"/>
            </a:xfrm>
            <a:custGeom>
              <a:rect b="b" l="l" r="r" t="t"/>
              <a:pathLst>
                <a:path extrusionOk="0" h="437" w="627">
                  <a:moveTo>
                    <a:pt x="606" y="0"/>
                  </a:moveTo>
                  <a:cubicBezTo>
                    <a:pt x="590" y="0"/>
                    <a:pt x="574" y="17"/>
                    <a:pt x="542" y="33"/>
                  </a:cubicBezTo>
                  <a:lnTo>
                    <a:pt x="542" y="49"/>
                  </a:lnTo>
                  <a:cubicBezTo>
                    <a:pt x="404" y="134"/>
                    <a:pt x="271" y="235"/>
                    <a:pt x="138" y="336"/>
                  </a:cubicBezTo>
                  <a:lnTo>
                    <a:pt x="21" y="421"/>
                  </a:lnTo>
                  <a:lnTo>
                    <a:pt x="0" y="437"/>
                  </a:lnTo>
                  <a:lnTo>
                    <a:pt x="21" y="437"/>
                  </a:lnTo>
                  <a:lnTo>
                    <a:pt x="138" y="352"/>
                  </a:lnTo>
                  <a:cubicBezTo>
                    <a:pt x="271" y="251"/>
                    <a:pt x="404" y="150"/>
                    <a:pt x="558" y="49"/>
                  </a:cubicBezTo>
                  <a:cubicBezTo>
                    <a:pt x="574" y="33"/>
                    <a:pt x="590" y="17"/>
                    <a:pt x="626" y="17"/>
                  </a:cubicBezTo>
                  <a:lnTo>
                    <a:pt x="6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2269406" y="422525"/>
              <a:ext cx="91975" cy="36949"/>
            </a:xfrm>
            <a:custGeom>
              <a:rect b="b" l="l" r="r" t="t"/>
              <a:pathLst>
                <a:path extrusionOk="0" h="372" w="926">
                  <a:moveTo>
                    <a:pt x="0" y="0"/>
                  </a:moveTo>
                  <a:lnTo>
                    <a:pt x="0" y="16"/>
                  </a:lnTo>
                  <a:cubicBezTo>
                    <a:pt x="49" y="37"/>
                    <a:pt x="81" y="53"/>
                    <a:pt x="117" y="53"/>
                  </a:cubicBezTo>
                  <a:cubicBezTo>
                    <a:pt x="81" y="37"/>
                    <a:pt x="49" y="16"/>
                    <a:pt x="0" y="0"/>
                  </a:cubicBezTo>
                  <a:close/>
                  <a:moveTo>
                    <a:pt x="117" y="53"/>
                  </a:moveTo>
                  <a:cubicBezTo>
                    <a:pt x="133" y="69"/>
                    <a:pt x="149" y="69"/>
                    <a:pt x="166" y="85"/>
                  </a:cubicBezTo>
                  <a:cubicBezTo>
                    <a:pt x="202" y="85"/>
                    <a:pt x="234" y="101"/>
                    <a:pt x="283" y="117"/>
                  </a:cubicBezTo>
                  <a:cubicBezTo>
                    <a:pt x="319" y="138"/>
                    <a:pt x="351" y="154"/>
                    <a:pt x="404" y="170"/>
                  </a:cubicBezTo>
                  <a:cubicBezTo>
                    <a:pt x="521" y="218"/>
                    <a:pt x="638" y="271"/>
                    <a:pt x="739" y="303"/>
                  </a:cubicBezTo>
                  <a:cubicBezTo>
                    <a:pt x="788" y="319"/>
                    <a:pt x="824" y="340"/>
                    <a:pt x="856" y="356"/>
                  </a:cubicBezTo>
                  <a:cubicBezTo>
                    <a:pt x="873" y="356"/>
                    <a:pt x="909" y="356"/>
                    <a:pt x="925" y="372"/>
                  </a:cubicBezTo>
                  <a:lnTo>
                    <a:pt x="925" y="356"/>
                  </a:lnTo>
                  <a:cubicBezTo>
                    <a:pt x="909" y="356"/>
                    <a:pt x="889" y="340"/>
                    <a:pt x="873" y="340"/>
                  </a:cubicBezTo>
                  <a:cubicBezTo>
                    <a:pt x="824" y="319"/>
                    <a:pt x="788" y="303"/>
                    <a:pt x="755" y="287"/>
                  </a:cubicBezTo>
                  <a:cubicBezTo>
                    <a:pt x="638" y="255"/>
                    <a:pt x="521" y="202"/>
                    <a:pt x="404" y="154"/>
                  </a:cubicBezTo>
                  <a:cubicBezTo>
                    <a:pt x="368" y="138"/>
                    <a:pt x="319" y="117"/>
                    <a:pt x="283" y="101"/>
                  </a:cubicBezTo>
                  <a:cubicBezTo>
                    <a:pt x="250" y="101"/>
                    <a:pt x="202" y="85"/>
                    <a:pt x="166" y="69"/>
                  </a:cubicBezTo>
                  <a:cubicBezTo>
                    <a:pt x="149" y="69"/>
                    <a:pt x="133" y="53"/>
                    <a:pt x="117"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2558243" y="482716"/>
              <a:ext cx="67144" cy="359556"/>
            </a:xfrm>
            <a:custGeom>
              <a:rect b="b" l="l" r="r" t="t"/>
              <a:pathLst>
                <a:path extrusionOk="0" h="3620" w="676">
                  <a:moveTo>
                    <a:pt x="1" y="0"/>
                  </a:moveTo>
                  <a:cubicBezTo>
                    <a:pt x="21" y="0"/>
                    <a:pt x="53" y="16"/>
                    <a:pt x="69" y="16"/>
                  </a:cubicBezTo>
                  <a:cubicBezTo>
                    <a:pt x="53" y="0"/>
                    <a:pt x="37" y="0"/>
                    <a:pt x="1" y="0"/>
                  </a:cubicBezTo>
                  <a:close/>
                  <a:moveTo>
                    <a:pt x="69" y="16"/>
                  </a:moveTo>
                  <a:cubicBezTo>
                    <a:pt x="69" y="36"/>
                    <a:pt x="85" y="36"/>
                    <a:pt x="85" y="36"/>
                  </a:cubicBezTo>
                  <a:cubicBezTo>
                    <a:pt x="122" y="53"/>
                    <a:pt x="154" y="69"/>
                    <a:pt x="186" y="69"/>
                  </a:cubicBezTo>
                  <a:cubicBezTo>
                    <a:pt x="154" y="53"/>
                    <a:pt x="122" y="36"/>
                    <a:pt x="102" y="16"/>
                  </a:cubicBezTo>
                  <a:close/>
                  <a:moveTo>
                    <a:pt x="186" y="69"/>
                  </a:moveTo>
                  <a:cubicBezTo>
                    <a:pt x="203" y="85"/>
                    <a:pt x="223" y="85"/>
                    <a:pt x="239" y="101"/>
                  </a:cubicBezTo>
                  <a:cubicBezTo>
                    <a:pt x="255" y="101"/>
                    <a:pt x="271" y="137"/>
                    <a:pt x="271" y="154"/>
                  </a:cubicBezTo>
                  <a:cubicBezTo>
                    <a:pt x="271" y="271"/>
                    <a:pt x="287" y="356"/>
                    <a:pt x="304" y="440"/>
                  </a:cubicBezTo>
                  <a:cubicBezTo>
                    <a:pt x="304" y="356"/>
                    <a:pt x="287" y="255"/>
                    <a:pt x="287" y="154"/>
                  </a:cubicBezTo>
                  <a:cubicBezTo>
                    <a:pt x="271" y="117"/>
                    <a:pt x="271" y="101"/>
                    <a:pt x="239" y="85"/>
                  </a:cubicBezTo>
                  <a:cubicBezTo>
                    <a:pt x="223" y="69"/>
                    <a:pt x="203" y="69"/>
                    <a:pt x="186" y="69"/>
                  </a:cubicBezTo>
                  <a:close/>
                  <a:moveTo>
                    <a:pt x="304" y="440"/>
                  </a:moveTo>
                  <a:lnTo>
                    <a:pt x="304" y="558"/>
                  </a:lnTo>
                  <a:cubicBezTo>
                    <a:pt x="324" y="590"/>
                    <a:pt x="324" y="622"/>
                    <a:pt x="324" y="659"/>
                  </a:cubicBezTo>
                  <a:cubicBezTo>
                    <a:pt x="324" y="691"/>
                    <a:pt x="324" y="707"/>
                    <a:pt x="340" y="743"/>
                  </a:cubicBezTo>
                  <a:lnTo>
                    <a:pt x="340" y="659"/>
                  </a:lnTo>
                  <a:cubicBezTo>
                    <a:pt x="340" y="622"/>
                    <a:pt x="324" y="590"/>
                    <a:pt x="324" y="558"/>
                  </a:cubicBezTo>
                  <a:cubicBezTo>
                    <a:pt x="324" y="505"/>
                    <a:pt x="324" y="473"/>
                    <a:pt x="304" y="440"/>
                  </a:cubicBezTo>
                  <a:close/>
                  <a:moveTo>
                    <a:pt x="340" y="743"/>
                  </a:moveTo>
                  <a:lnTo>
                    <a:pt x="340" y="824"/>
                  </a:lnTo>
                  <a:cubicBezTo>
                    <a:pt x="356" y="861"/>
                    <a:pt x="356" y="893"/>
                    <a:pt x="356" y="925"/>
                  </a:cubicBezTo>
                  <a:lnTo>
                    <a:pt x="356" y="994"/>
                  </a:lnTo>
                  <a:cubicBezTo>
                    <a:pt x="372" y="1095"/>
                    <a:pt x="372" y="1180"/>
                    <a:pt x="388" y="1265"/>
                  </a:cubicBezTo>
                  <a:cubicBezTo>
                    <a:pt x="405" y="1329"/>
                    <a:pt x="405" y="1398"/>
                    <a:pt x="425" y="1467"/>
                  </a:cubicBezTo>
                  <a:cubicBezTo>
                    <a:pt x="425" y="1398"/>
                    <a:pt x="405" y="1329"/>
                    <a:pt x="405" y="1265"/>
                  </a:cubicBezTo>
                  <a:cubicBezTo>
                    <a:pt x="388" y="1164"/>
                    <a:pt x="388" y="1079"/>
                    <a:pt x="372" y="994"/>
                  </a:cubicBezTo>
                  <a:lnTo>
                    <a:pt x="372" y="925"/>
                  </a:lnTo>
                  <a:cubicBezTo>
                    <a:pt x="372" y="893"/>
                    <a:pt x="356" y="861"/>
                    <a:pt x="356" y="824"/>
                  </a:cubicBezTo>
                  <a:cubicBezTo>
                    <a:pt x="356" y="792"/>
                    <a:pt x="356" y="776"/>
                    <a:pt x="340" y="743"/>
                  </a:cubicBezTo>
                  <a:close/>
                  <a:moveTo>
                    <a:pt x="425" y="1467"/>
                  </a:moveTo>
                  <a:cubicBezTo>
                    <a:pt x="425" y="1551"/>
                    <a:pt x="441" y="1632"/>
                    <a:pt x="441" y="1701"/>
                  </a:cubicBezTo>
                  <a:cubicBezTo>
                    <a:pt x="441" y="1753"/>
                    <a:pt x="457" y="1818"/>
                    <a:pt x="457" y="1870"/>
                  </a:cubicBezTo>
                  <a:cubicBezTo>
                    <a:pt x="457" y="1887"/>
                    <a:pt x="457" y="1919"/>
                    <a:pt x="473" y="1935"/>
                  </a:cubicBezTo>
                  <a:lnTo>
                    <a:pt x="473" y="1854"/>
                  </a:lnTo>
                  <a:cubicBezTo>
                    <a:pt x="457" y="1802"/>
                    <a:pt x="457" y="1753"/>
                    <a:pt x="457" y="1701"/>
                  </a:cubicBezTo>
                  <a:cubicBezTo>
                    <a:pt x="441" y="1632"/>
                    <a:pt x="441" y="1551"/>
                    <a:pt x="425" y="1467"/>
                  </a:cubicBezTo>
                  <a:close/>
                  <a:moveTo>
                    <a:pt x="473" y="1935"/>
                  </a:moveTo>
                  <a:cubicBezTo>
                    <a:pt x="473" y="2004"/>
                    <a:pt x="473" y="2089"/>
                    <a:pt x="489" y="2157"/>
                  </a:cubicBezTo>
                  <a:cubicBezTo>
                    <a:pt x="506" y="2206"/>
                    <a:pt x="506" y="2258"/>
                    <a:pt x="506" y="2323"/>
                  </a:cubicBezTo>
                  <a:cubicBezTo>
                    <a:pt x="526" y="2359"/>
                    <a:pt x="526" y="2392"/>
                    <a:pt x="526" y="2440"/>
                  </a:cubicBezTo>
                  <a:cubicBezTo>
                    <a:pt x="526" y="2476"/>
                    <a:pt x="526" y="2509"/>
                    <a:pt x="542" y="2525"/>
                  </a:cubicBezTo>
                  <a:lnTo>
                    <a:pt x="542" y="2440"/>
                  </a:lnTo>
                  <a:cubicBezTo>
                    <a:pt x="542" y="2392"/>
                    <a:pt x="526" y="2359"/>
                    <a:pt x="526" y="2323"/>
                  </a:cubicBezTo>
                  <a:cubicBezTo>
                    <a:pt x="526" y="2258"/>
                    <a:pt x="506" y="2206"/>
                    <a:pt x="506" y="2157"/>
                  </a:cubicBezTo>
                  <a:cubicBezTo>
                    <a:pt x="489" y="2072"/>
                    <a:pt x="489" y="2004"/>
                    <a:pt x="473" y="1935"/>
                  </a:cubicBezTo>
                  <a:close/>
                  <a:moveTo>
                    <a:pt x="542" y="2525"/>
                  </a:moveTo>
                  <a:cubicBezTo>
                    <a:pt x="542" y="2626"/>
                    <a:pt x="558" y="2727"/>
                    <a:pt x="558" y="2812"/>
                  </a:cubicBezTo>
                  <a:cubicBezTo>
                    <a:pt x="574" y="2897"/>
                    <a:pt x="590" y="2981"/>
                    <a:pt x="590" y="3082"/>
                  </a:cubicBezTo>
                  <a:cubicBezTo>
                    <a:pt x="607" y="3131"/>
                    <a:pt x="607" y="3167"/>
                    <a:pt x="607" y="3216"/>
                  </a:cubicBezTo>
                  <a:cubicBezTo>
                    <a:pt x="627" y="3284"/>
                    <a:pt x="627" y="3333"/>
                    <a:pt x="643" y="3402"/>
                  </a:cubicBezTo>
                  <a:cubicBezTo>
                    <a:pt x="643" y="3333"/>
                    <a:pt x="627" y="3284"/>
                    <a:pt x="627" y="3216"/>
                  </a:cubicBezTo>
                  <a:cubicBezTo>
                    <a:pt x="627" y="3167"/>
                    <a:pt x="607" y="3115"/>
                    <a:pt x="607" y="3082"/>
                  </a:cubicBezTo>
                  <a:cubicBezTo>
                    <a:pt x="590" y="2981"/>
                    <a:pt x="590" y="2897"/>
                    <a:pt x="574" y="2812"/>
                  </a:cubicBezTo>
                  <a:cubicBezTo>
                    <a:pt x="574" y="2727"/>
                    <a:pt x="558" y="2626"/>
                    <a:pt x="542" y="2525"/>
                  </a:cubicBezTo>
                  <a:close/>
                  <a:moveTo>
                    <a:pt x="643" y="3402"/>
                  </a:moveTo>
                  <a:lnTo>
                    <a:pt x="643" y="3486"/>
                  </a:lnTo>
                  <a:cubicBezTo>
                    <a:pt x="643" y="3519"/>
                    <a:pt x="659" y="3551"/>
                    <a:pt x="659" y="3587"/>
                  </a:cubicBezTo>
                  <a:lnTo>
                    <a:pt x="659" y="3604"/>
                  </a:lnTo>
                  <a:lnTo>
                    <a:pt x="675" y="3587"/>
                  </a:lnTo>
                  <a:cubicBezTo>
                    <a:pt x="659" y="3551"/>
                    <a:pt x="659" y="3519"/>
                    <a:pt x="659" y="3486"/>
                  </a:cubicBezTo>
                  <a:cubicBezTo>
                    <a:pt x="659" y="3450"/>
                    <a:pt x="659" y="3434"/>
                    <a:pt x="643" y="3402"/>
                  </a:cubicBezTo>
                  <a:close/>
                  <a:moveTo>
                    <a:pt x="643" y="3604"/>
                  </a:moveTo>
                  <a:lnTo>
                    <a:pt x="659" y="3620"/>
                  </a:lnTo>
                  <a:lnTo>
                    <a:pt x="659" y="360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2601946" y="623161"/>
              <a:ext cx="31883" cy="15296"/>
            </a:xfrm>
            <a:custGeom>
              <a:rect b="b" l="l" r="r" t="t"/>
              <a:pathLst>
                <a:path extrusionOk="0" h="154" w="321">
                  <a:moveTo>
                    <a:pt x="320" y="0"/>
                  </a:moveTo>
                  <a:cubicBezTo>
                    <a:pt x="288" y="0"/>
                    <a:pt x="268" y="16"/>
                    <a:pt x="235" y="36"/>
                  </a:cubicBezTo>
                  <a:lnTo>
                    <a:pt x="219" y="36"/>
                  </a:lnTo>
                  <a:cubicBezTo>
                    <a:pt x="187" y="53"/>
                    <a:pt x="134" y="85"/>
                    <a:pt x="102" y="101"/>
                  </a:cubicBezTo>
                  <a:cubicBezTo>
                    <a:pt x="86" y="101"/>
                    <a:pt x="66" y="117"/>
                    <a:pt x="33" y="137"/>
                  </a:cubicBezTo>
                  <a:lnTo>
                    <a:pt x="1" y="137"/>
                  </a:lnTo>
                  <a:lnTo>
                    <a:pt x="1" y="154"/>
                  </a:lnTo>
                  <a:lnTo>
                    <a:pt x="17" y="154"/>
                  </a:lnTo>
                  <a:cubicBezTo>
                    <a:pt x="33" y="154"/>
                    <a:pt x="33" y="154"/>
                    <a:pt x="49" y="137"/>
                  </a:cubicBezTo>
                  <a:cubicBezTo>
                    <a:pt x="66" y="137"/>
                    <a:pt x="86" y="117"/>
                    <a:pt x="118" y="101"/>
                  </a:cubicBezTo>
                  <a:cubicBezTo>
                    <a:pt x="150" y="85"/>
                    <a:pt x="187" y="69"/>
                    <a:pt x="219" y="53"/>
                  </a:cubicBezTo>
                  <a:cubicBezTo>
                    <a:pt x="235" y="53"/>
                    <a:pt x="235" y="53"/>
                    <a:pt x="251" y="36"/>
                  </a:cubicBezTo>
                  <a:cubicBezTo>
                    <a:pt x="268" y="36"/>
                    <a:pt x="288" y="16"/>
                    <a:pt x="320" y="16"/>
                  </a:cubicBezTo>
                  <a:lnTo>
                    <a:pt x="3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1948387" y="795291"/>
              <a:ext cx="244042" cy="67044"/>
            </a:xfrm>
            <a:custGeom>
              <a:rect b="b" l="l" r="r" t="t"/>
              <a:pathLst>
                <a:path extrusionOk="0" h="675" w="2457">
                  <a:moveTo>
                    <a:pt x="0" y="0"/>
                  </a:moveTo>
                  <a:lnTo>
                    <a:pt x="0" y="20"/>
                  </a:lnTo>
                  <a:lnTo>
                    <a:pt x="49" y="20"/>
                  </a:lnTo>
                  <a:cubicBezTo>
                    <a:pt x="134" y="36"/>
                    <a:pt x="202" y="53"/>
                    <a:pt x="283" y="85"/>
                  </a:cubicBezTo>
                  <a:cubicBezTo>
                    <a:pt x="368" y="101"/>
                    <a:pt x="469" y="137"/>
                    <a:pt x="554" y="154"/>
                  </a:cubicBezTo>
                  <a:cubicBezTo>
                    <a:pt x="622" y="170"/>
                    <a:pt x="671" y="186"/>
                    <a:pt x="740" y="202"/>
                  </a:cubicBezTo>
                  <a:lnTo>
                    <a:pt x="788" y="222"/>
                  </a:lnTo>
                  <a:cubicBezTo>
                    <a:pt x="873" y="238"/>
                    <a:pt x="974" y="271"/>
                    <a:pt x="1059" y="287"/>
                  </a:cubicBezTo>
                  <a:cubicBezTo>
                    <a:pt x="1091" y="303"/>
                    <a:pt x="1144" y="303"/>
                    <a:pt x="1176" y="323"/>
                  </a:cubicBezTo>
                  <a:cubicBezTo>
                    <a:pt x="1212" y="339"/>
                    <a:pt x="1245" y="339"/>
                    <a:pt x="1277" y="356"/>
                  </a:cubicBezTo>
                  <a:cubicBezTo>
                    <a:pt x="1378" y="372"/>
                    <a:pt x="1479" y="404"/>
                    <a:pt x="1580" y="440"/>
                  </a:cubicBezTo>
                  <a:lnTo>
                    <a:pt x="1648" y="440"/>
                  </a:lnTo>
                  <a:lnTo>
                    <a:pt x="1596" y="424"/>
                  </a:lnTo>
                  <a:cubicBezTo>
                    <a:pt x="1495" y="388"/>
                    <a:pt x="1378" y="372"/>
                    <a:pt x="1277" y="339"/>
                  </a:cubicBezTo>
                  <a:cubicBezTo>
                    <a:pt x="1245" y="323"/>
                    <a:pt x="1212" y="323"/>
                    <a:pt x="1176" y="303"/>
                  </a:cubicBezTo>
                  <a:cubicBezTo>
                    <a:pt x="1144" y="303"/>
                    <a:pt x="1111" y="287"/>
                    <a:pt x="1059" y="271"/>
                  </a:cubicBezTo>
                  <a:cubicBezTo>
                    <a:pt x="974" y="255"/>
                    <a:pt x="873" y="222"/>
                    <a:pt x="788" y="202"/>
                  </a:cubicBezTo>
                  <a:lnTo>
                    <a:pt x="740" y="186"/>
                  </a:lnTo>
                  <a:cubicBezTo>
                    <a:pt x="687" y="170"/>
                    <a:pt x="622" y="154"/>
                    <a:pt x="554" y="137"/>
                  </a:cubicBezTo>
                  <a:cubicBezTo>
                    <a:pt x="469" y="121"/>
                    <a:pt x="368" y="85"/>
                    <a:pt x="283" y="69"/>
                  </a:cubicBezTo>
                  <a:cubicBezTo>
                    <a:pt x="218" y="53"/>
                    <a:pt x="134" y="20"/>
                    <a:pt x="65" y="0"/>
                  </a:cubicBezTo>
                  <a:close/>
                  <a:moveTo>
                    <a:pt x="1648" y="440"/>
                  </a:moveTo>
                  <a:cubicBezTo>
                    <a:pt x="1681" y="457"/>
                    <a:pt x="1717" y="473"/>
                    <a:pt x="1749" y="473"/>
                  </a:cubicBezTo>
                  <a:cubicBezTo>
                    <a:pt x="1798" y="489"/>
                    <a:pt x="1834" y="505"/>
                    <a:pt x="1883" y="505"/>
                  </a:cubicBezTo>
                  <a:cubicBezTo>
                    <a:pt x="1919" y="525"/>
                    <a:pt x="1951" y="525"/>
                    <a:pt x="1984" y="541"/>
                  </a:cubicBezTo>
                  <a:cubicBezTo>
                    <a:pt x="2036" y="558"/>
                    <a:pt x="2085" y="574"/>
                    <a:pt x="2153" y="574"/>
                  </a:cubicBezTo>
                  <a:cubicBezTo>
                    <a:pt x="2101" y="558"/>
                    <a:pt x="2036" y="541"/>
                    <a:pt x="1984" y="525"/>
                  </a:cubicBezTo>
                  <a:cubicBezTo>
                    <a:pt x="1951" y="505"/>
                    <a:pt x="1919" y="505"/>
                    <a:pt x="1883" y="489"/>
                  </a:cubicBezTo>
                  <a:cubicBezTo>
                    <a:pt x="1850" y="489"/>
                    <a:pt x="1798" y="473"/>
                    <a:pt x="1766" y="457"/>
                  </a:cubicBezTo>
                  <a:cubicBezTo>
                    <a:pt x="1717" y="457"/>
                    <a:pt x="1681" y="440"/>
                    <a:pt x="1648" y="440"/>
                  </a:cubicBezTo>
                  <a:close/>
                  <a:moveTo>
                    <a:pt x="2153" y="574"/>
                  </a:moveTo>
                  <a:cubicBezTo>
                    <a:pt x="2186" y="590"/>
                    <a:pt x="2238" y="606"/>
                    <a:pt x="2287" y="626"/>
                  </a:cubicBezTo>
                  <a:lnTo>
                    <a:pt x="2339" y="626"/>
                  </a:lnTo>
                  <a:cubicBezTo>
                    <a:pt x="2323" y="606"/>
                    <a:pt x="2303" y="606"/>
                    <a:pt x="2287" y="606"/>
                  </a:cubicBezTo>
                  <a:cubicBezTo>
                    <a:pt x="2238" y="590"/>
                    <a:pt x="2186" y="574"/>
                    <a:pt x="2153" y="574"/>
                  </a:cubicBezTo>
                  <a:close/>
                  <a:moveTo>
                    <a:pt x="2339" y="626"/>
                  </a:moveTo>
                  <a:cubicBezTo>
                    <a:pt x="2388" y="642"/>
                    <a:pt x="2424" y="642"/>
                    <a:pt x="2456" y="675"/>
                  </a:cubicBezTo>
                  <a:lnTo>
                    <a:pt x="2456" y="659"/>
                  </a:lnTo>
                  <a:cubicBezTo>
                    <a:pt x="2424" y="642"/>
                    <a:pt x="2388" y="626"/>
                    <a:pt x="2339" y="6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2387702" y="763507"/>
              <a:ext cx="6953" cy="57112"/>
            </a:xfrm>
            <a:custGeom>
              <a:rect b="b" l="l" r="r" t="t"/>
              <a:pathLst>
                <a:path extrusionOk="0" h="575" w="70">
                  <a:moveTo>
                    <a:pt x="1" y="1"/>
                  </a:moveTo>
                  <a:lnTo>
                    <a:pt x="1" y="17"/>
                  </a:lnTo>
                  <a:cubicBezTo>
                    <a:pt x="21" y="17"/>
                    <a:pt x="21" y="37"/>
                    <a:pt x="21" y="53"/>
                  </a:cubicBezTo>
                  <a:cubicBezTo>
                    <a:pt x="21" y="37"/>
                    <a:pt x="37" y="1"/>
                    <a:pt x="1" y="1"/>
                  </a:cubicBezTo>
                  <a:close/>
                  <a:moveTo>
                    <a:pt x="21" y="53"/>
                  </a:moveTo>
                  <a:lnTo>
                    <a:pt x="21" y="154"/>
                  </a:lnTo>
                  <a:lnTo>
                    <a:pt x="21" y="219"/>
                  </a:lnTo>
                  <a:cubicBezTo>
                    <a:pt x="21" y="255"/>
                    <a:pt x="37" y="288"/>
                    <a:pt x="37" y="320"/>
                  </a:cubicBezTo>
                  <a:lnTo>
                    <a:pt x="37" y="373"/>
                  </a:lnTo>
                  <a:lnTo>
                    <a:pt x="37" y="441"/>
                  </a:lnTo>
                  <a:lnTo>
                    <a:pt x="37" y="474"/>
                  </a:lnTo>
                  <a:cubicBezTo>
                    <a:pt x="37" y="490"/>
                    <a:pt x="37" y="506"/>
                    <a:pt x="53" y="522"/>
                  </a:cubicBezTo>
                  <a:lnTo>
                    <a:pt x="53" y="558"/>
                  </a:lnTo>
                  <a:lnTo>
                    <a:pt x="53" y="575"/>
                  </a:lnTo>
                  <a:lnTo>
                    <a:pt x="69" y="558"/>
                  </a:lnTo>
                  <a:cubicBezTo>
                    <a:pt x="69" y="542"/>
                    <a:pt x="69" y="522"/>
                    <a:pt x="53" y="506"/>
                  </a:cubicBezTo>
                  <a:lnTo>
                    <a:pt x="53" y="474"/>
                  </a:lnTo>
                  <a:lnTo>
                    <a:pt x="53" y="421"/>
                  </a:lnTo>
                  <a:lnTo>
                    <a:pt x="53" y="373"/>
                  </a:lnTo>
                  <a:lnTo>
                    <a:pt x="53" y="320"/>
                  </a:lnTo>
                  <a:cubicBezTo>
                    <a:pt x="37" y="288"/>
                    <a:pt x="37" y="255"/>
                    <a:pt x="37" y="219"/>
                  </a:cubicBezTo>
                  <a:lnTo>
                    <a:pt x="37" y="154"/>
                  </a:lnTo>
                  <a:cubicBezTo>
                    <a:pt x="21" y="102"/>
                    <a:pt x="21" y="86"/>
                    <a:pt x="2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1408258" y="767182"/>
              <a:ext cx="4966" cy="65058"/>
            </a:xfrm>
            <a:custGeom>
              <a:rect b="b" l="l" r="r" t="t"/>
              <a:pathLst>
                <a:path extrusionOk="0" h="655" w="50">
                  <a:moveTo>
                    <a:pt x="17" y="0"/>
                  </a:moveTo>
                  <a:cubicBezTo>
                    <a:pt x="33" y="16"/>
                    <a:pt x="33" y="49"/>
                    <a:pt x="33" y="65"/>
                  </a:cubicBezTo>
                  <a:lnTo>
                    <a:pt x="33" y="81"/>
                  </a:lnTo>
                  <a:cubicBezTo>
                    <a:pt x="49" y="49"/>
                    <a:pt x="49" y="16"/>
                    <a:pt x="33" y="0"/>
                  </a:cubicBezTo>
                  <a:close/>
                  <a:moveTo>
                    <a:pt x="33" y="101"/>
                  </a:moveTo>
                  <a:cubicBezTo>
                    <a:pt x="33" y="134"/>
                    <a:pt x="17" y="166"/>
                    <a:pt x="17" y="218"/>
                  </a:cubicBezTo>
                  <a:lnTo>
                    <a:pt x="17" y="283"/>
                  </a:lnTo>
                  <a:lnTo>
                    <a:pt x="17" y="368"/>
                  </a:lnTo>
                  <a:lnTo>
                    <a:pt x="17" y="505"/>
                  </a:lnTo>
                  <a:cubicBezTo>
                    <a:pt x="33" y="453"/>
                    <a:pt x="33" y="404"/>
                    <a:pt x="33" y="368"/>
                  </a:cubicBezTo>
                  <a:lnTo>
                    <a:pt x="33" y="283"/>
                  </a:lnTo>
                  <a:lnTo>
                    <a:pt x="33" y="218"/>
                  </a:lnTo>
                  <a:lnTo>
                    <a:pt x="33" y="101"/>
                  </a:lnTo>
                  <a:close/>
                  <a:moveTo>
                    <a:pt x="17" y="554"/>
                  </a:moveTo>
                  <a:cubicBezTo>
                    <a:pt x="17" y="586"/>
                    <a:pt x="17" y="622"/>
                    <a:pt x="1" y="655"/>
                  </a:cubicBezTo>
                  <a:lnTo>
                    <a:pt x="17" y="655"/>
                  </a:lnTo>
                  <a:lnTo>
                    <a:pt x="17" y="55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2610388" y="698549"/>
              <a:ext cx="91975" cy="18574"/>
            </a:xfrm>
            <a:custGeom>
              <a:rect b="b" l="l" r="r" t="t"/>
              <a:pathLst>
                <a:path extrusionOk="0" h="187" w="926">
                  <a:moveTo>
                    <a:pt x="352" y="0"/>
                  </a:moveTo>
                  <a:cubicBezTo>
                    <a:pt x="320" y="0"/>
                    <a:pt x="284" y="17"/>
                    <a:pt x="267" y="17"/>
                  </a:cubicBezTo>
                  <a:lnTo>
                    <a:pt x="251" y="33"/>
                  </a:lnTo>
                  <a:cubicBezTo>
                    <a:pt x="183" y="49"/>
                    <a:pt x="134" y="85"/>
                    <a:pt x="82" y="101"/>
                  </a:cubicBezTo>
                  <a:cubicBezTo>
                    <a:pt x="65" y="118"/>
                    <a:pt x="49" y="134"/>
                    <a:pt x="17" y="134"/>
                  </a:cubicBezTo>
                  <a:lnTo>
                    <a:pt x="1" y="134"/>
                  </a:lnTo>
                  <a:lnTo>
                    <a:pt x="1" y="150"/>
                  </a:lnTo>
                  <a:lnTo>
                    <a:pt x="17" y="150"/>
                  </a:lnTo>
                  <a:cubicBezTo>
                    <a:pt x="49" y="134"/>
                    <a:pt x="65" y="134"/>
                    <a:pt x="102" y="118"/>
                  </a:cubicBezTo>
                  <a:cubicBezTo>
                    <a:pt x="150" y="85"/>
                    <a:pt x="203" y="65"/>
                    <a:pt x="251" y="49"/>
                  </a:cubicBezTo>
                  <a:cubicBezTo>
                    <a:pt x="251" y="33"/>
                    <a:pt x="267" y="33"/>
                    <a:pt x="267" y="33"/>
                  </a:cubicBezTo>
                  <a:cubicBezTo>
                    <a:pt x="304" y="17"/>
                    <a:pt x="320" y="17"/>
                    <a:pt x="352" y="17"/>
                  </a:cubicBezTo>
                  <a:cubicBezTo>
                    <a:pt x="368" y="17"/>
                    <a:pt x="385" y="17"/>
                    <a:pt x="421" y="33"/>
                  </a:cubicBezTo>
                  <a:cubicBezTo>
                    <a:pt x="469" y="49"/>
                    <a:pt x="522" y="65"/>
                    <a:pt x="570" y="85"/>
                  </a:cubicBezTo>
                  <a:cubicBezTo>
                    <a:pt x="671" y="118"/>
                    <a:pt x="756" y="150"/>
                    <a:pt x="841" y="166"/>
                  </a:cubicBezTo>
                  <a:cubicBezTo>
                    <a:pt x="756" y="134"/>
                    <a:pt x="671" y="101"/>
                    <a:pt x="586" y="65"/>
                  </a:cubicBezTo>
                  <a:cubicBezTo>
                    <a:pt x="522" y="49"/>
                    <a:pt x="469" y="33"/>
                    <a:pt x="421" y="17"/>
                  </a:cubicBezTo>
                  <a:cubicBezTo>
                    <a:pt x="405" y="17"/>
                    <a:pt x="368" y="0"/>
                    <a:pt x="352" y="0"/>
                  </a:cubicBezTo>
                  <a:close/>
                  <a:moveTo>
                    <a:pt x="841" y="166"/>
                  </a:moveTo>
                  <a:lnTo>
                    <a:pt x="857" y="186"/>
                  </a:lnTo>
                  <a:lnTo>
                    <a:pt x="926" y="186"/>
                  </a:lnTo>
                  <a:lnTo>
                    <a:pt x="910" y="166"/>
                  </a:lnTo>
                  <a:cubicBezTo>
                    <a:pt x="903" y="173"/>
                    <a:pt x="897" y="175"/>
                    <a:pt x="891" y="175"/>
                  </a:cubicBezTo>
                  <a:cubicBezTo>
                    <a:pt x="879" y="175"/>
                    <a:pt x="868" y="166"/>
                    <a:pt x="857"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2501628" y="531186"/>
              <a:ext cx="31883" cy="13409"/>
            </a:xfrm>
            <a:custGeom>
              <a:rect b="b" l="l" r="r" t="t"/>
              <a:pathLst>
                <a:path extrusionOk="0" h="135" w="321">
                  <a:moveTo>
                    <a:pt x="1" y="1"/>
                  </a:moveTo>
                  <a:lnTo>
                    <a:pt x="1" y="17"/>
                  </a:lnTo>
                  <a:cubicBezTo>
                    <a:pt x="49" y="33"/>
                    <a:pt x="118" y="53"/>
                    <a:pt x="167" y="70"/>
                  </a:cubicBezTo>
                  <a:cubicBezTo>
                    <a:pt x="118" y="33"/>
                    <a:pt x="66" y="17"/>
                    <a:pt x="1" y="1"/>
                  </a:cubicBezTo>
                  <a:close/>
                  <a:moveTo>
                    <a:pt x="167" y="70"/>
                  </a:moveTo>
                  <a:cubicBezTo>
                    <a:pt x="187" y="86"/>
                    <a:pt x="203" y="86"/>
                    <a:pt x="235" y="102"/>
                  </a:cubicBezTo>
                  <a:cubicBezTo>
                    <a:pt x="251" y="102"/>
                    <a:pt x="268" y="118"/>
                    <a:pt x="288" y="118"/>
                  </a:cubicBezTo>
                  <a:lnTo>
                    <a:pt x="320" y="134"/>
                  </a:lnTo>
                  <a:lnTo>
                    <a:pt x="320" y="118"/>
                  </a:lnTo>
                  <a:lnTo>
                    <a:pt x="304" y="102"/>
                  </a:lnTo>
                  <a:cubicBezTo>
                    <a:pt x="268" y="102"/>
                    <a:pt x="251" y="102"/>
                    <a:pt x="235" y="86"/>
                  </a:cubicBezTo>
                  <a:cubicBezTo>
                    <a:pt x="219" y="86"/>
                    <a:pt x="187" y="70"/>
                    <a:pt x="167" y="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1717655" y="725069"/>
              <a:ext cx="8145" cy="5264"/>
            </a:xfrm>
            <a:custGeom>
              <a:rect b="b" l="l" r="r" t="t"/>
              <a:pathLst>
                <a:path extrusionOk="0" h="53" w="82">
                  <a:moveTo>
                    <a:pt x="65" y="0"/>
                  </a:moveTo>
                  <a:lnTo>
                    <a:pt x="0" y="53"/>
                  </a:lnTo>
                  <a:lnTo>
                    <a:pt x="81" y="20"/>
                  </a:lnTo>
                  <a:lnTo>
                    <a:pt x="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1679117" y="406037"/>
              <a:ext cx="56715" cy="46683"/>
            </a:xfrm>
            <a:custGeom>
              <a:rect b="b" l="l" r="r" t="t"/>
              <a:pathLst>
                <a:path extrusionOk="0" h="470" w="571">
                  <a:moveTo>
                    <a:pt x="554" y="1"/>
                  </a:moveTo>
                  <a:lnTo>
                    <a:pt x="489" y="65"/>
                  </a:lnTo>
                  <a:lnTo>
                    <a:pt x="570" y="1"/>
                  </a:lnTo>
                  <a:close/>
                  <a:moveTo>
                    <a:pt x="489" y="65"/>
                  </a:moveTo>
                  <a:cubicBezTo>
                    <a:pt x="421" y="118"/>
                    <a:pt x="368" y="166"/>
                    <a:pt x="304" y="219"/>
                  </a:cubicBezTo>
                  <a:cubicBezTo>
                    <a:pt x="368" y="166"/>
                    <a:pt x="437" y="118"/>
                    <a:pt x="489" y="65"/>
                  </a:cubicBezTo>
                  <a:close/>
                  <a:moveTo>
                    <a:pt x="304" y="219"/>
                  </a:moveTo>
                  <a:cubicBezTo>
                    <a:pt x="235" y="267"/>
                    <a:pt x="166" y="336"/>
                    <a:pt x="86" y="384"/>
                  </a:cubicBezTo>
                  <a:lnTo>
                    <a:pt x="1" y="453"/>
                  </a:lnTo>
                  <a:lnTo>
                    <a:pt x="1" y="469"/>
                  </a:lnTo>
                  <a:lnTo>
                    <a:pt x="102" y="405"/>
                  </a:lnTo>
                  <a:cubicBezTo>
                    <a:pt x="166" y="336"/>
                    <a:pt x="235" y="283"/>
                    <a:pt x="304" y="2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1677528" y="519565"/>
              <a:ext cx="10131" cy="6953"/>
            </a:xfrm>
            <a:custGeom>
              <a:rect b="b" l="l" r="r" t="t"/>
              <a:pathLst>
                <a:path extrusionOk="0" h="70" w="102">
                  <a:moveTo>
                    <a:pt x="81" y="1"/>
                  </a:moveTo>
                  <a:lnTo>
                    <a:pt x="1" y="69"/>
                  </a:lnTo>
                  <a:lnTo>
                    <a:pt x="17" y="69"/>
                  </a:lnTo>
                  <a:lnTo>
                    <a:pt x="81"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1675542" y="562970"/>
              <a:ext cx="62277" cy="43802"/>
            </a:xfrm>
            <a:custGeom>
              <a:rect b="b" l="l" r="r" t="t"/>
              <a:pathLst>
                <a:path extrusionOk="0" h="441" w="627">
                  <a:moveTo>
                    <a:pt x="606" y="0"/>
                  </a:moveTo>
                  <a:cubicBezTo>
                    <a:pt x="590" y="16"/>
                    <a:pt x="558" y="36"/>
                    <a:pt x="542" y="53"/>
                  </a:cubicBezTo>
                  <a:cubicBezTo>
                    <a:pt x="542" y="53"/>
                    <a:pt x="525" y="53"/>
                    <a:pt x="525" y="69"/>
                  </a:cubicBezTo>
                  <a:cubicBezTo>
                    <a:pt x="542" y="69"/>
                    <a:pt x="542" y="69"/>
                    <a:pt x="558" y="53"/>
                  </a:cubicBezTo>
                  <a:cubicBezTo>
                    <a:pt x="574" y="36"/>
                    <a:pt x="590" y="16"/>
                    <a:pt x="626" y="16"/>
                  </a:cubicBezTo>
                  <a:lnTo>
                    <a:pt x="606" y="0"/>
                  </a:lnTo>
                  <a:close/>
                  <a:moveTo>
                    <a:pt x="525" y="69"/>
                  </a:moveTo>
                  <a:cubicBezTo>
                    <a:pt x="424" y="117"/>
                    <a:pt x="340" y="186"/>
                    <a:pt x="255" y="255"/>
                  </a:cubicBezTo>
                  <a:cubicBezTo>
                    <a:pt x="202" y="303"/>
                    <a:pt x="138" y="339"/>
                    <a:pt x="85" y="372"/>
                  </a:cubicBezTo>
                  <a:lnTo>
                    <a:pt x="37" y="420"/>
                  </a:lnTo>
                  <a:cubicBezTo>
                    <a:pt x="53" y="404"/>
                    <a:pt x="85" y="404"/>
                    <a:pt x="101" y="388"/>
                  </a:cubicBezTo>
                  <a:cubicBezTo>
                    <a:pt x="154" y="356"/>
                    <a:pt x="202" y="303"/>
                    <a:pt x="255" y="271"/>
                  </a:cubicBezTo>
                  <a:cubicBezTo>
                    <a:pt x="340" y="202"/>
                    <a:pt x="441" y="137"/>
                    <a:pt x="525" y="69"/>
                  </a:cubicBezTo>
                  <a:close/>
                  <a:moveTo>
                    <a:pt x="37" y="420"/>
                  </a:moveTo>
                  <a:cubicBezTo>
                    <a:pt x="21" y="420"/>
                    <a:pt x="21" y="420"/>
                    <a:pt x="0" y="440"/>
                  </a:cubicBezTo>
                  <a:cubicBezTo>
                    <a:pt x="21" y="440"/>
                    <a:pt x="37" y="440"/>
                    <a:pt x="37" y="4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2490007" y="552938"/>
              <a:ext cx="8145" cy="3675"/>
            </a:xfrm>
            <a:custGeom>
              <a:rect b="b" l="l" r="r" t="t"/>
              <a:pathLst>
                <a:path extrusionOk="0" h="37" w="82">
                  <a:moveTo>
                    <a:pt x="1" y="0"/>
                  </a:moveTo>
                  <a:cubicBezTo>
                    <a:pt x="33" y="16"/>
                    <a:pt x="49" y="16"/>
                    <a:pt x="82" y="36"/>
                  </a:cubicBezTo>
                  <a:lnTo>
                    <a:pt x="82" y="16"/>
                  </a:lnTo>
                  <a:cubicBezTo>
                    <a:pt x="65" y="0"/>
                    <a:pt x="33"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2463189" y="484305"/>
              <a:ext cx="85122" cy="33770"/>
            </a:xfrm>
            <a:custGeom>
              <a:rect b="b" l="l" r="r" t="t"/>
              <a:pathLst>
                <a:path extrusionOk="0" h="340" w="857">
                  <a:moveTo>
                    <a:pt x="0" y="0"/>
                  </a:moveTo>
                  <a:lnTo>
                    <a:pt x="0" y="20"/>
                  </a:lnTo>
                  <a:cubicBezTo>
                    <a:pt x="33" y="20"/>
                    <a:pt x="49" y="37"/>
                    <a:pt x="85" y="37"/>
                  </a:cubicBezTo>
                  <a:cubicBezTo>
                    <a:pt x="69" y="20"/>
                    <a:pt x="33" y="0"/>
                    <a:pt x="0" y="0"/>
                  </a:cubicBezTo>
                  <a:close/>
                  <a:moveTo>
                    <a:pt x="85" y="37"/>
                  </a:moveTo>
                  <a:cubicBezTo>
                    <a:pt x="101" y="53"/>
                    <a:pt x="117" y="53"/>
                    <a:pt x="117" y="53"/>
                  </a:cubicBezTo>
                  <a:cubicBezTo>
                    <a:pt x="170" y="69"/>
                    <a:pt x="202" y="85"/>
                    <a:pt x="234" y="101"/>
                  </a:cubicBezTo>
                  <a:cubicBezTo>
                    <a:pt x="251" y="101"/>
                    <a:pt x="271" y="121"/>
                    <a:pt x="287" y="121"/>
                  </a:cubicBezTo>
                  <a:cubicBezTo>
                    <a:pt x="319" y="138"/>
                    <a:pt x="335" y="154"/>
                    <a:pt x="372" y="154"/>
                  </a:cubicBezTo>
                  <a:cubicBezTo>
                    <a:pt x="436" y="186"/>
                    <a:pt x="505" y="202"/>
                    <a:pt x="574" y="239"/>
                  </a:cubicBezTo>
                  <a:cubicBezTo>
                    <a:pt x="638" y="255"/>
                    <a:pt x="707" y="287"/>
                    <a:pt x="756" y="303"/>
                  </a:cubicBezTo>
                  <a:cubicBezTo>
                    <a:pt x="792" y="323"/>
                    <a:pt x="824" y="340"/>
                    <a:pt x="857" y="340"/>
                  </a:cubicBezTo>
                  <a:cubicBezTo>
                    <a:pt x="824" y="323"/>
                    <a:pt x="792" y="303"/>
                    <a:pt x="776" y="287"/>
                  </a:cubicBezTo>
                  <a:cubicBezTo>
                    <a:pt x="707" y="271"/>
                    <a:pt x="638" y="239"/>
                    <a:pt x="574" y="222"/>
                  </a:cubicBezTo>
                  <a:cubicBezTo>
                    <a:pt x="505" y="186"/>
                    <a:pt x="436" y="170"/>
                    <a:pt x="372" y="138"/>
                  </a:cubicBezTo>
                  <a:cubicBezTo>
                    <a:pt x="352" y="138"/>
                    <a:pt x="319" y="121"/>
                    <a:pt x="303" y="121"/>
                  </a:cubicBezTo>
                  <a:cubicBezTo>
                    <a:pt x="271" y="101"/>
                    <a:pt x="251" y="101"/>
                    <a:pt x="234" y="85"/>
                  </a:cubicBezTo>
                  <a:cubicBezTo>
                    <a:pt x="202" y="69"/>
                    <a:pt x="170" y="53"/>
                    <a:pt x="133" y="53"/>
                  </a:cubicBezTo>
                  <a:cubicBezTo>
                    <a:pt x="117" y="37"/>
                    <a:pt x="101"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1673952" y="751886"/>
              <a:ext cx="8443" cy="5364"/>
            </a:xfrm>
            <a:custGeom>
              <a:rect b="b" l="l" r="r" t="t"/>
              <a:pathLst>
                <a:path extrusionOk="0" h="54" w="85">
                  <a:moveTo>
                    <a:pt x="85" y="1"/>
                  </a:moveTo>
                  <a:lnTo>
                    <a:pt x="16" y="33"/>
                  </a:lnTo>
                  <a:lnTo>
                    <a:pt x="0" y="53"/>
                  </a:lnTo>
                  <a:lnTo>
                    <a:pt x="16" y="53"/>
                  </a:lnTo>
                  <a:lnTo>
                    <a:pt x="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2287384" y="594655"/>
              <a:ext cx="32181" cy="10131"/>
            </a:xfrm>
            <a:custGeom>
              <a:rect b="b" l="l" r="r" t="t"/>
              <a:pathLst>
                <a:path extrusionOk="0" h="102" w="324">
                  <a:moveTo>
                    <a:pt x="1" y="0"/>
                  </a:moveTo>
                  <a:lnTo>
                    <a:pt x="21" y="20"/>
                  </a:lnTo>
                  <a:cubicBezTo>
                    <a:pt x="53" y="20"/>
                    <a:pt x="102" y="37"/>
                    <a:pt x="138" y="53"/>
                  </a:cubicBezTo>
                  <a:cubicBezTo>
                    <a:pt x="154" y="53"/>
                    <a:pt x="154" y="53"/>
                    <a:pt x="170" y="69"/>
                  </a:cubicBezTo>
                  <a:cubicBezTo>
                    <a:pt x="203" y="69"/>
                    <a:pt x="239" y="85"/>
                    <a:pt x="271" y="101"/>
                  </a:cubicBezTo>
                  <a:lnTo>
                    <a:pt x="324" y="101"/>
                  </a:lnTo>
                  <a:cubicBezTo>
                    <a:pt x="304" y="85"/>
                    <a:pt x="288" y="85"/>
                    <a:pt x="271" y="85"/>
                  </a:cubicBezTo>
                  <a:cubicBezTo>
                    <a:pt x="239" y="69"/>
                    <a:pt x="203" y="69"/>
                    <a:pt x="170" y="53"/>
                  </a:cubicBezTo>
                  <a:cubicBezTo>
                    <a:pt x="170" y="53"/>
                    <a:pt x="154" y="37"/>
                    <a:pt x="138" y="37"/>
                  </a:cubicBezTo>
                  <a:cubicBezTo>
                    <a:pt x="102" y="20"/>
                    <a:pt x="69" y="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2132139" y="318929"/>
              <a:ext cx="91975" cy="35062"/>
            </a:xfrm>
            <a:custGeom>
              <a:rect b="b" l="l" r="r" t="t"/>
              <a:pathLst>
                <a:path extrusionOk="0" h="353" w="926">
                  <a:moveTo>
                    <a:pt x="17" y="1"/>
                  </a:moveTo>
                  <a:lnTo>
                    <a:pt x="0" y="17"/>
                  </a:lnTo>
                  <a:lnTo>
                    <a:pt x="17" y="17"/>
                  </a:lnTo>
                  <a:cubicBezTo>
                    <a:pt x="49" y="17"/>
                    <a:pt x="85" y="33"/>
                    <a:pt x="118" y="49"/>
                  </a:cubicBezTo>
                  <a:cubicBezTo>
                    <a:pt x="134" y="49"/>
                    <a:pt x="150" y="70"/>
                    <a:pt x="170" y="70"/>
                  </a:cubicBezTo>
                  <a:cubicBezTo>
                    <a:pt x="251" y="102"/>
                    <a:pt x="320" y="118"/>
                    <a:pt x="404" y="150"/>
                  </a:cubicBezTo>
                  <a:cubicBezTo>
                    <a:pt x="437" y="171"/>
                    <a:pt x="489" y="187"/>
                    <a:pt x="522" y="203"/>
                  </a:cubicBezTo>
                  <a:cubicBezTo>
                    <a:pt x="623" y="235"/>
                    <a:pt x="724" y="272"/>
                    <a:pt x="808" y="320"/>
                  </a:cubicBezTo>
                  <a:lnTo>
                    <a:pt x="893" y="336"/>
                  </a:lnTo>
                  <a:lnTo>
                    <a:pt x="909" y="336"/>
                  </a:lnTo>
                  <a:lnTo>
                    <a:pt x="893" y="320"/>
                  </a:lnTo>
                  <a:lnTo>
                    <a:pt x="825" y="304"/>
                  </a:lnTo>
                  <a:cubicBezTo>
                    <a:pt x="724" y="272"/>
                    <a:pt x="623" y="235"/>
                    <a:pt x="522" y="187"/>
                  </a:cubicBezTo>
                  <a:cubicBezTo>
                    <a:pt x="489" y="171"/>
                    <a:pt x="437" y="150"/>
                    <a:pt x="404" y="134"/>
                  </a:cubicBezTo>
                  <a:cubicBezTo>
                    <a:pt x="320" y="118"/>
                    <a:pt x="251" y="86"/>
                    <a:pt x="170" y="49"/>
                  </a:cubicBezTo>
                  <a:cubicBezTo>
                    <a:pt x="150" y="49"/>
                    <a:pt x="150" y="49"/>
                    <a:pt x="134" y="33"/>
                  </a:cubicBezTo>
                  <a:cubicBezTo>
                    <a:pt x="85" y="17"/>
                    <a:pt x="49" y="1"/>
                    <a:pt x="17" y="1"/>
                  </a:cubicBezTo>
                  <a:close/>
                  <a:moveTo>
                    <a:pt x="909" y="336"/>
                  </a:moveTo>
                  <a:lnTo>
                    <a:pt x="909" y="352"/>
                  </a:lnTo>
                  <a:lnTo>
                    <a:pt x="926" y="3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2274173" y="449342"/>
              <a:ext cx="8542" cy="4966"/>
            </a:xfrm>
            <a:custGeom>
              <a:rect b="b" l="l" r="r" t="t"/>
              <a:pathLst>
                <a:path extrusionOk="0" h="50" w="86">
                  <a:moveTo>
                    <a:pt x="1" y="1"/>
                  </a:moveTo>
                  <a:lnTo>
                    <a:pt x="1" y="17"/>
                  </a:lnTo>
                  <a:lnTo>
                    <a:pt x="85" y="49"/>
                  </a:lnTo>
                  <a:lnTo>
                    <a:pt x="85" y="3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2484842" y="517976"/>
              <a:ext cx="67044" cy="26619"/>
            </a:xfrm>
            <a:custGeom>
              <a:rect b="b" l="l" r="r" t="t"/>
              <a:pathLst>
                <a:path extrusionOk="0" h="268" w="675">
                  <a:moveTo>
                    <a:pt x="0" y="1"/>
                  </a:moveTo>
                  <a:lnTo>
                    <a:pt x="0" y="17"/>
                  </a:lnTo>
                  <a:cubicBezTo>
                    <a:pt x="69" y="33"/>
                    <a:pt x="117" y="65"/>
                    <a:pt x="186" y="85"/>
                  </a:cubicBezTo>
                  <a:cubicBezTo>
                    <a:pt x="271" y="118"/>
                    <a:pt x="336" y="134"/>
                    <a:pt x="388" y="166"/>
                  </a:cubicBezTo>
                  <a:cubicBezTo>
                    <a:pt x="420" y="166"/>
                    <a:pt x="437" y="186"/>
                    <a:pt x="457" y="186"/>
                  </a:cubicBezTo>
                  <a:cubicBezTo>
                    <a:pt x="521" y="203"/>
                    <a:pt x="590" y="235"/>
                    <a:pt x="639" y="251"/>
                  </a:cubicBezTo>
                  <a:lnTo>
                    <a:pt x="659" y="251"/>
                  </a:lnTo>
                  <a:lnTo>
                    <a:pt x="639" y="235"/>
                  </a:lnTo>
                  <a:cubicBezTo>
                    <a:pt x="590" y="219"/>
                    <a:pt x="521" y="203"/>
                    <a:pt x="473" y="166"/>
                  </a:cubicBezTo>
                  <a:cubicBezTo>
                    <a:pt x="437" y="166"/>
                    <a:pt x="420" y="150"/>
                    <a:pt x="404" y="150"/>
                  </a:cubicBezTo>
                  <a:cubicBezTo>
                    <a:pt x="336" y="118"/>
                    <a:pt x="271" y="102"/>
                    <a:pt x="186" y="65"/>
                  </a:cubicBezTo>
                  <a:cubicBezTo>
                    <a:pt x="134" y="49"/>
                    <a:pt x="69" y="17"/>
                    <a:pt x="0" y="1"/>
                  </a:cubicBezTo>
                  <a:close/>
                  <a:moveTo>
                    <a:pt x="659" y="251"/>
                  </a:moveTo>
                  <a:lnTo>
                    <a:pt x="659" y="267"/>
                  </a:lnTo>
                  <a:lnTo>
                    <a:pt x="675" y="25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2305858" y="373955"/>
              <a:ext cx="8542" cy="5264"/>
            </a:xfrm>
            <a:custGeom>
              <a:rect b="b" l="l" r="r" t="t"/>
              <a:pathLst>
                <a:path extrusionOk="0" h="53" w="86">
                  <a:moveTo>
                    <a:pt x="1" y="0"/>
                  </a:moveTo>
                  <a:lnTo>
                    <a:pt x="1" y="21"/>
                  </a:lnTo>
                  <a:lnTo>
                    <a:pt x="85" y="53"/>
                  </a:lnTo>
                  <a:lnTo>
                    <a:pt x="85" y="37"/>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2653793" y="775228"/>
              <a:ext cx="11720" cy="78665"/>
            </a:xfrm>
            <a:custGeom>
              <a:rect b="b" l="l" r="r" t="t"/>
              <a:pathLst>
                <a:path extrusionOk="0" h="792" w="118">
                  <a:moveTo>
                    <a:pt x="0" y="0"/>
                  </a:moveTo>
                  <a:lnTo>
                    <a:pt x="0" y="20"/>
                  </a:lnTo>
                  <a:lnTo>
                    <a:pt x="0" y="53"/>
                  </a:lnTo>
                  <a:cubicBezTo>
                    <a:pt x="16" y="101"/>
                    <a:pt x="16" y="137"/>
                    <a:pt x="16" y="170"/>
                  </a:cubicBezTo>
                  <a:cubicBezTo>
                    <a:pt x="32" y="222"/>
                    <a:pt x="32" y="271"/>
                    <a:pt x="32" y="303"/>
                  </a:cubicBezTo>
                  <a:cubicBezTo>
                    <a:pt x="49" y="372"/>
                    <a:pt x="49" y="424"/>
                    <a:pt x="69" y="473"/>
                  </a:cubicBezTo>
                  <a:cubicBezTo>
                    <a:pt x="69" y="424"/>
                    <a:pt x="69" y="356"/>
                    <a:pt x="49" y="303"/>
                  </a:cubicBezTo>
                  <a:cubicBezTo>
                    <a:pt x="49" y="271"/>
                    <a:pt x="32" y="222"/>
                    <a:pt x="32" y="170"/>
                  </a:cubicBezTo>
                  <a:cubicBezTo>
                    <a:pt x="32" y="137"/>
                    <a:pt x="16" y="101"/>
                    <a:pt x="16" y="53"/>
                  </a:cubicBezTo>
                  <a:lnTo>
                    <a:pt x="16" y="0"/>
                  </a:lnTo>
                  <a:close/>
                  <a:moveTo>
                    <a:pt x="69" y="473"/>
                  </a:moveTo>
                  <a:cubicBezTo>
                    <a:pt x="69" y="525"/>
                    <a:pt x="85" y="574"/>
                    <a:pt x="85" y="626"/>
                  </a:cubicBezTo>
                  <a:lnTo>
                    <a:pt x="85" y="691"/>
                  </a:lnTo>
                  <a:cubicBezTo>
                    <a:pt x="85" y="707"/>
                    <a:pt x="101" y="727"/>
                    <a:pt x="101" y="727"/>
                  </a:cubicBezTo>
                  <a:lnTo>
                    <a:pt x="101" y="691"/>
                  </a:lnTo>
                  <a:lnTo>
                    <a:pt x="101" y="626"/>
                  </a:lnTo>
                  <a:cubicBezTo>
                    <a:pt x="85" y="574"/>
                    <a:pt x="85" y="525"/>
                    <a:pt x="69" y="473"/>
                  </a:cubicBezTo>
                  <a:close/>
                  <a:moveTo>
                    <a:pt x="101" y="727"/>
                  </a:moveTo>
                  <a:lnTo>
                    <a:pt x="101" y="792"/>
                  </a:lnTo>
                  <a:lnTo>
                    <a:pt x="117" y="792"/>
                  </a:lnTo>
                  <a:cubicBezTo>
                    <a:pt x="117" y="760"/>
                    <a:pt x="117" y="743"/>
                    <a:pt x="101" y="7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2493284" y="950934"/>
              <a:ext cx="95153" cy="30195"/>
            </a:xfrm>
            <a:custGeom>
              <a:rect b="b" l="l" r="r" t="t"/>
              <a:pathLst>
                <a:path extrusionOk="0" h="304" w="958">
                  <a:moveTo>
                    <a:pt x="16" y="287"/>
                  </a:moveTo>
                  <a:lnTo>
                    <a:pt x="16" y="303"/>
                  </a:lnTo>
                  <a:lnTo>
                    <a:pt x="32" y="303"/>
                  </a:lnTo>
                  <a:lnTo>
                    <a:pt x="49" y="287"/>
                  </a:lnTo>
                  <a:close/>
                  <a:moveTo>
                    <a:pt x="0" y="0"/>
                  </a:moveTo>
                  <a:lnTo>
                    <a:pt x="0" y="69"/>
                  </a:lnTo>
                  <a:lnTo>
                    <a:pt x="0" y="134"/>
                  </a:lnTo>
                  <a:lnTo>
                    <a:pt x="0" y="150"/>
                  </a:lnTo>
                  <a:lnTo>
                    <a:pt x="0" y="186"/>
                  </a:lnTo>
                  <a:cubicBezTo>
                    <a:pt x="0" y="219"/>
                    <a:pt x="0" y="251"/>
                    <a:pt x="16" y="287"/>
                  </a:cubicBezTo>
                  <a:lnTo>
                    <a:pt x="16" y="186"/>
                  </a:lnTo>
                  <a:lnTo>
                    <a:pt x="16" y="150"/>
                  </a:lnTo>
                  <a:lnTo>
                    <a:pt x="16" y="134"/>
                  </a:lnTo>
                  <a:lnTo>
                    <a:pt x="16" y="69"/>
                  </a:lnTo>
                  <a:cubicBezTo>
                    <a:pt x="0" y="33"/>
                    <a:pt x="16" y="17"/>
                    <a:pt x="16" y="17"/>
                  </a:cubicBezTo>
                  <a:lnTo>
                    <a:pt x="49" y="17"/>
                  </a:lnTo>
                  <a:cubicBezTo>
                    <a:pt x="133" y="33"/>
                    <a:pt x="202" y="69"/>
                    <a:pt x="287" y="85"/>
                  </a:cubicBezTo>
                  <a:cubicBezTo>
                    <a:pt x="335" y="101"/>
                    <a:pt x="404" y="118"/>
                    <a:pt x="453" y="134"/>
                  </a:cubicBezTo>
                  <a:cubicBezTo>
                    <a:pt x="505" y="150"/>
                    <a:pt x="554" y="150"/>
                    <a:pt x="606" y="170"/>
                  </a:cubicBezTo>
                  <a:cubicBezTo>
                    <a:pt x="655" y="186"/>
                    <a:pt x="707" y="202"/>
                    <a:pt x="756" y="219"/>
                  </a:cubicBezTo>
                  <a:cubicBezTo>
                    <a:pt x="776" y="219"/>
                    <a:pt x="792" y="219"/>
                    <a:pt x="808" y="235"/>
                  </a:cubicBezTo>
                  <a:cubicBezTo>
                    <a:pt x="840" y="235"/>
                    <a:pt x="893" y="251"/>
                    <a:pt x="925" y="271"/>
                  </a:cubicBezTo>
                  <a:cubicBezTo>
                    <a:pt x="941" y="271"/>
                    <a:pt x="958" y="287"/>
                    <a:pt x="941" y="303"/>
                  </a:cubicBezTo>
                  <a:lnTo>
                    <a:pt x="958" y="303"/>
                  </a:lnTo>
                  <a:cubicBezTo>
                    <a:pt x="958" y="271"/>
                    <a:pt x="941" y="251"/>
                    <a:pt x="925" y="251"/>
                  </a:cubicBezTo>
                  <a:cubicBezTo>
                    <a:pt x="893" y="235"/>
                    <a:pt x="857" y="219"/>
                    <a:pt x="808" y="219"/>
                  </a:cubicBezTo>
                  <a:cubicBezTo>
                    <a:pt x="792" y="219"/>
                    <a:pt x="776" y="202"/>
                    <a:pt x="756" y="202"/>
                  </a:cubicBezTo>
                  <a:cubicBezTo>
                    <a:pt x="707" y="186"/>
                    <a:pt x="655" y="170"/>
                    <a:pt x="606" y="150"/>
                  </a:cubicBezTo>
                  <a:cubicBezTo>
                    <a:pt x="554" y="150"/>
                    <a:pt x="505" y="134"/>
                    <a:pt x="473" y="118"/>
                  </a:cubicBezTo>
                  <a:cubicBezTo>
                    <a:pt x="404" y="101"/>
                    <a:pt x="352" y="85"/>
                    <a:pt x="287" y="69"/>
                  </a:cubicBezTo>
                  <a:cubicBezTo>
                    <a:pt x="218" y="49"/>
                    <a:pt x="133" y="33"/>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2474810" y="514400"/>
              <a:ext cx="10131" cy="3675"/>
            </a:xfrm>
            <a:custGeom>
              <a:rect b="b" l="l" r="r" t="t"/>
              <a:pathLst>
                <a:path extrusionOk="0" h="37" w="102">
                  <a:moveTo>
                    <a:pt x="0" y="0"/>
                  </a:moveTo>
                  <a:lnTo>
                    <a:pt x="16" y="20"/>
                  </a:lnTo>
                  <a:lnTo>
                    <a:pt x="53" y="20"/>
                  </a:lnTo>
                  <a:cubicBezTo>
                    <a:pt x="53" y="0"/>
                    <a:pt x="33" y="0"/>
                    <a:pt x="16" y="0"/>
                  </a:cubicBezTo>
                  <a:close/>
                  <a:moveTo>
                    <a:pt x="53" y="20"/>
                  </a:moveTo>
                  <a:cubicBezTo>
                    <a:pt x="69" y="37"/>
                    <a:pt x="85" y="37"/>
                    <a:pt x="85" y="37"/>
                  </a:cubicBezTo>
                  <a:lnTo>
                    <a:pt x="101" y="37"/>
                  </a:lnTo>
                  <a:lnTo>
                    <a:pt x="85" y="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2488020" y="544496"/>
              <a:ext cx="28606" cy="12118"/>
            </a:xfrm>
            <a:custGeom>
              <a:rect b="b" l="l" r="r" t="t"/>
              <a:pathLst>
                <a:path extrusionOk="0" h="122" w="288">
                  <a:moveTo>
                    <a:pt x="1" y="0"/>
                  </a:moveTo>
                  <a:lnTo>
                    <a:pt x="1" y="20"/>
                  </a:lnTo>
                  <a:lnTo>
                    <a:pt x="53" y="37"/>
                  </a:lnTo>
                  <a:cubicBezTo>
                    <a:pt x="102" y="53"/>
                    <a:pt x="154" y="69"/>
                    <a:pt x="203" y="85"/>
                  </a:cubicBezTo>
                  <a:cubicBezTo>
                    <a:pt x="223" y="101"/>
                    <a:pt x="239" y="101"/>
                    <a:pt x="255" y="101"/>
                  </a:cubicBezTo>
                  <a:cubicBezTo>
                    <a:pt x="239" y="85"/>
                    <a:pt x="239" y="85"/>
                    <a:pt x="223" y="85"/>
                  </a:cubicBezTo>
                  <a:cubicBezTo>
                    <a:pt x="170" y="69"/>
                    <a:pt x="122" y="53"/>
                    <a:pt x="69" y="37"/>
                  </a:cubicBezTo>
                  <a:lnTo>
                    <a:pt x="1" y="0"/>
                  </a:lnTo>
                  <a:close/>
                  <a:moveTo>
                    <a:pt x="255" y="101"/>
                  </a:moveTo>
                  <a:lnTo>
                    <a:pt x="271" y="121"/>
                  </a:lnTo>
                  <a:lnTo>
                    <a:pt x="287" y="121"/>
                  </a:lnTo>
                  <a:lnTo>
                    <a:pt x="287" y="10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1349756" y="674909"/>
              <a:ext cx="145312" cy="135678"/>
            </a:xfrm>
            <a:custGeom>
              <a:rect b="b" l="l" r="r" t="t"/>
              <a:pathLst>
                <a:path extrusionOk="0" h="1366" w="1463">
                  <a:moveTo>
                    <a:pt x="1446" y="0"/>
                  </a:moveTo>
                  <a:cubicBezTo>
                    <a:pt x="1441" y="0"/>
                    <a:pt x="1436" y="2"/>
                    <a:pt x="1431" y="5"/>
                  </a:cubicBezTo>
                  <a:lnTo>
                    <a:pt x="1431" y="5"/>
                  </a:lnTo>
                  <a:cubicBezTo>
                    <a:pt x="1441" y="2"/>
                    <a:pt x="1452" y="0"/>
                    <a:pt x="1462" y="0"/>
                  </a:cubicBezTo>
                  <a:close/>
                  <a:moveTo>
                    <a:pt x="1431" y="5"/>
                  </a:moveTo>
                  <a:lnTo>
                    <a:pt x="1431" y="5"/>
                  </a:lnTo>
                  <a:cubicBezTo>
                    <a:pt x="1411" y="11"/>
                    <a:pt x="1393" y="20"/>
                    <a:pt x="1382" y="20"/>
                  </a:cubicBezTo>
                  <a:cubicBezTo>
                    <a:pt x="1196" y="170"/>
                    <a:pt x="1010" y="303"/>
                    <a:pt x="824" y="440"/>
                  </a:cubicBezTo>
                  <a:lnTo>
                    <a:pt x="776" y="489"/>
                  </a:lnTo>
                  <a:lnTo>
                    <a:pt x="824" y="457"/>
                  </a:lnTo>
                  <a:cubicBezTo>
                    <a:pt x="1010" y="323"/>
                    <a:pt x="1212" y="170"/>
                    <a:pt x="1398" y="36"/>
                  </a:cubicBezTo>
                  <a:cubicBezTo>
                    <a:pt x="1409" y="25"/>
                    <a:pt x="1420" y="12"/>
                    <a:pt x="1431" y="5"/>
                  </a:cubicBezTo>
                  <a:close/>
                  <a:moveTo>
                    <a:pt x="776" y="489"/>
                  </a:moveTo>
                  <a:lnTo>
                    <a:pt x="776" y="489"/>
                  </a:lnTo>
                  <a:cubicBezTo>
                    <a:pt x="723" y="505"/>
                    <a:pt x="691" y="541"/>
                    <a:pt x="655" y="574"/>
                  </a:cubicBezTo>
                  <a:cubicBezTo>
                    <a:pt x="691" y="558"/>
                    <a:pt x="739" y="525"/>
                    <a:pt x="776" y="489"/>
                  </a:cubicBezTo>
                  <a:close/>
                  <a:moveTo>
                    <a:pt x="655" y="574"/>
                  </a:moveTo>
                  <a:lnTo>
                    <a:pt x="655" y="574"/>
                  </a:lnTo>
                  <a:cubicBezTo>
                    <a:pt x="638" y="590"/>
                    <a:pt x="622" y="606"/>
                    <a:pt x="622" y="626"/>
                  </a:cubicBezTo>
                  <a:cubicBezTo>
                    <a:pt x="638" y="659"/>
                    <a:pt x="622" y="691"/>
                    <a:pt x="622" y="727"/>
                  </a:cubicBezTo>
                  <a:lnTo>
                    <a:pt x="622" y="792"/>
                  </a:lnTo>
                  <a:lnTo>
                    <a:pt x="622" y="808"/>
                  </a:lnTo>
                  <a:lnTo>
                    <a:pt x="622" y="861"/>
                  </a:lnTo>
                  <a:cubicBezTo>
                    <a:pt x="622" y="893"/>
                    <a:pt x="622" y="909"/>
                    <a:pt x="590" y="929"/>
                  </a:cubicBezTo>
                  <a:cubicBezTo>
                    <a:pt x="554" y="945"/>
                    <a:pt x="537" y="962"/>
                    <a:pt x="505" y="978"/>
                  </a:cubicBezTo>
                  <a:cubicBezTo>
                    <a:pt x="505" y="978"/>
                    <a:pt x="489" y="994"/>
                    <a:pt x="473" y="994"/>
                  </a:cubicBezTo>
                  <a:cubicBezTo>
                    <a:pt x="372" y="1079"/>
                    <a:pt x="271" y="1147"/>
                    <a:pt x="186" y="1212"/>
                  </a:cubicBezTo>
                  <a:lnTo>
                    <a:pt x="101" y="1281"/>
                  </a:lnTo>
                  <a:lnTo>
                    <a:pt x="186" y="1232"/>
                  </a:lnTo>
                  <a:cubicBezTo>
                    <a:pt x="287" y="1164"/>
                    <a:pt x="388" y="1079"/>
                    <a:pt x="489" y="1010"/>
                  </a:cubicBezTo>
                  <a:cubicBezTo>
                    <a:pt x="505" y="1010"/>
                    <a:pt x="505" y="994"/>
                    <a:pt x="521" y="978"/>
                  </a:cubicBezTo>
                  <a:cubicBezTo>
                    <a:pt x="537" y="962"/>
                    <a:pt x="574" y="945"/>
                    <a:pt x="590" y="945"/>
                  </a:cubicBezTo>
                  <a:cubicBezTo>
                    <a:pt x="622" y="929"/>
                    <a:pt x="638" y="893"/>
                    <a:pt x="638" y="861"/>
                  </a:cubicBezTo>
                  <a:lnTo>
                    <a:pt x="638" y="808"/>
                  </a:lnTo>
                  <a:lnTo>
                    <a:pt x="638" y="792"/>
                  </a:lnTo>
                  <a:lnTo>
                    <a:pt x="638" y="727"/>
                  </a:lnTo>
                  <a:lnTo>
                    <a:pt x="638" y="626"/>
                  </a:lnTo>
                  <a:cubicBezTo>
                    <a:pt x="638" y="606"/>
                    <a:pt x="638" y="590"/>
                    <a:pt x="655" y="574"/>
                  </a:cubicBezTo>
                  <a:close/>
                  <a:moveTo>
                    <a:pt x="101" y="1281"/>
                  </a:moveTo>
                  <a:lnTo>
                    <a:pt x="101" y="1281"/>
                  </a:lnTo>
                  <a:cubicBezTo>
                    <a:pt x="69" y="1297"/>
                    <a:pt x="49" y="1313"/>
                    <a:pt x="32" y="1333"/>
                  </a:cubicBezTo>
                  <a:cubicBezTo>
                    <a:pt x="49" y="1313"/>
                    <a:pt x="85" y="1297"/>
                    <a:pt x="101" y="1281"/>
                  </a:cubicBezTo>
                  <a:close/>
                  <a:moveTo>
                    <a:pt x="32" y="1333"/>
                  </a:moveTo>
                  <a:lnTo>
                    <a:pt x="0" y="1349"/>
                  </a:lnTo>
                  <a:lnTo>
                    <a:pt x="0" y="1366"/>
                  </a:lnTo>
                  <a:lnTo>
                    <a:pt x="32" y="13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2618434" y="774532"/>
              <a:ext cx="93961" cy="17581"/>
            </a:xfrm>
            <a:custGeom>
              <a:rect b="b" l="l" r="r" t="t"/>
              <a:pathLst>
                <a:path extrusionOk="0" h="177" w="946">
                  <a:moveTo>
                    <a:pt x="355" y="0"/>
                  </a:moveTo>
                  <a:cubicBezTo>
                    <a:pt x="343" y="0"/>
                    <a:pt x="333" y="2"/>
                    <a:pt x="324" y="7"/>
                  </a:cubicBezTo>
                  <a:cubicBezTo>
                    <a:pt x="255" y="43"/>
                    <a:pt x="186" y="92"/>
                    <a:pt x="102" y="128"/>
                  </a:cubicBezTo>
                  <a:lnTo>
                    <a:pt x="69" y="128"/>
                  </a:lnTo>
                  <a:cubicBezTo>
                    <a:pt x="53" y="144"/>
                    <a:pt x="37" y="161"/>
                    <a:pt x="1" y="161"/>
                  </a:cubicBezTo>
                  <a:lnTo>
                    <a:pt x="21" y="177"/>
                  </a:lnTo>
                  <a:cubicBezTo>
                    <a:pt x="37" y="177"/>
                    <a:pt x="69" y="161"/>
                    <a:pt x="85" y="144"/>
                  </a:cubicBezTo>
                  <a:cubicBezTo>
                    <a:pt x="85" y="144"/>
                    <a:pt x="102" y="144"/>
                    <a:pt x="122" y="128"/>
                  </a:cubicBezTo>
                  <a:cubicBezTo>
                    <a:pt x="186" y="92"/>
                    <a:pt x="255" y="60"/>
                    <a:pt x="324" y="27"/>
                  </a:cubicBezTo>
                  <a:cubicBezTo>
                    <a:pt x="340" y="17"/>
                    <a:pt x="360" y="12"/>
                    <a:pt x="381" y="12"/>
                  </a:cubicBezTo>
                  <a:cubicBezTo>
                    <a:pt x="401" y="12"/>
                    <a:pt x="423" y="17"/>
                    <a:pt x="441" y="27"/>
                  </a:cubicBezTo>
                  <a:cubicBezTo>
                    <a:pt x="415" y="13"/>
                    <a:pt x="383" y="0"/>
                    <a:pt x="355" y="0"/>
                  </a:cubicBezTo>
                  <a:close/>
                  <a:moveTo>
                    <a:pt x="441" y="27"/>
                  </a:moveTo>
                  <a:lnTo>
                    <a:pt x="441" y="27"/>
                  </a:lnTo>
                  <a:cubicBezTo>
                    <a:pt x="526" y="60"/>
                    <a:pt x="606" y="76"/>
                    <a:pt x="675" y="108"/>
                  </a:cubicBezTo>
                  <a:cubicBezTo>
                    <a:pt x="760" y="128"/>
                    <a:pt x="829" y="144"/>
                    <a:pt x="893" y="177"/>
                  </a:cubicBezTo>
                  <a:lnTo>
                    <a:pt x="946" y="177"/>
                  </a:lnTo>
                  <a:lnTo>
                    <a:pt x="930" y="161"/>
                  </a:lnTo>
                  <a:lnTo>
                    <a:pt x="893" y="161"/>
                  </a:lnTo>
                  <a:cubicBezTo>
                    <a:pt x="829" y="144"/>
                    <a:pt x="760" y="108"/>
                    <a:pt x="691" y="92"/>
                  </a:cubicBezTo>
                  <a:cubicBezTo>
                    <a:pt x="606" y="76"/>
                    <a:pt x="526" y="43"/>
                    <a:pt x="44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2510070" y="477849"/>
              <a:ext cx="30195" cy="11720"/>
            </a:xfrm>
            <a:custGeom>
              <a:rect b="b" l="l" r="r" t="t"/>
              <a:pathLst>
                <a:path extrusionOk="0" h="118" w="304">
                  <a:moveTo>
                    <a:pt x="1" y="1"/>
                  </a:moveTo>
                  <a:lnTo>
                    <a:pt x="17" y="17"/>
                  </a:lnTo>
                  <a:cubicBezTo>
                    <a:pt x="17" y="17"/>
                    <a:pt x="33" y="17"/>
                    <a:pt x="49" y="33"/>
                  </a:cubicBezTo>
                  <a:cubicBezTo>
                    <a:pt x="65" y="33"/>
                    <a:pt x="102" y="49"/>
                    <a:pt x="134" y="49"/>
                  </a:cubicBezTo>
                  <a:cubicBezTo>
                    <a:pt x="102" y="33"/>
                    <a:pt x="82" y="17"/>
                    <a:pt x="49" y="17"/>
                  </a:cubicBezTo>
                  <a:cubicBezTo>
                    <a:pt x="33" y="17"/>
                    <a:pt x="33" y="1"/>
                    <a:pt x="17" y="1"/>
                  </a:cubicBezTo>
                  <a:close/>
                  <a:moveTo>
                    <a:pt x="134" y="49"/>
                  </a:moveTo>
                  <a:cubicBezTo>
                    <a:pt x="150" y="65"/>
                    <a:pt x="166" y="65"/>
                    <a:pt x="183" y="85"/>
                  </a:cubicBezTo>
                  <a:cubicBezTo>
                    <a:pt x="219" y="85"/>
                    <a:pt x="251" y="102"/>
                    <a:pt x="284" y="118"/>
                  </a:cubicBezTo>
                  <a:lnTo>
                    <a:pt x="304" y="118"/>
                  </a:lnTo>
                  <a:lnTo>
                    <a:pt x="284" y="102"/>
                  </a:lnTo>
                  <a:cubicBezTo>
                    <a:pt x="251" y="102"/>
                    <a:pt x="219" y="85"/>
                    <a:pt x="183" y="65"/>
                  </a:cubicBezTo>
                  <a:cubicBezTo>
                    <a:pt x="166" y="49"/>
                    <a:pt x="150" y="49"/>
                    <a:pt x="134"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1755796" y="651568"/>
              <a:ext cx="190704" cy="117303"/>
            </a:xfrm>
            <a:custGeom>
              <a:rect b="b" l="l" r="r" t="t"/>
              <a:pathLst>
                <a:path extrusionOk="0" h="1181" w="1920">
                  <a:moveTo>
                    <a:pt x="1903" y="1"/>
                  </a:moveTo>
                  <a:cubicBezTo>
                    <a:pt x="1871" y="1"/>
                    <a:pt x="1854" y="17"/>
                    <a:pt x="1818" y="33"/>
                  </a:cubicBezTo>
                  <a:lnTo>
                    <a:pt x="1802" y="53"/>
                  </a:lnTo>
                  <a:cubicBezTo>
                    <a:pt x="1753" y="86"/>
                    <a:pt x="1701" y="118"/>
                    <a:pt x="1652" y="134"/>
                  </a:cubicBezTo>
                  <a:cubicBezTo>
                    <a:pt x="1584" y="187"/>
                    <a:pt x="1515" y="235"/>
                    <a:pt x="1434" y="288"/>
                  </a:cubicBezTo>
                  <a:cubicBezTo>
                    <a:pt x="1382" y="304"/>
                    <a:pt x="1333" y="336"/>
                    <a:pt x="1281" y="372"/>
                  </a:cubicBezTo>
                  <a:cubicBezTo>
                    <a:pt x="1249" y="389"/>
                    <a:pt x="1232" y="421"/>
                    <a:pt x="1196" y="437"/>
                  </a:cubicBezTo>
                  <a:cubicBezTo>
                    <a:pt x="1232" y="421"/>
                    <a:pt x="1265" y="405"/>
                    <a:pt x="1297" y="389"/>
                  </a:cubicBezTo>
                  <a:cubicBezTo>
                    <a:pt x="1350" y="356"/>
                    <a:pt x="1398" y="320"/>
                    <a:pt x="1450" y="288"/>
                  </a:cubicBezTo>
                  <a:cubicBezTo>
                    <a:pt x="1515" y="255"/>
                    <a:pt x="1584" y="203"/>
                    <a:pt x="1669" y="154"/>
                  </a:cubicBezTo>
                  <a:cubicBezTo>
                    <a:pt x="1701" y="118"/>
                    <a:pt x="1753" y="86"/>
                    <a:pt x="1802" y="70"/>
                  </a:cubicBezTo>
                  <a:cubicBezTo>
                    <a:pt x="1818" y="53"/>
                    <a:pt x="1818" y="53"/>
                    <a:pt x="1838" y="53"/>
                  </a:cubicBezTo>
                  <a:cubicBezTo>
                    <a:pt x="1854" y="33"/>
                    <a:pt x="1871" y="17"/>
                    <a:pt x="1903" y="17"/>
                  </a:cubicBezTo>
                  <a:lnTo>
                    <a:pt x="1919" y="17"/>
                  </a:lnTo>
                  <a:lnTo>
                    <a:pt x="1903" y="1"/>
                  </a:lnTo>
                  <a:close/>
                  <a:moveTo>
                    <a:pt x="1196" y="437"/>
                  </a:moveTo>
                  <a:cubicBezTo>
                    <a:pt x="1131" y="473"/>
                    <a:pt x="1079" y="506"/>
                    <a:pt x="1010" y="538"/>
                  </a:cubicBezTo>
                  <a:cubicBezTo>
                    <a:pt x="978" y="574"/>
                    <a:pt x="929" y="607"/>
                    <a:pt x="877" y="639"/>
                  </a:cubicBezTo>
                  <a:cubicBezTo>
                    <a:pt x="929" y="607"/>
                    <a:pt x="978" y="591"/>
                    <a:pt x="1030" y="558"/>
                  </a:cubicBezTo>
                  <a:cubicBezTo>
                    <a:pt x="1079" y="522"/>
                    <a:pt x="1148" y="490"/>
                    <a:pt x="1196" y="437"/>
                  </a:cubicBezTo>
                  <a:close/>
                  <a:moveTo>
                    <a:pt x="877" y="639"/>
                  </a:moveTo>
                  <a:cubicBezTo>
                    <a:pt x="675" y="760"/>
                    <a:pt x="457" y="894"/>
                    <a:pt x="255" y="1027"/>
                  </a:cubicBezTo>
                  <a:cubicBezTo>
                    <a:pt x="239" y="1043"/>
                    <a:pt x="202" y="1063"/>
                    <a:pt x="186" y="1079"/>
                  </a:cubicBezTo>
                  <a:cubicBezTo>
                    <a:pt x="222" y="1063"/>
                    <a:pt x="239" y="1043"/>
                    <a:pt x="271" y="1027"/>
                  </a:cubicBezTo>
                  <a:cubicBezTo>
                    <a:pt x="473" y="910"/>
                    <a:pt x="675" y="776"/>
                    <a:pt x="877" y="639"/>
                  </a:cubicBezTo>
                  <a:close/>
                  <a:moveTo>
                    <a:pt x="186" y="1079"/>
                  </a:moveTo>
                  <a:lnTo>
                    <a:pt x="186" y="1079"/>
                  </a:lnTo>
                  <a:cubicBezTo>
                    <a:pt x="138" y="1096"/>
                    <a:pt x="101" y="1128"/>
                    <a:pt x="53" y="1144"/>
                  </a:cubicBezTo>
                  <a:lnTo>
                    <a:pt x="53" y="1164"/>
                  </a:lnTo>
                  <a:cubicBezTo>
                    <a:pt x="101" y="1128"/>
                    <a:pt x="154" y="1112"/>
                    <a:pt x="186" y="1079"/>
                  </a:cubicBezTo>
                  <a:close/>
                  <a:moveTo>
                    <a:pt x="53" y="1164"/>
                  </a:moveTo>
                  <a:cubicBezTo>
                    <a:pt x="37" y="1164"/>
                    <a:pt x="20" y="1180"/>
                    <a:pt x="0" y="1180"/>
                  </a:cubicBezTo>
                  <a:cubicBezTo>
                    <a:pt x="20" y="1180"/>
                    <a:pt x="37" y="1180"/>
                    <a:pt x="53" y="11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2476399" y="566546"/>
              <a:ext cx="83930" cy="30195"/>
            </a:xfrm>
            <a:custGeom>
              <a:rect b="b" l="l" r="r" t="t"/>
              <a:pathLst>
                <a:path extrusionOk="0" h="304" w="845">
                  <a:moveTo>
                    <a:pt x="0" y="0"/>
                  </a:moveTo>
                  <a:lnTo>
                    <a:pt x="0" y="17"/>
                  </a:lnTo>
                  <a:cubicBezTo>
                    <a:pt x="37" y="33"/>
                    <a:pt x="69" y="49"/>
                    <a:pt x="101" y="49"/>
                  </a:cubicBezTo>
                  <a:cubicBezTo>
                    <a:pt x="69" y="33"/>
                    <a:pt x="37" y="17"/>
                    <a:pt x="0" y="0"/>
                  </a:cubicBezTo>
                  <a:close/>
                  <a:moveTo>
                    <a:pt x="101" y="49"/>
                  </a:moveTo>
                  <a:cubicBezTo>
                    <a:pt x="170" y="81"/>
                    <a:pt x="255" y="101"/>
                    <a:pt x="340" y="134"/>
                  </a:cubicBezTo>
                  <a:cubicBezTo>
                    <a:pt x="473" y="182"/>
                    <a:pt x="590" y="219"/>
                    <a:pt x="707" y="267"/>
                  </a:cubicBezTo>
                  <a:lnTo>
                    <a:pt x="744" y="267"/>
                  </a:lnTo>
                  <a:cubicBezTo>
                    <a:pt x="744" y="267"/>
                    <a:pt x="724" y="251"/>
                    <a:pt x="707" y="251"/>
                  </a:cubicBezTo>
                  <a:cubicBezTo>
                    <a:pt x="590" y="202"/>
                    <a:pt x="473" y="166"/>
                    <a:pt x="340" y="118"/>
                  </a:cubicBezTo>
                  <a:cubicBezTo>
                    <a:pt x="255" y="101"/>
                    <a:pt x="186" y="65"/>
                    <a:pt x="101" y="49"/>
                  </a:cubicBezTo>
                  <a:close/>
                  <a:moveTo>
                    <a:pt x="744" y="267"/>
                  </a:moveTo>
                  <a:lnTo>
                    <a:pt x="744" y="267"/>
                  </a:lnTo>
                  <a:cubicBezTo>
                    <a:pt x="776" y="283"/>
                    <a:pt x="808" y="303"/>
                    <a:pt x="845" y="303"/>
                  </a:cubicBezTo>
                  <a:lnTo>
                    <a:pt x="845" y="283"/>
                  </a:lnTo>
                  <a:cubicBezTo>
                    <a:pt x="808" y="283"/>
                    <a:pt x="776" y="283"/>
                    <a:pt x="744" y="2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2688657" y="516387"/>
              <a:ext cx="52245" cy="369191"/>
            </a:xfrm>
            <a:custGeom>
              <a:rect b="b" l="l" r="r" t="t"/>
              <a:pathLst>
                <a:path extrusionOk="0" h="3717" w="526">
                  <a:moveTo>
                    <a:pt x="21" y="0"/>
                  </a:moveTo>
                  <a:cubicBezTo>
                    <a:pt x="0" y="17"/>
                    <a:pt x="0" y="33"/>
                    <a:pt x="21" y="49"/>
                  </a:cubicBezTo>
                  <a:lnTo>
                    <a:pt x="21" y="134"/>
                  </a:lnTo>
                  <a:cubicBezTo>
                    <a:pt x="21" y="150"/>
                    <a:pt x="37" y="166"/>
                    <a:pt x="37" y="182"/>
                  </a:cubicBezTo>
                  <a:lnTo>
                    <a:pt x="37" y="235"/>
                  </a:lnTo>
                  <a:cubicBezTo>
                    <a:pt x="37" y="267"/>
                    <a:pt x="53" y="303"/>
                    <a:pt x="53" y="320"/>
                  </a:cubicBezTo>
                  <a:lnTo>
                    <a:pt x="53" y="352"/>
                  </a:lnTo>
                  <a:cubicBezTo>
                    <a:pt x="53" y="368"/>
                    <a:pt x="53" y="384"/>
                    <a:pt x="69" y="404"/>
                  </a:cubicBezTo>
                  <a:lnTo>
                    <a:pt x="69" y="352"/>
                  </a:lnTo>
                  <a:lnTo>
                    <a:pt x="69" y="320"/>
                  </a:lnTo>
                  <a:cubicBezTo>
                    <a:pt x="53" y="283"/>
                    <a:pt x="53" y="267"/>
                    <a:pt x="53" y="235"/>
                  </a:cubicBezTo>
                  <a:lnTo>
                    <a:pt x="53" y="182"/>
                  </a:lnTo>
                  <a:cubicBezTo>
                    <a:pt x="37" y="166"/>
                    <a:pt x="37" y="150"/>
                    <a:pt x="37" y="134"/>
                  </a:cubicBezTo>
                  <a:lnTo>
                    <a:pt x="37" y="49"/>
                  </a:lnTo>
                  <a:cubicBezTo>
                    <a:pt x="21" y="33"/>
                    <a:pt x="21" y="17"/>
                    <a:pt x="37" y="0"/>
                  </a:cubicBezTo>
                  <a:close/>
                  <a:moveTo>
                    <a:pt x="69" y="404"/>
                  </a:moveTo>
                  <a:lnTo>
                    <a:pt x="69" y="437"/>
                  </a:lnTo>
                  <a:cubicBezTo>
                    <a:pt x="69" y="469"/>
                    <a:pt x="69" y="505"/>
                    <a:pt x="85" y="538"/>
                  </a:cubicBezTo>
                  <a:lnTo>
                    <a:pt x="85" y="437"/>
                  </a:lnTo>
                  <a:cubicBezTo>
                    <a:pt x="85" y="421"/>
                    <a:pt x="69" y="404"/>
                    <a:pt x="69" y="404"/>
                  </a:cubicBezTo>
                  <a:close/>
                  <a:moveTo>
                    <a:pt x="85" y="538"/>
                  </a:moveTo>
                  <a:lnTo>
                    <a:pt x="85" y="623"/>
                  </a:lnTo>
                  <a:cubicBezTo>
                    <a:pt x="101" y="639"/>
                    <a:pt x="101" y="655"/>
                    <a:pt x="101" y="687"/>
                  </a:cubicBezTo>
                  <a:cubicBezTo>
                    <a:pt x="101" y="707"/>
                    <a:pt x="101" y="740"/>
                    <a:pt x="122" y="756"/>
                  </a:cubicBezTo>
                  <a:lnTo>
                    <a:pt x="122" y="687"/>
                  </a:lnTo>
                  <a:cubicBezTo>
                    <a:pt x="122" y="655"/>
                    <a:pt x="101" y="639"/>
                    <a:pt x="101" y="623"/>
                  </a:cubicBezTo>
                  <a:lnTo>
                    <a:pt x="85" y="538"/>
                  </a:lnTo>
                  <a:close/>
                  <a:moveTo>
                    <a:pt x="122" y="756"/>
                  </a:moveTo>
                  <a:lnTo>
                    <a:pt x="122" y="825"/>
                  </a:lnTo>
                  <a:cubicBezTo>
                    <a:pt x="122" y="857"/>
                    <a:pt x="138" y="909"/>
                    <a:pt x="138" y="942"/>
                  </a:cubicBezTo>
                  <a:cubicBezTo>
                    <a:pt x="138" y="974"/>
                    <a:pt x="154" y="1010"/>
                    <a:pt x="154" y="1043"/>
                  </a:cubicBezTo>
                  <a:cubicBezTo>
                    <a:pt x="154" y="1059"/>
                    <a:pt x="154" y="1091"/>
                    <a:pt x="170" y="1111"/>
                  </a:cubicBezTo>
                  <a:lnTo>
                    <a:pt x="170" y="1043"/>
                  </a:lnTo>
                  <a:cubicBezTo>
                    <a:pt x="170" y="1010"/>
                    <a:pt x="154" y="974"/>
                    <a:pt x="154" y="942"/>
                  </a:cubicBezTo>
                  <a:cubicBezTo>
                    <a:pt x="138" y="909"/>
                    <a:pt x="138" y="857"/>
                    <a:pt x="138" y="808"/>
                  </a:cubicBezTo>
                  <a:cubicBezTo>
                    <a:pt x="138" y="788"/>
                    <a:pt x="122" y="772"/>
                    <a:pt x="122" y="756"/>
                  </a:cubicBezTo>
                  <a:close/>
                  <a:moveTo>
                    <a:pt x="170" y="1111"/>
                  </a:moveTo>
                  <a:cubicBezTo>
                    <a:pt x="170" y="1160"/>
                    <a:pt x="186" y="1212"/>
                    <a:pt x="186" y="1261"/>
                  </a:cubicBezTo>
                  <a:lnTo>
                    <a:pt x="186" y="1313"/>
                  </a:lnTo>
                  <a:lnTo>
                    <a:pt x="186" y="1330"/>
                  </a:lnTo>
                  <a:cubicBezTo>
                    <a:pt x="202" y="1362"/>
                    <a:pt x="202" y="1394"/>
                    <a:pt x="202" y="1414"/>
                  </a:cubicBezTo>
                  <a:cubicBezTo>
                    <a:pt x="202" y="1447"/>
                    <a:pt x="223" y="1463"/>
                    <a:pt x="223" y="1495"/>
                  </a:cubicBezTo>
                  <a:lnTo>
                    <a:pt x="223" y="1414"/>
                  </a:lnTo>
                  <a:cubicBezTo>
                    <a:pt x="223" y="1394"/>
                    <a:pt x="202" y="1362"/>
                    <a:pt x="202" y="1330"/>
                  </a:cubicBezTo>
                  <a:lnTo>
                    <a:pt x="202" y="1293"/>
                  </a:lnTo>
                  <a:lnTo>
                    <a:pt x="202" y="1261"/>
                  </a:lnTo>
                  <a:cubicBezTo>
                    <a:pt x="186" y="1212"/>
                    <a:pt x="186" y="1160"/>
                    <a:pt x="170" y="1111"/>
                  </a:cubicBezTo>
                  <a:close/>
                  <a:moveTo>
                    <a:pt x="223" y="1495"/>
                  </a:moveTo>
                  <a:lnTo>
                    <a:pt x="223" y="1580"/>
                  </a:lnTo>
                  <a:cubicBezTo>
                    <a:pt x="239" y="1616"/>
                    <a:pt x="239" y="1632"/>
                    <a:pt x="239" y="1665"/>
                  </a:cubicBezTo>
                  <a:cubicBezTo>
                    <a:pt x="239" y="1697"/>
                    <a:pt x="255" y="1733"/>
                    <a:pt x="255" y="1766"/>
                  </a:cubicBezTo>
                  <a:lnTo>
                    <a:pt x="255" y="1818"/>
                  </a:lnTo>
                  <a:cubicBezTo>
                    <a:pt x="255" y="1834"/>
                    <a:pt x="271" y="1851"/>
                    <a:pt x="271" y="1867"/>
                  </a:cubicBezTo>
                  <a:lnTo>
                    <a:pt x="271" y="1818"/>
                  </a:lnTo>
                  <a:lnTo>
                    <a:pt x="271" y="1766"/>
                  </a:lnTo>
                  <a:cubicBezTo>
                    <a:pt x="255" y="1733"/>
                    <a:pt x="255" y="1697"/>
                    <a:pt x="255" y="1665"/>
                  </a:cubicBezTo>
                  <a:cubicBezTo>
                    <a:pt x="255" y="1632"/>
                    <a:pt x="239" y="1616"/>
                    <a:pt x="239" y="1580"/>
                  </a:cubicBezTo>
                  <a:cubicBezTo>
                    <a:pt x="239" y="1548"/>
                    <a:pt x="239" y="1531"/>
                    <a:pt x="223" y="1495"/>
                  </a:cubicBezTo>
                  <a:close/>
                  <a:moveTo>
                    <a:pt x="271" y="1867"/>
                  </a:moveTo>
                  <a:cubicBezTo>
                    <a:pt x="271" y="1899"/>
                    <a:pt x="271" y="1952"/>
                    <a:pt x="287" y="2000"/>
                  </a:cubicBezTo>
                  <a:cubicBezTo>
                    <a:pt x="287" y="2036"/>
                    <a:pt x="303" y="2069"/>
                    <a:pt x="303" y="2085"/>
                  </a:cubicBezTo>
                  <a:lnTo>
                    <a:pt x="303" y="2000"/>
                  </a:lnTo>
                  <a:cubicBezTo>
                    <a:pt x="287" y="1952"/>
                    <a:pt x="287" y="1899"/>
                    <a:pt x="271" y="1867"/>
                  </a:cubicBezTo>
                  <a:close/>
                  <a:moveTo>
                    <a:pt x="303" y="2085"/>
                  </a:moveTo>
                  <a:cubicBezTo>
                    <a:pt x="303" y="2121"/>
                    <a:pt x="303" y="2154"/>
                    <a:pt x="324" y="2186"/>
                  </a:cubicBezTo>
                  <a:cubicBezTo>
                    <a:pt x="324" y="2154"/>
                    <a:pt x="324" y="2121"/>
                    <a:pt x="303" y="2085"/>
                  </a:cubicBezTo>
                  <a:close/>
                  <a:moveTo>
                    <a:pt x="324" y="2186"/>
                  </a:moveTo>
                  <a:lnTo>
                    <a:pt x="324" y="2303"/>
                  </a:lnTo>
                  <a:cubicBezTo>
                    <a:pt x="340" y="2323"/>
                    <a:pt x="340" y="2339"/>
                    <a:pt x="340" y="2372"/>
                  </a:cubicBezTo>
                  <a:lnTo>
                    <a:pt x="340" y="2424"/>
                  </a:lnTo>
                  <a:cubicBezTo>
                    <a:pt x="356" y="2440"/>
                    <a:pt x="356" y="2473"/>
                    <a:pt x="356" y="2505"/>
                  </a:cubicBezTo>
                  <a:lnTo>
                    <a:pt x="356" y="2541"/>
                  </a:lnTo>
                  <a:cubicBezTo>
                    <a:pt x="372" y="2558"/>
                    <a:pt x="372" y="2574"/>
                    <a:pt x="372" y="2590"/>
                  </a:cubicBezTo>
                  <a:lnTo>
                    <a:pt x="372" y="2541"/>
                  </a:lnTo>
                  <a:lnTo>
                    <a:pt x="372" y="2505"/>
                  </a:lnTo>
                  <a:cubicBezTo>
                    <a:pt x="372" y="2473"/>
                    <a:pt x="356" y="2440"/>
                    <a:pt x="356" y="2404"/>
                  </a:cubicBezTo>
                  <a:lnTo>
                    <a:pt x="356" y="2372"/>
                  </a:lnTo>
                  <a:cubicBezTo>
                    <a:pt x="356" y="2339"/>
                    <a:pt x="340" y="2323"/>
                    <a:pt x="340" y="2303"/>
                  </a:cubicBezTo>
                  <a:cubicBezTo>
                    <a:pt x="340" y="2255"/>
                    <a:pt x="340" y="2222"/>
                    <a:pt x="324" y="2186"/>
                  </a:cubicBezTo>
                  <a:close/>
                  <a:moveTo>
                    <a:pt x="372" y="2590"/>
                  </a:moveTo>
                  <a:lnTo>
                    <a:pt x="372" y="2642"/>
                  </a:lnTo>
                  <a:cubicBezTo>
                    <a:pt x="372" y="2659"/>
                    <a:pt x="388" y="2675"/>
                    <a:pt x="388" y="2691"/>
                  </a:cubicBezTo>
                  <a:lnTo>
                    <a:pt x="388" y="2642"/>
                  </a:lnTo>
                  <a:cubicBezTo>
                    <a:pt x="388" y="2626"/>
                    <a:pt x="388" y="2606"/>
                    <a:pt x="372" y="2590"/>
                  </a:cubicBezTo>
                  <a:close/>
                  <a:moveTo>
                    <a:pt x="388" y="2691"/>
                  </a:moveTo>
                  <a:cubicBezTo>
                    <a:pt x="388" y="2743"/>
                    <a:pt x="388" y="2776"/>
                    <a:pt x="404" y="2828"/>
                  </a:cubicBezTo>
                  <a:cubicBezTo>
                    <a:pt x="404" y="2776"/>
                    <a:pt x="404" y="2727"/>
                    <a:pt x="388" y="2691"/>
                  </a:cubicBezTo>
                  <a:close/>
                  <a:moveTo>
                    <a:pt x="404" y="2828"/>
                  </a:moveTo>
                  <a:lnTo>
                    <a:pt x="404" y="2877"/>
                  </a:lnTo>
                  <a:cubicBezTo>
                    <a:pt x="404" y="2893"/>
                    <a:pt x="404" y="2909"/>
                    <a:pt x="425" y="2929"/>
                  </a:cubicBezTo>
                  <a:lnTo>
                    <a:pt x="425" y="2877"/>
                  </a:lnTo>
                  <a:cubicBezTo>
                    <a:pt x="425" y="2861"/>
                    <a:pt x="425" y="2844"/>
                    <a:pt x="404" y="2828"/>
                  </a:cubicBezTo>
                  <a:close/>
                  <a:moveTo>
                    <a:pt x="425" y="2929"/>
                  </a:moveTo>
                  <a:cubicBezTo>
                    <a:pt x="425" y="2978"/>
                    <a:pt x="425" y="3030"/>
                    <a:pt x="441" y="3063"/>
                  </a:cubicBezTo>
                  <a:lnTo>
                    <a:pt x="441" y="3131"/>
                  </a:lnTo>
                  <a:lnTo>
                    <a:pt x="441" y="3147"/>
                  </a:lnTo>
                  <a:cubicBezTo>
                    <a:pt x="441" y="3180"/>
                    <a:pt x="457" y="3212"/>
                    <a:pt x="457" y="3232"/>
                  </a:cubicBezTo>
                  <a:lnTo>
                    <a:pt x="457" y="3248"/>
                  </a:lnTo>
                  <a:lnTo>
                    <a:pt x="457" y="3265"/>
                  </a:lnTo>
                  <a:cubicBezTo>
                    <a:pt x="457" y="3297"/>
                    <a:pt x="473" y="3333"/>
                    <a:pt x="489" y="3366"/>
                  </a:cubicBezTo>
                  <a:cubicBezTo>
                    <a:pt x="505" y="3366"/>
                    <a:pt x="505" y="3382"/>
                    <a:pt x="505" y="3398"/>
                  </a:cubicBezTo>
                  <a:lnTo>
                    <a:pt x="505" y="3600"/>
                  </a:lnTo>
                  <a:lnTo>
                    <a:pt x="505" y="3701"/>
                  </a:lnTo>
                  <a:lnTo>
                    <a:pt x="505" y="3717"/>
                  </a:lnTo>
                  <a:lnTo>
                    <a:pt x="526" y="3701"/>
                  </a:lnTo>
                  <a:lnTo>
                    <a:pt x="526" y="3600"/>
                  </a:lnTo>
                  <a:lnTo>
                    <a:pt x="526" y="3398"/>
                  </a:lnTo>
                  <a:cubicBezTo>
                    <a:pt x="526" y="3382"/>
                    <a:pt x="526" y="3366"/>
                    <a:pt x="505" y="3349"/>
                  </a:cubicBezTo>
                  <a:cubicBezTo>
                    <a:pt x="489" y="3333"/>
                    <a:pt x="473" y="3297"/>
                    <a:pt x="473" y="3265"/>
                  </a:cubicBezTo>
                  <a:lnTo>
                    <a:pt x="473" y="3248"/>
                  </a:lnTo>
                  <a:lnTo>
                    <a:pt x="473" y="3232"/>
                  </a:lnTo>
                  <a:cubicBezTo>
                    <a:pt x="473" y="3196"/>
                    <a:pt x="457" y="3180"/>
                    <a:pt x="457" y="3147"/>
                  </a:cubicBezTo>
                  <a:lnTo>
                    <a:pt x="457" y="3131"/>
                  </a:lnTo>
                  <a:lnTo>
                    <a:pt x="457" y="3063"/>
                  </a:lnTo>
                  <a:cubicBezTo>
                    <a:pt x="441" y="3010"/>
                    <a:pt x="441" y="2978"/>
                    <a:pt x="425" y="29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2331186" y="434146"/>
              <a:ext cx="21752" cy="8542"/>
            </a:xfrm>
            <a:custGeom>
              <a:rect b="b" l="l" r="r" t="t"/>
              <a:pathLst>
                <a:path extrusionOk="0" h="86" w="219">
                  <a:moveTo>
                    <a:pt x="0" y="0"/>
                  </a:moveTo>
                  <a:cubicBezTo>
                    <a:pt x="49" y="21"/>
                    <a:pt x="85" y="37"/>
                    <a:pt x="133" y="53"/>
                  </a:cubicBezTo>
                  <a:cubicBezTo>
                    <a:pt x="101" y="37"/>
                    <a:pt x="49" y="21"/>
                    <a:pt x="0" y="0"/>
                  </a:cubicBezTo>
                  <a:close/>
                  <a:moveTo>
                    <a:pt x="133" y="53"/>
                  </a:moveTo>
                  <a:cubicBezTo>
                    <a:pt x="150" y="69"/>
                    <a:pt x="166" y="69"/>
                    <a:pt x="202" y="85"/>
                  </a:cubicBezTo>
                  <a:lnTo>
                    <a:pt x="218" y="85"/>
                  </a:lnTo>
                  <a:lnTo>
                    <a:pt x="202" y="69"/>
                  </a:lnTo>
                  <a:cubicBezTo>
                    <a:pt x="186" y="69"/>
                    <a:pt x="166" y="53"/>
                    <a:pt x="133"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1944712" y="724671"/>
              <a:ext cx="322707" cy="259636"/>
            </a:xfrm>
            <a:custGeom>
              <a:rect b="b" l="l" r="r" t="t"/>
              <a:pathLst>
                <a:path extrusionOk="0" h="2614" w="3249">
                  <a:moveTo>
                    <a:pt x="31" y="1"/>
                  </a:moveTo>
                  <a:cubicBezTo>
                    <a:pt x="19" y="1"/>
                    <a:pt x="9" y="5"/>
                    <a:pt x="1" y="24"/>
                  </a:cubicBezTo>
                  <a:lnTo>
                    <a:pt x="17" y="40"/>
                  </a:lnTo>
                  <a:lnTo>
                    <a:pt x="17" y="24"/>
                  </a:lnTo>
                  <a:cubicBezTo>
                    <a:pt x="27" y="14"/>
                    <a:pt x="32" y="9"/>
                    <a:pt x="37" y="9"/>
                  </a:cubicBezTo>
                  <a:cubicBezTo>
                    <a:pt x="41" y="9"/>
                    <a:pt x="45" y="14"/>
                    <a:pt x="53" y="24"/>
                  </a:cubicBezTo>
                  <a:lnTo>
                    <a:pt x="70" y="24"/>
                  </a:lnTo>
                  <a:cubicBezTo>
                    <a:pt x="102" y="24"/>
                    <a:pt x="138" y="40"/>
                    <a:pt x="171" y="40"/>
                  </a:cubicBezTo>
                  <a:cubicBezTo>
                    <a:pt x="187" y="57"/>
                    <a:pt x="203" y="57"/>
                    <a:pt x="219" y="57"/>
                  </a:cubicBezTo>
                  <a:cubicBezTo>
                    <a:pt x="320" y="89"/>
                    <a:pt x="421" y="105"/>
                    <a:pt x="522" y="141"/>
                  </a:cubicBezTo>
                  <a:cubicBezTo>
                    <a:pt x="575" y="158"/>
                    <a:pt x="623" y="174"/>
                    <a:pt x="676" y="174"/>
                  </a:cubicBezTo>
                  <a:cubicBezTo>
                    <a:pt x="623" y="158"/>
                    <a:pt x="575" y="141"/>
                    <a:pt x="542" y="125"/>
                  </a:cubicBezTo>
                  <a:cubicBezTo>
                    <a:pt x="441" y="105"/>
                    <a:pt x="340" y="73"/>
                    <a:pt x="239" y="40"/>
                  </a:cubicBezTo>
                  <a:lnTo>
                    <a:pt x="187" y="40"/>
                  </a:lnTo>
                  <a:cubicBezTo>
                    <a:pt x="138" y="24"/>
                    <a:pt x="102" y="4"/>
                    <a:pt x="70" y="4"/>
                  </a:cubicBezTo>
                  <a:cubicBezTo>
                    <a:pt x="54" y="4"/>
                    <a:pt x="42" y="1"/>
                    <a:pt x="31" y="1"/>
                  </a:cubicBezTo>
                  <a:close/>
                  <a:moveTo>
                    <a:pt x="17" y="40"/>
                  </a:moveTo>
                  <a:lnTo>
                    <a:pt x="17" y="73"/>
                  </a:lnTo>
                  <a:lnTo>
                    <a:pt x="17" y="327"/>
                  </a:lnTo>
                  <a:lnTo>
                    <a:pt x="17" y="360"/>
                  </a:lnTo>
                  <a:lnTo>
                    <a:pt x="17" y="461"/>
                  </a:lnTo>
                  <a:cubicBezTo>
                    <a:pt x="37" y="477"/>
                    <a:pt x="37" y="493"/>
                    <a:pt x="17" y="509"/>
                  </a:cubicBezTo>
                  <a:cubicBezTo>
                    <a:pt x="53" y="493"/>
                    <a:pt x="37" y="477"/>
                    <a:pt x="37" y="461"/>
                  </a:cubicBezTo>
                  <a:lnTo>
                    <a:pt x="37" y="444"/>
                  </a:lnTo>
                  <a:lnTo>
                    <a:pt x="37" y="360"/>
                  </a:lnTo>
                  <a:lnTo>
                    <a:pt x="37" y="327"/>
                  </a:lnTo>
                  <a:lnTo>
                    <a:pt x="37" y="73"/>
                  </a:lnTo>
                  <a:cubicBezTo>
                    <a:pt x="37" y="57"/>
                    <a:pt x="37" y="40"/>
                    <a:pt x="17" y="40"/>
                  </a:cubicBezTo>
                  <a:close/>
                  <a:moveTo>
                    <a:pt x="17" y="509"/>
                  </a:moveTo>
                  <a:cubicBezTo>
                    <a:pt x="1" y="509"/>
                    <a:pt x="17" y="529"/>
                    <a:pt x="17" y="529"/>
                  </a:cubicBezTo>
                  <a:cubicBezTo>
                    <a:pt x="37" y="562"/>
                    <a:pt x="37" y="610"/>
                    <a:pt x="17" y="646"/>
                  </a:cubicBezTo>
                  <a:lnTo>
                    <a:pt x="37" y="646"/>
                  </a:lnTo>
                  <a:lnTo>
                    <a:pt x="37" y="529"/>
                  </a:lnTo>
                  <a:lnTo>
                    <a:pt x="17" y="509"/>
                  </a:lnTo>
                  <a:close/>
                  <a:moveTo>
                    <a:pt x="676" y="174"/>
                  </a:moveTo>
                  <a:lnTo>
                    <a:pt x="676" y="174"/>
                  </a:lnTo>
                  <a:cubicBezTo>
                    <a:pt x="809" y="226"/>
                    <a:pt x="962" y="259"/>
                    <a:pt x="1096" y="291"/>
                  </a:cubicBezTo>
                  <a:cubicBezTo>
                    <a:pt x="1213" y="327"/>
                    <a:pt x="1314" y="360"/>
                    <a:pt x="1431" y="392"/>
                  </a:cubicBezTo>
                  <a:lnTo>
                    <a:pt x="1734" y="477"/>
                  </a:lnTo>
                  <a:cubicBezTo>
                    <a:pt x="1904" y="509"/>
                    <a:pt x="2057" y="562"/>
                    <a:pt x="2223" y="610"/>
                  </a:cubicBezTo>
                  <a:cubicBezTo>
                    <a:pt x="2425" y="663"/>
                    <a:pt x="2643" y="731"/>
                    <a:pt x="2845" y="780"/>
                  </a:cubicBezTo>
                  <a:cubicBezTo>
                    <a:pt x="2881" y="796"/>
                    <a:pt x="2914" y="796"/>
                    <a:pt x="2946" y="812"/>
                  </a:cubicBezTo>
                  <a:cubicBezTo>
                    <a:pt x="3015" y="832"/>
                    <a:pt x="3083" y="848"/>
                    <a:pt x="3148" y="865"/>
                  </a:cubicBezTo>
                  <a:lnTo>
                    <a:pt x="3184" y="865"/>
                  </a:lnTo>
                  <a:cubicBezTo>
                    <a:pt x="3184" y="865"/>
                    <a:pt x="3168" y="848"/>
                    <a:pt x="3148" y="848"/>
                  </a:cubicBezTo>
                  <a:cubicBezTo>
                    <a:pt x="3083" y="832"/>
                    <a:pt x="3015" y="812"/>
                    <a:pt x="2946" y="796"/>
                  </a:cubicBezTo>
                  <a:cubicBezTo>
                    <a:pt x="2914" y="780"/>
                    <a:pt x="2881" y="780"/>
                    <a:pt x="2845" y="764"/>
                  </a:cubicBezTo>
                  <a:cubicBezTo>
                    <a:pt x="2643" y="711"/>
                    <a:pt x="2425" y="646"/>
                    <a:pt x="2223" y="594"/>
                  </a:cubicBezTo>
                  <a:cubicBezTo>
                    <a:pt x="2057" y="545"/>
                    <a:pt x="1904" y="509"/>
                    <a:pt x="1734" y="461"/>
                  </a:cubicBezTo>
                  <a:lnTo>
                    <a:pt x="1431" y="376"/>
                  </a:lnTo>
                  <a:cubicBezTo>
                    <a:pt x="1314" y="343"/>
                    <a:pt x="1213" y="307"/>
                    <a:pt x="1112" y="291"/>
                  </a:cubicBezTo>
                  <a:cubicBezTo>
                    <a:pt x="962" y="242"/>
                    <a:pt x="809" y="206"/>
                    <a:pt x="676" y="174"/>
                  </a:cubicBezTo>
                  <a:close/>
                  <a:moveTo>
                    <a:pt x="3184" y="865"/>
                  </a:moveTo>
                  <a:cubicBezTo>
                    <a:pt x="3200" y="881"/>
                    <a:pt x="3217" y="881"/>
                    <a:pt x="3249" y="881"/>
                  </a:cubicBezTo>
                  <a:cubicBezTo>
                    <a:pt x="3233" y="881"/>
                    <a:pt x="3200" y="865"/>
                    <a:pt x="3184" y="865"/>
                  </a:cubicBezTo>
                  <a:close/>
                  <a:moveTo>
                    <a:pt x="17" y="646"/>
                  </a:moveTo>
                  <a:lnTo>
                    <a:pt x="17" y="663"/>
                  </a:lnTo>
                  <a:lnTo>
                    <a:pt x="17" y="747"/>
                  </a:lnTo>
                  <a:cubicBezTo>
                    <a:pt x="17" y="832"/>
                    <a:pt x="17" y="897"/>
                    <a:pt x="37" y="966"/>
                  </a:cubicBezTo>
                  <a:lnTo>
                    <a:pt x="37" y="747"/>
                  </a:lnTo>
                  <a:cubicBezTo>
                    <a:pt x="37" y="711"/>
                    <a:pt x="37" y="679"/>
                    <a:pt x="17" y="646"/>
                  </a:cubicBezTo>
                  <a:close/>
                  <a:moveTo>
                    <a:pt x="37" y="966"/>
                  </a:moveTo>
                  <a:lnTo>
                    <a:pt x="37" y="1099"/>
                  </a:lnTo>
                  <a:lnTo>
                    <a:pt x="37" y="1418"/>
                  </a:lnTo>
                  <a:lnTo>
                    <a:pt x="37" y="1539"/>
                  </a:lnTo>
                  <a:lnTo>
                    <a:pt x="37" y="1604"/>
                  </a:lnTo>
                  <a:lnTo>
                    <a:pt x="37" y="1689"/>
                  </a:lnTo>
                  <a:lnTo>
                    <a:pt x="37" y="1822"/>
                  </a:lnTo>
                  <a:lnTo>
                    <a:pt x="37" y="1992"/>
                  </a:lnTo>
                  <a:lnTo>
                    <a:pt x="37" y="2125"/>
                  </a:lnTo>
                  <a:lnTo>
                    <a:pt x="37" y="2363"/>
                  </a:lnTo>
                  <a:lnTo>
                    <a:pt x="37" y="2396"/>
                  </a:lnTo>
                  <a:cubicBezTo>
                    <a:pt x="53" y="2464"/>
                    <a:pt x="53" y="2529"/>
                    <a:pt x="53" y="2614"/>
                  </a:cubicBezTo>
                  <a:cubicBezTo>
                    <a:pt x="70" y="2529"/>
                    <a:pt x="53" y="2464"/>
                    <a:pt x="53" y="2396"/>
                  </a:cubicBezTo>
                  <a:lnTo>
                    <a:pt x="53" y="2347"/>
                  </a:lnTo>
                  <a:lnTo>
                    <a:pt x="53" y="2125"/>
                  </a:lnTo>
                  <a:lnTo>
                    <a:pt x="53" y="1992"/>
                  </a:lnTo>
                  <a:lnTo>
                    <a:pt x="53" y="1822"/>
                  </a:lnTo>
                  <a:lnTo>
                    <a:pt x="53" y="1689"/>
                  </a:lnTo>
                  <a:lnTo>
                    <a:pt x="53" y="1604"/>
                  </a:lnTo>
                  <a:lnTo>
                    <a:pt x="53" y="1539"/>
                  </a:lnTo>
                  <a:lnTo>
                    <a:pt x="53" y="1418"/>
                  </a:lnTo>
                  <a:lnTo>
                    <a:pt x="53" y="1099"/>
                  </a:lnTo>
                  <a:cubicBezTo>
                    <a:pt x="37" y="1067"/>
                    <a:pt x="37" y="1014"/>
                    <a:pt x="37" y="9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2392966" y="693285"/>
              <a:ext cx="77076" cy="23838"/>
            </a:xfrm>
            <a:custGeom>
              <a:rect b="b" l="l" r="r" t="t"/>
              <a:pathLst>
                <a:path extrusionOk="0" h="240" w="776">
                  <a:moveTo>
                    <a:pt x="0" y="1"/>
                  </a:moveTo>
                  <a:cubicBezTo>
                    <a:pt x="16" y="1"/>
                    <a:pt x="16" y="17"/>
                    <a:pt x="33" y="17"/>
                  </a:cubicBezTo>
                  <a:lnTo>
                    <a:pt x="49" y="17"/>
                  </a:lnTo>
                  <a:cubicBezTo>
                    <a:pt x="202" y="70"/>
                    <a:pt x="352" y="118"/>
                    <a:pt x="521" y="171"/>
                  </a:cubicBezTo>
                  <a:lnTo>
                    <a:pt x="707" y="219"/>
                  </a:lnTo>
                  <a:lnTo>
                    <a:pt x="521" y="154"/>
                  </a:lnTo>
                  <a:cubicBezTo>
                    <a:pt x="372" y="102"/>
                    <a:pt x="202" y="53"/>
                    <a:pt x="49" y="1"/>
                  </a:cubicBezTo>
                  <a:close/>
                  <a:moveTo>
                    <a:pt x="707" y="219"/>
                  </a:moveTo>
                  <a:cubicBezTo>
                    <a:pt x="723" y="239"/>
                    <a:pt x="740" y="239"/>
                    <a:pt x="740" y="239"/>
                  </a:cubicBezTo>
                  <a:lnTo>
                    <a:pt x="756" y="239"/>
                  </a:lnTo>
                  <a:lnTo>
                    <a:pt x="776" y="2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2327511" y="897596"/>
              <a:ext cx="32181" cy="83532"/>
            </a:xfrm>
            <a:custGeom>
              <a:rect b="b" l="l" r="r" t="t"/>
              <a:pathLst>
                <a:path extrusionOk="0" h="841" w="324">
                  <a:moveTo>
                    <a:pt x="21" y="0"/>
                  </a:moveTo>
                  <a:cubicBezTo>
                    <a:pt x="1" y="32"/>
                    <a:pt x="1" y="49"/>
                    <a:pt x="1" y="81"/>
                  </a:cubicBezTo>
                  <a:cubicBezTo>
                    <a:pt x="21" y="81"/>
                    <a:pt x="21" y="81"/>
                    <a:pt x="21" y="101"/>
                  </a:cubicBezTo>
                  <a:lnTo>
                    <a:pt x="21" y="65"/>
                  </a:lnTo>
                  <a:cubicBezTo>
                    <a:pt x="21" y="49"/>
                    <a:pt x="21" y="32"/>
                    <a:pt x="37" y="0"/>
                  </a:cubicBezTo>
                  <a:close/>
                  <a:moveTo>
                    <a:pt x="21" y="267"/>
                  </a:moveTo>
                  <a:lnTo>
                    <a:pt x="21" y="739"/>
                  </a:lnTo>
                  <a:cubicBezTo>
                    <a:pt x="21" y="772"/>
                    <a:pt x="37" y="788"/>
                    <a:pt x="53" y="788"/>
                  </a:cubicBezTo>
                  <a:cubicBezTo>
                    <a:pt x="102" y="788"/>
                    <a:pt x="154" y="808"/>
                    <a:pt x="187" y="824"/>
                  </a:cubicBezTo>
                  <a:cubicBezTo>
                    <a:pt x="223" y="824"/>
                    <a:pt x="239" y="824"/>
                    <a:pt x="271" y="840"/>
                  </a:cubicBezTo>
                  <a:lnTo>
                    <a:pt x="324" y="840"/>
                  </a:lnTo>
                  <a:cubicBezTo>
                    <a:pt x="304" y="824"/>
                    <a:pt x="288" y="824"/>
                    <a:pt x="271" y="824"/>
                  </a:cubicBezTo>
                  <a:cubicBezTo>
                    <a:pt x="255" y="824"/>
                    <a:pt x="223" y="808"/>
                    <a:pt x="187" y="808"/>
                  </a:cubicBezTo>
                  <a:cubicBezTo>
                    <a:pt x="154" y="788"/>
                    <a:pt x="102" y="788"/>
                    <a:pt x="69" y="772"/>
                  </a:cubicBezTo>
                  <a:cubicBezTo>
                    <a:pt x="37" y="772"/>
                    <a:pt x="37" y="756"/>
                    <a:pt x="37" y="739"/>
                  </a:cubicBezTo>
                  <a:cubicBezTo>
                    <a:pt x="37" y="570"/>
                    <a:pt x="37" y="404"/>
                    <a:pt x="21" y="2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1673952" y="383987"/>
              <a:ext cx="67044" cy="93961"/>
            </a:xfrm>
            <a:custGeom>
              <a:rect b="b" l="l" r="r" t="t"/>
              <a:pathLst>
                <a:path extrusionOk="0" h="946" w="675">
                  <a:moveTo>
                    <a:pt x="675" y="0"/>
                  </a:moveTo>
                  <a:cubicBezTo>
                    <a:pt x="606" y="37"/>
                    <a:pt x="558" y="69"/>
                    <a:pt x="521" y="122"/>
                  </a:cubicBezTo>
                  <a:cubicBezTo>
                    <a:pt x="574" y="85"/>
                    <a:pt x="622" y="53"/>
                    <a:pt x="675" y="21"/>
                  </a:cubicBezTo>
                  <a:lnTo>
                    <a:pt x="675" y="0"/>
                  </a:lnTo>
                  <a:close/>
                  <a:moveTo>
                    <a:pt x="521" y="122"/>
                  </a:moveTo>
                  <a:cubicBezTo>
                    <a:pt x="489" y="138"/>
                    <a:pt x="473" y="154"/>
                    <a:pt x="457" y="170"/>
                  </a:cubicBezTo>
                  <a:cubicBezTo>
                    <a:pt x="489" y="170"/>
                    <a:pt x="505" y="138"/>
                    <a:pt x="521" y="122"/>
                  </a:cubicBezTo>
                  <a:close/>
                  <a:moveTo>
                    <a:pt x="457" y="170"/>
                  </a:moveTo>
                  <a:cubicBezTo>
                    <a:pt x="388" y="223"/>
                    <a:pt x="303" y="287"/>
                    <a:pt x="238" y="340"/>
                  </a:cubicBezTo>
                  <a:cubicBezTo>
                    <a:pt x="170" y="388"/>
                    <a:pt x="117" y="441"/>
                    <a:pt x="53" y="489"/>
                  </a:cubicBezTo>
                  <a:cubicBezTo>
                    <a:pt x="16" y="526"/>
                    <a:pt x="0" y="558"/>
                    <a:pt x="0" y="590"/>
                  </a:cubicBezTo>
                  <a:lnTo>
                    <a:pt x="0" y="728"/>
                  </a:lnTo>
                  <a:lnTo>
                    <a:pt x="0" y="792"/>
                  </a:lnTo>
                  <a:lnTo>
                    <a:pt x="0" y="808"/>
                  </a:lnTo>
                  <a:lnTo>
                    <a:pt x="0" y="946"/>
                  </a:lnTo>
                  <a:lnTo>
                    <a:pt x="16" y="946"/>
                  </a:lnTo>
                  <a:cubicBezTo>
                    <a:pt x="0" y="893"/>
                    <a:pt x="16" y="861"/>
                    <a:pt x="16" y="808"/>
                  </a:cubicBezTo>
                  <a:lnTo>
                    <a:pt x="16" y="792"/>
                  </a:lnTo>
                  <a:lnTo>
                    <a:pt x="16" y="728"/>
                  </a:lnTo>
                  <a:lnTo>
                    <a:pt x="16" y="590"/>
                  </a:lnTo>
                  <a:cubicBezTo>
                    <a:pt x="16" y="558"/>
                    <a:pt x="37" y="526"/>
                    <a:pt x="53" y="505"/>
                  </a:cubicBezTo>
                  <a:cubicBezTo>
                    <a:pt x="117" y="457"/>
                    <a:pt x="186" y="404"/>
                    <a:pt x="255" y="356"/>
                  </a:cubicBezTo>
                  <a:cubicBezTo>
                    <a:pt x="319" y="287"/>
                    <a:pt x="388" y="239"/>
                    <a:pt x="457" y="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1948387" y="879122"/>
              <a:ext cx="208682" cy="51848"/>
            </a:xfrm>
            <a:custGeom>
              <a:rect b="b" l="l" r="r" t="t"/>
              <a:pathLst>
                <a:path extrusionOk="0" h="522" w="2101">
                  <a:moveTo>
                    <a:pt x="16" y="0"/>
                  </a:moveTo>
                  <a:lnTo>
                    <a:pt x="0" y="16"/>
                  </a:lnTo>
                  <a:lnTo>
                    <a:pt x="16" y="16"/>
                  </a:lnTo>
                  <a:cubicBezTo>
                    <a:pt x="49" y="16"/>
                    <a:pt x="81" y="33"/>
                    <a:pt x="134" y="33"/>
                  </a:cubicBezTo>
                  <a:lnTo>
                    <a:pt x="134" y="16"/>
                  </a:lnTo>
                  <a:cubicBezTo>
                    <a:pt x="101" y="16"/>
                    <a:pt x="49" y="0"/>
                    <a:pt x="16" y="0"/>
                  </a:cubicBezTo>
                  <a:close/>
                  <a:moveTo>
                    <a:pt x="134" y="33"/>
                  </a:moveTo>
                  <a:lnTo>
                    <a:pt x="134" y="33"/>
                  </a:lnTo>
                  <a:cubicBezTo>
                    <a:pt x="218" y="65"/>
                    <a:pt x="283" y="85"/>
                    <a:pt x="352" y="101"/>
                  </a:cubicBezTo>
                  <a:cubicBezTo>
                    <a:pt x="384" y="101"/>
                    <a:pt x="420" y="117"/>
                    <a:pt x="453" y="117"/>
                  </a:cubicBezTo>
                  <a:cubicBezTo>
                    <a:pt x="521" y="134"/>
                    <a:pt x="586" y="150"/>
                    <a:pt x="655" y="166"/>
                  </a:cubicBezTo>
                  <a:cubicBezTo>
                    <a:pt x="723" y="186"/>
                    <a:pt x="772" y="202"/>
                    <a:pt x="841" y="218"/>
                  </a:cubicBezTo>
                  <a:cubicBezTo>
                    <a:pt x="974" y="251"/>
                    <a:pt x="1091" y="287"/>
                    <a:pt x="1212" y="303"/>
                  </a:cubicBezTo>
                  <a:cubicBezTo>
                    <a:pt x="1091" y="267"/>
                    <a:pt x="974" y="235"/>
                    <a:pt x="841" y="202"/>
                  </a:cubicBezTo>
                  <a:cubicBezTo>
                    <a:pt x="772" y="186"/>
                    <a:pt x="723" y="166"/>
                    <a:pt x="655" y="150"/>
                  </a:cubicBezTo>
                  <a:cubicBezTo>
                    <a:pt x="586" y="134"/>
                    <a:pt x="521" y="117"/>
                    <a:pt x="453" y="101"/>
                  </a:cubicBezTo>
                  <a:cubicBezTo>
                    <a:pt x="420" y="101"/>
                    <a:pt x="384" y="85"/>
                    <a:pt x="368" y="85"/>
                  </a:cubicBezTo>
                  <a:cubicBezTo>
                    <a:pt x="283" y="65"/>
                    <a:pt x="218" y="49"/>
                    <a:pt x="134" y="33"/>
                  </a:cubicBezTo>
                  <a:close/>
                  <a:moveTo>
                    <a:pt x="1212" y="303"/>
                  </a:moveTo>
                  <a:cubicBezTo>
                    <a:pt x="1346" y="352"/>
                    <a:pt x="1495" y="388"/>
                    <a:pt x="1648" y="420"/>
                  </a:cubicBezTo>
                  <a:cubicBezTo>
                    <a:pt x="1697" y="437"/>
                    <a:pt x="1749" y="437"/>
                    <a:pt x="1798" y="453"/>
                  </a:cubicBezTo>
                  <a:cubicBezTo>
                    <a:pt x="1834" y="453"/>
                    <a:pt x="1850" y="469"/>
                    <a:pt x="1883" y="469"/>
                  </a:cubicBezTo>
                  <a:cubicBezTo>
                    <a:pt x="1867" y="453"/>
                    <a:pt x="1834" y="453"/>
                    <a:pt x="1798" y="437"/>
                  </a:cubicBezTo>
                  <a:cubicBezTo>
                    <a:pt x="1749" y="437"/>
                    <a:pt x="1697" y="420"/>
                    <a:pt x="1648" y="404"/>
                  </a:cubicBezTo>
                  <a:cubicBezTo>
                    <a:pt x="1495" y="368"/>
                    <a:pt x="1346" y="336"/>
                    <a:pt x="1212" y="303"/>
                  </a:cubicBezTo>
                  <a:close/>
                  <a:moveTo>
                    <a:pt x="1883" y="469"/>
                  </a:moveTo>
                  <a:lnTo>
                    <a:pt x="1883" y="469"/>
                  </a:lnTo>
                  <a:cubicBezTo>
                    <a:pt x="1951" y="489"/>
                    <a:pt x="2020" y="521"/>
                    <a:pt x="2085" y="521"/>
                  </a:cubicBezTo>
                  <a:lnTo>
                    <a:pt x="2101" y="521"/>
                  </a:lnTo>
                  <a:lnTo>
                    <a:pt x="2085" y="505"/>
                  </a:lnTo>
                  <a:cubicBezTo>
                    <a:pt x="2020" y="505"/>
                    <a:pt x="1951" y="489"/>
                    <a:pt x="1883" y="4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1689149" y="470995"/>
              <a:ext cx="28606" cy="21852"/>
            </a:xfrm>
            <a:custGeom>
              <a:rect b="b" l="l" r="r" t="t"/>
              <a:pathLst>
                <a:path extrusionOk="0" h="220" w="288">
                  <a:moveTo>
                    <a:pt x="267" y="1"/>
                  </a:moveTo>
                  <a:lnTo>
                    <a:pt x="1" y="219"/>
                  </a:lnTo>
                  <a:lnTo>
                    <a:pt x="287" y="17"/>
                  </a:lnTo>
                  <a:lnTo>
                    <a:pt x="2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2213982" y="927692"/>
              <a:ext cx="103596" cy="30195"/>
            </a:xfrm>
            <a:custGeom>
              <a:rect b="b" l="l" r="r" t="t"/>
              <a:pathLst>
                <a:path extrusionOk="0" h="304" w="1043">
                  <a:moveTo>
                    <a:pt x="1" y="0"/>
                  </a:moveTo>
                  <a:lnTo>
                    <a:pt x="1" y="16"/>
                  </a:lnTo>
                  <a:lnTo>
                    <a:pt x="154" y="49"/>
                  </a:lnTo>
                  <a:lnTo>
                    <a:pt x="1" y="0"/>
                  </a:lnTo>
                  <a:close/>
                  <a:moveTo>
                    <a:pt x="154" y="49"/>
                  </a:moveTo>
                  <a:lnTo>
                    <a:pt x="154" y="49"/>
                  </a:lnTo>
                  <a:cubicBezTo>
                    <a:pt x="271" y="81"/>
                    <a:pt x="405" y="133"/>
                    <a:pt x="522" y="166"/>
                  </a:cubicBezTo>
                  <a:cubicBezTo>
                    <a:pt x="558" y="166"/>
                    <a:pt x="590" y="182"/>
                    <a:pt x="623" y="182"/>
                  </a:cubicBezTo>
                  <a:cubicBezTo>
                    <a:pt x="590" y="166"/>
                    <a:pt x="558" y="166"/>
                    <a:pt x="522" y="150"/>
                  </a:cubicBezTo>
                  <a:cubicBezTo>
                    <a:pt x="405" y="117"/>
                    <a:pt x="287" y="81"/>
                    <a:pt x="154" y="49"/>
                  </a:cubicBezTo>
                  <a:close/>
                  <a:moveTo>
                    <a:pt x="623" y="182"/>
                  </a:moveTo>
                  <a:cubicBezTo>
                    <a:pt x="659" y="202"/>
                    <a:pt x="691" y="218"/>
                    <a:pt x="740" y="218"/>
                  </a:cubicBezTo>
                  <a:cubicBezTo>
                    <a:pt x="707" y="202"/>
                    <a:pt x="659" y="182"/>
                    <a:pt x="623" y="182"/>
                  </a:cubicBezTo>
                  <a:close/>
                  <a:moveTo>
                    <a:pt x="740" y="218"/>
                  </a:moveTo>
                  <a:cubicBezTo>
                    <a:pt x="760" y="234"/>
                    <a:pt x="776" y="234"/>
                    <a:pt x="792" y="234"/>
                  </a:cubicBezTo>
                  <a:cubicBezTo>
                    <a:pt x="776" y="218"/>
                    <a:pt x="760" y="218"/>
                    <a:pt x="740" y="218"/>
                  </a:cubicBezTo>
                  <a:close/>
                  <a:moveTo>
                    <a:pt x="792" y="234"/>
                  </a:moveTo>
                  <a:cubicBezTo>
                    <a:pt x="825" y="251"/>
                    <a:pt x="861" y="251"/>
                    <a:pt x="877" y="267"/>
                  </a:cubicBezTo>
                  <a:cubicBezTo>
                    <a:pt x="926" y="283"/>
                    <a:pt x="978" y="303"/>
                    <a:pt x="1010" y="303"/>
                  </a:cubicBezTo>
                  <a:lnTo>
                    <a:pt x="1043" y="303"/>
                  </a:lnTo>
                  <a:lnTo>
                    <a:pt x="1043" y="283"/>
                  </a:lnTo>
                  <a:lnTo>
                    <a:pt x="1010" y="283"/>
                  </a:lnTo>
                  <a:cubicBezTo>
                    <a:pt x="978" y="283"/>
                    <a:pt x="926" y="267"/>
                    <a:pt x="893" y="251"/>
                  </a:cubicBezTo>
                  <a:cubicBezTo>
                    <a:pt x="861" y="251"/>
                    <a:pt x="825" y="234"/>
                    <a:pt x="792" y="2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2593602" y="551250"/>
              <a:ext cx="88697" cy="20163"/>
            </a:xfrm>
            <a:custGeom>
              <a:rect b="b" l="l" r="r" t="t"/>
              <a:pathLst>
                <a:path extrusionOk="0" h="203" w="893">
                  <a:moveTo>
                    <a:pt x="218" y="53"/>
                  </a:moveTo>
                  <a:cubicBezTo>
                    <a:pt x="186" y="53"/>
                    <a:pt x="170" y="70"/>
                    <a:pt x="133" y="86"/>
                  </a:cubicBezTo>
                  <a:cubicBezTo>
                    <a:pt x="117" y="86"/>
                    <a:pt x="101" y="102"/>
                    <a:pt x="85" y="102"/>
                  </a:cubicBezTo>
                  <a:cubicBezTo>
                    <a:pt x="49" y="118"/>
                    <a:pt x="32" y="134"/>
                    <a:pt x="0" y="134"/>
                  </a:cubicBezTo>
                  <a:lnTo>
                    <a:pt x="0" y="154"/>
                  </a:lnTo>
                  <a:cubicBezTo>
                    <a:pt x="32" y="154"/>
                    <a:pt x="69" y="134"/>
                    <a:pt x="85" y="118"/>
                  </a:cubicBezTo>
                  <a:cubicBezTo>
                    <a:pt x="101" y="102"/>
                    <a:pt x="117" y="102"/>
                    <a:pt x="150" y="86"/>
                  </a:cubicBezTo>
                  <a:cubicBezTo>
                    <a:pt x="170" y="86"/>
                    <a:pt x="202" y="70"/>
                    <a:pt x="218" y="53"/>
                  </a:cubicBezTo>
                  <a:close/>
                  <a:moveTo>
                    <a:pt x="303" y="1"/>
                  </a:moveTo>
                  <a:cubicBezTo>
                    <a:pt x="271" y="17"/>
                    <a:pt x="234" y="33"/>
                    <a:pt x="218" y="53"/>
                  </a:cubicBezTo>
                  <a:cubicBezTo>
                    <a:pt x="251" y="53"/>
                    <a:pt x="287" y="33"/>
                    <a:pt x="303" y="17"/>
                  </a:cubicBezTo>
                  <a:cubicBezTo>
                    <a:pt x="335" y="17"/>
                    <a:pt x="352" y="17"/>
                    <a:pt x="388" y="33"/>
                  </a:cubicBezTo>
                  <a:lnTo>
                    <a:pt x="404" y="33"/>
                  </a:lnTo>
                  <a:cubicBezTo>
                    <a:pt x="521" y="86"/>
                    <a:pt x="655" y="134"/>
                    <a:pt x="792" y="187"/>
                  </a:cubicBezTo>
                  <a:lnTo>
                    <a:pt x="840" y="203"/>
                  </a:lnTo>
                  <a:lnTo>
                    <a:pt x="893" y="203"/>
                  </a:lnTo>
                  <a:lnTo>
                    <a:pt x="893" y="187"/>
                  </a:lnTo>
                  <a:cubicBezTo>
                    <a:pt x="885" y="195"/>
                    <a:pt x="876" y="199"/>
                    <a:pt x="867" y="199"/>
                  </a:cubicBezTo>
                  <a:cubicBezTo>
                    <a:pt x="857" y="199"/>
                    <a:pt x="848" y="195"/>
                    <a:pt x="840" y="187"/>
                  </a:cubicBezTo>
                  <a:lnTo>
                    <a:pt x="792" y="171"/>
                  </a:lnTo>
                  <a:cubicBezTo>
                    <a:pt x="675" y="118"/>
                    <a:pt x="537" y="70"/>
                    <a:pt x="404" y="17"/>
                  </a:cubicBezTo>
                  <a:lnTo>
                    <a:pt x="388" y="17"/>
                  </a:lnTo>
                  <a:cubicBezTo>
                    <a:pt x="372" y="1"/>
                    <a:pt x="335"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1762550" y="939313"/>
              <a:ext cx="47080" cy="20163"/>
            </a:xfrm>
            <a:custGeom>
              <a:rect b="b" l="l" r="r" t="t"/>
              <a:pathLst>
                <a:path extrusionOk="0" h="203" w="474">
                  <a:moveTo>
                    <a:pt x="457" y="0"/>
                  </a:moveTo>
                  <a:cubicBezTo>
                    <a:pt x="437" y="0"/>
                    <a:pt x="405" y="16"/>
                    <a:pt x="389" y="33"/>
                  </a:cubicBezTo>
                  <a:cubicBezTo>
                    <a:pt x="405" y="33"/>
                    <a:pt x="437" y="16"/>
                    <a:pt x="457" y="16"/>
                  </a:cubicBezTo>
                  <a:lnTo>
                    <a:pt x="474" y="16"/>
                  </a:lnTo>
                  <a:lnTo>
                    <a:pt x="457" y="0"/>
                  </a:lnTo>
                  <a:close/>
                  <a:moveTo>
                    <a:pt x="373" y="33"/>
                  </a:moveTo>
                  <a:cubicBezTo>
                    <a:pt x="336" y="49"/>
                    <a:pt x="304" y="65"/>
                    <a:pt x="288" y="65"/>
                  </a:cubicBezTo>
                  <a:cubicBezTo>
                    <a:pt x="255" y="85"/>
                    <a:pt x="219" y="101"/>
                    <a:pt x="171" y="117"/>
                  </a:cubicBezTo>
                  <a:cubicBezTo>
                    <a:pt x="134" y="134"/>
                    <a:pt x="102" y="150"/>
                    <a:pt x="86" y="166"/>
                  </a:cubicBezTo>
                  <a:cubicBezTo>
                    <a:pt x="118" y="166"/>
                    <a:pt x="154" y="150"/>
                    <a:pt x="187" y="134"/>
                  </a:cubicBezTo>
                  <a:cubicBezTo>
                    <a:pt x="219" y="117"/>
                    <a:pt x="255" y="101"/>
                    <a:pt x="288" y="85"/>
                  </a:cubicBezTo>
                  <a:cubicBezTo>
                    <a:pt x="320" y="65"/>
                    <a:pt x="336" y="65"/>
                    <a:pt x="373" y="49"/>
                  </a:cubicBezTo>
                  <a:cubicBezTo>
                    <a:pt x="373" y="49"/>
                    <a:pt x="389" y="49"/>
                    <a:pt x="389" y="33"/>
                  </a:cubicBezTo>
                  <a:close/>
                  <a:moveTo>
                    <a:pt x="86" y="166"/>
                  </a:moveTo>
                  <a:cubicBezTo>
                    <a:pt x="70" y="166"/>
                    <a:pt x="53" y="186"/>
                    <a:pt x="33" y="186"/>
                  </a:cubicBezTo>
                  <a:lnTo>
                    <a:pt x="17" y="186"/>
                  </a:lnTo>
                  <a:lnTo>
                    <a:pt x="1" y="202"/>
                  </a:lnTo>
                  <a:lnTo>
                    <a:pt x="33" y="202"/>
                  </a:lnTo>
                  <a:cubicBezTo>
                    <a:pt x="53" y="186"/>
                    <a:pt x="70" y="186"/>
                    <a:pt x="86"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2213982" y="949344"/>
              <a:ext cx="103596" cy="30195"/>
            </a:xfrm>
            <a:custGeom>
              <a:rect b="b" l="l" r="r" t="t"/>
              <a:pathLst>
                <a:path extrusionOk="0" h="304" w="1043">
                  <a:moveTo>
                    <a:pt x="1" y="0"/>
                  </a:moveTo>
                  <a:lnTo>
                    <a:pt x="1" y="16"/>
                  </a:lnTo>
                  <a:cubicBezTo>
                    <a:pt x="53" y="16"/>
                    <a:pt x="85" y="33"/>
                    <a:pt x="134" y="49"/>
                  </a:cubicBezTo>
                  <a:cubicBezTo>
                    <a:pt x="154" y="49"/>
                    <a:pt x="170" y="49"/>
                    <a:pt x="186" y="65"/>
                  </a:cubicBezTo>
                  <a:cubicBezTo>
                    <a:pt x="203" y="65"/>
                    <a:pt x="235" y="85"/>
                    <a:pt x="271" y="85"/>
                  </a:cubicBezTo>
                  <a:cubicBezTo>
                    <a:pt x="287" y="85"/>
                    <a:pt x="304" y="101"/>
                    <a:pt x="320" y="101"/>
                  </a:cubicBezTo>
                  <a:cubicBezTo>
                    <a:pt x="372" y="117"/>
                    <a:pt x="405" y="117"/>
                    <a:pt x="437" y="134"/>
                  </a:cubicBezTo>
                  <a:cubicBezTo>
                    <a:pt x="473" y="150"/>
                    <a:pt x="506" y="150"/>
                    <a:pt x="538" y="166"/>
                  </a:cubicBezTo>
                  <a:cubicBezTo>
                    <a:pt x="574" y="166"/>
                    <a:pt x="590" y="186"/>
                    <a:pt x="607" y="186"/>
                  </a:cubicBezTo>
                  <a:cubicBezTo>
                    <a:pt x="659" y="202"/>
                    <a:pt x="707" y="218"/>
                    <a:pt x="760" y="218"/>
                  </a:cubicBezTo>
                  <a:cubicBezTo>
                    <a:pt x="707" y="202"/>
                    <a:pt x="659" y="186"/>
                    <a:pt x="623" y="166"/>
                  </a:cubicBezTo>
                  <a:cubicBezTo>
                    <a:pt x="590" y="166"/>
                    <a:pt x="574" y="150"/>
                    <a:pt x="538" y="150"/>
                  </a:cubicBezTo>
                  <a:cubicBezTo>
                    <a:pt x="506" y="134"/>
                    <a:pt x="473" y="134"/>
                    <a:pt x="437" y="117"/>
                  </a:cubicBezTo>
                  <a:cubicBezTo>
                    <a:pt x="405" y="117"/>
                    <a:pt x="372" y="101"/>
                    <a:pt x="336" y="85"/>
                  </a:cubicBezTo>
                  <a:cubicBezTo>
                    <a:pt x="304" y="85"/>
                    <a:pt x="287" y="85"/>
                    <a:pt x="271" y="65"/>
                  </a:cubicBezTo>
                  <a:cubicBezTo>
                    <a:pt x="235" y="65"/>
                    <a:pt x="219" y="49"/>
                    <a:pt x="186" y="49"/>
                  </a:cubicBezTo>
                  <a:cubicBezTo>
                    <a:pt x="170" y="49"/>
                    <a:pt x="154" y="33"/>
                    <a:pt x="134" y="33"/>
                  </a:cubicBezTo>
                  <a:cubicBezTo>
                    <a:pt x="85" y="16"/>
                    <a:pt x="53" y="0"/>
                    <a:pt x="1" y="0"/>
                  </a:cubicBezTo>
                  <a:close/>
                  <a:moveTo>
                    <a:pt x="760" y="218"/>
                  </a:moveTo>
                  <a:lnTo>
                    <a:pt x="760" y="218"/>
                  </a:lnTo>
                  <a:cubicBezTo>
                    <a:pt x="825" y="251"/>
                    <a:pt x="909" y="267"/>
                    <a:pt x="978" y="287"/>
                  </a:cubicBezTo>
                  <a:cubicBezTo>
                    <a:pt x="994" y="303"/>
                    <a:pt x="1027" y="303"/>
                    <a:pt x="1043" y="303"/>
                  </a:cubicBezTo>
                  <a:lnTo>
                    <a:pt x="1043" y="287"/>
                  </a:lnTo>
                  <a:cubicBezTo>
                    <a:pt x="1027" y="287"/>
                    <a:pt x="994" y="287"/>
                    <a:pt x="978" y="267"/>
                  </a:cubicBezTo>
                  <a:cubicBezTo>
                    <a:pt x="909" y="251"/>
                    <a:pt x="825" y="235"/>
                    <a:pt x="760" y="2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2518115" y="499501"/>
              <a:ext cx="28606" cy="11720"/>
            </a:xfrm>
            <a:custGeom>
              <a:rect b="b" l="l" r="r" t="t"/>
              <a:pathLst>
                <a:path extrusionOk="0" h="118" w="288">
                  <a:moveTo>
                    <a:pt x="1" y="1"/>
                  </a:moveTo>
                  <a:lnTo>
                    <a:pt x="1" y="17"/>
                  </a:lnTo>
                  <a:cubicBezTo>
                    <a:pt x="37" y="33"/>
                    <a:pt x="69" y="33"/>
                    <a:pt x="102" y="49"/>
                  </a:cubicBezTo>
                  <a:cubicBezTo>
                    <a:pt x="154" y="69"/>
                    <a:pt x="203" y="86"/>
                    <a:pt x="255" y="118"/>
                  </a:cubicBezTo>
                  <a:lnTo>
                    <a:pt x="287" y="118"/>
                  </a:lnTo>
                  <a:lnTo>
                    <a:pt x="287" y="102"/>
                  </a:lnTo>
                  <a:lnTo>
                    <a:pt x="271" y="102"/>
                  </a:lnTo>
                  <a:cubicBezTo>
                    <a:pt x="203" y="86"/>
                    <a:pt x="154" y="69"/>
                    <a:pt x="102" y="33"/>
                  </a:cubicBezTo>
                  <a:cubicBezTo>
                    <a:pt x="69" y="33"/>
                    <a:pt x="3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1679117" y="511123"/>
              <a:ext cx="26619" cy="20163"/>
            </a:xfrm>
            <a:custGeom>
              <a:rect b="b" l="l" r="r" t="t"/>
              <a:pathLst>
                <a:path extrusionOk="0" h="203" w="268">
                  <a:moveTo>
                    <a:pt x="251" y="1"/>
                  </a:moveTo>
                  <a:lnTo>
                    <a:pt x="1" y="203"/>
                  </a:lnTo>
                  <a:lnTo>
                    <a:pt x="267" y="17"/>
                  </a:lnTo>
                  <a:lnTo>
                    <a:pt x="2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2504905" y="558103"/>
              <a:ext cx="28606" cy="10131"/>
            </a:xfrm>
            <a:custGeom>
              <a:rect b="b" l="l" r="r" t="t"/>
              <a:pathLst>
                <a:path extrusionOk="0" h="102" w="288">
                  <a:moveTo>
                    <a:pt x="0" y="1"/>
                  </a:moveTo>
                  <a:lnTo>
                    <a:pt x="53" y="33"/>
                  </a:lnTo>
                  <a:cubicBezTo>
                    <a:pt x="101" y="49"/>
                    <a:pt x="154" y="65"/>
                    <a:pt x="202" y="85"/>
                  </a:cubicBezTo>
                  <a:cubicBezTo>
                    <a:pt x="218" y="85"/>
                    <a:pt x="235" y="85"/>
                    <a:pt x="255" y="102"/>
                  </a:cubicBezTo>
                  <a:lnTo>
                    <a:pt x="287" y="102"/>
                  </a:lnTo>
                  <a:lnTo>
                    <a:pt x="287" y="85"/>
                  </a:lnTo>
                  <a:lnTo>
                    <a:pt x="255" y="85"/>
                  </a:lnTo>
                  <a:cubicBezTo>
                    <a:pt x="235" y="85"/>
                    <a:pt x="218" y="65"/>
                    <a:pt x="202" y="65"/>
                  </a:cubicBezTo>
                  <a:cubicBezTo>
                    <a:pt x="154" y="49"/>
                    <a:pt x="101" y="33"/>
                    <a:pt x="53" y="17"/>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2469943" y="476259"/>
              <a:ext cx="76778" cy="30195"/>
            </a:xfrm>
            <a:custGeom>
              <a:rect b="b" l="l" r="r" t="t"/>
              <a:pathLst>
                <a:path extrusionOk="0" h="304" w="773">
                  <a:moveTo>
                    <a:pt x="1" y="0"/>
                  </a:moveTo>
                  <a:lnTo>
                    <a:pt x="1" y="0"/>
                  </a:lnTo>
                  <a:cubicBezTo>
                    <a:pt x="82" y="33"/>
                    <a:pt x="150" y="65"/>
                    <a:pt x="235" y="101"/>
                  </a:cubicBezTo>
                  <a:cubicBezTo>
                    <a:pt x="284" y="118"/>
                    <a:pt x="320" y="134"/>
                    <a:pt x="368" y="150"/>
                  </a:cubicBezTo>
                  <a:lnTo>
                    <a:pt x="437" y="166"/>
                  </a:lnTo>
                  <a:lnTo>
                    <a:pt x="368" y="134"/>
                  </a:lnTo>
                  <a:cubicBezTo>
                    <a:pt x="336" y="118"/>
                    <a:pt x="284" y="101"/>
                    <a:pt x="235" y="81"/>
                  </a:cubicBezTo>
                  <a:cubicBezTo>
                    <a:pt x="166" y="49"/>
                    <a:pt x="82" y="17"/>
                    <a:pt x="1" y="0"/>
                  </a:cubicBezTo>
                  <a:close/>
                  <a:moveTo>
                    <a:pt x="437" y="166"/>
                  </a:moveTo>
                  <a:lnTo>
                    <a:pt x="437" y="166"/>
                  </a:lnTo>
                  <a:cubicBezTo>
                    <a:pt x="538" y="219"/>
                    <a:pt x="639" y="251"/>
                    <a:pt x="740" y="283"/>
                  </a:cubicBezTo>
                  <a:cubicBezTo>
                    <a:pt x="639" y="235"/>
                    <a:pt x="538" y="202"/>
                    <a:pt x="437" y="166"/>
                  </a:cubicBezTo>
                  <a:close/>
                  <a:moveTo>
                    <a:pt x="740" y="283"/>
                  </a:moveTo>
                  <a:lnTo>
                    <a:pt x="756" y="303"/>
                  </a:lnTo>
                  <a:lnTo>
                    <a:pt x="772" y="303"/>
                  </a:lnTo>
                  <a:lnTo>
                    <a:pt x="772" y="28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2219247" y="959376"/>
              <a:ext cx="78268" cy="21752"/>
            </a:xfrm>
            <a:custGeom>
              <a:rect b="b" l="l" r="r" t="t"/>
              <a:pathLst>
                <a:path extrusionOk="0" h="219" w="788">
                  <a:moveTo>
                    <a:pt x="0" y="0"/>
                  </a:moveTo>
                  <a:lnTo>
                    <a:pt x="0" y="16"/>
                  </a:lnTo>
                  <a:cubicBezTo>
                    <a:pt x="32" y="16"/>
                    <a:pt x="49" y="16"/>
                    <a:pt x="65" y="33"/>
                  </a:cubicBezTo>
                  <a:lnTo>
                    <a:pt x="117" y="33"/>
                  </a:lnTo>
                  <a:cubicBezTo>
                    <a:pt x="150" y="49"/>
                    <a:pt x="182" y="49"/>
                    <a:pt x="218" y="65"/>
                  </a:cubicBezTo>
                  <a:cubicBezTo>
                    <a:pt x="234" y="65"/>
                    <a:pt x="251" y="85"/>
                    <a:pt x="267" y="85"/>
                  </a:cubicBezTo>
                  <a:cubicBezTo>
                    <a:pt x="335" y="101"/>
                    <a:pt x="404" y="117"/>
                    <a:pt x="469" y="134"/>
                  </a:cubicBezTo>
                  <a:lnTo>
                    <a:pt x="521" y="150"/>
                  </a:lnTo>
                  <a:cubicBezTo>
                    <a:pt x="586" y="166"/>
                    <a:pt x="654" y="186"/>
                    <a:pt x="723" y="202"/>
                  </a:cubicBezTo>
                  <a:lnTo>
                    <a:pt x="772" y="218"/>
                  </a:lnTo>
                  <a:lnTo>
                    <a:pt x="788" y="218"/>
                  </a:lnTo>
                  <a:lnTo>
                    <a:pt x="788" y="202"/>
                  </a:lnTo>
                  <a:lnTo>
                    <a:pt x="723" y="186"/>
                  </a:lnTo>
                  <a:cubicBezTo>
                    <a:pt x="654" y="166"/>
                    <a:pt x="586" y="150"/>
                    <a:pt x="521" y="134"/>
                  </a:cubicBezTo>
                  <a:lnTo>
                    <a:pt x="469" y="117"/>
                  </a:lnTo>
                  <a:cubicBezTo>
                    <a:pt x="404" y="101"/>
                    <a:pt x="335" y="85"/>
                    <a:pt x="267" y="65"/>
                  </a:cubicBezTo>
                  <a:cubicBezTo>
                    <a:pt x="251" y="65"/>
                    <a:pt x="234" y="65"/>
                    <a:pt x="218" y="49"/>
                  </a:cubicBezTo>
                  <a:cubicBezTo>
                    <a:pt x="182" y="49"/>
                    <a:pt x="150" y="33"/>
                    <a:pt x="117" y="16"/>
                  </a:cubicBezTo>
                  <a:lnTo>
                    <a:pt x="81" y="16"/>
                  </a:lnTo>
                  <a:cubicBezTo>
                    <a:pt x="49" y="0"/>
                    <a:pt x="32"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1824430" y="855383"/>
              <a:ext cx="6853" cy="87207"/>
            </a:xfrm>
            <a:custGeom>
              <a:rect b="b" l="l" r="r" t="t"/>
              <a:pathLst>
                <a:path extrusionOk="0" h="878" w="69">
                  <a:moveTo>
                    <a:pt x="0" y="1"/>
                  </a:moveTo>
                  <a:lnTo>
                    <a:pt x="0" y="21"/>
                  </a:lnTo>
                  <a:cubicBezTo>
                    <a:pt x="36" y="37"/>
                    <a:pt x="53" y="70"/>
                    <a:pt x="53" y="86"/>
                  </a:cubicBezTo>
                  <a:cubicBezTo>
                    <a:pt x="36" y="138"/>
                    <a:pt x="36" y="171"/>
                    <a:pt x="53" y="203"/>
                  </a:cubicBezTo>
                  <a:cubicBezTo>
                    <a:pt x="53" y="171"/>
                    <a:pt x="53" y="138"/>
                    <a:pt x="69" y="102"/>
                  </a:cubicBezTo>
                  <a:cubicBezTo>
                    <a:pt x="69" y="54"/>
                    <a:pt x="53" y="37"/>
                    <a:pt x="0" y="1"/>
                  </a:cubicBezTo>
                  <a:close/>
                  <a:moveTo>
                    <a:pt x="53" y="255"/>
                  </a:moveTo>
                  <a:cubicBezTo>
                    <a:pt x="36" y="389"/>
                    <a:pt x="36" y="526"/>
                    <a:pt x="36" y="676"/>
                  </a:cubicBezTo>
                  <a:lnTo>
                    <a:pt x="36" y="829"/>
                  </a:lnTo>
                  <a:lnTo>
                    <a:pt x="53" y="676"/>
                  </a:lnTo>
                  <a:lnTo>
                    <a:pt x="53" y="255"/>
                  </a:lnTo>
                  <a:close/>
                  <a:moveTo>
                    <a:pt x="36" y="829"/>
                  </a:moveTo>
                  <a:cubicBezTo>
                    <a:pt x="36" y="845"/>
                    <a:pt x="16" y="861"/>
                    <a:pt x="36" y="878"/>
                  </a:cubicBezTo>
                  <a:lnTo>
                    <a:pt x="53" y="861"/>
                  </a:lnTo>
                  <a:cubicBezTo>
                    <a:pt x="36" y="845"/>
                    <a:pt x="36" y="845"/>
                    <a:pt x="36" y="8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1667496" y="793603"/>
              <a:ext cx="65058" cy="38637"/>
            </a:xfrm>
            <a:custGeom>
              <a:rect b="b" l="l" r="r" t="t"/>
              <a:pathLst>
                <a:path extrusionOk="0" h="389" w="655">
                  <a:moveTo>
                    <a:pt x="655" y="1"/>
                  </a:moveTo>
                  <a:cubicBezTo>
                    <a:pt x="623" y="1"/>
                    <a:pt x="606" y="17"/>
                    <a:pt x="570" y="37"/>
                  </a:cubicBezTo>
                  <a:lnTo>
                    <a:pt x="554" y="37"/>
                  </a:lnTo>
                  <a:cubicBezTo>
                    <a:pt x="469" y="102"/>
                    <a:pt x="368" y="154"/>
                    <a:pt x="283" y="203"/>
                  </a:cubicBezTo>
                  <a:cubicBezTo>
                    <a:pt x="203" y="255"/>
                    <a:pt x="134" y="288"/>
                    <a:pt x="65" y="340"/>
                  </a:cubicBezTo>
                  <a:cubicBezTo>
                    <a:pt x="134" y="304"/>
                    <a:pt x="219" y="255"/>
                    <a:pt x="283" y="219"/>
                  </a:cubicBezTo>
                  <a:cubicBezTo>
                    <a:pt x="384" y="171"/>
                    <a:pt x="469" y="102"/>
                    <a:pt x="570" y="53"/>
                  </a:cubicBezTo>
                  <a:lnTo>
                    <a:pt x="586" y="37"/>
                  </a:lnTo>
                  <a:cubicBezTo>
                    <a:pt x="606" y="17"/>
                    <a:pt x="623" y="17"/>
                    <a:pt x="655" y="17"/>
                  </a:cubicBezTo>
                  <a:lnTo>
                    <a:pt x="655" y="1"/>
                  </a:lnTo>
                  <a:close/>
                  <a:moveTo>
                    <a:pt x="65" y="340"/>
                  </a:moveTo>
                  <a:cubicBezTo>
                    <a:pt x="49" y="340"/>
                    <a:pt x="49" y="340"/>
                    <a:pt x="33" y="356"/>
                  </a:cubicBezTo>
                  <a:cubicBezTo>
                    <a:pt x="17" y="356"/>
                    <a:pt x="17" y="373"/>
                    <a:pt x="1" y="373"/>
                  </a:cubicBezTo>
                  <a:lnTo>
                    <a:pt x="1" y="389"/>
                  </a:lnTo>
                  <a:cubicBezTo>
                    <a:pt x="17" y="373"/>
                    <a:pt x="33" y="373"/>
                    <a:pt x="49" y="356"/>
                  </a:cubicBezTo>
                  <a:lnTo>
                    <a:pt x="65" y="34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1941534" y="191793"/>
              <a:ext cx="799368" cy="324693"/>
            </a:xfrm>
            <a:custGeom>
              <a:rect b="b" l="l" r="r" t="t"/>
              <a:pathLst>
                <a:path extrusionOk="0" h="3269" w="8048">
                  <a:moveTo>
                    <a:pt x="1" y="0"/>
                  </a:moveTo>
                  <a:lnTo>
                    <a:pt x="1" y="17"/>
                  </a:lnTo>
                  <a:cubicBezTo>
                    <a:pt x="49" y="17"/>
                    <a:pt x="69" y="17"/>
                    <a:pt x="102" y="37"/>
                  </a:cubicBezTo>
                  <a:cubicBezTo>
                    <a:pt x="118" y="53"/>
                    <a:pt x="134" y="53"/>
                    <a:pt x="134" y="53"/>
                  </a:cubicBezTo>
                  <a:cubicBezTo>
                    <a:pt x="287" y="101"/>
                    <a:pt x="421" y="170"/>
                    <a:pt x="554" y="219"/>
                  </a:cubicBezTo>
                  <a:lnTo>
                    <a:pt x="675" y="271"/>
                  </a:lnTo>
                  <a:cubicBezTo>
                    <a:pt x="776" y="303"/>
                    <a:pt x="893" y="356"/>
                    <a:pt x="994" y="404"/>
                  </a:cubicBezTo>
                  <a:lnTo>
                    <a:pt x="1128" y="457"/>
                  </a:lnTo>
                  <a:cubicBezTo>
                    <a:pt x="1245" y="505"/>
                    <a:pt x="1346" y="542"/>
                    <a:pt x="1463" y="590"/>
                  </a:cubicBezTo>
                  <a:cubicBezTo>
                    <a:pt x="1532" y="622"/>
                    <a:pt x="1600" y="643"/>
                    <a:pt x="1665" y="675"/>
                  </a:cubicBezTo>
                  <a:cubicBezTo>
                    <a:pt x="1835" y="744"/>
                    <a:pt x="2020" y="808"/>
                    <a:pt x="2206" y="893"/>
                  </a:cubicBezTo>
                  <a:cubicBezTo>
                    <a:pt x="2372" y="962"/>
                    <a:pt x="2542" y="1026"/>
                    <a:pt x="2711" y="1095"/>
                  </a:cubicBezTo>
                  <a:cubicBezTo>
                    <a:pt x="2796" y="1127"/>
                    <a:pt x="2861" y="1164"/>
                    <a:pt x="2929" y="1180"/>
                  </a:cubicBezTo>
                  <a:cubicBezTo>
                    <a:pt x="3131" y="1265"/>
                    <a:pt x="3333" y="1350"/>
                    <a:pt x="3535" y="1414"/>
                  </a:cubicBezTo>
                  <a:cubicBezTo>
                    <a:pt x="3333" y="1329"/>
                    <a:pt x="3131" y="1249"/>
                    <a:pt x="2946" y="1180"/>
                  </a:cubicBezTo>
                  <a:cubicBezTo>
                    <a:pt x="2861" y="1148"/>
                    <a:pt x="2796" y="1111"/>
                    <a:pt x="2711" y="1079"/>
                  </a:cubicBezTo>
                  <a:cubicBezTo>
                    <a:pt x="2542" y="1010"/>
                    <a:pt x="2372" y="946"/>
                    <a:pt x="2206" y="877"/>
                  </a:cubicBezTo>
                  <a:cubicBezTo>
                    <a:pt x="2020" y="808"/>
                    <a:pt x="1851" y="723"/>
                    <a:pt x="1685" y="659"/>
                  </a:cubicBezTo>
                  <a:cubicBezTo>
                    <a:pt x="1616" y="643"/>
                    <a:pt x="1532" y="606"/>
                    <a:pt x="1463" y="574"/>
                  </a:cubicBezTo>
                  <a:cubicBezTo>
                    <a:pt x="1362" y="542"/>
                    <a:pt x="1245" y="489"/>
                    <a:pt x="1128" y="441"/>
                  </a:cubicBezTo>
                  <a:lnTo>
                    <a:pt x="1011" y="388"/>
                  </a:lnTo>
                  <a:cubicBezTo>
                    <a:pt x="893" y="340"/>
                    <a:pt x="776" y="303"/>
                    <a:pt x="675" y="255"/>
                  </a:cubicBezTo>
                  <a:lnTo>
                    <a:pt x="574" y="202"/>
                  </a:lnTo>
                  <a:cubicBezTo>
                    <a:pt x="421" y="154"/>
                    <a:pt x="287" y="101"/>
                    <a:pt x="134" y="37"/>
                  </a:cubicBezTo>
                  <a:lnTo>
                    <a:pt x="118" y="37"/>
                  </a:lnTo>
                  <a:cubicBezTo>
                    <a:pt x="85" y="17"/>
                    <a:pt x="49" y="0"/>
                    <a:pt x="1" y="0"/>
                  </a:cubicBezTo>
                  <a:close/>
                  <a:moveTo>
                    <a:pt x="3535" y="1414"/>
                  </a:moveTo>
                  <a:lnTo>
                    <a:pt x="3636" y="1467"/>
                  </a:lnTo>
                  <a:cubicBezTo>
                    <a:pt x="3737" y="1499"/>
                    <a:pt x="3838" y="1552"/>
                    <a:pt x="3939" y="1584"/>
                  </a:cubicBezTo>
                  <a:cubicBezTo>
                    <a:pt x="4008" y="1616"/>
                    <a:pt x="4056" y="1632"/>
                    <a:pt x="4109" y="1669"/>
                  </a:cubicBezTo>
                  <a:cubicBezTo>
                    <a:pt x="4226" y="1701"/>
                    <a:pt x="4327" y="1754"/>
                    <a:pt x="4428" y="1786"/>
                  </a:cubicBezTo>
                  <a:cubicBezTo>
                    <a:pt x="4327" y="1733"/>
                    <a:pt x="4226" y="1701"/>
                    <a:pt x="4125" y="1653"/>
                  </a:cubicBezTo>
                  <a:cubicBezTo>
                    <a:pt x="4056" y="1632"/>
                    <a:pt x="4008" y="1600"/>
                    <a:pt x="3955" y="1584"/>
                  </a:cubicBezTo>
                  <a:cubicBezTo>
                    <a:pt x="3854" y="1531"/>
                    <a:pt x="3737" y="1499"/>
                    <a:pt x="3636" y="1451"/>
                  </a:cubicBezTo>
                  <a:lnTo>
                    <a:pt x="3535" y="1414"/>
                  </a:lnTo>
                  <a:close/>
                  <a:moveTo>
                    <a:pt x="4428" y="1786"/>
                  </a:moveTo>
                  <a:lnTo>
                    <a:pt x="4428" y="1786"/>
                  </a:lnTo>
                  <a:cubicBezTo>
                    <a:pt x="4513" y="1818"/>
                    <a:pt x="4594" y="1855"/>
                    <a:pt x="4679" y="1887"/>
                  </a:cubicBezTo>
                  <a:cubicBezTo>
                    <a:pt x="4715" y="1903"/>
                    <a:pt x="4747" y="1919"/>
                    <a:pt x="4780" y="1919"/>
                  </a:cubicBezTo>
                  <a:cubicBezTo>
                    <a:pt x="4747" y="1903"/>
                    <a:pt x="4715" y="1887"/>
                    <a:pt x="4695" y="1887"/>
                  </a:cubicBezTo>
                  <a:cubicBezTo>
                    <a:pt x="4614" y="1855"/>
                    <a:pt x="4529" y="1818"/>
                    <a:pt x="4428" y="1786"/>
                  </a:cubicBezTo>
                  <a:close/>
                  <a:moveTo>
                    <a:pt x="4780" y="1919"/>
                  </a:moveTo>
                  <a:cubicBezTo>
                    <a:pt x="4832" y="1956"/>
                    <a:pt x="4897" y="1972"/>
                    <a:pt x="4949" y="2004"/>
                  </a:cubicBezTo>
                  <a:cubicBezTo>
                    <a:pt x="5034" y="2036"/>
                    <a:pt x="5135" y="2073"/>
                    <a:pt x="5220" y="2105"/>
                  </a:cubicBezTo>
                  <a:cubicBezTo>
                    <a:pt x="5337" y="2158"/>
                    <a:pt x="5454" y="2206"/>
                    <a:pt x="5555" y="2238"/>
                  </a:cubicBezTo>
                  <a:cubicBezTo>
                    <a:pt x="5624" y="2275"/>
                    <a:pt x="5688" y="2291"/>
                    <a:pt x="5757" y="2323"/>
                  </a:cubicBezTo>
                  <a:cubicBezTo>
                    <a:pt x="5858" y="2376"/>
                    <a:pt x="5959" y="2408"/>
                    <a:pt x="6076" y="2461"/>
                  </a:cubicBezTo>
                  <a:cubicBezTo>
                    <a:pt x="6177" y="2493"/>
                    <a:pt x="6294" y="2541"/>
                    <a:pt x="6395" y="2578"/>
                  </a:cubicBezTo>
                  <a:cubicBezTo>
                    <a:pt x="6533" y="2626"/>
                    <a:pt x="6650" y="2679"/>
                    <a:pt x="6767" y="2727"/>
                  </a:cubicBezTo>
                  <a:cubicBezTo>
                    <a:pt x="6852" y="2764"/>
                    <a:pt x="6917" y="2796"/>
                    <a:pt x="7001" y="2828"/>
                  </a:cubicBezTo>
                  <a:lnTo>
                    <a:pt x="7086" y="2864"/>
                  </a:lnTo>
                  <a:cubicBezTo>
                    <a:pt x="7203" y="2913"/>
                    <a:pt x="7320" y="2965"/>
                    <a:pt x="7442" y="3014"/>
                  </a:cubicBezTo>
                  <a:cubicBezTo>
                    <a:pt x="7607" y="3083"/>
                    <a:pt x="7793" y="3147"/>
                    <a:pt x="8011" y="3232"/>
                  </a:cubicBezTo>
                  <a:cubicBezTo>
                    <a:pt x="8027" y="3232"/>
                    <a:pt x="8027" y="3248"/>
                    <a:pt x="8027" y="3268"/>
                  </a:cubicBezTo>
                  <a:lnTo>
                    <a:pt x="8048" y="3268"/>
                  </a:lnTo>
                  <a:cubicBezTo>
                    <a:pt x="8048" y="3248"/>
                    <a:pt x="8048" y="3232"/>
                    <a:pt x="8011" y="3216"/>
                  </a:cubicBezTo>
                  <a:cubicBezTo>
                    <a:pt x="7793" y="3131"/>
                    <a:pt x="7623" y="3066"/>
                    <a:pt x="7442" y="2998"/>
                  </a:cubicBezTo>
                  <a:cubicBezTo>
                    <a:pt x="7320" y="2945"/>
                    <a:pt x="7203" y="2897"/>
                    <a:pt x="7086" y="2844"/>
                  </a:cubicBezTo>
                  <a:lnTo>
                    <a:pt x="7001" y="2812"/>
                  </a:lnTo>
                  <a:cubicBezTo>
                    <a:pt x="6917" y="2780"/>
                    <a:pt x="6852" y="2743"/>
                    <a:pt x="6783" y="2727"/>
                  </a:cubicBezTo>
                  <a:cubicBezTo>
                    <a:pt x="6650" y="2679"/>
                    <a:pt x="6533" y="2626"/>
                    <a:pt x="6412" y="2578"/>
                  </a:cubicBezTo>
                  <a:cubicBezTo>
                    <a:pt x="6294" y="2525"/>
                    <a:pt x="6177" y="2477"/>
                    <a:pt x="6076" y="2440"/>
                  </a:cubicBezTo>
                  <a:cubicBezTo>
                    <a:pt x="5975" y="2392"/>
                    <a:pt x="5874" y="2360"/>
                    <a:pt x="5773" y="2307"/>
                  </a:cubicBezTo>
                  <a:cubicBezTo>
                    <a:pt x="5688" y="2291"/>
                    <a:pt x="5624" y="2259"/>
                    <a:pt x="5555" y="2222"/>
                  </a:cubicBezTo>
                  <a:cubicBezTo>
                    <a:pt x="5454" y="2190"/>
                    <a:pt x="5337" y="2137"/>
                    <a:pt x="5236" y="2089"/>
                  </a:cubicBezTo>
                  <a:cubicBezTo>
                    <a:pt x="5135" y="2057"/>
                    <a:pt x="5050" y="2020"/>
                    <a:pt x="4949" y="1988"/>
                  </a:cubicBezTo>
                  <a:cubicBezTo>
                    <a:pt x="4897" y="1972"/>
                    <a:pt x="4832" y="1935"/>
                    <a:pt x="4780" y="19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1692327" y="496323"/>
              <a:ext cx="27016" cy="20163"/>
            </a:xfrm>
            <a:custGeom>
              <a:rect b="b" l="l" r="r" t="t"/>
              <a:pathLst>
                <a:path extrusionOk="0" h="203" w="272">
                  <a:moveTo>
                    <a:pt x="255" y="0"/>
                  </a:moveTo>
                  <a:lnTo>
                    <a:pt x="1" y="182"/>
                  </a:lnTo>
                  <a:lnTo>
                    <a:pt x="1" y="202"/>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1667496" y="767182"/>
              <a:ext cx="66746" cy="38240"/>
            </a:xfrm>
            <a:custGeom>
              <a:rect b="b" l="l" r="r" t="t"/>
              <a:pathLst>
                <a:path extrusionOk="0" h="385" w="672">
                  <a:moveTo>
                    <a:pt x="655" y="0"/>
                  </a:moveTo>
                  <a:cubicBezTo>
                    <a:pt x="639" y="0"/>
                    <a:pt x="623" y="16"/>
                    <a:pt x="606" y="16"/>
                  </a:cubicBezTo>
                  <a:cubicBezTo>
                    <a:pt x="437" y="117"/>
                    <a:pt x="283" y="218"/>
                    <a:pt x="118" y="319"/>
                  </a:cubicBezTo>
                  <a:cubicBezTo>
                    <a:pt x="283" y="235"/>
                    <a:pt x="453" y="134"/>
                    <a:pt x="606" y="33"/>
                  </a:cubicBezTo>
                  <a:cubicBezTo>
                    <a:pt x="623" y="16"/>
                    <a:pt x="639" y="16"/>
                    <a:pt x="655" y="16"/>
                  </a:cubicBezTo>
                  <a:lnTo>
                    <a:pt x="671" y="16"/>
                  </a:lnTo>
                  <a:lnTo>
                    <a:pt x="655" y="0"/>
                  </a:lnTo>
                  <a:close/>
                  <a:moveTo>
                    <a:pt x="118" y="319"/>
                  </a:moveTo>
                  <a:lnTo>
                    <a:pt x="65" y="336"/>
                  </a:lnTo>
                  <a:lnTo>
                    <a:pt x="49" y="352"/>
                  </a:lnTo>
                  <a:cubicBezTo>
                    <a:pt x="33" y="368"/>
                    <a:pt x="33" y="368"/>
                    <a:pt x="17" y="368"/>
                  </a:cubicBezTo>
                  <a:lnTo>
                    <a:pt x="1" y="384"/>
                  </a:lnTo>
                  <a:lnTo>
                    <a:pt x="17" y="384"/>
                  </a:lnTo>
                  <a:cubicBezTo>
                    <a:pt x="33" y="384"/>
                    <a:pt x="49" y="368"/>
                    <a:pt x="65" y="368"/>
                  </a:cubicBezTo>
                  <a:lnTo>
                    <a:pt x="81" y="352"/>
                  </a:lnTo>
                  <a:lnTo>
                    <a:pt x="118" y="3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1705637" y="489470"/>
              <a:ext cx="26917" cy="21752"/>
            </a:xfrm>
            <a:custGeom>
              <a:rect b="b" l="l" r="r" t="t"/>
              <a:pathLst>
                <a:path extrusionOk="0" h="219" w="271">
                  <a:moveTo>
                    <a:pt x="271" y="1"/>
                  </a:moveTo>
                  <a:lnTo>
                    <a:pt x="0" y="219"/>
                  </a:lnTo>
                  <a:lnTo>
                    <a:pt x="271" y="17"/>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2257288" y="947755"/>
              <a:ext cx="55523" cy="16488"/>
            </a:xfrm>
            <a:custGeom>
              <a:rect b="b" l="l" r="r" t="t"/>
              <a:pathLst>
                <a:path extrusionOk="0" h="166" w="559">
                  <a:moveTo>
                    <a:pt x="1" y="0"/>
                  </a:moveTo>
                  <a:lnTo>
                    <a:pt x="1" y="0"/>
                  </a:lnTo>
                  <a:cubicBezTo>
                    <a:pt x="53" y="16"/>
                    <a:pt x="122" y="32"/>
                    <a:pt x="187" y="65"/>
                  </a:cubicBezTo>
                  <a:cubicBezTo>
                    <a:pt x="203" y="65"/>
                    <a:pt x="223" y="65"/>
                    <a:pt x="239" y="81"/>
                  </a:cubicBezTo>
                  <a:cubicBezTo>
                    <a:pt x="288" y="81"/>
                    <a:pt x="340" y="101"/>
                    <a:pt x="389" y="117"/>
                  </a:cubicBezTo>
                  <a:lnTo>
                    <a:pt x="425" y="133"/>
                  </a:lnTo>
                  <a:cubicBezTo>
                    <a:pt x="457" y="133"/>
                    <a:pt x="490" y="150"/>
                    <a:pt x="526" y="150"/>
                  </a:cubicBezTo>
                  <a:cubicBezTo>
                    <a:pt x="490" y="133"/>
                    <a:pt x="457" y="133"/>
                    <a:pt x="425" y="117"/>
                  </a:cubicBezTo>
                  <a:lnTo>
                    <a:pt x="389" y="101"/>
                  </a:lnTo>
                  <a:cubicBezTo>
                    <a:pt x="340" y="101"/>
                    <a:pt x="288" y="81"/>
                    <a:pt x="239" y="65"/>
                  </a:cubicBezTo>
                  <a:cubicBezTo>
                    <a:pt x="223" y="65"/>
                    <a:pt x="203" y="49"/>
                    <a:pt x="187" y="49"/>
                  </a:cubicBezTo>
                  <a:cubicBezTo>
                    <a:pt x="122" y="32"/>
                    <a:pt x="70" y="16"/>
                    <a:pt x="1" y="0"/>
                  </a:cubicBezTo>
                  <a:close/>
                  <a:moveTo>
                    <a:pt x="526" y="150"/>
                  </a:moveTo>
                  <a:lnTo>
                    <a:pt x="558" y="166"/>
                  </a:lnTo>
                  <a:lnTo>
                    <a:pt x="558" y="15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2259374" y="342270"/>
              <a:ext cx="100318" cy="46981"/>
            </a:xfrm>
            <a:custGeom>
              <a:rect b="b" l="l" r="r" t="t"/>
              <a:pathLst>
                <a:path extrusionOk="0" h="473" w="1010">
                  <a:moveTo>
                    <a:pt x="0" y="0"/>
                  </a:moveTo>
                  <a:cubicBezTo>
                    <a:pt x="32" y="0"/>
                    <a:pt x="32" y="16"/>
                    <a:pt x="49" y="16"/>
                  </a:cubicBezTo>
                  <a:cubicBezTo>
                    <a:pt x="65" y="16"/>
                    <a:pt x="65" y="37"/>
                    <a:pt x="81" y="37"/>
                  </a:cubicBezTo>
                  <a:cubicBezTo>
                    <a:pt x="150" y="53"/>
                    <a:pt x="218" y="85"/>
                    <a:pt x="283" y="117"/>
                  </a:cubicBezTo>
                  <a:cubicBezTo>
                    <a:pt x="303" y="117"/>
                    <a:pt x="335" y="138"/>
                    <a:pt x="351" y="138"/>
                  </a:cubicBezTo>
                  <a:cubicBezTo>
                    <a:pt x="335" y="117"/>
                    <a:pt x="319" y="101"/>
                    <a:pt x="283" y="101"/>
                  </a:cubicBezTo>
                  <a:cubicBezTo>
                    <a:pt x="218" y="69"/>
                    <a:pt x="150" y="53"/>
                    <a:pt x="81" y="16"/>
                  </a:cubicBezTo>
                  <a:lnTo>
                    <a:pt x="65" y="16"/>
                  </a:lnTo>
                  <a:cubicBezTo>
                    <a:pt x="49" y="0"/>
                    <a:pt x="32" y="0"/>
                    <a:pt x="0" y="0"/>
                  </a:cubicBezTo>
                  <a:close/>
                  <a:moveTo>
                    <a:pt x="351" y="138"/>
                  </a:moveTo>
                  <a:cubicBezTo>
                    <a:pt x="368" y="154"/>
                    <a:pt x="404" y="154"/>
                    <a:pt x="420" y="170"/>
                  </a:cubicBezTo>
                  <a:cubicBezTo>
                    <a:pt x="469" y="186"/>
                    <a:pt x="537" y="218"/>
                    <a:pt x="606" y="239"/>
                  </a:cubicBezTo>
                  <a:cubicBezTo>
                    <a:pt x="654" y="255"/>
                    <a:pt x="707" y="271"/>
                    <a:pt x="755" y="287"/>
                  </a:cubicBezTo>
                  <a:cubicBezTo>
                    <a:pt x="707" y="271"/>
                    <a:pt x="654" y="239"/>
                    <a:pt x="606" y="218"/>
                  </a:cubicBezTo>
                  <a:cubicBezTo>
                    <a:pt x="537" y="202"/>
                    <a:pt x="485" y="170"/>
                    <a:pt x="420" y="154"/>
                  </a:cubicBezTo>
                  <a:cubicBezTo>
                    <a:pt x="404" y="154"/>
                    <a:pt x="384" y="138"/>
                    <a:pt x="351" y="138"/>
                  </a:cubicBezTo>
                  <a:close/>
                  <a:moveTo>
                    <a:pt x="755" y="287"/>
                  </a:moveTo>
                  <a:lnTo>
                    <a:pt x="755" y="287"/>
                  </a:lnTo>
                  <a:cubicBezTo>
                    <a:pt x="808" y="319"/>
                    <a:pt x="873" y="340"/>
                    <a:pt x="925" y="372"/>
                  </a:cubicBezTo>
                  <a:lnTo>
                    <a:pt x="941" y="372"/>
                  </a:lnTo>
                  <a:cubicBezTo>
                    <a:pt x="957" y="372"/>
                    <a:pt x="974" y="372"/>
                    <a:pt x="974" y="388"/>
                  </a:cubicBezTo>
                  <a:lnTo>
                    <a:pt x="974" y="404"/>
                  </a:lnTo>
                  <a:cubicBezTo>
                    <a:pt x="990" y="420"/>
                    <a:pt x="990" y="441"/>
                    <a:pt x="974" y="457"/>
                  </a:cubicBezTo>
                  <a:lnTo>
                    <a:pt x="974" y="473"/>
                  </a:lnTo>
                  <a:lnTo>
                    <a:pt x="990" y="473"/>
                  </a:lnTo>
                  <a:cubicBezTo>
                    <a:pt x="1010" y="441"/>
                    <a:pt x="990" y="420"/>
                    <a:pt x="990" y="404"/>
                  </a:cubicBezTo>
                  <a:lnTo>
                    <a:pt x="990" y="388"/>
                  </a:lnTo>
                  <a:cubicBezTo>
                    <a:pt x="974" y="372"/>
                    <a:pt x="957" y="356"/>
                    <a:pt x="941" y="356"/>
                  </a:cubicBezTo>
                  <a:cubicBezTo>
                    <a:pt x="873" y="340"/>
                    <a:pt x="808" y="303"/>
                    <a:pt x="755" y="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2486431" y="442588"/>
              <a:ext cx="27016" cy="11720"/>
            </a:xfrm>
            <a:custGeom>
              <a:rect b="b" l="l" r="r" t="t"/>
              <a:pathLst>
                <a:path extrusionOk="0" h="118" w="272">
                  <a:moveTo>
                    <a:pt x="0" y="0"/>
                  </a:moveTo>
                  <a:lnTo>
                    <a:pt x="0" y="16"/>
                  </a:lnTo>
                  <a:cubicBezTo>
                    <a:pt x="17" y="16"/>
                    <a:pt x="37" y="16"/>
                    <a:pt x="53" y="37"/>
                  </a:cubicBezTo>
                  <a:lnTo>
                    <a:pt x="85" y="37"/>
                  </a:lnTo>
                  <a:lnTo>
                    <a:pt x="69" y="16"/>
                  </a:lnTo>
                  <a:cubicBezTo>
                    <a:pt x="53" y="16"/>
                    <a:pt x="17" y="0"/>
                    <a:pt x="0" y="0"/>
                  </a:cubicBezTo>
                  <a:close/>
                  <a:moveTo>
                    <a:pt x="85" y="37"/>
                  </a:moveTo>
                  <a:cubicBezTo>
                    <a:pt x="101" y="53"/>
                    <a:pt x="118" y="53"/>
                    <a:pt x="154" y="69"/>
                  </a:cubicBezTo>
                  <a:cubicBezTo>
                    <a:pt x="186" y="85"/>
                    <a:pt x="219" y="101"/>
                    <a:pt x="271" y="117"/>
                  </a:cubicBezTo>
                  <a:lnTo>
                    <a:pt x="271" y="101"/>
                  </a:lnTo>
                  <a:cubicBezTo>
                    <a:pt x="219" y="85"/>
                    <a:pt x="186" y="69"/>
                    <a:pt x="154" y="53"/>
                  </a:cubicBezTo>
                  <a:cubicBezTo>
                    <a:pt x="138" y="53"/>
                    <a:pt x="101"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1944712" y="554528"/>
              <a:ext cx="202325" cy="62277"/>
            </a:xfrm>
            <a:custGeom>
              <a:rect b="b" l="l" r="r" t="t"/>
              <a:pathLst>
                <a:path extrusionOk="0" h="627" w="2037">
                  <a:moveTo>
                    <a:pt x="1" y="0"/>
                  </a:moveTo>
                  <a:lnTo>
                    <a:pt x="17" y="20"/>
                  </a:lnTo>
                  <a:lnTo>
                    <a:pt x="70" y="20"/>
                  </a:lnTo>
                  <a:cubicBezTo>
                    <a:pt x="118" y="37"/>
                    <a:pt x="171" y="53"/>
                    <a:pt x="219" y="69"/>
                  </a:cubicBezTo>
                  <a:cubicBezTo>
                    <a:pt x="239" y="69"/>
                    <a:pt x="255" y="69"/>
                    <a:pt x="272" y="85"/>
                  </a:cubicBezTo>
                  <a:cubicBezTo>
                    <a:pt x="441" y="138"/>
                    <a:pt x="607" y="186"/>
                    <a:pt x="760" y="239"/>
                  </a:cubicBezTo>
                  <a:lnTo>
                    <a:pt x="926" y="287"/>
                  </a:lnTo>
                  <a:cubicBezTo>
                    <a:pt x="962" y="287"/>
                    <a:pt x="995" y="303"/>
                    <a:pt x="1027" y="323"/>
                  </a:cubicBezTo>
                  <a:cubicBezTo>
                    <a:pt x="1112" y="340"/>
                    <a:pt x="1181" y="356"/>
                    <a:pt x="1249" y="388"/>
                  </a:cubicBezTo>
                  <a:cubicBezTo>
                    <a:pt x="1330" y="404"/>
                    <a:pt x="1399" y="441"/>
                    <a:pt x="1483" y="457"/>
                  </a:cubicBezTo>
                  <a:cubicBezTo>
                    <a:pt x="1516" y="473"/>
                    <a:pt x="1568" y="489"/>
                    <a:pt x="1601" y="489"/>
                  </a:cubicBezTo>
                  <a:cubicBezTo>
                    <a:pt x="1568" y="473"/>
                    <a:pt x="1532" y="457"/>
                    <a:pt x="1483" y="441"/>
                  </a:cubicBezTo>
                  <a:cubicBezTo>
                    <a:pt x="1399" y="424"/>
                    <a:pt x="1330" y="404"/>
                    <a:pt x="1265" y="372"/>
                  </a:cubicBezTo>
                  <a:cubicBezTo>
                    <a:pt x="1181" y="356"/>
                    <a:pt x="1112" y="323"/>
                    <a:pt x="1027" y="303"/>
                  </a:cubicBezTo>
                  <a:cubicBezTo>
                    <a:pt x="995" y="287"/>
                    <a:pt x="962" y="287"/>
                    <a:pt x="926" y="271"/>
                  </a:cubicBezTo>
                  <a:lnTo>
                    <a:pt x="777" y="222"/>
                  </a:lnTo>
                  <a:cubicBezTo>
                    <a:pt x="607" y="170"/>
                    <a:pt x="441" y="121"/>
                    <a:pt x="272" y="69"/>
                  </a:cubicBezTo>
                  <a:cubicBezTo>
                    <a:pt x="255" y="69"/>
                    <a:pt x="239" y="53"/>
                    <a:pt x="219" y="53"/>
                  </a:cubicBezTo>
                  <a:cubicBezTo>
                    <a:pt x="171" y="37"/>
                    <a:pt x="118" y="20"/>
                    <a:pt x="70" y="0"/>
                  </a:cubicBezTo>
                  <a:close/>
                  <a:moveTo>
                    <a:pt x="1601" y="489"/>
                  </a:moveTo>
                  <a:lnTo>
                    <a:pt x="1633" y="505"/>
                  </a:lnTo>
                  <a:cubicBezTo>
                    <a:pt x="1669" y="505"/>
                    <a:pt x="1685" y="525"/>
                    <a:pt x="1718" y="525"/>
                  </a:cubicBezTo>
                  <a:cubicBezTo>
                    <a:pt x="1685" y="505"/>
                    <a:pt x="1669" y="505"/>
                    <a:pt x="1633" y="489"/>
                  </a:cubicBezTo>
                  <a:close/>
                  <a:moveTo>
                    <a:pt x="1718" y="525"/>
                  </a:moveTo>
                  <a:cubicBezTo>
                    <a:pt x="1754" y="542"/>
                    <a:pt x="1803" y="558"/>
                    <a:pt x="1835" y="574"/>
                  </a:cubicBezTo>
                  <a:cubicBezTo>
                    <a:pt x="1887" y="590"/>
                    <a:pt x="1920" y="590"/>
                    <a:pt x="1972" y="606"/>
                  </a:cubicBezTo>
                  <a:lnTo>
                    <a:pt x="2021" y="626"/>
                  </a:lnTo>
                  <a:lnTo>
                    <a:pt x="2037" y="626"/>
                  </a:lnTo>
                  <a:lnTo>
                    <a:pt x="2021" y="606"/>
                  </a:lnTo>
                  <a:lnTo>
                    <a:pt x="1972" y="590"/>
                  </a:lnTo>
                  <a:cubicBezTo>
                    <a:pt x="1920" y="590"/>
                    <a:pt x="1887" y="574"/>
                    <a:pt x="1835" y="558"/>
                  </a:cubicBezTo>
                  <a:cubicBezTo>
                    <a:pt x="1803" y="542"/>
                    <a:pt x="1754" y="525"/>
                    <a:pt x="1718" y="5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1946401" y="648390"/>
              <a:ext cx="321018" cy="96842"/>
            </a:xfrm>
            <a:custGeom>
              <a:rect b="b" l="l" r="r" t="t"/>
              <a:pathLst>
                <a:path extrusionOk="0" h="975" w="3232">
                  <a:moveTo>
                    <a:pt x="0" y="1"/>
                  </a:moveTo>
                  <a:lnTo>
                    <a:pt x="0" y="17"/>
                  </a:lnTo>
                  <a:cubicBezTo>
                    <a:pt x="53" y="17"/>
                    <a:pt x="85" y="33"/>
                    <a:pt x="121" y="49"/>
                  </a:cubicBezTo>
                  <a:cubicBezTo>
                    <a:pt x="137" y="49"/>
                    <a:pt x="154" y="49"/>
                    <a:pt x="170" y="65"/>
                  </a:cubicBezTo>
                  <a:cubicBezTo>
                    <a:pt x="271" y="85"/>
                    <a:pt x="372" y="118"/>
                    <a:pt x="473" y="150"/>
                  </a:cubicBezTo>
                  <a:lnTo>
                    <a:pt x="541" y="166"/>
                  </a:lnTo>
                  <a:cubicBezTo>
                    <a:pt x="626" y="202"/>
                    <a:pt x="727" y="219"/>
                    <a:pt x="808" y="251"/>
                  </a:cubicBezTo>
                  <a:cubicBezTo>
                    <a:pt x="929" y="287"/>
                    <a:pt x="1046" y="320"/>
                    <a:pt x="1164" y="352"/>
                  </a:cubicBezTo>
                  <a:cubicBezTo>
                    <a:pt x="1265" y="388"/>
                    <a:pt x="1366" y="421"/>
                    <a:pt x="1483" y="453"/>
                  </a:cubicBezTo>
                  <a:cubicBezTo>
                    <a:pt x="1551" y="469"/>
                    <a:pt x="1616" y="489"/>
                    <a:pt x="1685" y="505"/>
                  </a:cubicBezTo>
                  <a:cubicBezTo>
                    <a:pt x="1616" y="469"/>
                    <a:pt x="1551" y="453"/>
                    <a:pt x="1483" y="437"/>
                  </a:cubicBezTo>
                  <a:cubicBezTo>
                    <a:pt x="1382" y="404"/>
                    <a:pt x="1265" y="368"/>
                    <a:pt x="1164" y="336"/>
                  </a:cubicBezTo>
                  <a:cubicBezTo>
                    <a:pt x="1046" y="303"/>
                    <a:pt x="929" y="267"/>
                    <a:pt x="808" y="235"/>
                  </a:cubicBezTo>
                  <a:cubicBezTo>
                    <a:pt x="727" y="202"/>
                    <a:pt x="642" y="186"/>
                    <a:pt x="541" y="150"/>
                  </a:cubicBezTo>
                  <a:lnTo>
                    <a:pt x="473" y="134"/>
                  </a:lnTo>
                  <a:cubicBezTo>
                    <a:pt x="372" y="102"/>
                    <a:pt x="271" y="65"/>
                    <a:pt x="170" y="49"/>
                  </a:cubicBezTo>
                  <a:cubicBezTo>
                    <a:pt x="154" y="49"/>
                    <a:pt x="137" y="33"/>
                    <a:pt x="137" y="33"/>
                  </a:cubicBezTo>
                  <a:cubicBezTo>
                    <a:pt x="85" y="17"/>
                    <a:pt x="53" y="1"/>
                    <a:pt x="0" y="1"/>
                  </a:cubicBezTo>
                  <a:close/>
                  <a:moveTo>
                    <a:pt x="1685" y="505"/>
                  </a:moveTo>
                  <a:cubicBezTo>
                    <a:pt x="1701" y="522"/>
                    <a:pt x="1717" y="522"/>
                    <a:pt x="1717" y="522"/>
                  </a:cubicBezTo>
                  <a:cubicBezTo>
                    <a:pt x="1769" y="538"/>
                    <a:pt x="1818" y="554"/>
                    <a:pt x="1870" y="570"/>
                  </a:cubicBezTo>
                  <a:cubicBezTo>
                    <a:pt x="1903" y="570"/>
                    <a:pt x="1939" y="590"/>
                    <a:pt x="1971" y="590"/>
                  </a:cubicBezTo>
                  <a:cubicBezTo>
                    <a:pt x="1939" y="570"/>
                    <a:pt x="1903" y="570"/>
                    <a:pt x="1870" y="554"/>
                  </a:cubicBezTo>
                  <a:cubicBezTo>
                    <a:pt x="1818" y="538"/>
                    <a:pt x="1769" y="522"/>
                    <a:pt x="1737" y="505"/>
                  </a:cubicBezTo>
                  <a:close/>
                  <a:moveTo>
                    <a:pt x="1971" y="590"/>
                  </a:moveTo>
                  <a:cubicBezTo>
                    <a:pt x="2004" y="606"/>
                    <a:pt x="2040" y="606"/>
                    <a:pt x="2056" y="623"/>
                  </a:cubicBezTo>
                  <a:cubicBezTo>
                    <a:pt x="2173" y="655"/>
                    <a:pt x="2291" y="691"/>
                    <a:pt x="2408" y="724"/>
                  </a:cubicBezTo>
                  <a:cubicBezTo>
                    <a:pt x="2493" y="756"/>
                    <a:pt x="2561" y="772"/>
                    <a:pt x="2646" y="808"/>
                  </a:cubicBezTo>
                  <a:lnTo>
                    <a:pt x="2711" y="825"/>
                  </a:lnTo>
                  <a:cubicBezTo>
                    <a:pt x="2828" y="857"/>
                    <a:pt x="2965" y="893"/>
                    <a:pt x="3082" y="942"/>
                  </a:cubicBezTo>
                  <a:lnTo>
                    <a:pt x="3131" y="942"/>
                  </a:lnTo>
                  <a:cubicBezTo>
                    <a:pt x="3115" y="942"/>
                    <a:pt x="3099" y="926"/>
                    <a:pt x="3099" y="926"/>
                  </a:cubicBezTo>
                  <a:cubicBezTo>
                    <a:pt x="2965" y="893"/>
                    <a:pt x="2848" y="841"/>
                    <a:pt x="2711" y="808"/>
                  </a:cubicBezTo>
                  <a:lnTo>
                    <a:pt x="2646" y="792"/>
                  </a:lnTo>
                  <a:cubicBezTo>
                    <a:pt x="2577" y="756"/>
                    <a:pt x="2493" y="740"/>
                    <a:pt x="2408" y="707"/>
                  </a:cubicBezTo>
                  <a:cubicBezTo>
                    <a:pt x="2291" y="671"/>
                    <a:pt x="2173" y="639"/>
                    <a:pt x="2072" y="606"/>
                  </a:cubicBezTo>
                  <a:cubicBezTo>
                    <a:pt x="2040" y="590"/>
                    <a:pt x="2004" y="590"/>
                    <a:pt x="1971" y="590"/>
                  </a:cubicBezTo>
                  <a:close/>
                  <a:moveTo>
                    <a:pt x="3131" y="942"/>
                  </a:moveTo>
                  <a:cubicBezTo>
                    <a:pt x="3151" y="958"/>
                    <a:pt x="3183" y="974"/>
                    <a:pt x="3216" y="974"/>
                  </a:cubicBezTo>
                  <a:lnTo>
                    <a:pt x="3232" y="958"/>
                  </a:lnTo>
                  <a:lnTo>
                    <a:pt x="3216" y="958"/>
                  </a:lnTo>
                  <a:cubicBezTo>
                    <a:pt x="3183" y="958"/>
                    <a:pt x="3167" y="942"/>
                    <a:pt x="3131" y="9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2362871" y="792014"/>
              <a:ext cx="28606" cy="8542"/>
            </a:xfrm>
            <a:custGeom>
              <a:rect b="b" l="l" r="r" t="t"/>
              <a:pathLst>
                <a:path extrusionOk="0" h="86" w="288">
                  <a:moveTo>
                    <a:pt x="16" y="1"/>
                  </a:moveTo>
                  <a:lnTo>
                    <a:pt x="0" y="17"/>
                  </a:lnTo>
                  <a:lnTo>
                    <a:pt x="16" y="17"/>
                  </a:lnTo>
                  <a:cubicBezTo>
                    <a:pt x="16" y="17"/>
                    <a:pt x="33" y="17"/>
                    <a:pt x="49" y="33"/>
                  </a:cubicBezTo>
                  <a:lnTo>
                    <a:pt x="85" y="33"/>
                  </a:lnTo>
                  <a:cubicBezTo>
                    <a:pt x="101" y="33"/>
                    <a:pt x="134" y="53"/>
                    <a:pt x="150" y="53"/>
                  </a:cubicBezTo>
                  <a:cubicBezTo>
                    <a:pt x="202" y="69"/>
                    <a:pt x="235" y="86"/>
                    <a:pt x="287" y="86"/>
                  </a:cubicBezTo>
                  <a:lnTo>
                    <a:pt x="287" y="69"/>
                  </a:lnTo>
                  <a:cubicBezTo>
                    <a:pt x="235" y="69"/>
                    <a:pt x="202" y="53"/>
                    <a:pt x="170" y="53"/>
                  </a:cubicBezTo>
                  <a:cubicBezTo>
                    <a:pt x="134" y="33"/>
                    <a:pt x="101" y="33"/>
                    <a:pt x="85" y="17"/>
                  </a:cubicBezTo>
                  <a:lnTo>
                    <a:pt x="49" y="17"/>
                  </a:lnTo>
                  <a:cubicBezTo>
                    <a:pt x="33"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2386113" y="612335"/>
              <a:ext cx="75586" cy="26122"/>
            </a:xfrm>
            <a:custGeom>
              <a:rect b="b" l="l" r="r" t="t"/>
              <a:pathLst>
                <a:path extrusionOk="0" h="263" w="761">
                  <a:moveTo>
                    <a:pt x="18" y="1"/>
                  </a:moveTo>
                  <a:cubicBezTo>
                    <a:pt x="12" y="1"/>
                    <a:pt x="6" y="3"/>
                    <a:pt x="1" y="8"/>
                  </a:cubicBezTo>
                  <a:cubicBezTo>
                    <a:pt x="17" y="8"/>
                    <a:pt x="37" y="24"/>
                    <a:pt x="53" y="24"/>
                  </a:cubicBezTo>
                  <a:cubicBezTo>
                    <a:pt x="138" y="61"/>
                    <a:pt x="203" y="77"/>
                    <a:pt x="287" y="109"/>
                  </a:cubicBezTo>
                  <a:lnTo>
                    <a:pt x="421" y="145"/>
                  </a:lnTo>
                  <a:lnTo>
                    <a:pt x="287" y="93"/>
                  </a:lnTo>
                  <a:cubicBezTo>
                    <a:pt x="219" y="77"/>
                    <a:pt x="138" y="44"/>
                    <a:pt x="69" y="24"/>
                  </a:cubicBezTo>
                  <a:lnTo>
                    <a:pt x="53" y="8"/>
                  </a:lnTo>
                  <a:cubicBezTo>
                    <a:pt x="42" y="8"/>
                    <a:pt x="30" y="1"/>
                    <a:pt x="18" y="1"/>
                  </a:cubicBezTo>
                  <a:close/>
                  <a:moveTo>
                    <a:pt x="421" y="145"/>
                  </a:moveTo>
                  <a:cubicBezTo>
                    <a:pt x="522" y="178"/>
                    <a:pt x="607" y="210"/>
                    <a:pt x="708" y="246"/>
                  </a:cubicBezTo>
                  <a:cubicBezTo>
                    <a:pt x="724" y="246"/>
                    <a:pt x="724" y="263"/>
                    <a:pt x="744" y="263"/>
                  </a:cubicBezTo>
                  <a:lnTo>
                    <a:pt x="760" y="263"/>
                  </a:lnTo>
                  <a:lnTo>
                    <a:pt x="760" y="246"/>
                  </a:lnTo>
                  <a:cubicBezTo>
                    <a:pt x="744" y="246"/>
                    <a:pt x="724" y="246"/>
                    <a:pt x="708" y="226"/>
                  </a:cubicBezTo>
                  <a:cubicBezTo>
                    <a:pt x="623" y="194"/>
                    <a:pt x="522" y="178"/>
                    <a:pt x="421" y="1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1389883" y="653157"/>
              <a:ext cx="107172" cy="195968"/>
            </a:xfrm>
            <a:custGeom>
              <a:rect b="b" l="l" r="r" t="t"/>
              <a:pathLst>
                <a:path extrusionOk="0" h="1973" w="1079">
                  <a:moveTo>
                    <a:pt x="1058" y="1"/>
                  </a:moveTo>
                  <a:cubicBezTo>
                    <a:pt x="1058" y="17"/>
                    <a:pt x="1042" y="37"/>
                    <a:pt x="1058" y="70"/>
                  </a:cubicBezTo>
                  <a:lnTo>
                    <a:pt x="1058" y="86"/>
                  </a:lnTo>
                  <a:lnTo>
                    <a:pt x="1058" y="138"/>
                  </a:lnTo>
                  <a:lnTo>
                    <a:pt x="1058" y="203"/>
                  </a:lnTo>
                  <a:cubicBezTo>
                    <a:pt x="1079" y="187"/>
                    <a:pt x="1079" y="171"/>
                    <a:pt x="1079" y="138"/>
                  </a:cubicBezTo>
                  <a:lnTo>
                    <a:pt x="1079" y="86"/>
                  </a:lnTo>
                  <a:lnTo>
                    <a:pt x="1079" y="54"/>
                  </a:lnTo>
                  <a:cubicBezTo>
                    <a:pt x="1058" y="37"/>
                    <a:pt x="1079" y="37"/>
                    <a:pt x="1079" y="17"/>
                  </a:cubicBezTo>
                  <a:lnTo>
                    <a:pt x="1079" y="1"/>
                  </a:lnTo>
                  <a:close/>
                  <a:moveTo>
                    <a:pt x="1058" y="203"/>
                  </a:moveTo>
                  <a:cubicBezTo>
                    <a:pt x="1042" y="219"/>
                    <a:pt x="1058" y="219"/>
                    <a:pt x="1058" y="239"/>
                  </a:cubicBezTo>
                  <a:lnTo>
                    <a:pt x="1058" y="203"/>
                  </a:lnTo>
                  <a:close/>
                  <a:moveTo>
                    <a:pt x="1058" y="239"/>
                  </a:moveTo>
                  <a:lnTo>
                    <a:pt x="1058" y="255"/>
                  </a:lnTo>
                  <a:cubicBezTo>
                    <a:pt x="1058" y="356"/>
                    <a:pt x="1042" y="457"/>
                    <a:pt x="1042" y="558"/>
                  </a:cubicBezTo>
                  <a:lnTo>
                    <a:pt x="1042" y="708"/>
                  </a:lnTo>
                  <a:lnTo>
                    <a:pt x="1026" y="894"/>
                  </a:lnTo>
                  <a:lnTo>
                    <a:pt x="1026" y="1265"/>
                  </a:lnTo>
                  <a:cubicBezTo>
                    <a:pt x="1042" y="1148"/>
                    <a:pt x="1042" y="1011"/>
                    <a:pt x="1042" y="894"/>
                  </a:cubicBezTo>
                  <a:lnTo>
                    <a:pt x="1058" y="708"/>
                  </a:lnTo>
                  <a:lnTo>
                    <a:pt x="1058" y="558"/>
                  </a:lnTo>
                  <a:cubicBezTo>
                    <a:pt x="1058" y="457"/>
                    <a:pt x="1058" y="356"/>
                    <a:pt x="1079" y="255"/>
                  </a:cubicBezTo>
                  <a:cubicBezTo>
                    <a:pt x="1079" y="239"/>
                    <a:pt x="1079" y="239"/>
                    <a:pt x="1058" y="239"/>
                  </a:cubicBezTo>
                  <a:close/>
                  <a:moveTo>
                    <a:pt x="1026" y="1265"/>
                  </a:moveTo>
                  <a:cubicBezTo>
                    <a:pt x="1026" y="1282"/>
                    <a:pt x="1010" y="1314"/>
                    <a:pt x="994" y="1314"/>
                  </a:cubicBezTo>
                  <a:cubicBezTo>
                    <a:pt x="856" y="1415"/>
                    <a:pt x="723" y="1500"/>
                    <a:pt x="590" y="1585"/>
                  </a:cubicBezTo>
                  <a:cubicBezTo>
                    <a:pt x="554" y="1617"/>
                    <a:pt x="521" y="1633"/>
                    <a:pt x="489" y="1653"/>
                  </a:cubicBezTo>
                  <a:cubicBezTo>
                    <a:pt x="420" y="1702"/>
                    <a:pt x="335" y="1754"/>
                    <a:pt x="271" y="1803"/>
                  </a:cubicBezTo>
                  <a:cubicBezTo>
                    <a:pt x="234" y="1835"/>
                    <a:pt x="202" y="1855"/>
                    <a:pt x="170" y="1871"/>
                  </a:cubicBezTo>
                  <a:cubicBezTo>
                    <a:pt x="133" y="1904"/>
                    <a:pt x="101" y="1920"/>
                    <a:pt x="69" y="1936"/>
                  </a:cubicBezTo>
                  <a:cubicBezTo>
                    <a:pt x="49" y="1956"/>
                    <a:pt x="32" y="1956"/>
                    <a:pt x="16" y="1956"/>
                  </a:cubicBezTo>
                  <a:lnTo>
                    <a:pt x="0" y="1972"/>
                  </a:lnTo>
                  <a:lnTo>
                    <a:pt x="16" y="1972"/>
                  </a:lnTo>
                  <a:cubicBezTo>
                    <a:pt x="32" y="1972"/>
                    <a:pt x="49" y="1972"/>
                    <a:pt x="69" y="1956"/>
                  </a:cubicBezTo>
                  <a:cubicBezTo>
                    <a:pt x="101" y="1936"/>
                    <a:pt x="133" y="1904"/>
                    <a:pt x="186" y="1888"/>
                  </a:cubicBezTo>
                  <a:cubicBezTo>
                    <a:pt x="202" y="1855"/>
                    <a:pt x="234" y="1835"/>
                    <a:pt x="271" y="1819"/>
                  </a:cubicBezTo>
                  <a:cubicBezTo>
                    <a:pt x="352" y="1770"/>
                    <a:pt x="420" y="1718"/>
                    <a:pt x="505" y="1669"/>
                  </a:cubicBezTo>
                  <a:cubicBezTo>
                    <a:pt x="537" y="1653"/>
                    <a:pt x="554" y="1617"/>
                    <a:pt x="590" y="1601"/>
                  </a:cubicBezTo>
                  <a:cubicBezTo>
                    <a:pt x="723" y="1516"/>
                    <a:pt x="856" y="1415"/>
                    <a:pt x="994" y="1330"/>
                  </a:cubicBezTo>
                  <a:cubicBezTo>
                    <a:pt x="1026" y="1314"/>
                    <a:pt x="1026" y="1298"/>
                    <a:pt x="1026" y="12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2222425" y="338992"/>
              <a:ext cx="24931" cy="389751"/>
            </a:xfrm>
            <a:custGeom>
              <a:rect b="b" l="l" r="r" t="t"/>
              <a:pathLst>
                <a:path extrusionOk="0" h="3924" w="251">
                  <a:moveTo>
                    <a:pt x="150" y="1"/>
                  </a:moveTo>
                  <a:lnTo>
                    <a:pt x="0" y="134"/>
                  </a:lnTo>
                  <a:cubicBezTo>
                    <a:pt x="17" y="171"/>
                    <a:pt x="17" y="219"/>
                    <a:pt x="17" y="251"/>
                  </a:cubicBezTo>
                  <a:lnTo>
                    <a:pt x="17" y="304"/>
                  </a:lnTo>
                  <a:cubicBezTo>
                    <a:pt x="33" y="405"/>
                    <a:pt x="33" y="490"/>
                    <a:pt x="33" y="591"/>
                  </a:cubicBezTo>
                  <a:cubicBezTo>
                    <a:pt x="33" y="607"/>
                    <a:pt x="49" y="639"/>
                    <a:pt x="49" y="676"/>
                  </a:cubicBezTo>
                  <a:lnTo>
                    <a:pt x="49" y="591"/>
                  </a:lnTo>
                  <a:cubicBezTo>
                    <a:pt x="49" y="490"/>
                    <a:pt x="49" y="405"/>
                    <a:pt x="33" y="304"/>
                  </a:cubicBezTo>
                  <a:lnTo>
                    <a:pt x="33" y="251"/>
                  </a:lnTo>
                  <a:cubicBezTo>
                    <a:pt x="33" y="219"/>
                    <a:pt x="33" y="171"/>
                    <a:pt x="17" y="134"/>
                  </a:cubicBezTo>
                  <a:lnTo>
                    <a:pt x="150" y="1"/>
                  </a:lnTo>
                  <a:close/>
                  <a:moveTo>
                    <a:pt x="49" y="676"/>
                  </a:moveTo>
                  <a:lnTo>
                    <a:pt x="49" y="740"/>
                  </a:lnTo>
                  <a:lnTo>
                    <a:pt x="49" y="857"/>
                  </a:lnTo>
                  <a:cubicBezTo>
                    <a:pt x="69" y="926"/>
                    <a:pt x="69" y="995"/>
                    <a:pt x="69" y="1043"/>
                  </a:cubicBezTo>
                  <a:lnTo>
                    <a:pt x="69" y="1144"/>
                  </a:lnTo>
                  <a:cubicBezTo>
                    <a:pt x="69" y="1160"/>
                    <a:pt x="85" y="1197"/>
                    <a:pt x="85" y="1213"/>
                  </a:cubicBezTo>
                  <a:lnTo>
                    <a:pt x="85" y="1144"/>
                  </a:lnTo>
                  <a:lnTo>
                    <a:pt x="85" y="1043"/>
                  </a:lnTo>
                  <a:cubicBezTo>
                    <a:pt x="85" y="979"/>
                    <a:pt x="69" y="926"/>
                    <a:pt x="69" y="857"/>
                  </a:cubicBezTo>
                  <a:lnTo>
                    <a:pt x="69" y="740"/>
                  </a:lnTo>
                  <a:cubicBezTo>
                    <a:pt x="69" y="724"/>
                    <a:pt x="69" y="692"/>
                    <a:pt x="49" y="676"/>
                  </a:cubicBezTo>
                  <a:close/>
                  <a:moveTo>
                    <a:pt x="85" y="1213"/>
                  </a:moveTo>
                  <a:lnTo>
                    <a:pt x="85" y="1330"/>
                  </a:lnTo>
                  <a:lnTo>
                    <a:pt x="85" y="1463"/>
                  </a:lnTo>
                  <a:cubicBezTo>
                    <a:pt x="101" y="1500"/>
                    <a:pt x="101" y="1548"/>
                    <a:pt x="101" y="1584"/>
                  </a:cubicBezTo>
                  <a:lnTo>
                    <a:pt x="101" y="1702"/>
                  </a:lnTo>
                  <a:cubicBezTo>
                    <a:pt x="101" y="1734"/>
                    <a:pt x="101" y="1750"/>
                    <a:pt x="118" y="1786"/>
                  </a:cubicBezTo>
                  <a:lnTo>
                    <a:pt x="118" y="1702"/>
                  </a:lnTo>
                  <a:lnTo>
                    <a:pt x="118" y="1584"/>
                  </a:lnTo>
                  <a:cubicBezTo>
                    <a:pt x="101" y="1548"/>
                    <a:pt x="101" y="1500"/>
                    <a:pt x="101" y="1463"/>
                  </a:cubicBezTo>
                  <a:lnTo>
                    <a:pt x="101" y="1330"/>
                  </a:lnTo>
                  <a:cubicBezTo>
                    <a:pt x="101" y="1298"/>
                    <a:pt x="101" y="1261"/>
                    <a:pt x="85" y="1213"/>
                  </a:cubicBezTo>
                  <a:close/>
                  <a:moveTo>
                    <a:pt x="118" y="1786"/>
                  </a:moveTo>
                  <a:lnTo>
                    <a:pt x="118" y="1904"/>
                  </a:lnTo>
                  <a:lnTo>
                    <a:pt x="118" y="2021"/>
                  </a:lnTo>
                  <a:cubicBezTo>
                    <a:pt x="134" y="2069"/>
                    <a:pt x="134" y="2122"/>
                    <a:pt x="134" y="2190"/>
                  </a:cubicBezTo>
                  <a:lnTo>
                    <a:pt x="134" y="2308"/>
                  </a:lnTo>
                  <a:cubicBezTo>
                    <a:pt x="134" y="2324"/>
                    <a:pt x="150" y="2356"/>
                    <a:pt x="150" y="2372"/>
                  </a:cubicBezTo>
                  <a:lnTo>
                    <a:pt x="150" y="2308"/>
                  </a:lnTo>
                  <a:lnTo>
                    <a:pt x="150" y="2170"/>
                  </a:lnTo>
                  <a:cubicBezTo>
                    <a:pt x="134" y="2122"/>
                    <a:pt x="134" y="2069"/>
                    <a:pt x="134" y="2021"/>
                  </a:cubicBezTo>
                  <a:lnTo>
                    <a:pt x="134" y="1904"/>
                  </a:lnTo>
                  <a:cubicBezTo>
                    <a:pt x="134" y="1851"/>
                    <a:pt x="118" y="1819"/>
                    <a:pt x="118" y="1786"/>
                  </a:cubicBezTo>
                  <a:close/>
                  <a:moveTo>
                    <a:pt x="150" y="2372"/>
                  </a:moveTo>
                  <a:lnTo>
                    <a:pt x="150" y="2526"/>
                  </a:lnTo>
                  <a:cubicBezTo>
                    <a:pt x="170" y="2558"/>
                    <a:pt x="170" y="2594"/>
                    <a:pt x="170" y="2627"/>
                  </a:cubicBezTo>
                  <a:lnTo>
                    <a:pt x="170" y="2526"/>
                  </a:lnTo>
                  <a:cubicBezTo>
                    <a:pt x="170" y="2473"/>
                    <a:pt x="170" y="2425"/>
                    <a:pt x="150" y="2372"/>
                  </a:cubicBezTo>
                  <a:close/>
                  <a:moveTo>
                    <a:pt x="170" y="2627"/>
                  </a:moveTo>
                  <a:lnTo>
                    <a:pt x="170" y="2776"/>
                  </a:lnTo>
                  <a:lnTo>
                    <a:pt x="170" y="2897"/>
                  </a:lnTo>
                  <a:cubicBezTo>
                    <a:pt x="186" y="2946"/>
                    <a:pt x="186" y="2998"/>
                    <a:pt x="186" y="3047"/>
                  </a:cubicBezTo>
                  <a:lnTo>
                    <a:pt x="186" y="3132"/>
                  </a:lnTo>
                  <a:cubicBezTo>
                    <a:pt x="186" y="3148"/>
                    <a:pt x="186" y="3164"/>
                    <a:pt x="202" y="3180"/>
                  </a:cubicBezTo>
                  <a:lnTo>
                    <a:pt x="202" y="3132"/>
                  </a:lnTo>
                  <a:lnTo>
                    <a:pt x="202" y="3047"/>
                  </a:lnTo>
                  <a:cubicBezTo>
                    <a:pt x="186" y="2998"/>
                    <a:pt x="186" y="2946"/>
                    <a:pt x="186" y="2897"/>
                  </a:cubicBezTo>
                  <a:lnTo>
                    <a:pt x="186" y="2776"/>
                  </a:lnTo>
                  <a:cubicBezTo>
                    <a:pt x="186" y="2728"/>
                    <a:pt x="170" y="2675"/>
                    <a:pt x="170" y="2627"/>
                  </a:cubicBezTo>
                  <a:close/>
                  <a:moveTo>
                    <a:pt x="202" y="3180"/>
                  </a:moveTo>
                  <a:lnTo>
                    <a:pt x="202" y="3382"/>
                  </a:lnTo>
                  <a:cubicBezTo>
                    <a:pt x="202" y="3435"/>
                    <a:pt x="219" y="3483"/>
                    <a:pt x="219" y="3552"/>
                  </a:cubicBezTo>
                  <a:lnTo>
                    <a:pt x="219" y="3738"/>
                  </a:lnTo>
                  <a:lnTo>
                    <a:pt x="235" y="3786"/>
                  </a:lnTo>
                  <a:lnTo>
                    <a:pt x="235" y="3738"/>
                  </a:lnTo>
                  <a:lnTo>
                    <a:pt x="235" y="3552"/>
                  </a:lnTo>
                  <a:cubicBezTo>
                    <a:pt x="219" y="3483"/>
                    <a:pt x="219" y="3435"/>
                    <a:pt x="219" y="3382"/>
                  </a:cubicBezTo>
                  <a:cubicBezTo>
                    <a:pt x="219" y="3317"/>
                    <a:pt x="219" y="3249"/>
                    <a:pt x="202" y="3180"/>
                  </a:cubicBezTo>
                  <a:close/>
                  <a:moveTo>
                    <a:pt x="235" y="3806"/>
                  </a:moveTo>
                  <a:lnTo>
                    <a:pt x="235" y="3855"/>
                  </a:lnTo>
                  <a:lnTo>
                    <a:pt x="235" y="3907"/>
                  </a:lnTo>
                  <a:cubicBezTo>
                    <a:pt x="251" y="3887"/>
                    <a:pt x="251" y="3871"/>
                    <a:pt x="251" y="3855"/>
                  </a:cubicBezTo>
                  <a:cubicBezTo>
                    <a:pt x="235" y="3839"/>
                    <a:pt x="235" y="3822"/>
                    <a:pt x="235" y="3806"/>
                  </a:cubicBezTo>
                  <a:close/>
                  <a:moveTo>
                    <a:pt x="219" y="3907"/>
                  </a:moveTo>
                  <a:lnTo>
                    <a:pt x="235" y="3923"/>
                  </a:lnTo>
                  <a:lnTo>
                    <a:pt x="235" y="390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1679117" y="426100"/>
              <a:ext cx="56715" cy="44994"/>
            </a:xfrm>
            <a:custGeom>
              <a:rect b="b" l="l" r="r" t="t"/>
              <a:pathLst>
                <a:path extrusionOk="0" h="453" w="571">
                  <a:moveTo>
                    <a:pt x="554" y="1"/>
                  </a:moveTo>
                  <a:cubicBezTo>
                    <a:pt x="506" y="49"/>
                    <a:pt x="437" y="102"/>
                    <a:pt x="368" y="150"/>
                  </a:cubicBezTo>
                  <a:cubicBezTo>
                    <a:pt x="287" y="219"/>
                    <a:pt x="186" y="283"/>
                    <a:pt x="102" y="352"/>
                  </a:cubicBezTo>
                  <a:lnTo>
                    <a:pt x="86" y="368"/>
                  </a:lnTo>
                  <a:cubicBezTo>
                    <a:pt x="49" y="384"/>
                    <a:pt x="33" y="405"/>
                    <a:pt x="1" y="437"/>
                  </a:cubicBezTo>
                  <a:lnTo>
                    <a:pt x="1" y="453"/>
                  </a:lnTo>
                  <a:lnTo>
                    <a:pt x="17" y="453"/>
                  </a:lnTo>
                  <a:cubicBezTo>
                    <a:pt x="33" y="421"/>
                    <a:pt x="65" y="405"/>
                    <a:pt x="102" y="368"/>
                  </a:cubicBezTo>
                  <a:lnTo>
                    <a:pt x="118" y="368"/>
                  </a:lnTo>
                  <a:cubicBezTo>
                    <a:pt x="203" y="304"/>
                    <a:pt x="287" y="219"/>
                    <a:pt x="388" y="150"/>
                  </a:cubicBezTo>
                  <a:cubicBezTo>
                    <a:pt x="437" y="102"/>
                    <a:pt x="506" y="49"/>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1669085" y="760329"/>
              <a:ext cx="65157" cy="40227"/>
            </a:xfrm>
            <a:custGeom>
              <a:rect b="b" l="l" r="r" t="t"/>
              <a:pathLst>
                <a:path extrusionOk="0" h="405" w="656">
                  <a:moveTo>
                    <a:pt x="639" y="1"/>
                  </a:moveTo>
                  <a:cubicBezTo>
                    <a:pt x="623" y="1"/>
                    <a:pt x="607" y="17"/>
                    <a:pt x="570" y="33"/>
                  </a:cubicBezTo>
                  <a:cubicBezTo>
                    <a:pt x="421" y="134"/>
                    <a:pt x="267" y="219"/>
                    <a:pt x="118" y="320"/>
                  </a:cubicBezTo>
                  <a:cubicBezTo>
                    <a:pt x="267" y="235"/>
                    <a:pt x="421" y="134"/>
                    <a:pt x="570" y="49"/>
                  </a:cubicBezTo>
                  <a:lnTo>
                    <a:pt x="590" y="33"/>
                  </a:lnTo>
                  <a:cubicBezTo>
                    <a:pt x="607" y="33"/>
                    <a:pt x="623" y="17"/>
                    <a:pt x="639" y="17"/>
                  </a:cubicBezTo>
                  <a:lnTo>
                    <a:pt x="655" y="17"/>
                  </a:lnTo>
                  <a:lnTo>
                    <a:pt x="639" y="1"/>
                  </a:lnTo>
                  <a:close/>
                  <a:moveTo>
                    <a:pt x="118" y="320"/>
                  </a:moveTo>
                  <a:lnTo>
                    <a:pt x="17" y="372"/>
                  </a:lnTo>
                  <a:lnTo>
                    <a:pt x="1" y="388"/>
                  </a:lnTo>
                  <a:lnTo>
                    <a:pt x="1" y="405"/>
                  </a:lnTo>
                  <a:lnTo>
                    <a:pt x="17" y="388"/>
                  </a:lnTo>
                  <a:lnTo>
                    <a:pt x="118" y="3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1755796" y="964144"/>
              <a:ext cx="26917" cy="11720"/>
            </a:xfrm>
            <a:custGeom>
              <a:rect b="b" l="l" r="r" t="t"/>
              <a:pathLst>
                <a:path extrusionOk="0" h="118" w="271">
                  <a:moveTo>
                    <a:pt x="271" y="1"/>
                  </a:moveTo>
                  <a:lnTo>
                    <a:pt x="20" y="102"/>
                  </a:lnTo>
                  <a:lnTo>
                    <a:pt x="0" y="118"/>
                  </a:lnTo>
                  <a:lnTo>
                    <a:pt x="20" y="118"/>
                  </a:lnTo>
                  <a:lnTo>
                    <a:pt x="271" y="17"/>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2516526" y="454209"/>
              <a:ext cx="25328" cy="12118"/>
            </a:xfrm>
            <a:custGeom>
              <a:rect b="b" l="l" r="r" t="t"/>
              <a:pathLst>
                <a:path extrusionOk="0" h="122" w="255">
                  <a:moveTo>
                    <a:pt x="17" y="0"/>
                  </a:moveTo>
                  <a:lnTo>
                    <a:pt x="0" y="21"/>
                  </a:lnTo>
                  <a:lnTo>
                    <a:pt x="17" y="21"/>
                  </a:lnTo>
                  <a:cubicBezTo>
                    <a:pt x="37" y="21"/>
                    <a:pt x="69" y="37"/>
                    <a:pt x="85" y="53"/>
                  </a:cubicBezTo>
                  <a:cubicBezTo>
                    <a:pt x="101" y="53"/>
                    <a:pt x="118" y="69"/>
                    <a:pt x="138" y="69"/>
                  </a:cubicBezTo>
                  <a:cubicBezTo>
                    <a:pt x="170" y="85"/>
                    <a:pt x="186" y="85"/>
                    <a:pt x="219" y="101"/>
                  </a:cubicBezTo>
                  <a:cubicBezTo>
                    <a:pt x="239" y="101"/>
                    <a:pt x="239" y="101"/>
                    <a:pt x="255" y="122"/>
                  </a:cubicBezTo>
                  <a:lnTo>
                    <a:pt x="255" y="101"/>
                  </a:lnTo>
                  <a:cubicBezTo>
                    <a:pt x="255" y="101"/>
                    <a:pt x="239" y="85"/>
                    <a:pt x="219" y="85"/>
                  </a:cubicBezTo>
                  <a:cubicBezTo>
                    <a:pt x="202" y="69"/>
                    <a:pt x="170" y="69"/>
                    <a:pt x="138" y="53"/>
                  </a:cubicBezTo>
                  <a:cubicBezTo>
                    <a:pt x="118" y="53"/>
                    <a:pt x="118" y="37"/>
                    <a:pt x="101" y="37"/>
                  </a:cubicBezTo>
                  <a:cubicBezTo>
                    <a:pt x="69" y="21"/>
                    <a:pt x="37" y="21"/>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1667496" y="805323"/>
              <a:ext cx="65058" cy="38538"/>
            </a:xfrm>
            <a:custGeom>
              <a:rect b="b" l="l" r="r" t="t"/>
              <a:pathLst>
                <a:path extrusionOk="0" h="388" w="655">
                  <a:moveTo>
                    <a:pt x="655" y="0"/>
                  </a:moveTo>
                  <a:cubicBezTo>
                    <a:pt x="623" y="0"/>
                    <a:pt x="606" y="20"/>
                    <a:pt x="586" y="36"/>
                  </a:cubicBezTo>
                  <a:lnTo>
                    <a:pt x="570" y="36"/>
                  </a:lnTo>
                  <a:cubicBezTo>
                    <a:pt x="453" y="101"/>
                    <a:pt x="336" y="186"/>
                    <a:pt x="219" y="255"/>
                  </a:cubicBezTo>
                  <a:cubicBezTo>
                    <a:pt x="150" y="287"/>
                    <a:pt x="81" y="339"/>
                    <a:pt x="17" y="372"/>
                  </a:cubicBezTo>
                  <a:cubicBezTo>
                    <a:pt x="1" y="372"/>
                    <a:pt x="1" y="372"/>
                    <a:pt x="1" y="388"/>
                  </a:cubicBezTo>
                  <a:lnTo>
                    <a:pt x="17" y="388"/>
                  </a:lnTo>
                  <a:cubicBezTo>
                    <a:pt x="81" y="339"/>
                    <a:pt x="150" y="303"/>
                    <a:pt x="219" y="271"/>
                  </a:cubicBezTo>
                  <a:cubicBezTo>
                    <a:pt x="336" y="186"/>
                    <a:pt x="469" y="121"/>
                    <a:pt x="586" y="53"/>
                  </a:cubicBezTo>
                  <a:lnTo>
                    <a:pt x="606" y="36"/>
                  </a:lnTo>
                  <a:cubicBezTo>
                    <a:pt x="623" y="36"/>
                    <a:pt x="639" y="20"/>
                    <a:pt x="655" y="20"/>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2473221" y="521154"/>
              <a:ext cx="26917" cy="10131"/>
            </a:xfrm>
            <a:custGeom>
              <a:rect b="b" l="l" r="r" t="t"/>
              <a:pathLst>
                <a:path extrusionOk="0" h="102" w="271">
                  <a:moveTo>
                    <a:pt x="0" y="1"/>
                  </a:moveTo>
                  <a:lnTo>
                    <a:pt x="16" y="17"/>
                  </a:lnTo>
                  <a:lnTo>
                    <a:pt x="49" y="33"/>
                  </a:lnTo>
                  <a:cubicBezTo>
                    <a:pt x="69" y="33"/>
                    <a:pt x="101" y="53"/>
                    <a:pt x="133" y="53"/>
                  </a:cubicBezTo>
                  <a:cubicBezTo>
                    <a:pt x="101" y="33"/>
                    <a:pt x="85" y="33"/>
                    <a:pt x="49" y="17"/>
                  </a:cubicBezTo>
                  <a:lnTo>
                    <a:pt x="16" y="1"/>
                  </a:lnTo>
                  <a:close/>
                  <a:moveTo>
                    <a:pt x="133" y="53"/>
                  </a:moveTo>
                  <a:cubicBezTo>
                    <a:pt x="150" y="70"/>
                    <a:pt x="170" y="70"/>
                    <a:pt x="186" y="86"/>
                  </a:cubicBezTo>
                  <a:cubicBezTo>
                    <a:pt x="202" y="86"/>
                    <a:pt x="234" y="102"/>
                    <a:pt x="271" y="102"/>
                  </a:cubicBezTo>
                  <a:cubicBezTo>
                    <a:pt x="251" y="86"/>
                    <a:pt x="218" y="86"/>
                    <a:pt x="186" y="70"/>
                  </a:cubicBezTo>
                  <a:cubicBezTo>
                    <a:pt x="170" y="53"/>
                    <a:pt x="150" y="53"/>
                    <a:pt x="133"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2501628" y="666864"/>
              <a:ext cx="23441" cy="6456"/>
            </a:xfrm>
            <a:custGeom>
              <a:rect b="b" l="l" r="r" t="t"/>
              <a:pathLst>
                <a:path extrusionOk="0" h="65" w="236">
                  <a:moveTo>
                    <a:pt x="1" y="0"/>
                  </a:moveTo>
                  <a:lnTo>
                    <a:pt x="17" y="16"/>
                  </a:lnTo>
                  <a:lnTo>
                    <a:pt x="49" y="16"/>
                  </a:lnTo>
                  <a:cubicBezTo>
                    <a:pt x="102" y="33"/>
                    <a:pt x="167" y="49"/>
                    <a:pt x="219" y="65"/>
                  </a:cubicBezTo>
                  <a:lnTo>
                    <a:pt x="235" y="65"/>
                  </a:lnTo>
                  <a:lnTo>
                    <a:pt x="235" y="49"/>
                  </a:lnTo>
                  <a:cubicBezTo>
                    <a:pt x="167" y="33"/>
                    <a:pt x="118" y="16"/>
                    <a:pt x="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1944712" y="466228"/>
              <a:ext cx="197557" cy="65058"/>
            </a:xfrm>
            <a:custGeom>
              <a:rect b="b" l="l" r="r" t="t"/>
              <a:pathLst>
                <a:path extrusionOk="0" h="655" w="1989">
                  <a:moveTo>
                    <a:pt x="1" y="1"/>
                  </a:moveTo>
                  <a:lnTo>
                    <a:pt x="1" y="17"/>
                  </a:lnTo>
                  <a:lnTo>
                    <a:pt x="70" y="17"/>
                  </a:lnTo>
                  <a:cubicBezTo>
                    <a:pt x="53" y="1"/>
                    <a:pt x="17" y="1"/>
                    <a:pt x="1" y="1"/>
                  </a:cubicBezTo>
                  <a:close/>
                  <a:moveTo>
                    <a:pt x="70" y="17"/>
                  </a:moveTo>
                  <a:cubicBezTo>
                    <a:pt x="203" y="65"/>
                    <a:pt x="340" y="118"/>
                    <a:pt x="474" y="166"/>
                  </a:cubicBezTo>
                  <a:lnTo>
                    <a:pt x="744" y="251"/>
                  </a:lnTo>
                  <a:cubicBezTo>
                    <a:pt x="845" y="283"/>
                    <a:pt x="926" y="320"/>
                    <a:pt x="1027" y="352"/>
                  </a:cubicBezTo>
                  <a:cubicBezTo>
                    <a:pt x="1128" y="384"/>
                    <a:pt x="1229" y="421"/>
                    <a:pt x="1350" y="453"/>
                  </a:cubicBezTo>
                  <a:lnTo>
                    <a:pt x="1483" y="505"/>
                  </a:lnTo>
                  <a:cubicBezTo>
                    <a:pt x="1516" y="505"/>
                    <a:pt x="1552" y="522"/>
                    <a:pt x="1584" y="538"/>
                  </a:cubicBezTo>
                  <a:cubicBezTo>
                    <a:pt x="1669" y="554"/>
                    <a:pt x="1754" y="586"/>
                    <a:pt x="1835" y="623"/>
                  </a:cubicBezTo>
                  <a:lnTo>
                    <a:pt x="1887" y="623"/>
                  </a:lnTo>
                  <a:cubicBezTo>
                    <a:pt x="1871" y="606"/>
                    <a:pt x="1855" y="606"/>
                    <a:pt x="1835" y="606"/>
                  </a:cubicBezTo>
                  <a:cubicBezTo>
                    <a:pt x="1754" y="570"/>
                    <a:pt x="1669" y="538"/>
                    <a:pt x="1584" y="522"/>
                  </a:cubicBezTo>
                  <a:cubicBezTo>
                    <a:pt x="1552" y="505"/>
                    <a:pt x="1516" y="485"/>
                    <a:pt x="1483" y="485"/>
                  </a:cubicBezTo>
                  <a:lnTo>
                    <a:pt x="1350" y="437"/>
                  </a:lnTo>
                  <a:cubicBezTo>
                    <a:pt x="1249" y="404"/>
                    <a:pt x="1128" y="368"/>
                    <a:pt x="1027" y="336"/>
                  </a:cubicBezTo>
                  <a:cubicBezTo>
                    <a:pt x="946" y="303"/>
                    <a:pt x="845" y="267"/>
                    <a:pt x="760" y="235"/>
                  </a:cubicBezTo>
                  <a:lnTo>
                    <a:pt x="474" y="150"/>
                  </a:lnTo>
                  <a:cubicBezTo>
                    <a:pt x="340" y="102"/>
                    <a:pt x="203" y="65"/>
                    <a:pt x="70" y="17"/>
                  </a:cubicBezTo>
                  <a:close/>
                  <a:moveTo>
                    <a:pt x="1887" y="623"/>
                  </a:moveTo>
                  <a:cubicBezTo>
                    <a:pt x="1904" y="639"/>
                    <a:pt x="1936" y="655"/>
                    <a:pt x="1972" y="655"/>
                  </a:cubicBezTo>
                  <a:lnTo>
                    <a:pt x="1988" y="655"/>
                  </a:lnTo>
                  <a:lnTo>
                    <a:pt x="1988" y="639"/>
                  </a:lnTo>
                  <a:lnTo>
                    <a:pt x="1972" y="639"/>
                  </a:lnTo>
                  <a:cubicBezTo>
                    <a:pt x="1936" y="639"/>
                    <a:pt x="1920" y="623"/>
                    <a:pt x="1887" y="6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217161" y="905542"/>
              <a:ext cx="100418" cy="30195"/>
            </a:xfrm>
            <a:custGeom>
              <a:rect b="b" l="l" r="r" t="t"/>
              <a:pathLst>
                <a:path extrusionOk="0" h="304" w="1011">
                  <a:moveTo>
                    <a:pt x="1" y="1"/>
                  </a:moveTo>
                  <a:lnTo>
                    <a:pt x="1" y="21"/>
                  </a:lnTo>
                  <a:lnTo>
                    <a:pt x="21" y="21"/>
                  </a:lnTo>
                  <a:cubicBezTo>
                    <a:pt x="154" y="53"/>
                    <a:pt x="272" y="86"/>
                    <a:pt x="373" y="122"/>
                  </a:cubicBezTo>
                  <a:cubicBezTo>
                    <a:pt x="457" y="138"/>
                    <a:pt x="542" y="171"/>
                    <a:pt x="607" y="187"/>
                  </a:cubicBezTo>
                  <a:cubicBezTo>
                    <a:pt x="542" y="154"/>
                    <a:pt x="457" y="138"/>
                    <a:pt x="389" y="102"/>
                  </a:cubicBezTo>
                  <a:cubicBezTo>
                    <a:pt x="272" y="86"/>
                    <a:pt x="154" y="53"/>
                    <a:pt x="21" y="1"/>
                  </a:cubicBezTo>
                  <a:close/>
                  <a:moveTo>
                    <a:pt x="607" y="187"/>
                  </a:moveTo>
                  <a:lnTo>
                    <a:pt x="607" y="187"/>
                  </a:lnTo>
                  <a:cubicBezTo>
                    <a:pt x="692" y="223"/>
                    <a:pt x="776" y="239"/>
                    <a:pt x="877" y="272"/>
                  </a:cubicBezTo>
                  <a:cubicBezTo>
                    <a:pt x="877" y="272"/>
                    <a:pt x="894" y="272"/>
                    <a:pt x="910" y="288"/>
                  </a:cubicBezTo>
                  <a:cubicBezTo>
                    <a:pt x="930" y="288"/>
                    <a:pt x="962" y="304"/>
                    <a:pt x="978" y="304"/>
                  </a:cubicBezTo>
                  <a:lnTo>
                    <a:pt x="995" y="304"/>
                  </a:lnTo>
                  <a:lnTo>
                    <a:pt x="1011" y="288"/>
                  </a:lnTo>
                  <a:lnTo>
                    <a:pt x="995" y="288"/>
                  </a:lnTo>
                  <a:cubicBezTo>
                    <a:pt x="962" y="288"/>
                    <a:pt x="946" y="272"/>
                    <a:pt x="910" y="272"/>
                  </a:cubicBezTo>
                  <a:cubicBezTo>
                    <a:pt x="894" y="272"/>
                    <a:pt x="877" y="255"/>
                    <a:pt x="877" y="255"/>
                  </a:cubicBezTo>
                  <a:cubicBezTo>
                    <a:pt x="793" y="239"/>
                    <a:pt x="692" y="203"/>
                    <a:pt x="607" y="1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486431" y="680074"/>
              <a:ext cx="25328" cy="8542"/>
            </a:xfrm>
            <a:custGeom>
              <a:rect b="b" l="l" r="r" t="t"/>
              <a:pathLst>
                <a:path extrusionOk="0" h="86" w="255">
                  <a:moveTo>
                    <a:pt x="0" y="1"/>
                  </a:moveTo>
                  <a:lnTo>
                    <a:pt x="0" y="17"/>
                  </a:lnTo>
                  <a:lnTo>
                    <a:pt x="17" y="17"/>
                  </a:lnTo>
                  <a:cubicBezTo>
                    <a:pt x="17" y="1"/>
                    <a:pt x="0" y="1"/>
                    <a:pt x="0" y="1"/>
                  </a:cubicBezTo>
                  <a:close/>
                  <a:moveTo>
                    <a:pt x="17" y="17"/>
                  </a:moveTo>
                  <a:cubicBezTo>
                    <a:pt x="37" y="33"/>
                    <a:pt x="53" y="33"/>
                    <a:pt x="69" y="33"/>
                  </a:cubicBezTo>
                  <a:cubicBezTo>
                    <a:pt x="85" y="33"/>
                    <a:pt x="118" y="49"/>
                    <a:pt x="138" y="49"/>
                  </a:cubicBezTo>
                  <a:cubicBezTo>
                    <a:pt x="170" y="69"/>
                    <a:pt x="202" y="85"/>
                    <a:pt x="255" y="85"/>
                  </a:cubicBezTo>
                  <a:lnTo>
                    <a:pt x="255" y="69"/>
                  </a:lnTo>
                  <a:cubicBezTo>
                    <a:pt x="219" y="69"/>
                    <a:pt x="170" y="49"/>
                    <a:pt x="138" y="33"/>
                  </a:cubicBezTo>
                  <a:cubicBezTo>
                    <a:pt x="118" y="33"/>
                    <a:pt x="101" y="33"/>
                    <a:pt x="6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2717163" y="673221"/>
              <a:ext cx="21752" cy="8542"/>
            </a:xfrm>
            <a:custGeom>
              <a:rect b="b" l="l" r="r" t="t"/>
              <a:pathLst>
                <a:path extrusionOk="0" h="86" w="219">
                  <a:moveTo>
                    <a:pt x="0" y="1"/>
                  </a:moveTo>
                  <a:lnTo>
                    <a:pt x="0" y="17"/>
                  </a:lnTo>
                  <a:cubicBezTo>
                    <a:pt x="16" y="17"/>
                    <a:pt x="53" y="17"/>
                    <a:pt x="69" y="37"/>
                  </a:cubicBezTo>
                  <a:cubicBezTo>
                    <a:pt x="101" y="53"/>
                    <a:pt x="154" y="53"/>
                    <a:pt x="186" y="70"/>
                  </a:cubicBezTo>
                  <a:cubicBezTo>
                    <a:pt x="202" y="70"/>
                    <a:pt x="202" y="70"/>
                    <a:pt x="202" y="86"/>
                  </a:cubicBezTo>
                  <a:lnTo>
                    <a:pt x="218" y="86"/>
                  </a:lnTo>
                  <a:lnTo>
                    <a:pt x="218" y="70"/>
                  </a:lnTo>
                  <a:cubicBezTo>
                    <a:pt x="202" y="70"/>
                    <a:pt x="202" y="53"/>
                    <a:pt x="186" y="53"/>
                  </a:cubicBezTo>
                  <a:cubicBezTo>
                    <a:pt x="154" y="53"/>
                    <a:pt x="101" y="37"/>
                    <a:pt x="69" y="17"/>
                  </a:cubicBezTo>
                  <a:cubicBezTo>
                    <a:pt x="53" y="17"/>
                    <a:pt x="37"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1752518" y="925010"/>
              <a:ext cx="55523" cy="26023"/>
            </a:xfrm>
            <a:custGeom>
              <a:rect b="b" l="l" r="r" t="t"/>
              <a:pathLst>
                <a:path extrusionOk="0" h="262" w="559">
                  <a:moveTo>
                    <a:pt x="531" y="0"/>
                  </a:moveTo>
                  <a:cubicBezTo>
                    <a:pt x="511" y="0"/>
                    <a:pt x="497" y="13"/>
                    <a:pt x="474" y="27"/>
                  </a:cubicBezTo>
                  <a:lnTo>
                    <a:pt x="457" y="43"/>
                  </a:lnTo>
                  <a:lnTo>
                    <a:pt x="490" y="43"/>
                  </a:lnTo>
                  <a:cubicBezTo>
                    <a:pt x="506" y="27"/>
                    <a:pt x="538" y="7"/>
                    <a:pt x="558" y="7"/>
                  </a:cubicBezTo>
                  <a:cubicBezTo>
                    <a:pt x="548" y="2"/>
                    <a:pt x="539" y="0"/>
                    <a:pt x="531" y="0"/>
                  </a:cubicBezTo>
                  <a:close/>
                  <a:moveTo>
                    <a:pt x="457" y="43"/>
                  </a:moveTo>
                  <a:cubicBezTo>
                    <a:pt x="373" y="76"/>
                    <a:pt x="304" y="108"/>
                    <a:pt x="235" y="144"/>
                  </a:cubicBezTo>
                  <a:cubicBezTo>
                    <a:pt x="187" y="160"/>
                    <a:pt x="134" y="193"/>
                    <a:pt x="86" y="209"/>
                  </a:cubicBezTo>
                  <a:cubicBezTo>
                    <a:pt x="70" y="209"/>
                    <a:pt x="70" y="209"/>
                    <a:pt x="53" y="229"/>
                  </a:cubicBezTo>
                  <a:cubicBezTo>
                    <a:pt x="33" y="229"/>
                    <a:pt x="17" y="245"/>
                    <a:pt x="1" y="245"/>
                  </a:cubicBezTo>
                  <a:lnTo>
                    <a:pt x="1" y="261"/>
                  </a:lnTo>
                  <a:cubicBezTo>
                    <a:pt x="17" y="261"/>
                    <a:pt x="53" y="245"/>
                    <a:pt x="70" y="229"/>
                  </a:cubicBezTo>
                  <a:lnTo>
                    <a:pt x="86" y="229"/>
                  </a:lnTo>
                  <a:cubicBezTo>
                    <a:pt x="134" y="193"/>
                    <a:pt x="187" y="177"/>
                    <a:pt x="235" y="160"/>
                  </a:cubicBezTo>
                  <a:cubicBezTo>
                    <a:pt x="304" y="128"/>
                    <a:pt x="389" y="76"/>
                    <a:pt x="457" y="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1782614" y="954112"/>
              <a:ext cx="25427" cy="10131"/>
            </a:xfrm>
            <a:custGeom>
              <a:rect b="b" l="l" r="r" t="t"/>
              <a:pathLst>
                <a:path extrusionOk="0" h="102" w="256">
                  <a:moveTo>
                    <a:pt x="255" y="1"/>
                  </a:moveTo>
                  <a:cubicBezTo>
                    <a:pt x="219" y="1"/>
                    <a:pt x="203" y="1"/>
                    <a:pt x="187" y="17"/>
                  </a:cubicBezTo>
                  <a:cubicBezTo>
                    <a:pt x="187" y="17"/>
                    <a:pt x="171" y="17"/>
                    <a:pt x="171" y="37"/>
                  </a:cubicBezTo>
                  <a:lnTo>
                    <a:pt x="187" y="37"/>
                  </a:lnTo>
                  <a:cubicBezTo>
                    <a:pt x="210" y="23"/>
                    <a:pt x="225" y="10"/>
                    <a:pt x="239" y="10"/>
                  </a:cubicBezTo>
                  <a:cubicBezTo>
                    <a:pt x="244" y="10"/>
                    <a:pt x="250" y="12"/>
                    <a:pt x="255" y="17"/>
                  </a:cubicBezTo>
                  <a:lnTo>
                    <a:pt x="255" y="1"/>
                  </a:lnTo>
                  <a:close/>
                  <a:moveTo>
                    <a:pt x="171" y="37"/>
                  </a:moveTo>
                  <a:cubicBezTo>
                    <a:pt x="134" y="37"/>
                    <a:pt x="118" y="53"/>
                    <a:pt x="102" y="53"/>
                  </a:cubicBezTo>
                  <a:cubicBezTo>
                    <a:pt x="70" y="69"/>
                    <a:pt x="33" y="86"/>
                    <a:pt x="1" y="86"/>
                  </a:cubicBezTo>
                  <a:lnTo>
                    <a:pt x="1" y="102"/>
                  </a:lnTo>
                  <a:lnTo>
                    <a:pt x="17" y="102"/>
                  </a:lnTo>
                  <a:cubicBezTo>
                    <a:pt x="33" y="102"/>
                    <a:pt x="70" y="86"/>
                    <a:pt x="102" y="69"/>
                  </a:cubicBezTo>
                  <a:cubicBezTo>
                    <a:pt x="118" y="53"/>
                    <a:pt x="134" y="53"/>
                    <a:pt x="171"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1752518" y="223477"/>
              <a:ext cx="187526" cy="145710"/>
            </a:xfrm>
            <a:custGeom>
              <a:rect b="b" l="l" r="r" t="t"/>
              <a:pathLst>
                <a:path extrusionOk="0" h="1467" w="1888">
                  <a:moveTo>
                    <a:pt x="1" y="1435"/>
                  </a:moveTo>
                  <a:lnTo>
                    <a:pt x="1" y="1451"/>
                  </a:lnTo>
                  <a:lnTo>
                    <a:pt x="70" y="1467"/>
                  </a:lnTo>
                  <a:lnTo>
                    <a:pt x="70" y="1467"/>
                  </a:lnTo>
                  <a:lnTo>
                    <a:pt x="1" y="1435"/>
                  </a:lnTo>
                  <a:close/>
                  <a:moveTo>
                    <a:pt x="1887" y="0"/>
                  </a:moveTo>
                  <a:cubicBezTo>
                    <a:pt x="1835" y="0"/>
                    <a:pt x="1819" y="37"/>
                    <a:pt x="1786" y="53"/>
                  </a:cubicBezTo>
                  <a:lnTo>
                    <a:pt x="1750" y="85"/>
                  </a:lnTo>
                  <a:cubicBezTo>
                    <a:pt x="1548" y="255"/>
                    <a:pt x="1330" y="441"/>
                    <a:pt x="1112" y="606"/>
                  </a:cubicBezTo>
                  <a:lnTo>
                    <a:pt x="1096" y="627"/>
                  </a:lnTo>
                  <a:cubicBezTo>
                    <a:pt x="1027" y="675"/>
                    <a:pt x="979" y="728"/>
                    <a:pt x="926" y="760"/>
                  </a:cubicBezTo>
                  <a:cubicBezTo>
                    <a:pt x="878" y="808"/>
                    <a:pt x="825" y="845"/>
                    <a:pt x="777" y="877"/>
                  </a:cubicBezTo>
                  <a:cubicBezTo>
                    <a:pt x="724" y="930"/>
                    <a:pt x="676" y="962"/>
                    <a:pt x="623" y="994"/>
                  </a:cubicBezTo>
                  <a:cubicBezTo>
                    <a:pt x="591" y="1047"/>
                    <a:pt x="538" y="1079"/>
                    <a:pt x="490" y="1111"/>
                  </a:cubicBezTo>
                  <a:cubicBezTo>
                    <a:pt x="389" y="1196"/>
                    <a:pt x="288" y="1281"/>
                    <a:pt x="187" y="1366"/>
                  </a:cubicBezTo>
                  <a:cubicBezTo>
                    <a:pt x="154" y="1398"/>
                    <a:pt x="118" y="1435"/>
                    <a:pt x="70" y="1467"/>
                  </a:cubicBezTo>
                  <a:lnTo>
                    <a:pt x="86" y="1467"/>
                  </a:lnTo>
                  <a:cubicBezTo>
                    <a:pt x="118" y="1435"/>
                    <a:pt x="154" y="1398"/>
                    <a:pt x="203" y="1366"/>
                  </a:cubicBezTo>
                  <a:cubicBezTo>
                    <a:pt x="304" y="1297"/>
                    <a:pt x="389" y="1212"/>
                    <a:pt x="490" y="1132"/>
                  </a:cubicBezTo>
                  <a:cubicBezTo>
                    <a:pt x="538" y="1095"/>
                    <a:pt x="591" y="1047"/>
                    <a:pt x="639" y="1010"/>
                  </a:cubicBezTo>
                  <a:cubicBezTo>
                    <a:pt x="692" y="978"/>
                    <a:pt x="740" y="930"/>
                    <a:pt x="793" y="893"/>
                  </a:cubicBezTo>
                  <a:cubicBezTo>
                    <a:pt x="825" y="861"/>
                    <a:pt x="878" y="808"/>
                    <a:pt x="926" y="776"/>
                  </a:cubicBezTo>
                  <a:cubicBezTo>
                    <a:pt x="979" y="728"/>
                    <a:pt x="1043" y="675"/>
                    <a:pt x="1096" y="643"/>
                  </a:cubicBezTo>
                  <a:lnTo>
                    <a:pt x="1128" y="606"/>
                  </a:lnTo>
                  <a:cubicBezTo>
                    <a:pt x="1330" y="441"/>
                    <a:pt x="1548" y="271"/>
                    <a:pt x="1770" y="101"/>
                  </a:cubicBezTo>
                  <a:cubicBezTo>
                    <a:pt x="1770" y="85"/>
                    <a:pt x="1786" y="69"/>
                    <a:pt x="1786" y="69"/>
                  </a:cubicBezTo>
                  <a:cubicBezTo>
                    <a:pt x="1819" y="37"/>
                    <a:pt x="1851" y="21"/>
                    <a:pt x="18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2506494" y="673221"/>
              <a:ext cx="21752" cy="6953"/>
            </a:xfrm>
            <a:custGeom>
              <a:rect b="b" l="l" r="r" t="t"/>
              <a:pathLst>
                <a:path extrusionOk="0" h="70" w="219">
                  <a:moveTo>
                    <a:pt x="0" y="1"/>
                  </a:moveTo>
                  <a:lnTo>
                    <a:pt x="0" y="17"/>
                  </a:lnTo>
                  <a:lnTo>
                    <a:pt x="53" y="17"/>
                  </a:lnTo>
                  <a:lnTo>
                    <a:pt x="37" y="1"/>
                  </a:lnTo>
                  <a:close/>
                  <a:moveTo>
                    <a:pt x="53" y="17"/>
                  </a:moveTo>
                  <a:cubicBezTo>
                    <a:pt x="69" y="37"/>
                    <a:pt x="101" y="37"/>
                    <a:pt x="118" y="53"/>
                  </a:cubicBezTo>
                  <a:cubicBezTo>
                    <a:pt x="154" y="53"/>
                    <a:pt x="186" y="70"/>
                    <a:pt x="202" y="70"/>
                  </a:cubicBezTo>
                  <a:lnTo>
                    <a:pt x="219" y="70"/>
                  </a:lnTo>
                  <a:lnTo>
                    <a:pt x="219" y="53"/>
                  </a:lnTo>
                  <a:cubicBezTo>
                    <a:pt x="186" y="53"/>
                    <a:pt x="154" y="53"/>
                    <a:pt x="118" y="37"/>
                  </a:cubicBezTo>
                  <a:cubicBezTo>
                    <a:pt x="101" y="17"/>
                    <a:pt x="85" y="17"/>
                    <a:pt x="53"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1667496" y="818931"/>
              <a:ext cx="65058" cy="38637"/>
            </a:xfrm>
            <a:custGeom>
              <a:rect b="b" l="l" r="r" t="t"/>
              <a:pathLst>
                <a:path extrusionOk="0" h="389" w="655">
                  <a:moveTo>
                    <a:pt x="639" y="0"/>
                  </a:moveTo>
                  <a:cubicBezTo>
                    <a:pt x="606" y="17"/>
                    <a:pt x="570" y="33"/>
                    <a:pt x="554" y="49"/>
                  </a:cubicBezTo>
                  <a:cubicBezTo>
                    <a:pt x="538" y="65"/>
                    <a:pt x="522" y="65"/>
                    <a:pt x="505" y="65"/>
                  </a:cubicBezTo>
                  <a:cubicBezTo>
                    <a:pt x="404" y="134"/>
                    <a:pt x="283" y="202"/>
                    <a:pt x="182" y="267"/>
                  </a:cubicBezTo>
                  <a:cubicBezTo>
                    <a:pt x="303" y="219"/>
                    <a:pt x="404" y="150"/>
                    <a:pt x="522" y="85"/>
                  </a:cubicBezTo>
                  <a:cubicBezTo>
                    <a:pt x="538" y="85"/>
                    <a:pt x="538" y="65"/>
                    <a:pt x="554" y="65"/>
                  </a:cubicBezTo>
                  <a:cubicBezTo>
                    <a:pt x="586" y="49"/>
                    <a:pt x="606" y="33"/>
                    <a:pt x="655" y="17"/>
                  </a:cubicBezTo>
                  <a:lnTo>
                    <a:pt x="639" y="0"/>
                  </a:lnTo>
                  <a:close/>
                  <a:moveTo>
                    <a:pt x="182" y="267"/>
                  </a:moveTo>
                  <a:lnTo>
                    <a:pt x="118" y="303"/>
                  </a:lnTo>
                  <a:cubicBezTo>
                    <a:pt x="102" y="320"/>
                    <a:pt x="65" y="336"/>
                    <a:pt x="33" y="352"/>
                  </a:cubicBezTo>
                  <a:cubicBezTo>
                    <a:pt x="17" y="352"/>
                    <a:pt x="17" y="368"/>
                    <a:pt x="1" y="368"/>
                  </a:cubicBezTo>
                  <a:lnTo>
                    <a:pt x="1" y="388"/>
                  </a:lnTo>
                  <a:cubicBezTo>
                    <a:pt x="17" y="368"/>
                    <a:pt x="33" y="368"/>
                    <a:pt x="49" y="352"/>
                  </a:cubicBezTo>
                  <a:cubicBezTo>
                    <a:pt x="65" y="336"/>
                    <a:pt x="102" y="320"/>
                    <a:pt x="134" y="320"/>
                  </a:cubicBezTo>
                  <a:lnTo>
                    <a:pt x="182"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1752518" y="599820"/>
              <a:ext cx="6953" cy="232421"/>
            </a:xfrm>
            <a:custGeom>
              <a:rect b="b" l="l" r="r" t="t"/>
              <a:pathLst>
                <a:path extrusionOk="0" h="2340" w="70">
                  <a:moveTo>
                    <a:pt x="33" y="1"/>
                  </a:moveTo>
                  <a:lnTo>
                    <a:pt x="33" y="17"/>
                  </a:lnTo>
                  <a:cubicBezTo>
                    <a:pt x="53" y="17"/>
                    <a:pt x="53" y="33"/>
                    <a:pt x="53" y="49"/>
                  </a:cubicBezTo>
                  <a:cubicBezTo>
                    <a:pt x="70" y="17"/>
                    <a:pt x="53" y="1"/>
                    <a:pt x="33" y="1"/>
                  </a:cubicBezTo>
                  <a:close/>
                  <a:moveTo>
                    <a:pt x="53" y="49"/>
                  </a:moveTo>
                  <a:cubicBezTo>
                    <a:pt x="33" y="69"/>
                    <a:pt x="33" y="86"/>
                    <a:pt x="33" y="102"/>
                  </a:cubicBezTo>
                  <a:lnTo>
                    <a:pt x="33" y="170"/>
                  </a:lnTo>
                  <a:lnTo>
                    <a:pt x="33" y="389"/>
                  </a:lnTo>
                  <a:lnTo>
                    <a:pt x="33" y="776"/>
                  </a:lnTo>
                  <a:lnTo>
                    <a:pt x="33" y="910"/>
                  </a:lnTo>
                  <a:cubicBezTo>
                    <a:pt x="33" y="877"/>
                    <a:pt x="53" y="825"/>
                    <a:pt x="53" y="776"/>
                  </a:cubicBezTo>
                  <a:lnTo>
                    <a:pt x="53" y="389"/>
                  </a:lnTo>
                  <a:lnTo>
                    <a:pt x="53" y="170"/>
                  </a:lnTo>
                  <a:lnTo>
                    <a:pt x="53" y="102"/>
                  </a:lnTo>
                  <a:lnTo>
                    <a:pt x="53" y="49"/>
                  </a:lnTo>
                  <a:close/>
                  <a:moveTo>
                    <a:pt x="33" y="910"/>
                  </a:moveTo>
                  <a:cubicBezTo>
                    <a:pt x="17" y="958"/>
                    <a:pt x="17" y="1027"/>
                    <a:pt x="17" y="1079"/>
                  </a:cubicBezTo>
                  <a:lnTo>
                    <a:pt x="17" y="1112"/>
                  </a:lnTo>
                  <a:cubicBezTo>
                    <a:pt x="33" y="1196"/>
                    <a:pt x="33" y="1281"/>
                    <a:pt x="17" y="1362"/>
                  </a:cubicBezTo>
                  <a:lnTo>
                    <a:pt x="17" y="1548"/>
                  </a:lnTo>
                  <a:lnTo>
                    <a:pt x="17" y="1649"/>
                  </a:lnTo>
                  <a:lnTo>
                    <a:pt x="17" y="1750"/>
                  </a:lnTo>
                  <a:lnTo>
                    <a:pt x="17" y="2190"/>
                  </a:lnTo>
                  <a:cubicBezTo>
                    <a:pt x="17" y="2053"/>
                    <a:pt x="17" y="1903"/>
                    <a:pt x="33" y="1750"/>
                  </a:cubicBezTo>
                  <a:lnTo>
                    <a:pt x="33" y="1649"/>
                  </a:lnTo>
                  <a:lnTo>
                    <a:pt x="33" y="1548"/>
                  </a:lnTo>
                  <a:lnTo>
                    <a:pt x="33" y="1362"/>
                  </a:lnTo>
                  <a:lnTo>
                    <a:pt x="33" y="1112"/>
                  </a:lnTo>
                  <a:lnTo>
                    <a:pt x="33" y="1079"/>
                  </a:lnTo>
                  <a:lnTo>
                    <a:pt x="33" y="910"/>
                  </a:lnTo>
                  <a:close/>
                  <a:moveTo>
                    <a:pt x="17" y="2190"/>
                  </a:moveTo>
                  <a:cubicBezTo>
                    <a:pt x="17" y="2223"/>
                    <a:pt x="17" y="2255"/>
                    <a:pt x="1" y="2271"/>
                  </a:cubicBezTo>
                  <a:lnTo>
                    <a:pt x="1" y="2291"/>
                  </a:lnTo>
                  <a:cubicBezTo>
                    <a:pt x="1" y="2307"/>
                    <a:pt x="17" y="2324"/>
                    <a:pt x="17" y="2340"/>
                  </a:cubicBezTo>
                  <a:lnTo>
                    <a:pt x="33" y="2340"/>
                  </a:lnTo>
                  <a:lnTo>
                    <a:pt x="33" y="2324"/>
                  </a:lnTo>
                  <a:cubicBezTo>
                    <a:pt x="17" y="2324"/>
                    <a:pt x="17" y="2307"/>
                    <a:pt x="17" y="2291"/>
                  </a:cubicBezTo>
                  <a:lnTo>
                    <a:pt x="17" y="2271"/>
                  </a:lnTo>
                  <a:lnTo>
                    <a:pt x="17" y="219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1667496" y="800456"/>
              <a:ext cx="65058" cy="37048"/>
            </a:xfrm>
            <a:custGeom>
              <a:rect b="b" l="l" r="r" t="t"/>
              <a:pathLst>
                <a:path extrusionOk="0" h="373" w="655">
                  <a:moveTo>
                    <a:pt x="655" y="1"/>
                  </a:moveTo>
                  <a:cubicBezTo>
                    <a:pt x="639" y="1"/>
                    <a:pt x="623" y="1"/>
                    <a:pt x="606" y="17"/>
                  </a:cubicBezTo>
                  <a:cubicBezTo>
                    <a:pt x="485" y="85"/>
                    <a:pt x="384" y="134"/>
                    <a:pt x="283" y="203"/>
                  </a:cubicBezTo>
                  <a:cubicBezTo>
                    <a:pt x="219" y="235"/>
                    <a:pt x="150" y="271"/>
                    <a:pt x="81" y="320"/>
                  </a:cubicBezTo>
                  <a:cubicBezTo>
                    <a:pt x="65" y="320"/>
                    <a:pt x="49" y="336"/>
                    <a:pt x="33" y="352"/>
                  </a:cubicBezTo>
                  <a:cubicBezTo>
                    <a:pt x="49" y="352"/>
                    <a:pt x="81" y="336"/>
                    <a:pt x="102" y="320"/>
                  </a:cubicBezTo>
                  <a:cubicBezTo>
                    <a:pt x="150" y="287"/>
                    <a:pt x="219" y="251"/>
                    <a:pt x="283" y="219"/>
                  </a:cubicBezTo>
                  <a:cubicBezTo>
                    <a:pt x="384" y="150"/>
                    <a:pt x="505" y="85"/>
                    <a:pt x="606" y="33"/>
                  </a:cubicBezTo>
                  <a:cubicBezTo>
                    <a:pt x="623" y="17"/>
                    <a:pt x="639" y="17"/>
                    <a:pt x="655" y="17"/>
                  </a:cubicBezTo>
                  <a:lnTo>
                    <a:pt x="655" y="1"/>
                  </a:lnTo>
                  <a:close/>
                  <a:moveTo>
                    <a:pt x="33" y="352"/>
                  </a:moveTo>
                  <a:cubicBezTo>
                    <a:pt x="17" y="352"/>
                    <a:pt x="17" y="352"/>
                    <a:pt x="1" y="372"/>
                  </a:cubicBezTo>
                  <a:lnTo>
                    <a:pt x="17" y="372"/>
                  </a:lnTo>
                  <a:cubicBezTo>
                    <a:pt x="17" y="372"/>
                    <a:pt x="33" y="372"/>
                    <a:pt x="33" y="3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1704048" y="737087"/>
              <a:ext cx="23739" cy="14899"/>
            </a:xfrm>
            <a:custGeom>
              <a:rect b="b" l="l" r="r" t="t"/>
              <a:pathLst>
                <a:path extrusionOk="0" h="150" w="239">
                  <a:moveTo>
                    <a:pt x="218" y="0"/>
                  </a:moveTo>
                  <a:lnTo>
                    <a:pt x="0" y="134"/>
                  </a:lnTo>
                  <a:lnTo>
                    <a:pt x="0" y="150"/>
                  </a:lnTo>
                  <a:lnTo>
                    <a:pt x="16" y="150"/>
                  </a:lnTo>
                  <a:lnTo>
                    <a:pt x="238" y="16"/>
                  </a:lnTo>
                  <a:lnTo>
                    <a:pt x="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213982" y="942491"/>
              <a:ext cx="98828" cy="28606"/>
            </a:xfrm>
            <a:custGeom>
              <a:rect b="b" l="l" r="r" t="t"/>
              <a:pathLst>
                <a:path extrusionOk="0" h="288" w="995">
                  <a:moveTo>
                    <a:pt x="1" y="1"/>
                  </a:moveTo>
                  <a:cubicBezTo>
                    <a:pt x="33" y="17"/>
                    <a:pt x="53" y="17"/>
                    <a:pt x="85" y="33"/>
                  </a:cubicBezTo>
                  <a:cubicBezTo>
                    <a:pt x="102" y="33"/>
                    <a:pt x="134" y="33"/>
                    <a:pt x="170" y="53"/>
                  </a:cubicBezTo>
                  <a:cubicBezTo>
                    <a:pt x="203" y="69"/>
                    <a:pt x="255" y="69"/>
                    <a:pt x="304" y="85"/>
                  </a:cubicBezTo>
                  <a:cubicBezTo>
                    <a:pt x="320" y="85"/>
                    <a:pt x="336" y="102"/>
                    <a:pt x="356" y="102"/>
                  </a:cubicBezTo>
                  <a:cubicBezTo>
                    <a:pt x="388" y="102"/>
                    <a:pt x="405" y="118"/>
                    <a:pt x="437" y="118"/>
                  </a:cubicBezTo>
                  <a:cubicBezTo>
                    <a:pt x="405" y="102"/>
                    <a:pt x="388" y="102"/>
                    <a:pt x="356" y="85"/>
                  </a:cubicBezTo>
                  <a:cubicBezTo>
                    <a:pt x="336" y="85"/>
                    <a:pt x="320" y="85"/>
                    <a:pt x="304" y="69"/>
                  </a:cubicBezTo>
                  <a:cubicBezTo>
                    <a:pt x="255" y="69"/>
                    <a:pt x="219" y="53"/>
                    <a:pt x="170" y="33"/>
                  </a:cubicBezTo>
                  <a:cubicBezTo>
                    <a:pt x="134" y="33"/>
                    <a:pt x="118" y="17"/>
                    <a:pt x="85" y="17"/>
                  </a:cubicBezTo>
                  <a:cubicBezTo>
                    <a:pt x="69" y="1"/>
                    <a:pt x="33" y="1"/>
                    <a:pt x="1" y="1"/>
                  </a:cubicBezTo>
                  <a:close/>
                  <a:moveTo>
                    <a:pt x="437" y="118"/>
                  </a:moveTo>
                  <a:cubicBezTo>
                    <a:pt x="489" y="134"/>
                    <a:pt x="558" y="154"/>
                    <a:pt x="607" y="170"/>
                  </a:cubicBezTo>
                  <a:cubicBezTo>
                    <a:pt x="639" y="186"/>
                    <a:pt x="691" y="203"/>
                    <a:pt x="724" y="203"/>
                  </a:cubicBezTo>
                  <a:cubicBezTo>
                    <a:pt x="691" y="186"/>
                    <a:pt x="639" y="170"/>
                    <a:pt x="607" y="154"/>
                  </a:cubicBezTo>
                  <a:cubicBezTo>
                    <a:pt x="558" y="134"/>
                    <a:pt x="489" y="118"/>
                    <a:pt x="437" y="118"/>
                  </a:cubicBezTo>
                  <a:close/>
                  <a:moveTo>
                    <a:pt x="724" y="203"/>
                  </a:moveTo>
                  <a:cubicBezTo>
                    <a:pt x="776" y="219"/>
                    <a:pt x="825" y="235"/>
                    <a:pt x="877" y="255"/>
                  </a:cubicBezTo>
                  <a:cubicBezTo>
                    <a:pt x="909" y="271"/>
                    <a:pt x="942" y="271"/>
                    <a:pt x="994" y="287"/>
                  </a:cubicBezTo>
                  <a:lnTo>
                    <a:pt x="994" y="271"/>
                  </a:lnTo>
                  <a:cubicBezTo>
                    <a:pt x="942" y="271"/>
                    <a:pt x="909" y="255"/>
                    <a:pt x="877" y="235"/>
                  </a:cubicBezTo>
                  <a:cubicBezTo>
                    <a:pt x="825" y="219"/>
                    <a:pt x="776" y="203"/>
                    <a:pt x="724"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2703853" y="574591"/>
              <a:ext cx="25030" cy="10131"/>
            </a:xfrm>
            <a:custGeom>
              <a:rect b="b" l="l" r="r" t="t"/>
              <a:pathLst>
                <a:path extrusionOk="0" h="102" w="252">
                  <a:moveTo>
                    <a:pt x="1" y="0"/>
                  </a:moveTo>
                  <a:lnTo>
                    <a:pt x="1" y="20"/>
                  </a:lnTo>
                  <a:lnTo>
                    <a:pt x="235" y="101"/>
                  </a:lnTo>
                  <a:lnTo>
                    <a:pt x="251" y="101"/>
                  </a:lnTo>
                  <a:lnTo>
                    <a:pt x="251" y="85"/>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2595192" y="842173"/>
              <a:ext cx="128825" cy="38637"/>
            </a:xfrm>
            <a:custGeom>
              <a:rect b="b" l="l" r="r" t="t"/>
              <a:pathLst>
                <a:path extrusionOk="0" h="389" w="1297">
                  <a:moveTo>
                    <a:pt x="0" y="1"/>
                  </a:moveTo>
                  <a:lnTo>
                    <a:pt x="0" y="17"/>
                  </a:lnTo>
                  <a:lnTo>
                    <a:pt x="53" y="17"/>
                  </a:lnTo>
                  <a:cubicBezTo>
                    <a:pt x="134" y="53"/>
                    <a:pt x="235" y="86"/>
                    <a:pt x="319" y="102"/>
                  </a:cubicBezTo>
                  <a:cubicBezTo>
                    <a:pt x="404" y="134"/>
                    <a:pt x="473" y="154"/>
                    <a:pt x="538" y="170"/>
                  </a:cubicBezTo>
                  <a:cubicBezTo>
                    <a:pt x="558" y="170"/>
                    <a:pt x="574" y="187"/>
                    <a:pt x="590" y="187"/>
                  </a:cubicBezTo>
                  <a:cubicBezTo>
                    <a:pt x="606" y="187"/>
                    <a:pt x="639" y="203"/>
                    <a:pt x="675" y="203"/>
                  </a:cubicBezTo>
                  <a:cubicBezTo>
                    <a:pt x="639" y="187"/>
                    <a:pt x="622" y="187"/>
                    <a:pt x="590" y="170"/>
                  </a:cubicBezTo>
                  <a:cubicBezTo>
                    <a:pt x="574" y="170"/>
                    <a:pt x="558" y="170"/>
                    <a:pt x="538" y="154"/>
                  </a:cubicBezTo>
                  <a:cubicBezTo>
                    <a:pt x="473" y="134"/>
                    <a:pt x="404" y="118"/>
                    <a:pt x="336" y="102"/>
                  </a:cubicBezTo>
                  <a:cubicBezTo>
                    <a:pt x="235" y="69"/>
                    <a:pt x="154" y="33"/>
                    <a:pt x="53" y="1"/>
                  </a:cubicBezTo>
                  <a:close/>
                  <a:moveTo>
                    <a:pt x="675" y="203"/>
                  </a:moveTo>
                  <a:cubicBezTo>
                    <a:pt x="691" y="219"/>
                    <a:pt x="707" y="219"/>
                    <a:pt x="723" y="219"/>
                  </a:cubicBezTo>
                  <a:cubicBezTo>
                    <a:pt x="739" y="235"/>
                    <a:pt x="776" y="235"/>
                    <a:pt x="808" y="255"/>
                  </a:cubicBezTo>
                  <a:cubicBezTo>
                    <a:pt x="840" y="271"/>
                    <a:pt x="877" y="271"/>
                    <a:pt x="909" y="287"/>
                  </a:cubicBezTo>
                  <a:cubicBezTo>
                    <a:pt x="994" y="304"/>
                    <a:pt x="1079" y="336"/>
                    <a:pt x="1164" y="356"/>
                  </a:cubicBezTo>
                  <a:cubicBezTo>
                    <a:pt x="1180" y="372"/>
                    <a:pt x="1196" y="372"/>
                    <a:pt x="1196" y="372"/>
                  </a:cubicBezTo>
                  <a:cubicBezTo>
                    <a:pt x="1228" y="388"/>
                    <a:pt x="1244" y="388"/>
                    <a:pt x="1281" y="388"/>
                  </a:cubicBezTo>
                  <a:lnTo>
                    <a:pt x="1297" y="388"/>
                  </a:lnTo>
                  <a:lnTo>
                    <a:pt x="1297" y="372"/>
                  </a:lnTo>
                  <a:cubicBezTo>
                    <a:pt x="1288" y="377"/>
                    <a:pt x="1278" y="379"/>
                    <a:pt x="1268" y="379"/>
                  </a:cubicBezTo>
                  <a:cubicBezTo>
                    <a:pt x="1245" y="379"/>
                    <a:pt x="1224" y="368"/>
                    <a:pt x="1212" y="356"/>
                  </a:cubicBezTo>
                  <a:lnTo>
                    <a:pt x="1180" y="356"/>
                  </a:lnTo>
                  <a:cubicBezTo>
                    <a:pt x="1095" y="320"/>
                    <a:pt x="994" y="304"/>
                    <a:pt x="909" y="271"/>
                  </a:cubicBezTo>
                  <a:cubicBezTo>
                    <a:pt x="877" y="271"/>
                    <a:pt x="840" y="255"/>
                    <a:pt x="808" y="235"/>
                  </a:cubicBezTo>
                  <a:cubicBezTo>
                    <a:pt x="776" y="219"/>
                    <a:pt x="760" y="219"/>
                    <a:pt x="723"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1755796" y="558103"/>
              <a:ext cx="189015" cy="126937"/>
            </a:xfrm>
            <a:custGeom>
              <a:rect b="b" l="l" r="r" t="t"/>
              <a:pathLst>
                <a:path extrusionOk="0" h="1278" w="1903">
                  <a:moveTo>
                    <a:pt x="1903" y="1"/>
                  </a:moveTo>
                  <a:cubicBezTo>
                    <a:pt x="1871" y="1"/>
                    <a:pt x="1838" y="17"/>
                    <a:pt x="1818" y="33"/>
                  </a:cubicBezTo>
                  <a:cubicBezTo>
                    <a:pt x="1753" y="85"/>
                    <a:pt x="1669" y="134"/>
                    <a:pt x="1600" y="186"/>
                  </a:cubicBezTo>
                  <a:cubicBezTo>
                    <a:pt x="1483" y="267"/>
                    <a:pt x="1366" y="352"/>
                    <a:pt x="1232" y="437"/>
                  </a:cubicBezTo>
                  <a:cubicBezTo>
                    <a:pt x="1131" y="522"/>
                    <a:pt x="1010" y="590"/>
                    <a:pt x="893" y="671"/>
                  </a:cubicBezTo>
                  <a:cubicBezTo>
                    <a:pt x="828" y="724"/>
                    <a:pt x="744" y="772"/>
                    <a:pt x="675" y="825"/>
                  </a:cubicBezTo>
                  <a:cubicBezTo>
                    <a:pt x="525" y="926"/>
                    <a:pt x="356" y="1043"/>
                    <a:pt x="202" y="1144"/>
                  </a:cubicBezTo>
                  <a:lnTo>
                    <a:pt x="69" y="1229"/>
                  </a:lnTo>
                  <a:cubicBezTo>
                    <a:pt x="53" y="1245"/>
                    <a:pt x="37" y="1261"/>
                    <a:pt x="20" y="1261"/>
                  </a:cubicBezTo>
                  <a:lnTo>
                    <a:pt x="0" y="1277"/>
                  </a:lnTo>
                  <a:lnTo>
                    <a:pt x="20" y="1277"/>
                  </a:lnTo>
                  <a:cubicBezTo>
                    <a:pt x="37" y="1277"/>
                    <a:pt x="69" y="1261"/>
                    <a:pt x="85" y="1245"/>
                  </a:cubicBezTo>
                  <a:lnTo>
                    <a:pt x="222" y="1160"/>
                  </a:lnTo>
                  <a:cubicBezTo>
                    <a:pt x="372" y="1043"/>
                    <a:pt x="525" y="942"/>
                    <a:pt x="675" y="841"/>
                  </a:cubicBezTo>
                  <a:cubicBezTo>
                    <a:pt x="760" y="792"/>
                    <a:pt x="828" y="740"/>
                    <a:pt x="909" y="671"/>
                  </a:cubicBezTo>
                  <a:cubicBezTo>
                    <a:pt x="1010" y="607"/>
                    <a:pt x="1131" y="522"/>
                    <a:pt x="1249" y="453"/>
                  </a:cubicBezTo>
                  <a:cubicBezTo>
                    <a:pt x="1366" y="368"/>
                    <a:pt x="1483" y="287"/>
                    <a:pt x="1600" y="203"/>
                  </a:cubicBezTo>
                  <a:cubicBezTo>
                    <a:pt x="1685" y="150"/>
                    <a:pt x="1753" y="102"/>
                    <a:pt x="1818" y="49"/>
                  </a:cubicBezTo>
                  <a:lnTo>
                    <a:pt x="1838" y="49"/>
                  </a:lnTo>
                  <a:cubicBezTo>
                    <a:pt x="1854" y="33"/>
                    <a:pt x="1871" y="17"/>
                    <a:pt x="1903" y="17"/>
                  </a:cubicBezTo>
                  <a:lnTo>
                    <a:pt x="19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2623698" y="552938"/>
              <a:ext cx="31784" cy="222389"/>
            </a:xfrm>
            <a:custGeom>
              <a:rect b="b" l="l" r="r" t="t"/>
              <a:pathLst>
                <a:path extrusionOk="0" h="2239" w="320">
                  <a:moveTo>
                    <a:pt x="0" y="0"/>
                  </a:moveTo>
                  <a:cubicBezTo>
                    <a:pt x="0" y="36"/>
                    <a:pt x="16" y="53"/>
                    <a:pt x="16" y="85"/>
                  </a:cubicBezTo>
                  <a:lnTo>
                    <a:pt x="16" y="0"/>
                  </a:lnTo>
                  <a:close/>
                  <a:moveTo>
                    <a:pt x="16" y="85"/>
                  </a:moveTo>
                  <a:lnTo>
                    <a:pt x="16" y="117"/>
                  </a:lnTo>
                  <a:cubicBezTo>
                    <a:pt x="32" y="170"/>
                    <a:pt x="32" y="238"/>
                    <a:pt x="49" y="303"/>
                  </a:cubicBezTo>
                  <a:cubicBezTo>
                    <a:pt x="49" y="238"/>
                    <a:pt x="32" y="170"/>
                    <a:pt x="32" y="117"/>
                  </a:cubicBezTo>
                  <a:cubicBezTo>
                    <a:pt x="32" y="101"/>
                    <a:pt x="32" y="85"/>
                    <a:pt x="16" y="85"/>
                  </a:cubicBezTo>
                  <a:close/>
                  <a:moveTo>
                    <a:pt x="49" y="303"/>
                  </a:moveTo>
                  <a:lnTo>
                    <a:pt x="49" y="372"/>
                  </a:lnTo>
                  <a:cubicBezTo>
                    <a:pt x="49" y="404"/>
                    <a:pt x="69" y="440"/>
                    <a:pt x="69" y="473"/>
                  </a:cubicBezTo>
                  <a:cubicBezTo>
                    <a:pt x="69" y="521"/>
                    <a:pt x="69" y="558"/>
                    <a:pt x="85" y="606"/>
                  </a:cubicBezTo>
                  <a:lnTo>
                    <a:pt x="85" y="675"/>
                  </a:lnTo>
                  <a:cubicBezTo>
                    <a:pt x="101" y="691"/>
                    <a:pt x="101" y="723"/>
                    <a:pt x="101" y="743"/>
                  </a:cubicBezTo>
                  <a:lnTo>
                    <a:pt x="101" y="808"/>
                  </a:lnTo>
                  <a:cubicBezTo>
                    <a:pt x="117" y="824"/>
                    <a:pt x="117" y="861"/>
                    <a:pt x="117" y="877"/>
                  </a:cubicBezTo>
                  <a:cubicBezTo>
                    <a:pt x="117" y="909"/>
                    <a:pt x="133" y="945"/>
                    <a:pt x="133" y="962"/>
                  </a:cubicBezTo>
                  <a:lnTo>
                    <a:pt x="133" y="1026"/>
                  </a:lnTo>
                  <a:cubicBezTo>
                    <a:pt x="133" y="1046"/>
                    <a:pt x="150" y="1079"/>
                    <a:pt x="150" y="1095"/>
                  </a:cubicBezTo>
                  <a:cubicBezTo>
                    <a:pt x="150" y="1127"/>
                    <a:pt x="150" y="1163"/>
                    <a:pt x="170" y="1196"/>
                  </a:cubicBezTo>
                  <a:lnTo>
                    <a:pt x="170" y="1095"/>
                  </a:lnTo>
                  <a:cubicBezTo>
                    <a:pt x="150" y="1079"/>
                    <a:pt x="150" y="1046"/>
                    <a:pt x="150" y="1026"/>
                  </a:cubicBezTo>
                  <a:lnTo>
                    <a:pt x="150" y="962"/>
                  </a:lnTo>
                  <a:cubicBezTo>
                    <a:pt x="133" y="925"/>
                    <a:pt x="133" y="909"/>
                    <a:pt x="133" y="877"/>
                  </a:cubicBezTo>
                  <a:cubicBezTo>
                    <a:pt x="133" y="844"/>
                    <a:pt x="117" y="824"/>
                    <a:pt x="117" y="808"/>
                  </a:cubicBezTo>
                  <a:lnTo>
                    <a:pt x="117" y="743"/>
                  </a:lnTo>
                  <a:cubicBezTo>
                    <a:pt x="117" y="707"/>
                    <a:pt x="101" y="691"/>
                    <a:pt x="101" y="675"/>
                  </a:cubicBezTo>
                  <a:lnTo>
                    <a:pt x="101" y="606"/>
                  </a:lnTo>
                  <a:cubicBezTo>
                    <a:pt x="85" y="558"/>
                    <a:pt x="85" y="521"/>
                    <a:pt x="85" y="473"/>
                  </a:cubicBezTo>
                  <a:cubicBezTo>
                    <a:pt x="69" y="440"/>
                    <a:pt x="69" y="404"/>
                    <a:pt x="69" y="372"/>
                  </a:cubicBezTo>
                  <a:cubicBezTo>
                    <a:pt x="69" y="356"/>
                    <a:pt x="49" y="319"/>
                    <a:pt x="49" y="303"/>
                  </a:cubicBezTo>
                  <a:close/>
                  <a:moveTo>
                    <a:pt x="170" y="1196"/>
                  </a:moveTo>
                  <a:lnTo>
                    <a:pt x="170" y="1264"/>
                  </a:lnTo>
                  <a:cubicBezTo>
                    <a:pt x="170" y="1297"/>
                    <a:pt x="186" y="1329"/>
                    <a:pt x="186" y="1365"/>
                  </a:cubicBezTo>
                  <a:cubicBezTo>
                    <a:pt x="186" y="1398"/>
                    <a:pt x="202" y="1450"/>
                    <a:pt x="202" y="1483"/>
                  </a:cubicBezTo>
                  <a:cubicBezTo>
                    <a:pt x="202" y="1531"/>
                    <a:pt x="218" y="1600"/>
                    <a:pt x="218" y="1652"/>
                  </a:cubicBezTo>
                  <a:cubicBezTo>
                    <a:pt x="234" y="1685"/>
                    <a:pt x="234" y="1733"/>
                    <a:pt x="234" y="1769"/>
                  </a:cubicBezTo>
                  <a:cubicBezTo>
                    <a:pt x="251" y="1834"/>
                    <a:pt x="251" y="1903"/>
                    <a:pt x="271" y="1971"/>
                  </a:cubicBezTo>
                  <a:cubicBezTo>
                    <a:pt x="271" y="2004"/>
                    <a:pt x="271" y="2056"/>
                    <a:pt x="287" y="2089"/>
                  </a:cubicBezTo>
                  <a:lnTo>
                    <a:pt x="287" y="1971"/>
                  </a:lnTo>
                  <a:cubicBezTo>
                    <a:pt x="271" y="1903"/>
                    <a:pt x="271" y="1834"/>
                    <a:pt x="251" y="1769"/>
                  </a:cubicBezTo>
                  <a:cubicBezTo>
                    <a:pt x="251" y="1733"/>
                    <a:pt x="234" y="1685"/>
                    <a:pt x="234" y="1652"/>
                  </a:cubicBezTo>
                  <a:cubicBezTo>
                    <a:pt x="234" y="1600"/>
                    <a:pt x="218" y="1531"/>
                    <a:pt x="218" y="1483"/>
                  </a:cubicBezTo>
                  <a:cubicBezTo>
                    <a:pt x="202" y="1430"/>
                    <a:pt x="202" y="1398"/>
                    <a:pt x="202" y="1365"/>
                  </a:cubicBezTo>
                  <a:cubicBezTo>
                    <a:pt x="202" y="1329"/>
                    <a:pt x="186" y="1297"/>
                    <a:pt x="186" y="1264"/>
                  </a:cubicBezTo>
                  <a:cubicBezTo>
                    <a:pt x="186" y="1248"/>
                    <a:pt x="186" y="1212"/>
                    <a:pt x="170" y="1196"/>
                  </a:cubicBezTo>
                  <a:close/>
                  <a:moveTo>
                    <a:pt x="287" y="2089"/>
                  </a:moveTo>
                  <a:cubicBezTo>
                    <a:pt x="287" y="2121"/>
                    <a:pt x="287" y="2157"/>
                    <a:pt x="303" y="2190"/>
                  </a:cubicBezTo>
                  <a:cubicBezTo>
                    <a:pt x="303" y="2157"/>
                    <a:pt x="303" y="2121"/>
                    <a:pt x="287" y="2089"/>
                  </a:cubicBezTo>
                  <a:close/>
                  <a:moveTo>
                    <a:pt x="303" y="2190"/>
                  </a:moveTo>
                  <a:lnTo>
                    <a:pt x="303" y="2222"/>
                  </a:lnTo>
                  <a:lnTo>
                    <a:pt x="303" y="2238"/>
                  </a:lnTo>
                  <a:lnTo>
                    <a:pt x="319" y="2238"/>
                  </a:lnTo>
                  <a:lnTo>
                    <a:pt x="319" y="2222"/>
                  </a:lnTo>
                  <a:cubicBezTo>
                    <a:pt x="319" y="2206"/>
                    <a:pt x="303" y="2206"/>
                    <a:pt x="303" y="21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1828005" y="797278"/>
              <a:ext cx="120481" cy="61879"/>
            </a:xfrm>
            <a:custGeom>
              <a:rect b="b" l="l" r="r" t="t"/>
              <a:pathLst>
                <a:path extrusionOk="0" h="623" w="1213">
                  <a:moveTo>
                    <a:pt x="1192" y="0"/>
                  </a:moveTo>
                  <a:cubicBezTo>
                    <a:pt x="1160" y="0"/>
                    <a:pt x="1127" y="16"/>
                    <a:pt x="1091" y="33"/>
                  </a:cubicBezTo>
                  <a:lnTo>
                    <a:pt x="1075" y="49"/>
                  </a:lnTo>
                  <a:cubicBezTo>
                    <a:pt x="974" y="101"/>
                    <a:pt x="857" y="166"/>
                    <a:pt x="772" y="218"/>
                  </a:cubicBezTo>
                  <a:lnTo>
                    <a:pt x="1075" y="65"/>
                  </a:lnTo>
                  <a:cubicBezTo>
                    <a:pt x="1091" y="49"/>
                    <a:pt x="1091" y="49"/>
                    <a:pt x="1111" y="49"/>
                  </a:cubicBezTo>
                  <a:cubicBezTo>
                    <a:pt x="1144" y="33"/>
                    <a:pt x="1160" y="16"/>
                    <a:pt x="1192" y="16"/>
                  </a:cubicBezTo>
                  <a:lnTo>
                    <a:pt x="1212" y="16"/>
                  </a:lnTo>
                  <a:lnTo>
                    <a:pt x="1192" y="0"/>
                  </a:lnTo>
                  <a:close/>
                  <a:moveTo>
                    <a:pt x="772" y="218"/>
                  </a:moveTo>
                  <a:lnTo>
                    <a:pt x="772" y="218"/>
                  </a:lnTo>
                  <a:cubicBezTo>
                    <a:pt x="687" y="251"/>
                    <a:pt x="623" y="283"/>
                    <a:pt x="554" y="319"/>
                  </a:cubicBezTo>
                  <a:cubicBezTo>
                    <a:pt x="469" y="368"/>
                    <a:pt x="384" y="420"/>
                    <a:pt x="283" y="469"/>
                  </a:cubicBezTo>
                  <a:cubicBezTo>
                    <a:pt x="384" y="437"/>
                    <a:pt x="469" y="384"/>
                    <a:pt x="570" y="336"/>
                  </a:cubicBezTo>
                  <a:cubicBezTo>
                    <a:pt x="639" y="303"/>
                    <a:pt x="707" y="267"/>
                    <a:pt x="772" y="218"/>
                  </a:cubicBezTo>
                  <a:close/>
                  <a:moveTo>
                    <a:pt x="283" y="469"/>
                  </a:moveTo>
                  <a:lnTo>
                    <a:pt x="283" y="469"/>
                  </a:lnTo>
                  <a:cubicBezTo>
                    <a:pt x="219" y="505"/>
                    <a:pt x="134" y="538"/>
                    <a:pt x="65" y="586"/>
                  </a:cubicBezTo>
                  <a:cubicBezTo>
                    <a:pt x="134" y="554"/>
                    <a:pt x="219" y="521"/>
                    <a:pt x="283" y="469"/>
                  </a:cubicBezTo>
                  <a:close/>
                  <a:moveTo>
                    <a:pt x="65" y="586"/>
                  </a:moveTo>
                  <a:cubicBezTo>
                    <a:pt x="49" y="586"/>
                    <a:pt x="33" y="606"/>
                    <a:pt x="17" y="606"/>
                  </a:cubicBezTo>
                  <a:lnTo>
                    <a:pt x="0" y="622"/>
                  </a:lnTo>
                  <a:lnTo>
                    <a:pt x="33" y="622"/>
                  </a:lnTo>
                  <a:lnTo>
                    <a:pt x="65" y="58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2372902" y="456196"/>
              <a:ext cx="73501" cy="28208"/>
            </a:xfrm>
            <a:custGeom>
              <a:rect b="b" l="l" r="r" t="t"/>
              <a:pathLst>
                <a:path extrusionOk="0" h="284" w="740">
                  <a:moveTo>
                    <a:pt x="0" y="1"/>
                  </a:moveTo>
                  <a:lnTo>
                    <a:pt x="0" y="17"/>
                  </a:lnTo>
                  <a:cubicBezTo>
                    <a:pt x="69" y="33"/>
                    <a:pt x="150" y="65"/>
                    <a:pt x="218" y="102"/>
                  </a:cubicBezTo>
                  <a:cubicBezTo>
                    <a:pt x="271" y="118"/>
                    <a:pt x="303" y="134"/>
                    <a:pt x="336" y="134"/>
                  </a:cubicBezTo>
                  <a:cubicBezTo>
                    <a:pt x="303" y="118"/>
                    <a:pt x="271" y="102"/>
                    <a:pt x="235" y="81"/>
                  </a:cubicBezTo>
                  <a:cubicBezTo>
                    <a:pt x="150" y="49"/>
                    <a:pt x="85" y="33"/>
                    <a:pt x="0" y="1"/>
                  </a:cubicBezTo>
                  <a:close/>
                  <a:moveTo>
                    <a:pt x="336" y="134"/>
                  </a:moveTo>
                  <a:cubicBezTo>
                    <a:pt x="388" y="150"/>
                    <a:pt x="437" y="166"/>
                    <a:pt x="489" y="202"/>
                  </a:cubicBezTo>
                  <a:cubicBezTo>
                    <a:pt x="554" y="219"/>
                    <a:pt x="622" y="251"/>
                    <a:pt x="707" y="267"/>
                  </a:cubicBezTo>
                  <a:cubicBezTo>
                    <a:pt x="639" y="235"/>
                    <a:pt x="554" y="219"/>
                    <a:pt x="489" y="182"/>
                  </a:cubicBezTo>
                  <a:cubicBezTo>
                    <a:pt x="437" y="166"/>
                    <a:pt x="388" y="150"/>
                    <a:pt x="336" y="134"/>
                  </a:cubicBezTo>
                  <a:close/>
                  <a:moveTo>
                    <a:pt x="707" y="267"/>
                  </a:moveTo>
                  <a:cubicBezTo>
                    <a:pt x="707" y="283"/>
                    <a:pt x="723" y="283"/>
                    <a:pt x="723" y="283"/>
                  </a:cubicBezTo>
                  <a:lnTo>
                    <a:pt x="740" y="283"/>
                  </a:lnTo>
                  <a:lnTo>
                    <a:pt x="740"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1936369" y="24827"/>
              <a:ext cx="6853" cy="197160"/>
            </a:xfrm>
            <a:custGeom>
              <a:rect b="b" l="l" r="r" t="t"/>
              <a:pathLst>
                <a:path extrusionOk="0" h="1985" w="69">
                  <a:moveTo>
                    <a:pt x="0" y="1"/>
                  </a:moveTo>
                  <a:lnTo>
                    <a:pt x="0" y="17"/>
                  </a:lnTo>
                  <a:cubicBezTo>
                    <a:pt x="20" y="33"/>
                    <a:pt x="20" y="65"/>
                    <a:pt x="20" y="102"/>
                  </a:cubicBezTo>
                  <a:lnTo>
                    <a:pt x="20" y="183"/>
                  </a:lnTo>
                  <a:lnTo>
                    <a:pt x="20" y="320"/>
                  </a:lnTo>
                  <a:lnTo>
                    <a:pt x="20" y="368"/>
                  </a:lnTo>
                  <a:lnTo>
                    <a:pt x="20" y="587"/>
                  </a:lnTo>
                  <a:cubicBezTo>
                    <a:pt x="20" y="688"/>
                    <a:pt x="20" y="825"/>
                    <a:pt x="36" y="942"/>
                  </a:cubicBezTo>
                  <a:lnTo>
                    <a:pt x="36" y="587"/>
                  </a:lnTo>
                  <a:lnTo>
                    <a:pt x="36" y="368"/>
                  </a:lnTo>
                  <a:lnTo>
                    <a:pt x="36" y="320"/>
                  </a:lnTo>
                  <a:lnTo>
                    <a:pt x="36" y="183"/>
                  </a:lnTo>
                  <a:lnTo>
                    <a:pt x="36" y="102"/>
                  </a:lnTo>
                  <a:cubicBezTo>
                    <a:pt x="36" y="65"/>
                    <a:pt x="36" y="33"/>
                    <a:pt x="20" y="17"/>
                  </a:cubicBezTo>
                  <a:lnTo>
                    <a:pt x="0" y="1"/>
                  </a:lnTo>
                  <a:close/>
                  <a:moveTo>
                    <a:pt x="36" y="942"/>
                  </a:moveTo>
                  <a:lnTo>
                    <a:pt x="36" y="1193"/>
                  </a:lnTo>
                  <a:lnTo>
                    <a:pt x="36" y="1431"/>
                  </a:lnTo>
                  <a:lnTo>
                    <a:pt x="36" y="1496"/>
                  </a:lnTo>
                  <a:cubicBezTo>
                    <a:pt x="36" y="1564"/>
                    <a:pt x="36" y="1617"/>
                    <a:pt x="53" y="1681"/>
                  </a:cubicBezTo>
                  <a:lnTo>
                    <a:pt x="53" y="1496"/>
                  </a:lnTo>
                  <a:lnTo>
                    <a:pt x="53" y="1431"/>
                  </a:lnTo>
                  <a:lnTo>
                    <a:pt x="53" y="1193"/>
                  </a:lnTo>
                  <a:cubicBezTo>
                    <a:pt x="53" y="1112"/>
                    <a:pt x="53" y="1027"/>
                    <a:pt x="36" y="942"/>
                  </a:cubicBezTo>
                  <a:close/>
                  <a:moveTo>
                    <a:pt x="53" y="1681"/>
                  </a:moveTo>
                  <a:lnTo>
                    <a:pt x="53" y="1681"/>
                  </a:lnTo>
                  <a:cubicBezTo>
                    <a:pt x="20" y="1718"/>
                    <a:pt x="36" y="1734"/>
                    <a:pt x="36" y="1766"/>
                  </a:cubicBezTo>
                  <a:cubicBezTo>
                    <a:pt x="53" y="1782"/>
                    <a:pt x="53" y="1782"/>
                    <a:pt x="53" y="1799"/>
                  </a:cubicBezTo>
                  <a:lnTo>
                    <a:pt x="53" y="1819"/>
                  </a:lnTo>
                  <a:lnTo>
                    <a:pt x="69" y="1799"/>
                  </a:lnTo>
                  <a:cubicBezTo>
                    <a:pt x="53" y="1782"/>
                    <a:pt x="53" y="1766"/>
                    <a:pt x="53" y="1766"/>
                  </a:cubicBezTo>
                  <a:cubicBezTo>
                    <a:pt x="53" y="1734"/>
                    <a:pt x="36" y="1718"/>
                    <a:pt x="53" y="1681"/>
                  </a:cubicBezTo>
                  <a:close/>
                  <a:moveTo>
                    <a:pt x="53" y="1819"/>
                  </a:moveTo>
                  <a:cubicBezTo>
                    <a:pt x="36" y="1851"/>
                    <a:pt x="36" y="1883"/>
                    <a:pt x="36" y="1920"/>
                  </a:cubicBezTo>
                  <a:cubicBezTo>
                    <a:pt x="36" y="1936"/>
                    <a:pt x="53" y="1952"/>
                    <a:pt x="53" y="1952"/>
                  </a:cubicBezTo>
                  <a:lnTo>
                    <a:pt x="53" y="1900"/>
                  </a:lnTo>
                  <a:cubicBezTo>
                    <a:pt x="53" y="1883"/>
                    <a:pt x="36" y="1851"/>
                    <a:pt x="53" y="1819"/>
                  </a:cubicBezTo>
                  <a:close/>
                  <a:moveTo>
                    <a:pt x="53" y="1968"/>
                  </a:moveTo>
                  <a:lnTo>
                    <a:pt x="53" y="1984"/>
                  </a:lnTo>
                  <a:lnTo>
                    <a:pt x="69" y="196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1663920" y="788835"/>
              <a:ext cx="282580" cy="153755"/>
            </a:xfrm>
            <a:custGeom>
              <a:rect b="b" l="l" r="r" t="t"/>
              <a:pathLst>
                <a:path extrusionOk="0" h="1548" w="2845">
                  <a:moveTo>
                    <a:pt x="2844" y="0"/>
                  </a:moveTo>
                  <a:cubicBezTo>
                    <a:pt x="2812" y="0"/>
                    <a:pt x="2779" y="17"/>
                    <a:pt x="2743" y="33"/>
                  </a:cubicBezTo>
                  <a:cubicBezTo>
                    <a:pt x="2727" y="49"/>
                    <a:pt x="2727" y="49"/>
                    <a:pt x="2711" y="49"/>
                  </a:cubicBezTo>
                  <a:cubicBezTo>
                    <a:pt x="2610" y="101"/>
                    <a:pt x="2525" y="150"/>
                    <a:pt x="2424" y="219"/>
                  </a:cubicBezTo>
                  <a:lnTo>
                    <a:pt x="2727" y="65"/>
                  </a:lnTo>
                  <a:cubicBezTo>
                    <a:pt x="2727" y="65"/>
                    <a:pt x="2743" y="49"/>
                    <a:pt x="2763" y="49"/>
                  </a:cubicBezTo>
                  <a:cubicBezTo>
                    <a:pt x="2779" y="33"/>
                    <a:pt x="2812" y="17"/>
                    <a:pt x="2844" y="17"/>
                  </a:cubicBezTo>
                  <a:lnTo>
                    <a:pt x="2844" y="0"/>
                  </a:lnTo>
                  <a:close/>
                  <a:moveTo>
                    <a:pt x="2424" y="219"/>
                  </a:moveTo>
                  <a:lnTo>
                    <a:pt x="2424" y="219"/>
                  </a:lnTo>
                  <a:cubicBezTo>
                    <a:pt x="2375" y="235"/>
                    <a:pt x="2323" y="267"/>
                    <a:pt x="2275" y="303"/>
                  </a:cubicBezTo>
                  <a:cubicBezTo>
                    <a:pt x="2323" y="287"/>
                    <a:pt x="2375" y="251"/>
                    <a:pt x="2424" y="219"/>
                  </a:cubicBezTo>
                  <a:close/>
                  <a:moveTo>
                    <a:pt x="2275" y="303"/>
                  </a:moveTo>
                  <a:cubicBezTo>
                    <a:pt x="2206" y="320"/>
                    <a:pt x="2157" y="352"/>
                    <a:pt x="2089" y="388"/>
                  </a:cubicBezTo>
                  <a:cubicBezTo>
                    <a:pt x="1955" y="453"/>
                    <a:pt x="1818" y="538"/>
                    <a:pt x="1685" y="606"/>
                  </a:cubicBezTo>
                  <a:lnTo>
                    <a:pt x="1669" y="623"/>
                  </a:lnTo>
                  <a:cubicBezTo>
                    <a:pt x="1652" y="623"/>
                    <a:pt x="1616" y="639"/>
                    <a:pt x="1600" y="671"/>
                  </a:cubicBezTo>
                  <a:lnTo>
                    <a:pt x="1568" y="671"/>
                  </a:lnTo>
                  <a:cubicBezTo>
                    <a:pt x="1531" y="691"/>
                    <a:pt x="1483" y="707"/>
                    <a:pt x="1450" y="740"/>
                  </a:cubicBezTo>
                  <a:cubicBezTo>
                    <a:pt x="1483" y="724"/>
                    <a:pt x="1531" y="707"/>
                    <a:pt x="1584" y="691"/>
                  </a:cubicBezTo>
                  <a:cubicBezTo>
                    <a:pt x="1600" y="691"/>
                    <a:pt x="1616" y="691"/>
                    <a:pt x="1616" y="671"/>
                  </a:cubicBezTo>
                  <a:cubicBezTo>
                    <a:pt x="1632" y="655"/>
                    <a:pt x="1652" y="639"/>
                    <a:pt x="1685" y="623"/>
                  </a:cubicBezTo>
                  <a:lnTo>
                    <a:pt x="1701" y="623"/>
                  </a:lnTo>
                  <a:cubicBezTo>
                    <a:pt x="1834" y="538"/>
                    <a:pt x="1972" y="469"/>
                    <a:pt x="2105" y="404"/>
                  </a:cubicBezTo>
                  <a:cubicBezTo>
                    <a:pt x="2157" y="368"/>
                    <a:pt x="2206" y="336"/>
                    <a:pt x="2275" y="303"/>
                  </a:cubicBezTo>
                  <a:close/>
                  <a:moveTo>
                    <a:pt x="1450" y="740"/>
                  </a:moveTo>
                  <a:cubicBezTo>
                    <a:pt x="1430" y="740"/>
                    <a:pt x="1414" y="756"/>
                    <a:pt x="1398" y="756"/>
                  </a:cubicBezTo>
                  <a:cubicBezTo>
                    <a:pt x="1164" y="893"/>
                    <a:pt x="909" y="1026"/>
                    <a:pt x="659" y="1160"/>
                  </a:cubicBezTo>
                  <a:cubicBezTo>
                    <a:pt x="622" y="1176"/>
                    <a:pt x="574" y="1212"/>
                    <a:pt x="521" y="1228"/>
                  </a:cubicBezTo>
                  <a:cubicBezTo>
                    <a:pt x="473" y="1245"/>
                    <a:pt x="440" y="1277"/>
                    <a:pt x="388" y="1297"/>
                  </a:cubicBezTo>
                  <a:cubicBezTo>
                    <a:pt x="372" y="1313"/>
                    <a:pt x="339" y="1329"/>
                    <a:pt x="319" y="1329"/>
                  </a:cubicBezTo>
                  <a:cubicBezTo>
                    <a:pt x="255" y="1378"/>
                    <a:pt x="186" y="1414"/>
                    <a:pt x="117" y="1447"/>
                  </a:cubicBezTo>
                  <a:cubicBezTo>
                    <a:pt x="101" y="1447"/>
                    <a:pt x="101" y="1447"/>
                    <a:pt x="85" y="1463"/>
                  </a:cubicBezTo>
                  <a:cubicBezTo>
                    <a:pt x="69" y="1463"/>
                    <a:pt x="37" y="1479"/>
                    <a:pt x="16" y="1515"/>
                  </a:cubicBezTo>
                  <a:cubicBezTo>
                    <a:pt x="37" y="1499"/>
                    <a:pt x="69" y="1479"/>
                    <a:pt x="101" y="1463"/>
                  </a:cubicBezTo>
                  <a:lnTo>
                    <a:pt x="117" y="1463"/>
                  </a:lnTo>
                  <a:cubicBezTo>
                    <a:pt x="186" y="1430"/>
                    <a:pt x="255" y="1378"/>
                    <a:pt x="319" y="1346"/>
                  </a:cubicBezTo>
                  <a:cubicBezTo>
                    <a:pt x="356" y="1329"/>
                    <a:pt x="372" y="1329"/>
                    <a:pt x="404" y="1313"/>
                  </a:cubicBezTo>
                  <a:cubicBezTo>
                    <a:pt x="440" y="1277"/>
                    <a:pt x="489" y="1261"/>
                    <a:pt x="521" y="1245"/>
                  </a:cubicBezTo>
                  <a:cubicBezTo>
                    <a:pt x="574" y="1212"/>
                    <a:pt x="622" y="1196"/>
                    <a:pt x="675" y="1160"/>
                  </a:cubicBezTo>
                  <a:cubicBezTo>
                    <a:pt x="925" y="1026"/>
                    <a:pt x="1164" y="893"/>
                    <a:pt x="1414" y="772"/>
                  </a:cubicBezTo>
                  <a:lnTo>
                    <a:pt x="1450" y="740"/>
                  </a:lnTo>
                  <a:close/>
                  <a:moveTo>
                    <a:pt x="16" y="1515"/>
                  </a:moveTo>
                  <a:cubicBezTo>
                    <a:pt x="0" y="1515"/>
                    <a:pt x="0" y="1515"/>
                    <a:pt x="0" y="1531"/>
                  </a:cubicBezTo>
                  <a:lnTo>
                    <a:pt x="0" y="1548"/>
                  </a:lnTo>
                  <a:lnTo>
                    <a:pt x="16" y="1531"/>
                  </a:lnTo>
                  <a:lnTo>
                    <a:pt x="16" y="151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2476399" y="502779"/>
              <a:ext cx="73898" cy="28506"/>
            </a:xfrm>
            <a:custGeom>
              <a:rect b="b" l="l" r="r" t="t"/>
              <a:pathLst>
                <a:path extrusionOk="0" h="287" w="744">
                  <a:moveTo>
                    <a:pt x="0" y="0"/>
                  </a:moveTo>
                  <a:lnTo>
                    <a:pt x="0" y="16"/>
                  </a:lnTo>
                  <a:lnTo>
                    <a:pt x="17" y="16"/>
                  </a:lnTo>
                  <a:lnTo>
                    <a:pt x="0" y="0"/>
                  </a:lnTo>
                  <a:close/>
                  <a:moveTo>
                    <a:pt x="17" y="16"/>
                  </a:moveTo>
                  <a:lnTo>
                    <a:pt x="37" y="36"/>
                  </a:lnTo>
                  <a:cubicBezTo>
                    <a:pt x="154" y="69"/>
                    <a:pt x="271" y="117"/>
                    <a:pt x="388" y="170"/>
                  </a:cubicBezTo>
                  <a:cubicBezTo>
                    <a:pt x="421" y="186"/>
                    <a:pt x="457" y="186"/>
                    <a:pt x="489" y="202"/>
                  </a:cubicBezTo>
                  <a:cubicBezTo>
                    <a:pt x="522" y="218"/>
                    <a:pt x="574" y="238"/>
                    <a:pt x="606" y="255"/>
                  </a:cubicBezTo>
                  <a:cubicBezTo>
                    <a:pt x="643" y="255"/>
                    <a:pt x="675" y="271"/>
                    <a:pt x="691" y="287"/>
                  </a:cubicBezTo>
                  <a:lnTo>
                    <a:pt x="744" y="287"/>
                  </a:lnTo>
                  <a:cubicBezTo>
                    <a:pt x="724" y="271"/>
                    <a:pt x="707" y="271"/>
                    <a:pt x="691" y="271"/>
                  </a:cubicBezTo>
                  <a:cubicBezTo>
                    <a:pt x="675" y="255"/>
                    <a:pt x="643" y="255"/>
                    <a:pt x="623" y="238"/>
                  </a:cubicBezTo>
                  <a:cubicBezTo>
                    <a:pt x="574" y="218"/>
                    <a:pt x="542" y="202"/>
                    <a:pt x="489" y="186"/>
                  </a:cubicBezTo>
                  <a:cubicBezTo>
                    <a:pt x="457" y="186"/>
                    <a:pt x="441" y="170"/>
                    <a:pt x="404" y="154"/>
                  </a:cubicBezTo>
                  <a:cubicBezTo>
                    <a:pt x="271" y="101"/>
                    <a:pt x="154" y="69"/>
                    <a:pt x="37"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2299501" y="618294"/>
              <a:ext cx="75090" cy="24931"/>
            </a:xfrm>
            <a:custGeom>
              <a:rect b="b" l="l" r="r" t="t"/>
              <a:pathLst>
                <a:path extrusionOk="0" h="251" w="756">
                  <a:moveTo>
                    <a:pt x="0" y="1"/>
                  </a:moveTo>
                  <a:lnTo>
                    <a:pt x="0" y="17"/>
                  </a:lnTo>
                  <a:lnTo>
                    <a:pt x="101" y="49"/>
                  </a:lnTo>
                  <a:cubicBezTo>
                    <a:pt x="182" y="65"/>
                    <a:pt x="267" y="102"/>
                    <a:pt x="351" y="118"/>
                  </a:cubicBezTo>
                  <a:cubicBezTo>
                    <a:pt x="267" y="85"/>
                    <a:pt x="202" y="65"/>
                    <a:pt x="117" y="33"/>
                  </a:cubicBezTo>
                  <a:lnTo>
                    <a:pt x="16" y="1"/>
                  </a:lnTo>
                  <a:close/>
                  <a:moveTo>
                    <a:pt x="351" y="118"/>
                  </a:moveTo>
                  <a:cubicBezTo>
                    <a:pt x="452" y="150"/>
                    <a:pt x="553" y="203"/>
                    <a:pt x="654" y="235"/>
                  </a:cubicBezTo>
                  <a:lnTo>
                    <a:pt x="739" y="251"/>
                  </a:lnTo>
                  <a:lnTo>
                    <a:pt x="755" y="251"/>
                  </a:lnTo>
                  <a:lnTo>
                    <a:pt x="739" y="235"/>
                  </a:lnTo>
                  <a:lnTo>
                    <a:pt x="671" y="219"/>
                  </a:lnTo>
                  <a:cubicBezTo>
                    <a:pt x="570" y="186"/>
                    <a:pt x="469" y="150"/>
                    <a:pt x="351"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1759372" y="469406"/>
              <a:ext cx="183851" cy="133791"/>
            </a:xfrm>
            <a:custGeom>
              <a:rect b="b" l="l" r="r" t="t"/>
              <a:pathLst>
                <a:path extrusionOk="0" h="1347" w="1851">
                  <a:moveTo>
                    <a:pt x="1851" y="1"/>
                  </a:moveTo>
                  <a:cubicBezTo>
                    <a:pt x="1835" y="1"/>
                    <a:pt x="1818" y="1"/>
                    <a:pt x="1782" y="17"/>
                  </a:cubicBezTo>
                  <a:cubicBezTo>
                    <a:pt x="1750" y="49"/>
                    <a:pt x="1701" y="102"/>
                    <a:pt x="1649" y="134"/>
                  </a:cubicBezTo>
                  <a:cubicBezTo>
                    <a:pt x="1701" y="102"/>
                    <a:pt x="1750" y="69"/>
                    <a:pt x="1802" y="33"/>
                  </a:cubicBezTo>
                  <a:cubicBezTo>
                    <a:pt x="1818" y="17"/>
                    <a:pt x="1835" y="17"/>
                    <a:pt x="1851" y="17"/>
                  </a:cubicBezTo>
                  <a:lnTo>
                    <a:pt x="1851" y="1"/>
                  </a:lnTo>
                  <a:close/>
                  <a:moveTo>
                    <a:pt x="1649" y="134"/>
                  </a:moveTo>
                  <a:cubicBezTo>
                    <a:pt x="1580" y="187"/>
                    <a:pt x="1515" y="219"/>
                    <a:pt x="1447" y="271"/>
                  </a:cubicBezTo>
                  <a:cubicBezTo>
                    <a:pt x="1398" y="320"/>
                    <a:pt x="1330" y="352"/>
                    <a:pt x="1277" y="405"/>
                  </a:cubicBezTo>
                  <a:cubicBezTo>
                    <a:pt x="1346" y="372"/>
                    <a:pt x="1398" y="320"/>
                    <a:pt x="1463" y="288"/>
                  </a:cubicBezTo>
                  <a:cubicBezTo>
                    <a:pt x="1532" y="235"/>
                    <a:pt x="1580" y="187"/>
                    <a:pt x="1649" y="134"/>
                  </a:cubicBezTo>
                  <a:close/>
                  <a:moveTo>
                    <a:pt x="1277" y="405"/>
                  </a:moveTo>
                  <a:lnTo>
                    <a:pt x="570" y="926"/>
                  </a:lnTo>
                  <a:cubicBezTo>
                    <a:pt x="437" y="1027"/>
                    <a:pt x="304" y="1112"/>
                    <a:pt x="166" y="1213"/>
                  </a:cubicBezTo>
                  <a:cubicBezTo>
                    <a:pt x="150" y="1229"/>
                    <a:pt x="134" y="1245"/>
                    <a:pt x="102" y="1261"/>
                  </a:cubicBezTo>
                  <a:lnTo>
                    <a:pt x="33" y="1330"/>
                  </a:lnTo>
                  <a:cubicBezTo>
                    <a:pt x="65" y="1314"/>
                    <a:pt x="85" y="1298"/>
                    <a:pt x="118" y="1281"/>
                  </a:cubicBezTo>
                  <a:cubicBezTo>
                    <a:pt x="134" y="1261"/>
                    <a:pt x="150" y="1245"/>
                    <a:pt x="186" y="1229"/>
                  </a:cubicBezTo>
                  <a:cubicBezTo>
                    <a:pt x="320" y="1128"/>
                    <a:pt x="453" y="1027"/>
                    <a:pt x="590" y="926"/>
                  </a:cubicBezTo>
                  <a:lnTo>
                    <a:pt x="1277" y="405"/>
                  </a:lnTo>
                  <a:close/>
                  <a:moveTo>
                    <a:pt x="33" y="1330"/>
                  </a:moveTo>
                  <a:cubicBezTo>
                    <a:pt x="17" y="1330"/>
                    <a:pt x="1" y="1346"/>
                    <a:pt x="1" y="1346"/>
                  </a:cubicBezTo>
                  <a:cubicBezTo>
                    <a:pt x="17" y="1346"/>
                    <a:pt x="17" y="1346"/>
                    <a:pt x="33" y="13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2483252" y="870679"/>
              <a:ext cx="255663" cy="71911"/>
            </a:xfrm>
            <a:custGeom>
              <a:rect b="b" l="l" r="r" t="t"/>
              <a:pathLst>
                <a:path extrusionOk="0" h="724" w="2574">
                  <a:moveTo>
                    <a:pt x="0" y="0"/>
                  </a:moveTo>
                  <a:cubicBezTo>
                    <a:pt x="16" y="17"/>
                    <a:pt x="49" y="33"/>
                    <a:pt x="69" y="33"/>
                  </a:cubicBezTo>
                  <a:cubicBezTo>
                    <a:pt x="101" y="33"/>
                    <a:pt x="117" y="49"/>
                    <a:pt x="133" y="49"/>
                  </a:cubicBezTo>
                  <a:cubicBezTo>
                    <a:pt x="150" y="69"/>
                    <a:pt x="170" y="69"/>
                    <a:pt x="202" y="69"/>
                  </a:cubicBezTo>
                  <a:cubicBezTo>
                    <a:pt x="287" y="101"/>
                    <a:pt x="388" y="118"/>
                    <a:pt x="489" y="150"/>
                  </a:cubicBezTo>
                  <a:cubicBezTo>
                    <a:pt x="537" y="170"/>
                    <a:pt x="590" y="186"/>
                    <a:pt x="638" y="186"/>
                  </a:cubicBezTo>
                  <a:cubicBezTo>
                    <a:pt x="590" y="170"/>
                    <a:pt x="537" y="150"/>
                    <a:pt x="489" y="134"/>
                  </a:cubicBezTo>
                  <a:cubicBezTo>
                    <a:pt x="404" y="118"/>
                    <a:pt x="303" y="85"/>
                    <a:pt x="202" y="49"/>
                  </a:cubicBezTo>
                  <a:cubicBezTo>
                    <a:pt x="186" y="49"/>
                    <a:pt x="170" y="49"/>
                    <a:pt x="150" y="33"/>
                  </a:cubicBezTo>
                  <a:cubicBezTo>
                    <a:pt x="117" y="33"/>
                    <a:pt x="101" y="33"/>
                    <a:pt x="69" y="17"/>
                  </a:cubicBezTo>
                  <a:cubicBezTo>
                    <a:pt x="49" y="17"/>
                    <a:pt x="32" y="17"/>
                    <a:pt x="16" y="0"/>
                  </a:cubicBezTo>
                  <a:close/>
                  <a:moveTo>
                    <a:pt x="638" y="186"/>
                  </a:moveTo>
                  <a:cubicBezTo>
                    <a:pt x="675" y="202"/>
                    <a:pt x="707" y="219"/>
                    <a:pt x="756" y="219"/>
                  </a:cubicBezTo>
                  <a:cubicBezTo>
                    <a:pt x="723" y="202"/>
                    <a:pt x="675" y="186"/>
                    <a:pt x="638" y="186"/>
                  </a:cubicBezTo>
                  <a:close/>
                  <a:moveTo>
                    <a:pt x="756" y="219"/>
                  </a:moveTo>
                  <a:cubicBezTo>
                    <a:pt x="792" y="235"/>
                    <a:pt x="808" y="235"/>
                    <a:pt x="840" y="251"/>
                  </a:cubicBezTo>
                  <a:cubicBezTo>
                    <a:pt x="925" y="271"/>
                    <a:pt x="1026" y="303"/>
                    <a:pt x="1111" y="320"/>
                  </a:cubicBezTo>
                  <a:cubicBezTo>
                    <a:pt x="1026" y="287"/>
                    <a:pt x="941" y="271"/>
                    <a:pt x="840" y="235"/>
                  </a:cubicBezTo>
                  <a:cubicBezTo>
                    <a:pt x="824" y="235"/>
                    <a:pt x="792" y="219"/>
                    <a:pt x="756" y="219"/>
                  </a:cubicBezTo>
                  <a:close/>
                  <a:moveTo>
                    <a:pt x="1111" y="320"/>
                  </a:moveTo>
                  <a:cubicBezTo>
                    <a:pt x="1180" y="336"/>
                    <a:pt x="1228" y="352"/>
                    <a:pt x="1297" y="372"/>
                  </a:cubicBezTo>
                  <a:cubicBezTo>
                    <a:pt x="1244" y="352"/>
                    <a:pt x="1180" y="320"/>
                    <a:pt x="1111" y="320"/>
                  </a:cubicBezTo>
                  <a:close/>
                  <a:moveTo>
                    <a:pt x="1297" y="372"/>
                  </a:moveTo>
                  <a:cubicBezTo>
                    <a:pt x="1329" y="388"/>
                    <a:pt x="1382" y="404"/>
                    <a:pt x="1414" y="404"/>
                  </a:cubicBezTo>
                  <a:cubicBezTo>
                    <a:pt x="1382" y="388"/>
                    <a:pt x="1345" y="372"/>
                    <a:pt x="1297" y="372"/>
                  </a:cubicBezTo>
                  <a:close/>
                  <a:moveTo>
                    <a:pt x="1414" y="404"/>
                  </a:moveTo>
                  <a:cubicBezTo>
                    <a:pt x="1463" y="421"/>
                    <a:pt x="1499" y="437"/>
                    <a:pt x="1531" y="437"/>
                  </a:cubicBezTo>
                  <a:cubicBezTo>
                    <a:pt x="1499" y="421"/>
                    <a:pt x="1463" y="404"/>
                    <a:pt x="1414" y="404"/>
                  </a:cubicBezTo>
                  <a:close/>
                  <a:moveTo>
                    <a:pt x="1531" y="437"/>
                  </a:moveTo>
                  <a:lnTo>
                    <a:pt x="1531" y="437"/>
                  </a:lnTo>
                  <a:cubicBezTo>
                    <a:pt x="1600" y="453"/>
                    <a:pt x="1648" y="473"/>
                    <a:pt x="1717" y="489"/>
                  </a:cubicBezTo>
                  <a:cubicBezTo>
                    <a:pt x="1818" y="522"/>
                    <a:pt x="1919" y="538"/>
                    <a:pt x="2020" y="574"/>
                  </a:cubicBezTo>
                  <a:cubicBezTo>
                    <a:pt x="2121" y="606"/>
                    <a:pt x="2222" y="639"/>
                    <a:pt x="2339" y="655"/>
                  </a:cubicBezTo>
                  <a:cubicBezTo>
                    <a:pt x="2355" y="655"/>
                    <a:pt x="2371" y="675"/>
                    <a:pt x="2392" y="675"/>
                  </a:cubicBezTo>
                  <a:cubicBezTo>
                    <a:pt x="2424" y="691"/>
                    <a:pt x="2472" y="691"/>
                    <a:pt x="2509" y="707"/>
                  </a:cubicBezTo>
                  <a:lnTo>
                    <a:pt x="2525" y="707"/>
                  </a:lnTo>
                  <a:cubicBezTo>
                    <a:pt x="2541" y="707"/>
                    <a:pt x="2557" y="724"/>
                    <a:pt x="2573" y="724"/>
                  </a:cubicBezTo>
                  <a:lnTo>
                    <a:pt x="2573" y="707"/>
                  </a:lnTo>
                  <a:cubicBezTo>
                    <a:pt x="2557" y="707"/>
                    <a:pt x="2541" y="707"/>
                    <a:pt x="2541" y="691"/>
                  </a:cubicBezTo>
                  <a:lnTo>
                    <a:pt x="2509" y="691"/>
                  </a:lnTo>
                  <a:cubicBezTo>
                    <a:pt x="2472" y="691"/>
                    <a:pt x="2440" y="675"/>
                    <a:pt x="2392" y="655"/>
                  </a:cubicBezTo>
                  <a:cubicBezTo>
                    <a:pt x="2371" y="655"/>
                    <a:pt x="2355" y="655"/>
                    <a:pt x="2339" y="639"/>
                  </a:cubicBezTo>
                  <a:cubicBezTo>
                    <a:pt x="2222" y="623"/>
                    <a:pt x="2121" y="590"/>
                    <a:pt x="2020" y="554"/>
                  </a:cubicBezTo>
                  <a:cubicBezTo>
                    <a:pt x="1919" y="538"/>
                    <a:pt x="1818" y="505"/>
                    <a:pt x="1717" y="473"/>
                  </a:cubicBezTo>
                  <a:cubicBezTo>
                    <a:pt x="1665" y="473"/>
                    <a:pt x="1600" y="453"/>
                    <a:pt x="1531" y="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2239310" y="905542"/>
              <a:ext cx="73501" cy="22249"/>
            </a:xfrm>
            <a:custGeom>
              <a:rect b="b" l="l" r="r" t="t"/>
              <a:pathLst>
                <a:path extrusionOk="0" h="224" w="740">
                  <a:moveTo>
                    <a:pt x="0" y="1"/>
                  </a:moveTo>
                  <a:lnTo>
                    <a:pt x="16" y="21"/>
                  </a:lnTo>
                  <a:cubicBezTo>
                    <a:pt x="49" y="21"/>
                    <a:pt x="81" y="37"/>
                    <a:pt x="117" y="37"/>
                  </a:cubicBezTo>
                  <a:cubicBezTo>
                    <a:pt x="81" y="21"/>
                    <a:pt x="49" y="21"/>
                    <a:pt x="16" y="1"/>
                  </a:cubicBezTo>
                  <a:close/>
                  <a:moveTo>
                    <a:pt x="118" y="38"/>
                  </a:moveTo>
                  <a:cubicBezTo>
                    <a:pt x="166" y="54"/>
                    <a:pt x="218" y="70"/>
                    <a:pt x="267" y="86"/>
                  </a:cubicBezTo>
                  <a:cubicBezTo>
                    <a:pt x="384" y="122"/>
                    <a:pt x="485" y="154"/>
                    <a:pt x="606" y="187"/>
                  </a:cubicBezTo>
                  <a:lnTo>
                    <a:pt x="723" y="223"/>
                  </a:lnTo>
                  <a:lnTo>
                    <a:pt x="739" y="203"/>
                  </a:lnTo>
                  <a:lnTo>
                    <a:pt x="723" y="203"/>
                  </a:lnTo>
                  <a:lnTo>
                    <a:pt x="606" y="171"/>
                  </a:lnTo>
                  <a:cubicBezTo>
                    <a:pt x="485" y="138"/>
                    <a:pt x="384" y="102"/>
                    <a:pt x="283" y="70"/>
                  </a:cubicBezTo>
                  <a:cubicBezTo>
                    <a:pt x="218" y="70"/>
                    <a:pt x="166" y="54"/>
                    <a:pt x="118"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2207129" y="877532"/>
              <a:ext cx="112436" cy="103596"/>
            </a:xfrm>
            <a:custGeom>
              <a:rect b="b" l="l" r="r" t="t"/>
              <a:pathLst>
                <a:path extrusionOk="0" h="1043" w="1132">
                  <a:moveTo>
                    <a:pt x="21" y="0"/>
                  </a:moveTo>
                  <a:cubicBezTo>
                    <a:pt x="1" y="16"/>
                    <a:pt x="1" y="32"/>
                    <a:pt x="1" y="49"/>
                  </a:cubicBezTo>
                  <a:lnTo>
                    <a:pt x="1" y="117"/>
                  </a:lnTo>
                  <a:lnTo>
                    <a:pt x="1" y="150"/>
                  </a:lnTo>
                  <a:lnTo>
                    <a:pt x="1" y="283"/>
                  </a:lnTo>
                  <a:lnTo>
                    <a:pt x="1" y="368"/>
                  </a:lnTo>
                  <a:lnTo>
                    <a:pt x="1" y="453"/>
                  </a:lnTo>
                  <a:lnTo>
                    <a:pt x="1" y="554"/>
                  </a:lnTo>
                  <a:lnTo>
                    <a:pt x="1" y="638"/>
                  </a:lnTo>
                  <a:cubicBezTo>
                    <a:pt x="21" y="671"/>
                    <a:pt x="21" y="707"/>
                    <a:pt x="1" y="739"/>
                  </a:cubicBezTo>
                  <a:lnTo>
                    <a:pt x="1" y="808"/>
                  </a:lnTo>
                  <a:lnTo>
                    <a:pt x="1" y="857"/>
                  </a:lnTo>
                  <a:lnTo>
                    <a:pt x="1" y="909"/>
                  </a:lnTo>
                  <a:lnTo>
                    <a:pt x="1" y="974"/>
                  </a:lnTo>
                  <a:lnTo>
                    <a:pt x="1" y="1010"/>
                  </a:lnTo>
                  <a:lnTo>
                    <a:pt x="1" y="1026"/>
                  </a:lnTo>
                  <a:lnTo>
                    <a:pt x="21" y="1042"/>
                  </a:lnTo>
                  <a:lnTo>
                    <a:pt x="21" y="1026"/>
                  </a:lnTo>
                  <a:lnTo>
                    <a:pt x="21" y="1010"/>
                  </a:lnTo>
                  <a:lnTo>
                    <a:pt x="21" y="974"/>
                  </a:lnTo>
                  <a:lnTo>
                    <a:pt x="21" y="909"/>
                  </a:lnTo>
                  <a:lnTo>
                    <a:pt x="21" y="857"/>
                  </a:lnTo>
                  <a:lnTo>
                    <a:pt x="21" y="808"/>
                  </a:lnTo>
                  <a:lnTo>
                    <a:pt x="21" y="739"/>
                  </a:lnTo>
                  <a:lnTo>
                    <a:pt x="21" y="638"/>
                  </a:lnTo>
                  <a:lnTo>
                    <a:pt x="21" y="554"/>
                  </a:lnTo>
                  <a:lnTo>
                    <a:pt x="21" y="453"/>
                  </a:lnTo>
                  <a:lnTo>
                    <a:pt x="21" y="368"/>
                  </a:lnTo>
                  <a:lnTo>
                    <a:pt x="21" y="283"/>
                  </a:lnTo>
                  <a:lnTo>
                    <a:pt x="21" y="150"/>
                  </a:lnTo>
                  <a:lnTo>
                    <a:pt x="21" y="117"/>
                  </a:lnTo>
                  <a:lnTo>
                    <a:pt x="21" y="49"/>
                  </a:lnTo>
                  <a:cubicBezTo>
                    <a:pt x="21" y="32"/>
                    <a:pt x="21" y="16"/>
                    <a:pt x="37" y="16"/>
                  </a:cubicBezTo>
                  <a:lnTo>
                    <a:pt x="53" y="16"/>
                  </a:lnTo>
                  <a:cubicBezTo>
                    <a:pt x="70" y="16"/>
                    <a:pt x="102" y="16"/>
                    <a:pt x="122" y="32"/>
                  </a:cubicBezTo>
                  <a:lnTo>
                    <a:pt x="138" y="32"/>
                  </a:lnTo>
                  <a:lnTo>
                    <a:pt x="272" y="65"/>
                  </a:lnTo>
                  <a:cubicBezTo>
                    <a:pt x="373" y="101"/>
                    <a:pt x="457" y="117"/>
                    <a:pt x="558" y="150"/>
                  </a:cubicBezTo>
                  <a:cubicBezTo>
                    <a:pt x="627" y="166"/>
                    <a:pt x="708" y="182"/>
                    <a:pt x="776" y="202"/>
                  </a:cubicBezTo>
                  <a:cubicBezTo>
                    <a:pt x="877" y="234"/>
                    <a:pt x="962" y="251"/>
                    <a:pt x="1063" y="283"/>
                  </a:cubicBezTo>
                  <a:cubicBezTo>
                    <a:pt x="1079" y="283"/>
                    <a:pt x="1096" y="283"/>
                    <a:pt x="1096" y="319"/>
                  </a:cubicBezTo>
                  <a:lnTo>
                    <a:pt x="1096" y="352"/>
                  </a:lnTo>
                  <a:lnTo>
                    <a:pt x="1096" y="404"/>
                  </a:lnTo>
                  <a:lnTo>
                    <a:pt x="1096" y="505"/>
                  </a:lnTo>
                  <a:cubicBezTo>
                    <a:pt x="1096" y="537"/>
                    <a:pt x="1096" y="570"/>
                    <a:pt x="1112" y="606"/>
                  </a:cubicBezTo>
                  <a:lnTo>
                    <a:pt x="1112" y="505"/>
                  </a:lnTo>
                  <a:lnTo>
                    <a:pt x="1112" y="404"/>
                  </a:lnTo>
                  <a:lnTo>
                    <a:pt x="1112" y="352"/>
                  </a:lnTo>
                  <a:lnTo>
                    <a:pt x="1112" y="319"/>
                  </a:lnTo>
                  <a:cubicBezTo>
                    <a:pt x="1112" y="283"/>
                    <a:pt x="1079" y="267"/>
                    <a:pt x="1063" y="267"/>
                  </a:cubicBezTo>
                  <a:cubicBezTo>
                    <a:pt x="962" y="234"/>
                    <a:pt x="877" y="218"/>
                    <a:pt x="776" y="182"/>
                  </a:cubicBezTo>
                  <a:cubicBezTo>
                    <a:pt x="708" y="166"/>
                    <a:pt x="643" y="150"/>
                    <a:pt x="558" y="133"/>
                  </a:cubicBezTo>
                  <a:cubicBezTo>
                    <a:pt x="474" y="117"/>
                    <a:pt x="373" y="81"/>
                    <a:pt x="272" y="49"/>
                  </a:cubicBezTo>
                  <a:lnTo>
                    <a:pt x="138" y="16"/>
                  </a:lnTo>
                  <a:lnTo>
                    <a:pt x="122" y="16"/>
                  </a:lnTo>
                  <a:cubicBezTo>
                    <a:pt x="102" y="16"/>
                    <a:pt x="86" y="0"/>
                    <a:pt x="70" y="0"/>
                  </a:cubicBezTo>
                  <a:close/>
                  <a:moveTo>
                    <a:pt x="1112" y="756"/>
                  </a:moveTo>
                  <a:lnTo>
                    <a:pt x="1112" y="925"/>
                  </a:lnTo>
                  <a:lnTo>
                    <a:pt x="1112" y="990"/>
                  </a:lnTo>
                  <a:lnTo>
                    <a:pt x="1112" y="1026"/>
                  </a:lnTo>
                  <a:lnTo>
                    <a:pt x="1132" y="1042"/>
                  </a:lnTo>
                  <a:lnTo>
                    <a:pt x="1132" y="1026"/>
                  </a:lnTo>
                  <a:lnTo>
                    <a:pt x="1132" y="990"/>
                  </a:lnTo>
                  <a:lnTo>
                    <a:pt x="1132" y="925"/>
                  </a:lnTo>
                  <a:cubicBezTo>
                    <a:pt x="1112" y="873"/>
                    <a:pt x="1112" y="808"/>
                    <a:pt x="1112" y="7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1299596" y="656832"/>
              <a:ext cx="195472" cy="250895"/>
            </a:xfrm>
            <a:custGeom>
              <a:rect b="b" l="l" r="r" t="t"/>
              <a:pathLst>
                <a:path extrusionOk="0" h="2526" w="1968">
                  <a:moveTo>
                    <a:pt x="1967" y="0"/>
                  </a:moveTo>
                  <a:cubicBezTo>
                    <a:pt x="1935" y="0"/>
                    <a:pt x="1919" y="17"/>
                    <a:pt x="1903" y="17"/>
                  </a:cubicBezTo>
                  <a:lnTo>
                    <a:pt x="1244" y="521"/>
                  </a:lnTo>
                  <a:cubicBezTo>
                    <a:pt x="1127" y="622"/>
                    <a:pt x="994" y="707"/>
                    <a:pt x="877" y="788"/>
                  </a:cubicBezTo>
                  <a:lnTo>
                    <a:pt x="776" y="873"/>
                  </a:lnTo>
                  <a:cubicBezTo>
                    <a:pt x="574" y="1026"/>
                    <a:pt x="372" y="1176"/>
                    <a:pt x="186" y="1329"/>
                  </a:cubicBezTo>
                  <a:cubicBezTo>
                    <a:pt x="388" y="1176"/>
                    <a:pt x="590" y="1043"/>
                    <a:pt x="776" y="889"/>
                  </a:cubicBezTo>
                  <a:lnTo>
                    <a:pt x="893" y="808"/>
                  </a:lnTo>
                  <a:cubicBezTo>
                    <a:pt x="1010" y="723"/>
                    <a:pt x="1127" y="622"/>
                    <a:pt x="1244" y="538"/>
                  </a:cubicBezTo>
                  <a:lnTo>
                    <a:pt x="1733" y="166"/>
                  </a:lnTo>
                  <a:lnTo>
                    <a:pt x="1919" y="33"/>
                  </a:lnTo>
                  <a:cubicBezTo>
                    <a:pt x="1935" y="17"/>
                    <a:pt x="1951" y="17"/>
                    <a:pt x="1967" y="17"/>
                  </a:cubicBezTo>
                  <a:lnTo>
                    <a:pt x="1967" y="0"/>
                  </a:lnTo>
                  <a:close/>
                  <a:moveTo>
                    <a:pt x="186" y="1329"/>
                  </a:moveTo>
                  <a:cubicBezTo>
                    <a:pt x="170" y="1329"/>
                    <a:pt x="150" y="1346"/>
                    <a:pt x="133" y="1362"/>
                  </a:cubicBezTo>
                  <a:cubicBezTo>
                    <a:pt x="117" y="1378"/>
                    <a:pt x="117" y="1378"/>
                    <a:pt x="101" y="1394"/>
                  </a:cubicBezTo>
                  <a:cubicBezTo>
                    <a:pt x="85" y="1394"/>
                    <a:pt x="85" y="1414"/>
                    <a:pt x="85" y="1430"/>
                  </a:cubicBezTo>
                  <a:cubicBezTo>
                    <a:pt x="85" y="1463"/>
                    <a:pt x="85" y="1495"/>
                    <a:pt x="69" y="1531"/>
                  </a:cubicBezTo>
                  <a:lnTo>
                    <a:pt x="69" y="1596"/>
                  </a:lnTo>
                  <a:lnTo>
                    <a:pt x="69" y="1717"/>
                  </a:lnTo>
                  <a:cubicBezTo>
                    <a:pt x="85" y="1681"/>
                    <a:pt x="85" y="1632"/>
                    <a:pt x="85" y="1596"/>
                  </a:cubicBezTo>
                  <a:lnTo>
                    <a:pt x="85" y="1531"/>
                  </a:lnTo>
                  <a:cubicBezTo>
                    <a:pt x="85" y="1495"/>
                    <a:pt x="101" y="1463"/>
                    <a:pt x="101" y="1430"/>
                  </a:cubicBezTo>
                  <a:lnTo>
                    <a:pt x="101" y="1414"/>
                  </a:lnTo>
                  <a:cubicBezTo>
                    <a:pt x="117" y="1394"/>
                    <a:pt x="133" y="1378"/>
                    <a:pt x="150" y="1362"/>
                  </a:cubicBezTo>
                  <a:cubicBezTo>
                    <a:pt x="150" y="1362"/>
                    <a:pt x="170" y="1346"/>
                    <a:pt x="186" y="1329"/>
                  </a:cubicBezTo>
                  <a:close/>
                  <a:moveTo>
                    <a:pt x="69" y="1717"/>
                  </a:moveTo>
                  <a:cubicBezTo>
                    <a:pt x="49" y="1750"/>
                    <a:pt x="49" y="1782"/>
                    <a:pt x="49" y="1818"/>
                  </a:cubicBezTo>
                  <a:lnTo>
                    <a:pt x="49" y="1899"/>
                  </a:lnTo>
                  <a:cubicBezTo>
                    <a:pt x="49" y="1952"/>
                    <a:pt x="32" y="1984"/>
                    <a:pt x="32" y="2036"/>
                  </a:cubicBezTo>
                  <a:lnTo>
                    <a:pt x="32" y="2153"/>
                  </a:lnTo>
                  <a:cubicBezTo>
                    <a:pt x="49" y="2101"/>
                    <a:pt x="49" y="2069"/>
                    <a:pt x="49" y="2036"/>
                  </a:cubicBezTo>
                  <a:cubicBezTo>
                    <a:pt x="49" y="1984"/>
                    <a:pt x="49" y="1952"/>
                    <a:pt x="69" y="1899"/>
                  </a:cubicBezTo>
                  <a:lnTo>
                    <a:pt x="69" y="1818"/>
                  </a:lnTo>
                  <a:lnTo>
                    <a:pt x="69" y="1717"/>
                  </a:lnTo>
                  <a:close/>
                  <a:moveTo>
                    <a:pt x="32" y="2153"/>
                  </a:moveTo>
                  <a:cubicBezTo>
                    <a:pt x="32" y="2186"/>
                    <a:pt x="16" y="2222"/>
                    <a:pt x="16" y="2254"/>
                  </a:cubicBezTo>
                  <a:lnTo>
                    <a:pt x="16" y="2323"/>
                  </a:lnTo>
                  <a:lnTo>
                    <a:pt x="16" y="2388"/>
                  </a:lnTo>
                  <a:cubicBezTo>
                    <a:pt x="32" y="2355"/>
                    <a:pt x="32" y="2339"/>
                    <a:pt x="32" y="2323"/>
                  </a:cubicBezTo>
                  <a:lnTo>
                    <a:pt x="32" y="2254"/>
                  </a:lnTo>
                  <a:lnTo>
                    <a:pt x="32" y="2153"/>
                  </a:lnTo>
                  <a:close/>
                  <a:moveTo>
                    <a:pt x="16" y="2424"/>
                  </a:moveTo>
                  <a:cubicBezTo>
                    <a:pt x="16" y="2440"/>
                    <a:pt x="0" y="2456"/>
                    <a:pt x="0" y="2489"/>
                  </a:cubicBezTo>
                  <a:lnTo>
                    <a:pt x="0" y="2505"/>
                  </a:lnTo>
                  <a:lnTo>
                    <a:pt x="16" y="2525"/>
                  </a:lnTo>
                  <a:lnTo>
                    <a:pt x="16" y="2505"/>
                  </a:lnTo>
                  <a:lnTo>
                    <a:pt x="16" y="2489"/>
                  </a:lnTo>
                  <a:lnTo>
                    <a:pt x="16" y="242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2488020" y="564559"/>
              <a:ext cx="72309" cy="25328"/>
            </a:xfrm>
            <a:custGeom>
              <a:rect b="b" l="l" r="r" t="t"/>
              <a:pathLst>
                <a:path extrusionOk="0" h="255" w="728">
                  <a:moveTo>
                    <a:pt x="1" y="0"/>
                  </a:moveTo>
                  <a:lnTo>
                    <a:pt x="1" y="20"/>
                  </a:lnTo>
                  <a:lnTo>
                    <a:pt x="37" y="20"/>
                  </a:lnTo>
                  <a:cubicBezTo>
                    <a:pt x="85" y="37"/>
                    <a:pt x="154" y="69"/>
                    <a:pt x="203" y="85"/>
                  </a:cubicBezTo>
                  <a:cubicBezTo>
                    <a:pt x="239" y="85"/>
                    <a:pt x="271" y="101"/>
                    <a:pt x="304" y="121"/>
                  </a:cubicBezTo>
                  <a:cubicBezTo>
                    <a:pt x="356" y="138"/>
                    <a:pt x="405" y="154"/>
                    <a:pt x="457" y="170"/>
                  </a:cubicBezTo>
                  <a:cubicBezTo>
                    <a:pt x="506" y="186"/>
                    <a:pt x="558" y="202"/>
                    <a:pt x="607" y="222"/>
                  </a:cubicBezTo>
                  <a:cubicBezTo>
                    <a:pt x="627" y="222"/>
                    <a:pt x="627" y="239"/>
                    <a:pt x="643" y="239"/>
                  </a:cubicBezTo>
                  <a:cubicBezTo>
                    <a:pt x="659" y="239"/>
                    <a:pt x="675" y="255"/>
                    <a:pt x="708" y="255"/>
                  </a:cubicBezTo>
                  <a:lnTo>
                    <a:pt x="728" y="255"/>
                  </a:lnTo>
                  <a:lnTo>
                    <a:pt x="708" y="239"/>
                  </a:lnTo>
                  <a:cubicBezTo>
                    <a:pt x="691" y="239"/>
                    <a:pt x="659" y="239"/>
                    <a:pt x="643" y="222"/>
                  </a:cubicBezTo>
                  <a:lnTo>
                    <a:pt x="627" y="222"/>
                  </a:lnTo>
                  <a:cubicBezTo>
                    <a:pt x="558" y="186"/>
                    <a:pt x="506" y="170"/>
                    <a:pt x="457" y="154"/>
                  </a:cubicBezTo>
                  <a:cubicBezTo>
                    <a:pt x="405" y="138"/>
                    <a:pt x="356" y="121"/>
                    <a:pt x="304" y="101"/>
                  </a:cubicBezTo>
                  <a:cubicBezTo>
                    <a:pt x="271" y="85"/>
                    <a:pt x="239" y="85"/>
                    <a:pt x="203" y="69"/>
                  </a:cubicBezTo>
                  <a:cubicBezTo>
                    <a:pt x="154" y="53"/>
                    <a:pt x="102" y="3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2379656" y="532875"/>
              <a:ext cx="73600" cy="25328"/>
            </a:xfrm>
            <a:custGeom>
              <a:rect b="b" l="l" r="r" t="t"/>
              <a:pathLst>
                <a:path extrusionOk="0" h="255" w="741">
                  <a:moveTo>
                    <a:pt x="1" y="0"/>
                  </a:moveTo>
                  <a:cubicBezTo>
                    <a:pt x="33" y="16"/>
                    <a:pt x="82" y="36"/>
                    <a:pt x="118" y="53"/>
                  </a:cubicBezTo>
                  <a:cubicBezTo>
                    <a:pt x="134" y="53"/>
                    <a:pt x="150" y="53"/>
                    <a:pt x="167" y="69"/>
                  </a:cubicBezTo>
                  <a:cubicBezTo>
                    <a:pt x="268" y="101"/>
                    <a:pt x="369" y="137"/>
                    <a:pt x="470" y="170"/>
                  </a:cubicBezTo>
                  <a:cubicBezTo>
                    <a:pt x="538" y="186"/>
                    <a:pt x="587" y="218"/>
                    <a:pt x="655" y="238"/>
                  </a:cubicBezTo>
                  <a:lnTo>
                    <a:pt x="672" y="238"/>
                  </a:lnTo>
                  <a:cubicBezTo>
                    <a:pt x="672" y="238"/>
                    <a:pt x="672" y="218"/>
                    <a:pt x="655" y="218"/>
                  </a:cubicBezTo>
                  <a:cubicBezTo>
                    <a:pt x="607" y="202"/>
                    <a:pt x="538" y="186"/>
                    <a:pt x="470" y="154"/>
                  </a:cubicBezTo>
                  <a:cubicBezTo>
                    <a:pt x="369" y="117"/>
                    <a:pt x="268" y="85"/>
                    <a:pt x="167" y="53"/>
                  </a:cubicBezTo>
                  <a:cubicBezTo>
                    <a:pt x="150" y="53"/>
                    <a:pt x="134" y="36"/>
                    <a:pt x="118" y="36"/>
                  </a:cubicBezTo>
                  <a:cubicBezTo>
                    <a:pt x="82" y="16"/>
                    <a:pt x="33" y="0"/>
                    <a:pt x="1" y="0"/>
                  </a:cubicBezTo>
                  <a:close/>
                  <a:moveTo>
                    <a:pt x="672" y="238"/>
                  </a:moveTo>
                  <a:cubicBezTo>
                    <a:pt x="688" y="255"/>
                    <a:pt x="724" y="255"/>
                    <a:pt x="740" y="255"/>
                  </a:cubicBezTo>
                  <a:cubicBezTo>
                    <a:pt x="724" y="255"/>
                    <a:pt x="708" y="238"/>
                    <a:pt x="672" y="2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1941534" y="203414"/>
              <a:ext cx="799368" cy="324693"/>
            </a:xfrm>
            <a:custGeom>
              <a:rect b="b" l="l" r="r" t="t"/>
              <a:pathLst>
                <a:path extrusionOk="0" h="3269" w="8048">
                  <a:moveTo>
                    <a:pt x="1" y="1"/>
                  </a:moveTo>
                  <a:cubicBezTo>
                    <a:pt x="17" y="1"/>
                    <a:pt x="49" y="21"/>
                    <a:pt x="69" y="21"/>
                  </a:cubicBezTo>
                  <a:cubicBezTo>
                    <a:pt x="85" y="37"/>
                    <a:pt x="102" y="37"/>
                    <a:pt x="118" y="53"/>
                  </a:cubicBezTo>
                  <a:cubicBezTo>
                    <a:pt x="150" y="53"/>
                    <a:pt x="170" y="69"/>
                    <a:pt x="203" y="69"/>
                  </a:cubicBezTo>
                  <a:cubicBezTo>
                    <a:pt x="186" y="53"/>
                    <a:pt x="150" y="53"/>
                    <a:pt x="134" y="37"/>
                  </a:cubicBezTo>
                  <a:cubicBezTo>
                    <a:pt x="102" y="21"/>
                    <a:pt x="85" y="21"/>
                    <a:pt x="69" y="1"/>
                  </a:cubicBezTo>
                  <a:close/>
                  <a:moveTo>
                    <a:pt x="203" y="69"/>
                  </a:moveTo>
                  <a:cubicBezTo>
                    <a:pt x="271" y="102"/>
                    <a:pt x="320" y="138"/>
                    <a:pt x="388" y="154"/>
                  </a:cubicBezTo>
                  <a:cubicBezTo>
                    <a:pt x="421" y="170"/>
                    <a:pt x="437" y="170"/>
                    <a:pt x="473" y="186"/>
                  </a:cubicBezTo>
                  <a:cubicBezTo>
                    <a:pt x="623" y="255"/>
                    <a:pt x="792" y="324"/>
                    <a:pt x="958" y="372"/>
                  </a:cubicBezTo>
                  <a:cubicBezTo>
                    <a:pt x="792" y="303"/>
                    <a:pt x="639" y="239"/>
                    <a:pt x="473" y="170"/>
                  </a:cubicBezTo>
                  <a:cubicBezTo>
                    <a:pt x="437" y="170"/>
                    <a:pt x="421" y="154"/>
                    <a:pt x="405" y="138"/>
                  </a:cubicBezTo>
                  <a:cubicBezTo>
                    <a:pt x="336" y="122"/>
                    <a:pt x="271" y="85"/>
                    <a:pt x="203" y="69"/>
                  </a:cubicBezTo>
                  <a:close/>
                  <a:moveTo>
                    <a:pt x="958" y="372"/>
                  </a:moveTo>
                  <a:lnTo>
                    <a:pt x="958" y="372"/>
                  </a:lnTo>
                  <a:cubicBezTo>
                    <a:pt x="1011" y="404"/>
                    <a:pt x="1059" y="425"/>
                    <a:pt x="1112" y="441"/>
                  </a:cubicBezTo>
                  <a:cubicBezTo>
                    <a:pt x="1059" y="404"/>
                    <a:pt x="1011" y="388"/>
                    <a:pt x="958" y="372"/>
                  </a:cubicBezTo>
                  <a:close/>
                  <a:moveTo>
                    <a:pt x="1112" y="441"/>
                  </a:moveTo>
                  <a:cubicBezTo>
                    <a:pt x="1196" y="473"/>
                    <a:pt x="1281" y="505"/>
                    <a:pt x="1362" y="542"/>
                  </a:cubicBezTo>
                  <a:cubicBezTo>
                    <a:pt x="1415" y="558"/>
                    <a:pt x="1463" y="590"/>
                    <a:pt x="1515" y="606"/>
                  </a:cubicBezTo>
                  <a:cubicBezTo>
                    <a:pt x="1584" y="627"/>
                    <a:pt x="1649" y="659"/>
                    <a:pt x="1717" y="691"/>
                  </a:cubicBezTo>
                  <a:cubicBezTo>
                    <a:pt x="1818" y="728"/>
                    <a:pt x="1919" y="776"/>
                    <a:pt x="2020" y="808"/>
                  </a:cubicBezTo>
                  <a:cubicBezTo>
                    <a:pt x="2138" y="861"/>
                    <a:pt x="2255" y="909"/>
                    <a:pt x="2372" y="946"/>
                  </a:cubicBezTo>
                  <a:cubicBezTo>
                    <a:pt x="2271" y="893"/>
                    <a:pt x="2138" y="845"/>
                    <a:pt x="2037" y="792"/>
                  </a:cubicBezTo>
                  <a:cubicBezTo>
                    <a:pt x="1936" y="760"/>
                    <a:pt x="1835" y="728"/>
                    <a:pt x="1734" y="675"/>
                  </a:cubicBezTo>
                  <a:cubicBezTo>
                    <a:pt x="1649" y="659"/>
                    <a:pt x="1584" y="627"/>
                    <a:pt x="1515" y="590"/>
                  </a:cubicBezTo>
                  <a:cubicBezTo>
                    <a:pt x="1463" y="574"/>
                    <a:pt x="1415" y="558"/>
                    <a:pt x="1362" y="526"/>
                  </a:cubicBezTo>
                  <a:cubicBezTo>
                    <a:pt x="1281" y="489"/>
                    <a:pt x="1196" y="457"/>
                    <a:pt x="1112" y="441"/>
                  </a:cubicBezTo>
                  <a:close/>
                  <a:moveTo>
                    <a:pt x="2372" y="946"/>
                  </a:moveTo>
                  <a:cubicBezTo>
                    <a:pt x="2525" y="1010"/>
                    <a:pt x="2695" y="1079"/>
                    <a:pt x="2861" y="1148"/>
                  </a:cubicBezTo>
                  <a:cubicBezTo>
                    <a:pt x="2877" y="1164"/>
                    <a:pt x="2913" y="1164"/>
                    <a:pt x="2929" y="1180"/>
                  </a:cubicBezTo>
                  <a:cubicBezTo>
                    <a:pt x="2998" y="1196"/>
                    <a:pt x="3047" y="1212"/>
                    <a:pt x="3099" y="1249"/>
                  </a:cubicBezTo>
                  <a:cubicBezTo>
                    <a:pt x="3047" y="1212"/>
                    <a:pt x="2998" y="1180"/>
                    <a:pt x="2946" y="1164"/>
                  </a:cubicBezTo>
                  <a:cubicBezTo>
                    <a:pt x="2913" y="1164"/>
                    <a:pt x="2897" y="1148"/>
                    <a:pt x="2861" y="1132"/>
                  </a:cubicBezTo>
                  <a:cubicBezTo>
                    <a:pt x="2695" y="1063"/>
                    <a:pt x="2525" y="994"/>
                    <a:pt x="2372" y="946"/>
                  </a:cubicBezTo>
                  <a:close/>
                  <a:moveTo>
                    <a:pt x="3099" y="1249"/>
                  </a:moveTo>
                  <a:cubicBezTo>
                    <a:pt x="3148" y="1265"/>
                    <a:pt x="3180" y="1281"/>
                    <a:pt x="3216" y="1297"/>
                  </a:cubicBezTo>
                  <a:cubicBezTo>
                    <a:pt x="3232" y="1297"/>
                    <a:pt x="3249" y="1297"/>
                    <a:pt x="3265" y="1313"/>
                  </a:cubicBezTo>
                  <a:cubicBezTo>
                    <a:pt x="3366" y="1350"/>
                    <a:pt x="3483" y="1398"/>
                    <a:pt x="3604" y="1451"/>
                  </a:cubicBezTo>
                  <a:cubicBezTo>
                    <a:pt x="3652" y="1467"/>
                    <a:pt x="3705" y="1483"/>
                    <a:pt x="3737" y="1499"/>
                  </a:cubicBezTo>
                  <a:cubicBezTo>
                    <a:pt x="3770" y="1515"/>
                    <a:pt x="3786" y="1536"/>
                    <a:pt x="3822" y="1536"/>
                  </a:cubicBezTo>
                  <a:cubicBezTo>
                    <a:pt x="3887" y="1568"/>
                    <a:pt x="3955" y="1584"/>
                    <a:pt x="4024" y="1616"/>
                  </a:cubicBezTo>
                  <a:cubicBezTo>
                    <a:pt x="4073" y="1637"/>
                    <a:pt x="4109" y="1653"/>
                    <a:pt x="4141" y="1669"/>
                  </a:cubicBezTo>
                  <a:cubicBezTo>
                    <a:pt x="4210" y="1685"/>
                    <a:pt x="4258" y="1717"/>
                    <a:pt x="4311" y="1738"/>
                  </a:cubicBezTo>
                  <a:cubicBezTo>
                    <a:pt x="4376" y="1754"/>
                    <a:pt x="4460" y="1786"/>
                    <a:pt x="4529" y="1818"/>
                  </a:cubicBezTo>
                  <a:cubicBezTo>
                    <a:pt x="4561" y="1839"/>
                    <a:pt x="4614" y="1855"/>
                    <a:pt x="4646" y="1871"/>
                  </a:cubicBezTo>
                  <a:cubicBezTo>
                    <a:pt x="4715" y="1903"/>
                    <a:pt x="4796" y="1940"/>
                    <a:pt x="4881" y="1956"/>
                  </a:cubicBezTo>
                  <a:cubicBezTo>
                    <a:pt x="4796" y="1919"/>
                    <a:pt x="4731" y="1887"/>
                    <a:pt x="4646" y="1855"/>
                  </a:cubicBezTo>
                  <a:cubicBezTo>
                    <a:pt x="4614" y="1839"/>
                    <a:pt x="4578" y="1818"/>
                    <a:pt x="4529" y="1802"/>
                  </a:cubicBezTo>
                  <a:cubicBezTo>
                    <a:pt x="4460" y="1786"/>
                    <a:pt x="4392" y="1754"/>
                    <a:pt x="4311" y="1717"/>
                  </a:cubicBezTo>
                  <a:cubicBezTo>
                    <a:pt x="4258" y="1701"/>
                    <a:pt x="4210" y="1685"/>
                    <a:pt x="4157" y="1653"/>
                  </a:cubicBezTo>
                  <a:cubicBezTo>
                    <a:pt x="4109" y="1637"/>
                    <a:pt x="4073" y="1616"/>
                    <a:pt x="4024" y="1600"/>
                  </a:cubicBezTo>
                  <a:cubicBezTo>
                    <a:pt x="3955" y="1584"/>
                    <a:pt x="3887" y="1552"/>
                    <a:pt x="3822" y="1515"/>
                  </a:cubicBezTo>
                  <a:cubicBezTo>
                    <a:pt x="3806" y="1515"/>
                    <a:pt x="3770" y="1499"/>
                    <a:pt x="3753" y="1499"/>
                  </a:cubicBezTo>
                  <a:cubicBezTo>
                    <a:pt x="3705" y="1483"/>
                    <a:pt x="3652" y="1451"/>
                    <a:pt x="3604" y="1435"/>
                  </a:cubicBezTo>
                  <a:cubicBezTo>
                    <a:pt x="3503" y="1382"/>
                    <a:pt x="3382" y="1350"/>
                    <a:pt x="3265" y="1297"/>
                  </a:cubicBezTo>
                  <a:cubicBezTo>
                    <a:pt x="3249" y="1297"/>
                    <a:pt x="3232" y="1281"/>
                    <a:pt x="3216" y="1281"/>
                  </a:cubicBezTo>
                  <a:cubicBezTo>
                    <a:pt x="3180" y="1265"/>
                    <a:pt x="3148" y="1249"/>
                    <a:pt x="3099" y="1249"/>
                  </a:cubicBezTo>
                  <a:close/>
                  <a:moveTo>
                    <a:pt x="4882" y="1956"/>
                  </a:moveTo>
                  <a:lnTo>
                    <a:pt x="4882" y="1956"/>
                  </a:lnTo>
                  <a:cubicBezTo>
                    <a:pt x="4966" y="1988"/>
                    <a:pt x="5051" y="2021"/>
                    <a:pt x="5135" y="2073"/>
                  </a:cubicBezTo>
                  <a:cubicBezTo>
                    <a:pt x="5167" y="2073"/>
                    <a:pt x="5200" y="2089"/>
                    <a:pt x="5220" y="2105"/>
                  </a:cubicBezTo>
                  <a:cubicBezTo>
                    <a:pt x="5252" y="2121"/>
                    <a:pt x="5285" y="2121"/>
                    <a:pt x="5301" y="2142"/>
                  </a:cubicBezTo>
                  <a:cubicBezTo>
                    <a:pt x="5353" y="2158"/>
                    <a:pt x="5385" y="2174"/>
                    <a:pt x="5438" y="2190"/>
                  </a:cubicBezTo>
                  <a:cubicBezTo>
                    <a:pt x="5539" y="2243"/>
                    <a:pt x="5656" y="2275"/>
                    <a:pt x="5773" y="2323"/>
                  </a:cubicBezTo>
                  <a:cubicBezTo>
                    <a:pt x="5890" y="2376"/>
                    <a:pt x="6008" y="2408"/>
                    <a:pt x="6109" y="2461"/>
                  </a:cubicBezTo>
                  <a:cubicBezTo>
                    <a:pt x="6177" y="2493"/>
                    <a:pt x="6246" y="2509"/>
                    <a:pt x="6294" y="2546"/>
                  </a:cubicBezTo>
                  <a:cubicBezTo>
                    <a:pt x="6379" y="2562"/>
                    <a:pt x="6448" y="2594"/>
                    <a:pt x="6513" y="2626"/>
                  </a:cubicBezTo>
                  <a:lnTo>
                    <a:pt x="6715" y="2711"/>
                  </a:lnTo>
                  <a:cubicBezTo>
                    <a:pt x="6852" y="2764"/>
                    <a:pt x="6985" y="2812"/>
                    <a:pt x="7102" y="2865"/>
                  </a:cubicBezTo>
                  <a:cubicBezTo>
                    <a:pt x="7119" y="2865"/>
                    <a:pt x="7139" y="2881"/>
                    <a:pt x="7155" y="2881"/>
                  </a:cubicBezTo>
                  <a:cubicBezTo>
                    <a:pt x="7203" y="2897"/>
                    <a:pt x="7240" y="2913"/>
                    <a:pt x="7288" y="2929"/>
                  </a:cubicBezTo>
                  <a:cubicBezTo>
                    <a:pt x="7320" y="2949"/>
                    <a:pt x="7357" y="2966"/>
                    <a:pt x="7389" y="2966"/>
                  </a:cubicBezTo>
                  <a:cubicBezTo>
                    <a:pt x="7357" y="2949"/>
                    <a:pt x="7320" y="2929"/>
                    <a:pt x="7288" y="2913"/>
                  </a:cubicBezTo>
                  <a:cubicBezTo>
                    <a:pt x="7256" y="2913"/>
                    <a:pt x="7203" y="2897"/>
                    <a:pt x="7171" y="2881"/>
                  </a:cubicBezTo>
                  <a:cubicBezTo>
                    <a:pt x="7155" y="2865"/>
                    <a:pt x="7139" y="2865"/>
                    <a:pt x="7119" y="2848"/>
                  </a:cubicBezTo>
                  <a:cubicBezTo>
                    <a:pt x="6985" y="2796"/>
                    <a:pt x="6852" y="2747"/>
                    <a:pt x="6715" y="2695"/>
                  </a:cubicBezTo>
                  <a:lnTo>
                    <a:pt x="6533" y="2610"/>
                  </a:lnTo>
                  <a:cubicBezTo>
                    <a:pt x="6448" y="2578"/>
                    <a:pt x="6379" y="2562"/>
                    <a:pt x="6311" y="2525"/>
                  </a:cubicBezTo>
                  <a:cubicBezTo>
                    <a:pt x="6246" y="2493"/>
                    <a:pt x="6177" y="2477"/>
                    <a:pt x="6109" y="2445"/>
                  </a:cubicBezTo>
                  <a:cubicBezTo>
                    <a:pt x="6008" y="2408"/>
                    <a:pt x="5890" y="2360"/>
                    <a:pt x="5773" y="2307"/>
                  </a:cubicBezTo>
                  <a:cubicBezTo>
                    <a:pt x="5656" y="2275"/>
                    <a:pt x="5555" y="2222"/>
                    <a:pt x="5438" y="2174"/>
                  </a:cubicBezTo>
                  <a:cubicBezTo>
                    <a:pt x="5402" y="2158"/>
                    <a:pt x="5353" y="2142"/>
                    <a:pt x="5321" y="2121"/>
                  </a:cubicBezTo>
                  <a:cubicBezTo>
                    <a:pt x="5285" y="2121"/>
                    <a:pt x="5252" y="2105"/>
                    <a:pt x="5236" y="2089"/>
                  </a:cubicBezTo>
                  <a:cubicBezTo>
                    <a:pt x="5200" y="2073"/>
                    <a:pt x="5167" y="2073"/>
                    <a:pt x="5135" y="2057"/>
                  </a:cubicBezTo>
                  <a:cubicBezTo>
                    <a:pt x="5051" y="2021"/>
                    <a:pt x="4966" y="1988"/>
                    <a:pt x="4882" y="1956"/>
                  </a:cubicBezTo>
                  <a:close/>
                  <a:moveTo>
                    <a:pt x="7389" y="2966"/>
                  </a:moveTo>
                  <a:cubicBezTo>
                    <a:pt x="7405" y="2982"/>
                    <a:pt x="7442" y="2998"/>
                    <a:pt x="7474" y="3014"/>
                  </a:cubicBezTo>
                  <a:cubicBezTo>
                    <a:pt x="7559" y="3030"/>
                    <a:pt x="7644" y="3067"/>
                    <a:pt x="7708" y="3099"/>
                  </a:cubicBezTo>
                  <a:cubicBezTo>
                    <a:pt x="7761" y="3115"/>
                    <a:pt x="7793" y="3131"/>
                    <a:pt x="7825" y="3151"/>
                  </a:cubicBezTo>
                  <a:cubicBezTo>
                    <a:pt x="7878" y="3184"/>
                    <a:pt x="7926" y="3200"/>
                    <a:pt x="7979" y="3216"/>
                  </a:cubicBezTo>
                  <a:cubicBezTo>
                    <a:pt x="7995" y="3216"/>
                    <a:pt x="8011" y="3232"/>
                    <a:pt x="8027" y="3232"/>
                  </a:cubicBezTo>
                  <a:lnTo>
                    <a:pt x="8027" y="3252"/>
                  </a:lnTo>
                  <a:lnTo>
                    <a:pt x="8027" y="3269"/>
                  </a:lnTo>
                  <a:lnTo>
                    <a:pt x="8048" y="3252"/>
                  </a:lnTo>
                  <a:lnTo>
                    <a:pt x="8048" y="3232"/>
                  </a:lnTo>
                  <a:lnTo>
                    <a:pt x="8027" y="3216"/>
                  </a:lnTo>
                  <a:cubicBezTo>
                    <a:pt x="8011" y="3216"/>
                    <a:pt x="7995" y="3200"/>
                    <a:pt x="7979" y="3200"/>
                  </a:cubicBezTo>
                  <a:cubicBezTo>
                    <a:pt x="7926" y="3184"/>
                    <a:pt x="7878" y="3168"/>
                    <a:pt x="7846" y="3151"/>
                  </a:cubicBezTo>
                  <a:cubicBezTo>
                    <a:pt x="7793" y="3131"/>
                    <a:pt x="7761" y="3115"/>
                    <a:pt x="7724" y="3099"/>
                  </a:cubicBezTo>
                  <a:cubicBezTo>
                    <a:pt x="7644" y="3067"/>
                    <a:pt x="7559" y="3030"/>
                    <a:pt x="7474" y="2998"/>
                  </a:cubicBezTo>
                  <a:cubicBezTo>
                    <a:pt x="7442" y="2982"/>
                    <a:pt x="7421" y="2966"/>
                    <a:pt x="7389" y="29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2222425" y="922427"/>
              <a:ext cx="95153" cy="28606"/>
            </a:xfrm>
            <a:custGeom>
              <a:rect b="b" l="l" r="r" t="t"/>
              <a:pathLst>
                <a:path extrusionOk="0" h="288" w="958">
                  <a:moveTo>
                    <a:pt x="0" y="1"/>
                  </a:moveTo>
                  <a:lnTo>
                    <a:pt x="17" y="17"/>
                  </a:lnTo>
                  <a:cubicBezTo>
                    <a:pt x="49" y="17"/>
                    <a:pt x="69" y="33"/>
                    <a:pt x="85" y="33"/>
                  </a:cubicBezTo>
                  <a:cubicBezTo>
                    <a:pt x="118" y="53"/>
                    <a:pt x="170" y="53"/>
                    <a:pt x="202" y="69"/>
                  </a:cubicBezTo>
                  <a:cubicBezTo>
                    <a:pt x="287" y="85"/>
                    <a:pt x="372" y="118"/>
                    <a:pt x="453" y="134"/>
                  </a:cubicBezTo>
                  <a:cubicBezTo>
                    <a:pt x="372" y="102"/>
                    <a:pt x="287" y="85"/>
                    <a:pt x="219" y="53"/>
                  </a:cubicBezTo>
                  <a:cubicBezTo>
                    <a:pt x="170" y="53"/>
                    <a:pt x="134" y="33"/>
                    <a:pt x="85" y="17"/>
                  </a:cubicBezTo>
                  <a:cubicBezTo>
                    <a:pt x="69" y="17"/>
                    <a:pt x="49" y="17"/>
                    <a:pt x="33" y="1"/>
                  </a:cubicBezTo>
                  <a:close/>
                  <a:moveTo>
                    <a:pt x="453" y="134"/>
                  </a:moveTo>
                  <a:cubicBezTo>
                    <a:pt x="489" y="154"/>
                    <a:pt x="538" y="170"/>
                    <a:pt x="574" y="170"/>
                  </a:cubicBezTo>
                  <a:cubicBezTo>
                    <a:pt x="639" y="203"/>
                    <a:pt x="707" y="219"/>
                    <a:pt x="776" y="235"/>
                  </a:cubicBezTo>
                  <a:lnTo>
                    <a:pt x="792" y="235"/>
                  </a:lnTo>
                  <a:cubicBezTo>
                    <a:pt x="808" y="235"/>
                    <a:pt x="824" y="235"/>
                    <a:pt x="857" y="255"/>
                  </a:cubicBezTo>
                  <a:cubicBezTo>
                    <a:pt x="893" y="271"/>
                    <a:pt x="925" y="271"/>
                    <a:pt x="958" y="287"/>
                  </a:cubicBezTo>
                  <a:lnTo>
                    <a:pt x="958" y="271"/>
                  </a:lnTo>
                  <a:cubicBezTo>
                    <a:pt x="925" y="271"/>
                    <a:pt x="893" y="255"/>
                    <a:pt x="857" y="235"/>
                  </a:cubicBezTo>
                  <a:cubicBezTo>
                    <a:pt x="841" y="235"/>
                    <a:pt x="808" y="219"/>
                    <a:pt x="792" y="219"/>
                  </a:cubicBezTo>
                  <a:lnTo>
                    <a:pt x="776" y="219"/>
                  </a:lnTo>
                  <a:cubicBezTo>
                    <a:pt x="707" y="203"/>
                    <a:pt x="639" y="186"/>
                    <a:pt x="590" y="170"/>
                  </a:cubicBezTo>
                  <a:cubicBezTo>
                    <a:pt x="538" y="154"/>
                    <a:pt x="505" y="134"/>
                    <a:pt x="453"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1650611" y="775228"/>
              <a:ext cx="295889" cy="209079"/>
            </a:xfrm>
            <a:custGeom>
              <a:rect b="b" l="l" r="r" t="t"/>
              <a:pathLst>
                <a:path extrusionOk="0" h="2105" w="2979">
                  <a:moveTo>
                    <a:pt x="2978" y="0"/>
                  </a:moveTo>
                  <a:cubicBezTo>
                    <a:pt x="2930" y="0"/>
                    <a:pt x="2897" y="36"/>
                    <a:pt x="2845" y="53"/>
                  </a:cubicBezTo>
                  <a:cubicBezTo>
                    <a:pt x="2845" y="53"/>
                    <a:pt x="2829" y="69"/>
                    <a:pt x="2812" y="69"/>
                  </a:cubicBezTo>
                  <a:cubicBezTo>
                    <a:pt x="2728" y="121"/>
                    <a:pt x="2643" y="170"/>
                    <a:pt x="2574" y="202"/>
                  </a:cubicBezTo>
                  <a:cubicBezTo>
                    <a:pt x="2526" y="238"/>
                    <a:pt x="2493" y="255"/>
                    <a:pt x="2441" y="271"/>
                  </a:cubicBezTo>
                  <a:cubicBezTo>
                    <a:pt x="2324" y="339"/>
                    <a:pt x="2223" y="404"/>
                    <a:pt x="2106" y="457"/>
                  </a:cubicBezTo>
                  <a:lnTo>
                    <a:pt x="2037" y="505"/>
                  </a:lnTo>
                  <a:lnTo>
                    <a:pt x="2122" y="473"/>
                  </a:lnTo>
                  <a:cubicBezTo>
                    <a:pt x="2223" y="404"/>
                    <a:pt x="2340" y="356"/>
                    <a:pt x="2441" y="287"/>
                  </a:cubicBezTo>
                  <a:cubicBezTo>
                    <a:pt x="2493" y="271"/>
                    <a:pt x="2542" y="238"/>
                    <a:pt x="2574" y="222"/>
                  </a:cubicBezTo>
                  <a:cubicBezTo>
                    <a:pt x="2659" y="170"/>
                    <a:pt x="2728" y="137"/>
                    <a:pt x="2812" y="85"/>
                  </a:cubicBezTo>
                  <a:cubicBezTo>
                    <a:pt x="2829" y="85"/>
                    <a:pt x="2845" y="69"/>
                    <a:pt x="2861" y="69"/>
                  </a:cubicBezTo>
                  <a:cubicBezTo>
                    <a:pt x="2897" y="36"/>
                    <a:pt x="2930" y="20"/>
                    <a:pt x="2978" y="20"/>
                  </a:cubicBezTo>
                  <a:lnTo>
                    <a:pt x="2978" y="0"/>
                  </a:lnTo>
                  <a:close/>
                  <a:moveTo>
                    <a:pt x="2037" y="505"/>
                  </a:moveTo>
                  <a:cubicBezTo>
                    <a:pt x="1988" y="525"/>
                    <a:pt x="1936" y="558"/>
                    <a:pt x="1887" y="574"/>
                  </a:cubicBezTo>
                  <a:cubicBezTo>
                    <a:pt x="1819" y="606"/>
                    <a:pt x="1766" y="642"/>
                    <a:pt x="1718" y="675"/>
                  </a:cubicBezTo>
                  <a:cubicBezTo>
                    <a:pt x="1786" y="659"/>
                    <a:pt x="1835" y="626"/>
                    <a:pt x="1887" y="590"/>
                  </a:cubicBezTo>
                  <a:cubicBezTo>
                    <a:pt x="1936" y="574"/>
                    <a:pt x="1988" y="541"/>
                    <a:pt x="2037" y="505"/>
                  </a:cubicBezTo>
                  <a:close/>
                  <a:moveTo>
                    <a:pt x="1718" y="675"/>
                  </a:moveTo>
                  <a:lnTo>
                    <a:pt x="1718" y="675"/>
                  </a:lnTo>
                  <a:cubicBezTo>
                    <a:pt x="1665" y="707"/>
                    <a:pt x="1601" y="727"/>
                    <a:pt x="1548" y="760"/>
                  </a:cubicBezTo>
                  <a:cubicBezTo>
                    <a:pt x="1463" y="808"/>
                    <a:pt x="1399" y="844"/>
                    <a:pt x="1314" y="893"/>
                  </a:cubicBezTo>
                  <a:cubicBezTo>
                    <a:pt x="1245" y="929"/>
                    <a:pt x="1197" y="961"/>
                    <a:pt x="1128" y="994"/>
                  </a:cubicBezTo>
                  <a:cubicBezTo>
                    <a:pt x="1197" y="961"/>
                    <a:pt x="1261" y="945"/>
                    <a:pt x="1314" y="909"/>
                  </a:cubicBezTo>
                  <a:cubicBezTo>
                    <a:pt x="1399" y="861"/>
                    <a:pt x="1483" y="808"/>
                    <a:pt x="1548" y="776"/>
                  </a:cubicBezTo>
                  <a:cubicBezTo>
                    <a:pt x="1617" y="743"/>
                    <a:pt x="1665" y="707"/>
                    <a:pt x="1718" y="675"/>
                  </a:cubicBezTo>
                  <a:close/>
                  <a:moveTo>
                    <a:pt x="1128" y="994"/>
                  </a:moveTo>
                  <a:cubicBezTo>
                    <a:pt x="1043" y="1046"/>
                    <a:pt x="942" y="1095"/>
                    <a:pt x="857" y="1131"/>
                  </a:cubicBezTo>
                  <a:cubicBezTo>
                    <a:pt x="776" y="1180"/>
                    <a:pt x="692" y="1232"/>
                    <a:pt x="623" y="1264"/>
                  </a:cubicBezTo>
                  <a:cubicBezTo>
                    <a:pt x="538" y="1313"/>
                    <a:pt x="453" y="1349"/>
                    <a:pt x="389" y="1398"/>
                  </a:cubicBezTo>
                  <a:cubicBezTo>
                    <a:pt x="320" y="1434"/>
                    <a:pt x="272" y="1466"/>
                    <a:pt x="203" y="1483"/>
                  </a:cubicBezTo>
                  <a:cubicBezTo>
                    <a:pt x="171" y="1515"/>
                    <a:pt x="118" y="1551"/>
                    <a:pt x="70" y="1567"/>
                  </a:cubicBezTo>
                  <a:cubicBezTo>
                    <a:pt x="17" y="1600"/>
                    <a:pt x="1" y="1616"/>
                    <a:pt x="17" y="1668"/>
                  </a:cubicBezTo>
                  <a:cubicBezTo>
                    <a:pt x="33" y="1685"/>
                    <a:pt x="17" y="1685"/>
                    <a:pt x="17" y="1701"/>
                  </a:cubicBezTo>
                  <a:lnTo>
                    <a:pt x="17" y="1717"/>
                  </a:lnTo>
                  <a:cubicBezTo>
                    <a:pt x="1" y="1737"/>
                    <a:pt x="1" y="1769"/>
                    <a:pt x="1" y="1786"/>
                  </a:cubicBezTo>
                  <a:lnTo>
                    <a:pt x="1" y="1838"/>
                  </a:lnTo>
                  <a:lnTo>
                    <a:pt x="1" y="2020"/>
                  </a:lnTo>
                  <a:lnTo>
                    <a:pt x="1" y="2105"/>
                  </a:lnTo>
                  <a:cubicBezTo>
                    <a:pt x="1" y="2072"/>
                    <a:pt x="1" y="2056"/>
                    <a:pt x="17" y="2020"/>
                  </a:cubicBezTo>
                  <a:lnTo>
                    <a:pt x="17" y="1838"/>
                  </a:lnTo>
                  <a:lnTo>
                    <a:pt x="17" y="1786"/>
                  </a:lnTo>
                  <a:cubicBezTo>
                    <a:pt x="17" y="1769"/>
                    <a:pt x="17" y="1737"/>
                    <a:pt x="33" y="1717"/>
                  </a:cubicBezTo>
                  <a:lnTo>
                    <a:pt x="33" y="1701"/>
                  </a:lnTo>
                  <a:lnTo>
                    <a:pt x="33" y="1668"/>
                  </a:lnTo>
                  <a:cubicBezTo>
                    <a:pt x="17" y="1616"/>
                    <a:pt x="33" y="1600"/>
                    <a:pt x="70" y="1584"/>
                  </a:cubicBezTo>
                  <a:cubicBezTo>
                    <a:pt x="118" y="1551"/>
                    <a:pt x="171" y="1535"/>
                    <a:pt x="219" y="1499"/>
                  </a:cubicBezTo>
                  <a:cubicBezTo>
                    <a:pt x="272" y="1466"/>
                    <a:pt x="336" y="1434"/>
                    <a:pt x="389" y="1414"/>
                  </a:cubicBezTo>
                  <a:cubicBezTo>
                    <a:pt x="473" y="1365"/>
                    <a:pt x="538" y="1333"/>
                    <a:pt x="623" y="1281"/>
                  </a:cubicBezTo>
                  <a:cubicBezTo>
                    <a:pt x="708" y="1232"/>
                    <a:pt x="793" y="1196"/>
                    <a:pt x="857" y="1147"/>
                  </a:cubicBezTo>
                  <a:cubicBezTo>
                    <a:pt x="958" y="1095"/>
                    <a:pt x="1043" y="1046"/>
                    <a:pt x="1128" y="99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1815987" y="857469"/>
              <a:ext cx="5264" cy="130513"/>
            </a:xfrm>
            <a:custGeom>
              <a:rect b="b" l="l" r="r" t="t"/>
              <a:pathLst>
                <a:path extrusionOk="0" h="1314" w="53">
                  <a:moveTo>
                    <a:pt x="37" y="0"/>
                  </a:moveTo>
                  <a:lnTo>
                    <a:pt x="37" y="81"/>
                  </a:lnTo>
                  <a:lnTo>
                    <a:pt x="37" y="283"/>
                  </a:lnTo>
                  <a:lnTo>
                    <a:pt x="37" y="505"/>
                  </a:lnTo>
                  <a:cubicBezTo>
                    <a:pt x="37" y="420"/>
                    <a:pt x="37" y="352"/>
                    <a:pt x="53" y="283"/>
                  </a:cubicBezTo>
                  <a:lnTo>
                    <a:pt x="53" y="81"/>
                  </a:lnTo>
                  <a:lnTo>
                    <a:pt x="53" y="0"/>
                  </a:lnTo>
                  <a:close/>
                  <a:moveTo>
                    <a:pt x="37" y="505"/>
                  </a:moveTo>
                  <a:cubicBezTo>
                    <a:pt x="37" y="570"/>
                    <a:pt x="20" y="638"/>
                    <a:pt x="20" y="707"/>
                  </a:cubicBezTo>
                  <a:lnTo>
                    <a:pt x="20" y="1075"/>
                  </a:lnTo>
                  <a:lnTo>
                    <a:pt x="20" y="1228"/>
                  </a:lnTo>
                  <a:cubicBezTo>
                    <a:pt x="20" y="1176"/>
                    <a:pt x="37" y="1127"/>
                    <a:pt x="37" y="1075"/>
                  </a:cubicBezTo>
                  <a:lnTo>
                    <a:pt x="37" y="707"/>
                  </a:lnTo>
                  <a:lnTo>
                    <a:pt x="37" y="505"/>
                  </a:lnTo>
                  <a:close/>
                  <a:moveTo>
                    <a:pt x="20" y="1228"/>
                  </a:moveTo>
                  <a:cubicBezTo>
                    <a:pt x="0" y="1261"/>
                    <a:pt x="0" y="1277"/>
                    <a:pt x="0" y="1313"/>
                  </a:cubicBezTo>
                  <a:lnTo>
                    <a:pt x="20" y="1313"/>
                  </a:lnTo>
                  <a:lnTo>
                    <a:pt x="20" y="122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2199183" y="862236"/>
              <a:ext cx="1689" cy="118892"/>
            </a:xfrm>
            <a:custGeom>
              <a:rect b="b" l="l" r="r" t="t"/>
              <a:pathLst>
                <a:path extrusionOk="0" h="1197" w="17">
                  <a:moveTo>
                    <a:pt x="0" y="1"/>
                  </a:moveTo>
                  <a:lnTo>
                    <a:pt x="0" y="85"/>
                  </a:lnTo>
                  <a:cubicBezTo>
                    <a:pt x="0" y="69"/>
                    <a:pt x="0" y="33"/>
                    <a:pt x="16" y="17"/>
                  </a:cubicBezTo>
                  <a:lnTo>
                    <a:pt x="16" y="1"/>
                  </a:lnTo>
                  <a:close/>
                  <a:moveTo>
                    <a:pt x="0" y="85"/>
                  </a:moveTo>
                  <a:lnTo>
                    <a:pt x="0" y="558"/>
                  </a:lnTo>
                  <a:lnTo>
                    <a:pt x="0" y="760"/>
                  </a:lnTo>
                  <a:lnTo>
                    <a:pt x="0" y="1095"/>
                  </a:lnTo>
                  <a:lnTo>
                    <a:pt x="0" y="1164"/>
                  </a:lnTo>
                  <a:lnTo>
                    <a:pt x="0" y="1196"/>
                  </a:lnTo>
                  <a:lnTo>
                    <a:pt x="16" y="1196"/>
                  </a:lnTo>
                  <a:lnTo>
                    <a:pt x="16" y="1164"/>
                  </a:lnTo>
                  <a:lnTo>
                    <a:pt x="16" y="1095"/>
                  </a:lnTo>
                  <a:lnTo>
                    <a:pt x="16" y="760"/>
                  </a:lnTo>
                  <a:lnTo>
                    <a:pt x="16" y="558"/>
                  </a:lnTo>
                  <a:cubicBezTo>
                    <a:pt x="0" y="405"/>
                    <a:pt x="0" y="235"/>
                    <a:pt x="0"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1826019" y="883293"/>
              <a:ext cx="122468" cy="104689"/>
            </a:xfrm>
            <a:custGeom>
              <a:rect b="b" l="l" r="r" t="t"/>
              <a:pathLst>
                <a:path extrusionOk="0" h="1054" w="1233">
                  <a:moveTo>
                    <a:pt x="1202" y="0"/>
                  </a:moveTo>
                  <a:cubicBezTo>
                    <a:pt x="1178" y="0"/>
                    <a:pt x="1159" y="12"/>
                    <a:pt x="1147" y="23"/>
                  </a:cubicBezTo>
                  <a:cubicBezTo>
                    <a:pt x="1131" y="23"/>
                    <a:pt x="1131" y="43"/>
                    <a:pt x="1111" y="43"/>
                  </a:cubicBezTo>
                  <a:cubicBezTo>
                    <a:pt x="1030" y="75"/>
                    <a:pt x="945" y="124"/>
                    <a:pt x="861" y="160"/>
                  </a:cubicBezTo>
                  <a:lnTo>
                    <a:pt x="808" y="193"/>
                  </a:lnTo>
                  <a:cubicBezTo>
                    <a:pt x="743" y="225"/>
                    <a:pt x="691" y="245"/>
                    <a:pt x="643" y="277"/>
                  </a:cubicBezTo>
                  <a:cubicBezTo>
                    <a:pt x="542" y="326"/>
                    <a:pt x="424" y="378"/>
                    <a:pt x="323" y="447"/>
                  </a:cubicBezTo>
                  <a:cubicBezTo>
                    <a:pt x="441" y="395"/>
                    <a:pt x="542" y="346"/>
                    <a:pt x="643" y="294"/>
                  </a:cubicBezTo>
                  <a:cubicBezTo>
                    <a:pt x="691" y="261"/>
                    <a:pt x="760" y="245"/>
                    <a:pt x="808" y="209"/>
                  </a:cubicBezTo>
                  <a:lnTo>
                    <a:pt x="861" y="176"/>
                  </a:lnTo>
                  <a:cubicBezTo>
                    <a:pt x="945" y="144"/>
                    <a:pt x="1030" y="92"/>
                    <a:pt x="1131" y="59"/>
                  </a:cubicBezTo>
                  <a:cubicBezTo>
                    <a:pt x="1131" y="43"/>
                    <a:pt x="1147" y="43"/>
                    <a:pt x="1147" y="43"/>
                  </a:cubicBezTo>
                  <a:cubicBezTo>
                    <a:pt x="1180" y="23"/>
                    <a:pt x="1196" y="7"/>
                    <a:pt x="1232" y="7"/>
                  </a:cubicBezTo>
                  <a:cubicBezTo>
                    <a:pt x="1222" y="2"/>
                    <a:pt x="1211" y="0"/>
                    <a:pt x="1202" y="0"/>
                  </a:cubicBezTo>
                  <a:close/>
                  <a:moveTo>
                    <a:pt x="323" y="447"/>
                  </a:moveTo>
                  <a:cubicBezTo>
                    <a:pt x="287" y="447"/>
                    <a:pt x="271" y="463"/>
                    <a:pt x="239" y="479"/>
                  </a:cubicBezTo>
                  <a:cubicBezTo>
                    <a:pt x="186" y="512"/>
                    <a:pt x="138" y="528"/>
                    <a:pt x="69" y="564"/>
                  </a:cubicBezTo>
                  <a:cubicBezTo>
                    <a:pt x="20" y="580"/>
                    <a:pt x="0" y="613"/>
                    <a:pt x="0" y="665"/>
                  </a:cubicBezTo>
                  <a:lnTo>
                    <a:pt x="0" y="932"/>
                  </a:lnTo>
                  <a:lnTo>
                    <a:pt x="0" y="1053"/>
                  </a:lnTo>
                  <a:cubicBezTo>
                    <a:pt x="0" y="1001"/>
                    <a:pt x="0" y="968"/>
                    <a:pt x="20" y="932"/>
                  </a:cubicBezTo>
                  <a:lnTo>
                    <a:pt x="20" y="665"/>
                  </a:lnTo>
                  <a:cubicBezTo>
                    <a:pt x="20" y="613"/>
                    <a:pt x="37" y="597"/>
                    <a:pt x="69" y="580"/>
                  </a:cubicBezTo>
                  <a:cubicBezTo>
                    <a:pt x="138" y="548"/>
                    <a:pt x="186" y="512"/>
                    <a:pt x="239" y="496"/>
                  </a:cubicBezTo>
                  <a:cubicBezTo>
                    <a:pt x="271" y="479"/>
                    <a:pt x="303" y="463"/>
                    <a:pt x="323" y="4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1759372" y="382397"/>
              <a:ext cx="183851" cy="138856"/>
            </a:xfrm>
            <a:custGeom>
              <a:rect b="b" l="l" r="r" t="t"/>
              <a:pathLst>
                <a:path extrusionOk="0" h="1398" w="1851">
                  <a:moveTo>
                    <a:pt x="1851" y="0"/>
                  </a:moveTo>
                  <a:cubicBezTo>
                    <a:pt x="1818" y="0"/>
                    <a:pt x="1802" y="0"/>
                    <a:pt x="1782" y="16"/>
                  </a:cubicBezTo>
                  <a:cubicBezTo>
                    <a:pt x="1717" y="69"/>
                    <a:pt x="1665" y="117"/>
                    <a:pt x="1600" y="154"/>
                  </a:cubicBezTo>
                  <a:cubicBezTo>
                    <a:pt x="1515" y="218"/>
                    <a:pt x="1447" y="287"/>
                    <a:pt x="1362" y="340"/>
                  </a:cubicBezTo>
                  <a:cubicBezTo>
                    <a:pt x="1261" y="420"/>
                    <a:pt x="1160" y="505"/>
                    <a:pt x="1059" y="574"/>
                  </a:cubicBezTo>
                  <a:cubicBezTo>
                    <a:pt x="974" y="643"/>
                    <a:pt x="893" y="707"/>
                    <a:pt x="809" y="776"/>
                  </a:cubicBezTo>
                  <a:cubicBezTo>
                    <a:pt x="655" y="893"/>
                    <a:pt x="522" y="1010"/>
                    <a:pt x="368" y="1111"/>
                  </a:cubicBezTo>
                  <a:cubicBezTo>
                    <a:pt x="267" y="1196"/>
                    <a:pt x="186" y="1265"/>
                    <a:pt x="102" y="1329"/>
                  </a:cubicBezTo>
                  <a:cubicBezTo>
                    <a:pt x="85" y="1329"/>
                    <a:pt x="85" y="1349"/>
                    <a:pt x="65" y="1349"/>
                  </a:cubicBezTo>
                  <a:cubicBezTo>
                    <a:pt x="49" y="1366"/>
                    <a:pt x="49" y="1366"/>
                    <a:pt x="33" y="1382"/>
                  </a:cubicBezTo>
                  <a:cubicBezTo>
                    <a:pt x="17" y="1382"/>
                    <a:pt x="17" y="1398"/>
                    <a:pt x="1" y="1398"/>
                  </a:cubicBezTo>
                  <a:lnTo>
                    <a:pt x="33" y="1398"/>
                  </a:lnTo>
                  <a:lnTo>
                    <a:pt x="65" y="1366"/>
                  </a:lnTo>
                  <a:cubicBezTo>
                    <a:pt x="85" y="1349"/>
                    <a:pt x="102" y="1349"/>
                    <a:pt x="102" y="1349"/>
                  </a:cubicBezTo>
                  <a:cubicBezTo>
                    <a:pt x="186" y="1265"/>
                    <a:pt x="287" y="1196"/>
                    <a:pt x="368" y="1127"/>
                  </a:cubicBezTo>
                  <a:cubicBezTo>
                    <a:pt x="522" y="1010"/>
                    <a:pt x="671" y="893"/>
                    <a:pt x="825" y="776"/>
                  </a:cubicBezTo>
                  <a:cubicBezTo>
                    <a:pt x="910" y="723"/>
                    <a:pt x="994" y="659"/>
                    <a:pt x="1059" y="590"/>
                  </a:cubicBezTo>
                  <a:cubicBezTo>
                    <a:pt x="1176" y="505"/>
                    <a:pt x="1277" y="441"/>
                    <a:pt x="1378" y="356"/>
                  </a:cubicBezTo>
                  <a:cubicBezTo>
                    <a:pt x="1447" y="287"/>
                    <a:pt x="1532" y="239"/>
                    <a:pt x="1616" y="170"/>
                  </a:cubicBezTo>
                  <a:cubicBezTo>
                    <a:pt x="1665" y="117"/>
                    <a:pt x="1734" y="69"/>
                    <a:pt x="1782" y="37"/>
                  </a:cubicBezTo>
                  <a:cubicBezTo>
                    <a:pt x="1797" y="22"/>
                    <a:pt x="1809" y="10"/>
                    <a:pt x="1821" y="10"/>
                  </a:cubicBezTo>
                  <a:cubicBezTo>
                    <a:pt x="1825" y="10"/>
                    <a:pt x="1830" y="12"/>
                    <a:pt x="1835" y="16"/>
                  </a:cubicBezTo>
                  <a:lnTo>
                    <a:pt x="18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1759372" y="298865"/>
              <a:ext cx="182261" cy="143823"/>
            </a:xfrm>
            <a:custGeom>
              <a:rect b="b" l="l" r="r" t="t"/>
              <a:pathLst>
                <a:path extrusionOk="0" h="1448" w="1835">
                  <a:moveTo>
                    <a:pt x="1835" y="1"/>
                  </a:moveTo>
                  <a:cubicBezTo>
                    <a:pt x="1782" y="1"/>
                    <a:pt x="1766" y="33"/>
                    <a:pt x="1734" y="49"/>
                  </a:cubicBezTo>
                  <a:cubicBezTo>
                    <a:pt x="1734" y="70"/>
                    <a:pt x="1717" y="70"/>
                    <a:pt x="1717" y="86"/>
                  </a:cubicBezTo>
                  <a:cubicBezTo>
                    <a:pt x="1734" y="86"/>
                    <a:pt x="1734" y="70"/>
                    <a:pt x="1750" y="70"/>
                  </a:cubicBezTo>
                  <a:cubicBezTo>
                    <a:pt x="1766" y="33"/>
                    <a:pt x="1802" y="17"/>
                    <a:pt x="1835" y="17"/>
                  </a:cubicBezTo>
                  <a:lnTo>
                    <a:pt x="1835" y="1"/>
                  </a:lnTo>
                  <a:close/>
                  <a:moveTo>
                    <a:pt x="1717" y="86"/>
                  </a:moveTo>
                  <a:lnTo>
                    <a:pt x="1717" y="86"/>
                  </a:lnTo>
                  <a:cubicBezTo>
                    <a:pt x="1633" y="134"/>
                    <a:pt x="1548" y="203"/>
                    <a:pt x="1479" y="272"/>
                  </a:cubicBezTo>
                  <a:cubicBezTo>
                    <a:pt x="1564" y="219"/>
                    <a:pt x="1633" y="150"/>
                    <a:pt x="1717" y="86"/>
                  </a:cubicBezTo>
                  <a:close/>
                  <a:moveTo>
                    <a:pt x="1463" y="288"/>
                  </a:moveTo>
                  <a:cubicBezTo>
                    <a:pt x="1398" y="320"/>
                    <a:pt x="1346" y="373"/>
                    <a:pt x="1277" y="421"/>
                  </a:cubicBezTo>
                  <a:lnTo>
                    <a:pt x="1176" y="506"/>
                  </a:lnTo>
                  <a:cubicBezTo>
                    <a:pt x="1075" y="591"/>
                    <a:pt x="974" y="676"/>
                    <a:pt x="873" y="740"/>
                  </a:cubicBezTo>
                  <a:cubicBezTo>
                    <a:pt x="809" y="793"/>
                    <a:pt x="756" y="841"/>
                    <a:pt x="691" y="910"/>
                  </a:cubicBezTo>
                  <a:cubicBezTo>
                    <a:pt x="756" y="857"/>
                    <a:pt x="825" y="809"/>
                    <a:pt x="893" y="756"/>
                  </a:cubicBezTo>
                  <a:cubicBezTo>
                    <a:pt x="994" y="676"/>
                    <a:pt x="1075" y="607"/>
                    <a:pt x="1176" y="522"/>
                  </a:cubicBezTo>
                  <a:lnTo>
                    <a:pt x="1297" y="437"/>
                  </a:lnTo>
                  <a:cubicBezTo>
                    <a:pt x="1346" y="389"/>
                    <a:pt x="1414" y="336"/>
                    <a:pt x="1463" y="288"/>
                  </a:cubicBezTo>
                  <a:close/>
                  <a:moveTo>
                    <a:pt x="691" y="910"/>
                  </a:moveTo>
                  <a:cubicBezTo>
                    <a:pt x="590" y="979"/>
                    <a:pt x="506" y="1043"/>
                    <a:pt x="405" y="1128"/>
                  </a:cubicBezTo>
                  <a:lnTo>
                    <a:pt x="235" y="1261"/>
                  </a:lnTo>
                  <a:cubicBezTo>
                    <a:pt x="186" y="1314"/>
                    <a:pt x="118" y="1362"/>
                    <a:pt x="65" y="1399"/>
                  </a:cubicBezTo>
                  <a:lnTo>
                    <a:pt x="65" y="1415"/>
                  </a:lnTo>
                  <a:cubicBezTo>
                    <a:pt x="134" y="1362"/>
                    <a:pt x="186" y="1314"/>
                    <a:pt x="251" y="1261"/>
                  </a:cubicBezTo>
                  <a:lnTo>
                    <a:pt x="421" y="1144"/>
                  </a:lnTo>
                  <a:cubicBezTo>
                    <a:pt x="506" y="1059"/>
                    <a:pt x="607" y="995"/>
                    <a:pt x="691" y="910"/>
                  </a:cubicBezTo>
                  <a:close/>
                  <a:moveTo>
                    <a:pt x="65" y="1415"/>
                  </a:moveTo>
                  <a:cubicBezTo>
                    <a:pt x="49" y="1415"/>
                    <a:pt x="33" y="1431"/>
                    <a:pt x="17" y="1431"/>
                  </a:cubicBezTo>
                  <a:lnTo>
                    <a:pt x="1" y="1431"/>
                  </a:lnTo>
                  <a:lnTo>
                    <a:pt x="17" y="1447"/>
                  </a:lnTo>
                  <a:cubicBezTo>
                    <a:pt x="33" y="1447"/>
                    <a:pt x="49" y="1431"/>
                    <a:pt x="65" y="14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2190740" y="860647"/>
              <a:ext cx="287347" cy="120481"/>
            </a:xfrm>
            <a:custGeom>
              <a:rect b="b" l="l" r="r" t="t"/>
              <a:pathLst>
                <a:path extrusionOk="0" h="1213" w="2893">
                  <a:moveTo>
                    <a:pt x="2489" y="655"/>
                  </a:moveTo>
                  <a:lnTo>
                    <a:pt x="2489" y="655"/>
                  </a:lnTo>
                  <a:cubicBezTo>
                    <a:pt x="2574" y="691"/>
                    <a:pt x="2675" y="724"/>
                    <a:pt x="2776" y="740"/>
                  </a:cubicBezTo>
                  <a:lnTo>
                    <a:pt x="2792" y="740"/>
                  </a:lnTo>
                  <a:lnTo>
                    <a:pt x="2776" y="724"/>
                  </a:lnTo>
                  <a:cubicBezTo>
                    <a:pt x="2675" y="707"/>
                    <a:pt x="2590" y="675"/>
                    <a:pt x="2489" y="655"/>
                  </a:cubicBezTo>
                  <a:close/>
                  <a:moveTo>
                    <a:pt x="16" y="1"/>
                  </a:moveTo>
                  <a:cubicBezTo>
                    <a:pt x="16" y="17"/>
                    <a:pt x="0" y="33"/>
                    <a:pt x="0" y="49"/>
                  </a:cubicBezTo>
                  <a:lnTo>
                    <a:pt x="0" y="219"/>
                  </a:lnTo>
                  <a:lnTo>
                    <a:pt x="0" y="388"/>
                  </a:lnTo>
                  <a:lnTo>
                    <a:pt x="0" y="404"/>
                  </a:lnTo>
                  <a:cubicBezTo>
                    <a:pt x="0" y="522"/>
                    <a:pt x="0" y="639"/>
                    <a:pt x="16" y="756"/>
                  </a:cubicBezTo>
                  <a:lnTo>
                    <a:pt x="16" y="404"/>
                  </a:lnTo>
                  <a:lnTo>
                    <a:pt x="16" y="388"/>
                  </a:lnTo>
                  <a:lnTo>
                    <a:pt x="16" y="219"/>
                  </a:lnTo>
                  <a:lnTo>
                    <a:pt x="16" y="49"/>
                  </a:lnTo>
                  <a:cubicBezTo>
                    <a:pt x="16" y="33"/>
                    <a:pt x="16" y="17"/>
                    <a:pt x="33" y="17"/>
                  </a:cubicBezTo>
                  <a:lnTo>
                    <a:pt x="65" y="17"/>
                  </a:lnTo>
                  <a:cubicBezTo>
                    <a:pt x="117" y="33"/>
                    <a:pt x="150" y="33"/>
                    <a:pt x="186" y="49"/>
                  </a:cubicBezTo>
                  <a:cubicBezTo>
                    <a:pt x="202" y="49"/>
                    <a:pt x="218" y="49"/>
                    <a:pt x="235" y="69"/>
                  </a:cubicBezTo>
                  <a:cubicBezTo>
                    <a:pt x="287" y="69"/>
                    <a:pt x="336" y="85"/>
                    <a:pt x="388" y="101"/>
                  </a:cubicBezTo>
                  <a:cubicBezTo>
                    <a:pt x="489" y="134"/>
                    <a:pt x="570" y="150"/>
                    <a:pt x="671" y="186"/>
                  </a:cubicBezTo>
                  <a:cubicBezTo>
                    <a:pt x="808" y="219"/>
                    <a:pt x="958" y="251"/>
                    <a:pt x="1095" y="287"/>
                  </a:cubicBezTo>
                  <a:cubicBezTo>
                    <a:pt x="1111" y="303"/>
                    <a:pt x="1127" y="303"/>
                    <a:pt x="1143" y="303"/>
                  </a:cubicBezTo>
                  <a:cubicBezTo>
                    <a:pt x="1212" y="320"/>
                    <a:pt x="1277" y="336"/>
                    <a:pt x="1329" y="352"/>
                  </a:cubicBezTo>
                  <a:cubicBezTo>
                    <a:pt x="1414" y="372"/>
                    <a:pt x="1479" y="404"/>
                    <a:pt x="1547" y="421"/>
                  </a:cubicBezTo>
                  <a:cubicBezTo>
                    <a:pt x="1600" y="421"/>
                    <a:pt x="1632" y="437"/>
                    <a:pt x="1681" y="453"/>
                  </a:cubicBezTo>
                  <a:cubicBezTo>
                    <a:pt x="1782" y="473"/>
                    <a:pt x="1883" y="505"/>
                    <a:pt x="2004" y="538"/>
                  </a:cubicBezTo>
                  <a:cubicBezTo>
                    <a:pt x="2052" y="554"/>
                    <a:pt x="2121" y="574"/>
                    <a:pt x="2186" y="590"/>
                  </a:cubicBezTo>
                  <a:cubicBezTo>
                    <a:pt x="2287" y="606"/>
                    <a:pt x="2388" y="639"/>
                    <a:pt x="2489" y="655"/>
                  </a:cubicBezTo>
                  <a:cubicBezTo>
                    <a:pt x="2388" y="623"/>
                    <a:pt x="2287" y="606"/>
                    <a:pt x="2186" y="574"/>
                  </a:cubicBezTo>
                  <a:cubicBezTo>
                    <a:pt x="2137" y="554"/>
                    <a:pt x="2069" y="538"/>
                    <a:pt x="2004" y="522"/>
                  </a:cubicBezTo>
                  <a:cubicBezTo>
                    <a:pt x="1903" y="489"/>
                    <a:pt x="1782" y="473"/>
                    <a:pt x="1681" y="437"/>
                  </a:cubicBezTo>
                  <a:cubicBezTo>
                    <a:pt x="1648" y="421"/>
                    <a:pt x="1600" y="421"/>
                    <a:pt x="1547" y="404"/>
                  </a:cubicBezTo>
                  <a:cubicBezTo>
                    <a:pt x="1479" y="388"/>
                    <a:pt x="1414" y="372"/>
                    <a:pt x="1345" y="352"/>
                  </a:cubicBezTo>
                  <a:cubicBezTo>
                    <a:pt x="1277" y="320"/>
                    <a:pt x="1212" y="303"/>
                    <a:pt x="1143" y="287"/>
                  </a:cubicBezTo>
                  <a:cubicBezTo>
                    <a:pt x="1127" y="287"/>
                    <a:pt x="1111" y="287"/>
                    <a:pt x="1095" y="271"/>
                  </a:cubicBezTo>
                  <a:cubicBezTo>
                    <a:pt x="958" y="235"/>
                    <a:pt x="824" y="202"/>
                    <a:pt x="671" y="170"/>
                  </a:cubicBezTo>
                  <a:cubicBezTo>
                    <a:pt x="590" y="134"/>
                    <a:pt x="489" y="118"/>
                    <a:pt x="388" y="85"/>
                  </a:cubicBezTo>
                  <a:cubicBezTo>
                    <a:pt x="336" y="85"/>
                    <a:pt x="287" y="69"/>
                    <a:pt x="235" y="49"/>
                  </a:cubicBezTo>
                  <a:cubicBezTo>
                    <a:pt x="218" y="49"/>
                    <a:pt x="202" y="49"/>
                    <a:pt x="186" y="33"/>
                  </a:cubicBezTo>
                  <a:cubicBezTo>
                    <a:pt x="150" y="33"/>
                    <a:pt x="117" y="17"/>
                    <a:pt x="85" y="1"/>
                  </a:cubicBezTo>
                  <a:close/>
                  <a:moveTo>
                    <a:pt x="2792" y="740"/>
                  </a:moveTo>
                  <a:cubicBezTo>
                    <a:pt x="2812" y="756"/>
                    <a:pt x="2844" y="756"/>
                    <a:pt x="2860" y="776"/>
                  </a:cubicBezTo>
                  <a:cubicBezTo>
                    <a:pt x="2876" y="776"/>
                    <a:pt x="2876" y="776"/>
                    <a:pt x="2876" y="792"/>
                  </a:cubicBezTo>
                  <a:lnTo>
                    <a:pt x="2876" y="792"/>
                  </a:lnTo>
                  <a:cubicBezTo>
                    <a:pt x="2876" y="776"/>
                    <a:pt x="2876" y="756"/>
                    <a:pt x="2860" y="756"/>
                  </a:cubicBezTo>
                  <a:cubicBezTo>
                    <a:pt x="2844" y="740"/>
                    <a:pt x="2812" y="740"/>
                    <a:pt x="2792" y="740"/>
                  </a:cubicBezTo>
                  <a:close/>
                  <a:moveTo>
                    <a:pt x="0" y="776"/>
                  </a:moveTo>
                  <a:lnTo>
                    <a:pt x="0" y="792"/>
                  </a:lnTo>
                  <a:lnTo>
                    <a:pt x="16" y="792"/>
                  </a:lnTo>
                  <a:lnTo>
                    <a:pt x="16" y="776"/>
                  </a:lnTo>
                  <a:close/>
                  <a:moveTo>
                    <a:pt x="2876" y="792"/>
                  </a:moveTo>
                  <a:lnTo>
                    <a:pt x="2876" y="942"/>
                  </a:lnTo>
                  <a:lnTo>
                    <a:pt x="2876" y="958"/>
                  </a:lnTo>
                  <a:lnTo>
                    <a:pt x="2876" y="1160"/>
                  </a:lnTo>
                  <a:cubicBezTo>
                    <a:pt x="2876" y="1180"/>
                    <a:pt x="2876" y="1196"/>
                    <a:pt x="2893" y="1212"/>
                  </a:cubicBezTo>
                  <a:lnTo>
                    <a:pt x="2893" y="1196"/>
                  </a:lnTo>
                  <a:lnTo>
                    <a:pt x="2893" y="1160"/>
                  </a:lnTo>
                  <a:lnTo>
                    <a:pt x="2893" y="958"/>
                  </a:lnTo>
                  <a:lnTo>
                    <a:pt x="2893" y="942"/>
                  </a:lnTo>
                  <a:cubicBezTo>
                    <a:pt x="2893" y="893"/>
                    <a:pt x="2876" y="841"/>
                    <a:pt x="2876" y="7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1249437" y="4764"/>
              <a:ext cx="689018" cy="638461"/>
            </a:xfrm>
            <a:custGeom>
              <a:rect b="b" l="l" r="r" t="t"/>
              <a:pathLst>
                <a:path extrusionOk="0" h="6428" w="6937">
                  <a:moveTo>
                    <a:pt x="6916" y="1"/>
                  </a:moveTo>
                  <a:cubicBezTo>
                    <a:pt x="6900" y="1"/>
                    <a:pt x="6884" y="17"/>
                    <a:pt x="6868" y="33"/>
                  </a:cubicBezTo>
                  <a:cubicBezTo>
                    <a:pt x="6714" y="167"/>
                    <a:pt x="6565" y="304"/>
                    <a:pt x="6448" y="405"/>
                  </a:cubicBezTo>
                  <a:cubicBezTo>
                    <a:pt x="6411" y="437"/>
                    <a:pt x="6379" y="469"/>
                    <a:pt x="6347" y="506"/>
                  </a:cubicBezTo>
                  <a:cubicBezTo>
                    <a:pt x="6330" y="522"/>
                    <a:pt x="6310" y="538"/>
                    <a:pt x="6278" y="570"/>
                  </a:cubicBezTo>
                  <a:cubicBezTo>
                    <a:pt x="6209" y="623"/>
                    <a:pt x="6161" y="688"/>
                    <a:pt x="6092" y="740"/>
                  </a:cubicBezTo>
                  <a:cubicBezTo>
                    <a:pt x="6007" y="825"/>
                    <a:pt x="5926" y="890"/>
                    <a:pt x="5842" y="974"/>
                  </a:cubicBezTo>
                  <a:cubicBezTo>
                    <a:pt x="5773" y="1043"/>
                    <a:pt x="5704" y="1092"/>
                    <a:pt x="5640" y="1160"/>
                  </a:cubicBezTo>
                  <a:cubicBezTo>
                    <a:pt x="5555" y="1229"/>
                    <a:pt x="5486" y="1294"/>
                    <a:pt x="5421" y="1362"/>
                  </a:cubicBezTo>
                  <a:cubicBezTo>
                    <a:pt x="5369" y="1415"/>
                    <a:pt x="5300" y="1463"/>
                    <a:pt x="5252" y="1516"/>
                  </a:cubicBezTo>
                  <a:cubicBezTo>
                    <a:pt x="5183" y="1564"/>
                    <a:pt x="5118" y="1633"/>
                    <a:pt x="5066" y="1681"/>
                  </a:cubicBezTo>
                  <a:cubicBezTo>
                    <a:pt x="4981" y="1766"/>
                    <a:pt x="4896" y="1835"/>
                    <a:pt x="4815" y="1900"/>
                  </a:cubicBezTo>
                  <a:cubicBezTo>
                    <a:pt x="4763" y="1968"/>
                    <a:pt x="4694" y="2037"/>
                    <a:pt x="4630" y="2085"/>
                  </a:cubicBezTo>
                  <a:cubicBezTo>
                    <a:pt x="4529" y="2186"/>
                    <a:pt x="4428" y="2271"/>
                    <a:pt x="4327" y="2372"/>
                  </a:cubicBezTo>
                  <a:cubicBezTo>
                    <a:pt x="4428" y="2287"/>
                    <a:pt x="4529" y="2186"/>
                    <a:pt x="4630" y="2102"/>
                  </a:cubicBezTo>
                  <a:cubicBezTo>
                    <a:pt x="4694" y="2037"/>
                    <a:pt x="4763" y="1984"/>
                    <a:pt x="4832" y="1920"/>
                  </a:cubicBezTo>
                  <a:cubicBezTo>
                    <a:pt x="4916" y="1851"/>
                    <a:pt x="4981" y="1766"/>
                    <a:pt x="5066" y="1698"/>
                  </a:cubicBezTo>
                  <a:cubicBezTo>
                    <a:pt x="5135" y="1633"/>
                    <a:pt x="5199" y="1580"/>
                    <a:pt x="5268" y="1516"/>
                  </a:cubicBezTo>
                  <a:cubicBezTo>
                    <a:pt x="5320" y="1463"/>
                    <a:pt x="5369" y="1415"/>
                    <a:pt x="5438" y="1362"/>
                  </a:cubicBezTo>
                  <a:cubicBezTo>
                    <a:pt x="5502" y="1294"/>
                    <a:pt x="5571" y="1245"/>
                    <a:pt x="5640" y="1176"/>
                  </a:cubicBezTo>
                  <a:cubicBezTo>
                    <a:pt x="5704" y="1112"/>
                    <a:pt x="5773" y="1043"/>
                    <a:pt x="5842" y="991"/>
                  </a:cubicBezTo>
                  <a:cubicBezTo>
                    <a:pt x="5926" y="910"/>
                    <a:pt x="6007" y="825"/>
                    <a:pt x="6092" y="756"/>
                  </a:cubicBezTo>
                  <a:cubicBezTo>
                    <a:pt x="6161" y="688"/>
                    <a:pt x="6229" y="639"/>
                    <a:pt x="6294" y="570"/>
                  </a:cubicBezTo>
                  <a:cubicBezTo>
                    <a:pt x="6310" y="554"/>
                    <a:pt x="6347" y="538"/>
                    <a:pt x="6363" y="506"/>
                  </a:cubicBezTo>
                  <a:cubicBezTo>
                    <a:pt x="6395" y="486"/>
                    <a:pt x="6431" y="453"/>
                    <a:pt x="6464" y="421"/>
                  </a:cubicBezTo>
                  <a:cubicBezTo>
                    <a:pt x="6581" y="320"/>
                    <a:pt x="6734" y="183"/>
                    <a:pt x="6868" y="49"/>
                  </a:cubicBezTo>
                  <a:cubicBezTo>
                    <a:pt x="6884" y="33"/>
                    <a:pt x="6900" y="17"/>
                    <a:pt x="6916" y="17"/>
                  </a:cubicBezTo>
                  <a:lnTo>
                    <a:pt x="6936" y="1"/>
                  </a:lnTo>
                  <a:close/>
                  <a:moveTo>
                    <a:pt x="4327" y="2372"/>
                  </a:moveTo>
                  <a:lnTo>
                    <a:pt x="4242" y="2441"/>
                  </a:lnTo>
                  <a:cubicBezTo>
                    <a:pt x="4210" y="2473"/>
                    <a:pt x="4173" y="2505"/>
                    <a:pt x="4141" y="2526"/>
                  </a:cubicBezTo>
                  <a:cubicBezTo>
                    <a:pt x="4109" y="2558"/>
                    <a:pt x="4088" y="2590"/>
                    <a:pt x="4056" y="2606"/>
                  </a:cubicBezTo>
                  <a:cubicBezTo>
                    <a:pt x="3987" y="2675"/>
                    <a:pt x="3939" y="2728"/>
                    <a:pt x="3870" y="2776"/>
                  </a:cubicBezTo>
                  <a:lnTo>
                    <a:pt x="3705" y="2946"/>
                  </a:lnTo>
                  <a:lnTo>
                    <a:pt x="3870" y="2792"/>
                  </a:lnTo>
                  <a:cubicBezTo>
                    <a:pt x="3939" y="2728"/>
                    <a:pt x="4008" y="2675"/>
                    <a:pt x="4056" y="2627"/>
                  </a:cubicBezTo>
                  <a:cubicBezTo>
                    <a:pt x="4088" y="2590"/>
                    <a:pt x="4125" y="2558"/>
                    <a:pt x="4157" y="2542"/>
                  </a:cubicBezTo>
                  <a:cubicBezTo>
                    <a:pt x="4189" y="2505"/>
                    <a:pt x="4210" y="2473"/>
                    <a:pt x="4242" y="2457"/>
                  </a:cubicBezTo>
                  <a:lnTo>
                    <a:pt x="4327" y="2372"/>
                  </a:lnTo>
                  <a:close/>
                  <a:moveTo>
                    <a:pt x="3705" y="2946"/>
                  </a:moveTo>
                  <a:lnTo>
                    <a:pt x="3705" y="2946"/>
                  </a:lnTo>
                  <a:cubicBezTo>
                    <a:pt x="3636" y="2994"/>
                    <a:pt x="3567" y="3063"/>
                    <a:pt x="3503" y="3111"/>
                  </a:cubicBezTo>
                  <a:cubicBezTo>
                    <a:pt x="3450" y="3164"/>
                    <a:pt x="3402" y="3212"/>
                    <a:pt x="3349" y="3249"/>
                  </a:cubicBezTo>
                  <a:cubicBezTo>
                    <a:pt x="3280" y="3313"/>
                    <a:pt x="3216" y="3382"/>
                    <a:pt x="3147" y="3435"/>
                  </a:cubicBezTo>
                  <a:cubicBezTo>
                    <a:pt x="3131" y="3451"/>
                    <a:pt x="3115" y="3467"/>
                    <a:pt x="3115" y="3483"/>
                  </a:cubicBezTo>
                  <a:cubicBezTo>
                    <a:pt x="3131" y="3467"/>
                    <a:pt x="3147" y="3467"/>
                    <a:pt x="3163" y="3451"/>
                  </a:cubicBezTo>
                  <a:cubicBezTo>
                    <a:pt x="3232" y="3382"/>
                    <a:pt x="3301" y="3313"/>
                    <a:pt x="3365" y="3265"/>
                  </a:cubicBezTo>
                  <a:cubicBezTo>
                    <a:pt x="3418" y="3212"/>
                    <a:pt x="3466" y="3164"/>
                    <a:pt x="3519" y="3132"/>
                  </a:cubicBezTo>
                  <a:cubicBezTo>
                    <a:pt x="3583" y="3063"/>
                    <a:pt x="3636" y="3010"/>
                    <a:pt x="3705" y="2946"/>
                  </a:cubicBezTo>
                  <a:close/>
                  <a:moveTo>
                    <a:pt x="3115" y="3483"/>
                  </a:moveTo>
                  <a:cubicBezTo>
                    <a:pt x="3099" y="3499"/>
                    <a:pt x="3078" y="3499"/>
                    <a:pt x="3062" y="3515"/>
                  </a:cubicBezTo>
                  <a:cubicBezTo>
                    <a:pt x="2998" y="3584"/>
                    <a:pt x="2945" y="3637"/>
                    <a:pt x="2876" y="3685"/>
                  </a:cubicBezTo>
                  <a:cubicBezTo>
                    <a:pt x="2812" y="3754"/>
                    <a:pt x="2759" y="3802"/>
                    <a:pt x="2695" y="3871"/>
                  </a:cubicBezTo>
                  <a:cubicBezTo>
                    <a:pt x="2759" y="3818"/>
                    <a:pt x="2828" y="3754"/>
                    <a:pt x="2897" y="3701"/>
                  </a:cubicBezTo>
                  <a:cubicBezTo>
                    <a:pt x="2945" y="3637"/>
                    <a:pt x="3014" y="3584"/>
                    <a:pt x="3062" y="3536"/>
                  </a:cubicBezTo>
                  <a:cubicBezTo>
                    <a:pt x="3078" y="3515"/>
                    <a:pt x="3099" y="3499"/>
                    <a:pt x="3115" y="3483"/>
                  </a:cubicBezTo>
                  <a:close/>
                  <a:moveTo>
                    <a:pt x="2695" y="3871"/>
                  </a:moveTo>
                  <a:cubicBezTo>
                    <a:pt x="2674" y="3887"/>
                    <a:pt x="2642" y="3903"/>
                    <a:pt x="2626" y="3919"/>
                  </a:cubicBezTo>
                  <a:lnTo>
                    <a:pt x="2472" y="4073"/>
                  </a:lnTo>
                  <a:cubicBezTo>
                    <a:pt x="2525" y="4020"/>
                    <a:pt x="2573" y="3988"/>
                    <a:pt x="2626" y="3940"/>
                  </a:cubicBezTo>
                  <a:cubicBezTo>
                    <a:pt x="2658" y="3919"/>
                    <a:pt x="2674" y="3887"/>
                    <a:pt x="2695" y="3871"/>
                  </a:cubicBezTo>
                  <a:close/>
                  <a:moveTo>
                    <a:pt x="2472" y="4073"/>
                  </a:moveTo>
                  <a:lnTo>
                    <a:pt x="2472" y="4073"/>
                  </a:lnTo>
                  <a:cubicBezTo>
                    <a:pt x="2392" y="4142"/>
                    <a:pt x="2307" y="4222"/>
                    <a:pt x="2222" y="4291"/>
                  </a:cubicBezTo>
                  <a:cubicBezTo>
                    <a:pt x="2206" y="4307"/>
                    <a:pt x="2169" y="4344"/>
                    <a:pt x="2153" y="4360"/>
                  </a:cubicBezTo>
                  <a:cubicBezTo>
                    <a:pt x="2105" y="4408"/>
                    <a:pt x="2052" y="4461"/>
                    <a:pt x="2004" y="4493"/>
                  </a:cubicBezTo>
                  <a:cubicBezTo>
                    <a:pt x="1951" y="4546"/>
                    <a:pt x="1903" y="4594"/>
                    <a:pt x="1850" y="4626"/>
                  </a:cubicBezTo>
                  <a:cubicBezTo>
                    <a:pt x="1802" y="4679"/>
                    <a:pt x="1733" y="4727"/>
                    <a:pt x="1685" y="4796"/>
                  </a:cubicBezTo>
                  <a:cubicBezTo>
                    <a:pt x="1632" y="4828"/>
                    <a:pt x="1584" y="4881"/>
                    <a:pt x="1531" y="4929"/>
                  </a:cubicBezTo>
                  <a:cubicBezTo>
                    <a:pt x="1600" y="4897"/>
                    <a:pt x="1648" y="4848"/>
                    <a:pt x="1701" y="4796"/>
                  </a:cubicBezTo>
                  <a:lnTo>
                    <a:pt x="1850" y="4647"/>
                  </a:lnTo>
                  <a:cubicBezTo>
                    <a:pt x="1903" y="4594"/>
                    <a:pt x="1951" y="4562"/>
                    <a:pt x="2004" y="4509"/>
                  </a:cubicBezTo>
                  <a:cubicBezTo>
                    <a:pt x="2052" y="4461"/>
                    <a:pt x="2105" y="4424"/>
                    <a:pt x="2153" y="4376"/>
                  </a:cubicBezTo>
                  <a:lnTo>
                    <a:pt x="2238" y="4291"/>
                  </a:lnTo>
                  <a:cubicBezTo>
                    <a:pt x="2323" y="4222"/>
                    <a:pt x="2392" y="4158"/>
                    <a:pt x="2472" y="4073"/>
                  </a:cubicBezTo>
                  <a:close/>
                  <a:moveTo>
                    <a:pt x="877" y="5535"/>
                  </a:moveTo>
                  <a:cubicBezTo>
                    <a:pt x="840" y="5555"/>
                    <a:pt x="824" y="5572"/>
                    <a:pt x="808" y="5588"/>
                  </a:cubicBezTo>
                  <a:cubicBezTo>
                    <a:pt x="756" y="5636"/>
                    <a:pt x="691" y="5689"/>
                    <a:pt x="638" y="5737"/>
                  </a:cubicBezTo>
                  <a:cubicBezTo>
                    <a:pt x="473" y="5891"/>
                    <a:pt x="319" y="6040"/>
                    <a:pt x="186" y="6161"/>
                  </a:cubicBezTo>
                  <a:cubicBezTo>
                    <a:pt x="150" y="6194"/>
                    <a:pt x="117" y="6226"/>
                    <a:pt x="69" y="6262"/>
                  </a:cubicBezTo>
                  <a:lnTo>
                    <a:pt x="16" y="6311"/>
                  </a:lnTo>
                  <a:cubicBezTo>
                    <a:pt x="0" y="6327"/>
                    <a:pt x="0" y="6380"/>
                    <a:pt x="16" y="6428"/>
                  </a:cubicBezTo>
                  <a:lnTo>
                    <a:pt x="16" y="6412"/>
                  </a:lnTo>
                  <a:cubicBezTo>
                    <a:pt x="0" y="6380"/>
                    <a:pt x="16" y="6327"/>
                    <a:pt x="33" y="6327"/>
                  </a:cubicBezTo>
                  <a:cubicBezTo>
                    <a:pt x="49" y="6311"/>
                    <a:pt x="69" y="6295"/>
                    <a:pt x="85" y="6279"/>
                  </a:cubicBezTo>
                  <a:cubicBezTo>
                    <a:pt x="117" y="6242"/>
                    <a:pt x="170" y="6210"/>
                    <a:pt x="202" y="6178"/>
                  </a:cubicBezTo>
                  <a:cubicBezTo>
                    <a:pt x="335" y="6040"/>
                    <a:pt x="489" y="5891"/>
                    <a:pt x="655" y="5757"/>
                  </a:cubicBezTo>
                  <a:lnTo>
                    <a:pt x="808" y="5604"/>
                  </a:lnTo>
                  <a:cubicBezTo>
                    <a:pt x="840" y="5588"/>
                    <a:pt x="857" y="5572"/>
                    <a:pt x="877" y="55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1662331" y="385973"/>
              <a:ext cx="80255" cy="487984"/>
            </a:xfrm>
            <a:custGeom>
              <a:rect b="b" l="l" r="r" t="t"/>
              <a:pathLst>
                <a:path extrusionOk="0" h="4913" w="808">
                  <a:moveTo>
                    <a:pt x="776" y="1"/>
                  </a:moveTo>
                  <a:lnTo>
                    <a:pt x="776" y="17"/>
                  </a:lnTo>
                  <a:cubicBezTo>
                    <a:pt x="792" y="17"/>
                    <a:pt x="792" y="33"/>
                    <a:pt x="792" y="49"/>
                  </a:cubicBezTo>
                  <a:cubicBezTo>
                    <a:pt x="808" y="33"/>
                    <a:pt x="808" y="17"/>
                    <a:pt x="792" y="1"/>
                  </a:cubicBezTo>
                  <a:close/>
                  <a:moveTo>
                    <a:pt x="792" y="267"/>
                  </a:moveTo>
                  <a:cubicBezTo>
                    <a:pt x="776" y="283"/>
                    <a:pt x="776" y="304"/>
                    <a:pt x="776" y="320"/>
                  </a:cubicBezTo>
                  <a:cubicBezTo>
                    <a:pt x="776" y="336"/>
                    <a:pt x="792" y="352"/>
                    <a:pt x="776" y="368"/>
                  </a:cubicBezTo>
                  <a:lnTo>
                    <a:pt x="776" y="437"/>
                  </a:lnTo>
                  <a:lnTo>
                    <a:pt x="776" y="453"/>
                  </a:lnTo>
                  <a:lnTo>
                    <a:pt x="776" y="485"/>
                  </a:lnTo>
                  <a:lnTo>
                    <a:pt x="776" y="570"/>
                  </a:lnTo>
                  <a:lnTo>
                    <a:pt x="776" y="639"/>
                  </a:lnTo>
                  <a:lnTo>
                    <a:pt x="776" y="724"/>
                  </a:lnTo>
                  <a:lnTo>
                    <a:pt x="776" y="788"/>
                  </a:lnTo>
                  <a:lnTo>
                    <a:pt x="776" y="825"/>
                  </a:lnTo>
                  <a:lnTo>
                    <a:pt x="776" y="873"/>
                  </a:lnTo>
                  <a:lnTo>
                    <a:pt x="776" y="926"/>
                  </a:lnTo>
                  <a:lnTo>
                    <a:pt x="776" y="942"/>
                  </a:lnTo>
                  <a:lnTo>
                    <a:pt x="776" y="1010"/>
                  </a:lnTo>
                  <a:cubicBezTo>
                    <a:pt x="792" y="974"/>
                    <a:pt x="792" y="958"/>
                    <a:pt x="792" y="942"/>
                  </a:cubicBezTo>
                  <a:lnTo>
                    <a:pt x="792" y="926"/>
                  </a:lnTo>
                  <a:lnTo>
                    <a:pt x="792" y="873"/>
                  </a:lnTo>
                  <a:lnTo>
                    <a:pt x="792" y="825"/>
                  </a:lnTo>
                  <a:lnTo>
                    <a:pt x="792" y="788"/>
                  </a:lnTo>
                  <a:lnTo>
                    <a:pt x="792" y="724"/>
                  </a:lnTo>
                  <a:cubicBezTo>
                    <a:pt x="776" y="687"/>
                    <a:pt x="792" y="671"/>
                    <a:pt x="792" y="639"/>
                  </a:cubicBezTo>
                  <a:lnTo>
                    <a:pt x="792" y="570"/>
                  </a:lnTo>
                  <a:lnTo>
                    <a:pt x="792" y="485"/>
                  </a:lnTo>
                  <a:lnTo>
                    <a:pt x="792" y="453"/>
                  </a:lnTo>
                  <a:lnTo>
                    <a:pt x="792" y="437"/>
                  </a:lnTo>
                  <a:lnTo>
                    <a:pt x="792" y="368"/>
                  </a:lnTo>
                  <a:lnTo>
                    <a:pt x="792" y="320"/>
                  </a:lnTo>
                  <a:lnTo>
                    <a:pt x="792" y="267"/>
                  </a:lnTo>
                  <a:close/>
                  <a:moveTo>
                    <a:pt x="776" y="1010"/>
                  </a:moveTo>
                  <a:cubicBezTo>
                    <a:pt x="759" y="1027"/>
                    <a:pt x="759" y="1043"/>
                    <a:pt x="759" y="1075"/>
                  </a:cubicBezTo>
                  <a:lnTo>
                    <a:pt x="759" y="1091"/>
                  </a:lnTo>
                  <a:lnTo>
                    <a:pt x="759" y="1128"/>
                  </a:lnTo>
                  <a:lnTo>
                    <a:pt x="759" y="1212"/>
                  </a:lnTo>
                  <a:lnTo>
                    <a:pt x="759" y="1245"/>
                  </a:lnTo>
                  <a:lnTo>
                    <a:pt x="759" y="1293"/>
                  </a:lnTo>
                  <a:cubicBezTo>
                    <a:pt x="776" y="1313"/>
                    <a:pt x="759" y="1330"/>
                    <a:pt x="759" y="1346"/>
                  </a:cubicBezTo>
                  <a:lnTo>
                    <a:pt x="759" y="1378"/>
                  </a:lnTo>
                  <a:lnTo>
                    <a:pt x="759" y="1431"/>
                  </a:lnTo>
                  <a:lnTo>
                    <a:pt x="759" y="1479"/>
                  </a:lnTo>
                  <a:lnTo>
                    <a:pt x="759" y="1580"/>
                  </a:lnTo>
                  <a:lnTo>
                    <a:pt x="759" y="1616"/>
                  </a:lnTo>
                  <a:lnTo>
                    <a:pt x="759" y="1697"/>
                  </a:lnTo>
                  <a:cubicBezTo>
                    <a:pt x="776" y="1665"/>
                    <a:pt x="776" y="1633"/>
                    <a:pt x="776" y="1616"/>
                  </a:cubicBezTo>
                  <a:lnTo>
                    <a:pt x="776" y="1580"/>
                  </a:lnTo>
                  <a:lnTo>
                    <a:pt x="776" y="1479"/>
                  </a:lnTo>
                  <a:lnTo>
                    <a:pt x="776" y="1431"/>
                  </a:lnTo>
                  <a:lnTo>
                    <a:pt x="776" y="1394"/>
                  </a:lnTo>
                  <a:lnTo>
                    <a:pt x="776" y="1346"/>
                  </a:lnTo>
                  <a:lnTo>
                    <a:pt x="776" y="1293"/>
                  </a:lnTo>
                  <a:lnTo>
                    <a:pt x="776" y="1245"/>
                  </a:lnTo>
                  <a:lnTo>
                    <a:pt x="776" y="1212"/>
                  </a:lnTo>
                  <a:lnTo>
                    <a:pt x="776" y="1128"/>
                  </a:lnTo>
                  <a:lnTo>
                    <a:pt x="776" y="1091"/>
                  </a:lnTo>
                  <a:lnTo>
                    <a:pt x="776" y="1075"/>
                  </a:lnTo>
                  <a:lnTo>
                    <a:pt x="776" y="1010"/>
                  </a:lnTo>
                  <a:close/>
                  <a:moveTo>
                    <a:pt x="759" y="1867"/>
                  </a:moveTo>
                  <a:cubicBezTo>
                    <a:pt x="739" y="1883"/>
                    <a:pt x="739" y="1899"/>
                    <a:pt x="759" y="1936"/>
                  </a:cubicBezTo>
                  <a:lnTo>
                    <a:pt x="759" y="1919"/>
                  </a:lnTo>
                  <a:lnTo>
                    <a:pt x="759" y="1867"/>
                  </a:lnTo>
                  <a:close/>
                  <a:moveTo>
                    <a:pt x="759" y="1936"/>
                  </a:moveTo>
                  <a:cubicBezTo>
                    <a:pt x="759" y="1952"/>
                    <a:pt x="759" y="1984"/>
                    <a:pt x="739" y="2020"/>
                  </a:cubicBezTo>
                  <a:lnTo>
                    <a:pt x="739" y="2085"/>
                  </a:lnTo>
                  <a:lnTo>
                    <a:pt x="739" y="2388"/>
                  </a:lnTo>
                  <a:lnTo>
                    <a:pt x="739" y="2473"/>
                  </a:lnTo>
                  <a:lnTo>
                    <a:pt x="739" y="2489"/>
                  </a:lnTo>
                  <a:lnTo>
                    <a:pt x="739" y="2574"/>
                  </a:lnTo>
                  <a:lnTo>
                    <a:pt x="739" y="2675"/>
                  </a:lnTo>
                  <a:cubicBezTo>
                    <a:pt x="739" y="2643"/>
                    <a:pt x="739" y="2606"/>
                    <a:pt x="759" y="2574"/>
                  </a:cubicBezTo>
                  <a:lnTo>
                    <a:pt x="759" y="2489"/>
                  </a:lnTo>
                  <a:lnTo>
                    <a:pt x="759" y="2473"/>
                  </a:lnTo>
                  <a:cubicBezTo>
                    <a:pt x="759" y="2441"/>
                    <a:pt x="739" y="2404"/>
                    <a:pt x="759" y="2388"/>
                  </a:cubicBezTo>
                  <a:lnTo>
                    <a:pt x="759" y="2085"/>
                  </a:lnTo>
                  <a:lnTo>
                    <a:pt x="759" y="2020"/>
                  </a:lnTo>
                  <a:lnTo>
                    <a:pt x="759" y="1936"/>
                  </a:lnTo>
                  <a:close/>
                  <a:moveTo>
                    <a:pt x="739" y="2727"/>
                  </a:moveTo>
                  <a:cubicBezTo>
                    <a:pt x="723" y="2744"/>
                    <a:pt x="739" y="2760"/>
                    <a:pt x="739" y="2776"/>
                  </a:cubicBezTo>
                  <a:lnTo>
                    <a:pt x="739" y="2727"/>
                  </a:lnTo>
                  <a:close/>
                  <a:moveTo>
                    <a:pt x="739" y="2776"/>
                  </a:moveTo>
                  <a:cubicBezTo>
                    <a:pt x="739" y="2792"/>
                    <a:pt x="739" y="2828"/>
                    <a:pt x="723" y="2844"/>
                  </a:cubicBezTo>
                  <a:lnTo>
                    <a:pt x="723" y="2909"/>
                  </a:lnTo>
                  <a:cubicBezTo>
                    <a:pt x="739" y="2929"/>
                    <a:pt x="723" y="2945"/>
                    <a:pt x="723" y="2962"/>
                  </a:cubicBezTo>
                  <a:lnTo>
                    <a:pt x="723" y="3010"/>
                  </a:lnTo>
                  <a:lnTo>
                    <a:pt x="723" y="3046"/>
                  </a:lnTo>
                  <a:lnTo>
                    <a:pt x="723" y="3095"/>
                  </a:lnTo>
                  <a:lnTo>
                    <a:pt x="723" y="3147"/>
                  </a:lnTo>
                  <a:lnTo>
                    <a:pt x="723" y="3196"/>
                  </a:lnTo>
                  <a:lnTo>
                    <a:pt x="723" y="3265"/>
                  </a:lnTo>
                  <a:lnTo>
                    <a:pt x="723" y="3297"/>
                  </a:lnTo>
                  <a:lnTo>
                    <a:pt x="723" y="3382"/>
                  </a:lnTo>
                  <a:cubicBezTo>
                    <a:pt x="723" y="3349"/>
                    <a:pt x="723" y="3313"/>
                    <a:pt x="739" y="3297"/>
                  </a:cubicBezTo>
                  <a:lnTo>
                    <a:pt x="739" y="3265"/>
                  </a:lnTo>
                  <a:lnTo>
                    <a:pt x="739" y="3196"/>
                  </a:lnTo>
                  <a:lnTo>
                    <a:pt x="739" y="3164"/>
                  </a:lnTo>
                  <a:lnTo>
                    <a:pt x="739" y="3095"/>
                  </a:lnTo>
                  <a:lnTo>
                    <a:pt x="739" y="3046"/>
                  </a:lnTo>
                  <a:lnTo>
                    <a:pt x="739" y="3010"/>
                  </a:lnTo>
                  <a:lnTo>
                    <a:pt x="739" y="2962"/>
                  </a:lnTo>
                  <a:lnTo>
                    <a:pt x="739" y="2909"/>
                  </a:lnTo>
                  <a:lnTo>
                    <a:pt x="739" y="2861"/>
                  </a:lnTo>
                  <a:lnTo>
                    <a:pt x="739" y="2776"/>
                  </a:lnTo>
                  <a:close/>
                  <a:moveTo>
                    <a:pt x="723" y="3616"/>
                  </a:moveTo>
                  <a:cubicBezTo>
                    <a:pt x="723" y="3636"/>
                    <a:pt x="723" y="3652"/>
                    <a:pt x="707" y="3669"/>
                  </a:cubicBezTo>
                  <a:lnTo>
                    <a:pt x="707" y="3737"/>
                  </a:lnTo>
                  <a:cubicBezTo>
                    <a:pt x="707" y="3770"/>
                    <a:pt x="723" y="3802"/>
                    <a:pt x="707" y="3838"/>
                  </a:cubicBezTo>
                  <a:lnTo>
                    <a:pt x="707" y="3854"/>
                  </a:lnTo>
                  <a:cubicBezTo>
                    <a:pt x="723" y="3871"/>
                    <a:pt x="707" y="3871"/>
                    <a:pt x="707" y="3887"/>
                  </a:cubicBezTo>
                  <a:lnTo>
                    <a:pt x="707" y="3939"/>
                  </a:lnTo>
                  <a:lnTo>
                    <a:pt x="707" y="3988"/>
                  </a:lnTo>
                  <a:lnTo>
                    <a:pt x="707" y="4020"/>
                  </a:lnTo>
                  <a:lnTo>
                    <a:pt x="707" y="4141"/>
                  </a:lnTo>
                  <a:lnTo>
                    <a:pt x="707" y="4307"/>
                  </a:lnTo>
                  <a:cubicBezTo>
                    <a:pt x="723" y="4258"/>
                    <a:pt x="723" y="4190"/>
                    <a:pt x="723" y="4141"/>
                  </a:cubicBezTo>
                  <a:lnTo>
                    <a:pt x="723" y="4020"/>
                  </a:lnTo>
                  <a:lnTo>
                    <a:pt x="723" y="3988"/>
                  </a:lnTo>
                  <a:lnTo>
                    <a:pt x="723" y="3939"/>
                  </a:lnTo>
                  <a:lnTo>
                    <a:pt x="723" y="3903"/>
                  </a:lnTo>
                  <a:lnTo>
                    <a:pt x="723" y="3838"/>
                  </a:lnTo>
                  <a:lnTo>
                    <a:pt x="723" y="3737"/>
                  </a:lnTo>
                  <a:lnTo>
                    <a:pt x="723" y="3669"/>
                  </a:lnTo>
                  <a:lnTo>
                    <a:pt x="723" y="3616"/>
                  </a:lnTo>
                  <a:close/>
                  <a:moveTo>
                    <a:pt x="707" y="4307"/>
                  </a:moveTo>
                  <a:cubicBezTo>
                    <a:pt x="691" y="4323"/>
                    <a:pt x="691" y="4359"/>
                    <a:pt x="707" y="4376"/>
                  </a:cubicBezTo>
                  <a:lnTo>
                    <a:pt x="707" y="4307"/>
                  </a:lnTo>
                  <a:close/>
                  <a:moveTo>
                    <a:pt x="707" y="4424"/>
                  </a:moveTo>
                  <a:cubicBezTo>
                    <a:pt x="691" y="4444"/>
                    <a:pt x="691" y="4460"/>
                    <a:pt x="707" y="4493"/>
                  </a:cubicBezTo>
                  <a:lnTo>
                    <a:pt x="707" y="4424"/>
                  </a:lnTo>
                  <a:close/>
                  <a:moveTo>
                    <a:pt x="707" y="4493"/>
                  </a:moveTo>
                  <a:cubicBezTo>
                    <a:pt x="707" y="4509"/>
                    <a:pt x="691" y="4509"/>
                    <a:pt x="675" y="4525"/>
                  </a:cubicBezTo>
                  <a:lnTo>
                    <a:pt x="691" y="4525"/>
                  </a:lnTo>
                  <a:cubicBezTo>
                    <a:pt x="707" y="4525"/>
                    <a:pt x="723" y="4509"/>
                    <a:pt x="707" y="4493"/>
                  </a:cubicBezTo>
                  <a:close/>
                  <a:moveTo>
                    <a:pt x="675" y="4525"/>
                  </a:moveTo>
                  <a:lnTo>
                    <a:pt x="675" y="4525"/>
                  </a:lnTo>
                  <a:cubicBezTo>
                    <a:pt x="638" y="4545"/>
                    <a:pt x="606" y="4561"/>
                    <a:pt x="574" y="4578"/>
                  </a:cubicBezTo>
                  <a:cubicBezTo>
                    <a:pt x="557" y="4594"/>
                    <a:pt x="537" y="4594"/>
                    <a:pt x="521" y="4610"/>
                  </a:cubicBezTo>
                  <a:cubicBezTo>
                    <a:pt x="404" y="4679"/>
                    <a:pt x="287" y="4747"/>
                    <a:pt x="170" y="4812"/>
                  </a:cubicBezTo>
                  <a:cubicBezTo>
                    <a:pt x="133" y="4848"/>
                    <a:pt x="85" y="4864"/>
                    <a:pt x="53" y="4880"/>
                  </a:cubicBezTo>
                  <a:cubicBezTo>
                    <a:pt x="32" y="4897"/>
                    <a:pt x="16" y="4897"/>
                    <a:pt x="0" y="4897"/>
                  </a:cubicBezTo>
                  <a:lnTo>
                    <a:pt x="0" y="4913"/>
                  </a:lnTo>
                  <a:cubicBezTo>
                    <a:pt x="16" y="4913"/>
                    <a:pt x="32" y="4913"/>
                    <a:pt x="53" y="4897"/>
                  </a:cubicBezTo>
                  <a:cubicBezTo>
                    <a:pt x="85" y="4880"/>
                    <a:pt x="133" y="4848"/>
                    <a:pt x="170" y="4828"/>
                  </a:cubicBezTo>
                  <a:cubicBezTo>
                    <a:pt x="287" y="4763"/>
                    <a:pt x="420" y="4695"/>
                    <a:pt x="537" y="4626"/>
                  </a:cubicBezTo>
                  <a:cubicBezTo>
                    <a:pt x="557" y="4610"/>
                    <a:pt x="574" y="4610"/>
                    <a:pt x="590" y="4594"/>
                  </a:cubicBezTo>
                  <a:cubicBezTo>
                    <a:pt x="622" y="4578"/>
                    <a:pt x="658" y="4561"/>
                    <a:pt x="675" y="45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2583571" y="481027"/>
              <a:ext cx="150477" cy="458385"/>
            </a:xfrm>
            <a:custGeom>
              <a:rect b="b" l="l" r="r" t="t"/>
              <a:pathLst>
                <a:path extrusionOk="0" h="4615" w="1515">
                  <a:moveTo>
                    <a:pt x="218" y="1"/>
                  </a:moveTo>
                  <a:cubicBezTo>
                    <a:pt x="202" y="17"/>
                    <a:pt x="186" y="33"/>
                    <a:pt x="150" y="53"/>
                  </a:cubicBezTo>
                  <a:lnTo>
                    <a:pt x="133" y="53"/>
                  </a:lnTo>
                  <a:cubicBezTo>
                    <a:pt x="85" y="70"/>
                    <a:pt x="49" y="86"/>
                    <a:pt x="0" y="118"/>
                  </a:cubicBezTo>
                  <a:lnTo>
                    <a:pt x="16" y="118"/>
                  </a:lnTo>
                  <a:cubicBezTo>
                    <a:pt x="49" y="102"/>
                    <a:pt x="101" y="86"/>
                    <a:pt x="133" y="70"/>
                  </a:cubicBezTo>
                  <a:lnTo>
                    <a:pt x="170" y="53"/>
                  </a:lnTo>
                  <a:cubicBezTo>
                    <a:pt x="186" y="53"/>
                    <a:pt x="218" y="33"/>
                    <a:pt x="234" y="1"/>
                  </a:cubicBezTo>
                  <a:close/>
                  <a:moveTo>
                    <a:pt x="234" y="1"/>
                  </a:moveTo>
                  <a:cubicBezTo>
                    <a:pt x="251" y="17"/>
                    <a:pt x="271" y="17"/>
                    <a:pt x="287" y="33"/>
                  </a:cubicBezTo>
                  <a:cubicBezTo>
                    <a:pt x="303" y="33"/>
                    <a:pt x="319" y="33"/>
                    <a:pt x="319" y="53"/>
                  </a:cubicBezTo>
                  <a:cubicBezTo>
                    <a:pt x="335" y="53"/>
                    <a:pt x="372" y="53"/>
                    <a:pt x="388" y="70"/>
                  </a:cubicBezTo>
                  <a:cubicBezTo>
                    <a:pt x="404" y="70"/>
                    <a:pt x="420" y="86"/>
                    <a:pt x="436" y="86"/>
                  </a:cubicBezTo>
                  <a:lnTo>
                    <a:pt x="574" y="134"/>
                  </a:lnTo>
                  <a:cubicBezTo>
                    <a:pt x="675" y="171"/>
                    <a:pt x="776" y="219"/>
                    <a:pt x="877" y="255"/>
                  </a:cubicBezTo>
                  <a:cubicBezTo>
                    <a:pt x="776" y="203"/>
                    <a:pt x="675" y="171"/>
                    <a:pt x="574" y="118"/>
                  </a:cubicBezTo>
                  <a:lnTo>
                    <a:pt x="453" y="70"/>
                  </a:lnTo>
                  <a:cubicBezTo>
                    <a:pt x="436" y="70"/>
                    <a:pt x="404" y="70"/>
                    <a:pt x="388" y="53"/>
                  </a:cubicBezTo>
                  <a:cubicBezTo>
                    <a:pt x="372" y="53"/>
                    <a:pt x="352" y="33"/>
                    <a:pt x="335" y="33"/>
                  </a:cubicBezTo>
                  <a:cubicBezTo>
                    <a:pt x="319" y="33"/>
                    <a:pt x="303" y="17"/>
                    <a:pt x="303" y="17"/>
                  </a:cubicBezTo>
                  <a:cubicBezTo>
                    <a:pt x="271" y="17"/>
                    <a:pt x="251" y="1"/>
                    <a:pt x="234" y="1"/>
                  </a:cubicBezTo>
                  <a:close/>
                  <a:moveTo>
                    <a:pt x="877" y="255"/>
                  </a:moveTo>
                  <a:cubicBezTo>
                    <a:pt x="893" y="272"/>
                    <a:pt x="909" y="288"/>
                    <a:pt x="909" y="304"/>
                  </a:cubicBezTo>
                  <a:cubicBezTo>
                    <a:pt x="909" y="336"/>
                    <a:pt x="925" y="389"/>
                    <a:pt x="925" y="421"/>
                  </a:cubicBezTo>
                  <a:cubicBezTo>
                    <a:pt x="925" y="474"/>
                    <a:pt x="941" y="522"/>
                    <a:pt x="941" y="575"/>
                  </a:cubicBezTo>
                  <a:cubicBezTo>
                    <a:pt x="957" y="607"/>
                    <a:pt x="957" y="639"/>
                    <a:pt x="957" y="676"/>
                  </a:cubicBezTo>
                  <a:cubicBezTo>
                    <a:pt x="957" y="724"/>
                    <a:pt x="978" y="760"/>
                    <a:pt x="978" y="793"/>
                  </a:cubicBezTo>
                  <a:cubicBezTo>
                    <a:pt x="978" y="841"/>
                    <a:pt x="994" y="910"/>
                    <a:pt x="994" y="962"/>
                  </a:cubicBezTo>
                  <a:cubicBezTo>
                    <a:pt x="1010" y="1011"/>
                    <a:pt x="1010" y="1063"/>
                    <a:pt x="1026" y="1112"/>
                  </a:cubicBezTo>
                  <a:cubicBezTo>
                    <a:pt x="1026" y="1063"/>
                    <a:pt x="1010" y="1011"/>
                    <a:pt x="1010" y="962"/>
                  </a:cubicBezTo>
                  <a:cubicBezTo>
                    <a:pt x="1010" y="910"/>
                    <a:pt x="994" y="841"/>
                    <a:pt x="994" y="793"/>
                  </a:cubicBezTo>
                  <a:cubicBezTo>
                    <a:pt x="978" y="760"/>
                    <a:pt x="978" y="724"/>
                    <a:pt x="978" y="676"/>
                  </a:cubicBezTo>
                  <a:cubicBezTo>
                    <a:pt x="978" y="639"/>
                    <a:pt x="957" y="607"/>
                    <a:pt x="957" y="575"/>
                  </a:cubicBezTo>
                  <a:cubicBezTo>
                    <a:pt x="957" y="522"/>
                    <a:pt x="941" y="474"/>
                    <a:pt x="941" y="421"/>
                  </a:cubicBezTo>
                  <a:cubicBezTo>
                    <a:pt x="925" y="373"/>
                    <a:pt x="925" y="336"/>
                    <a:pt x="925" y="304"/>
                  </a:cubicBezTo>
                  <a:cubicBezTo>
                    <a:pt x="925" y="288"/>
                    <a:pt x="909" y="255"/>
                    <a:pt x="877" y="255"/>
                  </a:cubicBezTo>
                  <a:close/>
                  <a:moveTo>
                    <a:pt x="1026" y="1112"/>
                  </a:moveTo>
                  <a:lnTo>
                    <a:pt x="1026" y="1213"/>
                  </a:lnTo>
                  <a:cubicBezTo>
                    <a:pt x="1042" y="1265"/>
                    <a:pt x="1042" y="1330"/>
                    <a:pt x="1058" y="1383"/>
                  </a:cubicBezTo>
                  <a:cubicBezTo>
                    <a:pt x="1058" y="1314"/>
                    <a:pt x="1042" y="1265"/>
                    <a:pt x="1042" y="1213"/>
                  </a:cubicBezTo>
                  <a:cubicBezTo>
                    <a:pt x="1042" y="1181"/>
                    <a:pt x="1042" y="1144"/>
                    <a:pt x="1026" y="1112"/>
                  </a:cubicBezTo>
                  <a:close/>
                  <a:moveTo>
                    <a:pt x="1058" y="1383"/>
                  </a:moveTo>
                  <a:lnTo>
                    <a:pt x="1058" y="1399"/>
                  </a:lnTo>
                  <a:cubicBezTo>
                    <a:pt x="1058" y="1447"/>
                    <a:pt x="1079" y="1516"/>
                    <a:pt x="1079" y="1568"/>
                  </a:cubicBezTo>
                  <a:cubicBezTo>
                    <a:pt x="1079" y="1617"/>
                    <a:pt x="1095" y="1649"/>
                    <a:pt x="1095" y="1686"/>
                  </a:cubicBezTo>
                  <a:cubicBezTo>
                    <a:pt x="1095" y="1718"/>
                    <a:pt x="1111" y="1750"/>
                    <a:pt x="1111" y="1787"/>
                  </a:cubicBezTo>
                  <a:cubicBezTo>
                    <a:pt x="1127" y="1887"/>
                    <a:pt x="1127" y="1972"/>
                    <a:pt x="1143" y="2073"/>
                  </a:cubicBezTo>
                  <a:cubicBezTo>
                    <a:pt x="1159" y="2122"/>
                    <a:pt x="1159" y="2174"/>
                    <a:pt x="1180" y="2223"/>
                  </a:cubicBezTo>
                  <a:cubicBezTo>
                    <a:pt x="1180" y="2174"/>
                    <a:pt x="1159" y="2122"/>
                    <a:pt x="1159" y="2073"/>
                  </a:cubicBezTo>
                  <a:cubicBezTo>
                    <a:pt x="1143" y="1972"/>
                    <a:pt x="1127" y="1887"/>
                    <a:pt x="1127" y="1787"/>
                  </a:cubicBezTo>
                  <a:cubicBezTo>
                    <a:pt x="1127" y="1750"/>
                    <a:pt x="1111" y="1718"/>
                    <a:pt x="1111" y="1686"/>
                  </a:cubicBezTo>
                  <a:cubicBezTo>
                    <a:pt x="1111" y="1649"/>
                    <a:pt x="1095" y="1601"/>
                    <a:pt x="1095" y="1568"/>
                  </a:cubicBezTo>
                  <a:cubicBezTo>
                    <a:pt x="1095" y="1516"/>
                    <a:pt x="1079" y="1447"/>
                    <a:pt x="1079" y="1399"/>
                  </a:cubicBezTo>
                  <a:lnTo>
                    <a:pt x="1058" y="1383"/>
                  </a:lnTo>
                  <a:close/>
                  <a:moveTo>
                    <a:pt x="1180" y="2223"/>
                  </a:moveTo>
                  <a:lnTo>
                    <a:pt x="1180" y="2275"/>
                  </a:lnTo>
                  <a:cubicBezTo>
                    <a:pt x="1180" y="2308"/>
                    <a:pt x="1196" y="2340"/>
                    <a:pt x="1180" y="2376"/>
                  </a:cubicBezTo>
                  <a:cubicBezTo>
                    <a:pt x="1196" y="2409"/>
                    <a:pt x="1212" y="2441"/>
                    <a:pt x="1212" y="2493"/>
                  </a:cubicBezTo>
                  <a:lnTo>
                    <a:pt x="1212" y="2558"/>
                  </a:lnTo>
                  <a:cubicBezTo>
                    <a:pt x="1228" y="2578"/>
                    <a:pt x="1228" y="2611"/>
                    <a:pt x="1228" y="2627"/>
                  </a:cubicBezTo>
                  <a:lnTo>
                    <a:pt x="1228" y="2679"/>
                  </a:lnTo>
                  <a:cubicBezTo>
                    <a:pt x="1228" y="2695"/>
                    <a:pt x="1228" y="2695"/>
                    <a:pt x="1244" y="2712"/>
                  </a:cubicBezTo>
                  <a:lnTo>
                    <a:pt x="1244" y="2659"/>
                  </a:lnTo>
                  <a:lnTo>
                    <a:pt x="1244" y="2627"/>
                  </a:lnTo>
                  <a:cubicBezTo>
                    <a:pt x="1244" y="2611"/>
                    <a:pt x="1228" y="2578"/>
                    <a:pt x="1228" y="2558"/>
                  </a:cubicBezTo>
                  <a:cubicBezTo>
                    <a:pt x="1228" y="2526"/>
                    <a:pt x="1228" y="2510"/>
                    <a:pt x="1212" y="2477"/>
                  </a:cubicBezTo>
                  <a:cubicBezTo>
                    <a:pt x="1212" y="2441"/>
                    <a:pt x="1212" y="2409"/>
                    <a:pt x="1196" y="2376"/>
                  </a:cubicBezTo>
                  <a:cubicBezTo>
                    <a:pt x="1212" y="2340"/>
                    <a:pt x="1196" y="2308"/>
                    <a:pt x="1196" y="2275"/>
                  </a:cubicBezTo>
                  <a:cubicBezTo>
                    <a:pt x="1196" y="2255"/>
                    <a:pt x="1180" y="2239"/>
                    <a:pt x="1180" y="2223"/>
                  </a:cubicBezTo>
                  <a:close/>
                  <a:moveTo>
                    <a:pt x="1244" y="2712"/>
                  </a:moveTo>
                  <a:cubicBezTo>
                    <a:pt x="1244" y="2760"/>
                    <a:pt x="1244" y="2796"/>
                    <a:pt x="1260" y="2845"/>
                  </a:cubicBezTo>
                  <a:cubicBezTo>
                    <a:pt x="1260" y="2796"/>
                    <a:pt x="1260" y="2760"/>
                    <a:pt x="1244" y="2712"/>
                  </a:cubicBezTo>
                  <a:close/>
                  <a:moveTo>
                    <a:pt x="1260" y="2845"/>
                  </a:moveTo>
                  <a:cubicBezTo>
                    <a:pt x="1260" y="2881"/>
                    <a:pt x="1260" y="2914"/>
                    <a:pt x="1281" y="2962"/>
                  </a:cubicBezTo>
                  <a:lnTo>
                    <a:pt x="1281" y="3063"/>
                  </a:lnTo>
                  <a:lnTo>
                    <a:pt x="1297" y="3083"/>
                  </a:lnTo>
                  <a:lnTo>
                    <a:pt x="1297" y="3116"/>
                  </a:lnTo>
                  <a:cubicBezTo>
                    <a:pt x="1313" y="3099"/>
                    <a:pt x="1297" y="3083"/>
                    <a:pt x="1297" y="3063"/>
                  </a:cubicBezTo>
                  <a:cubicBezTo>
                    <a:pt x="1297" y="3031"/>
                    <a:pt x="1281" y="2998"/>
                    <a:pt x="1281" y="2946"/>
                  </a:cubicBezTo>
                  <a:cubicBezTo>
                    <a:pt x="1281" y="2914"/>
                    <a:pt x="1281" y="2881"/>
                    <a:pt x="1260" y="2845"/>
                  </a:cubicBezTo>
                  <a:close/>
                  <a:moveTo>
                    <a:pt x="1297" y="3116"/>
                  </a:moveTo>
                  <a:cubicBezTo>
                    <a:pt x="1281" y="3116"/>
                    <a:pt x="1281" y="3132"/>
                    <a:pt x="1297" y="3148"/>
                  </a:cubicBezTo>
                  <a:cubicBezTo>
                    <a:pt x="1313" y="3164"/>
                    <a:pt x="1313" y="3184"/>
                    <a:pt x="1313" y="3200"/>
                  </a:cubicBezTo>
                  <a:lnTo>
                    <a:pt x="1313" y="3132"/>
                  </a:lnTo>
                  <a:cubicBezTo>
                    <a:pt x="1297" y="3132"/>
                    <a:pt x="1297" y="3116"/>
                    <a:pt x="1297" y="3116"/>
                  </a:cubicBezTo>
                  <a:close/>
                  <a:moveTo>
                    <a:pt x="1313" y="3217"/>
                  </a:moveTo>
                  <a:lnTo>
                    <a:pt x="1313" y="3233"/>
                  </a:lnTo>
                  <a:cubicBezTo>
                    <a:pt x="1313" y="3265"/>
                    <a:pt x="1313" y="3301"/>
                    <a:pt x="1329" y="3350"/>
                  </a:cubicBezTo>
                  <a:cubicBezTo>
                    <a:pt x="1329" y="3386"/>
                    <a:pt x="1329" y="3419"/>
                    <a:pt x="1345" y="3451"/>
                  </a:cubicBezTo>
                  <a:cubicBezTo>
                    <a:pt x="1345" y="3419"/>
                    <a:pt x="1345" y="3386"/>
                    <a:pt x="1329" y="3334"/>
                  </a:cubicBezTo>
                  <a:cubicBezTo>
                    <a:pt x="1329" y="3301"/>
                    <a:pt x="1329" y="3265"/>
                    <a:pt x="1313" y="3217"/>
                  </a:cubicBezTo>
                  <a:close/>
                  <a:moveTo>
                    <a:pt x="1345" y="3451"/>
                  </a:moveTo>
                  <a:cubicBezTo>
                    <a:pt x="1345" y="3503"/>
                    <a:pt x="1345" y="3536"/>
                    <a:pt x="1361" y="3588"/>
                  </a:cubicBezTo>
                  <a:cubicBezTo>
                    <a:pt x="1361" y="3536"/>
                    <a:pt x="1361" y="3503"/>
                    <a:pt x="1345" y="3451"/>
                  </a:cubicBezTo>
                  <a:close/>
                  <a:moveTo>
                    <a:pt x="1361" y="3588"/>
                  </a:moveTo>
                  <a:lnTo>
                    <a:pt x="1361" y="3669"/>
                  </a:lnTo>
                  <a:cubicBezTo>
                    <a:pt x="1382" y="3705"/>
                    <a:pt x="1382" y="3738"/>
                    <a:pt x="1382" y="3770"/>
                  </a:cubicBezTo>
                  <a:cubicBezTo>
                    <a:pt x="1398" y="3823"/>
                    <a:pt x="1398" y="3871"/>
                    <a:pt x="1398" y="3923"/>
                  </a:cubicBezTo>
                  <a:cubicBezTo>
                    <a:pt x="1398" y="3940"/>
                    <a:pt x="1414" y="3940"/>
                    <a:pt x="1414" y="3956"/>
                  </a:cubicBezTo>
                  <a:lnTo>
                    <a:pt x="1414" y="3923"/>
                  </a:lnTo>
                  <a:cubicBezTo>
                    <a:pt x="1414" y="3871"/>
                    <a:pt x="1398" y="3823"/>
                    <a:pt x="1398" y="3770"/>
                  </a:cubicBezTo>
                  <a:cubicBezTo>
                    <a:pt x="1398" y="3738"/>
                    <a:pt x="1382" y="3705"/>
                    <a:pt x="1382" y="3669"/>
                  </a:cubicBezTo>
                  <a:cubicBezTo>
                    <a:pt x="1382" y="3637"/>
                    <a:pt x="1382" y="3604"/>
                    <a:pt x="1361" y="3588"/>
                  </a:cubicBezTo>
                  <a:close/>
                  <a:moveTo>
                    <a:pt x="1414" y="3956"/>
                  </a:moveTo>
                  <a:lnTo>
                    <a:pt x="1414" y="4008"/>
                  </a:lnTo>
                  <a:lnTo>
                    <a:pt x="1414" y="4024"/>
                  </a:lnTo>
                  <a:cubicBezTo>
                    <a:pt x="1430" y="3992"/>
                    <a:pt x="1430" y="3972"/>
                    <a:pt x="1414" y="3956"/>
                  </a:cubicBezTo>
                  <a:close/>
                  <a:moveTo>
                    <a:pt x="1414" y="4024"/>
                  </a:moveTo>
                  <a:lnTo>
                    <a:pt x="1414" y="4024"/>
                  </a:lnTo>
                  <a:cubicBezTo>
                    <a:pt x="1430" y="4073"/>
                    <a:pt x="1430" y="4125"/>
                    <a:pt x="1430" y="4174"/>
                  </a:cubicBezTo>
                  <a:cubicBezTo>
                    <a:pt x="1430" y="4194"/>
                    <a:pt x="1446" y="4210"/>
                    <a:pt x="1446" y="4243"/>
                  </a:cubicBezTo>
                  <a:cubicBezTo>
                    <a:pt x="1446" y="4311"/>
                    <a:pt x="1462" y="4376"/>
                    <a:pt x="1483" y="4445"/>
                  </a:cubicBezTo>
                  <a:cubicBezTo>
                    <a:pt x="1483" y="4376"/>
                    <a:pt x="1462" y="4311"/>
                    <a:pt x="1462" y="4243"/>
                  </a:cubicBezTo>
                  <a:cubicBezTo>
                    <a:pt x="1446" y="4210"/>
                    <a:pt x="1446" y="4194"/>
                    <a:pt x="1446" y="4174"/>
                  </a:cubicBezTo>
                  <a:cubicBezTo>
                    <a:pt x="1446" y="4125"/>
                    <a:pt x="1446" y="4073"/>
                    <a:pt x="1414" y="4024"/>
                  </a:cubicBezTo>
                  <a:close/>
                  <a:moveTo>
                    <a:pt x="1483" y="4445"/>
                  </a:moveTo>
                  <a:lnTo>
                    <a:pt x="1483" y="4461"/>
                  </a:lnTo>
                  <a:lnTo>
                    <a:pt x="1483" y="4497"/>
                  </a:lnTo>
                  <a:cubicBezTo>
                    <a:pt x="1483" y="4513"/>
                    <a:pt x="1483" y="4546"/>
                    <a:pt x="1499" y="4562"/>
                  </a:cubicBezTo>
                  <a:lnTo>
                    <a:pt x="1499" y="4497"/>
                  </a:lnTo>
                  <a:lnTo>
                    <a:pt x="1499" y="4461"/>
                  </a:lnTo>
                  <a:lnTo>
                    <a:pt x="1483" y="4445"/>
                  </a:lnTo>
                  <a:close/>
                  <a:moveTo>
                    <a:pt x="1499" y="4562"/>
                  </a:moveTo>
                  <a:cubicBezTo>
                    <a:pt x="1499" y="4578"/>
                    <a:pt x="1499" y="4598"/>
                    <a:pt x="1483" y="4614"/>
                  </a:cubicBezTo>
                  <a:lnTo>
                    <a:pt x="1499" y="4614"/>
                  </a:lnTo>
                  <a:cubicBezTo>
                    <a:pt x="1499" y="4598"/>
                    <a:pt x="1515" y="4578"/>
                    <a:pt x="1499" y="45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2446304" y="407626"/>
              <a:ext cx="47080" cy="466331"/>
            </a:xfrm>
            <a:custGeom>
              <a:rect b="b" l="l" r="r" t="t"/>
              <a:pathLst>
                <a:path extrusionOk="0" h="4695" w="474">
                  <a:moveTo>
                    <a:pt x="17" y="1"/>
                  </a:moveTo>
                  <a:cubicBezTo>
                    <a:pt x="1" y="17"/>
                    <a:pt x="1" y="33"/>
                    <a:pt x="1" y="65"/>
                  </a:cubicBezTo>
                  <a:lnTo>
                    <a:pt x="1" y="86"/>
                  </a:lnTo>
                  <a:cubicBezTo>
                    <a:pt x="17" y="134"/>
                    <a:pt x="17" y="166"/>
                    <a:pt x="17" y="203"/>
                  </a:cubicBezTo>
                  <a:lnTo>
                    <a:pt x="37" y="267"/>
                  </a:lnTo>
                  <a:lnTo>
                    <a:pt x="37" y="203"/>
                  </a:lnTo>
                  <a:cubicBezTo>
                    <a:pt x="37" y="166"/>
                    <a:pt x="37" y="118"/>
                    <a:pt x="17" y="86"/>
                  </a:cubicBezTo>
                  <a:lnTo>
                    <a:pt x="17" y="65"/>
                  </a:lnTo>
                  <a:lnTo>
                    <a:pt x="17" y="1"/>
                  </a:lnTo>
                  <a:close/>
                  <a:moveTo>
                    <a:pt x="37" y="267"/>
                  </a:moveTo>
                  <a:cubicBezTo>
                    <a:pt x="37" y="336"/>
                    <a:pt x="37" y="405"/>
                    <a:pt x="53" y="469"/>
                  </a:cubicBezTo>
                  <a:cubicBezTo>
                    <a:pt x="53" y="405"/>
                    <a:pt x="53" y="336"/>
                    <a:pt x="37" y="267"/>
                  </a:cubicBezTo>
                  <a:close/>
                  <a:moveTo>
                    <a:pt x="53" y="469"/>
                  </a:moveTo>
                  <a:lnTo>
                    <a:pt x="53" y="522"/>
                  </a:lnTo>
                  <a:cubicBezTo>
                    <a:pt x="69" y="607"/>
                    <a:pt x="69" y="708"/>
                    <a:pt x="85" y="809"/>
                  </a:cubicBezTo>
                  <a:cubicBezTo>
                    <a:pt x="85" y="857"/>
                    <a:pt x="85" y="926"/>
                    <a:pt x="102" y="994"/>
                  </a:cubicBezTo>
                  <a:lnTo>
                    <a:pt x="102" y="1075"/>
                  </a:lnTo>
                  <a:cubicBezTo>
                    <a:pt x="102" y="1128"/>
                    <a:pt x="118" y="1160"/>
                    <a:pt x="118" y="1196"/>
                  </a:cubicBezTo>
                  <a:lnTo>
                    <a:pt x="118" y="1297"/>
                  </a:lnTo>
                  <a:cubicBezTo>
                    <a:pt x="138" y="1330"/>
                    <a:pt x="138" y="1362"/>
                    <a:pt x="138" y="1398"/>
                  </a:cubicBezTo>
                  <a:cubicBezTo>
                    <a:pt x="154" y="1463"/>
                    <a:pt x="154" y="1548"/>
                    <a:pt x="154" y="1617"/>
                  </a:cubicBezTo>
                  <a:lnTo>
                    <a:pt x="170" y="1734"/>
                  </a:lnTo>
                  <a:cubicBezTo>
                    <a:pt x="186" y="1851"/>
                    <a:pt x="186" y="1968"/>
                    <a:pt x="203" y="2085"/>
                  </a:cubicBezTo>
                  <a:cubicBezTo>
                    <a:pt x="203" y="2138"/>
                    <a:pt x="219" y="2170"/>
                    <a:pt x="219" y="2223"/>
                  </a:cubicBezTo>
                  <a:cubicBezTo>
                    <a:pt x="219" y="2271"/>
                    <a:pt x="219" y="2324"/>
                    <a:pt x="239" y="2372"/>
                  </a:cubicBezTo>
                  <a:cubicBezTo>
                    <a:pt x="239" y="2441"/>
                    <a:pt x="255" y="2509"/>
                    <a:pt x="255" y="2574"/>
                  </a:cubicBezTo>
                  <a:lnTo>
                    <a:pt x="255" y="2675"/>
                  </a:lnTo>
                  <a:cubicBezTo>
                    <a:pt x="271" y="2727"/>
                    <a:pt x="271" y="2792"/>
                    <a:pt x="287" y="2845"/>
                  </a:cubicBezTo>
                  <a:cubicBezTo>
                    <a:pt x="287" y="2792"/>
                    <a:pt x="287" y="2727"/>
                    <a:pt x="271" y="2675"/>
                  </a:cubicBezTo>
                  <a:lnTo>
                    <a:pt x="271" y="2558"/>
                  </a:lnTo>
                  <a:cubicBezTo>
                    <a:pt x="255" y="2509"/>
                    <a:pt x="255" y="2441"/>
                    <a:pt x="255" y="2372"/>
                  </a:cubicBezTo>
                  <a:cubicBezTo>
                    <a:pt x="239" y="2324"/>
                    <a:pt x="239" y="2271"/>
                    <a:pt x="239" y="2206"/>
                  </a:cubicBezTo>
                  <a:cubicBezTo>
                    <a:pt x="219" y="2170"/>
                    <a:pt x="219" y="2138"/>
                    <a:pt x="219" y="2085"/>
                  </a:cubicBezTo>
                  <a:cubicBezTo>
                    <a:pt x="203" y="1968"/>
                    <a:pt x="186" y="1851"/>
                    <a:pt x="186" y="1734"/>
                  </a:cubicBezTo>
                  <a:lnTo>
                    <a:pt x="170" y="1617"/>
                  </a:lnTo>
                  <a:cubicBezTo>
                    <a:pt x="170" y="1548"/>
                    <a:pt x="154" y="1463"/>
                    <a:pt x="154" y="1398"/>
                  </a:cubicBezTo>
                  <a:cubicBezTo>
                    <a:pt x="154" y="1362"/>
                    <a:pt x="138" y="1330"/>
                    <a:pt x="138" y="1297"/>
                  </a:cubicBezTo>
                  <a:lnTo>
                    <a:pt x="138" y="1196"/>
                  </a:lnTo>
                  <a:cubicBezTo>
                    <a:pt x="118" y="1160"/>
                    <a:pt x="118" y="1112"/>
                    <a:pt x="118" y="1075"/>
                  </a:cubicBezTo>
                  <a:lnTo>
                    <a:pt x="118" y="994"/>
                  </a:lnTo>
                  <a:cubicBezTo>
                    <a:pt x="102" y="926"/>
                    <a:pt x="102" y="857"/>
                    <a:pt x="85" y="792"/>
                  </a:cubicBezTo>
                  <a:cubicBezTo>
                    <a:pt x="85" y="708"/>
                    <a:pt x="69" y="607"/>
                    <a:pt x="69" y="522"/>
                  </a:cubicBezTo>
                  <a:lnTo>
                    <a:pt x="53" y="469"/>
                  </a:lnTo>
                  <a:close/>
                  <a:moveTo>
                    <a:pt x="287" y="2845"/>
                  </a:moveTo>
                  <a:lnTo>
                    <a:pt x="287" y="2978"/>
                  </a:lnTo>
                  <a:cubicBezTo>
                    <a:pt x="287" y="2994"/>
                    <a:pt x="303" y="3030"/>
                    <a:pt x="303" y="3047"/>
                  </a:cubicBezTo>
                  <a:lnTo>
                    <a:pt x="303" y="2978"/>
                  </a:lnTo>
                  <a:cubicBezTo>
                    <a:pt x="303" y="2929"/>
                    <a:pt x="303" y="2893"/>
                    <a:pt x="287" y="2845"/>
                  </a:cubicBezTo>
                  <a:close/>
                  <a:moveTo>
                    <a:pt x="303" y="3047"/>
                  </a:moveTo>
                  <a:lnTo>
                    <a:pt x="303" y="3148"/>
                  </a:lnTo>
                  <a:cubicBezTo>
                    <a:pt x="303" y="3164"/>
                    <a:pt x="320" y="3196"/>
                    <a:pt x="320" y="3216"/>
                  </a:cubicBezTo>
                  <a:cubicBezTo>
                    <a:pt x="320" y="3265"/>
                    <a:pt x="320" y="3317"/>
                    <a:pt x="340" y="3366"/>
                  </a:cubicBezTo>
                  <a:lnTo>
                    <a:pt x="340" y="3216"/>
                  </a:lnTo>
                  <a:cubicBezTo>
                    <a:pt x="320" y="3196"/>
                    <a:pt x="320" y="3164"/>
                    <a:pt x="320" y="3148"/>
                  </a:cubicBezTo>
                  <a:cubicBezTo>
                    <a:pt x="320" y="3115"/>
                    <a:pt x="320" y="3079"/>
                    <a:pt x="303" y="3047"/>
                  </a:cubicBezTo>
                  <a:close/>
                  <a:moveTo>
                    <a:pt x="340" y="3366"/>
                  </a:moveTo>
                  <a:lnTo>
                    <a:pt x="340" y="3398"/>
                  </a:lnTo>
                  <a:lnTo>
                    <a:pt x="340" y="3451"/>
                  </a:lnTo>
                  <a:cubicBezTo>
                    <a:pt x="340" y="3483"/>
                    <a:pt x="340" y="3519"/>
                    <a:pt x="356" y="3568"/>
                  </a:cubicBezTo>
                  <a:lnTo>
                    <a:pt x="356" y="3620"/>
                  </a:lnTo>
                  <a:cubicBezTo>
                    <a:pt x="356" y="3653"/>
                    <a:pt x="356" y="3669"/>
                    <a:pt x="372" y="3701"/>
                  </a:cubicBezTo>
                  <a:lnTo>
                    <a:pt x="372" y="3620"/>
                  </a:lnTo>
                  <a:cubicBezTo>
                    <a:pt x="372" y="3584"/>
                    <a:pt x="372" y="3568"/>
                    <a:pt x="356" y="3552"/>
                  </a:cubicBezTo>
                  <a:lnTo>
                    <a:pt x="356" y="3451"/>
                  </a:lnTo>
                  <a:lnTo>
                    <a:pt x="356" y="3398"/>
                  </a:lnTo>
                  <a:cubicBezTo>
                    <a:pt x="356" y="3382"/>
                    <a:pt x="340" y="3382"/>
                    <a:pt x="340" y="3366"/>
                  </a:cubicBezTo>
                  <a:close/>
                  <a:moveTo>
                    <a:pt x="372" y="3701"/>
                  </a:moveTo>
                  <a:cubicBezTo>
                    <a:pt x="372" y="3770"/>
                    <a:pt x="372" y="3822"/>
                    <a:pt x="388" y="3871"/>
                  </a:cubicBezTo>
                  <a:cubicBezTo>
                    <a:pt x="388" y="3822"/>
                    <a:pt x="388" y="3770"/>
                    <a:pt x="372" y="3701"/>
                  </a:cubicBezTo>
                  <a:close/>
                  <a:moveTo>
                    <a:pt x="388" y="3871"/>
                  </a:moveTo>
                  <a:lnTo>
                    <a:pt x="388" y="3939"/>
                  </a:lnTo>
                  <a:cubicBezTo>
                    <a:pt x="388" y="3972"/>
                    <a:pt x="388" y="4024"/>
                    <a:pt x="404" y="4057"/>
                  </a:cubicBezTo>
                  <a:lnTo>
                    <a:pt x="404" y="3939"/>
                  </a:lnTo>
                  <a:cubicBezTo>
                    <a:pt x="404" y="3923"/>
                    <a:pt x="388" y="3903"/>
                    <a:pt x="388" y="3871"/>
                  </a:cubicBezTo>
                  <a:close/>
                  <a:moveTo>
                    <a:pt x="404" y="4057"/>
                  </a:moveTo>
                  <a:lnTo>
                    <a:pt x="404" y="4141"/>
                  </a:lnTo>
                  <a:cubicBezTo>
                    <a:pt x="404" y="4174"/>
                    <a:pt x="421" y="4226"/>
                    <a:pt x="421" y="4275"/>
                  </a:cubicBezTo>
                  <a:cubicBezTo>
                    <a:pt x="421" y="4327"/>
                    <a:pt x="421" y="4360"/>
                    <a:pt x="441" y="4408"/>
                  </a:cubicBezTo>
                  <a:lnTo>
                    <a:pt x="441" y="4529"/>
                  </a:lnTo>
                  <a:cubicBezTo>
                    <a:pt x="441" y="4545"/>
                    <a:pt x="441" y="4562"/>
                    <a:pt x="457" y="4578"/>
                  </a:cubicBezTo>
                  <a:lnTo>
                    <a:pt x="457" y="4529"/>
                  </a:lnTo>
                  <a:cubicBezTo>
                    <a:pt x="457" y="4493"/>
                    <a:pt x="457" y="4444"/>
                    <a:pt x="441" y="4392"/>
                  </a:cubicBezTo>
                  <a:lnTo>
                    <a:pt x="441" y="4275"/>
                  </a:lnTo>
                  <a:cubicBezTo>
                    <a:pt x="421" y="4226"/>
                    <a:pt x="421" y="4174"/>
                    <a:pt x="421" y="4141"/>
                  </a:cubicBezTo>
                  <a:cubicBezTo>
                    <a:pt x="421" y="4105"/>
                    <a:pt x="421" y="4089"/>
                    <a:pt x="404" y="4057"/>
                  </a:cubicBezTo>
                  <a:close/>
                  <a:moveTo>
                    <a:pt x="457" y="4578"/>
                  </a:moveTo>
                  <a:lnTo>
                    <a:pt x="457" y="4679"/>
                  </a:lnTo>
                  <a:lnTo>
                    <a:pt x="457" y="4695"/>
                  </a:lnTo>
                  <a:lnTo>
                    <a:pt x="473" y="4695"/>
                  </a:lnTo>
                  <a:cubicBezTo>
                    <a:pt x="473" y="4646"/>
                    <a:pt x="473" y="4610"/>
                    <a:pt x="457" y="457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2678625" y="504368"/>
              <a:ext cx="62277" cy="439811"/>
            </a:xfrm>
            <a:custGeom>
              <a:rect b="b" l="l" r="r" t="t"/>
              <a:pathLst>
                <a:path extrusionOk="0" h="4428" w="627">
                  <a:moveTo>
                    <a:pt x="0" y="0"/>
                  </a:moveTo>
                  <a:cubicBezTo>
                    <a:pt x="0" y="37"/>
                    <a:pt x="21" y="53"/>
                    <a:pt x="21" y="69"/>
                  </a:cubicBezTo>
                  <a:cubicBezTo>
                    <a:pt x="21" y="53"/>
                    <a:pt x="21" y="20"/>
                    <a:pt x="0" y="0"/>
                  </a:cubicBezTo>
                  <a:close/>
                  <a:moveTo>
                    <a:pt x="21" y="69"/>
                  </a:moveTo>
                  <a:lnTo>
                    <a:pt x="21" y="101"/>
                  </a:lnTo>
                  <a:cubicBezTo>
                    <a:pt x="21" y="170"/>
                    <a:pt x="37" y="222"/>
                    <a:pt x="37" y="271"/>
                  </a:cubicBezTo>
                  <a:cubicBezTo>
                    <a:pt x="53" y="323"/>
                    <a:pt x="53" y="372"/>
                    <a:pt x="53" y="424"/>
                  </a:cubicBezTo>
                  <a:cubicBezTo>
                    <a:pt x="69" y="473"/>
                    <a:pt x="69" y="505"/>
                    <a:pt x="85" y="558"/>
                  </a:cubicBezTo>
                  <a:cubicBezTo>
                    <a:pt x="85" y="505"/>
                    <a:pt x="85" y="473"/>
                    <a:pt x="69" y="424"/>
                  </a:cubicBezTo>
                  <a:cubicBezTo>
                    <a:pt x="69" y="372"/>
                    <a:pt x="53" y="323"/>
                    <a:pt x="53" y="271"/>
                  </a:cubicBezTo>
                  <a:cubicBezTo>
                    <a:pt x="53" y="222"/>
                    <a:pt x="37" y="170"/>
                    <a:pt x="37" y="101"/>
                  </a:cubicBezTo>
                  <a:cubicBezTo>
                    <a:pt x="21" y="101"/>
                    <a:pt x="21" y="85"/>
                    <a:pt x="21" y="69"/>
                  </a:cubicBezTo>
                  <a:close/>
                  <a:moveTo>
                    <a:pt x="85" y="558"/>
                  </a:moveTo>
                  <a:lnTo>
                    <a:pt x="85" y="606"/>
                  </a:lnTo>
                  <a:cubicBezTo>
                    <a:pt x="85" y="643"/>
                    <a:pt x="101" y="691"/>
                    <a:pt x="101" y="727"/>
                  </a:cubicBezTo>
                  <a:cubicBezTo>
                    <a:pt x="101" y="776"/>
                    <a:pt x="122" y="828"/>
                    <a:pt x="122" y="861"/>
                  </a:cubicBezTo>
                  <a:cubicBezTo>
                    <a:pt x="122" y="893"/>
                    <a:pt x="138" y="929"/>
                    <a:pt x="138" y="946"/>
                  </a:cubicBezTo>
                  <a:lnTo>
                    <a:pt x="138" y="861"/>
                  </a:lnTo>
                  <a:cubicBezTo>
                    <a:pt x="138" y="808"/>
                    <a:pt x="122" y="776"/>
                    <a:pt x="122" y="727"/>
                  </a:cubicBezTo>
                  <a:cubicBezTo>
                    <a:pt x="101" y="691"/>
                    <a:pt x="101" y="643"/>
                    <a:pt x="101" y="606"/>
                  </a:cubicBezTo>
                  <a:cubicBezTo>
                    <a:pt x="101" y="590"/>
                    <a:pt x="85" y="574"/>
                    <a:pt x="85" y="558"/>
                  </a:cubicBezTo>
                  <a:close/>
                  <a:moveTo>
                    <a:pt x="138" y="946"/>
                  </a:moveTo>
                  <a:lnTo>
                    <a:pt x="138" y="1030"/>
                  </a:lnTo>
                  <a:cubicBezTo>
                    <a:pt x="154" y="1079"/>
                    <a:pt x="154" y="1111"/>
                    <a:pt x="154" y="1164"/>
                  </a:cubicBezTo>
                  <a:cubicBezTo>
                    <a:pt x="170" y="1180"/>
                    <a:pt x="170" y="1212"/>
                    <a:pt x="170" y="1232"/>
                  </a:cubicBezTo>
                  <a:cubicBezTo>
                    <a:pt x="170" y="1265"/>
                    <a:pt x="186" y="1297"/>
                    <a:pt x="186" y="1333"/>
                  </a:cubicBezTo>
                  <a:cubicBezTo>
                    <a:pt x="186" y="1382"/>
                    <a:pt x="202" y="1434"/>
                    <a:pt x="202" y="1483"/>
                  </a:cubicBezTo>
                  <a:cubicBezTo>
                    <a:pt x="202" y="1515"/>
                    <a:pt x="223" y="1552"/>
                    <a:pt x="223" y="1568"/>
                  </a:cubicBezTo>
                  <a:cubicBezTo>
                    <a:pt x="239" y="1616"/>
                    <a:pt x="239" y="1685"/>
                    <a:pt x="239" y="1737"/>
                  </a:cubicBezTo>
                  <a:cubicBezTo>
                    <a:pt x="255" y="1786"/>
                    <a:pt x="255" y="1818"/>
                    <a:pt x="255" y="1871"/>
                  </a:cubicBezTo>
                  <a:cubicBezTo>
                    <a:pt x="271" y="1903"/>
                    <a:pt x="271" y="1955"/>
                    <a:pt x="271" y="1988"/>
                  </a:cubicBezTo>
                  <a:cubicBezTo>
                    <a:pt x="287" y="2056"/>
                    <a:pt x="287" y="2105"/>
                    <a:pt x="303" y="2157"/>
                  </a:cubicBezTo>
                  <a:lnTo>
                    <a:pt x="303" y="2242"/>
                  </a:lnTo>
                  <a:cubicBezTo>
                    <a:pt x="324" y="2275"/>
                    <a:pt x="324" y="2307"/>
                    <a:pt x="324" y="2359"/>
                  </a:cubicBezTo>
                  <a:cubicBezTo>
                    <a:pt x="340" y="2444"/>
                    <a:pt x="356" y="2525"/>
                    <a:pt x="372" y="2610"/>
                  </a:cubicBezTo>
                  <a:cubicBezTo>
                    <a:pt x="372" y="2525"/>
                    <a:pt x="356" y="2444"/>
                    <a:pt x="340" y="2359"/>
                  </a:cubicBezTo>
                  <a:cubicBezTo>
                    <a:pt x="340" y="2307"/>
                    <a:pt x="340" y="2275"/>
                    <a:pt x="324" y="2242"/>
                  </a:cubicBezTo>
                  <a:lnTo>
                    <a:pt x="324" y="2157"/>
                  </a:lnTo>
                  <a:cubicBezTo>
                    <a:pt x="303" y="2105"/>
                    <a:pt x="303" y="2056"/>
                    <a:pt x="287" y="1988"/>
                  </a:cubicBezTo>
                  <a:cubicBezTo>
                    <a:pt x="287" y="1955"/>
                    <a:pt x="287" y="1903"/>
                    <a:pt x="271" y="1871"/>
                  </a:cubicBezTo>
                  <a:cubicBezTo>
                    <a:pt x="271" y="1818"/>
                    <a:pt x="255" y="1770"/>
                    <a:pt x="255" y="1737"/>
                  </a:cubicBezTo>
                  <a:cubicBezTo>
                    <a:pt x="255" y="1685"/>
                    <a:pt x="239" y="1616"/>
                    <a:pt x="239" y="1568"/>
                  </a:cubicBezTo>
                  <a:cubicBezTo>
                    <a:pt x="223" y="1535"/>
                    <a:pt x="223" y="1515"/>
                    <a:pt x="223" y="1483"/>
                  </a:cubicBezTo>
                  <a:cubicBezTo>
                    <a:pt x="202" y="1434"/>
                    <a:pt x="202" y="1382"/>
                    <a:pt x="202" y="1313"/>
                  </a:cubicBezTo>
                  <a:cubicBezTo>
                    <a:pt x="186" y="1297"/>
                    <a:pt x="186" y="1265"/>
                    <a:pt x="186" y="1232"/>
                  </a:cubicBezTo>
                  <a:cubicBezTo>
                    <a:pt x="186" y="1196"/>
                    <a:pt x="170" y="1180"/>
                    <a:pt x="170" y="1164"/>
                  </a:cubicBezTo>
                  <a:cubicBezTo>
                    <a:pt x="170" y="1111"/>
                    <a:pt x="154" y="1063"/>
                    <a:pt x="154" y="1030"/>
                  </a:cubicBezTo>
                  <a:cubicBezTo>
                    <a:pt x="154" y="994"/>
                    <a:pt x="154" y="978"/>
                    <a:pt x="138" y="946"/>
                  </a:cubicBezTo>
                  <a:close/>
                  <a:moveTo>
                    <a:pt x="372" y="2610"/>
                  </a:moveTo>
                  <a:cubicBezTo>
                    <a:pt x="372" y="2662"/>
                    <a:pt x="372" y="2695"/>
                    <a:pt x="388" y="2727"/>
                  </a:cubicBezTo>
                  <a:cubicBezTo>
                    <a:pt x="388" y="2695"/>
                    <a:pt x="388" y="2662"/>
                    <a:pt x="372" y="2610"/>
                  </a:cubicBezTo>
                  <a:close/>
                  <a:moveTo>
                    <a:pt x="388" y="2727"/>
                  </a:moveTo>
                  <a:cubicBezTo>
                    <a:pt x="388" y="2780"/>
                    <a:pt x="404" y="2848"/>
                    <a:pt x="404" y="2897"/>
                  </a:cubicBezTo>
                  <a:cubicBezTo>
                    <a:pt x="404" y="2929"/>
                    <a:pt x="404" y="2965"/>
                    <a:pt x="425" y="2998"/>
                  </a:cubicBezTo>
                  <a:cubicBezTo>
                    <a:pt x="425" y="3030"/>
                    <a:pt x="425" y="3066"/>
                    <a:pt x="441" y="3099"/>
                  </a:cubicBezTo>
                  <a:lnTo>
                    <a:pt x="441" y="2982"/>
                  </a:lnTo>
                  <a:cubicBezTo>
                    <a:pt x="425" y="2965"/>
                    <a:pt x="425" y="2929"/>
                    <a:pt x="425" y="2897"/>
                  </a:cubicBezTo>
                  <a:cubicBezTo>
                    <a:pt x="404" y="2828"/>
                    <a:pt x="404" y="2780"/>
                    <a:pt x="388" y="2727"/>
                  </a:cubicBezTo>
                  <a:close/>
                  <a:moveTo>
                    <a:pt x="441" y="3099"/>
                  </a:moveTo>
                  <a:cubicBezTo>
                    <a:pt x="441" y="3167"/>
                    <a:pt x="457" y="3252"/>
                    <a:pt x="457" y="3317"/>
                  </a:cubicBezTo>
                  <a:cubicBezTo>
                    <a:pt x="473" y="3353"/>
                    <a:pt x="473" y="3386"/>
                    <a:pt x="473" y="3418"/>
                  </a:cubicBezTo>
                  <a:cubicBezTo>
                    <a:pt x="473" y="3454"/>
                    <a:pt x="489" y="3470"/>
                    <a:pt x="489" y="3487"/>
                  </a:cubicBezTo>
                  <a:cubicBezTo>
                    <a:pt x="489" y="3519"/>
                    <a:pt x="489" y="3555"/>
                    <a:pt x="505" y="3588"/>
                  </a:cubicBezTo>
                  <a:lnTo>
                    <a:pt x="505" y="3487"/>
                  </a:lnTo>
                  <a:cubicBezTo>
                    <a:pt x="489" y="3470"/>
                    <a:pt x="489" y="3434"/>
                    <a:pt x="489" y="3418"/>
                  </a:cubicBezTo>
                  <a:cubicBezTo>
                    <a:pt x="489" y="3386"/>
                    <a:pt x="473" y="3353"/>
                    <a:pt x="473" y="3317"/>
                  </a:cubicBezTo>
                  <a:cubicBezTo>
                    <a:pt x="473" y="3252"/>
                    <a:pt x="457" y="3167"/>
                    <a:pt x="441" y="3099"/>
                  </a:cubicBezTo>
                  <a:close/>
                  <a:moveTo>
                    <a:pt x="505" y="3588"/>
                  </a:moveTo>
                  <a:cubicBezTo>
                    <a:pt x="505" y="3636"/>
                    <a:pt x="505" y="3672"/>
                    <a:pt x="526" y="3721"/>
                  </a:cubicBezTo>
                  <a:cubicBezTo>
                    <a:pt x="526" y="3773"/>
                    <a:pt x="542" y="3838"/>
                    <a:pt x="542" y="3890"/>
                  </a:cubicBezTo>
                  <a:cubicBezTo>
                    <a:pt x="558" y="3923"/>
                    <a:pt x="558" y="3939"/>
                    <a:pt x="558" y="3975"/>
                  </a:cubicBezTo>
                  <a:lnTo>
                    <a:pt x="558" y="4060"/>
                  </a:lnTo>
                  <a:cubicBezTo>
                    <a:pt x="574" y="4060"/>
                    <a:pt x="574" y="4076"/>
                    <a:pt x="574" y="4092"/>
                  </a:cubicBezTo>
                  <a:cubicBezTo>
                    <a:pt x="574" y="4141"/>
                    <a:pt x="574" y="4177"/>
                    <a:pt x="590" y="4226"/>
                  </a:cubicBezTo>
                  <a:cubicBezTo>
                    <a:pt x="606" y="4262"/>
                    <a:pt x="606" y="4311"/>
                    <a:pt x="606" y="4363"/>
                  </a:cubicBezTo>
                  <a:lnTo>
                    <a:pt x="606" y="4428"/>
                  </a:lnTo>
                  <a:lnTo>
                    <a:pt x="627" y="4412"/>
                  </a:lnTo>
                  <a:lnTo>
                    <a:pt x="627" y="4363"/>
                  </a:lnTo>
                  <a:cubicBezTo>
                    <a:pt x="627" y="4311"/>
                    <a:pt x="627" y="4262"/>
                    <a:pt x="606" y="4210"/>
                  </a:cubicBezTo>
                  <a:cubicBezTo>
                    <a:pt x="590" y="4177"/>
                    <a:pt x="590" y="4141"/>
                    <a:pt x="590" y="4092"/>
                  </a:cubicBezTo>
                  <a:cubicBezTo>
                    <a:pt x="574" y="4076"/>
                    <a:pt x="574" y="4060"/>
                    <a:pt x="574" y="4040"/>
                  </a:cubicBezTo>
                  <a:lnTo>
                    <a:pt x="574" y="3975"/>
                  </a:lnTo>
                  <a:cubicBezTo>
                    <a:pt x="558" y="3939"/>
                    <a:pt x="558" y="3923"/>
                    <a:pt x="558" y="3890"/>
                  </a:cubicBezTo>
                  <a:cubicBezTo>
                    <a:pt x="558" y="3822"/>
                    <a:pt x="542" y="3773"/>
                    <a:pt x="542" y="3721"/>
                  </a:cubicBezTo>
                  <a:cubicBezTo>
                    <a:pt x="526" y="3672"/>
                    <a:pt x="526" y="3636"/>
                    <a:pt x="505" y="35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1744175" y="367499"/>
              <a:ext cx="8443" cy="470006"/>
            </a:xfrm>
            <a:custGeom>
              <a:rect b="b" l="l" r="r" t="t"/>
              <a:pathLst>
                <a:path extrusionOk="0" h="4732" w="85">
                  <a:moveTo>
                    <a:pt x="69" y="1"/>
                  </a:moveTo>
                  <a:lnTo>
                    <a:pt x="53" y="17"/>
                  </a:lnTo>
                  <a:cubicBezTo>
                    <a:pt x="69" y="86"/>
                    <a:pt x="69" y="150"/>
                    <a:pt x="53" y="219"/>
                  </a:cubicBezTo>
                  <a:lnTo>
                    <a:pt x="53" y="320"/>
                  </a:lnTo>
                  <a:lnTo>
                    <a:pt x="53" y="405"/>
                  </a:lnTo>
                  <a:lnTo>
                    <a:pt x="53" y="756"/>
                  </a:lnTo>
                  <a:lnTo>
                    <a:pt x="53" y="1075"/>
                  </a:lnTo>
                  <a:lnTo>
                    <a:pt x="53" y="1229"/>
                  </a:lnTo>
                  <a:lnTo>
                    <a:pt x="53" y="1447"/>
                  </a:lnTo>
                  <a:cubicBezTo>
                    <a:pt x="53" y="1362"/>
                    <a:pt x="69" y="1297"/>
                    <a:pt x="69" y="1229"/>
                  </a:cubicBezTo>
                  <a:lnTo>
                    <a:pt x="69" y="1075"/>
                  </a:lnTo>
                  <a:lnTo>
                    <a:pt x="69" y="756"/>
                  </a:lnTo>
                  <a:lnTo>
                    <a:pt x="69" y="405"/>
                  </a:lnTo>
                  <a:lnTo>
                    <a:pt x="69" y="320"/>
                  </a:lnTo>
                  <a:lnTo>
                    <a:pt x="69" y="219"/>
                  </a:lnTo>
                  <a:cubicBezTo>
                    <a:pt x="69" y="150"/>
                    <a:pt x="85" y="86"/>
                    <a:pt x="69" y="17"/>
                  </a:cubicBezTo>
                  <a:lnTo>
                    <a:pt x="69" y="1"/>
                  </a:lnTo>
                  <a:close/>
                  <a:moveTo>
                    <a:pt x="53" y="1447"/>
                  </a:moveTo>
                  <a:cubicBezTo>
                    <a:pt x="36" y="1532"/>
                    <a:pt x="36" y="1633"/>
                    <a:pt x="36" y="1718"/>
                  </a:cubicBezTo>
                  <a:lnTo>
                    <a:pt x="36" y="2004"/>
                  </a:lnTo>
                  <a:lnTo>
                    <a:pt x="36" y="2239"/>
                  </a:lnTo>
                  <a:lnTo>
                    <a:pt x="36" y="2441"/>
                  </a:lnTo>
                  <a:lnTo>
                    <a:pt x="36" y="2728"/>
                  </a:lnTo>
                  <a:cubicBezTo>
                    <a:pt x="36" y="2643"/>
                    <a:pt x="36" y="2542"/>
                    <a:pt x="53" y="2441"/>
                  </a:cubicBezTo>
                  <a:lnTo>
                    <a:pt x="53" y="2239"/>
                  </a:lnTo>
                  <a:lnTo>
                    <a:pt x="53" y="2004"/>
                  </a:lnTo>
                  <a:lnTo>
                    <a:pt x="53" y="1718"/>
                  </a:lnTo>
                  <a:lnTo>
                    <a:pt x="53" y="1447"/>
                  </a:lnTo>
                  <a:close/>
                  <a:moveTo>
                    <a:pt x="36" y="2728"/>
                  </a:moveTo>
                  <a:cubicBezTo>
                    <a:pt x="16" y="2792"/>
                    <a:pt x="16" y="2845"/>
                    <a:pt x="16" y="2893"/>
                  </a:cubicBezTo>
                  <a:lnTo>
                    <a:pt x="16" y="3095"/>
                  </a:lnTo>
                  <a:lnTo>
                    <a:pt x="16" y="3366"/>
                  </a:lnTo>
                  <a:lnTo>
                    <a:pt x="16" y="3499"/>
                  </a:lnTo>
                  <a:lnTo>
                    <a:pt x="16" y="3701"/>
                  </a:lnTo>
                  <a:lnTo>
                    <a:pt x="16" y="3939"/>
                  </a:lnTo>
                  <a:cubicBezTo>
                    <a:pt x="16" y="3871"/>
                    <a:pt x="16" y="3786"/>
                    <a:pt x="36" y="3701"/>
                  </a:cubicBezTo>
                  <a:lnTo>
                    <a:pt x="36" y="3499"/>
                  </a:lnTo>
                  <a:lnTo>
                    <a:pt x="36" y="3366"/>
                  </a:lnTo>
                  <a:lnTo>
                    <a:pt x="36" y="3095"/>
                  </a:lnTo>
                  <a:lnTo>
                    <a:pt x="36" y="2893"/>
                  </a:lnTo>
                  <a:lnTo>
                    <a:pt x="36" y="2728"/>
                  </a:lnTo>
                  <a:close/>
                  <a:moveTo>
                    <a:pt x="16" y="3939"/>
                  </a:moveTo>
                  <a:cubicBezTo>
                    <a:pt x="16" y="4004"/>
                    <a:pt x="16" y="4073"/>
                    <a:pt x="0" y="4158"/>
                  </a:cubicBezTo>
                  <a:lnTo>
                    <a:pt x="0" y="4461"/>
                  </a:lnTo>
                  <a:lnTo>
                    <a:pt x="0" y="4578"/>
                  </a:lnTo>
                  <a:lnTo>
                    <a:pt x="0" y="4663"/>
                  </a:lnTo>
                  <a:cubicBezTo>
                    <a:pt x="0" y="4679"/>
                    <a:pt x="0" y="4695"/>
                    <a:pt x="16" y="4731"/>
                  </a:cubicBezTo>
                  <a:lnTo>
                    <a:pt x="16" y="4711"/>
                  </a:lnTo>
                  <a:lnTo>
                    <a:pt x="16" y="4663"/>
                  </a:lnTo>
                  <a:lnTo>
                    <a:pt x="16" y="4578"/>
                  </a:lnTo>
                  <a:lnTo>
                    <a:pt x="16" y="4461"/>
                  </a:lnTo>
                  <a:lnTo>
                    <a:pt x="16" y="4158"/>
                  </a:lnTo>
                  <a:lnTo>
                    <a:pt x="16" y="39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1653889" y="210267"/>
              <a:ext cx="286155" cy="678986"/>
            </a:xfrm>
            <a:custGeom>
              <a:rect b="b" l="l" r="r" t="t"/>
              <a:pathLst>
                <a:path extrusionOk="0" h="6836" w="2881">
                  <a:moveTo>
                    <a:pt x="2880" y="0"/>
                  </a:moveTo>
                  <a:cubicBezTo>
                    <a:pt x="2844" y="0"/>
                    <a:pt x="2812" y="16"/>
                    <a:pt x="2796" y="33"/>
                  </a:cubicBezTo>
                  <a:cubicBezTo>
                    <a:pt x="2779" y="53"/>
                    <a:pt x="2779" y="53"/>
                    <a:pt x="2779" y="69"/>
                  </a:cubicBezTo>
                  <a:cubicBezTo>
                    <a:pt x="2796" y="69"/>
                    <a:pt x="2796" y="53"/>
                    <a:pt x="2796" y="53"/>
                  </a:cubicBezTo>
                  <a:cubicBezTo>
                    <a:pt x="2828" y="33"/>
                    <a:pt x="2844" y="16"/>
                    <a:pt x="2880" y="16"/>
                  </a:cubicBezTo>
                  <a:lnTo>
                    <a:pt x="2880" y="0"/>
                  </a:lnTo>
                  <a:close/>
                  <a:moveTo>
                    <a:pt x="2779" y="69"/>
                  </a:moveTo>
                  <a:lnTo>
                    <a:pt x="2779" y="69"/>
                  </a:lnTo>
                  <a:cubicBezTo>
                    <a:pt x="2662" y="154"/>
                    <a:pt x="2561" y="234"/>
                    <a:pt x="2440" y="335"/>
                  </a:cubicBezTo>
                  <a:lnTo>
                    <a:pt x="2424" y="356"/>
                  </a:lnTo>
                  <a:cubicBezTo>
                    <a:pt x="2339" y="420"/>
                    <a:pt x="2258" y="489"/>
                    <a:pt x="2174" y="558"/>
                  </a:cubicBezTo>
                  <a:cubicBezTo>
                    <a:pt x="2073" y="638"/>
                    <a:pt x="1955" y="739"/>
                    <a:pt x="1854" y="824"/>
                  </a:cubicBezTo>
                  <a:cubicBezTo>
                    <a:pt x="1786" y="893"/>
                    <a:pt x="1701" y="941"/>
                    <a:pt x="1632" y="1010"/>
                  </a:cubicBezTo>
                  <a:cubicBezTo>
                    <a:pt x="1584" y="1063"/>
                    <a:pt x="1515" y="1095"/>
                    <a:pt x="1467" y="1143"/>
                  </a:cubicBezTo>
                  <a:cubicBezTo>
                    <a:pt x="1398" y="1212"/>
                    <a:pt x="1329" y="1265"/>
                    <a:pt x="1265" y="1313"/>
                  </a:cubicBezTo>
                  <a:cubicBezTo>
                    <a:pt x="1180" y="1382"/>
                    <a:pt x="1095" y="1446"/>
                    <a:pt x="1026" y="1515"/>
                  </a:cubicBezTo>
                  <a:cubicBezTo>
                    <a:pt x="1111" y="1467"/>
                    <a:pt x="1196" y="1398"/>
                    <a:pt x="1265" y="1329"/>
                  </a:cubicBezTo>
                  <a:cubicBezTo>
                    <a:pt x="1329" y="1281"/>
                    <a:pt x="1398" y="1212"/>
                    <a:pt x="1467" y="1164"/>
                  </a:cubicBezTo>
                  <a:cubicBezTo>
                    <a:pt x="1531" y="1111"/>
                    <a:pt x="1584" y="1063"/>
                    <a:pt x="1652" y="1010"/>
                  </a:cubicBezTo>
                  <a:cubicBezTo>
                    <a:pt x="1717" y="962"/>
                    <a:pt x="1786" y="893"/>
                    <a:pt x="1854" y="840"/>
                  </a:cubicBezTo>
                  <a:cubicBezTo>
                    <a:pt x="1972" y="739"/>
                    <a:pt x="2073" y="659"/>
                    <a:pt x="2190" y="558"/>
                  </a:cubicBezTo>
                  <a:cubicBezTo>
                    <a:pt x="2275" y="489"/>
                    <a:pt x="2359" y="420"/>
                    <a:pt x="2440" y="356"/>
                  </a:cubicBezTo>
                  <a:lnTo>
                    <a:pt x="2460" y="335"/>
                  </a:lnTo>
                  <a:cubicBezTo>
                    <a:pt x="2561" y="255"/>
                    <a:pt x="2678" y="154"/>
                    <a:pt x="2779" y="69"/>
                  </a:cubicBezTo>
                  <a:close/>
                  <a:moveTo>
                    <a:pt x="1026" y="1515"/>
                  </a:moveTo>
                  <a:lnTo>
                    <a:pt x="1026" y="1515"/>
                  </a:lnTo>
                  <a:cubicBezTo>
                    <a:pt x="1010" y="1531"/>
                    <a:pt x="994" y="1531"/>
                    <a:pt x="994" y="1547"/>
                  </a:cubicBezTo>
                  <a:cubicBezTo>
                    <a:pt x="978" y="1568"/>
                    <a:pt x="978" y="1584"/>
                    <a:pt x="962" y="1584"/>
                  </a:cubicBezTo>
                  <a:cubicBezTo>
                    <a:pt x="925" y="1584"/>
                    <a:pt x="909" y="1616"/>
                    <a:pt x="877" y="1632"/>
                  </a:cubicBezTo>
                  <a:lnTo>
                    <a:pt x="861" y="1648"/>
                  </a:lnTo>
                  <a:cubicBezTo>
                    <a:pt x="743" y="1749"/>
                    <a:pt x="622" y="1850"/>
                    <a:pt x="489" y="1951"/>
                  </a:cubicBezTo>
                  <a:lnTo>
                    <a:pt x="440" y="2004"/>
                  </a:lnTo>
                  <a:cubicBezTo>
                    <a:pt x="356" y="2073"/>
                    <a:pt x="271" y="2137"/>
                    <a:pt x="186" y="2206"/>
                  </a:cubicBezTo>
                  <a:cubicBezTo>
                    <a:pt x="186" y="2222"/>
                    <a:pt x="170" y="2222"/>
                    <a:pt x="154" y="2238"/>
                  </a:cubicBezTo>
                  <a:cubicBezTo>
                    <a:pt x="117" y="2238"/>
                    <a:pt x="117" y="2275"/>
                    <a:pt x="117" y="2291"/>
                  </a:cubicBezTo>
                  <a:lnTo>
                    <a:pt x="117" y="2339"/>
                  </a:lnTo>
                  <a:lnTo>
                    <a:pt x="117" y="2440"/>
                  </a:lnTo>
                  <a:cubicBezTo>
                    <a:pt x="101" y="2525"/>
                    <a:pt x="101" y="2626"/>
                    <a:pt x="101" y="2727"/>
                  </a:cubicBezTo>
                  <a:lnTo>
                    <a:pt x="101" y="2913"/>
                  </a:lnTo>
                  <a:lnTo>
                    <a:pt x="101" y="2961"/>
                  </a:lnTo>
                  <a:lnTo>
                    <a:pt x="101" y="3099"/>
                  </a:lnTo>
                  <a:cubicBezTo>
                    <a:pt x="101" y="3062"/>
                    <a:pt x="117" y="3014"/>
                    <a:pt x="117" y="2961"/>
                  </a:cubicBezTo>
                  <a:lnTo>
                    <a:pt x="117" y="2913"/>
                  </a:lnTo>
                  <a:lnTo>
                    <a:pt x="117" y="2727"/>
                  </a:lnTo>
                  <a:cubicBezTo>
                    <a:pt x="117" y="2626"/>
                    <a:pt x="117" y="2541"/>
                    <a:pt x="138" y="2440"/>
                  </a:cubicBezTo>
                  <a:lnTo>
                    <a:pt x="138" y="2339"/>
                  </a:lnTo>
                  <a:lnTo>
                    <a:pt x="138" y="2291"/>
                  </a:lnTo>
                  <a:cubicBezTo>
                    <a:pt x="138" y="2275"/>
                    <a:pt x="138" y="2254"/>
                    <a:pt x="170" y="2238"/>
                  </a:cubicBezTo>
                  <a:cubicBezTo>
                    <a:pt x="170" y="2238"/>
                    <a:pt x="186" y="2238"/>
                    <a:pt x="202" y="2222"/>
                  </a:cubicBezTo>
                  <a:cubicBezTo>
                    <a:pt x="271" y="2153"/>
                    <a:pt x="356" y="2089"/>
                    <a:pt x="457" y="2004"/>
                  </a:cubicBezTo>
                  <a:lnTo>
                    <a:pt x="505" y="1972"/>
                  </a:lnTo>
                  <a:cubicBezTo>
                    <a:pt x="622" y="1871"/>
                    <a:pt x="743" y="1770"/>
                    <a:pt x="861" y="1669"/>
                  </a:cubicBezTo>
                  <a:cubicBezTo>
                    <a:pt x="877" y="1648"/>
                    <a:pt x="877" y="1648"/>
                    <a:pt x="893" y="1632"/>
                  </a:cubicBezTo>
                  <a:cubicBezTo>
                    <a:pt x="909" y="1616"/>
                    <a:pt x="925" y="1600"/>
                    <a:pt x="962" y="1600"/>
                  </a:cubicBezTo>
                  <a:cubicBezTo>
                    <a:pt x="994" y="1600"/>
                    <a:pt x="994" y="1568"/>
                    <a:pt x="1010" y="1568"/>
                  </a:cubicBezTo>
                  <a:cubicBezTo>
                    <a:pt x="1010" y="1547"/>
                    <a:pt x="1026" y="1531"/>
                    <a:pt x="1026" y="1515"/>
                  </a:cubicBezTo>
                  <a:close/>
                  <a:moveTo>
                    <a:pt x="101" y="3099"/>
                  </a:moveTo>
                  <a:lnTo>
                    <a:pt x="85" y="3200"/>
                  </a:lnTo>
                  <a:lnTo>
                    <a:pt x="85" y="3620"/>
                  </a:lnTo>
                  <a:lnTo>
                    <a:pt x="85" y="3789"/>
                  </a:lnTo>
                  <a:cubicBezTo>
                    <a:pt x="85" y="3737"/>
                    <a:pt x="85" y="3668"/>
                    <a:pt x="101" y="3620"/>
                  </a:cubicBezTo>
                  <a:lnTo>
                    <a:pt x="101" y="3200"/>
                  </a:lnTo>
                  <a:lnTo>
                    <a:pt x="101" y="3099"/>
                  </a:lnTo>
                  <a:close/>
                  <a:moveTo>
                    <a:pt x="85" y="3789"/>
                  </a:moveTo>
                  <a:cubicBezTo>
                    <a:pt x="85" y="3822"/>
                    <a:pt x="69" y="3854"/>
                    <a:pt x="69" y="3890"/>
                  </a:cubicBezTo>
                  <a:lnTo>
                    <a:pt x="69" y="4210"/>
                  </a:lnTo>
                  <a:lnTo>
                    <a:pt x="69" y="4375"/>
                  </a:lnTo>
                  <a:cubicBezTo>
                    <a:pt x="53" y="4460"/>
                    <a:pt x="53" y="4545"/>
                    <a:pt x="53" y="4613"/>
                  </a:cubicBezTo>
                  <a:lnTo>
                    <a:pt x="53" y="4848"/>
                  </a:lnTo>
                  <a:lnTo>
                    <a:pt x="37" y="5066"/>
                  </a:lnTo>
                  <a:lnTo>
                    <a:pt x="37" y="5268"/>
                  </a:lnTo>
                  <a:lnTo>
                    <a:pt x="37" y="5405"/>
                  </a:lnTo>
                  <a:cubicBezTo>
                    <a:pt x="37" y="5522"/>
                    <a:pt x="16" y="5640"/>
                    <a:pt x="16" y="5757"/>
                  </a:cubicBezTo>
                  <a:lnTo>
                    <a:pt x="16" y="6092"/>
                  </a:lnTo>
                  <a:cubicBezTo>
                    <a:pt x="0" y="6229"/>
                    <a:pt x="0" y="6379"/>
                    <a:pt x="0" y="6496"/>
                  </a:cubicBezTo>
                  <a:lnTo>
                    <a:pt x="0" y="6581"/>
                  </a:lnTo>
                  <a:lnTo>
                    <a:pt x="0" y="6783"/>
                  </a:lnTo>
                  <a:cubicBezTo>
                    <a:pt x="16" y="6718"/>
                    <a:pt x="16" y="6649"/>
                    <a:pt x="16" y="6581"/>
                  </a:cubicBezTo>
                  <a:lnTo>
                    <a:pt x="16" y="6496"/>
                  </a:lnTo>
                  <a:cubicBezTo>
                    <a:pt x="16" y="6379"/>
                    <a:pt x="16" y="6229"/>
                    <a:pt x="37" y="6092"/>
                  </a:cubicBezTo>
                  <a:lnTo>
                    <a:pt x="37" y="5757"/>
                  </a:lnTo>
                  <a:cubicBezTo>
                    <a:pt x="37" y="5640"/>
                    <a:pt x="37" y="5522"/>
                    <a:pt x="53" y="5405"/>
                  </a:cubicBezTo>
                  <a:lnTo>
                    <a:pt x="53" y="5268"/>
                  </a:lnTo>
                  <a:lnTo>
                    <a:pt x="53" y="5066"/>
                  </a:lnTo>
                  <a:lnTo>
                    <a:pt x="69" y="4848"/>
                  </a:lnTo>
                  <a:lnTo>
                    <a:pt x="69" y="4613"/>
                  </a:lnTo>
                  <a:lnTo>
                    <a:pt x="69" y="4395"/>
                  </a:lnTo>
                  <a:cubicBezTo>
                    <a:pt x="69" y="4327"/>
                    <a:pt x="69" y="4274"/>
                    <a:pt x="85" y="4210"/>
                  </a:cubicBezTo>
                  <a:lnTo>
                    <a:pt x="85" y="3890"/>
                  </a:lnTo>
                  <a:lnTo>
                    <a:pt x="85" y="3789"/>
                  </a:lnTo>
                  <a:close/>
                  <a:moveTo>
                    <a:pt x="0" y="6783"/>
                  </a:moveTo>
                  <a:lnTo>
                    <a:pt x="0" y="6819"/>
                  </a:lnTo>
                  <a:lnTo>
                    <a:pt x="16" y="6835"/>
                  </a:lnTo>
                  <a:lnTo>
                    <a:pt x="16" y="6819"/>
                  </a:lnTo>
                  <a:cubicBezTo>
                    <a:pt x="16" y="6799"/>
                    <a:pt x="0" y="6799"/>
                    <a:pt x="0" y="67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2247256" y="330649"/>
              <a:ext cx="32281" cy="484805"/>
            </a:xfrm>
            <a:custGeom>
              <a:rect b="b" l="l" r="r" t="t"/>
              <a:pathLst>
                <a:path extrusionOk="0" h="4881" w="325">
                  <a:moveTo>
                    <a:pt x="1" y="0"/>
                  </a:moveTo>
                  <a:cubicBezTo>
                    <a:pt x="21" y="32"/>
                    <a:pt x="21" y="53"/>
                    <a:pt x="21" y="85"/>
                  </a:cubicBezTo>
                  <a:lnTo>
                    <a:pt x="21" y="234"/>
                  </a:lnTo>
                  <a:lnTo>
                    <a:pt x="37" y="255"/>
                  </a:lnTo>
                  <a:lnTo>
                    <a:pt x="37" y="234"/>
                  </a:lnTo>
                  <a:lnTo>
                    <a:pt x="37" y="85"/>
                  </a:lnTo>
                  <a:cubicBezTo>
                    <a:pt x="37" y="53"/>
                    <a:pt x="37" y="32"/>
                    <a:pt x="21" y="0"/>
                  </a:cubicBezTo>
                  <a:close/>
                  <a:moveTo>
                    <a:pt x="37" y="255"/>
                  </a:moveTo>
                  <a:lnTo>
                    <a:pt x="37" y="404"/>
                  </a:lnTo>
                  <a:cubicBezTo>
                    <a:pt x="37" y="473"/>
                    <a:pt x="53" y="521"/>
                    <a:pt x="53" y="574"/>
                  </a:cubicBezTo>
                  <a:cubicBezTo>
                    <a:pt x="53" y="659"/>
                    <a:pt x="53" y="723"/>
                    <a:pt x="70" y="792"/>
                  </a:cubicBezTo>
                  <a:lnTo>
                    <a:pt x="70" y="574"/>
                  </a:lnTo>
                  <a:cubicBezTo>
                    <a:pt x="53" y="521"/>
                    <a:pt x="53" y="473"/>
                    <a:pt x="53" y="404"/>
                  </a:cubicBezTo>
                  <a:cubicBezTo>
                    <a:pt x="53" y="356"/>
                    <a:pt x="53" y="303"/>
                    <a:pt x="37" y="255"/>
                  </a:cubicBezTo>
                  <a:close/>
                  <a:moveTo>
                    <a:pt x="70" y="792"/>
                  </a:moveTo>
                  <a:lnTo>
                    <a:pt x="70" y="962"/>
                  </a:lnTo>
                  <a:cubicBezTo>
                    <a:pt x="70" y="1010"/>
                    <a:pt x="86" y="1063"/>
                    <a:pt x="86" y="1095"/>
                  </a:cubicBezTo>
                  <a:lnTo>
                    <a:pt x="86" y="1212"/>
                  </a:lnTo>
                  <a:cubicBezTo>
                    <a:pt x="86" y="1265"/>
                    <a:pt x="102" y="1313"/>
                    <a:pt x="102" y="1366"/>
                  </a:cubicBezTo>
                  <a:lnTo>
                    <a:pt x="102" y="1212"/>
                  </a:lnTo>
                  <a:lnTo>
                    <a:pt x="102" y="1095"/>
                  </a:lnTo>
                  <a:cubicBezTo>
                    <a:pt x="86" y="1063"/>
                    <a:pt x="86" y="1010"/>
                    <a:pt x="86" y="962"/>
                  </a:cubicBezTo>
                  <a:cubicBezTo>
                    <a:pt x="86" y="909"/>
                    <a:pt x="86" y="840"/>
                    <a:pt x="70" y="792"/>
                  </a:cubicBezTo>
                  <a:close/>
                  <a:moveTo>
                    <a:pt x="102" y="1366"/>
                  </a:moveTo>
                  <a:lnTo>
                    <a:pt x="102" y="1499"/>
                  </a:lnTo>
                  <a:cubicBezTo>
                    <a:pt x="102" y="1531"/>
                    <a:pt x="102" y="1567"/>
                    <a:pt x="122" y="1600"/>
                  </a:cubicBezTo>
                  <a:lnTo>
                    <a:pt x="122" y="1499"/>
                  </a:lnTo>
                  <a:cubicBezTo>
                    <a:pt x="122" y="1446"/>
                    <a:pt x="122" y="1398"/>
                    <a:pt x="102" y="1366"/>
                  </a:cubicBezTo>
                  <a:close/>
                  <a:moveTo>
                    <a:pt x="122" y="1600"/>
                  </a:moveTo>
                  <a:lnTo>
                    <a:pt x="122" y="1733"/>
                  </a:lnTo>
                  <a:lnTo>
                    <a:pt x="122" y="1850"/>
                  </a:lnTo>
                  <a:cubicBezTo>
                    <a:pt x="138" y="1919"/>
                    <a:pt x="138" y="1971"/>
                    <a:pt x="138" y="2020"/>
                  </a:cubicBezTo>
                  <a:lnTo>
                    <a:pt x="138" y="2105"/>
                  </a:lnTo>
                  <a:cubicBezTo>
                    <a:pt x="138" y="2121"/>
                    <a:pt x="138" y="2137"/>
                    <a:pt x="154" y="2173"/>
                  </a:cubicBezTo>
                  <a:lnTo>
                    <a:pt x="154" y="2105"/>
                  </a:lnTo>
                  <a:lnTo>
                    <a:pt x="154" y="2020"/>
                  </a:lnTo>
                  <a:cubicBezTo>
                    <a:pt x="154" y="1971"/>
                    <a:pt x="138" y="1919"/>
                    <a:pt x="138" y="1850"/>
                  </a:cubicBezTo>
                  <a:lnTo>
                    <a:pt x="138" y="1733"/>
                  </a:lnTo>
                  <a:cubicBezTo>
                    <a:pt x="138" y="1701"/>
                    <a:pt x="122" y="1648"/>
                    <a:pt x="122" y="1600"/>
                  </a:cubicBezTo>
                  <a:close/>
                  <a:moveTo>
                    <a:pt x="154" y="2173"/>
                  </a:moveTo>
                  <a:lnTo>
                    <a:pt x="154" y="2323"/>
                  </a:lnTo>
                  <a:cubicBezTo>
                    <a:pt x="154" y="2375"/>
                    <a:pt x="154" y="2408"/>
                    <a:pt x="171" y="2456"/>
                  </a:cubicBezTo>
                  <a:lnTo>
                    <a:pt x="171" y="2323"/>
                  </a:lnTo>
                  <a:cubicBezTo>
                    <a:pt x="171" y="2274"/>
                    <a:pt x="171" y="2222"/>
                    <a:pt x="154" y="2173"/>
                  </a:cubicBezTo>
                  <a:close/>
                  <a:moveTo>
                    <a:pt x="171" y="2476"/>
                  </a:moveTo>
                  <a:lnTo>
                    <a:pt x="171" y="2610"/>
                  </a:lnTo>
                  <a:cubicBezTo>
                    <a:pt x="171" y="2678"/>
                    <a:pt x="187" y="2743"/>
                    <a:pt x="187" y="2812"/>
                  </a:cubicBezTo>
                  <a:lnTo>
                    <a:pt x="187" y="2880"/>
                  </a:lnTo>
                  <a:lnTo>
                    <a:pt x="187" y="2945"/>
                  </a:lnTo>
                  <a:cubicBezTo>
                    <a:pt x="203" y="3014"/>
                    <a:pt x="203" y="3082"/>
                    <a:pt x="203" y="3147"/>
                  </a:cubicBezTo>
                  <a:lnTo>
                    <a:pt x="203" y="3163"/>
                  </a:lnTo>
                  <a:cubicBezTo>
                    <a:pt x="223" y="3264"/>
                    <a:pt x="223" y="3385"/>
                    <a:pt x="223" y="3486"/>
                  </a:cubicBezTo>
                  <a:cubicBezTo>
                    <a:pt x="223" y="3502"/>
                    <a:pt x="239" y="3535"/>
                    <a:pt x="239" y="3551"/>
                  </a:cubicBezTo>
                  <a:lnTo>
                    <a:pt x="239" y="3486"/>
                  </a:lnTo>
                  <a:cubicBezTo>
                    <a:pt x="239" y="3385"/>
                    <a:pt x="223" y="3264"/>
                    <a:pt x="223" y="3163"/>
                  </a:cubicBezTo>
                  <a:lnTo>
                    <a:pt x="223" y="3147"/>
                  </a:lnTo>
                  <a:cubicBezTo>
                    <a:pt x="223" y="3082"/>
                    <a:pt x="203" y="3014"/>
                    <a:pt x="203" y="2945"/>
                  </a:cubicBezTo>
                  <a:lnTo>
                    <a:pt x="203" y="2860"/>
                  </a:lnTo>
                  <a:lnTo>
                    <a:pt x="203" y="2812"/>
                  </a:lnTo>
                  <a:cubicBezTo>
                    <a:pt x="187" y="2743"/>
                    <a:pt x="187" y="2678"/>
                    <a:pt x="187" y="2610"/>
                  </a:cubicBezTo>
                  <a:cubicBezTo>
                    <a:pt x="187" y="2557"/>
                    <a:pt x="187" y="2509"/>
                    <a:pt x="171" y="2476"/>
                  </a:cubicBezTo>
                  <a:close/>
                  <a:moveTo>
                    <a:pt x="239" y="3551"/>
                  </a:moveTo>
                  <a:lnTo>
                    <a:pt x="239" y="3620"/>
                  </a:lnTo>
                  <a:lnTo>
                    <a:pt x="239" y="3753"/>
                  </a:lnTo>
                  <a:cubicBezTo>
                    <a:pt x="239" y="3805"/>
                    <a:pt x="255" y="3854"/>
                    <a:pt x="255" y="3923"/>
                  </a:cubicBezTo>
                  <a:lnTo>
                    <a:pt x="255" y="4056"/>
                  </a:lnTo>
                  <a:cubicBezTo>
                    <a:pt x="255" y="4092"/>
                    <a:pt x="272" y="4141"/>
                    <a:pt x="272" y="4173"/>
                  </a:cubicBezTo>
                  <a:lnTo>
                    <a:pt x="272" y="4056"/>
                  </a:lnTo>
                  <a:lnTo>
                    <a:pt x="272" y="3923"/>
                  </a:lnTo>
                  <a:cubicBezTo>
                    <a:pt x="255" y="3854"/>
                    <a:pt x="255" y="3805"/>
                    <a:pt x="255" y="3753"/>
                  </a:cubicBezTo>
                  <a:lnTo>
                    <a:pt x="255" y="3620"/>
                  </a:lnTo>
                  <a:cubicBezTo>
                    <a:pt x="239" y="3587"/>
                    <a:pt x="239" y="3567"/>
                    <a:pt x="239" y="3551"/>
                  </a:cubicBezTo>
                  <a:close/>
                  <a:moveTo>
                    <a:pt x="272" y="4173"/>
                  </a:moveTo>
                  <a:lnTo>
                    <a:pt x="272" y="4395"/>
                  </a:lnTo>
                  <a:lnTo>
                    <a:pt x="288" y="4428"/>
                  </a:lnTo>
                  <a:lnTo>
                    <a:pt x="288" y="4395"/>
                  </a:lnTo>
                  <a:cubicBezTo>
                    <a:pt x="288" y="4310"/>
                    <a:pt x="288" y="4242"/>
                    <a:pt x="272" y="4173"/>
                  </a:cubicBezTo>
                  <a:close/>
                  <a:moveTo>
                    <a:pt x="288" y="4428"/>
                  </a:moveTo>
                  <a:lnTo>
                    <a:pt x="288" y="4512"/>
                  </a:lnTo>
                  <a:lnTo>
                    <a:pt x="288" y="4561"/>
                  </a:lnTo>
                  <a:lnTo>
                    <a:pt x="288" y="4630"/>
                  </a:lnTo>
                  <a:cubicBezTo>
                    <a:pt x="304" y="4678"/>
                    <a:pt x="304" y="4747"/>
                    <a:pt x="304" y="4815"/>
                  </a:cubicBezTo>
                  <a:lnTo>
                    <a:pt x="304" y="4848"/>
                  </a:lnTo>
                  <a:lnTo>
                    <a:pt x="304" y="4864"/>
                  </a:lnTo>
                  <a:lnTo>
                    <a:pt x="304" y="4880"/>
                  </a:lnTo>
                  <a:lnTo>
                    <a:pt x="324" y="4864"/>
                  </a:lnTo>
                  <a:lnTo>
                    <a:pt x="324" y="4848"/>
                  </a:lnTo>
                  <a:lnTo>
                    <a:pt x="324" y="4815"/>
                  </a:lnTo>
                  <a:cubicBezTo>
                    <a:pt x="324" y="4747"/>
                    <a:pt x="304" y="4678"/>
                    <a:pt x="304" y="4630"/>
                  </a:cubicBezTo>
                  <a:lnTo>
                    <a:pt x="304" y="4561"/>
                  </a:lnTo>
                  <a:lnTo>
                    <a:pt x="304" y="4512"/>
                  </a:lnTo>
                  <a:cubicBezTo>
                    <a:pt x="304" y="4476"/>
                    <a:pt x="288" y="4460"/>
                    <a:pt x="288" y="4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2239310" y="337403"/>
              <a:ext cx="247220" cy="534964"/>
            </a:xfrm>
            <a:custGeom>
              <a:rect b="b" l="l" r="r" t="t"/>
              <a:pathLst>
                <a:path extrusionOk="0" h="5386" w="2489">
                  <a:moveTo>
                    <a:pt x="1260" y="368"/>
                  </a:moveTo>
                  <a:lnTo>
                    <a:pt x="1260" y="389"/>
                  </a:lnTo>
                  <a:lnTo>
                    <a:pt x="1260" y="469"/>
                  </a:lnTo>
                  <a:cubicBezTo>
                    <a:pt x="1260" y="506"/>
                    <a:pt x="1293" y="522"/>
                    <a:pt x="1313" y="522"/>
                  </a:cubicBezTo>
                  <a:lnTo>
                    <a:pt x="1345" y="522"/>
                  </a:lnTo>
                  <a:cubicBezTo>
                    <a:pt x="1414" y="554"/>
                    <a:pt x="1495" y="591"/>
                    <a:pt x="1580" y="623"/>
                  </a:cubicBezTo>
                  <a:cubicBezTo>
                    <a:pt x="1596" y="623"/>
                    <a:pt x="1632" y="639"/>
                    <a:pt x="1648" y="639"/>
                  </a:cubicBezTo>
                  <a:cubicBezTo>
                    <a:pt x="1632" y="623"/>
                    <a:pt x="1596" y="623"/>
                    <a:pt x="1580" y="607"/>
                  </a:cubicBezTo>
                  <a:cubicBezTo>
                    <a:pt x="1495" y="570"/>
                    <a:pt x="1414" y="538"/>
                    <a:pt x="1345" y="506"/>
                  </a:cubicBezTo>
                  <a:lnTo>
                    <a:pt x="1313" y="506"/>
                  </a:lnTo>
                  <a:cubicBezTo>
                    <a:pt x="1293" y="506"/>
                    <a:pt x="1277" y="506"/>
                    <a:pt x="1277" y="469"/>
                  </a:cubicBezTo>
                  <a:lnTo>
                    <a:pt x="1277" y="389"/>
                  </a:lnTo>
                  <a:lnTo>
                    <a:pt x="1277" y="368"/>
                  </a:lnTo>
                  <a:close/>
                  <a:moveTo>
                    <a:pt x="0" y="1"/>
                  </a:moveTo>
                  <a:cubicBezTo>
                    <a:pt x="16" y="1"/>
                    <a:pt x="16" y="17"/>
                    <a:pt x="16" y="33"/>
                  </a:cubicBezTo>
                  <a:cubicBezTo>
                    <a:pt x="32" y="102"/>
                    <a:pt x="32" y="150"/>
                    <a:pt x="32" y="203"/>
                  </a:cubicBezTo>
                  <a:lnTo>
                    <a:pt x="32" y="368"/>
                  </a:lnTo>
                  <a:cubicBezTo>
                    <a:pt x="49" y="421"/>
                    <a:pt x="49" y="453"/>
                    <a:pt x="49" y="506"/>
                  </a:cubicBezTo>
                  <a:cubicBezTo>
                    <a:pt x="49" y="570"/>
                    <a:pt x="65" y="655"/>
                    <a:pt x="65" y="740"/>
                  </a:cubicBezTo>
                  <a:lnTo>
                    <a:pt x="65" y="756"/>
                  </a:lnTo>
                  <a:lnTo>
                    <a:pt x="65" y="841"/>
                  </a:lnTo>
                  <a:lnTo>
                    <a:pt x="65" y="873"/>
                  </a:lnTo>
                  <a:lnTo>
                    <a:pt x="81" y="894"/>
                  </a:lnTo>
                  <a:lnTo>
                    <a:pt x="81" y="857"/>
                  </a:lnTo>
                  <a:lnTo>
                    <a:pt x="81" y="841"/>
                  </a:lnTo>
                  <a:lnTo>
                    <a:pt x="81" y="756"/>
                  </a:lnTo>
                  <a:lnTo>
                    <a:pt x="81" y="724"/>
                  </a:lnTo>
                  <a:cubicBezTo>
                    <a:pt x="65" y="655"/>
                    <a:pt x="65" y="570"/>
                    <a:pt x="65" y="506"/>
                  </a:cubicBezTo>
                  <a:cubicBezTo>
                    <a:pt x="65" y="453"/>
                    <a:pt x="49" y="421"/>
                    <a:pt x="49" y="368"/>
                  </a:cubicBezTo>
                  <a:lnTo>
                    <a:pt x="49" y="203"/>
                  </a:lnTo>
                  <a:cubicBezTo>
                    <a:pt x="32" y="150"/>
                    <a:pt x="32" y="102"/>
                    <a:pt x="32" y="33"/>
                  </a:cubicBezTo>
                  <a:cubicBezTo>
                    <a:pt x="32" y="17"/>
                    <a:pt x="32" y="1"/>
                    <a:pt x="0" y="1"/>
                  </a:cubicBezTo>
                  <a:close/>
                  <a:moveTo>
                    <a:pt x="81" y="894"/>
                  </a:moveTo>
                  <a:cubicBezTo>
                    <a:pt x="81" y="1011"/>
                    <a:pt x="81" y="1128"/>
                    <a:pt x="101" y="1277"/>
                  </a:cubicBezTo>
                  <a:cubicBezTo>
                    <a:pt x="101" y="1330"/>
                    <a:pt x="101" y="1378"/>
                    <a:pt x="117" y="1431"/>
                  </a:cubicBezTo>
                  <a:lnTo>
                    <a:pt x="117" y="1277"/>
                  </a:lnTo>
                  <a:cubicBezTo>
                    <a:pt x="101" y="1128"/>
                    <a:pt x="101" y="1011"/>
                    <a:pt x="81" y="894"/>
                  </a:cubicBezTo>
                  <a:close/>
                  <a:moveTo>
                    <a:pt x="1648" y="639"/>
                  </a:moveTo>
                  <a:cubicBezTo>
                    <a:pt x="1765" y="692"/>
                    <a:pt x="1883" y="740"/>
                    <a:pt x="2000" y="793"/>
                  </a:cubicBezTo>
                  <a:cubicBezTo>
                    <a:pt x="2020" y="793"/>
                    <a:pt x="2036" y="809"/>
                    <a:pt x="2036" y="825"/>
                  </a:cubicBezTo>
                  <a:lnTo>
                    <a:pt x="2036" y="974"/>
                  </a:lnTo>
                  <a:cubicBezTo>
                    <a:pt x="2052" y="995"/>
                    <a:pt x="2052" y="1011"/>
                    <a:pt x="2052" y="1027"/>
                  </a:cubicBezTo>
                  <a:lnTo>
                    <a:pt x="2052" y="1112"/>
                  </a:lnTo>
                  <a:cubicBezTo>
                    <a:pt x="2052" y="1160"/>
                    <a:pt x="2068" y="1213"/>
                    <a:pt x="2068" y="1261"/>
                  </a:cubicBezTo>
                  <a:lnTo>
                    <a:pt x="2068" y="1330"/>
                  </a:lnTo>
                  <a:cubicBezTo>
                    <a:pt x="2085" y="1362"/>
                    <a:pt x="2085" y="1398"/>
                    <a:pt x="2085" y="1415"/>
                  </a:cubicBezTo>
                  <a:lnTo>
                    <a:pt x="2085" y="1447"/>
                  </a:lnTo>
                  <a:lnTo>
                    <a:pt x="2085" y="1479"/>
                  </a:lnTo>
                  <a:cubicBezTo>
                    <a:pt x="2101" y="1516"/>
                    <a:pt x="2101" y="1532"/>
                    <a:pt x="2101" y="1564"/>
                  </a:cubicBezTo>
                  <a:lnTo>
                    <a:pt x="2101" y="1617"/>
                  </a:lnTo>
                  <a:cubicBezTo>
                    <a:pt x="2101" y="1633"/>
                    <a:pt x="2121" y="1665"/>
                    <a:pt x="2121" y="1701"/>
                  </a:cubicBezTo>
                  <a:lnTo>
                    <a:pt x="2121" y="1600"/>
                  </a:lnTo>
                  <a:lnTo>
                    <a:pt x="2121" y="1564"/>
                  </a:lnTo>
                  <a:cubicBezTo>
                    <a:pt x="2121" y="1532"/>
                    <a:pt x="2121" y="1499"/>
                    <a:pt x="2101" y="1479"/>
                  </a:cubicBezTo>
                  <a:cubicBezTo>
                    <a:pt x="2085" y="1463"/>
                    <a:pt x="2101" y="1463"/>
                    <a:pt x="2101" y="1447"/>
                  </a:cubicBezTo>
                  <a:lnTo>
                    <a:pt x="2101" y="1415"/>
                  </a:lnTo>
                  <a:cubicBezTo>
                    <a:pt x="2085" y="1378"/>
                    <a:pt x="2085" y="1362"/>
                    <a:pt x="2085" y="1330"/>
                  </a:cubicBezTo>
                  <a:lnTo>
                    <a:pt x="2085" y="1261"/>
                  </a:lnTo>
                  <a:cubicBezTo>
                    <a:pt x="2085" y="1213"/>
                    <a:pt x="2068" y="1160"/>
                    <a:pt x="2068" y="1112"/>
                  </a:cubicBezTo>
                  <a:lnTo>
                    <a:pt x="2068" y="1027"/>
                  </a:lnTo>
                  <a:cubicBezTo>
                    <a:pt x="2052" y="1011"/>
                    <a:pt x="2052" y="995"/>
                    <a:pt x="2052" y="974"/>
                  </a:cubicBezTo>
                  <a:lnTo>
                    <a:pt x="2052" y="825"/>
                  </a:lnTo>
                  <a:cubicBezTo>
                    <a:pt x="2036" y="809"/>
                    <a:pt x="2036" y="772"/>
                    <a:pt x="2000" y="772"/>
                  </a:cubicBezTo>
                  <a:cubicBezTo>
                    <a:pt x="1883" y="724"/>
                    <a:pt x="1765" y="671"/>
                    <a:pt x="1648" y="639"/>
                  </a:cubicBezTo>
                  <a:close/>
                  <a:moveTo>
                    <a:pt x="2121" y="1701"/>
                  </a:moveTo>
                  <a:lnTo>
                    <a:pt x="2121" y="1766"/>
                  </a:lnTo>
                  <a:cubicBezTo>
                    <a:pt x="2121" y="1802"/>
                    <a:pt x="2121" y="1835"/>
                    <a:pt x="2137" y="1883"/>
                  </a:cubicBezTo>
                  <a:lnTo>
                    <a:pt x="2137" y="1766"/>
                  </a:lnTo>
                  <a:cubicBezTo>
                    <a:pt x="2137" y="1734"/>
                    <a:pt x="2121" y="1718"/>
                    <a:pt x="2121" y="1701"/>
                  </a:cubicBezTo>
                  <a:close/>
                  <a:moveTo>
                    <a:pt x="117" y="1431"/>
                  </a:moveTo>
                  <a:lnTo>
                    <a:pt x="117" y="1600"/>
                  </a:lnTo>
                  <a:cubicBezTo>
                    <a:pt x="117" y="1665"/>
                    <a:pt x="133" y="1734"/>
                    <a:pt x="133" y="1802"/>
                  </a:cubicBezTo>
                  <a:lnTo>
                    <a:pt x="133" y="1968"/>
                  </a:lnTo>
                  <a:cubicBezTo>
                    <a:pt x="150" y="2004"/>
                    <a:pt x="150" y="2053"/>
                    <a:pt x="150" y="2105"/>
                  </a:cubicBezTo>
                  <a:cubicBezTo>
                    <a:pt x="150" y="2154"/>
                    <a:pt x="150" y="2223"/>
                    <a:pt x="166" y="2287"/>
                  </a:cubicBezTo>
                  <a:lnTo>
                    <a:pt x="166" y="2105"/>
                  </a:lnTo>
                  <a:cubicBezTo>
                    <a:pt x="166" y="2053"/>
                    <a:pt x="150" y="2004"/>
                    <a:pt x="150" y="1968"/>
                  </a:cubicBezTo>
                  <a:lnTo>
                    <a:pt x="150" y="1802"/>
                  </a:lnTo>
                  <a:cubicBezTo>
                    <a:pt x="133" y="1734"/>
                    <a:pt x="133" y="1665"/>
                    <a:pt x="133" y="1600"/>
                  </a:cubicBezTo>
                  <a:cubicBezTo>
                    <a:pt x="133" y="1548"/>
                    <a:pt x="133" y="1479"/>
                    <a:pt x="117" y="1431"/>
                  </a:cubicBezTo>
                  <a:close/>
                  <a:moveTo>
                    <a:pt x="2137" y="1883"/>
                  </a:moveTo>
                  <a:lnTo>
                    <a:pt x="2137" y="1968"/>
                  </a:lnTo>
                  <a:cubicBezTo>
                    <a:pt x="2153" y="2037"/>
                    <a:pt x="2153" y="2105"/>
                    <a:pt x="2153" y="2154"/>
                  </a:cubicBezTo>
                  <a:cubicBezTo>
                    <a:pt x="2169" y="2206"/>
                    <a:pt x="2169" y="2255"/>
                    <a:pt x="2169" y="2307"/>
                  </a:cubicBezTo>
                  <a:lnTo>
                    <a:pt x="2169" y="2356"/>
                  </a:lnTo>
                  <a:cubicBezTo>
                    <a:pt x="2186" y="2388"/>
                    <a:pt x="2186" y="2425"/>
                    <a:pt x="2186" y="2457"/>
                  </a:cubicBezTo>
                  <a:cubicBezTo>
                    <a:pt x="2186" y="2509"/>
                    <a:pt x="2186" y="2542"/>
                    <a:pt x="2202" y="2574"/>
                  </a:cubicBezTo>
                  <a:lnTo>
                    <a:pt x="2202" y="2457"/>
                  </a:lnTo>
                  <a:cubicBezTo>
                    <a:pt x="2202" y="2425"/>
                    <a:pt x="2186" y="2388"/>
                    <a:pt x="2186" y="2356"/>
                  </a:cubicBezTo>
                  <a:lnTo>
                    <a:pt x="2186" y="2307"/>
                  </a:lnTo>
                  <a:cubicBezTo>
                    <a:pt x="2186" y="2255"/>
                    <a:pt x="2169" y="2206"/>
                    <a:pt x="2169" y="2154"/>
                  </a:cubicBezTo>
                  <a:cubicBezTo>
                    <a:pt x="2169" y="2085"/>
                    <a:pt x="2153" y="2037"/>
                    <a:pt x="2153" y="1968"/>
                  </a:cubicBezTo>
                  <a:cubicBezTo>
                    <a:pt x="2153" y="1936"/>
                    <a:pt x="2153" y="1920"/>
                    <a:pt x="2137" y="1883"/>
                  </a:cubicBezTo>
                  <a:close/>
                  <a:moveTo>
                    <a:pt x="2202" y="2574"/>
                  </a:moveTo>
                  <a:lnTo>
                    <a:pt x="2202" y="2643"/>
                  </a:lnTo>
                  <a:lnTo>
                    <a:pt x="2202" y="2691"/>
                  </a:lnTo>
                  <a:cubicBezTo>
                    <a:pt x="2222" y="2760"/>
                    <a:pt x="2222" y="2812"/>
                    <a:pt x="2222" y="2877"/>
                  </a:cubicBezTo>
                  <a:cubicBezTo>
                    <a:pt x="2238" y="2893"/>
                    <a:pt x="2238" y="2930"/>
                    <a:pt x="2238" y="2946"/>
                  </a:cubicBezTo>
                  <a:cubicBezTo>
                    <a:pt x="2238" y="2978"/>
                    <a:pt x="2238" y="3014"/>
                    <a:pt x="2254" y="3063"/>
                  </a:cubicBezTo>
                  <a:lnTo>
                    <a:pt x="2254" y="3047"/>
                  </a:lnTo>
                  <a:lnTo>
                    <a:pt x="2254" y="2946"/>
                  </a:lnTo>
                  <a:cubicBezTo>
                    <a:pt x="2238" y="2930"/>
                    <a:pt x="2238" y="2893"/>
                    <a:pt x="2238" y="2877"/>
                  </a:cubicBezTo>
                  <a:cubicBezTo>
                    <a:pt x="2238" y="2812"/>
                    <a:pt x="2222" y="2760"/>
                    <a:pt x="2222" y="2691"/>
                  </a:cubicBezTo>
                  <a:lnTo>
                    <a:pt x="2222" y="2627"/>
                  </a:lnTo>
                  <a:cubicBezTo>
                    <a:pt x="2222" y="2610"/>
                    <a:pt x="2222" y="2590"/>
                    <a:pt x="2202" y="2574"/>
                  </a:cubicBezTo>
                  <a:close/>
                  <a:moveTo>
                    <a:pt x="166" y="2287"/>
                  </a:moveTo>
                  <a:lnTo>
                    <a:pt x="166" y="2457"/>
                  </a:lnTo>
                  <a:cubicBezTo>
                    <a:pt x="166" y="2489"/>
                    <a:pt x="182" y="2542"/>
                    <a:pt x="182" y="2590"/>
                  </a:cubicBezTo>
                  <a:cubicBezTo>
                    <a:pt x="182" y="2691"/>
                    <a:pt x="182" y="2792"/>
                    <a:pt x="202" y="2893"/>
                  </a:cubicBezTo>
                  <a:lnTo>
                    <a:pt x="202" y="2962"/>
                  </a:lnTo>
                  <a:cubicBezTo>
                    <a:pt x="202" y="3014"/>
                    <a:pt x="202" y="3047"/>
                    <a:pt x="218" y="3095"/>
                  </a:cubicBezTo>
                  <a:lnTo>
                    <a:pt x="218" y="2962"/>
                  </a:lnTo>
                  <a:lnTo>
                    <a:pt x="218" y="2893"/>
                  </a:lnTo>
                  <a:cubicBezTo>
                    <a:pt x="202" y="2792"/>
                    <a:pt x="202" y="2675"/>
                    <a:pt x="202" y="2590"/>
                  </a:cubicBezTo>
                  <a:cubicBezTo>
                    <a:pt x="182" y="2542"/>
                    <a:pt x="182" y="2489"/>
                    <a:pt x="182" y="2457"/>
                  </a:cubicBezTo>
                  <a:cubicBezTo>
                    <a:pt x="182" y="2388"/>
                    <a:pt x="182" y="2340"/>
                    <a:pt x="166" y="2287"/>
                  </a:cubicBezTo>
                  <a:close/>
                  <a:moveTo>
                    <a:pt x="218" y="3095"/>
                  </a:moveTo>
                  <a:lnTo>
                    <a:pt x="218" y="3180"/>
                  </a:lnTo>
                  <a:lnTo>
                    <a:pt x="218" y="3233"/>
                  </a:lnTo>
                  <a:lnTo>
                    <a:pt x="234" y="3297"/>
                  </a:lnTo>
                  <a:lnTo>
                    <a:pt x="234" y="3233"/>
                  </a:lnTo>
                  <a:lnTo>
                    <a:pt x="234" y="3180"/>
                  </a:lnTo>
                  <a:cubicBezTo>
                    <a:pt x="234" y="3164"/>
                    <a:pt x="234" y="3132"/>
                    <a:pt x="218" y="3095"/>
                  </a:cubicBezTo>
                  <a:close/>
                  <a:moveTo>
                    <a:pt x="2254" y="3063"/>
                  </a:moveTo>
                  <a:lnTo>
                    <a:pt x="2254" y="3249"/>
                  </a:lnTo>
                  <a:cubicBezTo>
                    <a:pt x="2270" y="3265"/>
                    <a:pt x="2270" y="3281"/>
                    <a:pt x="2270" y="3317"/>
                  </a:cubicBezTo>
                  <a:cubicBezTo>
                    <a:pt x="2270" y="3350"/>
                    <a:pt x="2270" y="3398"/>
                    <a:pt x="2287" y="3451"/>
                  </a:cubicBezTo>
                  <a:lnTo>
                    <a:pt x="2287" y="3317"/>
                  </a:lnTo>
                  <a:cubicBezTo>
                    <a:pt x="2287" y="3281"/>
                    <a:pt x="2270" y="3265"/>
                    <a:pt x="2270" y="3249"/>
                  </a:cubicBezTo>
                  <a:cubicBezTo>
                    <a:pt x="2270" y="3180"/>
                    <a:pt x="2270" y="3132"/>
                    <a:pt x="2254" y="3063"/>
                  </a:cubicBezTo>
                  <a:close/>
                  <a:moveTo>
                    <a:pt x="234" y="3297"/>
                  </a:moveTo>
                  <a:lnTo>
                    <a:pt x="234" y="3483"/>
                  </a:lnTo>
                  <a:cubicBezTo>
                    <a:pt x="234" y="3552"/>
                    <a:pt x="251" y="3620"/>
                    <a:pt x="251" y="3685"/>
                  </a:cubicBezTo>
                  <a:lnTo>
                    <a:pt x="251" y="3754"/>
                  </a:lnTo>
                  <a:lnTo>
                    <a:pt x="251" y="3786"/>
                  </a:lnTo>
                  <a:cubicBezTo>
                    <a:pt x="267" y="3822"/>
                    <a:pt x="267" y="3855"/>
                    <a:pt x="267" y="3871"/>
                  </a:cubicBezTo>
                  <a:lnTo>
                    <a:pt x="267" y="3786"/>
                  </a:lnTo>
                  <a:lnTo>
                    <a:pt x="267" y="3754"/>
                  </a:lnTo>
                  <a:lnTo>
                    <a:pt x="267" y="3685"/>
                  </a:lnTo>
                  <a:cubicBezTo>
                    <a:pt x="251" y="3620"/>
                    <a:pt x="251" y="3552"/>
                    <a:pt x="251" y="3483"/>
                  </a:cubicBezTo>
                  <a:cubicBezTo>
                    <a:pt x="251" y="3418"/>
                    <a:pt x="251" y="3366"/>
                    <a:pt x="234" y="3297"/>
                  </a:cubicBezTo>
                  <a:close/>
                  <a:moveTo>
                    <a:pt x="267" y="3871"/>
                  </a:moveTo>
                  <a:lnTo>
                    <a:pt x="267" y="3923"/>
                  </a:lnTo>
                  <a:lnTo>
                    <a:pt x="267" y="3988"/>
                  </a:lnTo>
                  <a:cubicBezTo>
                    <a:pt x="283" y="3972"/>
                    <a:pt x="283" y="3939"/>
                    <a:pt x="283" y="3903"/>
                  </a:cubicBezTo>
                  <a:cubicBezTo>
                    <a:pt x="267" y="3903"/>
                    <a:pt x="267" y="3887"/>
                    <a:pt x="267" y="3871"/>
                  </a:cubicBezTo>
                  <a:close/>
                  <a:moveTo>
                    <a:pt x="267" y="3988"/>
                  </a:moveTo>
                  <a:cubicBezTo>
                    <a:pt x="251" y="3988"/>
                    <a:pt x="267" y="4004"/>
                    <a:pt x="267" y="4004"/>
                  </a:cubicBezTo>
                  <a:lnTo>
                    <a:pt x="267" y="3988"/>
                  </a:lnTo>
                  <a:close/>
                  <a:moveTo>
                    <a:pt x="2287" y="3451"/>
                  </a:moveTo>
                  <a:lnTo>
                    <a:pt x="2287" y="3499"/>
                  </a:lnTo>
                  <a:lnTo>
                    <a:pt x="2287" y="3620"/>
                  </a:lnTo>
                  <a:cubicBezTo>
                    <a:pt x="2303" y="3653"/>
                    <a:pt x="2303" y="3701"/>
                    <a:pt x="2303" y="3737"/>
                  </a:cubicBezTo>
                  <a:cubicBezTo>
                    <a:pt x="2303" y="3770"/>
                    <a:pt x="2323" y="3822"/>
                    <a:pt x="2323" y="3855"/>
                  </a:cubicBezTo>
                  <a:lnTo>
                    <a:pt x="2323" y="3956"/>
                  </a:lnTo>
                  <a:cubicBezTo>
                    <a:pt x="2339" y="3972"/>
                    <a:pt x="2339" y="3988"/>
                    <a:pt x="2339" y="4004"/>
                  </a:cubicBezTo>
                  <a:lnTo>
                    <a:pt x="2339" y="3956"/>
                  </a:lnTo>
                  <a:lnTo>
                    <a:pt x="2339" y="3855"/>
                  </a:lnTo>
                  <a:cubicBezTo>
                    <a:pt x="2323" y="3802"/>
                    <a:pt x="2323" y="3770"/>
                    <a:pt x="2323" y="3737"/>
                  </a:cubicBezTo>
                  <a:cubicBezTo>
                    <a:pt x="2323" y="3685"/>
                    <a:pt x="2323" y="3653"/>
                    <a:pt x="2303" y="3620"/>
                  </a:cubicBezTo>
                  <a:lnTo>
                    <a:pt x="2303" y="3499"/>
                  </a:lnTo>
                  <a:cubicBezTo>
                    <a:pt x="2303" y="3483"/>
                    <a:pt x="2303" y="3467"/>
                    <a:pt x="2287" y="3451"/>
                  </a:cubicBezTo>
                  <a:close/>
                  <a:moveTo>
                    <a:pt x="2339" y="4004"/>
                  </a:moveTo>
                  <a:cubicBezTo>
                    <a:pt x="2339" y="4057"/>
                    <a:pt x="2339" y="4105"/>
                    <a:pt x="2355" y="4141"/>
                  </a:cubicBezTo>
                  <a:cubicBezTo>
                    <a:pt x="2355" y="4089"/>
                    <a:pt x="2355" y="4057"/>
                    <a:pt x="2339" y="4004"/>
                  </a:cubicBezTo>
                  <a:close/>
                  <a:moveTo>
                    <a:pt x="2355" y="4141"/>
                  </a:moveTo>
                  <a:cubicBezTo>
                    <a:pt x="2355" y="4190"/>
                    <a:pt x="2355" y="4259"/>
                    <a:pt x="2371" y="4307"/>
                  </a:cubicBezTo>
                  <a:cubicBezTo>
                    <a:pt x="2371" y="4259"/>
                    <a:pt x="2371" y="4190"/>
                    <a:pt x="2355" y="4141"/>
                  </a:cubicBezTo>
                  <a:close/>
                  <a:moveTo>
                    <a:pt x="2371" y="4307"/>
                  </a:moveTo>
                  <a:cubicBezTo>
                    <a:pt x="2371" y="4408"/>
                    <a:pt x="2387" y="4509"/>
                    <a:pt x="2387" y="4610"/>
                  </a:cubicBezTo>
                  <a:lnTo>
                    <a:pt x="2404" y="4679"/>
                  </a:lnTo>
                  <a:lnTo>
                    <a:pt x="2404" y="4594"/>
                  </a:lnTo>
                  <a:cubicBezTo>
                    <a:pt x="2387" y="4509"/>
                    <a:pt x="2387" y="4408"/>
                    <a:pt x="2371" y="4307"/>
                  </a:cubicBezTo>
                  <a:close/>
                  <a:moveTo>
                    <a:pt x="267" y="4004"/>
                  </a:moveTo>
                  <a:lnTo>
                    <a:pt x="267" y="4024"/>
                  </a:lnTo>
                  <a:cubicBezTo>
                    <a:pt x="267" y="4040"/>
                    <a:pt x="283" y="4057"/>
                    <a:pt x="267" y="4089"/>
                  </a:cubicBezTo>
                  <a:lnTo>
                    <a:pt x="267" y="4105"/>
                  </a:lnTo>
                  <a:cubicBezTo>
                    <a:pt x="283" y="4141"/>
                    <a:pt x="283" y="4190"/>
                    <a:pt x="283" y="4242"/>
                  </a:cubicBezTo>
                  <a:lnTo>
                    <a:pt x="283" y="4291"/>
                  </a:lnTo>
                  <a:cubicBezTo>
                    <a:pt x="303" y="4392"/>
                    <a:pt x="303" y="4477"/>
                    <a:pt x="303" y="4578"/>
                  </a:cubicBezTo>
                  <a:lnTo>
                    <a:pt x="303" y="4610"/>
                  </a:lnTo>
                  <a:cubicBezTo>
                    <a:pt x="319" y="4663"/>
                    <a:pt x="319" y="4695"/>
                    <a:pt x="319" y="4731"/>
                  </a:cubicBezTo>
                  <a:lnTo>
                    <a:pt x="319" y="4747"/>
                  </a:lnTo>
                  <a:cubicBezTo>
                    <a:pt x="303" y="4780"/>
                    <a:pt x="319" y="4796"/>
                    <a:pt x="352" y="4796"/>
                  </a:cubicBezTo>
                  <a:cubicBezTo>
                    <a:pt x="319" y="4780"/>
                    <a:pt x="319" y="4780"/>
                    <a:pt x="335" y="4747"/>
                  </a:cubicBezTo>
                  <a:lnTo>
                    <a:pt x="335" y="4731"/>
                  </a:lnTo>
                  <a:cubicBezTo>
                    <a:pt x="319" y="4695"/>
                    <a:pt x="319" y="4646"/>
                    <a:pt x="319" y="4610"/>
                  </a:cubicBezTo>
                  <a:lnTo>
                    <a:pt x="319" y="4578"/>
                  </a:lnTo>
                  <a:cubicBezTo>
                    <a:pt x="319" y="4477"/>
                    <a:pt x="303" y="4392"/>
                    <a:pt x="303" y="4291"/>
                  </a:cubicBezTo>
                  <a:lnTo>
                    <a:pt x="303" y="4242"/>
                  </a:lnTo>
                  <a:cubicBezTo>
                    <a:pt x="303" y="4190"/>
                    <a:pt x="303" y="4141"/>
                    <a:pt x="283" y="4105"/>
                  </a:cubicBezTo>
                  <a:lnTo>
                    <a:pt x="283" y="4089"/>
                  </a:lnTo>
                  <a:lnTo>
                    <a:pt x="283" y="4024"/>
                  </a:lnTo>
                  <a:lnTo>
                    <a:pt x="283" y="4004"/>
                  </a:lnTo>
                  <a:close/>
                  <a:moveTo>
                    <a:pt x="2404" y="4711"/>
                  </a:moveTo>
                  <a:lnTo>
                    <a:pt x="2404" y="4764"/>
                  </a:lnTo>
                  <a:lnTo>
                    <a:pt x="2404" y="4780"/>
                  </a:lnTo>
                  <a:cubicBezTo>
                    <a:pt x="2404" y="4812"/>
                    <a:pt x="2424" y="4832"/>
                    <a:pt x="2424" y="4865"/>
                  </a:cubicBezTo>
                  <a:lnTo>
                    <a:pt x="2424" y="4780"/>
                  </a:lnTo>
                  <a:lnTo>
                    <a:pt x="2424" y="4764"/>
                  </a:lnTo>
                  <a:cubicBezTo>
                    <a:pt x="2404" y="4747"/>
                    <a:pt x="2404" y="4731"/>
                    <a:pt x="2404" y="4711"/>
                  </a:cubicBezTo>
                  <a:close/>
                  <a:moveTo>
                    <a:pt x="2424" y="4865"/>
                  </a:moveTo>
                  <a:lnTo>
                    <a:pt x="2424" y="4933"/>
                  </a:lnTo>
                  <a:cubicBezTo>
                    <a:pt x="2424" y="4982"/>
                    <a:pt x="2440" y="5034"/>
                    <a:pt x="2440" y="5083"/>
                  </a:cubicBezTo>
                  <a:cubicBezTo>
                    <a:pt x="2440" y="5135"/>
                    <a:pt x="2456" y="5184"/>
                    <a:pt x="2456" y="5252"/>
                  </a:cubicBezTo>
                  <a:lnTo>
                    <a:pt x="2456" y="5285"/>
                  </a:lnTo>
                  <a:cubicBezTo>
                    <a:pt x="2456" y="5301"/>
                    <a:pt x="2472" y="5337"/>
                    <a:pt x="2456" y="5369"/>
                  </a:cubicBezTo>
                  <a:cubicBezTo>
                    <a:pt x="2488" y="5337"/>
                    <a:pt x="2472" y="5301"/>
                    <a:pt x="2472" y="5269"/>
                  </a:cubicBezTo>
                  <a:lnTo>
                    <a:pt x="2472" y="5252"/>
                  </a:lnTo>
                  <a:cubicBezTo>
                    <a:pt x="2456" y="5184"/>
                    <a:pt x="2456" y="5135"/>
                    <a:pt x="2456" y="5083"/>
                  </a:cubicBezTo>
                  <a:cubicBezTo>
                    <a:pt x="2440" y="5034"/>
                    <a:pt x="2440" y="4982"/>
                    <a:pt x="2440" y="4933"/>
                  </a:cubicBezTo>
                  <a:cubicBezTo>
                    <a:pt x="2440" y="4897"/>
                    <a:pt x="2440" y="4881"/>
                    <a:pt x="2424" y="4865"/>
                  </a:cubicBezTo>
                  <a:close/>
                  <a:moveTo>
                    <a:pt x="352" y="4796"/>
                  </a:moveTo>
                  <a:lnTo>
                    <a:pt x="352" y="4796"/>
                  </a:lnTo>
                  <a:cubicBezTo>
                    <a:pt x="420" y="4832"/>
                    <a:pt x="485" y="4848"/>
                    <a:pt x="553" y="4865"/>
                  </a:cubicBezTo>
                  <a:cubicBezTo>
                    <a:pt x="606" y="4881"/>
                    <a:pt x="654" y="4881"/>
                    <a:pt x="687" y="4897"/>
                  </a:cubicBezTo>
                  <a:cubicBezTo>
                    <a:pt x="772" y="4913"/>
                    <a:pt x="840" y="4949"/>
                    <a:pt x="909" y="4966"/>
                  </a:cubicBezTo>
                  <a:cubicBezTo>
                    <a:pt x="974" y="4982"/>
                    <a:pt x="1042" y="4998"/>
                    <a:pt x="1091" y="5014"/>
                  </a:cubicBezTo>
                  <a:lnTo>
                    <a:pt x="1244" y="5050"/>
                  </a:lnTo>
                  <a:cubicBezTo>
                    <a:pt x="1345" y="5083"/>
                    <a:pt x="1446" y="5099"/>
                    <a:pt x="1547" y="5135"/>
                  </a:cubicBezTo>
                  <a:cubicBezTo>
                    <a:pt x="1616" y="5151"/>
                    <a:pt x="1681" y="5184"/>
                    <a:pt x="1765" y="5200"/>
                  </a:cubicBezTo>
                  <a:cubicBezTo>
                    <a:pt x="1866" y="5216"/>
                    <a:pt x="1967" y="5252"/>
                    <a:pt x="2068" y="5285"/>
                  </a:cubicBezTo>
                  <a:lnTo>
                    <a:pt x="2121" y="5301"/>
                  </a:lnTo>
                  <a:cubicBezTo>
                    <a:pt x="2222" y="5317"/>
                    <a:pt x="2323" y="5353"/>
                    <a:pt x="2404" y="5369"/>
                  </a:cubicBezTo>
                  <a:cubicBezTo>
                    <a:pt x="2424" y="5386"/>
                    <a:pt x="2440" y="5386"/>
                    <a:pt x="2440" y="5386"/>
                  </a:cubicBezTo>
                  <a:lnTo>
                    <a:pt x="2456" y="5386"/>
                  </a:lnTo>
                  <a:lnTo>
                    <a:pt x="2456" y="5369"/>
                  </a:lnTo>
                  <a:lnTo>
                    <a:pt x="2424" y="5369"/>
                  </a:lnTo>
                  <a:cubicBezTo>
                    <a:pt x="2323" y="5337"/>
                    <a:pt x="2222" y="5301"/>
                    <a:pt x="2137" y="5285"/>
                  </a:cubicBezTo>
                  <a:lnTo>
                    <a:pt x="2068" y="5269"/>
                  </a:lnTo>
                  <a:cubicBezTo>
                    <a:pt x="1967" y="5236"/>
                    <a:pt x="1866" y="5216"/>
                    <a:pt x="1765" y="5184"/>
                  </a:cubicBezTo>
                  <a:cubicBezTo>
                    <a:pt x="1697" y="5168"/>
                    <a:pt x="1616" y="5135"/>
                    <a:pt x="1547" y="5115"/>
                  </a:cubicBezTo>
                  <a:cubicBezTo>
                    <a:pt x="1446" y="5099"/>
                    <a:pt x="1345" y="5067"/>
                    <a:pt x="1244" y="5034"/>
                  </a:cubicBezTo>
                  <a:lnTo>
                    <a:pt x="1111" y="4998"/>
                  </a:lnTo>
                  <a:cubicBezTo>
                    <a:pt x="1042" y="4982"/>
                    <a:pt x="974" y="4966"/>
                    <a:pt x="925" y="4949"/>
                  </a:cubicBezTo>
                  <a:cubicBezTo>
                    <a:pt x="840" y="4933"/>
                    <a:pt x="772" y="4913"/>
                    <a:pt x="707" y="4881"/>
                  </a:cubicBezTo>
                  <a:cubicBezTo>
                    <a:pt x="654" y="4881"/>
                    <a:pt x="606" y="4865"/>
                    <a:pt x="553" y="4848"/>
                  </a:cubicBezTo>
                  <a:cubicBezTo>
                    <a:pt x="485" y="4832"/>
                    <a:pt x="420" y="4812"/>
                    <a:pt x="352" y="47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1249437" y="19662"/>
              <a:ext cx="1491464" cy="627237"/>
            </a:xfrm>
            <a:custGeom>
              <a:rect b="b" l="l" r="r" t="t"/>
              <a:pathLst>
                <a:path extrusionOk="0" h="6315" w="15016">
                  <a:moveTo>
                    <a:pt x="6952" y="17"/>
                  </a:moveTo>
                  <a:cubicBezTo>
                    <a:pt x="6936" y="17"/>
                    <a:pt x="6936" y="33"/>
                    <a:pt x="6936" y="33"/>
                  </a:cubicBezTo>
                  <a:cubicBezTo>
                    <a:pt x="6952" y="33"/>
                    <a:pt x="6952" y="33"/>
                    <a:pt x="6952" y="17"/>
                  </a:cubicBezTo>
                  <a:close/>
                  <a:moveTo>
                    <a:pt x="6952" y="0"/>
                  </a:moveTo>
                  <a:lnTo>
                    <a:pt x="6952" y="17"/>
                  </a:lnTo>
                  <a:lnTo>
                    <a:pt x="6969" y="17"/>
                  </a:lnTo>
                  <a:cubicBezTo>
                    <a:pt x="7001" y="17"/>
                    <a:pt x="7053" y="33"/>
                    <a:pt x="7086" y="53"/>
                  </a:cubicBezTo>
                  <a:cubicBezTo>
                    <a:pt x="7053" y="17"/>
                    <a:pt x="7017" y="0"/>
                    <a:pt x="6969" y="0"/>
                  </a:cubicBezTo>
                  <a:close/>
                  <a:moveTo>
                    <a:pt x="6936" y="33"/>
                  </a:moveTo>
                  <a:lnTo>
                    <a:pt x="6916" y="53"/>
                  </a:lnTo>
                  <a:cubicBezTo>
                    <a:pt x="6884" y="69"/>
                    <a:pt x="6868" y="85"/>
                    <a:pt x="6851" y="101"/>
                  </a:cubicBezTo>
                  <a:cubicBezTo>
                    <a:pt x="6767" y="170"/>
                    <a:pt x="6682" y="255"/>
                    <a:pt x="6597" y="336"/>
                  </a:cubicBezTo>
                  <a:cubicBezTo>
                    <a:pt x="6682" y="271"/>
                    <a:pt x="6783" y="186"/>
                    <a:pt x="6868" y="101"/>
                  </a:cubicBezTo>
                  <a:cubicBezTo>
                    <a:pt x="6884" y="85"/>
                    <a:pt x="6900" y="69"/>
                    <a:pt x="6916" y="69"/>
                  </a:cubicBezTo>
                  <a:cubicBezTo>
                    <a:pt x="6936" y="69"/>
                    <a:pt x="6936" y="53"/>
                    <a:pt x="6936" y="33"/>
                  </a:cubicBezTo>
                  <a:close/>
                  <a:moveTo>
                    <a:pt x="7086" y="53"/>
                  </a:moveTo>
                  <a:cubicBezTo>
                    <a:pt x="7102" y="69"/>
                    <a:pt x="7118" y="69"/>
                    <a:pt x="7118" y="69"/>
                  </a:cubicBezTo>
                  <a:cubicBezTo>
                    <a:pt x="7239" y="117"/>
                    <a:pt x="7356" y="170"/>
                    <a:pt x="7457" y="218"/>
                  </a:cubicBezTo>
                  <a:cubicBezTo>
                    <a:pt x="7522" y="255"/>
                    <a:pt x="7575" y="287"/>
                    <a:pt x="7643" y="303"/>
                  </a:cubicBezTo>
                  <a:cubicBezTo>
                    <a:pt x="7777" y="372"/>
                    <a:pt x="7910" y="420"/>
                    <a:pt x="8047" y="489"/>
                  </a:cubicBezTo>
                  <a:lnTo>
                    <a:pt x="8415" y="659"/>
                  </a:lnTo>
                  <a:cubicBezTo>
                    <a:pt x="8601" y="740"/>
                    <a:pt x="8786" y="824"/>
                    <a:pt x="8972" y="909"/>
                  </a:cubicBezTo>
                  <a:cubicBezTo>
                    <a:pt x="9005" y="925"/>
                    <a:pt x="9057" y="942"/>
                    <a:pt x="9106" y="962"/>
                  </a:cubicBezTo>
                  <a:cubicBezTo>
                    <a:pt x="9057" y="942"/>
                    <a:pt x="9021" y="909"/>
                    <a:pt x="8972" y="893"/>
                  </a:cubicBezTo>
                  <a:cubicBezTo>
                    <a:pt x="8786" y="808"/>
                    <a:pt x="8601" y="723"/>
                    <a:pt x="8415" y="639"/>
                  </a:cubicBezTo>
                  <a:lnTo>
                    <a:pt x="8047" y="473"/>
                  </a:lnTo>
                  <a:cubicBezTo>
                    <a:pt x="7910" y="420"/>
                    <a:pt x="7777" y="356"/>
                    <a:pt x="7643" y="287"/>
                  </a:cubicBezTo>
                  <a:cubicBezTo>
                    <a:pt x="7591" y="271"/>
                    <a:pt x="7522" y="235"/>
                    <a:pt x="7474" y="218"/>
                  </a:cubicBezTo>
                  <a:cubicBezTo>
                    <a:pt x="7356" y="170"/>
                    <a:pt x="7239" y="117"/>
                    <a:pt x="7138" y="69"/>
                  </a:cubicBezTo>
                  <a:cubicBezTo>
                    <a:pt x="7118" y="53"/>
                    <a:pt x="7102" y="53"/>
                    <a:pt x="7086" y="53"/>
                  </a:cubicBezTo>
                  <a:close/>
                  <a:moveTo>
                    <a:pt x="6597" y="336"/>
                  </a:moveTo>
                  <a:lnTo>
                    <a:pt x="6565" y="356"/>
                  </a:lnTo>
                  <a:cubicBezTo>
                    <a:pt x="6480" y="420"/>
                    <a:pt x="6395" y="505"/>
                    <a:pt x="6310" y="590"/>
                  </a:cubicBezTo>
                  <a:cubicBezTo>
                    <a:pt x="6246" y="659"/>
                    <a:pt x="6177" y="723"/>
                    <a:pt x="6092" y="792"/>
                  </a:cubicBezTo>
                  <a:cubicBezTo>
                    <a:pt x="6007" y="861"/>
                    <a:pt x="5926" y="942"/>
                    <a:pt x="5842" y="1010"/>
                  </a:cubicBezTo>
                  <a:cubicBezTo>
                    <a:pt x="5724" y="1111"/>
                    <a:pt x="5587" y="1228"/>
                    <a:pt x="5470" y="1346"/>
                  </a:cubicBezTo>
                  <a:lnTo>
                    <a:pt x="5401" y="1414"/>
                  </a:lnTo>
                  <a:cubicBezTo>
                    <a:pt x="5320" y="1483"/>
                    <a:pt x="5252" y="1548"/>
                    <a:pt x="5183" y="1616"/>
                  </a:cubicBezTo>
                  <a:cubicBezTo>
                    <a:pt x="5252" y="1548"/>
                    <a:pt x="5337" y="1499"/>
                    <a:pt x="5401" y="1430"/>
                  </a:cubicBezTo>
                  <a:lnTo>
                    <a:pt x="5486" y="1346"/>
                  </a:lnTo>
                  <a:cubicBezTo>
                    <a:pt x="5603" y="1245"/>
                    <a:pt x="5724" y="1127"/>
                    <a:pt x="5858" y="1026"/>
                  </a:cubicBezTo>
                  <a:cubicBezTo>
                    <a:pt x="5943" y="942"/>
                    <a:pt x="6027" y="877"/>
                    <a:pt x="6108" y="792"/>
                  </a:cubicBezTo>
                  <a:cubicBezTo>
                    <a:pt x="6177" y="723"/>
                    <a:pt x="6246" y="659"/>
                    <a:pt x="6330" y="590"/>
                  </a:cubicBezTo>
                  <a:cubicBezTo>
                    <a:pt x="6411" y="521"/>
                    <a:pt x="6496" y="437"/>
                    <a:pt x="6581" y="372"/>
                  </a:cubicBezTo>
                  <a:lnTo>
                    <a:pt x="6597" y="336"/>
                  </a:lnTo>
                  <a:close/>
                  <a:moveTo>
                    <a:pt x="9106" y="962"/>
                  </a:moveTo>
                  <a:cubicBezTo>
                    <a:pt x="9158" y="994"/>
                    <a:pt x="9190" y="1010"/>
                    <a:pt x="9239" y="1026"/>
                  </a:cubicBezTo>
                  <a:cubicBezTo>
                    <a:pt x="9291" y="1063"/>
                    <a:pt x="9360" y="1079"/>
                    <a:pt x="9409" y="1111"/>
                  </a:cubicBezTo>
                  <a:cubicBezTo>
                    <a:pt x="9461" y="1127"/>
                    <a:pt x="9510" y="1164"/>
                    <a:pt x="9578" y="1180"/>
                  </a:cubicBezTo>
                  <a:cubicBezTo>
                    <a:pt x="9663" y="1212"/>
                    <a:pt x="9728" y="1245"/>
                    <a:pt x="9813" y="1297"/>
                  </a:cubicBezTo>
                  <a:cubicBezTo>
                    <a:pt x="9897" y="1329"/>
                    <a:pt x="9982" y="1366"/>
                    <a:pt x="10083" y="1414"/>
                  </a:cubicBezTo>
                  <a:cubicBezTo>
                    <a:pt x="10148" y="1447"/>
                    <a:pt x="10233" y="1483"/>
                    <a:pt x="10301" y="1515"/>
                  </a:cubicBezTo>
                  <a:cubicBezTo>
                    <a:pt x="10386" y="1548"/>
                    <a:pt x="10471" y="1584"/>
                    <a:pt x="10536" y="1616"/>
                  </a:cubicBezTo>
                  <a:cubicBezTo>
                    <a:pt x="10620" y="1649"/>
                    <a:pt x="10705" y="1685"/>
                    <a:pt x="10774" y="1733"/>
                  </a:cubicBezTo>
                  <a:cubicBezTo>
                    <a:pt x="10855" y="1750"/>
                    <a:pt x="10923" y="1786"/>
                    <a:pt x="10992" y="1818"/>
                  </a:cubicBezTo>
                  <a:cubicBezTo>
                    <a:pt x="11109" y="1871"/>
                    <a:pt x="11226" y="1935"/>
                    <a:pt x="11344" y="1988"/>
                  </a:cubicBezTo>
                  <a:lnTo>
                    <a:pt x="11412" y="2004"/>
                  </a:lnTo>
                  <a:lnTo>
                    <a:pt x="11344" y="1972"/>
                  </a:lnTo>
                  <a:cubicBezTo>
                    <a:pt x="11226" y="1919"/>
                    <a:pt x="11109" y="1871"/>
                    <a:pt x="10992" y="1802"/>
                  </a:cubicBezTo>
                  <a:cubicBezTo>
                    <a:pt x="10923" y="1786"/>
                    <a:pt x="10855" y="1750"/>
                    <a:pt x="10790" y="1717"/>
                  </a:cubicBezTo>
                  <a:cubicBezTo>
                    <a:pt x="10705" y="1685"/>
                    <a:pt x="10620" y="1649"/>
                    <a:pt x="10552" y="1600"/>
                  </a:cubicBezTo>
                  <a:cubicBezTo>
                    <a:pt x="10471" y="1568"/>
                    <a:pt x="10386" y="1531"/>
                    <a:pt x="10318" y="1499"/>
                  </a:cubicBezTo>
                  <a:cubicBezTo>
                    <a:pt x="10233" y="1467"/>
                    <a:pt x="10148" y="1430"/>
                    <a:pt x="10083" y="1398"/>
                  </a:cubicBezTo>
                  <a:cubicBezTo>
                    <a:pt x="9998" y="1366"/>
                    <a:pt x="9914" y="1313"/>
                    <a:pt x="9829" y="1281"/>
                  </a:cubicBezTo>
                  <a:cubicBezTo>
                    <a:pt x="9744" y="1245"/>
                    <a:pt x="9663" y="1212"/>
                    <a:pt x="9578" y="1164"/>
                  </a:cubicBezTo>
                  <a:cubicBezTo>
                    <a:pt x="9526" y="1144"/>
                    <a:pt x="9461" y="1111"/>
                    <a:pt x="9409" y="1095"/>
                  </a:cubicBezTo>
                  <a:cubicBezTo>
                    <a:pt x="9360" y="1079"/>
                    <a:pt x="9308" y="1043"/>
                    <a:pt x="9259" y="1026"/>
                  </a:cubicBezTo>
                  <a:cubicBezTo>
                    <a:pt x="9207" y="994"/>
                    <a:pt x="9158" y="978"/>
                    <a:pt x="9106" y="962"/>
                  </a:cubicBezTo>
                  <a:close/>
                  <a:moveTo>
                    <a:pt x="5183" y="1616"/>
                  </a:moveTo>
                  <a:cubicBezTo>
                    <a:pt x="5082" y="1701"/>
                    <a:pt x="4997" y="1770"/>
                    <a:pt x="4916" y="1851"/>
                  </a:cubicBezTo>
                  <a:cubicBezTo>
                    <a:pt x="4848" y="1919"/>
                    <a:pt x="4779" y="1972"/>
                    <a:pt x="4714" y="2036"/>
                  </a:cubicBezTo>
                  <a:cubicBezTo>
                    <a:pt x="4779" y="1988"/>
                    <a:pt x="4848" y="1919"/>
                    <a:pt x="4916" y="1871"/>
                  </a:cubicBezTo>
                  <a:cubicBezTo>
                    <a:pt x="5017" y="1786"/>
                    <a:pt x="5098" y="1701"/>
                    <a:pt x="5183" y="1616"/>
                  </a:cubicBezTo>
                  <a:close/>
                  <a:moveTo>
                    <a:pt x="11412" y="2004"/>
                  </a:moveTo>
                  <a:lnTo>
                    <a:pt x="11412" y="2004"/>
                  </a:lnTo>
                  <a:cubicBezTo>
                    <a:pt x="11461" y="2036"/>
                    <a:pt x="11497" y="2052"/>
                    <a:pt x="11546" y="2073"/>
                  </a:cubicBezTo>
                  <a:cubicBezTo>
                    <a:pt x="11630" y="2105"/>
                    <a:pt x="11699" y="2137"/>
                    <a:pt x="11784" y="2174"/>
                  </a:cubicBezTo>
                  <a:cubicBezTo>
                    <a:pt x="11715" y="2137"/>
                    <a:pt x="11630" y="2105"/>
                    <a:pt x="11562" y="2073"/>
                  </a:cubicBezTo>
                  <a:cubicBezTo>
                    <a:pt x="11513" y="2036"/>
                    <a:pt x="11461" y="2020"/>
                    <a:pt x="11412" y="2004"/>
                  </a:cubicBezTo>
                  <a:close/>
                  <a:moveTo>
                    <a:pt x="11784" y="2174"/>
                  </a:moveTo>
                  <a:lnTo>
                    <a:pt x="11784" y="2174"/>
                  </a:lnTo>
                  <a:cubicBezTo>
                    <a:pt x="11832" y="2206"/>
                    <a:pt x="11885" y="2222"/>
                    <a:pt x="11933" y="2254"/>
                  </a:cubicBezTo>
                  <a:cubicBezTo>
                    <a:pt x="12002" y="2275"/>
                    <a:pt x="12067" y="2307"/>
                    <a:pt x="12135" y="2339"/>
                  </a:cubicBezTo>
                  <a:cubicBezTo>
                    <a:pt x="12220" y="2376"/>
                    <a:pt x="12305" y="2408"/>
                    <a:pt x="12370" y="2456"/>
                  </a:cubicBezTo>
                  <a:cubicBezTo>
                    <a:pt x="12471" y="2493"/>
                    <a:pt x="12592" y="2541"/>
                    <a:pt x="12693" y="2594"/>
                  </a:cubicBezTo>
                  <a:cubicBezTo>
                    <a:pt x="12842" y="2658"/>
                    <a:pt x="13012" y="2743"/>
                    <a:pt x="13178" y="2812"/>
                  </a:cubicBezTo>
                  <a:cubicBezTo>
                    <a:pt x="13299" y="2860"/>
                    <a:pt x="13416" y="2913"/>
                    <a:pt x="13533" y="2982"/>
                  </a:cubicBezTo>
                  <a:cubicBezTo>
                    <a:pt x="13650" y="3030"/>
                    <a:pt x="13784" y="3083"/>
                    <a:pt x="13905" y="3131"/>
                  </a:cubicBezTo>
                  <a:cubicBezTo>
                    <a:pt x="13784" y="3062"/>
                    <a:pt x="13666" y="3014"/>
                    <a:pt x="13533" y="2961"/>
                  </a:cubicBezTo>
                  <a:cubicBezTo>
                    <a:pt x="13416" y="2913"/>
                    <a:pt x="13299" y="2844"/>
                    <a:pt x="13178" y="2796"/>
                  </a:cubicBezTo>
                  <a:cubicBezTo>
                    <a:pt x="13012" y="2727"/>
                    <a:pt x="12858" y="2642"/>
                    <a:pt x="12693" y="2578"/>
                  </a:cubicBezTo>
                  <a:cubicBezTo>
                    <a:pt x="12592" y="2525"/>
                    <a:pt x="12491" y="2493"/>
                    <a:pt x="12390" y="2440"/>
                  </a:cubicBezTo>
                  <a:cubicBezTo>
                    <a:pt x="12305" y="2408"/>
                    <a:pt x="12220" y="2355"/>
                    <a:pt x="12135" y="2323"/>
                  </a:cubicBezTo>
                  <a:cubicBezTo>
                    <a:pt x="12067" y="2307"/>
                    <a:pt x="12002" y="2275"/>
                    <a:pt x="11950" y="2238"/>
                  </a:cubicBezTo>
                  <a:cubicBezTo>
                    <a:pt x="11885" y="2222"/>
                    <a:pt x="11832" y="2190"/>
                    <a:pt x="11784" y="2174"/>
                  </a:cubicBezTo>
                  <a:close/>
                  <a:moveTo>
                    <a:pt x="4714" y="2036"/>
                  </a:moveTo>
                  <a:lnTo>
                    <a:pt x="4391" y="2323"/>
                  </a:lnTo>
                  <a:cubicBezTo>
                    <a:pt x="4327" y="2376"/>
                    <a:pt x="4258" y="2440"/>
                    <a:pt x="4189" y="2509"/>
                  </a:cubicBezTo>
                  <a:cubicBezTo>
                    <a:pt x="4056" y="2626"/>
                    <a:pt x="3923" y="2759"/>
                    <a:pt x="3769" y="2881"/>
                  </a:cubicBezTo>
                  <a:cubicBezTo>
                    <a:pt x="3737" y="2913"/>
                    <a:pt x="3705" y="2945"/>
                    <a:pt x="3652" y="2982"/>
                  </a:cubicBezTo>
                  <a:cubicBezTo>
                    <a:pt x="3604" y="3046"/>
                    <a:pt x="3535" y="3099"/>
                    <a:pt x="3482" y="3147"/>
                  </a:cubicBezTo>
                  <a:cubicBezTo>
                    <a:pt x="3434" y="3200"/>
                    <a:pt x="3381" y="3232"/>
                    <a:pt x="3349" y="3264"/>
                  </a:cubicBezTo>
                  <a:cubicBezTo>
                    <a:pt x="3280" y="3317"/>
                    <a:pt x="3232" y="3365"/>
                    <a:pt x="3179" y="3418"/>
                  </a:cubicBezTo>
                  <a:lnTo>
                    <a:pt x="3030" y="3567"/>
                  </a:lnTo>
                  <a:cubicBezTo>
                    <a:pt x="3078" y="3519"/>
                    <a:pt x="3131" y="3487"/>
                    <a:pt x="3179" y="3434"/>
                  </a:cubicBezTo>
                  <a:cubicBezTo>
                    <a:pt x="3248" y="3386"/>
                    <a:pt x="3301" y="3333"/>
                    <a:pt x="3349" y="3285"/>
                  </a:cubicBezTo>
                  <a:cubicBezTo>
                    <a:pt x="3402" y="3248"/>
                    <a:pt x="3450" y="3200"/>
                    <a:pt x="3482" y="3163"/>
                  </a:cubicBezTo>
                  <a:cubicBezTo>
                    <a:pt x="3551" y="3099"/>
                    <a:pt x="3604" y="3046"/>
                    <a:pt x="3668" y="2998"/>
                  </a:cubicBezTo>
                  <a:cubicBezTo>
                    <a:pt x="3705" y="2961"/>
                    <a:pt x="3753" y="2929"/>
                    <a:pt x="3785" y="2897"/>
                  </a:cubicBezTo>
                  <a:cubicBezTo>
                    <a:pt x="3923" y="2759"/>
                    <a:pt x="4056" y="2642"/>
                    <a:pt x="4210" y="2509"/>
                  </a:cubicBezTo>
                  <a:cubicBezTo>
                    <a:pt x="4274" y="2456"/>
                    <a:pt x="4343" y="2392"/>
                    <a:pt x="4412" y="2323"/>
                  </a:cubicBezTo>
                  <a:lnTo>
                    <a:pt x="4714" y="2036"/>
                  </a:lnTo>
                  <a:close/>
                  <a:moveTo>
                    <a:pt x="13905" y="3131"/>
                  </a:moveTo>
                  <a:cubicBezTo>
                    <a:pt x="13969" y="3163"/>
                    <a:pt x="14038" y="3200"/>
                    <a:pt x="14107" y="3232"/>
                  </a:cubicBezTo>
                  <a:cubicBezTo>
                    <a:pt x="14188" y="3264"/>
                    <a:pt x="14288" y="3317"/>
                    <a:pt x="14373" y="3349"/>
                  </a:cubicBezTo>
                  <a:cubicBezTo>
                    <a:pt x="14490" y="3402"/>
                    <a:pt x="14612" y="3450"/>
                    <a:pt x="14713" y="3503"/>
                  </a:cubicBezTo>
                  <a:cubicBezTo>
                    <a:pt x="14761" y="3519"/>
                    <a:pt x="14793" y="3535"/>
                    <a:pt x="14830" y="3551"/>
                  </a:cubicBezTo>
                  <a:cubicBezTo>
                    <a:pt x="14878" y="3588"/>
                    <a:pt x="14931" y="3604"/>
                    <a:pt x="14963" y="3620"/>
                  </a:cubicBezTo>
                  <a:lnTo>
                    <a:pt x="14979" y="3620"/>
                  </a:lnTo>
                  <a:lnTo>
                    <a:pt x="14995" y="3636"/>
                  </a:lnTo>
                  <a:lnTo>
                    <a:pt x="14995" y="3652"/>
                  </a:lnTo>
                  <a:lnTo>
                    <a:pt x="15016" y="3636"/>
                  </a:lnTo>
                  <a:lnTo>
                    <a:pt x="15016" y="3620"/>
                  </a:lnTo>
                  <a:lnTo>
                    <a:pt x="14995" y="3620"/>
                  </a:lnTo>
                  <a:cubicBezTo>
                    <a:pt x="14979" y="3604"/>
                    <a:pt x="14979" y="3604"/>
                    <a:pt x="14963" y="3604"/>
                  </a:cubicBezTo>
                  <a:cubicBezTo>
                    <a:pt x="14931" y="3588"/>
                    <a:pt x="14878" y="3567"/>
                    <a:pt x="14846" y="3551"/>
                  </a:cubicBezTo>
                  <a:cubicBezTo>
                    <a:pt x="14793" y="3535"/>
                    <a:pt x="14761" y="3519"/>
                    <a:pt x="14729" y="3487"/>
                  </a:cubicBezTo>
                  <a:cubicBezTo>
                    <a:pt x="14612" y="3434"/>
                    <a:pt x="14490" y="3386"/>
                    <a:pt x="14389" y="3349"/>
                  </a:cubicBezTo>
                  <a:cubicBezTo>
                    <a:pt x="14288" y="3301"/>
                    <a:pt x="14208" y="3264"/>
                    <a:pt x="14107" y="3216"/>
                  </a:cubicBezTo>
                  <a:cubicBezTo>
                    <a:pt x="14038" y="3184"/>
                    <a:pt x="13969" y="3147"/>
                    <a:pt x="13905" y="3131"/>
                  </a:cubicBezTo>
                  <a:close/>
                  <a:moveTo>
                    <a:pt x="3030" y="3567"/>
                  </a:moveTo>
                  <a:cubicBezTo>
                    <a:pt x="2961" y="3620"/>
                    <a:pt x="2913" y="3668"/>
                    <a:pt x="2860" y="3721"/>
                  </a:cubicBezTo>
                  <a:cubicBezTo>
                    <a:pt x="2929" y="3668"/>
                    <a:pt x="2977" y="3620"/>
                    <a:pt x="3030" y="3567"/>
                  </a:cubicBezTo>
                  <a:close/>
                  <a:moveTo>
                    <a:pt x="2860" y="3721"/>
                  </a:moveTo>
                  <a:lnTo>
                    <a:pt x="2860" y="3721"/>
                  </a:lnTo>
                  <a:cubicBezTo>
                    <a:pt x="2812" y="3753"/>
                    <a:pt x="2759" y="3806"/>
                    <a:pt x="2711" y="3854"/>
                  </a:cubicBezTo>
                  <a:cubicBezTo>
                    <a:pt x="2759" y="3822"/>
                    <a:pt x="2812" y="3769"/>
                    <a:pt x="2860" y="3721"/>
                  </a:cubicBezTo>
                  <a:close/>
                  <a:moveTo>
                    <a:pt x="2711" y="3854"/>
                  </a:moveTo>
                  <a:lnTo>
                    <a:pt x="2711" y="3854"/>
                  </a:lnTo>
                  <a:cubicBezTo>
                    <a:pt x="2658" y="3891"/>
                    <a:pt x="2610" y="3939"/>
                    <a:pt x="2573" y="3971"/>
                  </a:cubicBezTo>
                  <a:cubicBezTo>
                    <a:pt x="2626" y="3939"/>
                    <a:pt x="2658" y="3907"/>
                    <a:pt x="2711" y="3854"/>
                  </a:cubicBezTo>
                  <a:close/>
                  <a:moveTo>
                    <a:pt x="2573" y="3971"/>
                  </a:moveTo>
                  <a:lnTo>
                    <a:pt x="2573" y="3971"/>
                  </a:lnTo>
                  <a:cubicBezTo>
                    <a:pt x="2493" y="4040"/>
                    <a:pt x="2408" y="4125"/>
                    <a:pt x="2323" y="4210"/>
                  </a:cubicBezTo>
                  <a:cubicBezTo>
                    <a:pt x="2408" y="4141"/>
                    <a:pt x="2493" y="4056"/>
                    <a:pt x="2573" y="3971"/>
                  </a:cubicBezTo>
                  <a:close/>
                  <a:moveTo>
                    <a:pt x="2323" y="4210"/>
                  </a:moveTo>
                  <a:lnTo>
                    <a:pt x="2068" y="4428"/>
                  </a:lnTo>
                  <a:cubicBezTo>
                    <a:pt x="1968" y="4513"/>
                    <a:pt x="1867" y="4614"/>
                    <a:pt x="1749" y="4715"/>
                  </a:cubicBezTo>
                  <a:cubicBezTo>
                    <a:pt x="1733" y="4731"/>
                    <a:pt x="1701" y="4747"/>
                    <a:pt x="1685" y="4779"/>
                  </a:cubicBezTo>
                  <a:cubicBezTo>
                    <a:pt x="1665" y="4799"/>
                    <a:pt x="1632" y="4816"/>
                    <a:pt x="1616" y="4832"/>
                  </a:cubicBezTo>
                  <a:cubicBezTo>
                    <a:pt x="1515" y="4933"/>
                    <a:pt x="1414" y="5018"/>
                    <a:pt x="1313" y="5119"/>
                  </a:cubicBezTo>
                  <a:cubicBezTo>
                    <a:pt x="1414" y="5034"/>
                    <a:pt x="1515" y="4933"/>
                    <a:pt x="1616" y="4848"/>
                  </a:cubicBezTo>
                  <a:cubicBezTo>
                    <a:pt x="1648" y="4832"/>
                    <a:pt x="1665" y="4799"/>
                    <a:pt x="1701" y="4779"/>
                  </a:cubicBezTo>
                  <a:lnTo>
                    <a:pt x="1766" y="4715"/>
                  </a:lnTo>
                  <a:cubicBezTo>
                    <a:pt x="1867" y="4630"/>
                    <a:pt x="1988" y="4529"/>
                    <a:pt x="2089" y="4428"/>
                  </a:cubicBezTo>
                  <a:lnTo>
                    <a:pt x="2323" y="4210"/>
                  </a:lnTo>
                  <a:close/>
                  <a:moveTo>
                    <a:pt x="1313" y="5119"/>
                  </a:moveTo>
                  <a:lnTo>
                    <a:pt x="1313" y="5119"/>
                  </a:lnTo>
                  <a:cubicBezTo>
                    <a:pt x="1281" y="5135"/>
                    <a:pt x="1261" y="5167"/>
                    <a:pt x="1228" y="5183"/>
                  </a:cubicBezTo>
                  <a:cubicBezTo>
                    <a:pt x="1196" y="5220"/>
                    <a:pt x="1180" y="5236"/>
                    <a:pt x="1143" y="5268"/>
                  </a:cubicBezTo>
                  <a:cubicBezTo>
                    <a:pt x="1180" y="5252"/>
                    <a:pt x="1212" y="5220"/>
                    <a:pt x="1244" y="5203"/>
                  </a:cubicBezTo>
                  <a:cubicBezTo>
                    <a:pt x="1261" y="5167"/>
                    <a:pt x="1297" y="5151"/>
                    <a:pt x="1313" y="5119"/>
                  </a:cubicBezTo>
                  <a:close/>
                  <a:moveTo>
                    <a:pt x="1143" y="5268"/>
                  </a:moveTo>
                  <a:cubicBezTo>
                    <a:pt x="1095" y="5321"/>
                    <a:pt x="1026" y="5369"/>
                    <a:pt x="978" y="5422"/>
                  </a:cubicBezTo>
                  <a:cubicBezTo>
                    <a:pt x="925" y="5470"/>
                    <a:pt x="877" y="5506"/>
                    <a:pt x="824" y="5555"/>
                  </a:cubicBezTo>
                  <a:cubicBezTo>
                    <a:pt x="792" y="5587"/>
                    <a:pt x="776" y="5607"/>
                    <a:pt x="739" y="5624"/>
                  </a:cubicBezTo>
                  <a:cubicBezTo>
                    <a:pt x="723" y="5656"/>
                    <a:pt x="691" y="5672"/>
                    <a:pt x="655" y="5708"/>
                  </a:cubicBezTo>
                  <a:cubicBezTo>
                    <a:pt x="606" y="5757"/>
                    <a:pt x="537" y="5809"/>
                    <a:pt x="489" y="5858"/>
                  </a:cubicBezTo>
                  <a:lnTo>
                    <a:pt x="388" y="5943"/>
                  </a:lnTo>
                  <a:lnTo>
                    <a:pt x="251" y="6076"/>
                  </a:lnTo>
                  <a:cubicBezTo>
                    <a:pt x="303" y="6044"/>
                    <a:pt x="352" y="5991"/>
                    <a:pt x="404" y="5959"/>
                  </a:cubicBezTo>
                  <a:lnTo>
                    <a:pt x="489" y="5874"/>
                  </a:lnTo>
                  <a:cubicBezTo>
                    <a:pt x="554" y="5826"/>
                    <a:pt x="606" y="5757"/>
                    <a:pt x="675" y="5708"/>
                  </a:cubicBezTo>
                  <a:cubicBezTo>
                    <a:pt x="707" y="5688"/>
                    <a:pt x="723" y="5656"/>
                    <a:pt x="756" y="5640"/>
                  </a:cubicBezTo>
                  <a:cubicBezTo>
                    <a:pt x="776" y="5607"/>
                    <a:pt x="808" y="5587"/>
                    <a:pt x="824" y="5571"/>
                  </a:cubicBezTo>
                  <a:cubicBezTo>
                    <a:pt x="877" y="5523"/>
                    <a:pt x="925" y="5470"/>
                    <a:pt x="978" y="5438"/>
                  </a:cubicBezTo>
                  <a:cubicBezTo>
                    <a:pt x="1042" y="5369"/>
                    <a:pt x="1095" y="5321"/>
                    <a:pt x="1143" y="5268"/>
                  </a:cubicBezTo>
                  <a:close/>
                  <a:moveTo>
                    <a:pt x="251" y="6076"/>
                  </a:moveTo>
                  <a:lnTo>
                    <a:pt x="251" y="6076"/>
                  </a:lnTo>
                  <a:cubicBezTo>
                    <a:pt x="234" y="6092"/>
                    <a:pt x="218" y="6112"/>
                    <a:pt x="186" y="6129"/>
                  </a:cubicBezTo>
                  <a:cubicBezTo>
                    <a:pt x="150" y="6161"/>
                    <a:pt x="101" y="6193"/>
                    <a:pt x="69" y="6246"/>
                  </a:cubicBezTo>
                  <a:cubicBezTo>
                    <a:pt x="69" y="6262"/>
                    <a:pt x="49" y="6262"/>
                    <a:pt x="49" y="6262"/>
                  </a:cubicBezTo>
                  <a:cubicBezTo>
                    <a:pt x="0" y="6262"/>
                    <a:pt x="0" y="6262"/>
                    <a:pt x="0" y="6314"/>
                  </a:cubicBezTo>
                  <a:lnTo>
                    <a:pt x="16" y="6314"/>
                  </a:lnTo>
                  <a:cubicBezTo>
                    <a:pt x="16" y="6278"/>
                    <a:pt x="16" y="6278"/>
                    <a:pt x="49" y="6278"/>
                  </a:cubicBezTo>
                  <a:cubicBezTo>
                    <a:pt x="69" y="6262"/>
                    <a:pt x="69" y="6262"/>
                    <a:pt x="85" y="6262"/>
                  </a:cubicBezTo>
                  <a:cubicBezTo>
                    <a:pt x="117" y="6213"/>
                    <a:pt x="150" y="6177"/>
                    <a:pt x="202" y="6129"/>
                  </a:cubicBezTo>
                  <a:lnTo>
                    <a:pt x="251" y="607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1948387" y="785260"/>
              <a:ext cx="732323" cy="195869"/>
            </a:xfrm>
            <a:custGeom>
              <a:rect b="b" l="l" r="r" t="t"/>
              <a:pathLst>
                <a:path extrusionOk="0" h="1972" w="7373">
                  <a:moveTo>
                    <a:pt x="0" y="0"/>
                  </a:moveTo>
                  <a:lnTo>
                    <a:pt x="0" y="20"/>
                  </a:lnTo>
                  <a:cubicBezTo>
                    <a:pt x="33" y="20"/>
                    <a:pt x="65" y="20"/>
                    <a:pt x="117" y="36"/>
                  </a:cubicBezTo>
                  <a:cubicBezTo>
                    <a:pt x="117" y="36"/>
                    <a:pt x="134" y="53"/>
                    <a:pt x="150" y="53"/>
                  </a:cubicBezTo>
                  <a:cubicBezTo>
                    <a:pt x="267" y="85"/>
                    <a:pt x="384" y="121"/>
                    <a:pt x="505" y="137"/>
                  </a:cubicBezTo>
                  <a:cubicBezTo>
                    <a:pt x="384" y="101"/>
                    <a:pt x="267" y="69"/>
                    <a:pt x="150" y="36"/>
                  </a:cubicBezTo>
                  <a:cubicBezTo>
                    <a:pt x="134" y="36"/>
                    <a:pt x="117" y="36"/>
                    <a:pt x="117" y="20"/>
                  </a:cubicBezTo>
                  <a:cubicBezTo>
                    <a:pt x="81" y="20"/>
                    <a:pt x="33" y="0"/>
                    <a:pt x="0" y="0"/>
                  </a:cubicBezTo>
                  <a:close/>
                  <a:moveTo>
                    <a:pt x="505" y="137"/>
                  </a:moveTo>
                  <a:lnTo>
                    <a:pt x="538" y="154"/>
                  </a:lnTo>
                  <a:cubicBezTo>
                    <a:pt x="586" y="170"/>
                    <a:pt x="639" y="186"/>
                    <a:pt x="687" y="186"/>
                  </a:cubicBezTo>
                  <a:cubicBezTo>
                    <a:pt x="639" y="170"/>
                    <a:pt x="586" y="154"/>
                    <a:pt x="554" y="137"/>
                  </a:cubicBezTo>
                  <a:close/>
                  <a:moveTo>
                    <a:pt x="687" y="186"/>
                  </a:moveTo>
                  <a:lnTo>
                    <a:pt x="687" y="186"/>
                  </a:lnTo>
                  <a:cubicBezTo>
                    <a:pt x="756" y="222"/>
                    <a:pt x="824" y="238"/>
                    <a:pt x="889" y="255"/>
                  </a:cubicBezTo>
                  <a:cubicBezTo>
                    <a:pt x="974" y="271"/>
                    <a:pt x="1075" y="303"/>
                    <a:pt x="1160" y="323"/>
                  </a:cubicBezTo>
                  <a:cubicBezTo>
                    <a:pt x="1212" y="339"/>
                    <a:pt x="1261" y="356"/>
                    <a:pt x="1293" y="356"/>
                  </a:cubicBezTo>
                  <a:cubicBezTo>
                    <a:pt x="1394" y="388"/>
                    <a:pt x="1479" y="404"/>
                    <a:pt x="1564" y="424"/>
                  </a:cubicBezTo>
                  <a:cubicBezTo>
                    <a:pt x="1479" y="388"/>
                    <a:pt x="1394" y="372"/>
                    <a:pt x="1313" y="356"/>
                  </a:cubicBezTo>
                  <a:cubicBezTo>
                    <a:pt x="1261" y="339"/>
                    <a:pt x="1212" y="323"/>
                    <a:pt x="1160" y="303"/>
                  </a:cubicBezTo>
                  <a:cubicBezTo>
                    <a:pt x="1075" y="287"/>
                    <a:pt x="990" y="271"/>
                    <a:pt x="909" y="238"/>
                  </a:cubicBezTo>
                  <a:cubicBezTo>
                    <a:pt x="824" y="222"/>
                    <a:pt x="756" y="202"/>
                    <a:pt x="687" y="186"/>
                  </a:cubicBezTo>
                  <a:close/>
                  <a:moveTo>
                    <a:pt x="1564" y="424"/>
                  </a:moveTo>
                  <a:cubicBezTo>
                    <a:pt x="1596" y="440"/>
                    <a:pt x="1632" y="457"/>
                    <a:pt x="1681" y="457"/>
                  </a:cubicBezTo>
                  <a:cubicBezTo>
                    <a:pt x="1648" y="440"/>
                    <a:pt x="1596" y="424"/>
                    <a:pt x="1564" y="424"/>
                  </a:cubicBezTo>
                  <a:close/>
                  <a:moveTo>
                    <a:pt x="1798" y="489"/>
                  </a:moveTo>
                  <a:lnTo>
                    <a:pt x="1798" y="489"/>
                  </a:lnTo>
                  <a:cubicBezTo>
                    <a:pt x="1899" y="525"/>
                    <a:pt x="2000" y="558"/>
                    <a:pt x="2101" y="574"/>
                  </a:cubicBezTo>
                  <a:cubicBezTo>
                    <a:pt x="2000" y="541"/>
                    <a:pt x="1899" y="505"/>
                    <a:pt x="1798" y="489"/>
                  </a:cubicBezTo>
                  <a:close/>
                  <a:moveTo>
                    <a:pt x="2101" y="574"/>
                  </a:moveTo>
                  <a:cubicBezTo>
                    <a:pt x="2254" y="626"/>
                    <a:pt x="2424" y="659"/>
                    <a:pt x="2574" y="707"/>
                  </a:cubicBezTo>
                  <a:cubicBezTo>
                    <a:pt x="2675" y="743"/>
                    <a:pt x="2792" y="760"/>
                    <a:pt x="2909" y="792"/>
                  </a:cubicBezTo>
                  <a:cubicBezTo>
                    <a:pt x="2978" y="808"/>
                    <a:pt x="3046" y="828"/>
                    <a:pt x="3095" y="844"/>
                  </a:cubicBezTo>
                  <a:cubicBezTo>
                    <a:pt x="3180" y="877"/>
                    <a:pt x="3264" y="893"/>
                    <a:pt x="3349" y="909"/>
                  </a:cubicBezTo>
                  <a:cubicBezTo>
                    <a:pt x="3414" y="929"/>
                    <a:pt x="3466" y="945"/>
                    <a:pt x="3535" y="961"/>
                  </a:cubicBezTo>
                  <a:cubicBezTo>
                    <a:pt x="3583" y="978"/>
                    <a:pt x="3636" y="994"/>
                    <a:pt x="3684" y="1010"/>
                  </a:cubicBezTo>
                  <a:cubicBezTo>
                    <a:pt x="3753" y="1030"/>
                    <a:pt x="3818" y="1046"/>
                    <a:pt x="3886" y="1062"/>
                  </a:cubicBezTo>
                  <a:cubicBezTo>
                    <a:pt x="3971" y="1079"/>
                    <a:pt x="4040" y="1095"/>
                    <a:pt x="4121" y="1131"/>
                  </a:cubicBezTo>
                  <a:cubicBezTo>
                    <a:pt x="4274" y="1163"/>
                    <a:pt x="4424" y="1212"/>
                    <a:pt x="4577" y="1248"/>
                  </a:cubicBezTo>
                  <a:cubicBezTo>
                    <a:pt x="4678" y="1264"/>
                    <a:pt x="4779" y="1297"/>
                    <a:pt x="4864" y="1333"/>
                  </a:cubicBezTo>
                  <a:cubicBezTo>
                    <a:pt x="4965" y="1349"/>
                    <a:pt x="5066" y="1382"/>
                    <a:pt x="5167" y="1414"/>
                  </a:cubicBezTo>
                  <a:cubicBezTo>
                    <a:pt x="5268" y="1434"/>
                    <a:pt x="5369" y="1466"/>
                    <a:pt x="5454" y="1483"/>
                  </a:cubicBezTo>
                  <a:cubicBezTo>
                    <a:pt x="5535" y="1499"/>
                    <a:pt x="5619" y="1535"/>
                    <a:pt x="5704" y="1551"/>
                  </a:cubicBezTo>
                  <a:cubicBezTo>
                    <a:pt x="5789" y="1567"/>
                    <a:pt x="5858" y="1600"/>
                    <a:pt x="5939" y="1616"/>
                  </a:cubicBezTo>
                  <a:cubicBezTo>
                    <a:pt x="5991" y="1636"/>
                    <a:pt x="6040" y="1652"/>
                    <a:pt x="6092" y="1652"/>
                  </a:cubicBezTo>
                  <a:cubicBezTo>
                    <a:pt x="6225" y="1701"/>
                    <a:pt x="6363" y="1737"/>
                    <a:pt x="6496" y="1769"/>
                  </a:cubicBezTo>
                  <a:cubicBezTo>
                    <a:pt x="6581" y="1786"/>
                    <a:pt x="6666" y="1818"/>
                    <a:pt x="6747" y="1838"/>
                  </a:cubicBezTo>
                  <a:lnTo>
                    <a:pt x="6783" y="1838"/>
                  </a:lnTo>
                  <a:lnTo>
                    <a:pt x="6747" y="1818"/>
                  </a:lnTo>
                  <a:cubicBezTo>
                    <a:pt x="6666" y="1802"/>
                    <a:pt x="6581" y="1769"/>
                    <a:pt x="6496" y="1753"/>
                  </a:cubicBezTo>
                  <a:cubicBezTo>
                    <a:pt x="6379" y="1717"/>
                    <a:pt x="6242" y="1685"/>
                    <a:pt x="6108" y="1652"/>
                  </a:cubicBezTo>
                  <a:cubicBezTo>
                    <a:pt x="6040" y="1636"/>
                    <a:pt x="5991" y="1616"/>
                    <a:pt x="5939" y="1600"/>
                  </a:cubicBezTo>
                  <a:cubicBezTo>
                    <a:pt x="5874" y="1584"/>
                    <a:pt x="5789" y="1567"/>
                    <a:pt x="5720" y="1535"/>
                  </a:cubicBezTo>
                  <a:cubicBezTo>
                    <a:pt x="5636" y="1515"/>
                    <a:pt x="5555" y="1499"/>
                    <a:pt x="5470" y="1466"/>
                  </a:cubicBezTo>
                  <a:cubicBezTo>
                    <a:pt x="5369" y="1450"/>
                    <a:pt x="5268" y="1414"/>
                    <a:pt x="5167" y="1398"/>
                  </a:cubicBezTo>
                  <a:cubicBezTo>
                    <a:pt x="5066" y="1365"/>
                    <a:pt x="4965" y="1349"/>
                    <a:pt x="4880" y="1313"/>
                  </a:cubicBezTo>
                  <a:cubicBezTo>
                    <a:pt x="4779" y="1281"/>
                    <a:pt x="4678" y="1264"/>
                    <a:pt x="4577" y="1232"/>
                  </a:cubicBezTo>
                  <a:cubicBezTo>
                    <a:pt x="4424" y="1196"/>
                    <a:pt x="4274" y="1147"/>
                    <a:pt x="4121" y="1111"/>
                  </a:cubicBezTo>
                  <a:cubicBezTo>
                    <a:pt x="4056" y="1095"/>
                    <a:pt x="3971" y="1062"/>
                    <a:pt x="3886" y="1046"/>
                  </a:cubicBezTo>
                  <a:cubicBezTo>
                    <a:pt x="3818" y="1030"/>
                    <a:pt x="3753" y="1010"/>
                    <a:pt x="3684" y="994"/>
                  </a:cubicBezTo>
                  <a:cubicBezTo>
                    <a:pt x="3636" y="978"/>
                    <a:pt x="3583" y="961"/>
                    <a:pt x="3535" y="945"/>
                  </a:cubicBezTo>
                  <a:cubicBezTo>
                    <a:pt x="3466" y="929"/>
                    <a:pt x="3414" y="909"/>
                    <a:pt x="3349" y="893"/>
                  </a:cubicBezTo>
                  <a:cubicBezTo>
                    <a:pt x="3264" y="877"/>
                    <a:pt x="3180" y="860"/>
                    <a:pt x="3111" y="828"/>
                  </a:cubicBezTo>
                  <a:cubicBezTo>
                    <a:pt x="3046" y="808"/>
                    <a:pt x="2978" y="792"/>
                    <a:pt x="2909" y="776"/>
                  </a:cubicBezTo>
                  <a:cubicBezTo>
                    <a:pt x="2792" y="760"/>
                    <a:pt x="2691" y="727"/>
                    <a:pt x="2574" y="691"/>
                  </a:cubicBezTo>
                  <a:cubicBezTo>
                    <a:pt x="2424" y="642"/>
                    <a:pt x="2271" y="606"/>
                    <a:pt x="2121" y="574"/>
                  </a:cubicBezTo>
                  <a:close/>
                  <a:moveTo>
                    <a:pt x="6783" y="1838"/>
                  </a:moveTo>
                  <a:cubicBezTo>
                    <a:pt x="6900" y="1870"/>
                    <a:pt x="7017" y="1903"/>
                    <a:pt x="7134" y="1939"/>
                  </a:cubicBezTo>
                  <a:cubicBezTo>
                    <a:pt x="7203" y="1955"/>
                    <a:pt x="7272" y="1971"/>
                    <a:pt x="7373" y="1971"/>
                  </a:cubicBezTo>
                  <a:cubicBezTo>
                    <a:pt x="7288" y="1955"/>
                    <a:pt x="7203" y="1939"/>
                    <a:pt x="7151" y="1919"/>
                  </a:cubicBezTo>
                  <a:cubicBezTo>
                    <a:pt x="7017" y="1887"/>
                    <a:pt x="6900" y="1870"/>
                    <a:pt x="6783" y="18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1948387" y="771950"/>
              <a:ext cx="787349" cy="209178"/>
            </a:xfrm>
            <a:custGeom>
              <a:rect b="b" l="l" r="r" t="t"/>
              <a:pathLst>
                <a:path extrusionOk="0" h="2106" w="7927">
                  <a:moveTo>
                    <a:pt x="0" y="1"/>
                  </a:moveTo>
                  <a:lnTo>
                    <a:pt x="0" y="17"/>
                  </a:lnTo>
                  <a:cubicBezTo>
                    <a:pt x="49" y="17"/>
                    <a:pt x="101" y="33"/>
                    <a:pt x="134" y="53"/>
                  </a:cubicBezTo>
                  <a:lnTo>
                    <a:pt x="182" y="53"/>
                  </a:lnTo>
                  <a:cubicBezTo>
                    <a:pt x="166" y="33"/>
                    <a:pt x="150" y="33"/>
                    <a:pt x="134" y="33"/>
                  </a:cubicBezTo>
                  <a:cubicBezTo>
                    <a:pt x="101" y="17"/>
                    <a:pt x="49" y="1"/>
                    <a:pt x="0" y="1"/>
                  </a:cubicBezTo>
                  <a:close/>
                  <a:moveTo>
                    <a:pt x="182" y="53"/>
                  </a:moveTo>
                  <a:lnTo>
                    <a:pt x="182" y="53"/>
                  </a:lnTo>
                  <a:cubicBezTo>
                    <a:pt x="251" y="69"/>
                    <a:pt x="319" y="102"/>
                    <a:pt x="384" y="118"/>
                  </a:cubicBezTo>
                  <a:cubicBezTo>
                    <a:pt x="437" y="134"/>
                    <a:pt x="485" y="134"/>
                    <a:pt x="538" y="154"/>
                  </a:cubicBezTo>
                  <a:cubicBezTo>
                    <a:pt x="606" y="170"/>
                    <a:pt x="655" y="187"/>
                    <a:pt x="723" y="203"/>
                  </a:cubicBezTo>
                  <a:cubicBezTo>
                    <a:pt x="788" y="219"/>
                    <a:pt x="857" y="235"/>
                    <a:pt x="925" y="255"/>
                  </a:cubicBezTo>
                  <a:cubicBezTo>
                    <a:pt x="990" y="271"/>
                    <a:pt x="1075" y="304"/>
                    <a:pt x="1144" y="320"/>
                  </a:cubicBezTo>
                  <a:cubicBezTo>
                    <a:pt x="1212" y="336"/>
                    <a:pt x="1277" y="356"/>
                    <a:pt x="1362" y="372"/>
                  </a:cubicBezTo>
                  <a:cubicBezTo>
                    <a:pt x="1446" y="405"/>
                    <a:pt x="1531" y="421"/>
                    <a:pt x="1616" y="437"/>
                  </a:cubicBezTo>
                  <a:cubicBezTo>
                    <a:pt x="1531" y="405"/>
                    <a:pt x="1446" y="389"/>
                    <a:pt x="1362" y="356"/>
                  </a:cubicBezTo>
                  <a:cubicBezTo>
                    <a:pt x="1293" y="336"/>
                    <a:pt x="1212" y="320"/>
                    <a:pt x="1144" y="304"/>
                  </a:cubicBezTo>
                  <a:cubicBezTo>
                    <a:pt x="1075" y="288"/>
                    <a:pt x="990" y="271"/>
                    <a:pt x="925" y="235"/>
                  </a:cubicBezTo>
                  <a:cubicBezTo>
                    <a:pt x="857" y="219"/>
                    <a:pt x="788" y="203"/>
                    <a:pt x="723" y="187"/>
                  </a:cubicBezTo>
                  <a:cubicBezTo>
                    <a:pt x="655" y="170"/>
                    <a:pt x="606" y="154"/>
                    <a:pt x="538" y="134"/>
                  </a:cubicBezTo>
                  <a:cubicBezTo>
                    <a:pt x="485" y="134"/>
                    <a:pt x="437" y="118"/>
                    <a:pt x="384" y="102"/>
                  </a:cubicBezTo>
                  <a:cubicBezTo>
                    <a:pt x="319" y="86"/>
                    <a:pt x="251" y="69"/>
                    <a:pt x="182" y="53"/>
                  </a:cubicBezTo>
                  <a:close/>
                  <a:moveTo>
                    <a:pt x="1616" y="437"/>
                  </a:moveTo>
                  <a:lnTo>
                    <a:pt x="1616" y="437"/>
                  </a:lnTo>
                  <a:cubicBezTo>
                    <a:pt x="1681" y="457"/>
                    <a:pt x="1766" y="490"/>
                    <a:pt x="1834" y="506"/>
                  </a:cubicBezTo>
                  <a:cubicBezTo>
                    <a:pt x="1919" y="522"/>
                    <a:pt x="1984" y="538"/>
                    <a:pt x="2052" y="558"/>
                  </a:cubicBezTo>
                  <a:cubicBezTo>
                    <a:pt x="1984" y="522"/>
                    <a:pt x="1919" y="506"/>
                    <a:pt x="1850" y="490"/>
                  </a:cubicBezTo>
                  <a:cubicBezTo>
                    <a:pt x="1766" y="473"/>
                    <a:pt x="1697" y="457"/>
                    <a:pt x="1616" y="437"/>
                  </a:cubicBezTo>
                  <a:close/>
                  <a:moveTo>
                    <a:pt x="2052" y="558"/>
                  </a:moveTo>
                  <a:cubicBezTo>
                    <a:pt x="2121" y="574"/>
                    <a:pt x="2186" y="607"/>
                    <a:pt x="2254" y="623"/>
                  </a:cubicBezTo>
                  <a:cubicBezTo>
                    <a:pt x="2339" y="639"/>
                    <a:pt x="2424" y="659"/>
                    <a:pt x="2525" y="692"/>
                  </a:cubicBezTo>
                  <a:cubicBezTo>
                    <a:pt x="2590" y="708"/>
                    <a:pt x="2675" y="724"/>
                    <a:pt x="2759" y="740"/>
                  </a:cubicBezTo>
                  <a:cubicBezTo>
                    <a:pt x="2675" y="708"/>
                    <a:pt x="2590" y="692"/>
                    <a:pt x="2525" y="675"/>
                  </a:cubicBezTo>
                  <a:cubicBezTo>
                    <a:pt x="2440" y="659"/>
                    <a:pt x="2339" y="623"/>
                    <a:pt x="2254" y="607"/>
                  </a:cubicBezTo>
                  <a:cubicBezTo>
                    <a:pt x="2186" y="591"/>
                    <a:pt x="2121" y="574"/>
                    <a:pt x="2052" y="558"/>
                  </a:cubicBezTo>
                  <a:close/>
                  <a:moveTo>
                    <a:pt x="2759" y="740"/>
                  </a:moveTo>
                  <a:lnTo>
                    <a:pt x="2759" y="740"/>
                  </a:lnTo>
                  <a:cubicBezTo>
                    <a:pt x="2929" y="793"/>
                    <a:pt x="3095" y="841"/>
                    <a:pt x="3264" y="894"/>
                  </a:cubicBezTo>
                  <a:lnTo>
                    <a:pt x="3535" y="962"/>
                  </a:lnTo>
                  <a:cubicBezTo>
                    <a:pt x="3652" y="994"/>
                    <a:pt x="3769" y="1027"/>
                    <a:pt x="3886" y="1063"/>
                  </a:cubicBezTo>
                  <a:cubicBezTo>
                    <a:pt x="3955" y="1079"/>
                    <a:pt x="4020" y="1095"/>
                    <a:pt x="4088" y="1112"/>
                  </a:cubicBezTo>
                  <a:cubicBezTo>
                    <a:pt x="4173" y="1128"/>
                    <a:pt x="4258" y="1164"/>
                    <a:pt x="4343" y="1180"/>
                  </a:cubicBezTo>
                  <a:lnTo>
                    <a:pt x="4476" y="1213"/>
                  </a:lnTo>
                  <a:cubicBezTo>
                    <a:pt x="4646" y="1265"/>
                    <a:pt x="4795" y="1297"/>
                    <a:pt x="4965" y="1346"/>
                  </a:cubicBezTo>
                  <a:lnTo>
                    <a:pt x="5082" y="1382"/>
                  </a:lnTo>
                  <a:cubicBezTo>
                    <a:pt x="5232" y="1415"/>
                    <a:pt x="5385" y="1467"/>
                    <a:pt x="5535" y="1499"/>
                  </a:cubicBezTo>
                  <a:lnTo>
                    <a:pt x="5619" y="1516"/>
                  </a:lnTo>
                  <a:cubicBezTo>
                    <a:pt x="5757" y="1548"/>
                    <a:pt x="5890" y="1584"/>
                    <a:pt x="6007" y="1633"/>
                  </a:cubicBezTo>
                  <a:cubicBezTo>
                    <a:pt x="6177" y="1669"/>
                    <a:pt x="6363" y="1718"/>
                    <a:pt x="6528" y="1770"/>
                  </a:cubicBezTo>
                  <a:lnTo>
                    <a:pt x="6581" y="1786"/>
                  </a:lnTo>
                  <a:cubicBezTo>
                    <a:pt x="6646" y="1802"/>
                    <a:pt x="6714" y="1819"/>
                    <a:pt x="6783" y="1835"/>
                  </a:cubicBezTo>
                  <a:cubicBezTo>
                    <a:pt x="6916" y="1871"/>
                    <a:pt x="7050" y="1903"/>
                    <a:pt x="7187" y="1936"/>
                  </a:cubicBezTo>
                  <a:cubicBezTo>
                    <a:pt x="7050" y="1903"/>
                    <a:pt x="6916" y="1851"/>
                    <a:pt x="6783" y="1819"/>
                  </a:cubicBezTo>
                  <a:cubicBezTo>
                    <a:pt x="6714" y="1802"/>
                    <a:pt x="6646" y="1786"/>
                    <a:pt x="6581" y="1770"/>
                  </a:cubicBezTo>
                  <a:lnTo>
                    <a:pt x="6528" y="1750"/>
                  </a:lnTo>
                  <a:cubicBezTo>
                    <a:pt x="6363" y="1701"/>
                    <a:pt x="6193" y="1669"/>
                    <a:pt x="6007" y="1617"/>
                  </a:cubicBezTo>
                  <a:cubicBezTo>
                    <a:pt x="5890" y="1584"/>
                    <a:pt x="5757" y="1548"/>
                    <a:pt x="5636" y="1516"/>
                  </a:cubicBezTo>
                  <a:lnTo>
                    <a:pt x="5535" y="1483"/>
                  </a:lnTo>
                  <a:cubicBezTo>
                    <a:pt x="5385" y="1447"/>
                    <a:pt x="5232" y="1398"/>
                    <a:pt x="5082" y="1366"/>
                  </a:cubicBezTo>
                  <a:lnTo>
                    <a:pt x="4965" y="1330"/>
                  </a:lnTo>
                  <a:cubicBezTo>
                    <a:pt x="4812" y="1297"/>
                    <a:pt x="4646" y="1245"/>
                    <a:pt x="4476" y="1196"/>
                  </a:cubicBezTo>
                  <a:lnTo>
                    <a:pt x="4343" y="1164"/>
                  </a:lnTo>
                  <a:cubicBezTo>
                    <a:pt x="4258" y="1144"/>
                    <a:pt x="4173" y="1112"/>
                    <a:pt x="4088" y="1095"/>
                  </a:cubicBezTo>
                  <a:cubicBezTo>
                    <a:pt x="4020" y="1079"/>
                    <a:pt x="3955" y="1063"/>
                    <a:pt x="3886" y="1043"/>
                  </a:cubicBezTo>
                  <a:cubicBezTo>
                    <a:pt x="3769" y="1011"/>
                    <a:pt x="3652" y="978"/>
                    <a:pt x="3535" y="942"/>
                  </a:cubicBezTo>
                  <a:lnTo>
                    <a:pt x="3264" y="877"/>
                  </a:lnTo>
                  <a:cubicBezTo>
                    <a:pt x="3095" y="825"/>
                    <a:pt x="2929" y="776"/>
                    <a:pt x="2759" y="740"/>
                  </a:cubicBezTo>
                  <a:close/>
                  <a:moveTo>
                    <a:pt x="7187" y="1936"/>
                  </a:moveTo>
                  <a:lnTo>
                    <a:pt x="7187" y="1936"/>
                  </a:lnTo>
                  <a:cubicBezTo>
                    <a:pt x="7288" y="1972"/>
                    <a:pt x="7389" y="2004"/>
                    <a:pt x="7490" y="2021"/>
                  </a:cubicBezTo>
                  <a:cubicBezTo>
                    <a:pt x="7554" y="2037"/>
                    <a:pt x="7623" y="2053"/>
                    <a:pt x="7708" y="2089"/>
                  </a:cubicBezTo>
                  <a:cubicBezTo>
                    <a:pt x="7756" y="2089"/>
                    <a:pt x="7809" y="2105"/>
                    <a:pt x="7857" y="2105"/>
                  </a:cubicBezTo>
                  <a:lnTo>
                    <a:pt x="7926" y="2105"/>
                  </a:lnTo>
                  <a:cubicBezTo>
                    <a:pt x="7910" y="2105"/>
                    <a:pt x="7894" y="2089"/>
                    <a:pt x="7857" y="2089"/>
                  </a:cubicBezTo>
                  <a:cubicBezTo>
                    <a:pt x="7809" y="2089"/>
                    <a:pt x="7756" y="2089"/>
                    <a:pt x="7708" y="2073"/>
                  </a:cubicBezTo>
                  <a:cubicBezTo>
                    <a:pt x="7639" y="2053"/>
                    <a:pt x="7554" y="2037"/>
                    <a:pt x="7490" y="2004"/>
                  </a:cubicBezTo>
                  <a:cubicBezTo>
                    <a:pt x="7389" y="1988"/>
                    <a:pt x="7288" y="1952"/>
                    <a:pt x="7187" y="19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723" name="Google Shape;3723;p54"/>
          <p:cNvPicPr preferRelativeResize="0"/>
          <p:nvPr>
            <p:ph idx="2" type="pic"/>
          </p:nvPr>
        </p:nvPicPr>
        <p:blipFill rotWithShape="1">
          <a:blip r:embed="rId3">
            <a:alphaModFix/>
          </a:blip>
          <a:srcRect b="3181" l="26657" r="4424" t="17485"/>
          <a:stretch/>
        </p:blipFill>
        <p:spPr>
          <a:xfrm>
            <a:off x="4492125" y="690300"/>
            <a:ext cx="4904550" cy="3762899"/>
          </a:xfrm>
          <a:prstGeom prst="rect">
            <a:avLst/>
          </a:prstGeom>
        </p:spPr>
      </p:pic>
      <p:sp>
        <p:nvSpPr>
          <p:cNvPr id="3724" name="Google Shape;3724;p54"/>
          <p:cNvSpPr txBox="1"/>
          <p:nvPr>
            <p:ph type="title"/>
          </p:nvPr>
        </p:nvSpPr>
        <p:spPr>
          <a:xfrm>
            <a:off x="720000" y="1320634"/>
            <a:ext cx="3519600" cy="136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a:t>
            </a:r>
            <a:br>
              <a:rPr lang="en"/>
            </a:br>
            <a:r>
              <a:rPr lang="en"/>
              <a:t>the concept</a:t>
            </a:r>
            <a:endParaRPr/>
          </a:p>
        </p:txBody>
      </p:sp>
      <p:sp>
        <p:nvSpPr>
          <p:cNvPr id="3725" name="Google Shape;3725;p54"/>
          <p:cNvSpPr txBox="1"/>
          <p:nvPr>
            <p:ph idx="1" type="subTitle"/>
          </p:nvPr>
        </p:nvSpPr>
        <p:spPr>
          <a:xfrm>
            <a:off x="720000" y="2777663"/>
            <a:ext cx="3519600" cy="1045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a long text. Your audience will appreciate it</a:t>
            </a:r>
            <a:endParaRPr/>
          </a:p>
        </p:txBody>
      </p:sp>
      <p:sp>
        <p:nvSpPr>
          <p:cNvPr id="3726" name="Google Shape;3726;p54"/>
          <p:cNvSpPr/>
          <p:nvPr/>
        </p:nvSpPr>
        <p:spPr>
          <a:xfrm flipH="1" rot="5400000">
            <a:off x="3634060" y="903001"/>
            <a:ext cx="1653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0" name="Shape 3730"/>
        <p:cNvGrpSpPr/>
        <p:nvPr/>
      </p:nvGrpSpPr>
      <p:grpSpPr>
        <a:xfrm>
          <a:off x="0" y="0"/>
          <a:ext cx="0" cy="0"/>
          <a:chOff x="0" y="0"/>
          <a:chExt cx="0" cy="0"/>
        </a:xfrm>
      </p:grpSpPr>
      <p:sp>
        <p:nvSpPr>
          <p:cNvPr id="3731" name="Google Shape;3731;p55"/>
          <p:cNvSpPr/>
          <p:nvPr/>
        </p:nvSpPr>
        <p:spPr>
          <a:xfrm>
            <a:off x="6492125" y="0"/>
            <a:ext cx="26520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2" name="Google Shape;3732;p55"/>
          <p:cNvGrpSpPr/>
          <p:nvPr/>
        </p:nvGrpSpPr>
        <p:grpSpPr>
          <a:xfrm flipH="1">
            <a:off x="6604543" y="-292180"/>
            <a:ext cx="3466041" cy="5435847"/>
            <a:chOff x="456923" y="1019567"/>
            <a:chExt cx="1732327" cy="2716837"/>
          </a:xfrm>
        </p:grpSpPr>
        <p:sp>
          <p:nvSpPr>
            <p:cNvPr id="3733" name="Google Shape;3733;p55"/>
            <p:cNvSpPr/>
            <p:nvPr/>
          </p:nvSpPr>
          <p:spPr>
            <a:xfrm>
              <a:off x="1441631" y="3309803"/>
              <a:ext cx="3278" cy="61879"/>
            </a:xfrm>
            <a:custGeom>
              <a:rect b="b" l="l" r="r" t="t"/>
              <a:pathLst>
                <a:path extrusionOk="0" h="623" w="33">
                  <a:moveTo>
                    <a:pt x="16" y="1"/>
                  </a:moveTo>
                  <a:lnTo>
                    <a:pt x="0" y="17"/>
                  </a:lnTo>
                  <a:lnTo>
                    <a:pt x="0" y="607"/>
                  </a:lnTo>
                  <a:cubicBezTo>
                    <a:pt x="0" y="623"/>
                    <a:pt x="16" y="623"/>
                    <a:pt x="16" y="623"/>
                  </a:cubicBezTo>
                  <a:cubicBezTo>
                    <a:pt x="16" y="623"/>
                    <a:pt x="33" y="623"/>
                    <a:pt x="33" y="607"/>
                  </a:cubicBezTo>
                  <a:lnTo>
                    <a:pt x="33"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1765828" y="2683062"/>
              <a:ext cx="5264" cy="53437"/>
            </a:xfrm>
            <a:custGeom>
              <a:rect b="b" l="l" r="r" t="t"/>
              <a:pathLst>
                <a:path extrusionOk="0" h="538" w="53">
                  <a:moveTo>
                    <a:pt x="20" y="1"/>
                  </a:moveTo>
                  <a:cubicBezTo>
                    <a:pt x="0" y="81"/>
                    <a:pt x="0" y="182"/>
                    <a:pt x="20" y="267"/>
                  </a:cubicBezTo>
                  <a:cubicBezTo>
                    <a:pt x="20" y="352"/>
                    <a:pt x="20" y="437"/>
                    <a:pt x="0" y="522"/>
                  </a:cubicBezTo>
                  <a:lnTo>
                    <a:pt x="0" y="538"/>
                  </a:lnTo>
                  <a:lnTo>
                    <a:pt x="20" y="538"/>
                  </a:lnTo>
                  <a:lnTo>
                    <a:pt x="20" y="522"/>
                  </a:lnTo>
                  <a:cubicBezTo>
                    <a:pt x="37" y="437"/>
                    <a:pt x="37" y="352"/>
                    <a:pt x="37" y="267"/>
                  </a:cubicBezTo>
                  <a:cubicBezTo>
                    <a:pt x="37" y="182"/>
                    <a:pt x="37" y="102"/>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706130" y="1872173"/>
              <a:ext cx="4867" cy="63469"/>
            </a:xfrm>
            <a:custGeom>
              <a:rect b="b" l="l" r="r" t="t"/>
              <a:pathLst>
                <a:path extrusionOk="0" h="639" w="49">
                  <a:moveTo>
                    <a:pt x="17" y="1"/>
                  </a:moveTo>
                  <a:cubicBezTo>
                    <a:pt x="17" y="1"/>
                    <a:pt x="0" y="1"/>
                    <a:pt x="0" y="17"/>
                  </a:cubicBezTo>
                  <a:cubicBezTo>
                    <a:pt x="17" y="85"/>
                    <a:pt x="0" y="166"/>
                    <a:pt x="0" y="251"/>
                  </a:cubicBezTo>
                  <a:cubicBezTo>
                    <a:pt x="0" y="368"/>
                    <a:pt x="0" y="505"/>
                    <a:pt x="17" y="639"/>
                  </a:cubicBezTo>
                  <a:lnTo>
                    <a:pt x="49" y="639"/>
                  </a:lnTo>
                  <a:cubicBezTo>
                    <a:pt x="33" y="505"/>
                    <a:pt x="33" y="368"/>
                    <a:pt x="33" y="251"/>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1643857" y="3002094"/>
              <a:ext cx="6853" cy="68733"/>
            </a:xfrm>
            <a:custGeom>
              <a:rect b="b" l="l" r="r" t="t"/>
              <a:pathLst>
                <a:path extrusionOk="0" h="692" w="69">
                  <a:moveTo>
                    <a:pt x="37" y="0"/>
                  </a:moveTo>
                  <a:cubicBezTo>
                    <a:pt x="16" y="121"/>
                    <a:pt x="16" y="239"/>
                    <a:pt x="16" y="340"/>
                  </a:cubicBezTo>
                  <a:lnTo>
                    <a:pt x="16" y="558"/>
                  </a:lnTo>
                  <a:lnTo>
                    <a:pt x="16" y="590"/>
                  </a:lnTo>
                  <a:cubicBezTo>
                    <a:pt x="16" y="626"/>
                    <a:pt x="37" y="659"/>
                    <a:pt x="16" y="675"/>
                  </a:cubicBezTo>
                  <a:cubicBezTo>
                    <a:pt x="0" y="691"/>
                    <a:pt x="0" y="691"/>
                    <a:pt x="16" y="691"/>
                  </a:cubicBezTo>
                  <a:lnTo>
                    <a:pt x="37" y="691"/>
                  </a:lnTo>
                  <a:cubicBezTo>
                    <a:pt x="53" y="659"/>
                    <a:pt x="53" y="626"/>
                    <a:pt x="53" y="590"/>
                  </a:cubicBezTo>
                  <a:lnTo>
                    <a:pt x="53" y="558"/>
                  </a:lnTo>
                  <a:lnTo>
                    <a:pt x="53" y="340"/>
                  </a:lnTo>
                  <a:cubicBezTo>
                    <a:pt x="53" y="239"/>
                    <a:pt x="53" y="121"/>
                    <a:pt x="69" y="20"/>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1739308" y="2107673"/>
              <a:ext cx="170640" cy="389751"/>
            </a:xfrm>
            <a:custGeom>
              <a:rect b="b" l="l" r="r" t="t"/>
              <a:pathLst>
                <a:path extrusionOk="0" h="3924" w="1718">
                  <a:moveTo>
                    <a:pt x="17" y="1"/>
                  </a:moveTo>
                  <a:lnTo>
                    <a:pt x="1" y="17"/>
                  </a:lnTo>
                  <a:cubicBezTo>
                    <a:pt x="1" y="154"/>
                    <a:pt x="85" y="255"/>
                    <a:pt x="166" y="356"/>
                  </a:cubicBezTo>
                  <a:cubicBezTo>
                    <a:pt x="186" y="389"/>
                    <a:pt x="219" y="441"/>
                    <a:pt x="235" y="473"/>
                  </a:cubicBezTo>
                  <a:cubicBezTo>
                    <a:pt x="724" y="1229"/>
                    <a:pt x="1213" y="2004"/>
                    <a:pt x="1633" y="2663"/>
                  </a:cubicBezTo>
                  <a:cubicBezTo>
                    <a:pt x="1665" y="2711"/>
                    <a:pt x="1665" y="2764"/>
                    <a:pt x="1665" y="2812"/>
                  </a:cubicBezTo>
                  <a:lnTo>
                    <a:pt x="1665" y="3031"/>
                  </a:lnTo>
                  <a:lnTo>
                    <a:pt x="1665" y="3552"/>
                  </a:lnTo>
                  <a:lnTo>
                    <a:pt x="1665" y="3604"/>
                  </a:lnTo>
                  <a:cubicBezTo>
                    <a:pt x="1665" y="3705"/>
                    <a:pt x="1649" y="3806"/>
                    <a:pt x="1701" y="3907"/>
                  </a:cubicBezTo>
                  <a:lnTo>
                    <a:pt x="1717" y="3923"/>
                  </a:lnTo>
                  <a:lnTo>
                    <a:pt x="1717" y="3907"/>
                  </a:lnTo>
                  <a:cubicBezTo>
                    <a:pt x="1681" y="3806"/>
                    <a:pt x="1681" y="3705"/>
                    <a:pt x="1681" y="3604"/>
                  </a:cubicBezTo>
                  <a:cubicBezTo>
                    <a:pt x="1681" y="3588"/>
                    <a:pt x="1701" y="3572"/>
                    <a:pt x="1701" y="3552"/>
                  </a:cubicBezTo>
                  <a:lnTo>
                    <a:pt x="1701" y="3031"/>
                  </a:lnTo>
                  <a:lnTo>
                    <a:pt x="1701" y="2812"/>
                  </a:lnTo>
                  <a:cubicBezTo>
                    <a:pt x="1701" y="2764"/>
                    <a:pt x="1701" y="2711"/>
                    <a:pt x="1649" y="2643"/>
                  </a:cubicBezTo>
                  <a:cubicBezTo>
                    <a:pt x="1229" y="1988"/>
                    <a:pt x="740" y="1213"/>
                    <a:pt x="267" y="457"/>
                  </a:cubicBezTo>
                  <a:cubicBezTo>
                    <a:pt x="235" y="421"/>
                    <a:pt x="219" y="372"/>
                    <a:pt x="186" y="340"/>
                  </a:cubicBezTo>
                  <a:cubicBezTo>
                    <a:pt x="102" y="239"/>
                    <a:pt x="33" y="15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1749340" y="1674814"/>
              <a:ext cx="163787" cy="374455"/>
            </a:xfrm>
            <a:custGeom>
              <a:rect b="b" l="l" r="r" t="t"/>
              <a:pathLst>
                <a:path extrusionOk="0" h="3770" w="1649">
                  <a:moveTo>
                    <a:pt x="1" y="0"/>
                  </a:moveTo>
                  <a:lnTo>
                    <a:pt x="1" y="16"/>
                  </a:lnTo>
                  <a:cubicBezTo>
                    <a:pt x="118" y="117"/>
                    <a:pt x="186" y="255"/>
                    <a:pt x="251" y="388"/>
                  </a:cubicBezTo>
                  <a:cubicBezTo>
                    <a:pt x="267" y="420"/>
                    <a:pt x="287" y="473"/>
                    <a:pt x="304" y="505"/>
                  </a:cubicBezTo>
                  <a:cubicBezTo>
                    <a:pt x="554" y="961"/>
                    <a:pt x="809" y="1398"/>
                    <a:pt x="1043" y="1834"/>
                  </a:cubicBezTo>
                  <a:cubicBezTo>
                    <a:pt x="1213" y="2121"/>
                    <a:pt x="1362" y="2408"/>
                    <a:pt x="1532" y="2694"/>
                  </a:cubicBezTo>
                  <a:cubicBezTo>
                    <a:pt x="1580" y="2779"/>
                    <a:pt x="1616" y="2844"/>
                    <a:pt x="1564" y="2961"/>
                  </a:cubicBezTo>
                  <a:cubicBezTo>
                    <a:pt x="1532" y="3030"/>
                    <a:pt x="1548" y="3115"/>
                    <a:pt x="1548" y="3199"/>
                  </a:cubicBezTo>
                  <a:lnTo>
                    <a:pt x="1548" y="3300"/>
                  </a:lnTo>
                  <a:lnTo>
                    <a:pt x="1548" y="3365"/>
                  </a:lnTo>
                  <a:cubicBezTo>
                    <a:pt x="1548" y="3502"/>
                    <a:pt x="1548" y="3636"/>
                    <a:pt x="1600" y="3753"/>
                  </a:cubicBezTo>
                  <a:lnTo>
                    <a:pt x="1616" y="3769"/>
                  </a:lnTo>
                  <a:lnTo>
                    <a:pt x="1616" y="3753"/>
                  </a:lnTo>
                  <a:cubicBezTo>
                    <a:pt x="1580" y="3620"/>
                    <a:pt x="1580" y="3502"/>
                    <a:pt x="1580" y="3365"/>
                  </a:cubicBezTo>
                  <a:lnTo>
                    <a:pt x="1580" y="3300"/>
                  </a:lnTo>
                  <a:lnTo>
                    <a:pt x="1580" y="3183"/>
                  </a:lnTo>
                  <a:cubicBezTo>
                    <a:pt x="1564" y="3115"/>
                    <a:pt x="1564" y="3030"/>
                    <a:pt x="1580" y="2961"/>
                  </a:cubicBezTo>
                  <a:cubicBezTo>
                    <a:pt x="1649" y="2844"/>
                    <a:pt x="1600" y="2759"/>
                    <a:pt x="1548" y="2678"/>
                  </a:cubicBezTo>
                  <a:cubicBezTo>
                    <a:pt x="1398" y="2391"/>
                    <a:pt x="1229" y="2105"/>
                    <a:pt x="1075" y="1834"/>
                  </a:cubicBezTo>
                  <a:cubicBezTo>
                    <a:pt x="825" y="1398"/>
                    <a:pt x="570" y="941"/>
                    <a:pt x="336" y="489"/>
                  </a:cubicBezTo>
                  <a:cubicBezTo>
                    <a:pt x="320" y="456"/>
                    <a:pt x="287" y="420"/>
                    <a:pt x="267" y="372"/>
                  </a:cubicBezTo>
                  <a:cubicBezTo>
                    <a:pt x="203" y="255"/>
                    <a:pt x="134"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848164" y="3301360"/>
              <a:ext cx="354392" cy="229242"/>
            </a:xfrm>
            <a:custGeom>
              <a:rect b="b" l="l" r="r" t="t"/>
              <a:pathLst>
                <a:path extrusionOk="0" h="2308" w="3568">
                  <a:moveTo>
                    <a:pt x="3551" y="1"/>
                  </a:moveTo>
                  <a:lnTo>
                    <a:pt x="3519" y="17"/>
                  </a:lnTo>
                  <a:cubicBezTo>
                    <a:pt x="3063" y="154"/>
                    <a:pt x="2610" y="304"/>
                    <a:pt x="2170" y="457"/>
                  </a:cubicBezTo>
                  <a:cubicBezTo>
                    <a:pt x="1701" y="607"/>
                    <a:pt x="1229" y="760"/>
                    <a:pt x="776" y="894"/>
                  </a:cubicBezTo>
                  <a:cubicBezTo>
                    <a:pt x="554" y="978"/>
                    <a:pt x="336" y="1047"/>
                    <a:pt x="118" y="1112"/>
                  </a:cubicBezTo>
                  <a:cubicBezTo>
                    <a:pt x="69" y="1128"/>
                    <a:pt x="33" y="1164"/>
                    <a:pt x="33" y="1229"/>
                  </a:cubicBezTo>
                  <a:cubicBezTo>
                    <a:pt x="33" y="1584"/>
                    <a:pt x="33" y="1887"/>
                    <a:pt x="17" y="2174"/>
                  </a:cubicBezTo>
                  <a:cubicBezTo>
                    <a:pt x="1" y="2207"/>
                    <a:pt x="17" y="2223"/>
                    <a:pt x="17" y="2259"/>
                  </a:cubicBezTo>
                  <a:cubicBezTo>
                    <a:pt x="33" y="2275"/>
                    <a:pt x="33" y="2291"/>
                    <a:pt x="33" y="2291"/>
                  </a:cubicBezTo>
                  <a:cubicBezTo>
                    <a:pt x="33" y="2307"/>
                    <a:pt x="49" y="2307"/>
                    <a:pt x="49" y="2307"/>
                  </a:cubicBezTo>
                  <a:lnTo>
                    <a:pt x="69" y="2291"/>
                  </a:lnTo>
                  <a:cubicBezTo>
                    <a:pt x="49" y="2275"/>
                    <a:pt x="49" y="2259"/>
                    <a:pt x="49" y="2259"/>
                  </a:cubicBezTo>
                  <a:cubicBezTo>
                    <a:pt x="49" y="2223"/>
                    <a:pt x="33" y="2207"/>
                    <a:pt x="33" y="2174"/>
                  </a:cubicBezTo>
                  <a:cubicBezTo>
                    <a:pt x="49" y="1887"/>
                    <a:pt x="69" y="1584"/>
                    <a:pt x="69" y="1229"/>
                  </a:cubicBezTo>
                  <a:cubicBezTo>
                    <a:pt x="69" y="1180"/>
                    <a:pt x="85" y="1148"/>
                    <a:pt x="134" y="1128"/>
                  </a:cubicBezTo>
                  <a:cubicBezTo>
                    <a:pt x="352" y="1063"/>
                    <a:pt x="574" y="995"/>
                    <a:pt x="792" y="926"/>
                  </a:cubicBezTo>
                  <a:cubicBezTo>
                    <a:pt x="1245" y="776"/>
                    <a:pt x="1717" y="643"/>
                    <a:pt x="2170" y="473"/>
                  </a:cubicBezTo>
                  <a:cubicBezTo>
                    <a:pt x="2626" y="320"/>
                    <a:pt x="3079" y="187"/>
                    <a:pt x="3519" y="37"/>
                  </a:cubicBezTo>
                  <a:lnTo>
                    <a:pt x="3568" y="17"/>
                  </a:ln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1528640" y="1976564"/>
              <a:ext cx="192293" cy="387268"/>
            </a:xfrm>
            <a:custGeom>
              <a:rect b="b" l="l" r="r" t="t"/>
              <a:pathLst>
                <a:path extrusionOk="0" h="3899" w="1936">
                  <a:moveTo>
                    <a:pt x="22" y="1"/>
                  </a:moveTo>
                  <a:cubicBezTo>
                    <a:pt x="17" y="1"/>
                    <a:pt x="17" y="8"/>
                    <a:pt x="17" y="8"/>
                  </a:cubicBezTo>
                  <a:cubicBezTo>
                    <a:pt x="1" y="8"/>
                    <a:pt x="17" y="24"/>
                    <a:pt x="17" y="24"/>
                  </a:cubicBezTo>
                  <a:cubicBezTo>
                    <a:pt x="49" y="44"/>
                    <a:pt x="86" y="77"/>
                    <a:pt x="102" y="109"/>
                  </a:cubicBezTo>
                  <a:cubicBezTo>
                    <a:pt x="102" y="125"/>
                    <a:pt x="118" y="125"/>
                    <a:pt x="118" y="145"/>
                  </a:cubicBezTo>
                  <a:cubicBezTo>
                    <a:pt x="267" y="363"/>
                    <a:pt x="405" y="582"/>
                    <a:pt x="554" y="800"/>
                  </a:cubicBezTo>
                  <a:cubicBezTo>
                    <a:pt x="974" y="1422"/>
                    <a:pt x="1415" y="2096"/>
                    <a:pt x="1851" y="2735"/>
                  </a:cubicBezTo>
                  <a:cubicBezTo>
                    <a:pt x="1903" y="2803"/>
                    <a:pt x="1920" y="2852"/>
                    <a:pt x="1920" y="2937"/>
                  </a:cubicBezTo>
                  <a:lnTo>
                    <a:pt x="1920" y="3728"/>
                  </a:lnTo>
                  <a:lnTo>
                    <a:pt x="1920" y="3745"/>
                  </a:lnTo>
                  <a:cubicBezTo>
                    <a:pt x="1920" y="3797"/>
                    <a:pt x="1920" y="3846"/>
                    <a:pt x="1867" y="3882"/>
                  </a:cubicBezTo>
                  <a:lnTo>
                    <a:pt x="1867" y="3898"/>
                  </a:lnTo>
                  <a:lnTo>
                    <a:pt x="1903" y="3898"/>
                  </a:lnTo>
                  <a:cubicBezTo>
                    <a:pt x="1936" y="3846"/>
                    <a:pt x="1936" y="3797"/>
                    <a:pt x="1936" y="3745"/>
                  </a:cubicBezTo>
                  <a:lnTo>
                    <a:pt x="1936" y="3728"/>
                  </a:lnTo>
                  <a:lnTo>
                    <a:pt x="1936" y="2937"/>
                  </a:lnTo>
                  <a:cubicBezTo>
                    <a:pt x="1936" y="2852"/>
                    <a:pt x="1920" y="2787"/>
                    <a:pt x="1867" y="2719"/>
                  </a:cubicBezTo>
                  <a:cubicBezTo>
                    <a:pt x="1431" y="2080"/>
                    <a:pt x="995" y="1422"/>
                    <a:pt x="570" y="784"/>
                  </a:cubicBezTo>
                  <a:cubicBezTo>
                    <a:pt x="421" y="565"/>
                    <a:pt x="288" y="347"/>
                    <a:pt x="134" y="125"/>
                  </a:cubicBezTo>
                  <a:cubicBezTo>
                    <a:pt x="134" y="125"/>
                    <a:pt x="134" y="109"/>
                    <a:pt x="118" y="93"/>
                  </a:cubicBezTo>
                  <a:cubicBezTo>
                    <a:pt x="102" y="60"/>
                    <a:pt x="65" y="24"/>
                    <a:pt x="33" y="8"/>
                  </a:cubicBezTo>
                  <a:cubicBezTo>
                    <a:pt x="28" y="3"/>
                    <a:pt x="24"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787973" y="3458691"/>
              <a:ext cx="4966" cy="88797"/>
            </a:xfrm>
            <a:custGeom>
              <a:rect b="b" l="l" r="r" t="t"/>
              <a:pathLst>
                <a:path extrusionOk="0" h="894" w="50">
                  <a:moveTo>
                    <a:pt x="17" y="0"/>
                  </a:moveTo>
                  <a:cubicBezTo>
                    <a:pt x="17" y="17"/>
                    <a:pt x="1" y="17"/>
                    <a:pt x="1" y="17"/>
                  </a:cubicBezTo>
                  <a:cubicBezTo>
                    <a:pt x="33" y="150"/>
                    <a:pt x="17" y="303"/>
                    <a:pt x="17" y="437"/>
                  </a:cubicBezTo>
                  <a:lnTo>
                    <a:pt x="17" y="675"/>
                  </a:lnTo>
                  <a:lnTo>
                    <a:pt x="17" y="808"/>
                  </a:lnTo>
                  <a:lnTo>
                    <a:pt x="17" y="877"/>
                  </a:lnTo>
                  <a:lnTo>
                    <a:pt x="33" y="893"/>
                  </a:lnTo>
                  <a:lnTo>
                    <a:pt x="49" y="877"/>
                  </a:lnTo>
                  <a:lnTo>
                    <a:pt x="49" y="808"/>
                  </a:lnTo>
                  <a:lnTo>
                    <a:pt x="49" y="675"/>
                  </a:lnTo>
                  <a:lnTo>
                    <a:pt x="49" y="437"/>
                  </a:lnTo>
                  <a:cubicBezTo>
                    <a:pt x="49" y="303"/>
                    <a:pt x="49" y="150"/>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1521886" y="2181570"/>
              <a:ext cx="195869" cy="337506"/>
            </a:xfrm>
            <a:custGeom>
              <a:rect b="b" l="l" r="r" t="t"/>
              <a:pathLst>
                <a:path extrusionOk="0" h="3398" w="1972">
                  <a:moveTo>
                    <a:pt x="53" y="0"/>
                  </a:moveTo>
                  <a:lnTo>
                    <a:pt x="32" y="16"/>
                  </a:lnTo>
                  <a:cubicBezTo>
                    <a:pt x="0" y="117"/>
                    <a:pt x="0" y="251"/>
                    <a:pt x="32" y="404"/>
                  </a:cubicBezTo>
                  <a:lnTo>
                    <a:pt x="32" y="570"/>
                  </a:lnTo>
                  <a:cubicBezTo>
                    <a:pt x="16" y="687"/>
                    <a:pt x="16" y="808"/>
                    <a:pt x="117" y="925"/>
                  </a:cubicBezTo>
                  <a:cubicBezTo>
                    <a:pt x="202" y="1026"/>
                    <a:pt x="287" y="1127"/>
                    <a:pt x="356" y="1244"/>
                  </a:cubicBezTo>
                  <a:cubicBezTo>
                    <a:pt x="388" y="1293"/>
                    <a:pt x="436" y="1345"/>
                    <a:pt x="473" y="1394"/>
                  </a:cubicBezTo>
                  <a:cubicBezTo>
                    <a:pt x="909" y="2000"/>
                    <a:pt x="1265" y="2505"/>
                    <a:pt x="1600" y="2977"/>
                  </a:cubicBezTo>
                  <a:cubicBezTo>
                    <a:pt x="1648" y="3030"/>
                    <a:pt x="1685" y="3078"/>
                    <a:pt x="1717" y="3131"/>
                  </a:cubicBezTo>
                  <a:cubicBezTo>
                    <a:pt x="1769" y="3195"/>
                    <a:pt x="1818" y="3264"/>
                    <a:pt x="1870" y="3333"/>
                  </a:cubicBezTo>
                  <a:cubicBezTo>
                    <a:pt x="1887" y="3365"/>
                    <a:pt x="1903" y="3397"/>
                    <a:pt x="1951" y="3397"/>
                  </a:cubicBezTo>
                  <a:cubicBezTo>
                    <a:pt x="1971" y="3397"/>
                    <a:pt x="1971" y="3381"/>
                    <a:pt x="1971" y="3381"/>
                  </a:cubicBezTo>
                  <a:cubicBezTo>
                    <a:pt x="1971" y="3365"/>
                    <a:pt x="1951" y="3365"/>
                    <a:pt x="1951" y="3365"/>
                  </a:cubicBezTo>
                  <a:cubicBezTo>
                    <a:pt x="1919" y="3365"/>
                    <a:pt x="1903" y="3349"/>
                    <a:pt x="1887" y="3313"/>
                  </a:cubicBezTo>
                  <a:cubicBezTo>
                    <a:pt x="1834" y="3248"/>
                    <a:pt x="1786" y="3179"/>
                    <a:pt x="1733" y="3111"/>
                  </a:cubicBezTo>
                  <a:cubicBezTo>
                    <a:pt x="1701" y="3062"/>
                    <a:pt x="1669" y="3010"/>
                    <a:pt x="1632" y="2961"/>
                  </a:cubicBezTo>
                  <a:cubicBezTo>
                    <a:pt x="1297" y="2489"/>
                    <a:pt x="925" y="1984"/>
                    <a:pt x="489" y="1394"/>
                  </a:cubicBezTo>
                  <a:cubicBezTo>
                    <a:pt x="457" y="1329"/>
                    <a:pt x="420" y="1277"/>
                    <a:pt x="372" y="1228"/>
                  </a:cubicBezTo>
                  <a:cubicBezTo>
                    <a:pt x="303" y="1111"/>
                    <a:pt x="218" y="1010"/>
                    <a:pt x="133" y="909"/>
                  </a:cubicBezTo>
                  <a:cubicBezTo>
                    <a:pt x="53" y="808"/>
                    <a:pt x="53" y="687"/>
                    <a:pt x="53" y="570"/>
                  </a:cubicBezTo>
                  <a:cubicBezTo>
                    <a:pt x="69" y="521"/>
                    <a:pt x="69" y="453"/>
                    <a:pt x="53" y="384"/>
                  </a:cubicBezTo>
                  <a:cubicBezTo>
                    <a:pt x="32" y="251"/>
                    <a:pt x="32" y="133"/>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2083569" y="2671044"/>
              <a:ext cx="103596" cy="267681"/>
            </a:xfrm>
            <a:custGeom>
              <a:rect b="b" l="l" r="r" t="t"/>
              <a:pathLst>
                <a:path extrusionOk="0" h="2695" w="1043">
                  <a:moveTo>
                    <a:pt x="33" y="1"/>
                  </a:moveTo>
                  <a:cubicBezTo>
                    <a:pt x="1" y="21"/>
                    <a:pt x="1" y="69"/>
                    <a:pt x="1" y="102"/>
                  </a:cubicBezTo>
                  <a:lnTo>
                    <a:pt x="1" y="122"/>
                  </a:lnTo>
                  <a:lnTo>
                    <a:pt x="1" y="425"/>
                  </a:lnTo>
                  <a:lnTo>
                    <a:pt x="1" y="776"/>
                  </a:lnTo>
                  <a:cubicBezTo>
                    <a:pt x="1" y="845"/>
                    <a:pt x="17" y="909"/>
                    <a:pt x="53" y="962"/>
                  </a:cubicBezTo>
                  <a:cubicBezTo>
                    <a:pt x="154" y="1111"/>
                    <a:pt x="271" y="1281"/>
                    <a:pt x="372" y="1435"/>
                  </a:cubicBezTo>
                  <a:cubicBezTo>
                    <a:pt x="522" y="1685"/>
                    <a:pt x="691" y="1940"/>
                    <a:pt x="877" y="2190"/>
                  </a:cubicBezTo>
                  <a:cubicBezTo>
                    <a:pt x="978" y="2323"/>
                    <a:pt x="1011" y="2445"/>
                    <a:pt x="994" y="2594"/>
                  </a:cubicBezTo>
                  <a:cubicBezTo>
                    <a:pt x="994" y="2626"/>
                    <a:pt x="994" y="2663"/>
                    <a:pt x="978" y="2679"/>
                  </a:cubicBezTo>
                  <a:lnTo>
                    <a:pt x="978" y="2695"/>
                  </a:lnTo>
                  <a:lnTo>
                    <a:pt x="994" y="2695"/>
                  </a:lnTo>
                  <a:cubicBezTo>
                    <a:pt x="1027" y="2663"/>
                    <a:pt x="1027" y="2626"/>
                    <a:pt x="1027" y="2594"/>
                  </a:cubicBezTo>
                  <a:cubicBezTo>
                    <a:pt x="1043" y="2445"/>
                    <a:pt x="994" y="2307"/>
                    <a:pt x="893" y="2174"/>
                  </a:cubicBezTo>
                  <a:cubicBezTo>
                    <a:pt x="724" y="1919"/>
                    <a:pt x="558" y="1669"/>
                    <a:pt x="388" y="1414"/>
                  </a:cubicBezTo>
                  <a:cubicBezTo>
                    <a:pt x="287" y="1265"/>
                    <a:pt x="186" y="1095"/>
                    <a:pt x="69" y="946"/>
                  </a:cubicBezTo>
                  <a:cubicBezTo>
                    <a:pt x="33" y="893"/>
                    <a:pt x="17" y="845"/>
                    <a:pt x="33" y="776"/>
                  </a:cubicBezTo>
                  <a:lnTo>
                    <a:pt x="33" y="425"/>
                  </a:lnTo>
                  <a:lnTo>
                    <a:pt x="33" y="122"/>
                  </a:lnTo>
                  <a:lnTo>
                    <a:pt x="33" y="102"/>
                  </a:lnTo>
                  <a:cubicBezTo>
                    <a:pt x="17" y="69"/>
                    <a:pt x="17" y="37"/>
                    <a:pt x="53" y="21"/>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1765828" y="2368500"/>
              <a:ext cx="5264" cy="57112"/>
            </a:xfrm>
            <a:custGeom>
              <a:rect b="b" l="l" r="r" t="t"/>
              <a:pathLst>
                <a:path extrusionOk="0" h="575" w="53">
                  <a:moveTo>
                    <a:pt x="37" y="1"/>
                  </a:moveTo>
                  <a:cubicBezTo>
                    <a:pt x="37" y="1"/>
                    <a:pt x="20" y="1"/>
                    <a:pt x="20" y="17"/>
                  </a:cubicBezTo>
                  <a:cubicBezTo>
                    <a:pt x="0" y="118"/>
                    <a:pt x="0" y="239"/>
                    <a:pt x="20" y="356"/>
                  </a:cubicBezTo>
                  <a:lnTo>
                    <a:pt x="20" y="558"/>
                  </a:lnTo>
                  <a:cubicBezTo>
                    <a:pt x="0" y="558"/>
                    <a:pt x="20" y="574"/>
                    <a:pt x="20" y="574"/>
                  </a:cubicBezTo>
                  <a:cubicBezTo>
                    <a:pt x="37" y="574"/>
                    <a:pt x="37" y="558"/>
                    <a:pt x="37" y="558"/>
                  </a:cubicBezTo>
                  <a:lnTo>
                    <a:pt x="37" y="356"/>
                  </a:lnTo>
                  <a:cubicBezTo>
                    <a:pt x="37" y="239"/>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1287876" y="3119198"/>
              <a:ext cx="4966" cy="98828"/>
            </a:xfrm>
            <a:custGeom>
              <a:rect b="b" l="l" r="r" t="t"/>
              <a:pathLst>
                <a:path extrusionOk="0" h="995" w="50">
                  <a:moveTo>
                    <a:pt x="17" y="1"/>
                  </a:moveTo>
                  <a:cubicBezTo>
                    <a:pt x="1" y="1"/>
                    <a:pt x="1" y="1"/>
                    <a:pt x="1" y="17"/>
                  </a:cubicBezTo>
                  <a:cubicBezTo>
                    <a:pt x="33" y="187"/>
                    <a:pt x="17" y="356"/>
                    <a:pt x="17" y="522"/>
                  </a:cubicBezTo>
                  <a:lnTo>
                    <a:pt x="17" y="538"/>
                  </a:lnTo>
                  <a:cubicBezTo>
                    <a:pt x="1" y="692"/>
                    <a:pt x="1" y="841"/>
                    <a:pt x="17" y="978"/>
                  </a:cubicBezTo>
                  <a:cubicBezTo>
                    <a:pt x="17" y="995"/>
                    <a:pt x="17" y="995"/>
                    <a:pt x="33" y="995"/>
                  </a:cubicBezTo>
                  <a:lnTo>
                    <a:pt x="33" y="978"/>
                  </a:lnTo>
                  <a:cubicBezTo>
                    <a:pt x="17" y="841"/>
                    <a:pt x="33" y="692"/>
                    <a:pt x="33" y="558"/>
                  </a:cubicBezTo>
                  <a:lnTo>
                    <a:pt x="33" y="522"/>
                  </a:lnTo>
                  <a:cubicBezTo>
                    <a:pt x="49" y="356"/>
                    <a:pt x="49" y="187"/>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1419978" y="1028010"/>
              <a:ext cx="767186" cy="1407634"/>
            </a:xfrm>
            <a:custGeom>
              <a:rect b="b" l="l" r="r" t="t"/>
              <a:pathLst>
                <a:path extrusionOk="0" h="14172" w="7724">
                  <a:moveTo>
                    <a:pt x="0" y="0"/>
                  </a:moveTo>
                  <a:lnTo>
                    <a:pt x="0" y="16"/>
                  </a:lnTo>
                  <a:cubicBezTo>
                    <a:pt x="101" y="117"/>
                    <a:pt x="150" y="234"/>
                    <a:pt x="202" y="351"/>
                  </a:cubicBezTo>
                  <a:cubicBezTo>
                    <a:pt x="234" y="384"/>
                    <a:pt x="251" y="436"/>
                    <a:pt x="271" y="485"/>
                  </a:cubicBezTo>
                  <a:cubicBezTo>
                    <a:pt x="723" y="1277"/>
                    <a:pt x="1159" y="2085"/>
                    <a:pt x="1600" y="2876"/>
                  </a:cubicBezTo>
                  <a:lnTo>
                    <a:pt x="1802" y="3248"/>
                  </a:lnTo>
                  <a:cubicBezTo>
                    <a:pt x="1967" y="3551"/>
                    <a:pt x="2137" y="3870"/>
                    <a:pt x="2307" y="4173"/>
                  </a:cubicBezTo>
                  <a:cubicBezTo>
                    <a:pt x="2509" y="4524"/>
                    <a:pt x="2711" y="4896"/>
                    <a:pt x="2896" y="5252"/>
                  </a:cubicBezTo>
                  <a:cubicBezTo>
                    <a:pt x="3078" y="5555"/>
                    <a:pt x="3248" y="5874"/>
                    <a:pt x="3418" y="6177"/>
                  </a:cubicBezTo>
                  <a:cubicBezTo>
                    <a:pt x="3603" y="6512"/>
                    <a:pt x="3805" y="6867"/>
                    <a:pt x="3987" y="7219"/>
                  </a:cubicBezTo>
                  <a:cubicBezTo>
                    <a:pt x="4141" y="7490"/>
                    <a:pt x="4290" y="7756"/>
                    <a:pt x="4428" y="8011"/>
                  </a:cubicBezTo>
                  <a:cubicBezTo>
                    <a:pt x="4593" y="8314"/>
                    <a:pt x="4763" y="8633"/>
                    <a:pt x="4932" y="8936"/>
                  </a:cubicBezTo>
                  <a:cubicBezTo>
                    <a:pt x="5050" y="9170"/>
                    <a:pt x="5183" y="9408"/>
                    <a:pt x="5320" y="9627"/>
                  </a:cubicBezTo>
                  <a:cubicBezTo>
                    <a:pt x="5502" y="9962"/>
                    <a:pt x="5704" y="10317"/>
                    <a:pt x="5890" y="10669"/>
                  </a:cubicBezTo>
                  <a:cubicBezTo>
                    <a:pt x="6092" y="11040"/>
                    <a:pt x="6294" y="11412"/>
                    <a:pt x="6496" y="11764"/>
                  </a:cubicBezTo>
                  <a:cubicBezTo>
                    <a:pt x="6649" y="12050"/>
                    <a:pt x="6815" y="12353"/>
                    <a:pt x="6985" y="12656"/>
                  </a:cubicBezTo>
                  <a:lnTo>
                    <a:pt x="7053" y="12790"/>
                  </a:lnTo>
                  <a:cubicBezTo>
                    <a:pt x="7239" y="13145"/>
                    <a:pt x="7441" y="13497"/>
                    <a:pt x="7623" y="13836"/>
                  </a:cubicBezTo>
                  <a:cubicBezTo>
                    <a:pt x="7692" y="13937"/>
                    <a:pt x="7692" y="14038"/>
                    <a:pt x="7659" y="14155"/>
                  </a:cubicBezTo>
                  <a:lnTo>
                    <a:pt x="7659" y="14171"/>
                  </a:lnTo>
                  <a:lnTo>
                    <a:pt x="7675" y="14171"/>
                  </a:lnTo>
                  <a:cubicBezTo>
                    <a:pt x="7724" y="14038"/>
                    <a:pt x="7708" y="13937"/>
                    <a:pt x="7659" y="13816"/>
                  </a:cubicBezTo>
                  <a:cubicBezTo>
                    <a:pt x="7457" y="13480"/>
                    <a:pt x="7271" y="13129"/>
                    <a:pt x="7086" y="12773"/>
                  </a:cubicBezTo>
                  <a:lnTo>
                    <a:pt x="7001" y="12640"/>
                  </a:lnTo>
                  <a:cubicBezTo>
                    <a:pt x="6851" y="12337"/>
                    <a:pt x="6682" y="12050"/>
                    <a:pt x="6512" y="11747"/>
                  </a:cubicBezTo>
                  <a:cubicBezTo>
                    <a:pt x="6330" y="11392"/>
                    <a:pt x="6108" y="11024"/>
                    <a:pt x="5926" y="10653"/>
                  </a:cubicBezTo>
                  <a:cubicBezTo>
                    <a:pt x="5740" y="10301"/>
                    <a:pt x="5538" y="9946"/>
                    <a:pt x="5336" y="9610"/>
                  </a:cubicBezTo>
                  <a:cubicBezTo>
                    <a:pt x="5219" y="9392"/>
                    <a:pt x="5082" y="9154"/>
                    <a:pt x="4949" y="8920"/>
                  </a:cubicBezTo>
                  <a:cubicBezTo>
                    <a:pt x="4779" y="8617"/>
                    <a:pt x="4613" y="8298"/>
                    <a:pt x="4444" y="7995"/>
                  </a:cubicBezTo>
                  <a:cubicBezTo>
                    <a:pt x="4310" y="7740"/>
                    <a:pt x="4157" y="7473"/>
                    <a:pt x="4024" y="7203"/>
                  </a:cubicBezTo>
                  <a:cubicBezTo>
                    <a:pt x="3822" y="6867"/>
                    <a:pt x="3636" y="6512"/>
                    <a:pt x="3434" y="6161"/>
                  </a:cubicBezTo>
                  <a:cubicBezTo>
                    <a:pt x="3264" y="5858"/>
                    <a:pt x="3098" y="5555"/>
                    <a:pt x="2929" y="5231"/>
                  </a:cubicBezTo>
                  <a:cubicBezTo>
                    <a:pt x="2727" y="4880"/>
                    <a:pt x="2525" y="4508"/>
                    <a:pt x="2339" y="4157"/>
                  </a:cubicBezTo>
                  <a:cubicBezTo>
                    <a:pt x="2169" y="3854"/>
                    <a:pt x="2004" y="3551"/>
                    <a:pt x="1834" y="3232"/>
                  </a:cubicBezTo>
                  <a:lnTo>
                    <a:pt x="1616" y="2860"/>
                  </a:lnTo>
                  <a:cubicBezTo>
                    <a:pt x="1196" y="2068"/>
                    <a:pt x="739" y="1260"/>
                    <a:pt x="303" y="469"/>
                  </a:cubicBezTo>
                  <a:cubicBezTo>
                    <a:pt x="271" y="420"/>
                    <a:pt x="251" y="368"/>
                    <a:pt x="234" y="335"/>
                  </a:cubicBezTo>
                  <a:cubicBezTo>
                    <a:pt x="170" y="218"/>
                    <a:pt x="117" y="101"/>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1645446" y="1846944"/>
              <a:ext cx="3675" cy="55423"/>
            </a:xfrm>
            <a:custGeom>
              <a:rect b="b" l="l" r="r" t="t"/>
              <a:pathLst>
                <a:path extrusionOk="0" h="558" w="37">
                  <a:moveTo>
                    <a:pt x="21" y="0"/>
                  </a:moveTo>
                  <a:lnTo>
                    <a:pt x="0" y="16"/>
                  </a:lnTo>
                  <a:lnTo>
                    <a:pt x="0" y="541"/>
                  </a:lnTo>
                  <a:lnTo>
                    <a:pt x="21" y="557"/>
                  </a:lnTo>
                  <a:lnTo>
                    <a:pt x="37" y="541"/>
                  </a:lnTo>
                  <a:lnTo>
                    <a:pt x="37"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941629" y="1557611"/>
              <a:ext cx="5364" cy="70322"/>
            </a:xfrm>
            <a:custGeom>
              <a:rect b="b" l="l" r="r" t="t"/>
              <a:pathLst>
                <a:path extrusionOk="0" h="708" w="54">
                  <a:moveTo>
                    <a:pt x="17" y="0"/>
                  </a:moveTo>
                  <a:lnTo>
                    <a:pt x="17" y="21"/>
                  </a:lnTo>
                  <a:lnTo>
                    <a:pt x="17" y="271"/>
                  </a:lnTo>
                  <a:cubicBezTo>
                    <a:pt x="17" y="404"/>
                    <a:pt x="1" y="558"/>
                    <a:pt x="17" y="691"/>
                  </a:cubicBezTo>
                  <a:lnTo>
                    <a:pt x="37" y="707"/>
                  </a:lnTo>
                  <a:cubicBezTo>
                    <a:pt x="53" y="707"/>
                    <a:pt x="53" y="691"/>
                    <a:pt x="53" y="691"/>
                  </a:cubicBezTo>
                  <a:cubicBezTo>
                    <a:pt x="37" y="558"/>
                    <a:pt x="37" y="404"/>
                    <a:pt x="37" y="271"/>
                  </a:cubicBezTo>
                  <a:lnTo>
                    <a:pt x="37" y="21"/>
                  </a:lnTo>
                  <a:cubicBezTo>
                    <a:pt x="37" y="0"/>
                    <a:pt x="3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1416701" y="2650980"/>
              <a:ext cx="80354" cy="83930"/>
            </a:xfrm>
            <a:custGeom>
              <a:rect b="b" l="l" r="r" t="t"/>
              <a:pathLst>
                <a:path extrusionOk="0" h="845" w="809">
                  <a:moveTo>
                    <a:pt x="17" y="1"/>
                  </a:moveTo>
                  <a:cubicBezTo>
                    <a:pt x="1" y="1"/>
                    <a:pt x="1" y="21"/>
                    <a:pt x="1" y="21"/>
                  </a:cubicBezTo>
                  <a:cubicBezTo>
                    <a:pt x="1" y="37"/>
                    <a:pt x="1" y="37"/>
                    <a:pt x="17" y="37"/>
                  </a:cubicBezTo>
                  <a:cubicBezTo>
                    <a:pt x="65" y="37"/>
                    <a:pt x="82" y="69"/>
                    <a:pt x="118" y="102"/>
                  </a:cubicBezTo>
                  <a:cubicBezTo>
                    <a:pt x="183" y="186"/>
                    <a:pt x="267" y="287"/>
                    <a:pt x="352" y="372"/>
                  </a:cubicBezTo>
                  <a:cubicBezTo>
                    <a:pt x="453" y="489"/>
                    <a:pt x="554" y="606"/>
                    <a:pt x="639" y="728"/>
                  </a:cubicBezTo>
                  <a:cubicBezTo>
                    <a:pt x="671" y="776"/>
                    <a:pt x="708" y="829"/>
                    <a:pt x="788" y="845"/>
                  </a:cubicBezTo>
                  <a:cubicBezTo>
                    <a:pt x="788" y="845"/>
                    <a:pt x="809" y="845"/>
                    <a:pt x="809" y="829"/>
                  </a:cubicBezTo>
                  <a:cubicBezTo>
                    <a:pt x="809" y="829"/>
                    <a:pt x="788" y="829"/>
                    <a:pt x="788" y="808"/>
                  </a:cubicBezTo>
                  <a:cubicBezTo>
                    <a:pt x="724" y="808"/>
                    <a:pt x="687" y="760"/>
                    <a:pt x="655" y="707"/>
                  </a:cubicBezTo>
                  <a:cubicBezTo>
                    <a:pt x="570" y="590"/>
                    <a:pt x="469" y="473"/>
                    <a:pt x="368" y="356"/>
                  </a:cubicBezTo>
                  <a:cubicBezTo>
                    <a:pt x="284" y="271"/>
                    <a:pt x="203" y="170"/>
                    <a:pt x="134" y="85"/>
                  </a:cubicBezTo>
                  <a:cubicBezTo>
                    <a:pt x="102" y="5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980167" y="3064272"/>
              <a:ext cx="5364" cy="91975"/>
            </a:xfrm>
            <a:custGeom>
              <a:rect b="b" l="l" r="r" t="t"/>
              <a:pathLst>
                <a:path extrusionOk="0" h="926" w="54">
                  <a:moveTo>
                    <a:pt x="17" y="0"/>
                  </a:moveTo>
                  <a:cubicBezTo>
                    <a:pt x="1" y="0"/>
                    <a:pt x="1" y="0"/>
                    <a:pt x="1" y="17"/>
                  </a:cubicBezTo>
                  <a:cubicBezTo>
                    <a:pt x="33" y="81"/>
                    <a:pt x="17" y="166"/>
                    <a:pt x="17" y="251"/>
                  </a:cubicBezTo>
                  <a:cubicBezTo>
                    <a:pt x="1" y="303"/>
                    <a:pt x="1" y="352"/>
                    <a:pt x="1" y="421"/>
                  </a:cubicBezTo>
                  <a:lnTo>
                    <a:pt x="1" y="606"/>
                  </a:lnTo>
                  <a:cubicBezTo>
                    <a:pt x="1" y="707"/>
                    <a:pt x="1" y="808"/>
                    <a:pt x="17" y="909"/>
                  </a:cubicBezTo>
                  <a:cubicBezTo>
                    <a:pt x="17" y="925"/>
                    <a:pt x="17" y="925"/>
                    <a:pt x="33" y="925"/>
                  </a:cubicBezTo>
                  <a:cubicBezTo>
                    <a:pt x="33" y="925"/>
                    <a:pt x="53" y="925"/>
                    <a:pt x="53" y="909"/>
                  </a:cubicBezTo>
                  <a:cubicBezTo>
                    <a:pt x="17" y="808"/>
                    <a:pt x="33" y="707"/>
                    <a:pt x="33" y="606"/>
                  </a:cubicBezTo>
                  <a:lnTo>
                    <a:pt x="33" y="421"/>
                  </a:lnTo>
                  <a:lnTo>
                    <a:pt x="33" y="251"/>
                  </a:lnTo>
                  <a:cubicBezTo>
                    <a:pt x="53" y="166"/>
                    <a:pt x="53" y="81"/>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1739308" y="2438723"/>
              <a:ext cx="169051" cy="356378"/>
            </a:xfrm>
            <a:custGeom>
              <a:rect b="b" l="l" r="r" t="t"/>
              <a:pathLst>
                <a:path extrusionOk="0" h="3588" w="1702">
                  <a:moveTo>
                    <a:pt x="1" y="1"/>
                  </a:moveTo>
                  <a:lnTo>
                    <a:pt x="1" y="17"/>
                  </a:lnTo>
                  <a:cubicBezTo>
                    <a:pt x="17" y="118"/>
                    <a:pt x="65" y="203"/>
                    <a:pt x="134" y="287"/>
                  </a:cubicBezTo>
                  <a:cubicBezTo>
                    <a:pt x="134" y="287"/>
                    <a:pt x="150" y="304"/>
                    <a:pt x="150" y="320"/>
                  </a:cubicBezTo>
                  <a:cubicBezTo>
                    <a:pt x="554" y="861"/>
                    <a:pt x="926" y="1414"/>
                    <a:pt x="1277" y="1919"/>
                  </a:cubicBezTo>
                  <a:cubicBezTo>
                    <a:pt x="1314" y="1988"/>
                    <a:pt x="1362" y="2037"/>
                    <a:pt x="1415" y="2089"/>
                  </a:cubicBezTo>
                  <a:cubicBezTo>
                    <a:pt x="1516" y="2222"/>
                    <a:pt x="1616" y="2360"/>
                    <a:pt x="1649" y="2525"/>
                  </a:cubicBezTo>
                  <a:cubicBezTo>
                    <a:pt x="1665" y="2663"/>
                    <a:pt x="1665" y="2812"/>
                    <a:pt x="1665" y="2945"/>
                  </a:cubicBezTo>
                  <a:cubicBezTo>
                    <a:pt x="1665" y="3014"/>
                    <a:pt x="1649" y="3083"/>
                    <a:pt x="1649" y="3147"/>
                  </a:cubicBezTo>
                  <a:cubicBezTo>
                    <a:pt x="1649" y="3168"/>
                    <a:pt x="1649" y="3184"/>
                    <a:pt x="1665" y="3200"/>
                  </a:cubicBezTo>
                  <a:cubicBezTo>
                    <a:pt x="1665" y="3232"/>
                    <a:pt x="1665" y="3269"/>
                    <a:pt x="1649" y="3285"/>
                  </a:cubicBezTo>
                  <a:cubicBezTo>
                    <a:pt x="1616" y="3370"/>
                    <a:pt x="1633" y="3434"/>
                    <a:pt x="1649" y="3519"/>
                  </a:cubicBezTo>
                  <a:cubicBezTo>
                    <a:pt x="1665" y="3535"/>
                    <a:pt x="1665" y="3551"/>
                    <a:pt x="1665" y="3572"/>
                  </a:cubicBezTo>
                  <a:cubicBezTo>
                    <a:pt x="1665" y="3588"/>
                    <a:pt x="1681" y="3588"/>
                    <a:pt x="1681" y="3588"/>
                  </a:cubicBezTo>
                  <a:cubicBezTo>
                    <a:pt x="1701" y="3588"/>
                    <a:pt x="1701" y="3588"/>
                    <a:pt x="1701" y="3572"/>
                  </a:cubicBezTo>
                  <a:cubicBezTo>
                    <a:pt x="1681" y="3551"/>
                    <a:pt x="1681" y="3519"/>
                    <a:pt x="1681" y="3503"/>
                  </a:cubicBezTo>
                  <a:cubicBezTo>
                    <a:pt x="1665" y="3434"/>
                    <a:pt x="1649" y="3370"/>
                    <a:pt x="1681" y="3301"/>
                  </a:cubicBezTo>
                  <a:cubicBezTo>
                    <a:pt x="1701" y="3269"/>
                    <a:pt x="1681" y="3232"/>
                    <a:pt x="1681" y="3184"/>
                  </a:cubicBezTo>
                  <a:lnTo>
                    <a:pt x="1681" y="3147"/>
                  </a:lnTo>
                  <a:lnTo>
                    <a:pt x="1681" y="2945"/>
                  </a:lnTo>
                  <a:cubicBezTo>
                    <a:pt x="1701" y="2812"/>
                    <a:pt x="1701" y="2663"/>
                    <a:pt x="1681" y="2525"/>
                  </a:cubicBezTo>
                  <a:cubicBezTo>
                    <a:pt x="1649" y="2340"/>
                    <a:pt x="1532" y="2206"/>
                    <a:pt x="1431" y="2073"/>
                  </a:cubicBezTo>
                  <a:cubicBezTo>
                    <a:pt x="1378" y="2020"/>
                    <a:pt x="1330" y="1972"/>
                    <a:pt x="1297" y="1903"/>
                  </a:cubicBezTo>
                  <a:cubicBezTo>
                    <a:pt x="958" y="1398"/>
                    <a:pt x="570" y="861"/>
                    <a:pt x="166" y="304"/>
                  </a:cubicBezTo>
                  <a:cubicBezTo>
                    <a:pt x="166" y="287"/>
                    <a:pt x="166" y="271"/>
                    <a:pt x="150" y="271"/>
                  </a:cubicBezTo>
                  <a:cubicBezTo>
                    <a:pt x="85" y="186"/>
                    <a:pt x="33" y="10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1291154" y="2428691"/>
              <a:ext cx="5264" cy="85519"/>
            </a:xfrm>
            <a:custGeom>
              <a:rect b="b" l="l" r="r" t="t"/>
              <a:pathLst>
                <a:path extrusionOk="0" h="861" w="53">
                  <a:moveTo>
                    <a:pt x="0" y="1"/>
                  </a:moveTo>
                  <a:lnTo>
                    <a:pt x="0" y="17"/>
                  </a:lnTo>
                  <a:cubicBezTo>
                    <a:pt x="16" y="170"/>
                    <a:pt x="16" y="340"/>
                    <a:pt x="0" y="489"/>
                  </a:cubicBezTo>
                  <a:lnTo>
                    <a:pt x="0" y="542"/>
                  </a:lnTo>
                  <a:lnTo>
                    <a:pt x="0" y="861"/>
                  </a:lnTo>
                  <a:lnTo>
                    <a:pt x="33" y="861"/>
                  </a:lnTo>
                  <a:cubicBezTo>
                    <a:pt x="16" y="760"/>
                    <a:pt x="16" y="659"/>
                    <a:pt x="33" y="542"/>
                  </a:cubicBezTo>
                  <a:lnTo>
                    <a:pt x="33" y="489"/>
                  </a:lnTo>
                  <a:cubicBezTo>
                    <a:pt x="33" y="340"/>
                    <a:pt x="53" y="170"/>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1841216" y="2319930"/>
              <a:ext cx="4966" cy="65554"/>
            </a:xfrm>
            <a:custGeom>
              <a:rect b="b" l="l" r="r" t="t"/>
              <a:pathLst>
                <a:path extrusionOk="0" h="660" w="50">
                  <a:moveTo>
                    <a:pt x="33" y="1"/>
                  </a:moveTo>
                  <a:cubicBezTo>
                    <a:pt x="33" y="1"/>
                    <a:pt x="17" y="1"/>
                    <a:pt x="17" y="21"/>
                  </a:cubicBezTo>
                  <a:cubicBezTo>
                    <a:pt x="1" y="102"/>
                    <a:pt x="1" y="203"/>
                    <a:pt x="1" y="304"/>
                  </a:cubicBezTo>
                  <a:cubicBezTo>
                    <a:pt x="17" y="372"/>
                    <a:pt x="17" y="425"/>
                    <a:pt x="1" y="490"/>
                  </a:cubicBezTo>
                  <a:cubicBezTo>
                    <a:pt x="1" y="506"/>
                    <a:pt x="1" y="526"/>
                    <a:pt x="17" y="542"/>
                  </a:cubicBezTo>
                  <a:cubicBezTo>
                    <a:pt x="17" y="574"/>
                    <a:pt x="17" y="607"/>
                    <a:pt x="1" y="627"/>
                  </a:cubicBezTo>
                  <a:lnTo>
                    <a:pt x="1" y="643"/>
                  </a:lnTo>
                  <a:lnTo>
                    <a:pt x="1" y="659"/>
                  </a:lnTo>
                  <a:lnTo>
                    <a:pt x="17" y="643"/>
                  </a:lnTo>
                  <a:cubicBezTo>
                    <a:pt x="33" y="607"/>
                    <a:pt x="33" y="574"/>
                    <a:pt x="33" y="542"/>
                  </a:cubicBezTo>
                  <a:lnTo>
                    <a:pt x="33" y="490"/>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704540" y="2697961"/>
              <a:ext cx="1689" cy="70322"/>
            </a:xfrm>
            <a:custGeom>
              <a:rect b="b" l="l" r="r" t="t"/>
              <a:pathLst>
                <a:path extrusionOk="0" h="708" w="17">
                  <a:moveTo>
                    <a:pt x="16" y="0"/>
                  </a:moveTo>
                  <a:cubicBezTo>
                    <a:pt x="0" y="0"/>
                    <a:pt x="0" y="16"/>
                    <a:pt x="0" y="16"/>
                  </a:cubicBezTo>
                  <a:lnTo>
                    <a:pt x="0" y="691"/>
                  </a:lnTo>
                  <a:cubicBezTo>
                    <a:pt x="0" y="707"/>
                    <a:pt x="0" y="707"/>
                    <a:pt x="16" y="707"/>
                  </a:cubicBezTo>
                  <a:lnTo>
                    <a:pt x="16" y="691"/>
                  </a:lnTo>
                  <a:lnTo>
                    <a:pt x="16" y="16"/>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1035591" y="3545799"/>
              <a:ext cx="4867" cy="98332"/>
            </a:xfrm>
            <a:custGeom>
              <a:rect b="b" l="l" r="r" t="t"/>
              <a:pathLst>
                <a:path extrusionOk="0" h="990" w="49">
                  <a:moveTo>
                    <a:pt x="16" y="0"/>
                  </a:moveTo>
                  <a:cubicBezTo>
                    <a:pt x="0" y="0"/>
                    <a:pt x="0" y="0"/>
                    <a:pt x="0" y="16"/>
                  </a:cubicBezTo>
                  <a:cubicBezTo>
                    <a:pt x="32" y="234"/>
                    <a:pt x="16" y="469"/>
                    <a:pt x="16" y="687"/>
                  </a:cubicBezTo>
                  <a:cubicBezTo>
                    <a:pt x="0" y="723"/>
                    <a:pt x="16" y="772"/>
                    <a:pt x="16" y="824"/>
                  </a:cubicBezTo>
                  <a:lnTo>
                    <a:pt x="16" y="974"/>
                  </a:lnTo>
                  <a:cubicBezTo>
                    <a:pt x="16" y="990"/>
                    <a:pt x="16" y="990"/>
                    <a:pt x="32" y="990"/>
                  </a:cubicBezTo>
                  <a:cubicBezTo>
                    <a:pt x="49" y="925"/>
                    <a:pt x="49" y="873"/>
                    <a:pt x="32" y="824"/>
                  </a:cubicBezTo>
                  <a:lnTo>
                    <a:pt x="32" y="687"/>
                  </a:lnTo>
                  <a:cubicBezTo>
                    <a:pt x="49" y="469"/>
                    <a:pt x="49" y="234"/>
                    <a:pt x="32" y="16"/>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1765828" y="2838407"/>
              <a:ext cx="5264" cy="53437"/>
            </a:xfrm>
            <a:custGeom>
              <a:rect b="b" l="l" r="r" t="t"/>
              <a:pathLst>
                <a:path extrusionOk="0" h="538" w="53">
                  <a:moveTo>
                    <a:pt x="20" y="0"/>
                  </a:moveTo>
                  <a:cubicBezTo>
                    <a:pt x="0" y="101"/>
                    <a:pt x="0" y="186"/>
                    <a:pt x="20" y="271"/>
                  </a:cubicBezTo>
                  <a:cubicBezTo>
                    <a:pt x="20" y="356"/>
                    <a:pt x="20" y="436"/>
                    <a:pt x="0" y="521"/>
                  </a:cubicBezTo>
                  <a:lnTo>
                    <a:pt x="0" y="537"/>
                  </a:lnTo>
                  <a:lnTo>
                    <a:pt x="20" y="537"/>
                  </a:lnTo>
                  <a:lnTo>
                    <a:pt x="20" y="521"/>
                  </a:lnTo>
                  <a:cubicBezTo>
                    <a:pt x="37" y="436"/>
                    <a:pt x="37" y="356"/>
                    <a:pt x="37" y="271"/>
                  </a:cubicBezTo>
                  <a:cubicBezTo>
                    <a:pt x="37" y="186"/>
                    <a:pt x="37" y="101"/>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1381440" y="2560694"/>
              <a:ext cx="5264" cy="92372"/>
            </a:xfrm>
            <a:custGeom>
              <a:rect b="b" l="l" r="r" t="t"/>
              <a:pathLst>
                <a:path extrusionOk="0" h="930" w="53">
                  <a:moveTo>
                    <a:pt x="16" y="1"/>
                  </a:moveTo>
                  <a:cubicBezTo>
                    <a:pt x="0" y="1"/>
                    <a:pt x="0" y="1"/>
                    <a:pt x="0" y="21"/>
                  </a:cubicBezTo>
                  <a:cubicBezTo>
                    <a:pt x="16" y="138"/>
                    <a:pt x="16" y="271"/>
                    <a:pt x="16" y="388"/>
                  </a:cubicBezTo>
                  <a:lnTo>
                    <a:pt x="16" y="607"/>
                  </a:lnTo>
                  <a:lnTo>
                    <a:pt x="16" y="809"/>
                  </a:lnTo>
                  <a:lnTo>
                    <a:pt x="16" y="910"/>
                  </a:lnTo>
                  <a:cubicBezTo>
                    <a:pt x="16" y="930"/>
                    <a:pt x="16" y="930"/>
                    <a:pt x="33" y="930"/>
                  </a:cubicBezTo>
                  <a:cubicBezTo>
                    <a:pt x="33" y="930"/>
                    <a:pt x="53" y="930"/>
                    <a:pt x="53" y="910"/>
                  </a:cubicBezTo>
                  <a:lnTo>
                    <a:pt x="53" y="829"/>
                  </a:lnTo>
                  <a:cubicBezTo>
                    <a:pt x="53" y="744"/>
                    <a:pt x="53" y="675"/>
                    <a:pt x="33" y="607"/>
                  </a:cubicBezTo>
                  <a:cubicBezTo>
                    <a:pt x="33" y="542"/>
                    <a:pt x="33" y="457"/>
                    <a:pt x="53" y="388"/>
                  </a:cubicBezTo>
                  <a:cubicBezTo>
                    <a:pt x="53" y="271"/>
                    <a:pt x="53"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1735732" y="3216338"/>
              <a:ext cx="172627" cy="284169"/>
            </a:xfrm>
            <a:custGeom>
              <a:rect b="b" l="l" r="r" t="t"/>
              <a:pathLst>
                <a:path extrusionOk="0" h="2861" w="1738">
                  <a:moveTo>
                    <a:pt x="20" y="0"/>
                  </a:moveTo>
                  <a:cubicBezTo>
                    <a:pt x="0" y="0"/>
                    <a:pt x="0" y="17"/>
                    <a:pt x="0" y="17"/>
                  </a:cubicBezTo>
                  <a:cubicBezTo>
                    <a:pt x="0" y="101"/>
                    <a:pt x="53" y="150"/>
                    <a:pt x="101" y="202"/>
                  </a:cubicBezTo>
                  <a:cubicBezTo>
                    <a:pt x="121" y="219"/>
                    <a:pt x="138" y="235"/>
                    <a:pt x="154" y="235"/>
                  </a:cubicBezTo>
                  <a:cubicBezTo>
                    <a:pt x="222" y="320"/>
                    <a:pt x="303" y="388"/>
                    <a:pt x="372" y="469"/>
                  </a:cubicBezTo>
                  <a:cubicBezTo>
                    <a:pt x="675" y="792"/>
                    <a:pt x="994" y="1127"/>
                    <a:pt x="1297" y="1479"/>
                  </a:cubicBezTo>
                  <a:cubicBezTo>
                    <a:pt x="1333" y="1515"/>
                    <a:pt x="1382" y="1564"/>
                    <a:pt x="1414" y="1600"/>
                  </a:cubicBezTo>
                  <a:cubicBezTo>
                    <a:pt x="1483" y="1665"/>
                    <a:pt x="1552" y="1733"/>
                    <a:pt x="1600" y="1802"/>
                  </a:cubicBezTo>
                  <a:cubicBezTo>
                    <a:pt x="1616" y="1818"/>
                    <a:pt x="1616" y="1818"/>
                    <a:pt x="1636" y="1834"/>
                  </a:cubicBezTo>
                  <a:cubicBezTo>
                    <a:pt x="1669" y="1867"/>
                    <a:pt x="1701" y="1903"/>
                    <a:pt x="1701" y="1952"/>
                  </a:cubicBezTo>
                  <a:cubicBezTo>
                    <a:pt x="1685" y="2121"/>
                    <a:pt x="1685" y="2287"/>
                    <a:pt x="1685" y="2440"/>
                  </a:cubicBezTo>
                  <a:cubicBezTo>
                    <a:pt x="1685" y="2541"/>
                    <a:pt x="1701" y="2642"/>
                    <a:pt x="1685" y="2727"/>
                  </a:cubicBezTo>
                  <a:cubicBezTo>
                    <a:pt x="1685" y="2760"/>
                    <a:pt x="1685" y="2812"/>
                    <a:pt x="1669" y="2844"/>
                  </a:cubicBezTo>
                  <a:lnTo>
                    <a:pt x="1669" y="2861"/>
                  </a:lnTo>
                  <a:lnTo>
                    <a:pt x="1685" y="2861"/>
                  </a:lnTo>
                  <a:cubicBezTo>
                    <a:pt x="1717" y="2812"/>
                    <a:pt x="1717" y="2776"/>
                    <a:pt x="1717" y="2727"/>
                  </a:cubicBezTo>
                  <a:lnTo>
                    <a:pt x="1717" y="2440"/>
                  </a:lnTo>
                  <a:cubicBezTo>
                    <a:pt x="1717" y="2287"/>
                    <a:pt x="1717" y="2121"/>
                    <a:pt x="1737" y="1968"/>
                  </a:cubicBezTo>
                  <a:cubicBezTo>
                    <a:pt x="1737" y="1903"/>
                    <a:pt x="1701" y="1851"/>
                    <a:pt x="1652" y="1818"/>
                  </a:cubicBezTo>
                  <a:lnTo>
                    <a:pt x="1616" y="1782"/>
                  </a:lnTo>
                  <a:cubicBezTo>
                    <a:pt x="1568" y="1717"/>
                    <a:pt x="1499" y="1649"/>
                    <a:pt x="1434" y="1580"/>
                  </a:cubicBezTo>
                  <a:cubicBezTo>
                    <a:pt x="1398" y="1548"/>
                    <a:pt x="1366" y="1499"/>
                    <a:pt x="1313" y="1463"/>
                  </a:cubicBezTo>
                  <a:cubicBezTo>
                    <a:pt x="1010" y="1111"/>
                    <a:pt x="691" y="772"/>
                    <a:pt x="388" y="453"/>
                  </a:cubicBezTo>
                  <a:cubicBezTo>
                    <a:pt x="323" y="368"/>
                    <a:pt x="239" y="303"/>
                    <a:pt x="170" y="219"/>
                  </a:cubicBezTo>
                  <a:cubicBezTo>
                    <a:pt x="154" y="202"/>
                    <a:pt x="138" y="202"/>
                    <a:pt x="121" y="186"/>
                  </a:cubicBezTo>
                  <a:cubicBezTo>
                    <a:pt x="69" y="134"/>
                    <a:pt x="37" y="85"/>
                    <a:pt x="37" y="17"/>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856607" y="1937132"/>
              <a:ext cx="355981" cy="279401"/>
            </a:xfrm>
            <a:custGeom>
              <a:rect b="b" l="l" r="r" t="t"/>
              <a:pathLst>
                <a:path extrusionOk="0" h="2813" w="3584">
                  <a:moveTo>
                    <a:pt x="3535" y="1"/>
                  </a:moveTo>
                  <a:lnTo>
                    <a:pt x="3535" y="17"/>
                  </a:lnTo>
                  <a:cubicBezTo>
                    <a:pt x="3551" y="37"/>
                    <a:pt x="3551" y="53"/>
                    <a:pt x="3551" y="86"/>
                  </a:cubicBezTo>
                  <a:lnTo>
                    <a:pt x="3551" y="102"/>
                  </a:lnTo>
                  <a:lnTo>
                    <a:pt x="3551" y="320"/>
                  </a:lnTo>
                  <a:lnTo>
                    <a:pt x="3551" y="946"/>
                  </a:lnTo>
                  <a:cubicBezTo>
                    <a:pt x="3567" y="995"/>
                    <a:pt x="3551" y="1027"/>
                    <a:pt x="3483" y="1063"/>
                  </a:cubicBezTo>
                  <a:cubicBezTo>
                    <a:pt x="3180" y="1213"/>
                    <a:pt x="2860" y="1383"/>
                    <a:pt x="2557" y="1532"/>
                  </a:cubicBezTo>
                  <a:cubicBezTo>
                    <a:pt x="2339" y="1633"/>
                    <a:pt x="2121" y="1754"/>
                    <a:pt x="1903" y="1855"/>
                  </a:cubicBezTo>
                  <a:cubicBezTo>
                    <a:pt x="1531" y="2037"/>
                    <a:pt x="1144" y="2223"/>
                    <a:pt x="792" y="2409"/>
                  </a:cubicBezTo>
                  <a:lnTo>
                    <a:pt x="505" y="2542"/>
                  </a:lnTo>
                  <a:cubicBezTo>
                    <a:pt x="404" y="2611"/>
                    <a:pt x="287" y="2663"/>
                    <a:pt x="166" y="2712"/>
                  </a:cubicBezTo>
                  <a:lnTo>
                    <a:pt x="17" y="2796"/>
                  </a:lnTo>
                  <a:cubicBezTo>
                    <a:pt x="0" y="2796"/>
                    <a:pt x="0" y="2796"/>
                    <a:pt x="0" y="2813"/>
                  </a:cubicBezTo>
                  <a:lnTo>
                    <a:pt x="17" y="2813"/>
                  </a:lnTo>
                  <a:lnTo>
                    <a:pt x="186" y="2744"/>
                  </a:lnTo>
                  <a:cubicBezTo>
                    <a:pt x="303" y="2679"/>
                    <a:pt x="404" y="2627"/>
                    <a:pt x="521" y="2578"/>
                  </a:cubicBezTo>
                  <a:lnTo>
                    <a:pt x="792" y="2441"/>
                  </a:lnTo>
                  <a:cubicBezTo>
                    <a:pt x="1160" y="2259"/>
                    <a:pt x="1548" y="2073"/>
                    <a:pt x="1919" y="1887"/>
                  </a:cubicBezTo>
                  <a:cubicBezTo>
                    <a:pt x="2137" y="1770"/>
                    <a:pt x="2355" y="1669"/>
                    <a:pt x="2557" y="1552"/>
                  </a:cubicBezTo>
                  <a:cubicBezTo>
                    <a:pt x="2877" y="1399"/>
                    <a:pt x="3180" y="1249"/>
                    <a:pt x="3499" y="1080"/>
                  </a:cubicBezTo>
                  <a:cubicBezTo>
                    <a:pt x="3567" y="1047"/>
                    <a:pt x="3584" y="995"/>
                    <a:pt x="3584" y="946"/>
                  </a:cubicBezTo>
                  <a:lnTo>
                    <a:pt x="3584" y="320"/>
                  </a:lnTo>
                  <a:lnTo>
                    <a:pt x="3584" y="102"/>
                  </a:lnTo>
                  <a:lnTo>
                    <a:pt x="3584" y="86"/>
                  </a:lnTo>
                  <a:cubicBezTo>
                    <a:pt x="3584" y="53"/>
                    <a:pt x="3584" y="17"/>
                    <a:pt x="3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1521886" y="2495735"/>
              <a:ext cx="180573" cy="310987"/>
            </a:xfrm>
            <a:custGeom>
              <a:rect b="b" l="l" r="r" t="t"/>
              <a:pathLst>
                <a:path extrusionOk="0" h="3131" w="1818">
                  <a:moveTo>
                    <a:pt x="53" y="0"/>
                  </a:moveTo>
                  <a:cubicBezTo>
                    <a:pt x="16" y="32"/>
                    <a:pt x="0" y="85"/>
                    <a:pt x="0" y="117"/>
                  </a:cubicBezTo>
                  <a:cubicBezTo>
                    <a:pt x="0" y="170"/>
                    <a:pt x="16" y="234"/>
                    <a:pt x="53" y="271"/>
                  </a:cubicBezTo>
                  <a:cubicBezTo>
                    <a:pt x="202" y="404"/>
                    <a:pt x="335" y="574"/>
                    <a:pt x="457" y="739"/>
                  </a:cubicBezTo>
                  <a:cubicBezTo>
                    <a:pt x="505" y="824"/>
                    <a:pt x="574" y="909"/>
                    <a:pt x="638" y="994"/>
                  </a:cubicBezTo>
                  <a:cubicBezTo>
                    <a:pt x="893" y="1297"/>
                    <a:pt x="1127" y="1600"/>
                    <a:pt x="1366" y="1903"/>
                  </a:cubicBezTo>
                  <a:cubicBezTo>
                    <a:pt x="1467" y="2052"/>
                    <a:pt x="1584" y="2190"/>
                    <a:pt x="1685" y="2323"/>
                  </a:cubicBezTo>
                  <a:cubicBezTo>
                    <a:pt x="1749" y="2408"/>
                    <a:pt x="1786" y="2493"/>
                    <a:pt x="1786" y="2573"/>
                  </a:cubicBezTo>
                  <a:cubicBezTo>
                    <a:pt x="1769" y="2642"/>
                    <a:pt x="1769" y="2711"/>
                    <a:pt x="1786" y="2775"/>
                  </a:cubicBezTo>
                  <a:cubicBezTo>
                    <a:pt x="1786" y="2876"/>
                    <a:pt x="1786" y="2998"/>
                    <a:pt x="1749" y="3115"/>
                  </a:cubicBezTo>
                  <a:lnTo>
                    <a:pt x="1769" y="3131"/>
                  </a:lnTo>
                  <a:lnTo>
                    <a:pt x="1786" y="3115"/>
                  </a:lnTo>
                  <a:cubicBezTo>
                    <a:pt x="1818" y="2998"/>
                    <a:pt x="1802" y="2897"/>
                    <a:pt x="1802" y="2775"/>
                  </a:cubicBezTo>
                  <a:lnTo>
                    <a:pt x="1802" y="2594"/>
                  </a:lnTo>
                  <a:cubicBezTo>
                    <a:pt x="1818" y="2493"/>
                    <a:pt x="1786" y="2408"/>
                    <a:pt x="1701" y="2307"/>
                  </a:cubicBezTo>
                  <a:cubicBezTo>
                    <a:pt x="1600" y="2169"/>
                    <a:pt x="1499" y="2036"/>
                    <a:pt x="1382" y="1887"/>
                  </a:cubicBezTo>
                  <a:cubicBezTo>
                    <a:pt x="1143" y="1584"/>
                    <a:pt x="909" y="1281"/>
                    <a:pt x="659" y="978"/>
                  </a:cubicBezTo>
                  <a:cubicBezTo>
                    <a:pt x="590" y="893"/>
                    <a:pt x="537" y="808"/>
                    <a:pt x="473" y="723"/>
                  </a:cubicBezTo>
                  <a:cubicBezTo>
                    <a:pt x="356" y="554"/>
                    <a:pt x="218" y="388"/>
                    <a:pt x="69" y="251"/>
                  </a:cubicBezTo>
                  <a:cubicBezTo>
                    <a:pt x="53" y="218"/>
                    <a:pt x="16" y="170"/>
                    <a:pt x="16" y="117"/>
                  </a:cubicBezTo>
                  <a:cubicBezTo>
                    <a:pt x="16" y="85"/>
                    <a:pt x="32" y="49"/>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1249437" y="2820528"/>
              <a:ext cx="250796" cy="261920"/>
            </a:xfrm>
            <a:custGeom>
              <a:rect b="b" l="l" r="r" t="t"/>
              <a:pathLst>
                <a:path extrusionOk="0" h="2637" w="2525">
                  <a:moveTo>
                    <a:pt x="1612" y="0"/>
                  </a:moveTo>
                  <a:cubicBezTo>
                    <a:pt x="1585" y="0"/>
                    <a:pt x="1543" y="9"/>
                    <a:pt x="1483" y="31"/>
                  </a:cubicBezTo>
                  <a:cubicBezTo>
                    <a:pt x="1297" y="111"/>
                    <a:pt x="1111" y="180"/>
                    <a:pt x="909" y="265"/>
                  </a:cubicBezTo>
                  <a:cubicBezTo>
                    <a:pt x="622" y="366"/>
                    <a:pt x="335" y="483"/>
                    <a:pt x="49" y="600"/>
                  </a:cubicBezTo>
                  <a:cubicBezTo>
                    <a:pt x="0" y="616"/>
                    <a:pt x="0" y="637"/>
                    <a:pt x="0" y="653"/>
                  </a:cubicBezTo>
                  <a:lnTo>
                    <a:pt x="0" y="669"/>
                  </a:lnTo>
                  <a:lnTo>
                    <a:pt x="0" y="685"/>
                  </a:lnTo>
                  <a:lnTo>
                    <a:pt x="16" y="685"/>
                  </a:lnTo>
                  <a:lnTo>
                    <a:pt x="16" y="653"/>
                  </a:lnTo>
                  <a:cubicBezTo>
                    <a:pt x="16" y="637"/>
                    <a:pt x="16" y="637"/>
                    <a:pt x="49" y="616"/>
                  </a:cubicBezTo>
                  <a:cubicBezTo>
                    <a:pt x="335" y="515"/>
                    <a:pt x="638" y="398"/>
                    <a:pt x="925" y="281"/>
                  </a:cubicBezTo>
                  <a:cubicBezTo>
                    <a:pt x="1111" y="212"/>
                    <a:pt x="1313" y="132"/>
                    <a:pt x="1499" y="63"/>
                  </a:cubicBezTo>
                  <a:cubicBezTo>
                    <a:pt x="1560" y="40"/>
                    <a:pt x="1594" y="23"/>
                    <a:pt x="1614" y="23"/>
                  </a:cubicBezTo>
                  <a:cubicBezTo>
                    <a:pt x="1622" y="23"/>
                    <a:pt x="1628" y="25"/>
                    <a:pt x="1632" y="31"/>
                  </a:cubicBezTo>
                  <a:cubicBezTo>
                    <a:pt x="1665" y="47"/>
                    <a:pt x="1665" y="95"/>
                    <a:pt x="1665" y="180"/>
                  </a:cubicBezTo>
                  <a:cubicBezTo>
                    <a:pt x="1648" y="233"/>
                    <a:pt x="1648" y="297"/>
                    <a:pt x="1648" y="366"/>
                  </a:cubicBezTo>
                  <a:lnTo>
                    <a:pt x="1648" y="499"/>
                  </a:lnTo>
                  <a:cubicBezTo>
                    <a:pt x="1648" y="552"/>
                    <a:pt x="1665" y="568"/>
                    <a:pt x="1701" y="584"/>
                  </a:cubicBezTo>
                  <a:cubicBezTo>
                    <a:pt x="1766" y="669"/>
                    <a:pt x="1834" y="738"/>
                    <a:pt x="1903" y="818"/>
                  </a:cubicBezTo>
                  <a:cubicBezTo>
                    <a:pt x="2052" y="988"/>
                    <a:pt x="2222" y="1158"/>
                    <a:pt x="2371" y="1323"/>
                  </a:cubicBezTo>
                  <a:cubicBezTo>
                    <a:pt x="2456" y="1408"/>
                    <a:pt x="2509" y="1493"/>
                    <a:pt x="2493" y="1610"/>
                  </a:cubicBezTo>
                  <a:lnTo>
                    <a:pt x="2493" y="2285"/>
                  </a:lnTo>
                  <a:lnTo>
                    <a:pt x="2493" y="2454"/>
                  </a:lnTo>
                  <a:cubicBezTo>
                    <a:pt x="2493" y="2503"/>
                    <a:pt x="2493" y="2555"/>
                    <a:pt x="2472" y="2604"/>
                  </a:cubicBezTo>
                  <a:cubicBezTo>
                    <a:pt x="2456" y="2620"/>
                    <a:pt x="2472" y="2620"/>
                    <a:pt x="2472" y="2620"/>
                  </a:cubicBezTo>
                  <a:lnTo>
                    <a:pt x="2472" y="2636"/>
                  </a:lnTo>
                  <a:lnTo>
                    <a:pt x="2493" y="2620"/>
                  </a:lnTo>
                  <a:cubicBezTo>
                    <a:pt x="2525" y="2572"/>
                    <a:pt x="2525" y="2503"/>
                    <a:pt x="2525" y="2454"/>
                  </a:cubicBezTo>
                  <a:lnTo>
                    <a:pt x="2525" y="2285"/>
                  </a:lnTo>
                  <a:lnTo>
                    <a:pt x="2525" y="1610"/>
                  </a:lnTo>
                  <a:cubicBezTo>
                    <a:pt x="2525" y="1493"/>
                    <a:pt x="2493" y="1392"/>
                    <a:pt x="2392" y="1307"/>
                  </a:cubicBezTo>
                  <a:cubicBezTo>
                    <a:pt x="2238" y="1141"/>
                    <a:pt x="2068" y="956"/>
                    <a:pt x="1919" y="802"/>
                  </a:cubicBezTo>
                  <a:cubicBezTo>
                    <a:pt x="1850" y="717"/>
                    <a:pt x="1786" y="653"/>
                    <a:pt x="1717" y="568"/>
                  </a:cubicBezTo>
                  <a:cubicBezTo>
                    <a:pt x="1701" y="552"/>
                    <a:pt x="1685" y="536"/>
                    <a:pt x="1685" y="499"/>
                  </a:cubicBezTo>
                  <a:lnTo>
                    <a:pt x="1685" y="366"/>
                  </a:lnTo>
                  <a:lnTo>
                    <a:pt x="1685" y="180"/>
                  </a:lnTo>
                  <a:cubicBezTo>
                    <a:pt x="1685" y="95"/>
                    <a:pt x="1685" y="47"/>
                    <a:pt x="1648" y="10"/>
                  </a:cubicBezTo>
                  <a:cubicBezTo>
                    <a:pt x="1642" y="4"/>
                    <a:pt x="1630" y="0"/>
                    <a:pt x="16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852932" y="1353796"/>
              <a:ext cx="363232" cy="331050"/>
            </a:xfrm>
            <a:custGeom>
              <a:rect b="b" l="l" r="r" t="t"/>
              <a:pathLst>
                <a:path extrusionOk="0" h="3333" w="3657">
                  <a:moveTo>
                    <a:pt x="3637" y="0"/>
                  </a:moveTo>
                  <a:cubicBezTo>
                    <a:pt x="3621" y="0"/>
                    <a:pt x="3621" y="0"/>
                    <a:pt x="3621" y="16"/>
                  </a:cubicBezTo>
                  <a:cubicBezTo>
                    <a:pt x="3621" y="69"/>
                    <a:pt x="3588" y="85"/>
                    <a:pt x="3556" y="101"/>
                  </a:cubicBezTo>
                  <a:cubicBezTo>
                    <a:pt x="3536" y="117"/>
                    <a:pt x="3520" y="117"/>
                    <a:pt x="3503" y="134"/>
                  </a:cubicBezTo>
                  <a:cubicBezTo>
                    <a:pt x="3301" y="271"/>
                    <a:pt x="3083" y="388"/>
                    <a:pt x="2881" y="521"/>
                  </a:cubicBezTo>
                  <a:cubicBezTo>
                    <a:pt x="2728" y="606"/>
                    <a:pt x="2578" y="691"/>
                    <a:pt x="2445" y="792"/>
                  </a:cubicBezTo>
                  <a:cubicBezTo>
                    <a:pt x="2021" y="1042"/>
                    <a:pt x="1601" y="1297"/>
                    <a:pt x="1197" y="1531"/>
                  </a:cubicBezTo>
                  <a:cubicBezTo>
                    <a:pt x="1031" y="1632"/>
                    <a:pt x="845" y="1733"/>
                    <a:pt x="676" y="1834"/>
                  </a:cubicBezTo>
                  <a:cubicBezTo>
                    <a:pt x="607" y="1871"/>
                    <a:pt x="558" y="1903"/>
                    <a:pt x="506" y="1935"/>
                  </a:cubicBezTo>
                  <a:cubicBezTo>
                    <a:pt x="373" y="2020"/>
                    <a:pt x="255" y="2105"/>
                    <a:pt x="122" y="2174"/>
                  </a:cubicBezTo>
                  <a:cubicBezTo>
                    <a:pt x="37" y="2206"/>
                    <a:pt x="1" y="2254"/>
                    <a:pt x="21" y="2355"/>
                  </a:cubicBezTo>
                  <a:lnTo>
                    <a:pt x="21" y="3030"/>
                  </a:lnTo>
                  <a:lnTo>
                    <a:pt x="21" y="3184"/>
                  </a:lnTo>
                  <a:cubicBezTo>
                    <a:pt x="21" y="3216"/>
                    <a:pt x="21" y="3264"/>
                    <a:pt x="37" y="3317"/>
                  </a:cubicBezTo>
                  <a:lnTo>
                    <a:pt x="54" y="3333"/>
                  </a:lnTo>
                  <a:lnTo>
                    <a:pt x="70" y="3317"/>
                  </a:lnTo>
                  <a:lnTo>
                    <a:pt x="70" y="3301"/>
                  </a:lnTo>
                  <a:cubicBezTo>
                    <a:pt x="37" y="3264"/>
                    <a:pt x="37" y="3216"/>
                    <a:pt x="37" y="3184"/>
                  </a:cubicBezTo>
                  <a:lnTo>
                    <a:pt x="37" y="3030"/>
                  </a:lnTo>
                  <a:lnTo>
                    <a:pt x="37" y="2355"/>
                  </a:lnTo>
                  <a:cubicBezTo>
                    <a:pt x="37" y="2275"/>
                    <a:pt x="70" y="2222"/>
                    <a:pt x="122" y="2190"/>
                  </a:cubicBezTo>
                  <a:cubicBezTo>
                    <a:pt x="255" y="2121"/>
                    <a:pt x="389" y="2036"/>
                    <a:pt x="526" y="1972"/>
                  </a:cubicBezTo>
                  <a:cubicBezTo>
                    <a:pt x="575" y="1935"/>
                    <a:pt x="627" y="1903"/>
                    <a:pt x="676" y="1871"/>
                  </a:cubicBezTo>
                  <a:cubicBezTo>
                    <a:pt x="861" y="1749"/>
                    <a:pt x="1031" y="1648"/>
                    <a:pt x="1213" y="1547"/>
                  </a:cubicBezTo>
                  <a:cubicBezTo>
                    <a:pt x="1617" y="1313"/>
                    <a:pt x="2041" y="1063"/>
                    <a:pt x="2445" y="808"/>
                  </a:cubicBezTo>
                  <a:cubicBezTo>
                    <a:pt x="2594" y="707"/>
                    <a:pt x="2748" y="622"/>
                    <a:pt x="2897" y="538"/>
                  </a:cubicBezTo>
                  <a:cubicBezTo>
                    <a:pt x="3099" y="420"/>
                    <a:pt x="3318" y="287"/>
                    <a:pt x="3520" y="154"/>
                  </a:cubicBezTo>
                  <a:cubicBezTo>
                    <a:pt x="3536" y="134"/>
                    <a:pt x="3556" y="134"/>
                    <a:pt x="3556" y="134"/>
                  </a:cubicBezTo>
                  <a:cubicBezTo>
                    <a:pt x="3604" y="101"/>
                    <a:pt x="3637" y="85"/>
                    <a:pt x="3657" y="16"/>
                  </a:cubicBezTo>
                  <a:cubicBezTo>
                    <a:pt x="3657" y="0"/>
                    <a:pt x="3637" y="0"/>
                    <a:pt x="36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1555160" y="2398595"/>
              <a:ext cx="2086" cy="55523"/>
            </a:xfrm>
            <a:custGeom>
              <a:rect b="b" l="l" r="r" t="t"/>
              <a:pathLst>
                <a:path extrusionOk="0" h="559" w="21">
                  <a:moveTo>
                    <a:pt x="0" y="1"/>
                  </a:moveTo>
                  <a:lnTo>
                    <a:pt x="0" y="542"/>
                  </a:lnTo>
                  <a:lnTo>
                    <a:pt x="0" y="558"/>
                  </a:lnTo>
                  <a:cubicBezTo>
                    <a:pt x="21" y="558"/>
                    <a:pt x="21" y="558"/>
                    <a:pt x="21" y="542"/>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1087339" y="2174717"/>
              <a:ext cx="4867" cy="85122"/>
            </a:xfrm>
            <a:custGeom>
              <a:rect b="b" l="l" r="r" t="t"/>
              <a:pathLst>
                <a:path extrusionOk="0" h="857" w="49">
                  <a:moveTo>
                    <a:pt x="0" y="0"/>
                  </a:moveTo>
                  <a:lnTo>
                    <a:pt x="0" y="186"/>
                  </a:lnTo>
                  <a:lnTo>
                    <a:pt x="0" y="707"/>
                  </a:lnTo>
                  <a:lnTo>
                    <a:pt x="0" y="740"/>
                  </a:lnTo>
                  <a:cubicBezTo>
                    <a:pt x="0" y="776"/>
                    <a:pt x="0" y="808"/>
                    <a:pt x="16" y="841"/>
                  </a:cubicBezTo>
                  <a:lnTo>
                    <a:pt x="32" y="857"/>
                  </a:lnTo>
                  <a:cubicBezTo>
                    <a:pt x="49" y="857"/>
                    <a:pt x="49" y="841"/>
                    <a:pt x="49" y="841"/>
                  </a:cubicBezTo>
                  <a:cubicBezTo>
                    <a:pt x="32" y="808"/>
                    <a:pt x="32" y="776"/>
                    <a:pt x="32" y="740"/>
                  </a:cubicBezTo>
                  <a:lnTo>
                    <a:pt x="32" y="707"/>
                  </a:lnTo>
                  <a:lnTo>
                    <a:pt x="32" y="186"/>
                  </a:ln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1523475" y="1828470"/>
              <a:ext cx="200736" cy="393327"/>
            </a:xfrm>
            <a:custGeom>
              <a:rect b="b" l="l" r="r" t="t"/>
              <a:pathLst>
                <a:path extrusionOk="0" h="3960" w="2021">
                  <a:moveTo>
                    <a:pt x="53" y="0"/>
                  </a:moveTo>
                  <a:cubicBezTo>
                    <a:pt x="0" y="53"/>
                    <a:pt x="16" y="101"/>
                    <a:pt x="16" y="170"/>
                  </a:cubicBezTo>
                  <a:lnTo>
                    <a:pt x="16" y="222"/>
                  </a:lnTo>
                  <a:lnTo>
                    <a:pt x="16" y="372"/>
                  </a:lnTo>
                  <a:cubicBezTo>
                    <a:pt x="0" y="525"/>
                    <a:pt x="0" y="675"/>
                    <a:pt x="16" y="808"/>
                  </a:cubicBezTo>
                  <a:cubicBezTo>
                    <a:pt x="53" y="978"/>
                    <a:pt x="154" y="1111"/>
                    <a:pt x="271" y="1248"/>
                  </a:cubicBezTo>
                  <a:cubicBezTo>
                    <a:pt x="303" y="1297"/>
                    <a:pt x="340" y="1349"/>
                    <a:pt x="372" y="1398"/>
                  </a:cubicBezTo>
                  <a:cubicBezTo>
                    <a:pt x="521" y="1636"/>
                    <a:pt x="675" y="1854"/>
                    <a:pt x="824" y="2073"/>
                  </a:cubicBezTo>
                  <a:cubicBezTo>
                    <a:pt x="1026" y="2392"/>
                    <a:pt x="1228" y="2695"/>
                    <a:pt x="1451" y="2998"/>
                  </a:cubicBezTo>
                  <a:cubicBezTo>
                    <a:pt x="1531" y="3131"/>
                    <a:pt x="1632" y="3284"/>
                    <a:pt x="1717" y="3418"/>
                  </a:cubicBezTo>
                  <a:cubicBezTo>
                    <a:pt x="1770" y="3486"/>
                    <a:pt x="1818" y="3571"/>
                    <a:pt x="1871" y="3636"/>
                  </a:cubicBezTo>
                  <a:cubicBezTo>
                    <a:pt x="1919" y="3737"/>
                    <a:pt x="1988" y="3822"/>
                    <a:pt x="1988" y="3939"/>
                  </a:cubicBezTo>
                  <a:lnTo>
                    <a:pt x="2004" y="3959"/>
                  </a:lnTo>
                  <a:cubicBezTo>
                    <a:pt x="2020" y="3959"/>
                    <a:pt x="2020" y="3939"/>
                    <a:pt x="2020" y="3939"/>
                  </a:cubicBezTo>
                  <a:cubicBezTo>
                    <a:pt x="2004" y="3822"/>
                    <a:pt x="1955" y="3721"/>
                    <a:pt x="1887" y="3620"/>
                  </a:cubicBezTo>
                  <a:cubicBezTo>
                    <a:pt x="1834" y="3555"/>
                    <a:pt x="1786" y="3470"/>
                    <a:pt x="1733" y="3402"/>
                  </a:cubicBezTo>
                  <a:cubicBezTo>
                    <a:pt x="1653" y="3268"/>
                    <a:pt x="1568" y="3115"/>
                    <a:pt x="1467" y="2981"/>
                  </a:cubicBezTo>
                  <a:cubicBezTo>
                    <a:pt x="1265" y="2678"/>
                    <a:pt x="1047" y="2376"/>
                    <a:pt x="845" y="2073"/>
                  </a:cubicBezTo>
                  <a:cubicBezTo>
                    <a:pt x="707" y="1838"/>
                    <a:pt x="558" y="1616"/>
                    <a:pt x="404" y="1382"/>
                  </a:cubicBezTo>
                  <a:cubicBezTo>
                    <a:pt x="372" y="1333"/>
                    <a:pt x="319" y="1281"/>
                    <a:pt x="287" y="1232"/>
                  </a:cubicBezTo>
                  <a:cubicBezTo>
                    <a:pt x="186" y="1111"/>
                    <a:pt x="85" y="978"/>
                    <a:pt x="53" y="808"/>
                  </a:cubicBezTo>
                  <a:cubicBezTo>
                    <a:pt x="37" y="675"/>
                    <a:pt x="37" y="525"/>
                    <a:pt x="37" y="372"/>
                  </a:cubicBezTo>
                  <a:cubicBezTo>
                    <a:pt x="37" y="323"/>
                    <a:pt x="53" y="271"/>
                    <a:pt x="53" y="222"/>
                  </a:cubicBezTo>
                  <a:lnTo>
                    <a:pt x="53" y="170"/>
                  </a:lnTo>
                  <a:cubicBezTo>
                    <a:pt x="37" y="101"/>
                    <a:pt x="37"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1841216" y="3371583"/>
              <a:ext cx="4966" cy="61879"/>
            </a:xfrm>
            <a:custGeom>
              <a:rect b="b" l="l" r="r" t="t"/>
              <a:pathLst>
                <a:path extrusionOk="0" h="623" w="50">
                  <a:moveTo>
                    <a:pt x="33" y="1"/>
                  </a:moveTo>
                  <a:lnTo>
                    <a:pt x="17" y="17"/>
                  </a:lnTo>
                  <a:cubicBezTo>
                    <a:pt x="1" y="118"/>
                    <a:pt x="1" y="203"/>
                    <a:pt x="1" y="304"/>
                  </a:cubicBezTo>
                  <a:cubicBezTo>
                    <a:pt x="17" y="356"/>
                    <a:pt x="17" y="421"/>
                    <a:pt x="1" y="473"/>
                  </a:cubicBezTo>
                  <a:cubicBezTo>
                    <a:pt x="1" y="490"/>
                    <a:pt x="1" y="506"/>
                    <a:pt x="17" y="522"/>
                  </a:cubicBezTo>
                  <a:cubicBezTo>
                    <a:pt x="17" y="558"/>
                    <a:pt x="17" y="574"/>
                    <a:pt x="1" y="607"/>
                  </a:cubicBezTo>
                  <a:lnTo>
                    <a:pt x="1" y="623"/>
                  </a:lnTo>
                  <a:lnTo>
                    <a:pt x="17" y="623"/>
                  </a:lnTo>
                  <a:cubicBezTo>
                    <a:pt x="33" y="591"/>
                    <a:pt x="33" y="558"/>
                    <a:pt x="33" y="522"/>
                  </a:cubicBezTo>
                  <a:lnTo>
                    <a:pt x="33" y="473"/>
                  </a:lnTo>
                  <a:lnTo>
                    <a:pt x="33" y="304"/>
                  </a:lnTo>
                  <a:cubicBezTo>
                    <a:pt x="33" y="203"/>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1841216" y="2484114"/>
              <a:ext cx="3377" cy="56615"/>
            </a:xfrm>
            <a:custGeom>
              <a:rect b="b" l="l" r="r" t="t"/>
              <a:pathLst>
                <a:path extrusionOk="0" h="570" w="34">
                  <a:moveTo>
                    <a:pt x="17" y="0"/>
                  </a:moveTo>
                  <a:cubicBezTo>
                    <a:pt x="17" y="0"/>
                    <a:pt x="1" y="0"/>
                    <a:pt x="1" y="16"/>
                  </a:cubicBezTo>
                  <a:lnTo>
                    <a:pt x="1" y="218"/>
                  </a:lnTo>
                  <a:cubicBezTo>
                    <a:pt x="17" y="319"/>
                    <a:pt x="17" y="436"/>
                    <a:pt x="1" y="553"/>
                  </a:cubicBezTo>
                  <a:lnTo>
                    <a:pt x="1" y="570"/>
                  </a:lnTo>
                  <a:cubicBezTo>
                    <a:pt x="17" y="570"/>
                    <a:pt x="17" y="553"/>
                    <a:pt x="17" y="553"/>
                  </a:cubicBezTo>
                  <a:cubicBezTo>
                    <a:pt x="33" y="436"/>
                    <a:pt x="33" y="335"/>
                    <a:pt x="33" y="218"/>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1742487" y="2167864"/>
              <a:ext cx="140545" cy="277812"/>
            </a:xfrm>
            <a:custGeom>
              <a:rect b="b" l="l" r="r" t="t"/>
              <a:pathLst>
                <a:path extrusionOk="0" h="2797" w="1415">
                  <a:moveTo>
                    <a:pt x="53" y="1"/>
                  </a:moveTo>
                  <a:cubicBezTo>
                    <a:pt x="17" y="17"/>
                    <a:pt x="1" y="53"/>
                    <a:pt x="1" y="102"/>
                  </a:cubicBezTo>
                  <a:lnTo>
                    <a:pt x="1" y="692"/>
                  </a:lnTo>
                  <a:cubicBezTo>
                    <a:pt x="1" y="744"/>
                    <a:pt x="17" y="793"/>
                    <a:pt x="53" y="825"/>
                  </a:cubicBezTo>
                  <a:cubicBezTo>
                    <a:pt x="219" y="1079"/>
                    <a:pt x="389" y="1350"/>
                    <a:pt x="558" y="1600"/>
                  </a:cubicBezTo>
                  <a:cubicBezTo>
                    <a:pt x="692" y="1802"/>
                    <a:pt x="825" y="2004"/>
                    <a:pt x="962" y="2206"/>
                  </a:cubicBezTo>
                  <a:cubicBezTo>
                    <a:pt x="1027" y="2291"/>
                    <a:pt x="1080" y="2376"/>
                    <a:pt x="1144" y="2477"/>
                  </a:cubicBezTo>
                  <a:cubicBezTo>
                    <a:pt x="1197" y="2542"/>
                    <a:pt x="1229" y="2627"/>
                    <a:pt x="1282" y="2695"/>
                  </a:cubicBezTo>
                  <a:cubicBezTo>
                    <a:pt x="1298" y="2711"/>
                    <a:pt x="1298" y="2711"/>
                    <a:pt x="1298" y="2728"/>
                  </a:cubicBezTo>
                  <a:cubicBezTo>
                    <a:pt x="1314" y="2764"/>
                    <a:pt x="1346" y="2796"/>
                    <a:pt x="1399" y="2796"/>
                  </a:cubicBezTo>
                  <a:lnTo>
                    <a:pt x="1415" y="2796"/>
                  </a:lnTo>
                  <a:cubicBezTo>
                    <a:pt x="1415" y="2780"/>
                    <a:pt x="1399" y="2780"/>
                    <a:pt x="1399" y="2780"/>
                  </a:cubicBezTo>
                  <a:cubicBezTo>
                    <a:pt x="1366" y="2764"/>
                    <a:pt x="1346" y="2744"/>
                    <a:pt x="1330" y="2711"/>
                  </a:cubicBezTo>
                  <a:lnTo>
                    <a:pt x="1314" y="2695"/>
                  </a:lnTo>
                  <a:cubicBezTo>
                    <a:pt x="1265" y="2610"/>
                    <a:pt x="1213" y="2526"/>
                    <a:pt x="1164" y="2461"/>
                  </a:cubicBezTo>
                  <a:cubicBezTo>
                    <a:pt x="1096" y="2376"/>
                    <a:pt x="1043" y="2275"/>
                    <a:pt x="979" y="2190"/>
                  </a:cubicBezTo>
                  <a:cubicBezTo>
                    <a:pt x="861" y="1988"/>
                    <a:pt x="724" y="1786"/>
                    <a:pt x="591" y="1584"/>
                  </a:cubicBezTo>
                  <a:cubicBezTo>
                    <a:pt x="405" y="1330"/>
                    <a:pt x="235" y="1063"/>
                    <a:pt x="70" y="809"/>
                  </a:cubicBezTo>
                  <a:cubicBezTo>
                    <a:pt x="53" y="776"/>
                    <a:pt x="33" y="744"/>
                    <a:pt x="33" y="692"/>
                  </a:cubicBezTo>
                  <a:lnTo>
                    <a:pt x="33" y="102"/>
                  </a:lnTo>
                  <a:cubicBezTo>
                    <a:pt x="33" y="69"/>
                    <a:pt x="33" y="37"/>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1137498" y="1972491"/>
              <a:ext cx="4867" cy="98828"/>
            </a:xfrm>
            <a:custGeom>
              <a:rect b="b" l="l" r="r" t="t"/>
              <a:pathLst>
                <a:path extrusionOk="0" h="995" w="49">
                  <a:moveTo>
                    <a:pt x="16" y="0"/>
                  </a:moveTo>
                  <a:cubicBezTo>
                    <a:pt x="0" y="0"/>
                    <a:pt x="0" y="17"/>
                    <a:pt x="0" y="17"/>
                  </a:cubicBezTo>
                  <a:cubicBezTo>
                    <a:pt x="16" y="150"/>
                    <a:pt x="16" y="303"/>
                    <a:pt x="16" y="437"/>
                  </a:cubicBezTo>
                  <a:lnTo>
                    <a:pt x="16" y="691"/>
                  </a:lnTo>
                  <a:lnTo>
                    <a:pt x="16" y="792"/>
                  </a:lnTo>
                  <a:cubicBezTo>
                    <a:pt x="16" y="857"/>
                    <a:pt x="16" y="926"/>
                    <a:pt x="32" y="994"/>
                  </a:cubicBezTo>
                  <a:lnTo>
                    <a:pt x="49" y="994"/>
                  </a:lnTo>
                  <a:lnTo>
                    <a:pt x="49" y="974"/>
                  </a:lnTo>
                  <a:cubicBezTo>
                    <a:pt x="32" y="926"/>
                    <a:pt x="32" y="857"/>
                    <a:pt x="32" y="792"/>
                  </a:cubicBezTo>
                  <a:cubicBezTo>
                    <a:pt x="32" y="756"/>
                    <a:pt x="49" y="724"/>
                    <a:pt x="32" y="691"/>
                  </a:cubicBezTo>
                  <a:lnTo>
                    <a:pt x="32" y="437"/>
                  </a:lnTo>
                  <a:cubicBezTo>
                    <a:pt x="49" y="303"/>
                    <a:pt x="49" y="150"/>
                    <a:pt x="32" y="17"/>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1087339" y="1477356"/>
              <a:ext cx="4867" cy="63866"/>
            </a:xfrm>
            <a:custGeom>
              <a:rect b="b" l="l" r="r" t="t"/>
              <a:pathLst>
                <a:path extrusionOk="0" h="643" w="49">
                  <a:moveTo>
                    <a:pt x="16" y="0"/>
                  </a:moveTo>
                  <a:cubicBezTo>
                    <a:pt x="16" y="0"/>
                    <a:pt x="0" y="0"/>
                    <a:pt x="0" y="21"/>
                  </a:cubicBezTo>
                  <a:cubicBezTo>
                    <a:pt x="16" y="85"/>
                    <a:pt x="0" y="170"/>
                    <a:pt x="0" y="255"/>
                  </a:cubicBezTo>
                  <a:cubicBezTo>
                    <a:pt x="0" y="372"/>
                    <a:pt x="0" y="505"/>
                    <a:pt x="16" y="643"/>
                  </a:cubicBezTo>
                  <a:lnTo>
                    <a:pt x="49" y="643"/>
                  </a:lnTo>
                  <a:cubicBezTo>
                    <a:pt x="32" y="505"/>
                    <a:pt x="32" y="372"/>
                    <a:pt x="32" y="255"/>
                  </a:cubicBezTo>
                  <a:lnTo>
                    <a:pt x="32" y="21"/>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1251026" y="2525831"/>
              <a:ext cx="162198" cy="183851"/>
            </a:xfrm>
            <a:custGeom>
              <a:rect b="b" l="l" r="r" t="t"/>
              <a:pathLst>
                <a:path extrusionOk="0" h="1851" w="1633">
                  <a:moveTo>
                    <a:pt x="1616" y="0"/>
                  </a:moveTo>
                  <a:cubicBezTo>
                    <a:pt x="1467" y="16"/>
                    <a:pt x="1346" y="85"/>
                    <a:pt x="1228" y="133"/>
                  </a:cubicBezTo>
                  <a:cubicBezTo>
                    <a:pt x="1180" y="150"/>
                    <a:pt x="1127" y="186"/>
                    <a:pt x="1063" y="202"/>
                  </a:cubicBezTo>
                  <a:cubicBezTo>
                    <a:pt x="942" y="251"/>
                    <a:pt x="808" y="303"/>
                    <a:pt x="691" y="372"/>
                  </a:cubicBezTo>
                  <a:cubicBezTo>
                    <a:pt x="505" y="436"/>
                    <a:pt x="303" y="521"/>
                    <a:pt x="101" y="606"/>
                  </a:cubicBezTo>
                  <a:cubicBezTo>
                    <a:pt x="33" y="638"/>
                    <a:pt x="0" y="675"/>
                    <a:pt x="0" y="756"/>
                  </a:cubicBezTo>
                  <a:cubicBezTo>
                    <a:pt x="17" y="1059"/>
                    <a:pt x="17" y="1362"/>
                    <a:pt x="0" y="1664"/>
                  </a:cubicBezTo>
                  <a:cubicBezTo>
                    <a:pt x="0" y="1701"/>
                    <a:pt x="0" y="1717"/>
                    <a:pt x="17" y="1733"/>
                  </a:cubicBezTo>
                  <a:cubicBezTo>
                    <a:pt x="17" y="1765"/>
                    <a:pt x="33" y="1802"/>
                    <a:pt x="0" y="1818"/>
                  </a:cubicBezTo>
                  <a:lnTo>
                    <a:pt x="17" y="1850"/>
                  </a:lnTo>
                  <a:lnTo>
                    <a:pt x="33" y="1850"/>
                  </a:lnTo>
                  <a:cubicBezTo>
                    <a:pt x="69" y="1802"/>
                    <a:pt x="53" y="1765"/>
                    <a:pt x="33" y="1717"/>
                  </a:cubicBezTo>
                  <a:lnTo>
                    <a:pt x="33" y="1664"/>
                  </a:lnTo>
                  <a:lnTo>
                    <a:pt x="33" y="756"/>
                  </a:lnTo>
                  <a:cubicBezTo>
                    <a:pt x="33" y="675"/>
                    <a:pt x="53" y="655"/>
                    <a:pt x="117" y="622"/>
                  </a:cubicBezTo>
                  <a:cubicBezTo>
                    <a:pt x="319" y="554"/>
                    <a:pt x="505" y="473"/>
                    <a:pt x="707" y="388"/>
                  </a:cubicBezTo>
                  <a:cubicBezTo>
                    <a:pt x="824" y="335"/>
                    <a:pt x="962" y="287"/>
                    <a:pt x="1079" y="234"/>
                  </a:cubicBezTo>
                  <a:cubicBezTo>
                    <a:pt x="1127" y="202"/>
                    <a:pt x="1180" y="186"/>
                    <a:pt x="1228" y="170"/>
                  </a:cubicBezTo>
                  <a:cubicBezTo>
                    <a:pt x="1346" y="101"/>
                    <a:pt x="1483" y="49"/>
                    <a:pt x="1616" y="16"/>
                  </a:cubicBezTo>
                  <a:cubicBezTo>
                    <a:pt x="1616" y="16"/>
                    <a:pt x="1632" y="16"/>
                    <a:pt x="1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1416701" y="3187832"/>
              <a:ext cx="85221" cy="80354"/>
            </a:xfrm>
            <a:custGeom>
              <a:rect b="b" l="l" r="r" t="t"/>
              <a:pathLst>
                <a:path extrusionOk="0" h="809" w="858">
                  <a:moveTo>
                    <a:pt x="17" y="1"/>
                  </a:moveTo>
                  <a:cubicBezTo>
                    <a:pt x="1" y="1"/>
                    <a:pt x="1" y="17"/>
                    <a:pt x="1" y="17"/>
                  </a:cubicBezTo>
                  <a:cubicBezTo>
                    <a:pt x="1" y="33"/>
                    <a:pt x="1" y="33"/>
                    <a:pt x="17" y="33"/>
                  </a:cubicBezTo>
                  <a:cubicBezTo>
                    <a:pt x="49" y="33"/>
                    <a:pt x="82" y="49"/>
                    <a:pt x="118" y="85"/>
                  </a:cubicBezTo>
                  <a:cubicBezTo>
                    <a:pt x="219" y="170"/>
                    <a:pt x="320" y="271"/>
                    <a:pt x="421" y="372"/>
                  </a:cubicBezTo>
                  <a:cubicBezTo>
                    <a:pt x="538" y="489"/>
                    <a:pt x="671" y="623"/>
                    <a:pt x="809" y="740"/>
                  </a:cubicBezTo>
                  <a:cubicBezTo>
                    <a:pt x="825" y="740"/>
                    <a:pt x="825" y="756"/>
                    <a:pt x="825" y="776"/>
                  </a:cubicBezTo>
                  <a:cubicBezTo>
                    <a:pt x="841" y="776"/>
                    <a:pt x="841" y="792"/>
                    <a:pt x="841" y="792"/>
                  </a:cubicBezTo>
                  <a:lnTo>
                    <a:pt x="857" y="809"/>
                  </a:lnTo>
                  <a:lnTo>
                    <a:pt x="857" y="792"/>
                  </a:lnTo>
                  <a:lnTo>
                    <a:pt x="857" y="756"/>
                  </a:lnTo>
                  <a:cubicBezTo>
                    <a:pt x="857" y="740"/>
                    <a:pt x="841" y="724"/>
                    <a:pt x="825" y="708"/>
                  </a:cubicBezTo>
                  <a:cubicBezTo>
                    <a:pt x="687" y="607"/>
                    <a:pt x="554" y="473"/>
                    <a:pt x="437" y="352"/>
                  </a:cubicBezTo>
                  <a:cubicBezTo>
                    <a:pt x="336" y="251"/>
                    <a:pt x="235" y="150"/>
                    <a:pt x="134" y="69"/>
                  </a:cubicBezTo>
                  <a:cubicBezTo>
                    <a:pt x="10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574127" y="3057418"/>
              <a:ext cx="4867" cy="91975"/>
            </a:xfrm>
            <a:custGeom>
              <a:rect b="b" l="l" r="r" t="t"/>
              <a:pathLst>
                <a:path extrusionOk="0" h="926" w="49">
                  <a:moveTo>
                    <a:pt x="17" y="1"/>
                  </a:moveTo>
                  <a:cubicBezTo>
                    <a:pt x="0" y="1"/>
                    <a:pt x="0" y="1"/>
                    <a:pt x="0" y="17"/>
                  </a:cubicBezTo>
                  <a:cubicBezTo>
                    <a:pt x="17" y="134"/>
                    <a:pt x="17" y="271"/>
                    <a:pt x="17" y="389"/>
                  </a:cubicBezTo>
                  <a:lnTo>
                    <a:pt x="17" y="607"/>
                  </a:lnTo>
                  <a:lnTo>
                    <a:pt x="17" y="809"/>
                  </a:lnTo>
                  <a:lnTo>
                    <a:pt x="17" y="910"/>
                  </a:lnTo>
                  <a:cubicBezTo>
                    <a:pt x="17" y="926"/>
                    <a:pt x="17" y="926"/>
                    <a:pt x="33" y="926"/>
                  </a:cubicBezTo>
                  <a:lnTo>
                    <a:pt x="33" y="910"/>
                  </a:lnTo>
                  <a:lnTo>
                    <a:pt x="33" y="809"/>
                  </a:lnTo>
                  <a:lnTo>
                    <a:pt x="33" y="607"/>
                  </a:lnTo>
                  <a:lnTo>
                    <a:pt x="33" y="389"/>
                  </a:lnTo>
                  <a:cubicBezTo>
                    <a:pt x="33" y="271"/>
                    <a:pt x="49" y="13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1033505" y="2707993"/>
              <a:ext cx="5364" cy="85519"/>
            </a:xfrm>
            <a:custGeom>
              <a:rect b="b" l="l" r="r" t="t"/>
              <a:pathLst>
                <a:path extrusionOk="0" h="861" w="54">
                  <a:moveTo>
                    <a:pt x="21" y="0"/>
                  </a:moveTo>
                  <a:cubicBezTo>
                    <a:pt x="1" y="0"/>
                    <a:pt x="1" y="16"/>
                    <a:pt x="1" y="16"/>
                  </a:cubicBezTo>
                  <a:cubicBezTo>
                    <a:pt x="37" y="69"/>
                    <a:pt x="37" y="101"/>
                    <a:pt x="37" y="154"/>
                  </a:cubicBezTo>
                  <a:lnTo>
                    <a:pt x="37" y="170"/>
                  </a:lnTo>
                  <a:lnTo>
                    <a:pt x="37" y="675"/>
                  </a:lnTo>
                  <a:lnTo>
                    <a:pt x="37" y="861"/>
                  </a:lnTo>
                  <a:lnTo>
                    <a:pt x="53" y="861"/>
                  </a:lnTo>
                  <a:lnTo>
                    <a:pt x="53" y="675"/>
                  </a:lnTo>
                  <a:lnTo>
                    <a:pt x="53" y="170"/>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1256191" y="1557611"/>
              <a:ext cx="160609" cy="88797"/>
            </a:xfrm>
            <a:custGeom>
              <a:rect b="b" l="l" r="r" t="t"/>
              <a:pathLst>
                <a:path extrusionOk="0" h="894" w="1617">
                  <a:moveTo>
                    <a:pt x="1580" y="0"/>
                  </a:moveTo>
                  <a:cubicBezTo>
                    <a:pt x="1548" y="0"/>
                    <a:pt x="1516" y="21"/>
                    <a:pt x="1479" y="37"/>
                  </a:cubicBezTo>
                  <a:cubicBezTo>
                    <a:pt x="1294" y="138"/>
                    <a:pt x="1092" y="239"/>
                    <a:pt x="910" y="340"/>
                  </a:cubicBezTo>
                  <a:cubicBezTo>
                    <a:pt x="671" y="473"/>
                    <a:pt x="437" y="606"/>
                    <a:pt x="203" y="707"/>
                  </a:cubicBezTo>
                  <a:cubicBezTo>
                    <a:pt x="203" y="728"/>
                    <a:pt x="183" y="728"/>
                    <a:pt x="166" y="744"/>
                  </a:cubicBezTo>
                  <a:cubicBezTo>
                    <a:pt x="102" y="760"/>
                    <a:pt x="17" y="792"/>
                    <a:pt x="1" y="877"/>
                  </a:cubicBezTo>
                  <a:lnTo>
                    <a:pt x="1" y="893"/>
                  </a:lnTo>
                  <a:lnTo>
                    <a:pt x="17" y="877"/>
                  </a:lnTo>
                  <a:cubicBezTo>
                    <a:pt x="33" y="808"/>
                    <a:pt x="118" y="776"/>
                    <a:pt x="166" y="760"/>
                  </a:cubicBezTo>
                  <a:cubicBezTo>
                    <a:pt x="183" y="760"/>
                    <a:pt x="203" y="744"/>
                    <a:pt x="219" y="744"/>
                  </a:cubicBezTo>
                  <a:cubicBezTo>
                    <a:pt x="453" y="627"/>
                    <a:pt x="688" y="489"/>
                    <a:pt x="926" y="372"/>
                  </a:cubicBezTo>
                  <a:cubicBezTo>
                    <a:pt x="1112" y="255"/>
                    <a:pt x="1294" y="154"/>
                    <a:pt x="1496" y="53"/>
                  </a:cubicBezTo>
                  <a:cubicBezTo>
                    <a:pt x="1532" y="37"/>
                    <a:pt x="1548" y="37"/>
                    <a:pt x="1580" y="37"/>
                  </a:cubicBezTo>
                  <a:lnTo>
                    <a:pt x="1597" y="37"/>
                  </a:lnTo>
                  <a:cubicBezTo>
                    <a:pt x="1617" y="37"/>
                    <a:pt x="1617" y="21"/>
                    <a:pt x="1617" y="21"/>
                  </a:cubicBezTo>
                  <a:cubicBezTo>
                    <a:pt x="1617" y="0"/>
                    <a:pt x="1617" y="0"/>
                    <a:pt x="1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1923059" y="1994144"/>
              <a:ext cx="140545" cy="312675"/>
            </a:xfrm>
            <a:custGeom>
              <a:rect b="b" l="l" r="r" t="t"/>
              <a:pathLst>
                <a:path extrusionOk="0" h="3148" w="1415">
                  <a:moveTo>
                    <a:pt x="53" y="1"/>
                  </a:moveTo>
                  <a:cubicBezTo>
                    <a:pt x="17" y="17"/>
                    <a:pt x="17" y="33"/>
                    <a:pt x="17" y="69"/>
                  </a:cubicBezTo>
                  <a:lnTo>
                    <a:pt x="17" y="85"/>
                  </a:lnTo>
                  <a:cubicBezTo>
                    <a:pt x="1" y="102"/>
                    <a:pt x="1" y="118"/>
                    <a:pt x="1" y="134"/>
                  </a:cubicBezTo>
                  <a:lnTo>
                    <a:pt x="1" y="170"/>
                  </a:lnTo>
                  <a:cubicBezTo>
                    <a:pt x="1" y="825"/>
                    <a:pt x="17" y="841"/>
                    <a:pt x="356" y="1398"/>
                  </a:cubicBezTo>
                  <a:lnTo>
                    <a:pt x="372" y="1447"/>
                  </a:lnTo>
                  <a:cubicBezTo>
                    <a:pt x="607" y="1818"/>
                    <a:pt x="825" y="2222"/>
                    <a:pt x="1043" y="2594"/>
                  </a:cubicBezTo>
                  <a:cubicBezTo>
                    <a:pt x="1128" y="2727"/>
                    <a:pt x="1197" y="2861"/>
                    <a:pt x="1281" y="3014"/>
                  </a:cubicBezTo>
                  <a:cubicBezTo>
                    <a:pt x="1314" y="3063"/>
                    <a:pt x="1346" y="3115"/>
                    <a:pt x="1399" y="3147"/>
                  </a:cubicBezTo>
                  <a:lnTo>
                    <a:pt x="1415" y="3147"/>
                  </a:lnTo>
                  <a:lnTo>
                    <a:pt x="1415" y="3131"/>
                  </a:lnTo>
                  <a:cubicBezTo>
                    <a:pt x="1366" y="3099"/>
                    <a:pt x="1330" y="3046"/>
                    <a:pt x="1298" y="2998"/>
                  </a:cubicBezTo>
                  <a:cubicBezTo>
                    <a:pt x="1229" y="2861"/>
                    <a:pt x="1144" y="2727"/>
                    <a:pt x="1063" y="2574"/>
                  </a:cubicBezTo>
                  <a:cubicBezTo>
                    <a:pt x="841" y="2206"/>
                    <a:pt x="623" y="1802"/>
                    <a:pt x="389" y="1431"/>
                  </a:cubicBezTo>
                  <a:lnTo>
                    <a:pt x="372" y="1398"/>
                  </a:lnTo>
                  <a:cubicBezTo>
                    <a:pt x="33" y="841"/>
                    <a:pt x="33" y="825"/>
                    <a:pt x="33" y="170"/>
                  </a:cubicBezTo>
                  <a:lnTo>
                    <a:pt x="33" y="134"/>
                  </a:lnTo>
                  <a:lnTo>
                    <a:pt x="33" y="85"/>
                  </a:lnTo>
                  <a:lnTo>
                    <a:pt x="33" y="69"/>
                  </a:lnTo>
                  <a:cubicBezTo>
                    <a:pt x="53" y="49"/>
                    <a:pt x="53" y="33"/>
                    <a:pt x="69" y="33"/>
                  </a:cubicBezTo>
                  <a:lnTo>
                    <a:pt x="69" y="17"/>
                  </a:ln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1521886" y="2474082"/>
              <a:ext cx="197458" cy="355981"/>
            </a:xfrm>
            <a:custGeom>
              <a:rect b="b" l="l" r="r" t="t"/>
              <a:pathLst>
                <a:path extrusionOk="0" h="3584" w="1988">
                  <a:moveTo>
                    <a:pt x="0" y="0"/>
                  </a:moveTo>
                  <a:cubicBezTo>
                    <a:pt x="0" y="133"/>
                    <a:pt x="69" y="202"/>
                    <a:pt x="154" y="287"/>
                  </a:cubicBezTo>
                  <a:lnTo>
                    <a:pt x="154" y="303"/>
                  </a:lnTo>
                  <a:cubicBezTo>
                    <a:pt x="234" y="388"/>
                    <a:pt x="303" y="469"/>
                    <a:pt x="372" y="570"/>
                  </a:cubicBezTo>
                  <a:cubicBezTo>
                    <a:pt x="404" y="622"/>
                    <a:pt x="436" y="671"/>
                    <a:pt x="489" y="723"/>
                  </a:cubicBezTo>
                  <a:cubicBezTo>
                    <a:pt x="606" y="873"/>
                    <a:pt x="723" y="1026"/>
                    <a:pt x="861" y="1176"/>
                  </a:cubicBezTo>
                  <a:cubicBezTo>
                    <a:pt x="1180" y="1580"/>
                    <a:pt x="1499" y="2004"/>
                    <a:pt x="1818" y="2408"/>
                  </a:cubicBezTo>
                  <a:cubicBezTo>
                    <a:pt x="1834" y="2424"/>
                    <a:pt x="1834" y="2440"/>
                    <a:pt x="1850" y="2456"/>
                  </a:cubicBezTo>
                  <a:cubicBezTo>
                    <a:pt x="1903" y="2509"/>
                    <a:pt x="1951" y="2573"/>
                    <a:pt x="1951" y="2658"/>
                  </a:cubicBezTo>
                  <a:lnTo>
                    <a:pt x="1951" y="3296"/>
                  </a:lnTo>
                  <a:lnTo>
                    <a:pt x="1951" y="3450"/>
                  </a:lnTo>
                  <a:cubicBezTo>
                    <a:pt x="1951" y="3498"/>
                    <a:pt x="1951" y="3535"/>
                    <a:pt x="1935" y="3567"/>
                  </a:cubicBezTo>
                  <a:cubicBezTo>
                    <a:pt x="1919" y="3567"/>
                    <a:pt x="1919" y="3583"/>
                    <a:pt x="1935" y="3583"/>
                  </a:cubicBezTo>
                  <a:lnTo>
                    <a:pt x="1951" y="3583"/>
                  </a:lnTo>
                  <a:cubicBezTo>
                    <a:pt x="1971" y="3535"/>
                    <a:pt x="1988" y="3498"/>
                    <a:pt x="1988" y="3450"/>
                  </a:cubicBezTo>
                  <a:lnTo>
                    <a:pt x="1988" y="3296"/>
                  </a:lnTo>
                  <a:cubicBezTo>
                    <a:pt x="1971" y="3094"/>
                    <a:pt x="1971" y="2876"/>
                    <a:pt x="1988" y="2658"/>
                  </a:cubicBezTo>
                  <a:cubicBezTo>
                    <a:pt x="1988" y="2557"/>
                    <a:pt x="1919" y="2488"/>
                    <a:pt x="1870" y="2440"/>
                  </a:cubicBezTo>
                  <a:cubicBezTo>
                    <a:pt x="1870" y="2424"/>
                    <a:pt x="1850" y="2408"/>
                    <a:pt x="1834" y="2387"/>
                  </a:cubicBezTo>
                  <a:cubicBezTo>
                    <a:pt x="1515" y="1984"/>
                    <a:pt x="1196" y="1563"/>
                    <a:pt x="877" y="1159"/>
                  </a:cubicBezTo>
                  <a:cubicBezTo>
                    <a:pt x="760" y="1010"/>
                    <a:pt x="622" y="856"/>
                    <a:pt x="505" y="707"/>
                  </a:cubicBezTo>
                  <a:cubicBezTo>
                    <a:pt x="473" y="654"/>
                    <a:pt x="420" y="606"/>
                    <a:pt x="388" y="553"/>
                  </a:cubicBezTo>
                  <a:cubicBezTo>
                    <a:pt x="319" y="452"/>
                    <a:pt x="255" y="368"/>
                    <a:pt x="170" y="287"/>
                  </a:cubicBezTo>
                  <a:lnTo>
                    <a:pt x="170" y="267"/>
                  </a:lnTo>
                  <a:cubicBezTo>
                    <a:pt x="101" y="186"/>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849753" y="3127641"/>
              <a:ext cx="359656" cy="242452"/>
            </a:xfrm>
            <a:custGeom>
              <a:rect b="b" l="l" r="r" t="t"/>
              <a:pathLst>
                <a:path extrusionOk="0" h="2441" w="3621">
                  <a:moveTo>
                    <a:pt x="3588" y="33"/>
                  </a:moveTo>
                  <a:lnTo>
                    <a:pt x="3588" y="304"/>
                  </a:lnTo>
                  <a:lnTo>
                    <a:pt x="3588" y="1128"/>
                  </a:lnTo>
                  <a:cubicBezTo>
                    <a:pt x="3588" y="1180"/>
                    <a:pt x="3552" y="1196"/>
                    <a:pt x="3487" y="1213"/>
                  </a:cubicBezTo>
                  <a:cubicBezTo>
                    <a:pt x="3099" y="1346"/>
                    <a:pt x="2695" y="1463"/>
                    <a:pt x="2307" y="1600"/>
                  </a:cubicBezTo>
                  <a:cubicBezTo>
                    <a:pt x="2122" y="1665"/>
                    <a:pt x="1952" y="1718"/>
                    <a:pt x="1786" y="1766"/>
                  </a:cubicBezTo>
                  <a:cubicBezTo>
                    <a:pt x="1382" y="1903"/>
                    <a:pt x="994" y="2037"/>
                    <a:pt x="590" y="2170"/>
                  </a:cubicBezTo>
                  <a:lnTo>
                    <a:pt x="69" y="2340"/>
                  </a:lnTo>
                  <a:cubicBezTo>
                    <a:pt x="33" y="2170"/>
                    <a:pt x="33" y="2004"/>
                    <a:pt x="53" y="1835"/>
                  </a:cubicBezTo>
                  <a:lnTo>
                    <a:pt x="53" y="1564"/>
                  </a:lnTo>
                  <a:cubicBezTo>
                    <a:pt x="33" y="1261"/>
                    <a:pt x="33" y="1261"/>
                    <a:pt x="320" y="1160"/>
                  </a:cubicBezTo>
                  <a:lnTo>
                    <a:pt x="336" y="1160"/>
                  </a:lnTo>
                  <a:cubicBezTo>
                    <a:pt x="691" y="1043"/>
                    <a:pt x="1043" y="910"/>
                    <a:pt x="1398" y="792"/>
                  </a:cubicBezTo>
                  <a:cubicBezTo>
                    <a:pt x="2021" y="574"/>
                    <a:pt x="2643" y="336"/>
                    <a:pt x="3265" y="118"/>
                  </a:cubicBezTo>
                  <a:cubicBezTo>
                    <a:pt x="3301" y="118"/>
                    <a:pt x="3317" y="102"/>
                    <a:pt x="3350" y="102"/>
                  </a:cubicBezTo>
                  <a:cubicBezTo>
                    <a:pt x="3418" y="69"/>
                    <a:pt x="3503" y="33"/>
                    <a:pt x="3588" y="33"/>
                  </a:cubicBezTo>
                  <a:close/>
                  <a:moveTo>
                    <a:pt x="3604" y="1"/>
                  </a:moveTo>
                  <a:cubicBezTo>
                    <a:pt x="3503" y="1"/>
                    <a:pt x="3418" y="33"/>
                    <a:pt x="3333" y="69"/>
                  </a:cubicBezTo>
                  <a:cubicBezTo>
                    <a:pt x="3317" y="85"/>
                    <a:pt x="3285" y="85"/>
                    <a:pt x="3265" y="102"/>
                  </a:cubicBezTo>
                  <a:cubicBezTo>
                    <a:pt x="2643" y="320"/>
                    <a:pt x="2004" y="538"/>
                    <a:pt x="1398" y="756"/>
                  </a:cubicBezTo>
                  <a:cubicBezTo>
                    <a:pt x="1043" y="893"/>
                    <a:pt x="675" y="1011"/>
                    <a:pt x="320" y="1144"/>
                  </a:cubicBezTo>
                  <a:cubicBezTo>
                    <a:pt x="17" y="1245"/>
                    <a:pt x="17" y="1245"/>
                    <a:pt x="17" y="1564"/>
                  </a:cubicBezTo>
                  <a:lnTo>
                    <a:pt x="17" y="1835"/>
                  </a:lnTo>
                  <a:cubicBezTo>
                    <a:pt x="17" y="2004"/>
                    <a:pt x="1" y="2190"/>
                    <a:pt x="53" y="2356"/>
                  </a:cubicBezTo>
                  <a:cubicBezTo>
                    <a:pt x="53" y="2356"/>
                    <a:pt x="33" y="2372"/>
                    <a:pt x="17" y="2392"/>
                  </a:cubicBezTo>
                  <a:cubicBezTo>
                    <a:pt x="17" y="2408"/>
                    <a:pt x="17" y="2408"/>
                    <a:pt x="1" y="2408"/>
                  </a:cubicBezTo>
                  <a:cubicBezTo>
                    <a:pt x="1" y="2424"/>
                    <a:pt x="1" y="2424"/>
                    <a:pt x="17" y="2441"/>
                  </a:cubicBezTo>
                  <a:lnTo>
                    <a:pt x="33" y="2424"/>
                  </a:lnTo>
                  <a:cubicBezTo>
                    <a:pt x="33" y="2424"/>
                    <a:pt x="33" y="2408"/>
                    <a:pt x="53" y="2408"/>
                  </a:cubicBezTo>
                  <a:cubicBezTo>
                    <a:pt x="53" y="2392"/>
                    <a:pt x="69" y="2372"/>
                    <a:pt x="69" y="2372"/>
                  </a:cubicBezTo>
                  <a:lnTo>
                    <a:pt x="86" y="2372"/>
                  </a:lnTo>
                  <a:lnTo>
                    <a:pt x="607" y="2190"/>
                  </a:lnTo>
                  <a:cubicBezTo>
                    <a:pt x="994" y="2069"/>
                    <a:pt x="1398" y="1936"/>
                    <a:pt x="1786" y="1802"/>
                  </a:cubicBezTo>
                  <a:cubicBezTo>
                    <a:pt x="1972" y="1750"/>
                    <a:pt x="2138" y="1685"/>
                    <a:pt x="2307" y="1633"/>
                  </a:cubicBezTo>
                  <a:cubicBezTo>
                    <a:pt x="2695" y="1499"/>
                    <a:pt x="3099" y="1362"/>
                    <a:pt x="3503" y="1229"/>
                  </a:cubicBezTo>
                  <a:cubicBezTo>
                    <a:pt x="3552" y="1213"/>
                    <a:pt x="3604" y="1196"/>
                    <a:pt x="3620" y="1128"/>
                  </a:cubicBezTo>
                  <a:lnTo>
                    <a:pt x="3620" y="304"/>
                  </a:lnTo>
                  <a:lnTo>
                    <a:pt x="3620"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1521886" y="2126147"/>
              <a:ext cx="202325" cy="414583"/>
            </a:xfrm>
            <a:custGeom>
              <a:rect b="b" l="l" r="r" t="t"/>
              <a:pathLst>
                <a:path extrusionOk="0" h="4174" w="2037">
                  <a:moveTo>
                    <a:pt x="16" y="1"/>
                  </a:moveTo>
                  <a:lnTo>
                    <a:pt x="0" y="17"/>
                  </a:lnTo>
                  <a:cubicBezTo>
                    <a:pt x="0" y="118"/>
                    <a:pt x="53" y="186"/>
                    <a:pt x="117" y="271"/>
                  </a:cubicBezTo>
                  <a:cubicBezTo>
                    <a:pt x="202" y="356"/>
                    <a:pt x="271" y="457"/>
                    <a:pt x="335" y="538"/>
                  </a:cubicBezTo>
                  <a:cubicBezTo>
                    <a:pt x="335" y="574"/>
                    <a:pt x="356" y="590"/>
                    <a:pt x="372" y="607"/>
                  </a:cubicBezTo>
                  <a:cubicBezTo>
                    <a:pt x="558" y="877"/>
                    <a:pt x="739" y="1144"/>
                    <a:pt x="925" y="1398"/>
                  </a:cubicBezTo>
                  <a:cubicBezTo>
                    <a:pt x="1244" y="1871"/>
                    <a:pt x="1584" y="2356"/>
                    <a:pt x="1919" y="2845"/>
                  </a:cubicBezTo>
                  <a:cubicBezTo>
                    <a:pt x="1971" y="2897"/>
                    <a:pt x="1988" y="2962"/>
                    <a:pt x="1988" y="3030"/>
                  </a:cubicBezTo>
                  <a:lnTo>
                    <a:pt x="1988" y="3333"/>
                  </a:lnTo>
                  <a:cubicBezTo>
                    <a:pt x="1988" y="3487"/>
                    <a:pt x="1988" y="3652"/>
                    <a:pt x="1971" y="3806"/>
                  </a:cubicBezTo>
                  <a:lnTo>
                    <a:pt x="1971" y="3854"/>
                  </a:lnTo>
                  <a:cubicBezTo>
                    <a:pt x="1971" y="3955"/>
                    <a:pt x="1971" y="4056"/>
                    <a:pt x="2004" y="4157"/>
                  </a:cubicBezTo>
                  <a:lnTo>
                    <a:pt x="2020" y="4174"/>
                  </a:lnTo>
                  <a:lnTo>
                    <a:pt x="2036" y="4157"/>
                  </a:lnTo>
                  <a:cubicBezTo>
                    <a:pt x="1988" y="4056"/>
                    <a:pt x="1988" y="3955"/>
                    <a:pt x="2004" y="3871"/>
                  </a:cubicBezTo>
                  <a:lnTo>
                    <a:pt x="2004" y="3806"/>
                  </a:lnTo>
                  <a:lnTo>
                    <a:pt x="2004" y="3333"/>
                  </a:lnTo>
                  <a:lnTo>
                    <a:pt x="2004" y="3030"/>
                  </a:lnTo>
                  <a:cubicBezTo>
                    <a:pt x="2004" y="2962"/>
                    <a:pt x="1988" y="2897"/>
                    <a:pt x="1935" y="2828"/>
                  </a:cubicBezTo>
                  <a:cubicBezTo>
                    <a:pt x="1600" y="2340"/>
                    <a:pt x="1265" y="1851"/>
                    <a:pt x="941" y="1398"/>
                  </a:cubicBezTo>
                  <a:cubicBezTo>
                    <a:pt x="760" y="1128"/>
                    <a:pt x="574" y="861"/>
                    <a:pt x="404" y="590"/>
                  </a:cubicBezTo>
                  <a:cubicBezTo>
                    <a:pt x="388" y="574"/>
                    <a:pt x="372" y="558"/>
                    <a:pt x="356" y="522"/>
                  </a:cubicBezTo>
                  <a:cubicBezTo>
                    <a:pt x="287" y="437"/>
                    <a:pt x="218" y="336"/>
                    <a:pt x="133" y="255"/>
                  </a:cubicBezTo>
                  <a:cubicBezTo>
                    <a:pt x="69" y="170"/>
                    <a:pt x="32" y="118"/>
                    <a:pt x="32" y="17"/>
                  </a:cubicBez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1267912" y="2191602"/>
              <a:ext cx="143723" cy="158523"/>
            </a:xfrm>
            <a:custGeom>
              <a:rect b="b" l="l" r="r" t="t"/>
              <a:pathLst>
                <a:path extrusionOk="0" h="1596" w="1447">
                  <a:moveTo>
                    <a:pt x="1430" y="0"/>
                  </a:moveTo>
                  <a:cubicBezTo>
                    <a:pt x="1361" y="32"/>
                    <a:pt x="1313" y="49"/>
                    <a:pt x="1244" y="81"/>
                  </a:cubicBezTo>
                  <a:cubicBezTo>
                    <a:pt x="1127" y="133"/>
                    <a:pt x="994" y="202"/>
                    <a:pt x="856" y="251"/>
                  </a:cubicBezTo>
                  <a:cubicBezTo>
                    <a:pt x="772" y="303"/>
                    <a:pt x="691" y="335"/>
                    <a:pt x="590" y="384"/>
                  </a:cubicBezTo>
                  <a:cubicBezTo>
                    <a:pt x="436" y="453"/>
                    <a:pt x="267" y="537"/>
                    <a:pt x="117" y="606"/>
                  </a:cubicBezTo>
                  <a:cubicBezTo>
                    <a:pt x="16" y="655"/>
                    <a:pt x="0" y="707"/>
                    <a:pt x="0" y="788"/>
                  </a:cubicBezTo>
                  <a:lnTo>
                    <a:pt x="0" y="1111"/>
                  </a:lnTo>
                  <a:cubicBezTo>
                    <a:pt x="0" y="1260"/>
                    <a:pt x="0" y="1430"/>
                    <a:pt x="16" y="1580"/>
                  </a:cubicBezTo>
                  <a:cubicBezTo>
                    <a:pt x="16" y="1580"/>
                    <a:pt x="16" y="1596"/>
                    <a:pt x="32" y="1596"/>
                  </a:cubicBezTo>
                  <a:lnTo>
                    <a:pt x="32" y="1580"/>
                  </a:lnTo>
                  <a:cubicBezTo>
                    <a:pt x="16" y="1430"/>
                    <a:pt x="16" y="1260"/>
                    <a:pt x="32" y="1111"/>
                  </a:cubicBezTo>
                  <a:cubicBezTo>
                    <a:pt x="32" y="1010"/>
                    <a:pt x="32" y="909"/>
                    <a:pt x="16" y="788"/>
                  </a:cubicBezTo>
                  <a:cubicBezTo>
                    <a:pt x="16" y="723"/>
                    <a:pt x="32" y="671"/>
                    <a:pt x="117" y="622"/>
                  </a:cubicBezTo>
                  <a:cubicBezTo>
                    <a:pt x="287" y="554"/>
                    <a:pt x="452" y="485"/>
                    <a:pt x="606" y="404"/>
                  </a:cubicBezTo>
                  <a:cubicBezTo>
                    <a:pt x="691" y="368"/>
                    <a:pt x="772" y="319"/>
                    <a:pt x="873" y="283"/>
                  </a:cubicBezTo>
                  <a:cubicBezTo>
                    <a:pt x="994" y="218"/>
                    <a:pt x="1127" y="166"/>
                    <a:pt x="1260" y="101"/>
                  </a:cubicBezTo>
                  <a:cubicBezTo>
                    <a:pt x="1313" y="81"/>
                    <a:pt x="1378" y="49"/>
                    <a:pt x="1430" y="16"/>
                  </a:cubicBezTo>
                  <a:cubicBezTo>
                    <a:pt x="1446" y="16"/>
                    <a:pt x="1446" y="16"/>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1944712" y="3485608"/>
              <a:ext cx="6953" cy="55026"/>
            </a:xfrm>
            <a:custGeom>
              <a:rect b="b" l="l" r="r" t="t"/>
              <a:pathLst>
                <a:path extrusionOk="0" h="554" w="70">
                  <a:moveTo>
                    <a:pt x="37" y="0"/>
                  </a:moveTo>
                  <a:cubicBezTo>
                    <a:pt x="17" y="101"/>
                    <a:pt x="17" y="182"/>
                    <a:pt x="17" y="283"/>
                  </a:cubicBezTo>
                  <a:cubicBezTo>
                    <a:pt x="17" y="368"/>
                    <a:pt x="17" y="452"/>
                    <a:pt x="1" y="537"/>
                  </a:cubicBezTo>
                  <a:cubicBezTo>
                    <a:pt x="1" y="553"/>
                    <a:pt x="1" y="553"/>
                    <a:pt x="17" y="553"/>
                  </a:cubicBezTo>
                  <a:lnTo>
                    <a:pt x="37" y="553"/>
                  </a:lnTo>
                  <a:cubicBezTo>
                    <a:pt x="53" y="452"/>
                    <a:pt x="53" y="368"/>
                    <a:pt x="53" y="283"/>
                  </a:cubicBezTo>
                  <a:cubicBezTo>
                    <a:pt x="37" y="182"/>
                    <a:pt x="37" y="101"/>
                    <a:pt x="53" y="16"/>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1815987" y="2282783"/>
              <a:ext cx="5264" cy="64164"/>
            </a:xfrm>
            <a:custGeom>
              <a:rect b="b" l="l" r="r" t="t"/>
              <a:pathLst>
                <a:path extrusionOk="0" h="646" w="53">
                  <a:moveTo>
                    <a:pt x="41" y="0"/>
                  </a:moveTo>
                  <a:cubicBezTo>
                    <a:pt x="37" y="0"/>
                    <a:pt x="37" y="7"/>
                    <a:pt x="37" y="7"/>
                  </a:cubicBezTo>
                  <a:cubicBezTo>
                    <a:pt x="20" y="108"/>
                    <a:pt x="20" y="209"/>
                    <a:pt x="20" y="310"/>
                  </a:cubicBezTo>
                  <a:lnTo>
                    <a:pt x="20" y="496"/>
                  </a:lnTo>
                  <a:lnTo>
                    <a:pt x="20" y="544"/>
                  </a:lnTo>
                  <a:cubicBezTo>
                    <a:pt x="20" y="577"/>
                    <a:pt x="20" y="597"/>
                    <a:pt x="0" y="629"/>
                  </a:cubicBezTo>
                  <a:cubicBezTo>
                    <a:pt x="0" y="629"/>
                    <a:pt x="0" y="645"/>
                    <a:pt x="20" y="645"/>
                  </a:cubicBezTo>
                  <a:lnTo>
                    <a:pt x="37" y="645"/>
                  </a:lnTo>
                  <a:cubicBezTo>
                    <a:pt x="53" y="613"/>
                    <a:pt x="53" y="577"/>
                    <a:pt x="53" y="544"/>
                  </a:cubicBezTo>
                  <a:lnTo>
                    <a:pt x="53" y="496"/>
                  </a:lnTo>
                  <a:lnTo>
                    <a:pt x="53" y="310"/>
                  </a:lnTo>
                  <a:cubicBezTo>
                    <a:pt x="37" y="209"/>
                    <a:pt x="37" y="108"/>
                    <a:pt x="53" y="7"/>
                  </a:cubicBezTo>
                  <a:cubicBezTo>
                    <a:pt x="47" y="2"/>
                    <a:pt x="44"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500328" y="1019567"/>
              <a:ext cx="1402767" cy="1004772"/>
            </a:xfrm>
            <a:custGeom>
              <a:rect b="b" l="l" r="r" t="t"/>
              <a:pathLst>
                <a:path extrusionOk="0" h="10116" w="14123">
                  <a:moveTo>
                    <a:pt x="9174" y="0"/>
                  </a:moveTo>
                  <a:lnTo>
                    <a:pt x="8803" y="235"/>
                  </a:lnTo>
                  <a:cubicBezTo>
                    <a:pt x="8520" y="404"/>
                    <a:pt x="8249" y="590"/>
                    <a:pt x="7978" y="756"/>
                  </a:cubicBezTo>
                  <a:cubicBezTo>
                    <a:pt x="6985" y="1398"/>
                    <a:pt x="5975" y="2036"/>
                    <a:pt x="4985" y="2658"/>
                  </a:cubicBezTo>
                  <a:lnTo>
                    <a:pt x="4731" y="2828"/>
                  </a:lnTo>
                  <a:cubicBezTo>
                    <a:pt x="3854" y="3398"/>
                    <a:pt x="2981" y="3955"/>
                    <a:pt x="2105" y="4508"/>
                  </a:cubicBezTo>
                  <a:cubicBezTo>
                    <a:pt x="1733" y="4747"/>
                    <a:pt x="1349" y="4997"/>
                    <a:pt x="962" y="5236"/>
                  </a:cubicBezTo>
                  <a:cubicBezTo>
                    <a:pt x="659" y="5438"/>
                    <a:pt x="356" y="5640"/>
                    <a:pt x="53" y="5821"/>
                  </a:cubicBezTo>
                  <a:cubicBezTo>
                    <a:pt x="36" y="5842"/>
                    <a:pt x="36" y="5842"/>
                    <a:pt x="16" y="5842"/>
                  </a:cubicBezTo>
                  <a:lnTo>
                    <a:pt x="0" y="5842"/>
                  </a:lnTo>
                  <a:lnTo>
                    <a:pt x="0" y="5858"/>
                  </a:lnTo>
                  <a:cubicBezTo>
                    <a:pt x="0" y="5858"/>
                    <a:pt x="0" y="5874"/>
                    <a:pt x="16" y="5874"/>
                  </a:cubicBezTo>
                  <a:lnTo>
                    <a:pt x="36" y="5858"/>
                  </a:lnTo>
                  <a:lnTo>
                    <a:pt x="53" y="5858"/>
                  </a:lnTo>
                  <a:cubicBezTo>
                    <a:pt x="372" y="5656"/>
                    <a:pt x="675" y="5454"/>
                    <a:pt x="978" y="5268"/>
                  </a:cubicBezTo>
                  <a:cubicBezTo>
                    <a:pt x="1366" y="5013"/>
                    <a:pt x="1753" y="4763"/>
                    <a:pt x="2121" y="4529"/>
                  </a:cubicBezTo>
                  <a:cubicBezTo>
                    <a:pt x="2998" y="3971"/>
                    <a:pt x="3874" y="3418"/>
                    <a:pt x="4747" y="2860"/>
                  </a:cubicBezTo>
                  <a:lnTo>
                    <a:pt x="5001" y="2691"/>
                  </a:lnTo>
                  <a:cubicBezTo>
                    <a:pt x="5995" y="2052"/>
                    <a:pt x="6985" y="1414"/>
                    <a:pt x="7995" y="792"/>
                  </a:cubicBezTo>
                  <a:cubicBezTo>
                    <a:pt x="8265" y="606"/>
                    <a:pt x="8536" y="436"/>
                    <a:pt x="8823" y="251"/>
                  </a:cubicBezTo>
                  <a:lnTo>
                    <a:pt x="9174" y="33"/>
                  </a:lnTo>
                  <a:lnTo>
                    <a:pt x="9190" y="33"/>
                  </a:lnTo>
                  <a:cubicBezTo>
                    <a:pt x="9227" y="65"/>
                    <a:pt x="9243" y="65"/>
                    <a:pt x="9243" y="85"/>
                  </a:cubicBezTo>
                  <a:cubicBezTo>
                    <a:pt x="9207" y="166"/>
                    <a:pt x="9207" y="251"/>
                    <a:pt x="9207" y="319"/>
                  </a:cubicBezTo>
                  <a:lnTo>
                    <a:pt x="9207" y="420"/>
                  </a:lnTo>
                  <a:cubicBezTo>
                    <a:pt x="9207" y="505"/>
                    <a:pt x="9207" y="554"/>
                    <a:pt x="9259" y="638"/>
                  </a:cubicBezTo>
                  <a:cubicBezTo>
                    <a:pt x="9409" y="873"/>
                    <a:pt x="9578" y="1160"/>
                    <a:pt x="9748" y="1515"/>
                  </a:cubicBezTo>
                  <a:cubicBezTo>
                    <a:pt x="9764" y="1547"/>
                    <a:pt x="9796" y="1580"/>
                    <a:pt x="9812" y="1616"/>
                  </a:cubicBezTo>
                  <a:cubicBezTo>
                    <a:pt x="9897" y="1782"/>
                    <a:pt x="9982" y="1951"/>
                    <a:pt x="10067" y="2105"/>
                  </a:cubicBezTo>
                  <a:cubicBezTo>
                    <a:pt x="10136" y="2222"/>
                    <a:pt x="10200" y="2323"/>
                    <a:pt x="10253" y="2424"/>
                  </a:cubicBezTo>
                  <a:cubicBezTo>
                    <a:pt x="10338" y="2557"/>
                    <a:pt x="10402" y="2691"/>
                    <a:pt x="10487" y="2812"/>
                  </a:cubicBezTo>
                  <a:cubicBezTo>
                    <a:pt x="10620" y="3030"/>
                    <a:pt x="10742" y="3264"/>
                    <a:pt x="10859" y="3482"/>
                  </a:cubicBezTo>
                  <a:cubicBezTo>
                    <a:pt x="10923" y="3600"/>
                    <a:pt x="10992" y="3721"/>
                    <a:pt x="11061" y="3838"/>
                  </a:cubicBezTo>
                  <a:cubicBezTo>
                    <a:pt x="11194" y="4072"/>
                    <a:pt x="11327" y="4327"/>
                    <a:pt x="11465" y="4561"/>
                  </a:cubicBezTo>
                  <a:cubicBezTo>
                    <a:pt x="11598" y="4811"/>
                    <a:pt x="11752" y="5066"/>
                    <a:pt x="11885" y="5316"/>
                  </a:cubicBezTo>
                  <a:cubicBezTo>
                    <a:pt x="12071" y="5656"/>
                    <a:pt x="12236" y="5959"/>
                    <a:pt x="12406" y="6246"/>
                  </a:cubicBezTo>
                  <a:cubicBezTo>
                    <a:pt x="12422" y="6278"/>
                    <a:pt x="12438" y="6310"/>
                    <a:pt x="12458" y="6347"/>
                  </a:cubicBezTo>
                  <a:cubicBezTo>
                    <a:pt x="12507" y="6427"/>
                    <a:pt x="12576" y="6512"/>
                    <a:pt x="12559" y="6597"/>
                  </a:cubicBezTo>
                  <a:cubicBezTo>
                    <a:pt x="12539" y="6751"/>
                    <a:pt x="12539" y="6916"/>
                    <a:pt x="12539" y="7070"/>
                  </a:cubicBezTo>
                  <a:lnTo>
                    <a:pt x="12539" y="7373"/>
                  </a:lnTo>
                  <a:cubicBezTo>
                    <a:pt x="12539" y="7421"/>
                    <a:pt x="12539" y="7474"/>
                    <a:pt x="12559" y="7522"/>
                  </a:cubicBezTo>
                  <a:cubicBezTo>
                    <a:pt x="13012" y="8282"/>
                    <a:pt x="13468" y="9073"/>
                    <a:pt x="13921" y="9881"/>
                  </a:cubicBezTo>
                  <a:cubicBezTo>
                    <a:pt x="13921" y="9897"/>
                    <a:pt x="13937" y="9914"/>
                    <a:pt x="13937" y="9930"/>
                  </a:cubicBezTo>
                  <a:cubicBezTo>
                    <a:pt x="13990" y="9998"/>
                    <a:pt x="14022" y="10083"/>
                    <a:pt x="14107" y="10116"/>
                  </a:cubicBezTo>
                  <a:lnTo>
                    <a:pt x="14123" y="10116"/>
                  </a:lnTo>
                  <a:lnTo>
                    <a:pt x="14123" y="10099"/>
                  </a:lnTo>
                  <a:cubicBezTo>
                    <a:pt x="14038" y="10063"/>
                    <a:pt x="14006" y="9998"/>
                    <a:pt x="13973" y="9930"/>
                  </a:cubicBezTo>
                  <a:cubicBezTo>
                    <a:pt x="13953" y="9897"/>
                    <a:pt x="13953" y="9881"/>
                    <a:pt x="13937" y="9861"/>
                  </a:cubicBezTo>
                  <a:cubicBezTo>
                    <a:pt x="13485" y="9073"/>
                    <a:pt x="13028" y="8265"/>
                    <a:pt x="12592" y="7506"/>
                  </a:cubicBezTo>
                  <a:cubicBezTo>
                    <a:pt x="12559" y="7474"/>
                    <a:pt x="12559" y="7421"/>
                    <a:pt x="12559" y="7389"/>
                  </a:cubicBezTo>
                  <a:cubicBezTo>
                    <a:pt x="12576" y="7272"/>
                    <a:pt x="12576" y="7171"/>
                    <a:pt x="12559" y="7070"/>
                  </a:cubicBezTo>
                  <a:cubicBezTo>
                    <a:pt x="12559" y="6916"/>
                    <a:pt x="12559" y="6751"/>
                    <a:pt x="12576" y="6597"/>
                  </a:cubicBezTo>
                  <a:cubicBezTo>
                    <a:pt x="12592" y="6496"/>
                    <a:pt x="12539" y="6411"/>
                    <a:pt x="12491" y="6326"/>
                  </a:cubicBezTo>
                  <a:cubicBezTo>
                    <a:pt x="12458" y="6294"/>
                    <a:pt x="12438" y="6278"/>
                    <a:pt x="12422" y="6246"/>
                  </a:cubicBezTo>
                  <a:cubicBezTo>
                    <a:pt x="12256" y="5943"/>
                    <a:pt x="12103" y="5640"/>
                    <a:pt x="11917" y="5300"/>
                  </a:cubicBezTo>
                  <a:cubicBezTo>
                    <a:pt x="11768" y="5050"/>
                    <a:pt x="11630" y="4795"/>
                    <a:pt x="11481" y="4561"/>
                  </a:cubicBezTo>
                  <a:cubicBezTo>
                    <a:pt x="11348" y="4307"/>
                    <a:pt x="11210" y="4072"/>
                    <a:pt x="11077" y="3822"/>
                  </a:cubicBezTo>
                  <a:cubicBezTo>
                    <a:pt x="11008" y="3701"/>
                    <a:pt x="10944" y="3583"/>
                    <a:pt x="10891" y="3466"/>
                  </a:cubicBezTo>
                  <a:cubicBezTo>
                    <a:pt x="10758" y="3248"/>
                    <a:pt x="10641" y="3014"/>
                    <a:pt x="10503" y="2792"/>
                  </a:cubicBezTo>
                  <a:cubicBezTo>
                    <a:pt x="10418" y="2674"/>
                    <a:pt x="10354" y="2541"/>
                    <a:pt x="10285" y="2424"/>
                  </a:cubicBezTo>
                  <a:cubicBezTo>
                    <a:pt x="10216" y="2307"/>
                    <a:pt x="10168" y="2206"/>
                    <a:pt x="10099" y="2105"/>
                  </a:cubicBezTo>
                  <a:cubicBezTo>
                    <a:pt x="9998" y="1935"/>
                    <a:pt x="9913" y="1766"/>
                    <a:pt x="9833" y="1616"/>
                  </a:cubicBezTo>
                  <a:cubicBezTo>
                    <a:pt x="9812" y="1564"/>
                    <a:pt x="9796" y="1531"/>
                    <a:pt x="9780" y="1499"/>
                  </a:cubicBezTo>
                  <a:cubicBezTo>
                    <a:pt x="9594" y="1143"/>
                    <a:pt x="9445" y="873"/>
                    <a:pt x="9291" y="622"/>
                  </a:cubicBezTo>
                  <a:cubicBezTo>
                    <a:pt x="9243" y="554"/>
                    <a:pt x="9243" y="489"/>
                    <a:pt x="9243" y="420"/>
                  </a:cubicBezTo>
                  <a:lnTo>
                    <a:pt x="9243" y="319"/>
                  </a:lnTo>
                  <a:cubicBezTo>
                    <a:pt x="9227" y="235"/>
                    <a:pt x="9227" y="166"/>
                    <a:pt x="9259" y="101"/>
                  </a:cubicBezTo>
                  <a:cubicBezTo>
                    <a:pt x="9275" y="65"/>
                    <a:pt x="9243" y="33"/>
                    <a:pt x="9207" y="16"/>
                  </a:cubicBezTo>
                  <a:lnTo>
                    <a:pt x="91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1861279" y="2360057"/>
              <a:ext cx="4966" cy="53933"/>
            </a:xfrm>
            <a:custGeom>
              <a:rect b="b" l="l" r="r" t="t"/>
              <a:pathLst>
                <a:path extrusionOk="0" h="543" w="50">
                  <a:moveTo>
                    <a:pt x="33" y="1"/>
                  </a:moveTo>
                  <a:cubicBezTo>
                    <a:pt x="33" y="1"/>
                    <a:pt x="17" y="1"/>
                    <a:pt x="17" y="21"/>
                  </a:cubicBezTo>
                  <a:lnTo>
                    <a:pt x="17" y="203"/>
                  </a:lnTo>
                  <a:cubicBezTo>
                    <a:pt x="17" y="324"/>
                    <a:pt x="33" y="425"/>
                    <a:pt x="17" y="526"/>
                  </a:cubicBezTo>
                  <a:cubicBezTo>
                    <a:pt x="1" y="542"/>
                    <a:pt x="17" y="542"/>
                    <a:pt x="17" y="542"/>
                  </a:cubicBezTo>
                  <a:lnTo>
                    <a:pt x="33" y="542"/>
                  </a:lnTo>
                  <a:cubicBezTo>
                    <a:pt x="49" y="425"/>
                    <a:pt x="49" y="324"/>
                    <a:pt x="49" y="203"/>
                  </a:cubicBezTo>
                  <a:lnTo>
                    <a:pt x="49" y="21"/>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988610" y="1531091"/>
              <a:ext cx="3278" cy="70322"/>
            </a:xfrm>
            <a:custGeom>
              <a:rect b="b" l="l" r="r" t="t"/>
              <a:pathLst>
                <a:path extrusionOk="0" h="708" w="33">
                  <a:moveTo>
                    <a:pt x="17" y="1"/>
                  </a:moveTo>
                  <a:cubicBezTo>
                    <a:pt x="0" y="1"/>
                    <a:pt x="0" y="1"/>
                    <a:pt x="0" y="17"/>
                  </a:cubicBezTo>
                  <a:lnTo>
                    <a:pt x="0" y="267"/>
                  </a:lnTo>
                  <a:cubicBezTo>
                    <a:pt x="0" y="405"/>
                    <a:pt x="0" y="554"/>
                    <a:pt x="17" y="692"/>
                  </a:cubicBezTo>
                  <a:cubicBezTo>
                    <a:pt x="17" y="692"/>
                    <a:pt x="17" y="708"/>
                    <a:pt x="33" y="708"/>
                  </a:cubicBezTo>
                  <a:lnTo>
                    <a:pt x="33" y="692"/>
                  </a:lnTo>
                  <a:cubicBezTo>
                    <a:pt x="17" y="554"/>
                    <a:pt x="17" y="405"/>
                    <a:pt x="33" y="267"/>
                  </a:cubicBezTo>
                  <a:lnTo>
                    <a:pt x="33" y="17"/>
                  </a:ln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1291154" y="2077577"/>
              <a:ext cx="5264" cy="85618"/>
            </a:xfrm>
            <a:custGeom>
              <a:rect b="b" l="l" r="r" t="t"/>
              <a:pathLst>
                <a:path extrusionOk="0" h="862" w="53">
                  <a:moveTo>
                    <a:pt x="0" y="1"/>
                  </a:moveTo>
                  <a:lnTo>
                    <a:pt x="0" y="17"/>
                  </a:lnTo>
                  <a:cubicBezTo>
                    <a:pt x="16" y="154"/>
                    <a:pt x="16" y="288"/>
                    <a:pt x="0" y="421"/>
                  </a:cubicBezTo>
                  <a:lnTo>
                    <a:pt x="0" y="692"/>
                  </a:lnTo>
                  <a:lnTo>
                    <a:pt x="0" y="724"/>
                  </a:lnTo>
                  <a:cubicBezTo>
                    <a:pt x="0" y="776"/>
                    <a:pt x="0" y="809"/>
                    <a:pt x="16" y="861"/>
                  </a:cubicBezTo>
                  <a:lnTo>
                    <a:pt x="33" y="861"/>
                  </a:lnTo>
                  <a:cubicBezTo>
                    <a:pt x="53" y="861"/>
                    <a:pt x="53" y="845"/>
                    <a:pt x="53" y="845"/>
                  </a:cubicBezTo>
                  <a:cubicBezTo>
                    <a:pt x="33" y="809"/>
                    <a:pt x="33" y="776"/>
                    <a:pt x="33" y="724"/>
                  </a:cubicBezTo>
                  <a:lnTo>
                    <a:pt x="33" y="692"/>
                  </a:lnTo>
                  <a:lnTo>
                    <a:pt x="33" y="441"/>
                  </a:lnTo>
                  <a:cubicBezTo>
                    <a:pt x="33" y="288"/>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1643857" y="2186338"/>
              <a:ext cx="6853" cy="68733"/>
            </a:xfrm>
            <a:custGeom>
              <a:rect b="b" l="l" r="r" t="t"/>
              <a:pathLst>
                <a:path extrusionOk="0" h="692" w="69">
                  <a:moveTo>
                    <a:pt x="37" y="1"/>
                  </a:moveTo>
                  <a:cubicBezTo>
                    <a:pt x="16" y="118"/>
                    <a:pt x="16" y="219"/>
                    <a:pt x="16" y="336"/>
                  </a:cubicBezTo>
                  <a:lnTo>
                    <a:pt x="16" y="538"/>
                  </a:lnTo>
                  <a:lnTo>
                    <a:pt x="16" y="574"/>
                  </a:lnTo>
                  <a:cubicBezTo>
                    <a:pt x="16" y="607"/>
                    <a:pt x="37" y="639"/>
                    <a:pt x="16" y="659"/>
                  </a:cubicBezTo>
                  <a:cubicBezTo>
                    <a:pt x="0" y="675"/>
                    <a:pt x="0" y="675"/>
                    <a:pt x="16" y="691"/>
                  </a:cubicBezTo>
                  <a:lnTo>
                    <a:pt x="37" y="675"/>
                  </a:lnTo>
                  <a:cubicBezTo>
                    <a:pt x="53" y="639"/>
                    <a:pt x="53" y="607"/>
                    <a:pt x="53" y="574"/>
                  </a:cubicBezTo>
                  <a:lnTo>
                    <a:pt x="53" y="538"/>
                  </a:lnTo>
                  <a:lnTo>
                    <a:pt x="53" y="336"/>
                  </a:lnTo>
                  <a:cubicBezTo>
                    <a:pt x="53" y="219"/>
                    <a:pt x="53" y="11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933186" y="2915383"/>
              <a:ext cx="5364" cy="91975"/>
            </a:xfrm>
            <a:custGeom>
              <a:rect b="b" l="l" r="r" t="t"/>
              <a:pathLst>
                <a:path extrusionOk="0" h="926" w="54">
                  <a:moveTo>
                    <a:pt x="21" y="1"/>
                  </a:moveTo>
                  <a:cubicBezTo>
                    <a:pt x="1" y="1"/>
                    <a:pt x="1" y="1"/>
                    <a:pt x="1" y="17"/>
                  </a:cubicBezTo>
                  <a:cubicBezTo>
                    <a:pt x="21" y="134"/>
                    <a:pt x="21" y="267"/>
                    <a:pt x="21" y="388"/>
                  </a:cubicBezTo>
                  <a:lnTo>
                    <a:pt x="21" y="607"/>
                  </a:lnTo>
                  <a:lnTo>
                    <a:pt x="21" y="809"/>
                  </a:lnTo>
                  <a:lnTo>
                    <a:pt x="21" y="910"/>
                  </a:lnTo>
                  <a:cubicBezTo>
                    <a:pt x="21" y="926"/>
                    <a:pt x="21" y="926"/>
                    <a:pt x="37" y="926"/>
                  </a:cubicBezTo>
                  <a:lnTo>
                    <a:pt x="37" y="910"/>
                  </a:lnTo>
                  <a:lnTo>
                    <a:pt x="37" y="809"/>
                  </a:lnTo>
                  <a:cubicBezTo>
                    <a:pt x="37" y="740"/>
                    <a:pt x="53" y="671"/>
                    <a:pt x="37" y="607"/>
                  </a:cubicBezTo>
                  <a:lnTo>
                    <a:pt x="37" y="388"/>
                  </a:lnTo>
                  <a:cubicBezTo>
                    <a:pt x="53" y="267"/>
                    <a:pt x="53" y="13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1841216" y="2781394"/>
              <a:ext cx="4966" cy="53834"/>
            </a:xfrm>
            <a:custGeom>
              <a:rect b="b" l="l" r="r" t="t"/>
              <a:pathLst>
                <a:path extrusionOk="0" h="542" w="50">
                  <a:moveTo>
                    <a:pt x="33" y="0"/>
                  </a:moveTo>
                  <a:cubicBezTo>
                    <a:pt x="33" y="0"/>
                    <a:pt x="17" y="0"/>
                    <a:pt x="17" y="21"/>
                  </a:cubicBezTo>
                  <a:cubicBezTo>
                    <a:pt x="1" y="101"/>
                    <a:pt x="1" y="186"/>
                    <a:pt x="1" y="271"/>
                  </a:cubicBezTo>
                  <a:cubicBezTo>
                    <a:pt x="17" y="356"/>
                    <a:pt x="17" y="441"/>
                    <a:pt x="1" y="526"/>
                  </a:cubicBezTo>
                  <a:lnTo>
                    <a:pt x="1" y="542"/>
                  </a:lnTo>
                  <a:lnTo>
                    <a:pt x="17" y="542"/>
                  </a:lnTo>
                  <a:cubicBezTo>
                    <a:pt x="33" y="441"/>
                    <a:pt x="33" y="356"/>
                    <a:pt x="33" y="271"/>
                  </a:cubicBezTo>
                  <a:cubicBezTo>
                    <a:pt x="33" y="186"/>
                    <a:pt x="33" y="101"/>
                    <a:pt x="49" y="21"/>
                  </a:cubicBezTo>
                  <a:cubicBezTo>
                    <a:pt x="49" y="21"/>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1861279" y="2515799"/>
              <a:ext cx="4966" cy="57013"/>
            </a:xfrm>
            <a:custGeom>
              <a:rect b="b" l="l" r="r" t="t"/>
              <a:pathLst>
                <a:path extrusionOk="0" h="574" w="50">
                  <a:moveTo>
                    <a:pt x="33" y="0"/>
                  </a:moveTo>
                  <a:lnTo>
                    <a:pt x="17" y="16"/>
                  </a:lnTo>
                  <a:lnTo>
                    <a:pt x="17" y="218"/>
                  </a:lnTo>
                  <a:cubicBezTo>
                    <a:pt x="17" y="335"/>
                    <a:pt x="33" y="436"/>
                    <a:pt x="17" y="554"/>
                  </a:cubicBezTo>
                  <a:cubicBezTo>
                    <a:pt x="1" y="554"/>
                    <a:pt x="17" y="574"/>
                    <a:pt x="17" y="574"/>
                  </a:cubicBezTo>
                  <a:cubicBezTo>
                    <a:pt x="33" y="574"/>
                    <a:pt x="33" y="574"/>
                    <a:pt x="33" y="554"/>
                  </a:cubicBezTo>
                  <a:cubicBezTo>
                    <a:pt x="49" y="453"/>
                    <a:pt x="49" y="335"/>
                    <a:pt x="49" y="218"/>
                  </a:cubicBezTo>
                  <a:lnTo>
                    <a:pt x="49" y="16"/>
                  </a:ln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1669085" y="1876941"/>
              <a:ext cx="4966" cy="65554"/>
            </a:xfrm>
            <a:custGeom>
              <a:rect b="b" l="l" r="r" t="t"/>
              <a:pathLst>
                <a:path extrusionOk="0" h="660" w="50">
                  <a:moveTo>
                    <a:pt x="33" y="1"/>
                  </a:moveTo>
                  <a:lnTo>
                    <a:pt x="33" y="17"/>
                  </a:lnTo>
                  <a:cubicBezTo>
                    <a:pt x="1" y="155"/>
                    <a:pt x="17" y="272"/>
                    <a:pt x="17" y="405"/>
                  </a:cubicBezTo>
                  <a:lnTo>
                    <a:pt x="17" y="643"/>
                  </a:lnTo>
                  <a:lnTo>
                    <a:pt x="17" y="659"/>
                  </a:lnTo>
                  <a:lnTo>
                    <a:pt x="33" y="659"/>
                  </a:lnTo>
                  <a:lnTo>
                    <a:pt x="33" y="643"/>
                  </a:lnTo>
                  <a:lnTo>
                    <a:pt x="33" y="405"/>
                  </a:lnTo>
                  <a:cubicBezTo>
                    <a:pt x="33" y="272"/>
                    <a:pt x="33" y="15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1520197" y="2298277"/>
              <a:ext cx="200736" cy="374853"/>
            </a:xfrm>
            <a:custGeom>
              <a:rect b="b" l="l" r="r" t="t"/>
              <a:pathLst>
                <a:path extrusionOk="0" h="3774" w="2021">
                  <a:moveTo>
                    <a:pt x="1" y="1"/>
                  </a:moveTo>
                  <a:lnTo>
                    <a:pt x="1" y="17"/>
                  </a:lnTo>
                  <a:cubicBezTo>
                    <a:pt x="203" y="356"/>
                    <a:pt x="437" y="659"/>
                    <a:pt x="676" y="962"/>
                  </a:cubicBezTo>
                  <a:cubicBezTo>
                    <a:pt x="809" y="1148"/>
                    <a:pt x="942" y="1330"/>
                    <a:pt x="1059" y="1516"/>
                  </a:cubicBezTo>
                  <a:cubicBezTo>
                    <a:pt x="1330" y="1871"/>
                    <a:pt x="1601" y="2239"/>
                    <a:pt x="1887" y="2643"/>
                  </a:cubicBezTo>
                  <a:cubicBezTo>
                    <a:pt x="1952" y="2727"/>
                    <a:pt x="2005" y="2812"/>
                    <a:pt x="1988" y="2929"/>
                  </a:cubicBezTo>
                  <a:cubicBezTo>
                    <a:pt x="1968" y="3099"/>
                    <a:pt x="1988" y="3249"/>
                    <a:pt x="1988" y="3418"/>
                  </a:cubicBezTo>
                  <a:lnTo>
                    <a:pt x="1988" y="3604"/>
                  </a:lnTo>
                  <a:cubicBezTo>
                    <a:pt x="1988" y="3653"/>
                    <a:pt x="1988" y="3705"/>
                    <a:pt x="1952" y="3754"/>
                  </a:cubicBezTo>
                  <a:lnTo>
                    <a:pt x="1952" y="3774"/>
                  </a:lnTo>
                  <a:lnTo>
                    <a:pt x="1968" y="3774"/>
                  </a:lnTo>
                  <a:cubicBezTo>
                    <a:pt x="2005" y="3721"/>
                    <a:pt x="2005" y="3673"/>
                    <a:pt x="2005" y="3604"/>
                  </a:cubicBezTo>
                  <a:lnTo>
                    <a:pt x="2005" y="3418"/>
                  </a:lnTo>
                  <a:cubicBezTo>
                    <a:pt x="2005" y="3249"/>
                    <a:pt x="2005" y="3099"/>
                    <a:pt x="2021" y="2929"/>
                  </a:cubicBezTo>
                  <a:cubicBezTo>
                    <a:pt x="2021" y="2796"/>
                    <a:pt x="1968" y="2711"/>
                    <a:pt x="1920" y="2626"/>
                  </a:cubicBezTo>
                  <a:cubicBezTo>
                    <a:pt x="1617" y="2222"/>
                    <a:pt x="1346" y="1855"/>
                    <a:pt x="1096" y="1499"/>
                  </a:cubicBezTo>
                  <a:cubicBezTo>
                    <a:pt x="958" y="1314"/>
                    <a:pt x="825" y="1128"/>
                    <a:pt x="692" y="946"/>
                  </a:cubicBezTo>
                  <a:cubicBezTo>
                    <a:pt x="474" y="643"/>
                    <a:pt x="235" y="34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1675542" y="3672538"/>
              <a:ext cx="3675" cy="61879"/>
            </a:xfrm>
            <a:custGeom>
              <a:rect b="b" l="l" r="r" t="t"/>
              <a:pathLst>
                <a:path extrusionOk="0" h="623" w="37">
                  <a:moveTo>
                    <a:pt x="37" y="1"/>
                  </a:moveTo>
                  <a:cubicBezTo>
                    <a:pt x="21" y="1"/>
                    <a:pt x="21" y="1"/>
                    <a:pt x="21" y="17"/>
                  </a:cubicBezTo>
                  <a:cubicBezTo>
                    <a:pt x="0" y="138"/>
                    <a:pt x="0" y="271"/>
                    <a:pt x="0" y="388"/>
                  </a:cubicBezTo>
                  <a:lnTo>
                    <a:pt x="0" y="606"/>
                  </a:lnTo>
                  <a:cubicBezTo>
                    <a:pt x="0" y="623"/>
                    <a:pt x="0" y="623"/>
                    <a:pt x="21" y="623"/>
                  </a:cubicBezTo>
                  <a:lnTo>
                    <a:pt x="37" y="606"/>
                  </a:lnTo>
                  <a:cubicBezTo>
                    <a:pt x="37" y="542"/>
                    <a:pt x="37" y="457"/>
                    <a:pt x="21" y="388"/>
                  </a:cubicBezTo>
                  <a:cubicBezTo>
                    <a:pt x="21" y="271"/>
                    <a:pt x="21" y="138"/>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1518608" y="2639359"/>
              <a:ext cx="185539" cy="329461"/>
            </a:xfrm>
            <a:custGeom>
              <a:rect b="b" l="l" r="r" t="t"/>
              <a:pathLst>
                <a:path extrusionOk="0" h="3317" w="1868">
                  <a:moveTo>
                    <a:pt x="17" y="0"/>
                  </a:moveTo>
                  <a:lnTo>
                    <a:pt x="17" y="17"/>
                  </a:lnTo>
                  <a:cubicBezTo>
                    <a:pt x="17" y="37"/>
                    <a:pt x="17" y="53"/>
                    <a:pt x="33" y="53"/>
                  </a:cubicBezTo>
                  <a:cubicBezTo>
                    <a:pt x="49" y="138"/>
                    <a:pt x="65" y="202"/>
                    <a:pt x="49" y="303"/>
                  </a:cubicBezTo>
                  <a:cubicBezTo>
                    <a:pt x="1" y="404"/>
                    <a:pt x="86" y="473"/>
                    <a:pt x="134" y="521"/>
                  </a:cubicBezTo>
                  <a:cubicBezTo>
                    <a:pt x="166" y="558"/>
                    <a:pt x="187" y="574"/>
                    <a:pt x="203" y="590"/>
                  </a:cubicBezTo>
                  <a:cubicBezTo>
                    <a:pt x="368" y="808"/>
                    <a:pt x="554" y="1010"/>
                    <a:pt x="724" y="1228"/>
                  </a:cubicBezTo>
                  <a:cubicBezTo>
                    <a:pt x="1027" y="1600"/>
                    <a:pt x="1330" y="1972"/>
                    <a:pt x="1633" y="2339"/>
                  </a:cubicBezTo>
                  <a:cubicBezTo>
                    <a:pt x="1782" y="2509"/>
                    <a:pt x="1835" y="2663"/>
                    <a:pt x="1819" y="2828"/>
                  </a:cubicBezTo>
                  <a:cubicBezTo>
                    <a:pt x="1802" y="2913"/>
                    <a:pt x="1802" y="2998"/>
                    <a:pt x="1802" y="3083"/>
                  </a:cubicBezTo>
                  <a:cubicBezTo>
                    <a:pt x="1819" y="3115"/>
                    <a:pt x="1819" y="3147"/>
                    <a:pt x="1819" y="3184"/>
                  </a:cubicBezTo>
                  <a:lnTo>
                    <a:pt x="1819" y="3216"/>
                  </a:lnTo>
                  <a:cubicBezTo>
                    <a:pt x="1819" y="3248"/>
                    <a:pt x="1819" y="3285"/>
                    <a:pt x="1782" y="3301"/>
                  </a:cubicBezTo>
                  <a:lnTo>
                    <a:pt x="1782" y="3317"/>
                  </a:lnTo>
                  <a:lnTo>
                    <a:pt x="1802" y="3317"/>
                  </a:lnTo>
                  <a:cubicBezTo>
                    <a:pt x="1835" y="3285"/>
                    <a:pt x="1835" y="3248"/>
                    <a:pt x="1835" y="3216"/>
                  </a:cubicBezTo>
                  <a:lnTo>
                    <a:pt x="1835" y="3184"/>
                  </a:lnTo>
                  <a:lnTo>
                    <a:pt x="1835" y="3083"/>
                  </a:lnTo>
                  <a:lnTo>
                    <a:pt x="1835" y="2828"/>
                  </a:lnTo>
                  <a:cubicBezTo>
                    <a:pt x="1867" y="2610"/>
                    <a:pt x="1766" y="2461"/>
                    <a:pt x="1665" y="2323"/>
                  </a:cubicBezTo>
                  <a:cubicBezTo>
                    <a:pt x="1346" y="1956"/>
                    <a:pt x="1043" y="1584"/>
                    <a:pt x="740" y="1212"/>
                  </a:cubicBezTo>
                  <a:cubicBezTo>
                    <a:pt x="570" y="994"/>
                    <a:pt x="405" y="792"/>
                    <a:pt x="219" y="574"/>
                  </a:cubicBezTo>
                  <a:cubicBezTo>
                    <a:pt x="203" y="558"/>
                    <a:pt x="187" y="521"/>
                    <a:pt x="166" y="505"/>
                  </a:cubicBezTo>
                  <a:cubicBezTo>
                    <a:pt x="102" y="457"/>
                    <a:pt x="33" y="404"/>
                    <a:pt x="65" y="303"/>
                  </a:cubicBezTo>
                  <a:cubicBezTo>
                    <a:pt x="102" y="202"/>
                    <a:pt x="65" y="118"/>
                    <a:pt x="49" y="53"/>
                  </a:cubicBezTo>
                  <a:cubicBezTo>
                    <a:pt x="49" y="37"/>
                    <a:pt x="49" y="17"/>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1792646" y="2718025"/>
              <a:ext cx="5364" cy="53437"/>
            </a:xfrm>
            <a:custGeom>
              <a:rect b="b" l="l" r="r" t="t"/>
              <a:pathLst>
                <a:path extrusionOk="0" h="538" w="54">
                  <a:moveTo>
                    <a:pt x="17" y="0"/>
                  </a:moveTo>
                  <a:cubicBezTo>
                    <a:pt x="1" y="85"/>
                    <a:pt x="1" y="186"/>
                    <a:pt x="17" y="271"/>
                  </a:cubicBezTo>
                  <a:cubicBezTo>
                    <a:pt x="17" y="356"/>
                    <a:pt x="17" y="436"/>
                    <a:pt x="1" y="521"/>
                  </a:cubicBezTo>
                  <a:lnTo>
                    <a:pt x="1" y="537"/>
                  </a:lnTo>
                  <a:lnTo>
                    <a:pt x="17" y="537"/>
                  </a:lnTo>
                  <a:lnTo>
                    <a:pt x="17" y="521"/>
                  </a:lnTo>
                  <a:cubicBezTo>
                    <a:pt x="33" y="436"/>
                    <a:pt x="33" y="356"/>
                    <a:pt x="33" y="271"/>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1183982" y="2643332"/>
              <a:ext cx="6953" cy="86413"/>
            </a:xfrm>
            <a:custGeom>
              <a:rect b="b" l="l" r="r" t="t"/>
              <a:pathLst>
                <a:path extrusionOk="0" h="870" w="70">
                  <a:moveTo>
                    <a:pt x="23" y="1"/>
                  </a:moveTo>
                  <a:cubicBezTo>
                    <a:pt x="21" y="1"/>
                    <a:pt x="21" y="5"/>
                    <a:pt x="21" y="13"/>
                  </a:cubicBezTo>
                  <a:cubicBezTo>
                    <a:pt x="1" y="13"/>
                    <a:pt x="1" y="13"/>
                    <a:pt x="1" y="29"/>
                  </a:cubicBezTo>
                  <a:cubicBezTo>
                    <a:pt x="37" y="61"/>
                    <a:pt x="37" y="114"/>
                    <a:pt x="37" y="146"/>
                  </a:cubicBezTo>
                  <a:lnTo>
                    <a:pt x="37" y="179"/>
                  </a:lnTo>
                  <a:lnTo>
                    <a:pt x="37" y="417"/>
                  </a:lnTo>
                  <a:cubicBezTo>
                    <a:pt x="37" y="566"/>
                    <a:pt x="21" y="720"/>
                    <a:pt x="53" y="853"/>
                  </a:cubicBezTo>
                  <a:lnTo>
                    <a:pt x="53" y="869"/>
                  </a:lnTo>
                  <a:cubicBezTo>
                    <a:pt x="69" y="869"/>
                    <a:pt x="69" y="853"/>
                    <a:pt x="69" y="853"/>
                  </a:cubicBezTo>
                  <a:cubicBezTo>
                    <a:pt x="53" y="704"/>
                    <a:pt x="53" y="566"/>
                    <a:pt x="53" y="417"/>
                  </a:cubicBezTo>
                  <a:cubicBezTo>
                    <a:pt x="53" y="348"/>
                    <a:pt x="69" y="263"/>
                    <a:pt x="53" y="179"/>
                  </a:cubicBezTo>
                  <a:lnTo>
                    <a:pt x="53" y="146"/>
                  </a:lnTo>
                  <a:cubicBezTo>
                    <a:pt x="53" y="98"/>
                    <a:pt x="53" y="61"/>
                    <a:pt x="37" y="13"/>
                  </a:cubicBezTo>
                  <a:cubicBezTo>
                    <a:pt x="29" y="5"/>
                    <a:pt x="25"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888292" y="3099135"/>
              <a:ext cx="3278" cy="93663"/>
            </a:xfrm>
            <a:custGeom>
              <a:rect b="b" l="l" r="r" t="t"/>
              <a:pathLst>
                <a:path extrusionOk="0" h="943" w="33">
                  <a:moveTo>
                    <a:pt x="0" y="1"/>
                  </a:moveTo>
                  <a:lnTo>
                    <a:pt x="0" y="17"/>
                  </a:lnTo>
                  <a:cubicBezTo>
                    <a:pt x="17" y="154"/>
                    <a:pt x="17" y="288"/>
                    <a:pt x="17" y="405"/>
                  </a:cubicBezTo>
                  <a:cubicBezTo>
                    <a:pt x="17" y="473"/>
                    <a:pt x="0" y="538"/>
                    <a:pt x="17" y="623"/>
                  </a:cubicBezTo>
                  <a:lnTo>
                    <a:pt x="17" y="825"/>
                  </a:lnTo>
                  <a:lnTo>
                    <a:pt x="17" y="926"/>
                  </a:lnTo>
                  <a:lnTo>
                    <a:pt x="17" y="942"/>
                  </a:lnTo>
                  <a:cubicBezTo>
                    <a:pt x="33" y="942"/>
                    <a:pt x="33" y="926"/>
                    <a:pt x="33" y="926"/>
                  </a:cubicBezTo>
                  <a:lnTo>
                    <a:pt x="33" y="825"/>
                  </a:lnTo>
                  <a:lnTo>
                    <a:pt x="33" y="607"/>
                  </a:lnTo>
                  <a:lnTo>
                    <a:pt x="33" y="405"/>
                  </a:lnTo>
                  <a:cubicBezTo>
                    <a:pt x="33" y="272"/>
                    <a:pt x="33" y="154"/>
                    <a:pt x="17" y="17"/>
                  </a:cubicBezTo>
                  <a:cubicBezTo>
                    <a:pt x="17" y="17"/>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1262647" y="3431774"/>
              <a:ext cx="147398" cy="142134"/>
            </a:xfrm>
            <a:custGeom>
              <a:rect b="b" l="l" r="r" t="t"/>
              <a:pathLst>
                <a:path extrusionOk="0" h="1431" w="1484">
                  <a:moveTo>
                    <a:pt x="1467" y="1"/>
                  </a:moveTo>
                  <a:cubicBezTo>
                    <a:pt x="1063" y="118"/>
                    <a:pt x="659" y="239"/>
                    <a:pt x="271" y="356"/>
                  </a:cubicBezTo>
                  <a:lnTo>
                    <a:pt x="255" y="356"/>
                  </a:lnTo>
                  <a:cubicBezTo>
                    <a:pt x="239" y="372"/>
                    <a:pt x="202" y="372"/>
                    <a:pt x="186" y="372"/>
                  </a:cubicBezTo>
                  <a:cubicBezTo>
                    <a:pt x="118" y="389"/>
                    <a:pt x="69" y="389"/>
                    <a:pt x="37" y="457"/>
                  </a:cubicBezTo>
                  <a:cubicBezTo>
                    <a:pt x="0" y="506"/>
                    <a:pt x="0" y="574"/>
                    <a:pt x="0" y="643"/>
                  </a:cubicBezTo>
                  <a:cubicBezTo>
                    <a:pt x="0" y="659"/>
                    <a:pt x="17" y="692"/>
                    <a:pt x="17" y="708"/>
                  </a:cubicBezTo>
                  <a:cubicBezTo>
                    <a:pt x="17" y="793"/>
                    <a:pt x="17" y="861"/>
                    <a:pt x="0" y="946"/>
                  </a:cubicBezTo>
                  <a:cubicBezTo>
                    <a:pt x="0" y="1095"/>
                    <a:pt x="0" y="1265"/>
                    <a:pt x="17" y="1431"/>
                  </a:cubicBezTo>
                  <a:lnTo>
                    <a:pt x="53" y="1431"/>
                  </a:lnTo>
                  <a:cubicBezTo>
                    <a:pt x="37" y="1265"/>
                    <a:pt x="37" y="1095"/>
                    <a:pt x="37" y="946"/>
                  </a:cubicBezTo>
                  <a:lnTo>
                    <a:pt x="37" y="708"/>
                  </a:lnTo>
                  <a:lnTo>
                    <a:pt x="37" y="643"/>
                  </a:lnTo>
                  <a:cubicBezTo>
                    <a:pt x="17" y="574"/>
                    <a:pt x="17" y="506"/>
                    <a:pt x="53" y="457"/>
                  </a:cubicBezTo>
                  <a:cubicBezTo>
                    <a:pt x="85" y="421"/>
                    <a:pt x="138" y="405"/>
                    <a:pt x="186" y="405"/>
                  </a:cubicBezTo>
                  <a:cubicBezTo>
                    <a:pt x="219" y="389"/>
                    <a:pt x="239" y="389"/>
                    <a:pt x="255" y="389"/>
                  </a:cubicBezTo>
                  <a:cubicBezTo>
                    <a:pt x="271" y="389"/>
                    <a:pt x="271" y="372"/>
                    <a:pt x="271" y="372"/>
                  </a:cubicBezTo>
                  <a:cubicBezTo>
                    <a:pt x="675" y="255"/>
                    <a:pt x="1079" y="138"/>
                    <a:pt x="1467" y="17"/>
                  </a:cubicBezTo>
                  <a:cubicBezTo>
                    <a:pt x="1483" y="17"/>
                    <a:pt x="1483" y="1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1762550" y="3602315"/>
              <a:ext cx="5364" cy="67144"/>
            </a:xfrm>
            <a:custGeom>
              <a:rect b="b" l="l" r="r" t="t"/>
              <a:pathLst>
                <a:path extrusionOk="0" h="676" w="54">
                  <a:moveTo>
                    <a:pt x="33" y="1"/>
                  </a:moveTo>
                  <a:cubicBezTo>
                    <a:pt x="17" y="118"/>
                    <a:pt x="17" y="219"/>
                    <a:pt x="17" y="320"/>
                  </a:cubicBezTo>
                  <a:lnTo>
                    <a:pt x="17" y="522"/>
                  </a:lnTo>
                  <a:lnTo>
                    <a:pt x="17" y="574"/>
                  </a:lnTo>
                  <a:cubicBezTo>
                    <a:pt x="17" y="607"/>
                    <a:pt x="17" y="643"/>
                    <a:pt x="1" y="659"/>
                  </a:cubicBezTo>
                  <a:cubicBezTo>
                    <a:pt x="1" y="675"/>
                    <a:pt x="1" y="675"/>
                    <a:pt x="17" y="675"/>
                  </a:cubicBezTo>
                  <a:lnTo>
                    <a:pt x="33" y="675"/>
                  </a:lnTo>
                  <a:cubicBezTo>
                    <a:pt x="53" y="643"/>
                    <a:pt x="53" y="607"/>
                    <a:pt x="53" y="574"/>
                  </a:cubicBezTo>
                  <a:cubicBezTo>
                    <a:pt x="33" y="558"/>
                    <a:pt x="33" y="542"/>
                    <a:pt x="33" y="522"/>
                  </a:cubicBezTo>
                  <a:cubicBezTo>
                    <a:pt x="53" y="457"/>
                    <a:pt x="53" y="388"/>
                    <a:pt x="33" y="320"/>
                  </a:cubicBezTo>
                  <a:cubicBezTo>
                    <a:pt x="33" y="219"/>
                    <a:pt x="33" y="118"/>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1518608" y="2686340"/>
              <a:ext cx="220799" cy="331050"/>
            </a:xfrm>
            <a:custGeom>
              <a:rect b="b" l="l" r="r" t="t"/>
              <a:pathLst>
                <a:path extrusionOk="0" h="3333" w="2223">
                  <a:moveTo>
                    <a:pt x="65" y="0"/>
                  </a:moveTo>
                  <a:cubicBezTo>
                    <a:pt x="33" y="32"/>
                    <a:pt x="33" y="85"/>
                    <a:pt x="33" y="117"/>
                  </a:cubicBezTo>
                  <a:lnTo>
                    <a:pt x="33" y="133"/>
                  </a:lnTo>
                  <a:cubicBezTo>
                    <a:pt x="33" y="186"/>
                    <a:pt x="49" y="218"/>
                    <a:pt x="49" y="250"/>
                  </a:cubicBezTo>
                  <a:cubicBezTo>
                    <a:pt x="49" y="335"/>
                    <a:pt x="49" y="436"/>
                    <a:pt x="33" y="521"/>
                  </a:cubicBezTo>
                  <a:cubicBezTo>
                    <a:pt x="1" y="824"/>
                    <a:pt x="150" y="1010"/>
                    <a:pt x="304" y="1180"/>
                  </a:cubicBezTo>
                  <a:cubicBezTo>
                    <a:pt x="506" y="1382"/>
                    <a:pt x="692" y="1600"/>
                    <a:pt x="857" y="1818"/>
                  </a:cubicBezTo>
                  <a:cubicBezTo>
                    <a:pt x="942" y="1919"/>
                    <a:pt x="1027" y="2004"/>
                    <a:pt x="1096" y="2105"/>
                  </a:cubicBezTo>
                  <a:lnTo>
                    <a:pt x="1245" y="2270"/>
                  </a:lnTo>
                  <a:cubicBezTo>
                    <a:pt x="1500" y="2593"/>
                    <a:pt x="1782" y="2913"/>
                    <a:pt x="2037" y="3232"/>
                  </a:cubicBezTo>
                  <a:cubicBezTo>
                    <a:pt x="2053" y="3232"/>
                    <a:pt x="2053" y="3232"/>
                    <a:pt x="2069" y="3248"/>
                  </a:cubicBezTo>
                  <a:cubicBezTo>
                    <a:pt x="2105" y="3280"/>
                    <a:pt x="2138" y="3333"/>
                    <a:pt x="2206" y="3333"/>
                  </a:cubicBezTo>
                  <a:lnTo>
                    <a:pt x="2223" y="3333"/>
                  </a:lnTo>
                  <a:cubicBezTo>
                    <a:pt x="2223" y="3317"/>
                    <a:pt x="2206" y="3317"/>
                    <a:pt x="2206" y="3317"/>
                  </a:cubicBezTo>
                  <a:cubicBezTo>
                    <a:pt x="2154" y="3317"/>
                    <a:pt x="2122" y="3264"/>
                    <a:pt x="2085" y="3232"/>
                  </a:cubicBezTo>
                  <a:lnTo>
                    <a:pt x="2069" y="3216"/>
                  </a:lnTo>
                  <a:cubicBezTo>
                    <a:pt x="1802" y="2896"/>
                    <a:pt x="1532" y="2573"/>
                    <a:pt x="1261" y="2254"/>
                  </a:cubicBezTo>
                  <a:lnTo>
                    <a:pt x="1112" y="2089"/>
                  </a:lnTo>
                  <a:cubicBezTo>
                    <a:pt x="1043" y="1988"/>
                    <a:pt x="958" y="1903"/>
                    <a:pt x="873" y="1802"/>
                  </a:cubicBezTo>
                  <a:cubicBezTo>
                    <a:pt x="708" y="1584"/>
                    <a:pt x="522" y="1361"/>
                    <a:pt x="320" y="1159"/>
                  </a:cubicBezTo>
                  <a:cubicBezTo>
                    <a:pt x="118" y="941"/>
                    <a:pt x="33" y="755"/>
                    <a:pt x="65" y="521"/>
                  </a:cubicBezTo>
                  <a:lnTo>
                    <a:pt x="65" y="250"/>
                  </a:lnTo>
                  <a:lnTo>
                    <a:pt x="65" y="133"/>
                  </a:lnTo>
                  <a:lnTo>
                    <a:pt x="65" y="117"/>
                  </a:lnTo>
                  <a:cubicBezTo>
                    <a:pt x="65" y="85"/>
                    <a:pt x="65" y="48"/>
                    <a:pt x="86" y="32"/>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1792646" y="2567547"/>
              <a:ext cx="5364" cy="55423"/>
            </a:xfrm>
            <a:custGeom>
              <a:rect b="b" l="l" r="r" t="t"/>
              <a:pathLst>
                <a:path extrusionOk="0" h="558" w="54">
                  <a:moveTo>
                    <a:pt x="17" y="0"/>
                  </a:moveTo>
                  <a:cubicBezTo>
                    <a:pt x="1" y="101"/>
                    <a:pt x="1" y="186"/>
                    <a:pt x="17" y="287"/>
                  </a:cubicBezTo>
                  <a:cubicBezTo>
                    <a:pt x="17" y="372"/>
                    <a:pt x="17" y="457"/>
                    <a:pt x="1" y="538"/>
                  </a:cubicBezTo>
                  <a:lnTo>
                    <a:pt x="1" y="558"/>
                  </a:lnTo>
                  <a:lnTo>
                    <a:pt x="17" y="558"/>
                  </a:lnTo>
                  <a:cubicBezTo>
                    <a:pt x="53" y="457"/>
                    <a:pt x="33" y="372"/>
                    <a:pt x="33" y="287"/>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1734143" y="3258055"/>
              <a:ext cx="175805" cy="255663"/>
            </a:xfrm>
            <a:custGeom>
              <a:rect b="b" l="l" r="r" t="t"/>
              <a:pathLst>
                <a:path extrusionOk="0" h="2574" w="1770">
                  <a:moveTo>
                    <a:pt x="69" y="1"/>
                  </a:moveTo>
                  <a:cubicBezTo>
                    <a:pt x="36" y="33"/>
                    <a:pt x="36" y="85"/>
                    <a:pt x="36" y="118"/>
                  </a:cubicBezTo>
                  <a:lnTo>
                    <a:pt x="36" y="134"/>
                  </a:lnTo>
                  <a:lnTo>
                    <a:pt x="36" y="235"/>
                  </a:lnTo>
                  <a:lnTo>
                    <a:pt x="36" y="437"/>
                  </a:lnTo>
                  <a:cubicBezTo>
                    <a:pt x="0" y="655"/>
                    <a:pt x="69" y="825"/>
                    <a:pt x="255" y="994"/>
                  </a:cubicBezTo>
                  <a:cubicBezTo>
                    <a:pt x="505" y="1245"/>
                    <a:pt x="760" y="1499"/>
                    <a:pt x="994" y="1750"/>
                  </a:cubicBezTo>
                  <a:cubicBezTo>
                    <a:pt x="1095" y="1851"/>
                    <a:pt x="1196" y="1968"/>
                    <a:pt x="1297" y="2069"/>
                  </a:cubicBezTo>
                  <a:cubicBezTo>
                    <a:pt x="1349" y="2105"/>
                    <a:pt x="1382" y="2154"/>
                    <a:pt x="1414" y="2190"/>
                  </a:cubicBezTo>
                  <a:cubicBezTo>
                    <a:pt x="1499" y="2271"/>
                    <a:pt x="1584" y="2372"/>
                    <a:pt x="1668" y="2441"/>
                  </a:cubicBezTo>
                  <a:cubicBezTo>
                    <a:pt x="1701" y="2457"/>
                    <a:pt x="1701" y="2493"/>
                    <a:pt x="1717" y="2525"/>
                  </a:cubicBezTo>
                  <a:cubicBezTo>
                    <a:pt x="1717" y="2542"/>
                    <a:pt x="1717" y="2558"/>
                    <a:pt x="1733" y="2574"/>
                  </a:cubicBezTo>
                  <a:lnTo>
                    <a:pt x="1753" y="2574"/>
                  </a:lnTo>
                  <a:cubicBezTo>
                    <a:pt x="1769" y="2574"/>
                    <a:pt x="1769" y="2574"/>
                    <a:pt x="1753" y="2558"/>
                  </a:cubicBezTo>
                  <a:cubicBezTo>
                    <a:pt x="1753" y="2542"/>
                    <a:pt x="1753" y="2525"/>
                    <a:pt x="1733" y="2509"/>
                  </a:cubicBezTo>
                  <a:cubicBezTo>
                    <a:pt x="1733" y="2473"/>
                    <a:pt x="1717" y="2441"/>
                    <a:pt x="1685" y="2424"/>
                  </a:cubicBezTo>
                  <a:cubicBezTo>
                    <a:pt x="1600" y="2340"/>
                    <a:pt x="1515" y="2255"/>
                    <a:pt x="1450" y="2170"/>
                  </a:cubicBezTo>
                  <a:cubicBezTo>
                    <a:pt x="1398" y="2138"/>
                    <a:pt x="1366" y="2089"/>
                    <a:pt x="1329" y="2053"/>
                  </a:cubicBezTo>
                  <a:cubicBezTo>
                    <a:pt x="1212" y="1936"/>
                    <a:pt x="1111" y="1835"/>
                    <a:pt x="1010" y="1734"/>
                  </a:cubicBezTo>
                  <a:cubicBezTo>
                    <a:pt x="776" y="1483"/>
                    <a:pt x="521" y="1212"/>
                    <a:pt x="271" y="978"/>
                  </a:cubicBezTo>
                  <a:cubicBezTo>
                    <a:pt x="85" y="808"/>
                    <a:pt x="36" y="655"/>
                    <a:pt x="53" y="453"/>
                  </a:cubicBezTo>
                  <a:cubicBezTo>
                    <a:pt x="69" y="372"/>
                    <a:pt x="69" y="304"/>
                    <a:pt x="69" y="235"/>
                  </a:cubicBezTo>
                  <a:cubicBezTo>
                    <a:pt x="53" y="203"/>
                    <a:pt x="53" y="170"/>
                    <a:pt x="53" y="134"/>
                  </a:cubicBezTo>
                  <a:lnTo>
                    <a:pt x="53" y="118"/>
                  </a:lnTo>
                  <a:cubicBezTo>
                    <a:pt x="53" y="85"/>
                    <a:pt x="53"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852932" y="1365417"/>
              <a:ext cx="363232" cy="326283"/>
            </a:xfrm>
            <a:custGeom>
              <a:rect b="b" l="l" r="r" t="t"/>
              <a:pathLst>
                <a:path extrusionOk="0" h="3285" w="3657">
                  <a:moveTo>
                    <a:pt x="3604" y="0"/>
                  </a:moveTo>
                  <a:lnTo>
                    <a:pt x="3604" y="17"/>
                  </a:lnTo>
                  <a:cubicBezTo>
                    <a:pt x="3621" y="37"/>
                    <a:pt x="3621" y="69"/>
                    <a:pt x="3621" y="101"/>
                  </a:cubicBezTo>
                  <a:lnTo>
                    <a:pt x="3621" y="138"/>
                  </a:lnTo>
                  <a:lnTo>
                    <a:pt x="3621" y="542"/>
                  </a:lnTo>
                  <a:lnTo>
                    <a:pt x="3621" y="962"/>
                  </a:lnTo>
                  <a:cubicBezTo>
                    <a:pt x="3621" y="1047"/>
                    <a:pt x="3604" y="1095"/>
                    <a:pt x="3520" y="1148"/>
                  </a:cubicBezTo>
                  <a:cubicBezTo>
                    <a:pt x="3051" y="1414"/>
                    <a:pt x="2578" y="1701"/>
                    <a:pt x="2122" y="1972"/>
                  </a:cubicBezTo>
                  <a:cubicBezTo>
                    <a:pt x="1770" y="2190"/>
                    <a:pt x="1383" y="2408"/>
                    <a:pt x="1011" y="2626"/>
                  </a:cubicBezTo>
                  <a:lnTo>
                    <a:pt x="760" y="2780"/>
                  </a:lnTo>
                  <a:cubicBezTo>
                    <a:pt x="542" y="2913"/>
                    <a:pt x="304" y="3067"/>
                    <a:pt x="70" y="3168"/>
                  </a:cubicBezTo>
                  <a:cubicBezTo>
                    <a:pt x="37" y="3200"/>
                    <a:pt x="1" y="3232"/>
                    <a:pt x="1" y="3269"/>
                  </a:cubicBezTo>
                  <a:cubicBezTo>
                    <a:pt x="1" y="3285"/>
                    <a:pt x="1" y="3285"/>
                    <a:pt x="21" y="3285"/>
                  </a:cubicBezTo>
                  <a:cubicBezTo>
                    <a:pt x="37" y="3248"/>
                    <a:pt x="54" y="3216"/>
                    <a:pt x="86" y="3200"/>
                  </a:cubicBezTo>
                  <a:cubicBezTo>
                    <a:pt x="324" y="3083"/>
                    <a:pt x="558" y="2945"/>
                    <a:pt x="777" y="2812"/>
                  </a:cubicBezTo>
                  <a:cubicBezTo>
                    <a:pt x="861" y="2764"/>
                    <a:pt x="946" y="2695"/>
                    <a:pt x="1031" y="2642"/>
                  </a:cubicBezTo>
                  <a:cubicBezTo>
                    <a:pt x="1399" y="2440"/>
                    <a:pt x="1770" y="2206"/>
                    <a:pt x="2142" y="1988"/>
                  </a:cubicBezTo>
                  <a:cubicBezTo>
                    <a:pt x="2594" y="1717"/>
                    <a:pt x="3067" y="1451"/>
                    <a:pt x="3536" y="1164"/>
                  </a:cubicBezTo>
                  <a:cubicBezTo>
                    <a:pt x="3637" y="1111"/>
                    <a:pt x="3657" y="1063"/>
                    <a:pt x="3657" y="962"/>
                  </a:cubicBezTo>
                  <a:lnTo>
                    <a:pt x="3657" y="542"/>
                  </a:lnTo>
                  <a:lnTo>
                    <a:pt x="3657" y="138"/>
                  </a:lnTo>
                  <a:lnTo>
                    <a:pt x="3657" y="101"/>
                  </a:lnTo>
                  <a:cubicBezTo>
                    <a:pt x="3657" y="69"/>
                    <a:pt x="3657" y="37"/>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1523475" y="1786753"/>
              <a:ext cx="177394" cy="378031"/>
            </a:xfrm>
            <a:custGeom>
              <a:rect b="b" l="l" r="r" t="t"/>
              <a:pathLst>
                <a:path extrusionOk="0" h="3806" w="1786">
                  <a:moveTo>
                    <a:pt x="69" y="0"/>
                  </a:moveTo>
                  <a:cubicBezTo>
                    <a:pt x="53" y="0"/>
                    <a:pt x="53" y="16"/>
                    <a:pt x="53" y="16"/>
                  </a:cubicBezTo>
                  <a:cubicBezTo>
                    <a:pt x="0" y="202"/>
                    <a:pt x="16" y="339"/>
                    <a:pt x="117" y="473"/>
                  </a:cubicBezTo>
                  <a:cubicBezTo>
                    <a:pt x="271" y="691"/>
                    <a:pt x="420" y="925"/>
                    <a:pt x="558" y="1147"/>
                  </a:cubicBezTo>
                  <a:cubicBezTo>
                    <a:pt x="590" y="1212"/>
                    <a:pt x="622" y="1264"/>
                    <a:pt x="659" y="1313"/>
                  </a:cubicBezTo>
                  <a:cubicBezTo>
                    <a:pt x="776" y="1483"/>
                    <a:pt x="877" y="1668"/>
                    <a:pt x="994" y="1818"/>
                  </a:cubicBezTo>
                  <a:cubicBezTo>
                    <a:pt x="1026" y="1870"/>
                    <a:pt x="1063" y="1919"/>
                    <a:pt x="1095" y="1971"/>
                  </a:cubicBezTo>
                  <a:cubicBezTo>
                    <a:pt x="1196" y="2137"/>
                    <a:pt x="1297" y="2307"/>
                    <a:pt x="1414" y="2476"/>
                  </a:cubicBezTo>
                  <a:lnTo>
                    <a:pt x="1717" y="2929"/>
                  </a:lnTo>
                  <a:cubicBezTo>
                    <a:pt x="1733" y="2981"/>
                    <a:pt x="1753" y="3030"/>
                    <a:pt x="1753" y="3082"/>
                  </a:cubicBezTo>
                  <a:cubicBezTo>
                    <a:pt x="1770" y="3300"/>
                    <a:pt x="1770" y="3519"/>
                    <a:pt x="1770" y="3737"/>
                  </a:cubicBezTo>
                  <a:cubicBezTo>
                    <a:pt x="1770" y="3737"/>
                    <a:pt x="1753" y="3753"/>
                    <a:pt x="1753" y="3773"/>
                  </a:cubicBezTo>
                  <a:cubicBezTo>
                    <a:pt x="1733" y="3773"/>
                    <a:pt x="1733" y="3773"/>
                    <a:pt x="1733" y="3789"/>
                  </a:cubicBezTo>
                  <a:lnTo>
                    <a:pt x="1733" y="3805"/>
                  </a:lnTo>
                  <a:lnTo>
                    <a:pt x="1753" y="3805"/>
                  </a:lnTo>
                  <a:lnTo>
                    <a:pt x="1753" y="3789"/>
                  </a:lnTo>
                  <a:lnTo>
                    <a:pt x="1770" y="3773"/>
                  </a:lnTo>
                  <a:cubicBezTo>
                    <a:pt x="1786" y="3773"/>
                    <a:pt x="1786" y="3753"/>
                    <a:pt x="1786" y="3737"/>
                  </a:cubicBezTo>
                  <a:lnTo>
                    <a:pt x="1786" y="3082"/>
                  </a:lnTo>
                  <a:cubicBezTo>
                    <a:pt x="1786" y="3014"/>
                    <a:pt x="1770" y="2965"/>
                    <a:pt x="1733" y="2913"/>
                  </a:cubicBezTo>
                  <a:lnTo>
                    <a:pt x="1430" y="2460"/>
                  </a:lnTo>
                  <a:cubicBezTo>
                    <a:pt x="1329" y="2291"/>
                    <a:pt x="1212" y="2121"/>
                    <a:pt x="1111" y="1955"/>
                  </a:cubicBezTo>
                  <a:cubicBezTo>
                    <a:pt x="1079" y="1903"/>
                    <a:pt x="1047" y="1854"/>
                    <a:pt x="1010" y="1818"/>
                  </a:cubicBezTo>
                  <a:cubicBezTo>
                    <a:pt x="909" y="1652"/>
                    <a:pt x="792" y="1483"/>
                    <a:pt x="691" y="1313"/>
                  </a:cubicBezTo>
                  <a:cubicBezTo>
                    <a:pt x="659" y="1248"/>
                    <a:pt x="606" y="1196"/>
                    <a:pt x="574" y="1147"/>
                  </a:cubicBezTo>
                  <a:cubicBezTo>
                    <a:pt x="441" y="909"/>
                    <a:pt x="303" y="675"/>
                    <a:pt x="138" y="457"/>
                  </a:cubicBezTo>
                  <a:cubicBezTo>
                    <a:pt x="37" y="303"/>
                    <a:pt x="37" y="170"/>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1792646" y="2244940"/>
              <a:ext cx="5364" cy="65058"/>
            </a:xfrm>
            <a:custGeom>
              <a:rect b="b" l="l" r="r" t="t"/>
              <a:pathLst>
                <a:path extrusionOk="0" h="655" w="54">
                  <a:moveTo>
                    <a:pt x="33" y="0"/>
                  </a:moveTo>
                  <a:cubicBezTo>
                    <a:pt x="33" y="0"/>
                    <a:pt x="17" y="0"/>
                    <a:pt x="17" y="17"/>
                  </a:cubicBezTo>
                  <a:cubicBezTo>
                    <a:pt x="1" y="118"/>
                    <a:pt x="1" y="219"/>
                    <a:pt x="17" y="303"/>
                  </a:cubicBezTo>
                  <a:lnTo>
                    <a:pt x="17" y="505"/>
                  </a:lnTo>
                  <a:cubicBezTo>
                    <a:pt x="1" y="521"/>
                    <a:pt x="17" y="521"/>
                    <a:pt x="17" y="538"/>
                  </a:cubicBezTo>
                  <a:cubicBezTo>
                    <a:pt x="17" y="574"/>
                    <a:pt x="17" y="606"/>
                    <a:pt x="1" y="622"/>
                  </a:cubicBezTo>
                  <a:lnTo>
                    <a:pt x="1" y="639"/>
                  </a:lnTo>
                  <a:lnTo>
                    <a:pt x="17" y="655"/>
                  </a:lnTo>
                  <a:lnTo>
                    <a:pt x="17" y="639"/>
                  </a:lnTo>
                  <a:cubicBezTo>
                    <a:pt x="53" y="606"/>
                    <a:pt x="33" y="574"/>
                    <a:pt x="33" y="538"/>
                  </a:cubicBezTo>
                  <a:lnTo>
                    <a:pt x="33" y="505"/>
                  </a:lnTo>
                  <a:lnTo>
                    <a:pt x="33" y="303"/>
                  </a:lnTo>
                  <a:cubicBezTo>
                    <a:pt x="33" y="219"/>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1133823" y="2833540"/>
              <a:ext cx="6953" cy="93564"/>
            </a:xfrm>
            <a:custGeom>
              <a:rect b="b" l="l" r="r" t="t"/>
              <a:pathLst>
                <a:path extrusionOk="0" h="942" w="70">
                  <a:moveTo>
                    <a:pt x="21" y="1"/>
                  </a:moveTo>
                  <a:cubicBezTo>
                    <a:pt x="21" y="17"/>
                    <a:pt x="1" y="17"/>
                    <a:pt x="1" y="17"/>
                  </a:cubicBezTo>
                  <a:cubicBezTo>
                    <a:pt x="37" y="182"/>
                    <a:pt x="21" y="336"/>
                    <a:pt x="21" y="485"/>
                  </a:cubicBezTo>
                  <a:lnTo>
                    <a:pt x="21" y="772"/>
                  </a:lnTo>
                  <a:lnTo>
                    <a:pt x="21" y="809"/>
                  </a:lnTo>
                  <a:cubicBezTo>
                    <a:pt x="21" y="857"/>
                    <a:pt x="21" y="889"/>
                    <a:pt x="53" y="942"/>
                  </a:cubicBezTo>
                  <a:lnTo>
                    <a:pt x="69" y="942"/>
                  </a:lnTo>
                  <a:lnTo>
                    <a:pt x="69" y="910"/>
                  </a:lnTo>
                  <a:cubicBezTo>
                    <a:pt x="53" y="889"/>
                    <a:pt x="53" y="857"/>
                    <a:pt x="53" y="809"/>
                  </a:cubicBezTo>
                  <a:lnTo>
                    <a:pt x="53" y="772"/>
                  </a:lnTo>
                  <a:lnTo>
                    <a:pt x="53" y="485"/>
                  </a:lnTo>
                  <a:cubicBezTo>
                    <a:pt x="53" y="336"/>
                    <a:pt x="53" y="166"/>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1140676" y="1460868"/>
              <a:ext cx="5264" cy="53536"/>
            </a:xfrm>
            <a:custGeom>
              <a:rect b="b" l="l" r="r" t="t"/>
              <a:pathLst>
                <a:path extrusionOk="0" h="539" w="53">
                  <a:moveTo>
                    <a:pt x="17" y="1"/>
                  </a:moveTo>
                  <a:lnTo>
                    <a:pt x="0" y="17"/>
                  </a:lnTo>
                  <a:cubicBezTo>
                    <a:pt x="17" y="86"/>
                    <a:pt x="17" y="166"/>
                    <a:pt x="0" y="235"/>
                  </a:cubicBezTo>
                  <a:cubicBezTo>
                    <a:pt x="0" y="336"/>
                    <a:pt x="0" y="437"/>
                    <a:pt x="17" y="538"/>
                  </a:cubicBezTo>
                  <a:lnTo>
                    <a:pt x="33" y="538"/>
                  </a:lnTo>
                  <a:cubicBezTo>
                    <a:pt x="53" y="538"/>
                    <a:pt x="53" y="538"/>
                    <a:pt x="53" y="522"/>
                  </a:cubicBezTo>
                  <a:cubicBezTo>
                    <a:pt x="17" y="437"/>
                    <a:pt x="33" y="336"/>
                    <a:pt x="33" y="235"/>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574127" y="3373172"/>
              <a:ext cx="4867" cy="68733"/>
            </a:xfrm>
            <a:custGeom>
              <a:rect b="b" l="l" r="r" t="t"/>
              <a:pathLst>
                <a:path extrusionOk="0" h="692" w="49">
                  <a:moveTo>
                    <a:pt x="17" y="1"/>
                  </a:moveTo>
                  <a:cubicBezTo>
                    <a:pt x="0" y="1"/>
                    <a:pt x="0" y="21"/>
                    <a:pt x="0" y="21"/>
                  </a:cubicBezTo>
                  <a:cubicBezTo>
                    <a:pt x="17" y="154"/>
                    <a:pt x="17" y="304"/>
                    <a:pt x="17" y="441"/>
                  </a:cubicBezTo>
                  <a:lnTo>
                    <a:pt x="17" y="676"/>
                  </a:lnTo>
                  <a:cubicBezTo>
                    <a:pt x="17" y="692"/>
                    <a:pt x="17" y="692"/>
                    <a:pt x="33" y="692"/>
                  </a:cubicBezTo>
                  <a:lnTo>
                    <a:pt x="33" y="676"/>
                  </a:lnTo>
                  <a:lnTo>
                    <a:pt x="33" y="441"/>
                  </a:lnTo>
                  <a:cubicBezTo>
                    <a:pt x="33" y="288"/>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1379851" y="2744842"/>
              <a:ext cx="6853" cy="85221"/>
            </a:xfrm>
            <a:custGeom>
              <a:rect b="b" l="l" r="r" t="t"/>
              <a:pathLst>
                <a:path extrusionOk="0" h="858" w="69">
                  <a:moveTo>
                    <a:pt x="0" y="1"/>
                  </a:moveTo>
                  <a:lnTo>
                    <a:pt x="0" y="187"/>
                  </a:lnTo>
                  <a:lnTo>
                    <a:pt x="0" y="671"/>
                  </a:lnTo>
                  <a:cubicBezTo>
                    <a:pt x="0" y="740"/>
                    <a:pt x="16" y="793"/>
                    <a:pt x="32" y="841"/>
                  </a:cubicBezTo>
                  <a:lnTo>
                    <a:pt x="49" y="857"/>
                  </a:lnTo>
                  <a:cubicBezTo>
                    <a:pt x="49" y="857"/>
                    <a:pt x="69" y="841"/>
                    <a:pt x="49" y="841"/>
                  </a:cubicBezTo>
                  <a:cubicBezTo>
                    <a:pt x="32" y="793"/>
                    <a:pt x="32" y="740"/>
                    <a:pt x="32" y="671"/>
                  </a:cubicBezTo>
                  <a:lnTo>
                    <a:pt x="32" y="187"/>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1841216" y="3672538"/>
              <a:ext cx="4966" cy="61879"/>
            </a:xfrm>
            <a:custGeom>
              <a:rect b="b" l="l" r="r" t="t"/>
              <a:pathLst>
                <a:path extrusionOk="0" h="623" w="50">
                  <a:moveTo>
                    <a:pt x="33" y="1"/>
                  </a:moveTo>
                  <a:cubicBezTo>
                    <a:pt x="33" y="1"/>
                    <a:pt x="17" y="1"/>
                    <a:pt x="17" y="17"/>
                  </a:cubicBezTo>
                  <a:cubicBezTo>
                    <a:pt x="1" y="138"/>
                    <a:pt x="1" y="271"/>
                    <a:pt x="1" y="388"/>
                  </a:cubicBezTo>
                  <a:cubicBezTo>
                    <a:pt x="17" y="457"/>
                    <a:pt x="17" y="542"/>
                    <a:pt x="1" y="606"/>
                  </a:cubicBezTo>
                  <a:cubicBezTo>
                    <a:pt x="1" y="623"/>
                    <a:pt x="17" y="623"/>
                    <a:pt x="17" y="623"/>
                  </a:cubicBezTo>
                  <a:cubicBezTo>
                    <a:pt x="33" y="623"/>
                    <a:pt x="33" y="623"/>
                    <a:pt x="33" y="606"/>
                  </a:cubicBezTo>
                  <a:lnTo>
                    <a:pt x="33" y="388"/>
                  </a:lnTo>
                  <a:cubicBezTo>
                    <a:pt x="33" y="271"/>
                    <a:pt x="33" y="13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1944712" y="3348341"/>
              <a:ext cx="6953" cy="57112"/>
            </a:xfrm>
            <a:custGeom>
              <a:rect b="b" l="l" r="r" t="t"/>
              <a:pathLst>
                <a:path extrusionOk="0" h="575" w="70">
                  <a:moveTo>
                    <a:pt x="37" y="0"/>
                  </a:moveTo>
                  <a:cubicBezTo>
                    <a:pt x="17" y="101"/>
                    <a:pt x="17" y="186"/>
                    <a:pt x="17" y="287"/>
                  </a:cubicBezTo>
                  <a:cubicBezTo>
                    <a:pt x="17" y="372"/>
                    <a:pt x="17" y="453"/>
                    <a:pt x="1" y="554"/>
                  </a:cubicBezTo>
                  <a:lnTo>
                    <a:pt x="17" y="574"/>
                  </a:lnTo>
                  <a:lnTo>
                    <a:pt x="37" y="554"/>
                  </a:lnTo>
                  <a:cubicBezTo>
                    <a:pt x="53" y="473"/>
                    <a:pt x="53" y="372"/>
                    <a:pt x="53" y="287"/>
                  </a:cubicBezTo>
                  <a:cubicBezTo>
                    <a:pt x="37" y="186"/>
                    <a:pt x="37" y="101"/>
                    <a:pt x="53" y="17"/>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851343" y="2438723"/>
              <a:ext cx="356477" cy="264502"/>
            </a:xfrm>
            <a:custGeom>
              <a:rect b="b" l="l" r="r" t="t"/>
              <a:pathLst>
                <a:path extrusionOk="0" h="2663" w="3589">
                  <a:moveTo>
                    <a:pt x="3572" y="1"/>
                  </a:moveTo>
                  <a:cubicBezTo>
                    <a:pt x="3386" y="53"/>
                    <a:pt x="3200" y="154"/>
                    <a:pt x="3031" y="219"/>
                  </a:cubicBezTo>
                  <a:cubicBezTo>
                    <a:pt x="2946" y="271"/>
                    <a:pt x="2881" y="304"/>
                    <a:pt x="2796" y="340"/>
                  </a:cubicBezTo>
                  <a:cubicBezTo>
                    <a:pt x="2324" y="542"/>
                    <a:pt x="1835" y="776"/>
                    <a:pt x="1382" y="978"/>
                  </a:cubicBezTo>
                  <a:cubicBezTo>
                    <a:pt x="1229" y="1047"/>
                    <a:pt x="1079" y="1111"/>
                    <a:pt x="926" y="1180"/>
                  </a:cubicBezTo>
                  <a:cubicBezTo>
                    <a:pt x="623" y="1330"/>
                    <a:pt x="340" y="1451"/>
                    <a:pt x="86" y="1584"/>
                  </a:cubicBezTo>
                  <a:lnTo>
                    <a:pt x="70" y="1584"/>
                  </a:lnTo>
                  <a:cubicBezTo>
                    <a:pt x="37" y="1600"/>
                    <a:pt x="1" y="1616"/>
                    <a:pt x="1" y="1669"/>
                  </a:cubicBezTo>
                  <a:lnTo>
                    <a:pt x="1" y="2259"/>
                  </a:lnTo>
                  <a:lnTo>
                    <a:pt x="1" y="2594"/>
                  </a:lnTo>
                  <a:cubicBezTo>
                    <a:pt x="1" y="2610"/>
                    <a:pt x="17" y="2626"/>
                    <a:pt x="17" y="2626"/>
                  </a:cubicBezTo>
                  <a:lnTo>
                    <a:pt x="37" y="2642"/>
                  </a:lnTo>
                  <a:lnTo>
                    <a:pt x="37" y="2663"/>
                  </a:lnTo>
                  <a:lnTo>
                    <a:pt x="53" y="2663"/>
                  </a:lnTo>
                  <a:lnTo>
                    <a:pt x="53" y="2642"/>
                  </a:lnTo>
                  <a:lnTo>
                    <a:pt x="53" y="2626"/>
                  </a:lnTo>
                  <a:cubicBezTo>
                    <a:pt x="37" y="2610"/>
                    <a:pt x="37" y="2594"/>
                    <a:pt x="37" y="2594"/>
                  </a:cubicBezTo>
                  <a:lnTo>
                    <a:pt x="37" y="2259"/>
                  </a:lnTo>
                  <a:lnTo>
                    <a:pt x="37" y="1669"/>
                  </a:lnTo>
                  <a:cubicBezTo>
                    <a:pt x="17" y="1633"/>
                    <a:pt x="53" y="1616"/>
                    <a:pt x="70" y="1616"/>
                  </a:cubicBezTo>
                  <a:lnTo>
                    <a:pt x="86" y="1600"/>
                  </a:lnTo>
                  <a:cubicBezTo>
                    <a:pt x="356" y="1483"/>
                    <a:pt x="643" y="1350"/>
                    <a:pt x="946" y="1212"/>
                  </a:cubicBezTo>
                  <a:cubicBezTo>
                    <a:pt x="1096" y="1148"/>
                    <a:pt x="1249" y="1079"/>
                    <a:pt x="1382" y="1010"/>
                  </a:cubicBezTo>
                  <a:cubicBezTo>
                    <a:pt x="1855" y="792"/>
                    <a:pt x="2324" y="574"/>
                    <a:pt x="2812" y="356"/>
                  </a:cubicBezTo>
                  <a:cubicBezTo>
                    <a:pt x="2881" y="320"/>
                    <a:pt x="2966" y="287"/>
                    <a:pt x="3031" y="255"/>
                  </a:cubicBezTo>
                  <a:cubicBezTo>
                    <a:pt x="3216" y="170"/>
                    <a:pt x="3386" y="85"/>
                    <a:pt x="3572" y="17"/>
                  </a:cubicBezTo>
                  <a:cubicBezTo>
                    <a:pt x="3588" y="17"/>
                    <a:pt x="3588" y="17"/>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852932" y="1525926"/>
              <a:ext cx="361245" cy="341181"/>
            </a:xfrm>
            <a:custGeom>
              <a:rect b="b" l="l" r="r" t="t"/>
              <a:pathLst>
                <a:path extrusionOk="0" h="3435" w="3637">
                  <a:moveTo>
                    <a:pt x="3604" y="0"/>
                  </a:moveTo>
                  <a:cubicBezTo>
                    <a:pt x="3588" y="69"/>
                    <a:pt x="3536" y="85"/>
                    <a:pt x="3471" y="117"/>
                  </a:cubicBezTo>
                  <a:cubicBezTo>
                    <a:pt x="3455" y="117"/>
                    <a:pt x="3435" y="138"/>
                    <a:pt x="3402" y="138"/>
                  </a:cubicBezTo>
                  <a:cubicBezTo>
                    <a:pt x="3152" y="303"/>
                    <a:pt x="2865" y="457"/>
                    <a:pt x="2594" y="590"/>
                  </a:cubicBezTo>
                  <a:cubicBezTo>
                    <a:pt x="2409" y="691"/>
                    <a:pt x="2223" y="792"/>
                    <a:pt x="2041" y="909"/>
                  </a:cubicBezTo>
                  <a:cubicBezTo>
                    <a:pt x="1787" y="1047"/>
                    <a:pt x="1516" y="1196"/>
                    <a:pt x="1282" y="1350"/>
                  </a:cubicBezTo>
                  <a:cubicBezTo>
                    <a:pt x="1096" y="1451"/>
                    <a:pt x="930" y="1552"/>
                    <a:pt x="744" y="1653"/>
                  </a:cubicBezTo>
                  <a:cubicBezTo>
                    <a:pt x="591" y="1733"/>
                    <a:pt x="389" y="1854"/>
                    <a:pt x="187" y="1955"/>
                  </a:cubicBezTo>
                  <a:cubicBezTo>
                    <a:pt x="54" y="2020"/>
                    <a:pt x="1" y="2105"/>
                    <a:pt x="21" y="2238"/>
                  </a:cubicBezTo>
                  <a:lnTo>
                    <a:pt x="21" y="2711"/>
                  </a:lnTo>
                  <a:cubicBezTo>
                    <a:pt x="21" y="2929"/>
                    <a:pt x="1" y="3131"/>
                    <a:pt x="37" y="3349"/>
                  </a:cubicBezTo>
                  <a:cubicBezTo>
                    <a:pt x="37" y="3369"/>
                    <a:pt x="21" y="3369"/>
                    <a:pt x="21" y="3386"/>
                  </a:cubicBezTo>
                  <a:cubicBezTo>
                    <a:pt x="21" y="3402"/>
                    <a:pt x="1" y="3402"/>
                    <a:pt x="1" y="3418"/>
                  </a:cubicBezTo>
                  <a:lnTo>
                    <a:pt x="1" y="3434"/>
                  </a:lnTo>
                  <a:lnTo>
                    <a:pt x="21" y="3434"/>
                  </a:lnTo>
                  <a:lnTo>
                    <a:pt x="21" y="3418"/>
                  </a:lnTo>
                  <a:cubicBezTo>
                    <a:pt x="37" y="3418"/>
                    <a:pt x="37" y="3402"/>
                    <a:pt x="37" y="3402"/>
                  </a:cubicBezTo>
                  <a:cubicBezTo>
                    <a:pt x="54" y="3386"/>
                    <a:pt x="70" y="3369"/>
                    <a:pt x="54" y="3349"/>
                  </a:cubicBezTo>
                  <a:cubicBezTo>
                    <a:pt x="37" y="3131"/>
                    <a:pt x="37" y="2929"/>
                    <a:pt x="37" y="2711"/>
                  </a:cubicBezTo>
                  <a:cubicBezTo>
                    <a:pt x="37" y="2561"/>
                    <a:pt x="54" y="2392"/>
                    <a:pt x="37" y="2238"/>
                  </a:cubicBezTo>
                  <a:cubicBezTo>
                    <a:pt x="37" y="2121"/>
                    <a:pt x="70" y="2036"/>
                    <a:pt x="187" y="1988"/>
                  </a:cubicBezTo>
                  <a:cubicBezTo>
                    <a:pt x="405" y="1871"/>
                    <a:pt x="591" y="1770"/>
                    <a:pt x="760" y="1669"/>
                  </a:cubicBezTo>
                  <a:cubicBezTo>
                    <a:pt x="946" y="1568"/>
                    <a:pt x="1112" y="1467"/>
                    <a:pt x="1282" y="1366"/>
                  </a:cubicBezTo>
                  <a:cubicBezTo>
                    <a:pt x="1536" y="1228"/>
                    <a:pt x="1787" y="1079"/>
                    <a:pt x="2057" y="925"/>
                  </a:cubicBezTo>
                  <a:cubicBezTo>
                    <a:pt x="2243" y="824"/>
                    <a:pt x="2425" y="723"/>
                    <a:pt x="2611" y="622"/>
                  </a:cubicBezTo>
                  <a:cubicBezTo>
                    <a:pt x="2881" y="473"/>
                    <a:pt x="3152" y="319"/>
                    <a:pt x="3419" y="170"/>
                  </a:cubicBezTo>
                  <a:cubicBezTo>
                    <a:pt x="3435" y="154"/>
                    <a:pt x="3471" y="154"/>
                    <a:pt x="3487" y="138"/>
                  </a:cubicBezTo>
                  <a:cubicBezTo>
                    <a:pt x="3536" y="117"/>
                    <a:pt x="3604" y="85"/>
                    <a:pt x="3637" y="16"/>
                  </a:cubicBezTo>
                  <a:cubicBezTo>
                    <a:pt x="3637" y="0"/>
                    <a:pt x="3637" y="0"/>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794827" y="1795097"/>
              <a:ext cx="4867" cy="93663"/>
            </a:xfrm>
            <a:custGeom>
              <a:rect b="b" l="l" r="r" t="t"/>
              <a:pathLst>
                <a:path extrusionOk="0" h="943" w="49">
                  <a:moveTo>
                    <a:pt x="0" y="1"/>
                  </a:moveTo>
                  <a:lnTo>
                    <a:pt x="0" y="17"/>
                  </a:lnTo>
                  <a:cubicBezTo>
                    <a:pt x="16" y="134"/>
                    <a:pt x="16" y="255"/>
                    <a:pt x="0" y="373"/>
                  </a:cubicBezTo>
                  <a:lnTo>
                    <a:pt x="0" y="591"/>
                  </a:lnTo>
                  <a:cubicBezTo>
                    <a:pt x="16" y="623"/>
                    <a:pt x="0" y="659"/>
                    <a:pt x="0" y="708"/>
                  </a:cubicBezTo>
                  <a:cubicBezTo>
                    <a:pt x="0" y="777"/>
                    <a:pt x="0" y="861"/>
                    <a:pt x="16" y="926"/>
                  </a:cubicBezTo>
                  <a:lnTo>
                    <a:pt x="33" y="942"/>
                  </a:lnTo>
                  <a:lnTo>
                    <a:pt x="49" y="926"/>
                  </a:lnTo>
                  <a:cubicBezTo>
                    <a:pt x="33" y="841"/>
                    <a:pt x="33" y="777"/>
                    <a:pt x="33" y="708"/>
                  </a:cubicBezTo>
                  <a:lnTo>
                    <a:pt x="33" y="591"/>
                  </a:lnTo>
                  <a:lnTo>
                    <a:pt x="33" y="373"/>
                  </a:lnTo>
                  <a:cubicBezTo>
                    <a:pt x="33" y="255"/>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1202457" y="3670253"/>
              <a:ext cx="3675" cy="64164"/>
            </a:xfrm>
            <a:custGeom>
              <a:rect b="b" l="l" r="r" t="t"/>
              <a:pathLst>
                <a:path extrusionOk="0" h="646" w="37">
                  <a:moveTo>
                    <a:pt x="12" y="0"/>
                  </a:moveTo>
                  <a:cubicBezTo>
                    <a:pt x="10" y="0"/>
                    <a:pt x="6" y="2"/>
                    <a:pt x="1" y="7"/>
                  </a:cubicBezTo>
                  <a:cubicBezTo>
                    <a:pt x="17" y="141"/>
                    <a:pt x="17" y="278"/>
                    <a:pt x="1" y="395"/>
                  </a:cubicBezTo>
                  <a:lnTo>
                    <a:pt x="1" y="629"/>
                  </a:lnTo>
                  <a:cubicBezTo>
                    <a:pt x="1" y="646"/>
                    <a:pt x="17" y="646"/>
                    <a:pt x="17" y="646"/>
                  </a:cubicBezTo>
                  <a:cubicBezTo>
                    <a:pt x="37" y="646"/>
                    <a:pt x="37" y="646"/>
                    <a:pt x="37" y="629"/>
                  </a:cubicBezTo>
                  <a:lnTo>
                    <a:pt x="37" y="395"/>
                  </a:lnTo>
                  <a:cubicBezTo>
                    <a:pt x="37" y="278"/>
                    <a:pt x="37" y="141"/>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574127" y="2452330"/>
              <a:ext cx="4867" cy="51947"/>
            </a:xfrm>
            <a:custGeom>
              <a:rect b="b" l="l" r="r" t="t"/>
              <a:pathLst>
                <a:path extrusionOk="0" h="523" w="49">
                  <a:moveTo>
                    <a:pt x="17" y="1"/>
                  </a:moveTo>
                  <a:lnTo>
                    <a:pt x="17" y="17"/>
                  </a:lnTo>
                  <a:lnTo>
                    <a:pt x="17" y="183"/>
                  </a:lnTo>
                  <a:cubicBezTo>
                    <a:pt x="17" y="304"/>
                    <a:pt x="0" y="405"/>
                    <a:pt x="33" y="506"/>
                  </a:cubicBezTo>
                  <a:lnTo>
                    <a:pt x="33" y="522"/>
                  </a:lnTo>
                  <a:cubicBezTo>
                    <a:pt x="49" y="522"/>
                    <a:pt x="49" y="506"/>
                    <a:pt x="49" y="506"/>
                  </a:cubicBezTo>
                  <a:cubicBezTo>
                    <a:pt x="33" y="405"/>
                    <a:pt x="33" y="304"/>
                    <a:pt x="33" y="183"/>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1137498" y="2153064"/>
              <a:ext cx="4867" cy="86711"/>
            </a:xfrm>
            <a:custGeom>
              <a:rect b="b" l="l" r="r" t="t"/>
              <a:pathLst>
                <a:path extrusionOk="0" h="873" w="49">
                  <a:moveTo>
                    <a:pt x="16" y="0"/>
                  </a:moveTo>
                  <a:lnTo>
                    <a:pt x="0" y="16"/>
                  </a:lnTo>
                  <a:cubicBezTo>
                    <a:pt x="16" y="202"/>
                    <a:pt x="16" y="368"/>
                    <a:pt x="16" y="538"/>
                  </a:cubicBezTo>
                  <a:lnTo>
                    <a:pt x="16" y="857"/>
                  </a:lnTo>
                  <a:cubicBezTo>
                    <a:pt x="16" y="857"/>
                    <a:pt x="16" y="873"/>
                    <a:pt x="32" y="873"/>
                  </a:cubicBezTo>
                  <a:lnTo>
                    <a:pt x="32" y="857"/>
                  </a:lnTo>
                  <a:lnTo>
                    <a:pt x="32" y="538"/>
                  </a:lnTo>
                  <a:cubicBezTo>
                    <a:pt x="49" y="368"/>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1383029" y="2226465"/>
              <a:ext cx="3675" cy="68733"/>
            </a:xfrm>
            <a:custGeom>
              <a:rect b="b" l="l" r="r" t="t"/>
              <a:pathLst>
                <a:path extrusionOk="0" h="692" w="37">
                  <a:moveTo>
                    <a:pt x="17" y="1"/>
                  </a:moveTo>
                  <a:cubicBezTo>
                    <a:pt x="0" y="1"/>
                    <a:pt x="0" y="1"/>
                    <a:pt x="0" y="17"/>
                  </a:cubicBezTo>
                  <a:lnTo>
                    <a:pt x="0" y="255"/>
                  </a:lnTo>
                  <a:cubicBezTo>
                    <a:pt x="0" y="388"/>
                    <a:pt x="0" y="538"/>
                    <a:pt x="17" y="675"/>
                  </a:cubicBezTo>
                  <a:cubicBezTo>
                    <a:pt x="17" y="675"/>
                    <a:pt x="17" y="691"/>
                    <a:pt x="37" y="691"/>
                  </a:cubicBezTo>
                  <a:lnTo>
                    <a:pt x="37" y="675"/>
                  </a:lnTo>
                  <a:cubicBezTo>
                    <a:pt x="17" y="538"/>
                    <a:pt x="17" y="388"/>
                    <a:pt x="37" y="255"/>
                  </a:cubicBezTo>
                  <a:lnTo>
                    <a:pt x="37" y="17"/>
                  </a:ln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1520197" y="1957195"/>
              <a:ext cx="204014" cy="429879"/>
            </a:xfrm>
            <a:custGeom>
              <a:rect b="b" l="l" r="r" t="t"/>
              <a:pathLst>
                <a:path extrusionOk="0" h="4328" w="2054">
                  <a:moveTo>
                    <a:pt x="17" y="1"/>
                  </a:moveTo>
                  <a:lnTo>
                    <a:pt x="1" y="17"/>
                  </a:lnTo>
                  <a:lnTo>
                    <a:pt x="1" y="37"/>
                  </a:lnTo>
                  <a:cubicBezTo>
                    <a:pt x="70" y="86"/>
                    <a:pt x="86" y="154"/>
                    <a:pt x="70" y="239"/>
                  </a:cubicBezTo>
                  <a:cubicBezTo>
                    <a:pt x="49" y="272"/>
                    <a:pt x="49" y="304"/>
                    <a:pt x="49" y="340"/>
                  </a:cubicBezTo>
                  <a:cubicBezTo>
                    <a:pt x="70" y="506"/>
                    <a:pt x="49" y="676"/>
                    <a:pt x="49" y="845"/>
                  </a:cubicBezTo>
                  <a:cubicBezTo>
                    <a:pt x="33" y="979"/>
                    <a:pt x="33" y="1112"/>
                    <a:pt x="33" y="1249"/>
                  </a:cubicBezTo>
                  <a:cubicBezTo>
                    <a:pt x="33" y="1314"/>
                    <a:pt x="49" y="1382"/>
                    <a:pt x="102" y="1451"/>
                  </a:cubicBezTo>
                  <a:lnTo>
                    <a:pt x="118" y="1467"/>
                  </a:lnTo>
                  <a:cubicBezTo>
                    <a:pt x="474" y="1972"/>
                    <a:pt x="825" y="2493"/>
                    <a:pt x="1197" y="3015"/>
                  </a:cubicBezTo>
                  <a:cubicBezTo>
                    <a:pt x="1298" y="3168"/>
                    <a:pt x="1383" y="3318"/>
                    <a:pt x="1484" y="3451"/>
                  </a:cubicBezTo>
                  <a:cubicBezTo>
                    <a:pt x="1585" y="3604"/>
                    <a:pt x="1686" y="3774"/>
                    <a:pt x="1803" y="3923"/>
                  </a:cubicBezTo>
                  <a:cubicBezTo>
                    <a:pt x="1819" y="3956"/>
                    <a:pt x="1851" y="3976"/>
                    <a:pt x="1867" y="4008"/>
                  </a:cubicBezTo>
                  <a:cubicBezTo>
                    <a:pt x="1936" y="4109"/>
                    <a:pt x="2021" y="4194"/>
                    <a:pt x="2021" y="4311"/>
                  </a:cubicBezTo>
                  <a:cubicBezTo>
                    <a:pt x="2021" y="4327"/>
                    <a:pt x="2037" y="4327"/>
                    <a:pt x="2037" y="4327"/>
                  </a:cubicBezTo>
                  <a:cubicBezTo>
                    <a:pt x="2053" y="4327"/>
                    <a:pt x="2053" y="4327"/>
                    <a:pt x="2053" y="4311"/>
                  </a:cubicBezTo>
                  <a:cubicBezTo>
                    <a:pt x="2037" y="4178"/>
                    <a:pt x="1968" y="4093"/>
                    <a:pt x="1887" y="3992"/>
                  </a:cubicBezTo>
                  <a:cubicBezTo>
                    <a:pt x="1867" y="3956"/>
                    <a:pt x="1835" y="3940"/>
                    <a:pt x="1819" y="3907"/>
                  </a:cubicBezTo>
                  <a:cubicBezTo>
                    <a:pt x="1718" y="3754"/>
                    <a:pt x="1617" y="3588"/>
                    <a:pt x="1516" y="3435"/>
                  </a:cubicBezTo>
                  <a:cubicBezTo>
                    <a:pt x="1415" y="3301"/>
                    <a:pt x="1314" y="3148"/>
                    <a:pt x="1213" y="2998"/>
                  </a:cubicBezTo>
                  <a:cubicBezTo>
                    <a:pt x="857" y="2477"/>
                    <a:pt x="490" y="1956"/>
                    <a:pt x="134" y="1451"/>
                  </a:cubicBezTo>
                  <a:lnTo>
                    <a:pt x="118" y="1431"/>
                  </a:lnTo>
                  <a:cubicBezTo>
                    <a:pt x="86" y="1382"/>
                    <a:pt x="70" y="1330"/>
                    <a:pt x="70" y="1249"/>
                  </a:cubicBezTo>
                  <a:cubicBezTo>
                    <a:pt x="49" y="1112"/>
                    <a:pt x="70" y="979"/>
                    <a:pt x="70" y="845"/>
                  </a:cubicBezTo>
                  <a:cubicBezTo>
                    <a:pt x="86" y="676"/>
                    <a:pt x="102" y="506"/>
                    <a:pt x="86" y="320"/>
                  </a:cubicBezTo>
                  <a:lnTo>
                    <a:pt x="86" y="255"/>
                  </a:lnTo>
                  <a:cubicBezTo>
                    <a:pt x="118" y="154"/>
                    <a:pt x="102"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1246160" y="3435449"/>
              <a:ext cx="168654" cy="148491"/>
            </a:xfrm>
            <a:custGeom>
              <a:rect b="b" l="l" r="r" t="t"/>
              <a:pathLst>
                <a:path extrusionOk="0" h="1495" w="1698">
                  <a:moveTo>
                    <a:pt x="1698" y="0"/>
                  </a:moveTo>
                  <a:cubicBezTo>
                    <a:pt x="1681" y="0"/>
                    <a:pt x="1681" y="0"/>
                    <a:pt x="1681" y="16"/>
                  </a:cubicBezTo>
                  <a:cubicBezTo>
                    <a:pt x="1649" y="117"/>
                    <a:pt x="1665" y="218"/>
                    <a:pt x="1665" y="319"/>
                  </a:cubicBezTo>
                  <a:lnTo>
                    <a:pt x="1665" y="485"/>
                  </a:lnTo>
                  <a:lnTo>
                    <a:pt x="1665" y="788"/>
                  </a:lnTo>
                  <a:cubicBezTo>
                    <a:pt x="1665" y="909"/>
                    <a:pt x="1649" y="974"/>
                    <a:pt x="1516" y="1010"/>
                  </a:cubicBezTo>
                  <a:cubicBezTo>
                    <a:pt x="1245" y="1075"/>
                    <a:pt x="991" y="1159"/>
                    <a:pt x="740" y="1244"/>
                  </a:cubicBezTo>
                  <a:cubicBezTo>
                    <a:pt x="587" y="1277"/>
                    <a:pt x="437" y="1329"/>
                    <a:pt x="284" y="1378"/>
                  </a:cubicBezTo>
                  <a:cubicBezTo>
                    <a:pt x="203" y="1394"/>
                    <a:pt x="118" y="1430"/>
                    <a:pt x="17" y="1479"/>
                  </a:cubicBezTo>
                  <a:cubicBezTo>
                    <a:pt x="1" y="1479"/>
                    <a:pt x="1" y="1479"/>
                    <a:pt x="1" y="1495"/>
                  </a:cubicBezTo>
                  <a:lnTo>
                    <a:pt x="17" y="1495"/>
                  </a:lnTo>
                  <a:cubicBezTo>
                    <a:pt x="134" y="1462"/>
                    <a:pt x="219" y="1430"/>
                    <a:pt x="304" y="1394"/>
                  </a:cubicBezTo>
                  <a:cubicBezTo>
                    <a:pt x="453" y="1361"/>
                    <a:pt x="607" y="1313"/>
                    <a:pt x="756" y="1260"/>
                  </a:cubicBezTo>
                  <a:cubicBezTo>
                    <a:pt x="991" y="1176"/>
                    <a:pt x="1261" y="1091"/>
                    <a:pt x="1516" y="1026"/>
                  </a:cubicBezTo>
                  <a:cubicBezTo>
                    <a:pt x="1681" y="990"/>
                    <a:pt x="1698" y="909"/>
                    <a:pt x="1681" y="788"/>
                  </a:cubicBezTo>
                  <a:lnTo>
                    <a:pt x="1681" y="485"/>
                  </a:lnTo>
                  <a:cubicBezTo>
                    <a:pt x="1698" y="436"/>
                    <a:pt x="1681" y="368"/>
                    <a:pt x="1681" y="319"/>
                  </a:cubicBezTo>
                  <a:cubicBezTo>
                    <a:pt x="1681" y="218"/>
                    <a:pt x="1681" y="117"/>
                    <a:pt x="1698" y="16"/>
                  </a:cubicBezTo>
                  <a:lnTo>
                    <a:pt x="1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1254205" y="1805427"/>
              <a:ext cx="164184" cy="218912"/>
            </a:xfrm>
            <a:custGeom>
              <a:rect b="b" l="l" r="r" t="t"/>
              <a:pathLst>
                <a:path extrusionOk="0" h="2204" w="1653">
                  <a:moveTo>
                    <a:pt x="1557" y="1"/>
                  </a:moveTo>
                  <a:cubicBezTo>
                    <a:pt x="1522" y="1"/>
                    <a:pt x="1485" y="25"/>
                    <a:pt x="1451" y="50"/>
                  </a:cubicBezTo>
                  <a:lnTo>
                    <a:pt x="1435" y="50"/>
                  </a:lnTo>
                  <a:cubicBezTo>
                    <a:pt x="994" y="285"/>
                    <a:pt x="542" y="503"/>
                    <a:pt x="122" y="721"/>
                  </a:cubicBezTo>
                  <a:cubicBezTo>
                    <a:pt x="37" y="757"/>
                    <a:pt x="21" y="806"/>
                    <a:pt x="21" y="907"/>
                  </a:cubicBezTo>
                  <a:cubicBezTo>
                    <a:pt x="21" y="1262"/>
                    <a:pt x="1" y="1614"/>
                    <a:pt x="1" y="1949"/>
                  </a:cubicBezTo>
                  <a:lnTo>
                    <a:pt x="1" y="2034"/>
                  </a:lnTo>
                  <a:cubicBezTo>
                    <a:pt x="21" y="2086"/>
                    <a:pt x="21" y="2135"/>
                    <a:pt x="1" y="2187"/>
                  </a:cubicBezTo>
                  <a:lnTo>
                    <a:pt x="1" y="2204"/>
                  </a:lnTo>
                  <a:lnTo>
                    <a:pt x="21" y="2204"/>
                  </a:lnTo>
                  <a:cubicBezTo>
                    <a:pt x="37" y="2151"/>
                    <a:pt x="37" y="2086"/>
                    <a:pt x="37" y="2034"/>
                  </a:cubicBezTo>
                  <a:cubicBezTo>
                    <a:pt x="37" y="2018"/>
                    <a:pt x="21" y="1985"/>
                    <a:pt x="21" y="1949"/>
                  </a:cubicBezTo>
                  <a:cubicBezTo>
                    <a:pt x="37" y="1614"/>
                    <a:pt x="37" y="1262"/>
                    <a:pt x="37" y="907"/>
                  </a:cubicBezTo>
                  <a:cubicBezTo>
                    <a:pt x="37" y="822"/>
                    <a:pt x="69" y="790"/>
                    <a:pt x="122" y="757"/>
                  </a:cubicBezTo>
                  <a:cubicBezTo>
                    <a:pt x="558" y="535"/>
                    <a:pt x="1011" y="301"/>
                    <a:pt x="1451" y="67"/>
                  </a:cubicBezTo>
                  <a:cubicBezTo>
                    <a:pt x="1504" y="53"/>
                    <a:pt x="1538" y="26"/>
                    <a:pt x="1567" y="26"/>
                  </a:cubicBezTo>
                  <a:cubicBezTo>
                    <a:pt x="1573" y="26"/>
                    <a:pt x="1579" y="27"/>
                    <a:pt x="1584" y="30"/>
                  </a:cubicBezTo>
                  <a:cubicBezTo>
                    <a:pt x="1600" y="200"/>
                    <a:pt x="1584" y="370"/>
                    <a:pt x="1584" y="519"/>
                  </a:cubicBezTo>
                  <a:cubicBezTo>
                    <a:pt x="1568" y="806"/>
                    <a:pt x="1568" y="1093"/>
                    <a:pt x="1617" y="1379"/>
                  </a:cubicBezTo>
                  <a:cubicBezTo>
                    <a:pt x="1617" y="1379"/>
                    <a:pt x="1626" y="1387"/>
                    <a:pt x="1631" y="1387"/>
                  </a:cubicBezTo>
                  <a:cubicBezTo>
                    <a:pt x="1634" y="1387"/>
                    <a:pt x="1637" y="1385"/>
                    <a:pt x="1637" y="1379"/>
                  </a:cubicBezTo>
                  <a:lnTo>
                    <a:pt x="1653" y="1379"/>
                  </a:lnTo>
                  <a:cubicBezTo>
                    <a:pt x="1600" y="1093"/>
                    <a:pt x="1600" y="806"/>
                    <a:pt x="1617" y="519"/>
                  </a:cubicBezTo>
                  <a:lnTo>
                    <a:pt x="1617" y="30"/>
                  </a:lnTo>
                  <a:lnTo>
                    <a:pt x="1600" y="14"/>
                  </a:lnTo>
                  <a:cubicBezTo>
                    <a:pt x="1586" y="5"/>
                    <a:pt x="1572"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687655" y="2773349"/>
              <a:ext cx="133691" cy="158622"/>
            </a:xfrm>
            <a:custGeom>
              <a:rect b="b" l="l" r="r" t="t"/>
              <a:pathLst>
                <a:path extrusionOk="0" h="1597" w="1346">
                  <a:moveTo>
                    <a:pt x="1314" y="1"/>
                  </a:moveTo>
                  <a:lnTo>
                    <a:pt x="1297" y="17"/>
                  </a:lnTo>
                  <a:cubicBezTo>
                    <a:pt x="1281" y="49"/>
                    <a:pt x="1297" y="102"/>
                    <a:pt x="1297" y="134"/>
                  </a:cubicBezTo>
                  <a:cubicBezTo>
                    <a:pt x="1314" y="182"/>
                    <a:pt x="1314" y="235"/>
                    <a:pt x="1281" y="267"/>
                  </a:cubicBezTo>
                  <a:cubicBezTo>
                    <a:pt x="1229" y="304"/>
                    <a:pt x="1180" y="320"/>
                    <a:pt x="1112" y="336"/>
                  </a:cubicBezTo>
                  <a:cubicBezTo>
                    <a:pt x="1095" y="352"/>
                    <a:pt x="1059" y="352"/>
                    <a:pt x="1043" y="368"/>
                  </a:cubicBezTo>
                  <a:cubicBezTo>
                    <a:pt x="756" y="485"/>
                    <a:pt x="453" y="623"/>
                    <a:pt x="118" y="740"/>
                  </a:cubicBezTo>
                  <a:cubicBezTo>
                    <a:pt x="33" y="772"/>
                    <a:pt x="1" y="825"/>
                    <a:pt x="1" y="926"/>
                  </a:cubicBezTo>
                  <a:lnTo>
                    <a:pt x="1" y="1192"/>
                  </a:lnTo>
                  <a:cubicBezTo>
                    <a:pt x="1" y="1330"/>
                    <a:pt x="1" y="1447"/>
                    <a:pt x="17" y="1580"/>
                  </a:cubicBezTo>
                  <a:cubicBezTo>
                    <a:pt x="17" y="1596"/>
                    <a:pt x="17" y="1596"/>
                    <a:pt x="33" y="1596"/>
                  </a:cubicBezTo>
                  <a:cubicBezTo>
                    <a:pt x="33" y="1596"/>
                    <a:pt x="49" y="1596"/>
                    <a:pt x="49" y="1580"/>
                  </a:cubicBezTo>
                  <a:cubicBezTo>
                    <a:pt x="33" y="1447"/>
                    <a:pt x="33" y="1314"/>
                    <a:pt x="33" y="1192"/>
                  </a:cubicBezTo>
                  <a:lnTo>
                    <a:pt x="33" y="926"/>
                  </a:lnTo>
                  <a:cubicBezTo>
                    <a:pt x="17" y="841"/>
                    <a:pt x="49" y="809"/>
                    <a:pt x="134" y="772"/>
                  </a:cubicBezTo>
                  <a:cubicBezTo>
                    <a:pt x="453" y="639"/>
                    <a:pt x="756" y="522"/>
                    <a:pt x="1043" y="384"/>
                  </a:cubicBezTo>
                  <a:cubicBezTo>
                    <a:pt x="1079" y="384"/>
                    <a:pt x="1095" y="368"/>
                    <a:pt x="1128" y="352"/>
                  </a:cubicBezTo>
                  <a:cubicBezTo>
                    <a:pt x="1180" y="336"/>
                    <a:pt x="1245" y="320"/>
                    <a:pt x="1297" y="283"/>
                  </a:cubicBezTo>
                  <a:cubicBezTo>
                    <a:pt x="1346" y="235"/>
                    <a:pt x="1330" y="182"/>
                    <a:pt x="1330" y="134"/>
                  </a:cubicBezTo>
                  <a:cubicBezTo>
                    <a:pt x="1314" y="102"/>
                    <a:pt x="1314" y="49"/>
                    <a:pt x="1330" y="17"/>
                  </a:cubicBezTo>
                  <a:lnTo>
                    <a:pt x="13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1254205" y="1988979"/>
              <a:ext cx="164184" cy="195869"/>
            </a:xfrm>
            <a:custGeom>
              <a:rect b="b" l="l" r="r" t="t"/>
              <a:pathLst>
                <a:path extrusionOk="0" h="1972" w="1653">
                  <a:moveTo>
                    <a:pt x="1637" y="0"/>
                  </a:moveTo>
                  <a:lnTo>
                    <a:pt x="1350" y="137"/>
                  </a:lnTo>
                  <a:cubicBezTo>
                    <a:pt x="1132" y="255"/>
                    <a:pt x="910" y="356"/>
                    <a:pt x="675" y="473"/>
                  </a:cubicBezTo>
                  <a:cubicBezTo>
                    <a:pt x="627" y="505"/>
                    <a:pt x="558" y="541"/>
                    <a:pt x="489" y="574"/>
                  </a:cubicBezTo>
                  <a:cubicBezTo>
                    <a:pt x="372" y="642"/>
                    <a:pt x="239" y="707"/>
                    <a:pt x="102" y="760"/>
                  </a:cubicBezTo>
                  <a:cubicBezTo>
                    <a:pt x="21" y="808"/>
                    <a:pt x="1" y="844"/>
                    <a:pt x="1" y="929"/>
                  </a:cubicBezTo>
                  <a:lnTo>
                    <a:pt x="1" y="1551"/>
                  </a:lnTo>
                  <a:lnTo>
                    <a:pt x="1" y="1818"/>
                  </a:lnTo>
                  <a:lnTo>
                    <a:pt x="1" y="1854"/>
                  </a:lnTo>
                  <a:cubicBezTo>
                    <a:pt x="1" y="1887"/>
                    <a:pt x="1" y="1919"/>
                    <a:pt x="21" y="1971"/>
                  </a:cubicBezTo>
                  <a:lnTo>
                    <a:pt x="37" y="1971"/>
                  </a:lnTo>
                  <a:cubicBezTo>
                    <a:pt x="53" y="1971"/>
                    <a:pt x="53" y="1955"/>
                    <a:pt x="53" y="1955"/>
                  </a:cubicBezTo>
                  <a:cubicBezTo>
                    <a:pt x="21" y="1919"/>
                    <a:pt x="21" y="1887"/>
                    <a:pt x="21" y="1854"/>
                  </a:cubicBezTo>
                  <a:lnTo>
                    <a:pt x="21" y="1818"/>
                  </a:lnTo>
                  <a:lnTo>
                    <a:pt x="21" y="1551"/>
                  </a:lnTo>
                  <a:cubicBezTo>
                    <a:pt x="37" y="1349"/>
                    <a:pt x="37" y="1131"/>
                    <a:pt x="21" y="929"/>
                  </a:cubicBezTo>
                  <a:cubicBezTo>
                    <a:pt x="21" y="861"/>
                    <a:pt x="37" y="828"/>
                    <a:pt x="122" y="792"/>
                  </a:cubicBezTo>
                  <a:cubicBezTo>
                    <a:pt x="239" y="727"/>
                    <a:pt x="372" y="659"/>
                    <a:pt x="506" y="590"/>
                  </a:cubicBezTo>
                  <a:cubicBezTo>
                    <a:pt x="574" y="558"/>
                    <a:pt x="627" y="525"/>
                    <a:pt x="691" y="489"/>
                  </a:cubicBezTo>
                  <a:cubicBezTo>
                    <a:pt x="910" y="388"/>
                    <a:pt x="1132" y="271"/>
                    <a:pt x="1366" y="170"/>
                  </a:cubicBezTo>
                  <a:lnTo>
                    <a:pt x="1637" y="20"/>
                  </a:lnTo>
                  <a:cubicBezTo>
                    <a:pt x="1653" y="20"/>
                    <a:pt x="1653" y="20"/>
                    <a:pt x="1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1819563" y="3348341"/>
              <a:ext cx="4966" cy="61879"/>
            </a:xfrm>
            <a:custGeom>
              <a:rect b="b" l="l" r="r" t="t"/>
              <a:pathLst>
                <a:path extrusionOk="0" h="623" w="50">
                  <a:moveTo>
                    <a:pt x="33" y="0"/>
                  </a:moveTo>
                  <a:lnTo>
                    <a:pt x="17" y="17"/>
                  </a:lnTo>
                  <a:cubicBezTo>
                    <a:pt x="1" y="101"/>
                    <a:pt x="1" y="202"/>
                    <a:pt x="17" y="287"/>
                  </a:cubicBezTo>
                  <a:lnTo>
                    <a:pt x="17" y="473"/>
                  </a:lnTo>
                  <a:lnTo>
                    <a:pt x="17" y="522"/>
                  </a:lnTo>
                  <a:cubicBezTo>
                    <a:pt x="17" y="538"/>
                    <a:pt x="17" y="574"/>
                    <a:pt x="1" y="606"/>
                  </a:cubicBezTo>
                  <a:lnTo>
                    <a:pt x="1" y="623"/>
                  </a:lnTo>
                  <a:lnTo>
                    <a:pt x="17" y="623"/>
                  </a:lnTo>
                  <a:lnTo>
                    <a:pt x="17" y="606"/>
                  </a:lnTo>
                  <a:cubicBezTo>
                    <a:pt x="49" y="574"/>
                    <a:pt x="33" y="538"/>
                    <a:pt x="33" y="505"/>
                  </a:cubicBezTo>
                  <a:lnTo>
                    <a:pt x="33" y="473"/>
                  </a:lnTo>
                  <a:lnTo>
                    <a:pt x="33" y="287"/>
                  </a:lnTo>
                  <a:cubicBezTo>
                    <a:pt x="33" y="202"/>
                    <a:pt x="33" y="101"/>
                    <a:pt x="49" y="17"/>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1087339" y="3024144"/>
              <a:ext cx="6456" cy="91975"/>
            </a:xfrm>
            <a:custGeom>
              <a:rect b="b" l="l" r="r" t="t"/>
              <a:pathLst>
                <a:path extrusionOk="0" h="926" w="65">
                  <a:moveTo>
                    <a:pt x="16" y="0"/>
                  </a:moveTo>
                  <a:cubicBezTo>
                    <a:pt x="16" y="0"/>
                    <a:pt x="0" y="0"/>
                    <a:pt x="0" y="17"/>
                  </a:cubicBezTo>
                  <a:cubicBezTo>
                    <a:pt x="32" y="166"/>
                    <a:pt x="16" y="320"/>
                    <a:pt x="16" y="469"/>
                  </a:cubicBezTo>
                  <a:lnTo>
                    <a:pt x="16" y="740"/>
                  </a:lnTo>
                  <a:lnTo>
                    <a:pt x="16" y="756"/>
                  </a:lnTo>
                  <a:cubicBezTo>
                    <a:pt x="16" y="808"/>
                    <a:pt x="16" y="873"/>
                    <a:pt x="49" y="926"/>
                  </a:cubicBezTo>
                  <a:lnTo>
                    <a:pt x="65" y="926"/>
                  </a:lnTo>
                  <a:lnTo>
                    <a:pt x="65" y="909"/>
                  </a:lnTo>
                  <a:cubicBezTo>
                    <a:pt x="49" y="857"/>
                    <a:pt x="49" y="808"/>
                    <a:pt x="49" y="756"/>
                  </a:cubicBezTo>
                  <a:lnTo>
                    <a:pt x="49" y="740"/>
                  </a:lnTo>
                  <a:lnTo>
                    <a:pt x="49" y="469"/>
                  </a:lnTo>
                  <a:cubicBezTo>
                    <a:pt x="49" y="320"/>
                    <a:pt x="49" y="166"/>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1815987" y="2602808"/>
              <a:ext cx="5264" cy="55125"/>
            </a:xfrm>
            <a:custGeom>
              <a:rect b="b" l="l" r="r" t="t"/>
              <a:pathLst>
                <a:path extrusionOk="0" h="555" w="53">
                  <a:moveTo>
                    <a:pt x="37" y="1"/>
                  </a:moveTo>
                  <a:cubicBezTo>
                    <a:pt x="20" y="102"/>
                    <a:pt x="20" y="183"/>
                    <a:pt x="20" y="267"/>
                  </a:cubicBezTo>
                  <a:cubicBezTo>
                    <a:pt x="20" y="368"/>
                    <a:pt x="20" y="453"/>
                    <a:pt x="0" y="538"/>
                  </a:cubicBezTo>
                  <a:cubicBezTo>
                    <a:pt x="0" y="554"/>
                    <a:pt x="0" y="554"/>
                    <a:pt x="20" y="554"/>
                  </a:cubicBezTo>
                  <a:lnTo>
                    <a:pt x="37" y="554"/>
                  </a:lnTo>
                  <a:cubicBezTo>
                    <a:pt x="53" y="453"/>
                    <a:pt x="53" y="368"/>
                    <a:pt x="53" y="267"/>
                  </a:cubicBezTo>
                  <a:cubicBezTo>
                    <a:pt x="37" y="183"/>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1792646" y="2407038"/>
              <a:ext cx="5364" cy="63469"/>
            </a:xfrm>
            <a:custGeom>
              <a:rect b="b" l="l" r="r" t="t"/>
              <a:pathLst>
                <a:path extrusionOk="0" h="639" w="54">
                  <a:moveTo>
                    <a:pt x="33" y="0"/>
                  </a:moveTo>
                  <a:cubicBezTo>
                    <a:pt x="33" y="0"/>
                    <a:pt x="17" y="0"/>
                    <a:pt x="17" y="17"/>
                  </a:cubicBezTo>
                  <a:cubicBezTo>
                    <a:pt x="1" y="118"/>
                    <a:pt x="1" y="202"/>
                    <a:pt x="17" y="303"/>
                  </a:cubicBezTo>
                  <a:lnTo>
                    <a:pt x="17" y="489"/>
                  </a:lnTo>
                  <a:cubicBezTo>
                    <a:pt x="1" y="505"/>
                    <a:pt x="17" y="522"/>
                    <a:pt x="17" y="538"/>
                  </a:cubicBezTo>
                  <a:cubicBezTo>
                    <a:pt x="17" y="558"/>
                    <a:pt x="17" y="590"/>
                    <a:pt x="1" y="623"/>
                  </a:cubicBezTo>
                  <a:lnTo>
                    <a:pt x="1" y="639"/>
                  </a:lnTo>
                  <a:lnTo>
                    <a:pt x="17" y="639"/>
                  </a:lnTo>
                  <a:cubicBezTo>
                    <a:pt x="53" y="606"/>
                    <a:pt x="33" y="574"/>
                    <a:pt x="33" y="538"/>
                  </a:cubicBezTo>
                  <a:lnTo>
                    <a:pt x="33" y="489"/>
                  </a:lnTo>
                  <a:lnTo>
                    <a:pt x="33" y="303"/>
                  </a:lnTo>
                  <a:cubicBezTo>
                    <a:pt x="33" y="202"/>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1583666" y="1741759"/>
              <a:ext cx="5264" cy="60290"/>
            </a:xfrm>
            <a:custGeom>
              <a:rect b="b" l="l" r="r" t="t"/>
              <a:pathLst>
                <a:path extrusionOk="0" h="607" w="53">
                  <a:moveTo>
                    <a:pt x="37" y="1"/>
                  </a:moveTo>
                  <a:cubicBezTo>
                    <a:pt x="37" y="1"/>
                    <a:pt x="16" y="1"/>
                    <a:pt x="16" y="17"/>
                  </a:cubicBezTo>
                  <a:cubicBezTo>
                    <a:pt x="0" y="134"/>
                    <a:pt x="0" y="251"/>
                    <a:pt x="0" y="368"/>
                  </a:cubicBezTo>
                  <a:cubicBezTo>
                    <a:pt x="0" y="453"/>
                    <a:pt x="16" y="522"/>
                    <a:pt x="0" y="590"/>
                  </a:cubicBezTo>
                  <a:cubicBezTo>
                    <a:pt x="0" y="607"/>
                    <a:pt x="16" y="607"/>
                    <a:pt x="16" y="607"/>
                  </a:cubicBezTo>
                  <a:cubicBezTo>
                    <a:pt x="37" y="607"/>
                    <a:pt x="37" y="607"/>
                    <a:pt x="37" y="590"/>
                  </a:cubicBezTo>
                  <a:lnTo>
                    <a:pt x="37" y="368"/>
                  </a:lnTo>
                  <a:cubicBezTo>
                    <a:pt x="37" y="251"/>
                    <a:pt x="37" y="13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1970040" y="2671044"/>
              <a:ext cx="4867" cy="53834"/>
            </a:xfrm>
            <a:custGeom>
              <a:rect b="b" l="l" r="r" t="t"/>
              <a:pathLst>
                <a:path extrusionOk="0" h="542" w="49">
                  <a:moveTo>
                    <a:pt x="33" y="1"/>
                  </a:moveTo>
                  <a:lnTo>
                    <a:pt x="17" y="21"/>
                  </a:lnTo>
                  <a:cubicBezTo>
                    <a:pt x="0" y="102"/>
                    <a:pt x="0" y="186"/>
                    <a:pt x="17" y="271"/>
                  </a:cubicBezTo>
                  <a:cubicBezTo>
                    <a:pt x="17" y="356"/>
                    <a:pt x="17" y="441"/>
                    <a:pt x="0" y="526"/>
                  </a:cubicBezTo>
                  <a:lnTo>
                    <a:pt x="0" y="542"/>
                  </a:lnTo>
                  <a:lnTo>
                    <a:pt x="17" y="542"/>
                  </a:lnTo>
                  <a:lnTo>
                    <a:pt x="17" y="526"/>
                  </a:lnTo>
                  <a:cubicBezTo>
                    <a:pt x="33" y="441"/>
                    <a:pt x="33" y="356"/>
                    <a:pt x="33" y="271"/>
                  </a:cubicBezTo>
                  <a:cubicBezTo>
                    <a:pt x="33" y="186"/>
                    <a:pt x="33" y="10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1841216" y="3517293"/>
              <a:ext cx="4966" cy="66647"/>
            </a:xfrm>
            <a:custGeom>
              <a:rect b="b" l="l" r="r" t="t"/>
              <a:pathLst>
                <a:path extrusionOk="0" h="671" w="50">
                  <a:moveTo>
                    <a:pt x="33" y="0"/>
                  </a:moveTo>
                  <a:cubicBezTo>
                    <a:pt x="33" y="0"/>
                    <a:pt x="17" y="0"/>
                    <a:pt x="17" y="16"/>
                  </a:cubicBezTo>
                  <a:cubicBezTo>
                    <a:pt x="1" y="117"/>
                    <a:pt x="1" y="218"/>
                    <a:pt x="1" y="319"/>
                  </a:cubicBezTo>
                  <a:cubicBezTo>
                    <a:pt x="17" y="388"/>
                    <a:pt x="17" y="453"/>
                    <a:pt x="1" y="521"/>
                  </a:cubicBezTo>
                  <a:cubicBezTo>
                    <a:pt x="1" y="537"/>
                    <a:pt x="1" y="554"/>
                    <a:pt x="17" y="570"/>
                  </a:cubicBezTo>
                  <a:cubicBezTo>
                    <a:pt x="17" y="606"/>
                    <a:pt x="17" y="622"/>
                    <a:pt x="1" y="655"/>
                  </a:cubicBezTo>
                  <a:lnTo>
                    <a:pt x="1" y="671"/>
                  </a:lnTo>
                  <a:lnTo>
                    <a:pt x="17" y="671"/>
                  </a:lnTo>
                  <a:cubicBezTo>
                    <a:pt x="33" y="638"/>
                    <a:pt x="33" y="606"/>
                    <a:pt x="33" y="570"/>
                  </a:cubicBezTo>
                  <a:lnTo>
                    <a:pt x="33" y="521"/>
                  </a:lnTo>
                  <a:lnTo>
                    <a:pt x="33" y="319"/>
                  </a:lnTo>
                  <a:cubicBezTo>
                    <a:pt x="33" y="218"/>
                    <a:pt x="33" y="117"/>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1518608" y="2522553"/>
              <a:ext cx="202325" cy="324296"/>
            </a:xfrm>
            <a:custGeom>
              <a:rect b="b" l="l" r="r" t="t"/>
              <a:pathLst>
                <a:path extrusionOk="0" h="3265" w="2037">
                  <a:moveTo>
                    <a:pt x="86" y="1"/>
                  </a:moveTo>
                  <a:cubicBezTo>
                    <a:pt x="49" y="17"/>
                    <a:pt x="33" y="65"/>
                    <a:pt x="33" y="118"/>
                  </a:cubicBezTo>
                  <a:cubicBezTo>
                    <a:pt x="49" y="166"/>
                    <a:pt x="49" y="219"/>
                    <a:pt x="33" y="251"/>
                  </a:cubicBezTo>
                  <a:cubicBezTo>
                    <a:pt x="1" y="570"/>
                    <a:pt x="102" y="825"/>
                    <a:pt x="336" y="1112"/>
                  </a:cubicBezTo>
                  <a:cubicBezTo>
                    <a:pt x="623" y="1431"/>
                    <a:pt x="894" y="1782"/>
                    <a:pt x="1160" y="2138"/>
                  </a:cubicBezTo>
                  <a:cubicBezTo>
                    <a:pt x="1229" y="2223"/>
                    <a:pt x="1298" y="2303"/>
                    <a:pt x="1362" y="2404"/>
                  </a:cubicBezTo>
                  <a:cubicBezTo>
                    <a:pt x="1415" y="2457"/>
                    <a:pt x="1447" y="2505"/>
                    <a:pt x="1500" y="2558"/>
                  </a:cubicBezTo>
                  <a:cubicBezTo>
                    <a:pt x="1633" y="2744"/>
                    <a:pt x="1782" y="2930"/>
                    <a:pt x="1952" y="3095"/>
                  </a:cubicBezTo>
                  <a:cubicBezTo>
                    <a:pt x="1968" y="3111"/>
                    <a:pt x="1984" y="3148"/>
                    <a:pt x="1984" y="3180"/>
                  </a:cubicBezTo>
                  <a:cubicBezTo>
                    <a:pt x="1984" y="3196"/>
                    <a:pt x="2004" y="3233"/>
                    <a:pt x="2021" y="3249"/>
                  </a:cubicBezTo>
                  <a:lnTo>
                    <a:pt x="2021" y="3265"/>
                  </a:lnTo>
                  <a:lnTo>
                    <a:pt x="2037" y="3265"/>
                  </a:lnTo>
                  <a:lnTo>
                    <a:pt x="2037" y="3233"/>
                  </a:lnTo>
                  <a:cubicBezTo>
                    <a:pt x="2021" y="3212"/>
                    <a:pt x="2021" y="3196"/>
                    <a:pt x="2021" y="3164"/>
                  </a:cubicBezTo>
                  <a:cubicBezTo>
                    <a:pt x="2004" y="3132"/>
                    <a:pt x="2004" y="3095"/>
                    <a:pt x="1968" y="3079"/>
                  </a:cubicBezTo>
                  <a:cubicBezTo>
                    <a:pt x="1802" y="2909"/>
                    <a:pt x="1649" y="2728"/>
                    <a:pt x="1516" y="2542"/>
                  </a:cubicBezTo>
                  <a:cubicBezTo>
                    <a:pt x="1479" y="2489"/>
                    <a:pt x="1431" y="2441"/>
                    <a:pt x="1399" y="2388"/>
                  </a:cubicBezTo>
                  <a:cubicBezTo>
                    <a:pt x="1314" y="2287"/>
                    <a:pt x="1245" y="2202"/>
                    <a:pt x="1176" y="2122"/>
                  </a:cubicBezTo>
                  <a:cubicBezTo>
                    <a:pt x="910" y="1766"/>
                    <a:pt x="639" y="1415"/>
                    <a:pt x="352" y="1075"/>
                  </a:cubicBezTo>
                  <a:cubicBezTo>
                    <a:pt x="118" y="825"/>
                    <a:pt x="33" y="570"/>
                    <a:pt x="65" y="267"/>
                  </a:cubicBezTo>
                  <a:lnTo>
                    <a:pt x="65" y="118"/>
                  </a:lnTo>
                  <a:cubicBezTo>
                    <a:pt x="65" y="65"/>
                    <a:pt x="65" y="33"/>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1794334" y="3321424"/>
              <a:ext cx="6853" cy="63965"/>
            </a:xfrm>
            <a:custGeom>
              <a:rect b="b" l="l" r="r" t="t"/>
              <a:pathLst>
                <a:path extrusionOk="0" h="644" w="69">
                  <a:moveTo>
                    <a:pt x="36" y="1"/>
                  </a:moveTo>
                  <a:cubicBezTo>
                    <a:pt x="16" y="102"/>
                    <a:pt x="16" y="203"/>
                    <a:pt x="16" y="288"/>
                  </a:cubicBezTo>
                  <a:lnTo>
                    <a:pt x="16" y="473"/>
                  </a:lnTo>
                  <a:lnTo>
                    <a:pt x="16" y="522"/>
                  </a:lnTo>
                  <a:cubicBezTo>
                    <a:pt x="16" y="558"/>
                    <a:pt x="16" y="591"/>
                    <a:pt x="0" y="607"/>
                  </a:cubicBezTo>
                  <a:cubicBezTo>
                    <a:pt x="0" y="623"/>
                    <a:pt x="0" y="623"/>
                    <a:pt x="16" y="623"/>
                  </a:cubicBezTo>
                  <a:lnTo>
                    <a:pt x="16" y="643"/>
                  </a:lnTo>
                  <a:lnTo>
                    <a:pt x="36" y="623"/>
                  </a:lnTo>
                  <a:cubicBezTo>
                    <a:pt x="53" y="591"/>
                    <a:pt x="53" y="558"/>
                    <a:pt x="53" y="522"/>
                  </a:cubicBezTo>
                  <a:lnTo>
                    <a:pt x="53" y="473"/>
                  </a:lnTo>
                  <a:lnTo>
                    <a:pt x="53" y="288"/>
                  </a:lnTo>
                  <a:cubicBezTo>
                    <a:pt x="53" y="203"/>
                    <a:pt x="36" y="102"/>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1185969" y="2299866"/>
              <a:ext cx="4966" cy="85618"/>
            </a:xfrm>
            <a:custGeom>
              <a:rect b="b" l="l" r="r" t="t"/>
              <a:pathLst>
                <a:path extrusionOk="0" h="862" w="50">
                  <a:moveTo>
                    <a:pt x="17" y="1"/>
                  </a:moveTo>
                  <a:cubicBezTo>
                    <a:pt x="1" y="1"/>
                    <a:pt x="1" y="1"/>
                    <a:pt x="1" y="21"/>
                  </a:cubicBezTo>
                  <a:cubicBezTo>
                    <a:pt x="17" y="154"/>
                    <a:pt x="17" y="304"/>
                    <a:pt x="17" y="441"/>
                  </a:cubicBezTo>
                  <a:lnTo>
                    <a:pt x="17" y="708"/>
                  </a:lnTo>
                  <a:lnTo>
                    <a:pt x="17" y="744"/>
                  </a:lnTo>
                  <a:cubicBezTo>
                    <a:pt x="17" y="776"/>
                    <a:pt x="17" y="829"/>
                    <a:pt x="33" y="861"/>
                  </a:cubicBezTo>
                  <a:lnTo>
                    <a:pt x="49" y="861"/>
                  </a:lnTo>
                  <a:lnTo>
                    <a:pt x="49" y="845"/>
                  </a:lnTo>
                  <a:cubicBezTo>
                    <a:pt x="33" y="809"/>
                    <a:pt x="33" y="776"/>
                    <a:pt x="33" y="744"/>
                  </a:cubicBezTo>
                  <a:lnTo>
                    <a:pt x="33" y="708"/>
                  </a:lnTo>
                  <a:lnTo>
                    <a:pt x="33" y="441"/>
                  </a:lnTo>
                  <a:cubicBezTo>
                    <a:pt x="33" y="304"/>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1528640" y="1482521"/>
              <a:ext cx="175507" cy="338003"/>
            </a:xfrm>
            <a:custGeom>
              <a:rect b="b" l="l" r="r" t="t"/>
              <a:pathLst>
                <a:path extrusionOk="0" h="3403" w="1767">
                  <a:moveTo>
                    <a:pt x="1" y="1"/>
                  </a:moveTo>
                  <a:lnTo>
                    <a:pt x="1" y="17"/>
                  </a:lnTo>
                  <a:lnTo>
                    <a:pt x="1" y="33"/>
                  </a:lnTo>
                  <a:cubicBezTo>
                    <a:pt x="49" y="33"/>
                    <a:pt x="65" y="70"/>
                    <a:pt x="86" y="102"/>
                  </a:cubicBezTo>
                  <a:lnTo>
                    <a:pt x="86" y="118"/>
                  </a:lnTo>
                  <a:cubicBezTo>
                    <a:pt x="267" y="453"/>
                    <a:pt x="437" y="724"/>
                    <a:pt x="591" y="995"/>
                  </a:cubicBezTo>
                  <a:cubicBezTo>
                    <a:pt x="756" y="1261"/>
                    <a:pt x="926" y="1532"/>
                    <a:pt x="1075" y="1787"/>
                  </a:cubicBezTo>
                  <a:cubicBezTo>
                    <a:pt x="1245" y="2090"/>
                    <a:pt x="1431" y="2392"/>
                    <a:pt x="1601" y="2675"/>
                  </a:cubicBezTo>
                  <a:cubicBezTo>
                    <a:pt x="1734" y="2897"/>
                    <a:pt x="1734" y="3116"/>
                    <a:pt x="1681" y="3382"/>
                  </a:cubicBezTo>
                  <a:cubicBezTo>
                    <a:pt x="1665" y="3382"/>
                    <a:pt x="1681" y="3382"/>
                    <a:pt x="1681" y="3402"/>
                  </a:cubicBezTo>
                  <a:cubicBezTo>
                    <a:pt x="1701" y="3402"/>
                    <a:pt x="1701" y="3382"/>
                    <a:pt x="1701" y="3382"/>
                  </a:cubicBezTo>
                  <a:cubicBezTo>
                    <a:pt x="1766" y="3116"/>
                    <a:pt x="1766" y="2897"/>
                    <a:pt x="1633" y="2675"/>
                  </a:cubicBezTo>
                  <a:cubicBezTo>
                    <a:pt x="1447" y="2372"/>
                    <a:pt x="1261" y="2069"/>
                    <a:pt x="1096" y="1766"/>
                  </a:cubicBezTo>
                  <a:cubicBezTo>
                    <a:pt x="942" y="1516"/>
                    <a:pt x="772" y="1245"/>
                    <a:pt x="623" y="979"/>
                  </a:cubicBezTo>
                  <a:cubicBezTo>
                    <a:pt x="453" y="708"/>
                    <a:pt x="304" y="437"/>
                    <a:pt x="118" y="102"/>
                  </a:cubicBezTo>
                  <a:lnTo>
                    <a:pt x="102" y="86"/>
                  </a:lnTo>
                  <a:cubicBezTo>
                    <a:pt x="86" y="49"/>
                    <a:pt x="65"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1381440" y="2383796"/>
              <a:ext cx="5264" cy="91975"/>
            </a:xfrm>
            <a:custGeom>
              <a:rect b="b" l="l" r="r" t="t"/>
              <a:pathLst>
                <a:path extrusionOk="0" h="926" w="53">
                  <a:moveTo>
                    <a:pt x="16" y="0"/>
                  </a:moveTo>
                  <a:cubicBezTo>
                    <a:pt x="0" y="0"/>
                    <a:pt x="0" y="0"/>
                    <a:pt x="0" y="16"/>
                  </a:cubicBezTo>
                  <a:cubicBezTo>
                    <a:pt x="16" y="166"/>
                    <a:pt x="16" y="319"/>
                    <a:pt x="16" y="469"/>
                  </a:cubicBezTo>
                  <a:lnTo>
                    <a:pt x="16" y="756"/>
                  </a:lnTo>
                  <a:lnTo>
                    <a:pt x="16" y="857"/>
                  </a:lnTo>
                  <a:cubicBezTo>
                    <a:pt x="33" y="873"/>
                    <a:pt x="33" y="893"/>
                    <a:pt x="33" y="909"/>
                  </a:cubicBezTo>
                  <a:cubicBezTo>
                    <a:pt x="33" y="925"/>
                    <a:pt x="33" y="925"/>
                    <a:pt x="53" y="925"/>
                  </a:cubicBezTo>
                  <a:lnTo>
                    <a:pt x="53" y="909"/>
                  </a:lnTo>
                  <a:lnTo>
                    <a:pt x="53" y="857"/>
                  </a:lnTo>
                  <a:lnTo>
                    <a:pt x="53" y="756"/>
                  </a:lnTo>
                  <a:cubicBezTo>
                    <a:pt x="33" y="655"/>
                    <a:pt x="33" y="554"/>
                    <a:pt x="53" y="469"/>
                  </a:cubicBezTo>
                  <a:cubicBezTo>
                    <a:pt x="53" y="319"/>
                    <a:pt x="53" y="166"/>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1841216" y="2634492"/>
              <a:ext cx="4966" cy="56715"/>
            </a:xfrm>
            <a:custGeom>
              <a:rect b="b" l="l" r="r" t="t"/>
              <a:pathLst>
                <a:path extrusionOk="0" h="571" w="50">
                  <a:moveTo>
                    <a:pt x="17" y="1"/>
                  </a:moveTo>
                  <a:cubicBezTo>
                    <a:pt x="1" y="102"/>
                    <a:pt x="1" y="187"/>
                    <a:pt x="1" y="288"/>
                  </a:cubicBezTo>
                  <a:cubicBezTo>
                    <a:pt x="17" y="369"/>
                    <a:pt x="17" y="453"/>
                    <a:pt x="1" y="554"/>
                  </a:cubicBezTo>
                  <a:lnTo>
                    <a:pt x="1" y="570"/>
                  </a:lnTo>
                  <a:cubicBezTo>
                    <a:pt x="17" y="570"/>
                    <a:pt x="17" y="554"/>
                    <a:pt x="17" y="554"/>
                  </a:cubicBezTo>
                  <a:cubicBezTo>
                    <a:pt x="33" y="470"/>
                    <a:pt x="33" y="369"/>
                    <a:pt x="33" y="288"/>
                  </a:cubicBezTo>
                  <a:cubicBezTo>
                    <a:pt x="33" y="187"/>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1379851" y="2915383"/>
              <a:ext cx="4867" cy="96842"/>
            </a:xfrm>
            <a:custGeom>
              <a:rect b="b" l="l" r="r" t="t"/>
              <a:pathLst>
                <a:path extrusionOk="0" h="975" w="49">
                  <a:moveTo>
                    <a:pt x="0" y="1"/>
                  </a:moveTo>
                  <a:cubicBezTo>
                    <a:pt x="16" y="166"/>
                    <a:pt x="0" y="336"/>
                    <a:pt x="0" y="506"/>
                  </a:cubicBezTo>
                  <a:lnTo>
                    <a:pt x="0" y="809"/>
                  </a:lnTo>
                  <a:cubicBezTo>
                    <a:pt x="0" y="841"/>
                    <a:pt x="16" y="873"/>
                    <a:pt x="16" y="910"/>
                  </a:cubicBezTo>
                  <a:lnTo>
                    <a:pt x="16" y="958"/>
                  </a:lnTo>
                  <a:cubicBezTo>
                    <a:pt x="16" y="974"/>
                    <a:pt x="32" y="974"/>
                    <a:pt x="32" y="974"/>
                  </a:cubicBezTo>
                  <a:cubicBezTo>
                    <a:pt x="32" y="974"/>
                    <a:pt x="49" y="974"/>
                    <a:pt x="49" y="958"/>
                  </a:cubicBezTo>
                  <a:cubicBezTo>
                    <a:pt x="49" y="942"/>
                    <a:pt x="49" y="926"/>
                    <a:pt x="32" y="910"/>
                  </a:cubicBezTo>
                  <a:lnTo>
                    <a:pt x="32" y="809"/>
                  </a:lnTo>
                  <a:lnTo>
                    <a:pt x="32" y="506"/>
                  </a:lnTo>
                  <a:cubicBezTo>
                    <a:pt x="32" y="336"/>
                    <a:pt x="32" y="16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851343" y="2604397"/>
              <a:ext cx="358067" cy="265794"/>
            </a:xfrm>
            <a:custGeom>
              <a:rect b="b" l="l" r="r" t="t"/>
              <a:pathLst>
                <a:path extrusionOk="0" h="2676" w="3605">
                  <a:moveTo>
                    <a:pt x="3604" y="1"/>
                  </a:moveTo>
                  <a:cubicBezTo>
                    <a:pt x="3588" y="1"/>
                    <a:pt x="3588" y="1"/>
                    <a:pt x="3588" y="17"/>
                  </a:cubicBezTo>
                  <a:cubicBezTo>
                    <a:pt x="3572" y="49"/>
                    <a:pt x="3552" y="66"/>
                    <a:pt x="3503" y="86"/>
                  </a:cubicBezTo>
                  <a:cubicBezTo>
                    <a:pt x="2982" y="304"/>
                    <a:pt x="2441" y="538"/>
                    <a:pt x="1936" y="756"/>
                  </a:cubicBezTo>
                  <a:cubicBezTo>
                    <a:pt x="1617" y="894"/>
                    <a:pt x="1298" y="1027"/>
                    <a:pt x="978" y="1160"/>
                  </a:cubicBezTo>
                  <a:cubicBezTo>
                    <a:pt x="744" y="1277"/>
                    <a:pt x="441" y="1399"/>
                    <a:pt x="138" y="1516"/>
                  </a:cubicBezTo>
                  <a:cubicBezTo>
                    <a:pt x="37" y="1548"/>
                    <a:pt x="1" y="1601"/>
                    <a:pt x="1" y="1702"/>
                  </a:cubicBezTo>
                  <a:lnTo>
                    <a:pt x="1" y="2489"/>
                  </a:lnTo>
                  <a:cubicBezTo>
                    <a:pt x="1" y="2510"/>
                    <a:pt x="1" y="2526"/>
                    <a:pt x="17" y="2558"/>
                  </a:cubicBezTo>
                  <a:cubicBezTo>
                    <a:pt x="17" y="2590"/>
                    <a:pt x="37" y="2627"/>
                    <a:pt x="1" y="2659"/>
                  </a:cubicBezTo>
                  <a:lnTo>
                    <a:pt x="1" y="2675"/>
                  </a:lnTo>
                  <a:lnTo>
                    <a:pt x="37" y="2675"/>
                  </a:lnTo>
                  <a:cubicBezTo>
                    <a:pt x="53" y="2627"/>
                    <a:pt x="53" y="2590"/>
                    <a:pt x="37" y="2542"/>
                  </a:cubicBezTo>
                  <a:cubicBezTo>
                    <a:pt x="37" y="2526"/>
                    <a:pt x="17" y="2510"/>
                    <a:pt x="17" y="2489"/>
                  </a:cubicBezTo>
                  <a:cubicBezTo>
                    <a:pt x="37" y="2239"/>
                    <a:pt x="37" y="1984"/>
                    <a:pt x="37" y="1702"/>
                  </a:cubicBezTo>
                  <a:cubicBezTo>
                    <a:pt x="17" y="1617"/>
                    <a:pt x="53" y="1564"/>
                    <a:pt x="138" y="1532"/>
                  </a:cubicBezTo>
                  <a:cubicBezTo>
                    <a:pt x="457" y="1415"/>
                    <a:pt x="744" y="1298"/>
                    <a:pt x="995" y="1197"/>
                  </a:cubicBezTo>
                  <a:cubicBezTo>
                    <a:pt x="1314" y="1059"/>
                    <a:pt x="1617" y="926"/>
                    <a:pt x="1936" y="793"/>
                  </a:cubicBezTo>
                  <a:cubicBezTo>
                    <a:pt x="2461" y="554"/>
                    <a:pt x="2982" y="336"/>
                    <a:pt x="3503" y="118"/>
                  </a:cubicBezTo>
                  <a:lnTo>
                    <a:pt x="3519" y="102"/>
                  </a:lnTo>
                  <a:cubicBezTo>
                    <a:pt x="3572" y="86"/>
                    <a:pt x="3604" y="66"/>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1615351" y="2475672"/>
              <a:ext cx="5264" cy="60290"/>
            </a:xfrm>
            <a:custGeom>
              <a:rect b="b" l="l" r="r" t="t"/>
              <a:pathLst>
                <a:path extrusionOk="0" h="607" w="53">
                  <a:moveTo>
                    <a:pt x="37" y="0"/>
                  </a:moveTo>
                  <a:lnTo>
                    <a:pt x="21" y="16"/>
                  </a:lnTo>
                  <a:cubicBezTo>
                    <a:pt x="0" y="101"/>
                    <a:pt x="0" y="186"/>
                    <a:pt x="21" y="287"/>
                  </a:cubicBezTo>
                  <a:lnTo>
                    <a:pt x="21" y="453"/>
                  </a:lnTo>
                  <a:lnTo>
                    <a:pt x="21" y="489"/>
                  </a:lnTo>
                  <a:cubicBezTo>
                    <a:pt x="21" y="521"/>
                    <a:pt x="21" y="554"/>
                    <a:pt x="0" y="590"/>
                  </a:cubicBezTo>
                  <a:lnTo>
                    <a:pt x="0" y="606"/>
                  </a:lnTo>
                  <a:lnTo>
                    <a:pt x="21" y="606"/>
                  </a:lnTo>
                  <a:cubicBezTo>
                    <a:pt x="53" y="574"/>
                    <a:pt x="37" y="521"/>
                    <a:pt x="37" y="489"/>
                  </a:cubicBezTo>
                  <a:lnTo>
                    <a:pt x="37" y="453"/>
                  </a:lnTo>
                  <a:lnTo>
                    <a:pt x="37" y="287"/>
                  </a:lnTo>
                  <a:cubicBezTo>
                    <a:pt x="37" y="202"/>
                    <a:pt x="37" y="101"/>
                    <a:pt x="53" y="16"/>
                  </a:cubicBezTo>
                  <a:cubicBezTo>
                    <a:pt x="53" y="16"/>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1859690" y="3393236"/>
              <a:ext cx="4867" cy="63965"/>
            </a:xfrm>
            <a:custGeom>
              <a:rect b="b" l="l" r="r" t="t"/>
              <a:pathLst>
                <a:path extrusionOk="0" h="644" w="49">
                  <a:moveTo>
                    <a:pt x="33" y="1"/>
                  </a:moveTo>
                  <a:lnTo>
                    <a:pt x="33" y="21"/>
                  </a:lnTo>
                  <a:cubicBezTo>
                    <a:pt x="1" y="122"/>
                    <a:pt x="17" y="203"/>
                    <a:pt x="17" y="304"/>
                  </a:cubicBezTo>
                  <a:lnTo>
                    <a:pt x="17" y="474"/>
                  </a:lnTo>
                  <a:lnTo>
                    <a:pt x="17" y="526"/>
                  </a:lnTo>
                  <a:cubicBezTo>
                    <a:pt x="17" y="558"/>
                    <a:pt x="17" y="591"/>
                    <a:pt x="1" y="627"/>
                  </a:cubicBezTo>
                  <a:lnTo>
                    <a:pt x="1" y="643"/>
                  </a:lnTo>
                  <a:lnTo>
                    <a:pt x="17" y="643"/>
                  </a:lnTo>
                  <a:lnTo>
                    <a:pt x="17" y="627"/>
                  </a:lnTo>
                  <a:cubicBezTo>
                    <a:pt x="33" y="591"/>
                    <a:pt x="33" y="558"/>
                    <a:pt x="33" y="526"/>
                  </a:cubicBezTo>
                  <a:lnTo>
                    <a:pt x="33" y="474"/>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1521886" y="3197864"/>
              <a:ext cx="197458" cy="279401"/>
            </a:xfrm>
            <a:custGeom>
              <a:rect b="b" l="l" r="r" t="t"/>
              <a:pathLst>
                <a:path extrusionOk="0" h="2813" w="1988">
                  <a:moveTo>
                    <a:pt x="32" y="1"/>
                  </a:moveTo>
                  <a:cubicBezTo>
                    <a:pt x="32" y="1"/>
                    <a:pt x="16" y="1"/>
                    <a:pt x="16" y="17"/>
                  </a:cubicBezTo>
                  <a:cubicBezTo>
                    <a:pt x="0" y="186"/>
                    <a:pt x="0" y="372"/>
                    <a:pt x="0" y="538"/>
                  </a:cubicBezTo>
                  <a:cubicBezTo>
                    <a:pt x="16" y="639"/>
                    <a:pt x="16" y="740"/>
                    <a:pt x="0" y="857"/>
                  </a:cubicBezTo>
                  <a:cubicBezTo>
                    <a:pt x="0" y="893"/>
                    <a:pt x="32" y="926"/>
                    <a:pt x="69" y="958"/>
                  </a:cubicBezTo>
                  <a:lnTo>
                    <a:pt x="85" y="978"/>
                  </a:lnTo>
                  <a:cubicBezTo>
                    <a:pt x="590" y="1447"/>
                    <a:pt x="1111" y="1936"/>
                    <a:pt x="1616" y="2424"/>
                  </a:cubicBezTo>
                  <a:cubicBezTo>
                    <a:pt x="1632" y="2441"/>
                    <a:pt x="1669" y="2473"/>
                    <a:pt x="1685" y="2493"/>
                  </a:cubicBezTo>
                  <a:cubicBezTo>
                    <a:pt x="1733" y="2542"/>
                    <a:pt x="1786" y="2594"/>
                    <a:pt x="1834" y="2626"/>
                  </a:cubicBezTo>
                  <a:cubicBezTo>
                    <a:pt x="1887" y="2675"/>
                    <a:pt x="1935" y="2727"/>
                    <a:pt x="1951" y="2796"/>
                  </a:cubicBezTo>
                  <a:lnTo>
                    <a:pt x="1971" y="2812"/>
                  </a:lnTo>
                  <a:lnTo>
                    <a:pt x="1988" y="2796"/>
                  </a:lnTo>
                  <a:cubicBezTo>
                    <a:pt x="1951" y="2711"/>
                    <a:pt x="1919" y="2659"/>
                    <a:pt x="1850" y="2610"/>
                  </a:cubicBezTo>
                  <a:cubicBezTo>
                    <a:pt x="1802" y="2558"/>
                    <a:pt x="1749" y="2509"/>
                    <a:pt x="1701" y="2473"/>
                  </a:cubicBezTo>
                  <a:cubicBezTo>
                    <a:pt x="1685" y="2441"/>
                    <a:pt x="1648" y="2424"/>
                    <a:pt x="1632" y="2408"/>
                  </a:cubicBezTo>
                  <a:cubicBezTo>
                    <a:pt x="1127" y="1919"/>
                    <a:pt x="606" y="1431"/>
                    <a:pt x="101" y="942"/>
                  </a:cubicBezTo>
                  <a:lnTo>
                    <a:pt x="85" y="942"/>
                  </a:lnTo>
                  <a:cubicBezTo>
                    <a:pt x="69" y="910"/>
                    <a:pt x="32" y="893"/>
                    <a:pt x="32" y="857"/>
                  </a:cubicBezTo>
                  <a:lnTo>
                    <a:pt x="32" y="538"/>
                  </a:lnTo>
                  <a:cubicBezTo>
                    <a:pt x="32" y="372"/>
                    <a:pt x="32" y="186"/>
                    <a:pt x="53" y="17"/>
                  </a:cubicBezTo>
                  <a:cubicBezTo>
                    <a:pt x="53" y="1"/>
                    <a:pt x="53"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1737719" y="2749709"/>
              <a:ext cx="172230" cy="316251"/>
            </a:xfrm>
            <a:custGeom>
              <a:rect b="b" l="l" r="r" t="t"/>
              <a:pathLst>
                <a:path extrusionOk="0" h="3184" w="1734">
                  <a:moveTo>
                    <a:pt x="17" y="0"/>
                  </a:moveTo>
                  <a:cubicBezTo>
                    <a:pt x="0" y="0"/>
                    <a:pt x="0" y="0"/>
                    <a:pt x="0" y="16"/>
                  </a:cubicBezTo>
                  <a:cubicBezTo>
                    <a:pt x="17" y="138"/>
                    <a:pt x="81" y="218"/>
                    <a:pt x="166" y="303"/>
                  </a:cubicBezTo>
                  <a:cubicBezTo>
                    <a:pt x="182" y="319"/>
                    <a:pt x="202" y="356"/>
                    <a:pt x="219" y="372"/>
                  </a:cubicBezTo>
                  <a:cubicBezTo>
                    <a:pt x="453" y="675"/>
                    <a:pt x="687" y="962"/>
                    <a:pt x="909" y="1265"/>
                  </a:cubicBezTo>
                  <a:lnTo>
                    <a:pt x="1229" y="1669"/>
                  </a:lnTo>
                  <a:cubicBezTo>
                    <a:pt x="1277" y="1717"/>
                    <a:pt x="1313" y="1786"/>
                    <a:pt x="1362" y="1834"/>
                  </a:cubicBezTo>
                  <a:cubicBezTo>
                    <a:pt x="1447" y="1955"/>
                    <a:pt x="1532" y="2056"/>
                    <a:pt x="1616" y="2174"/>
                  </a:cubicBezTo>
                  <a:cubicBezTo>
                    <a:pt x="1697" y="2275"/>
                    <a:pt x="1681" y="2376"/>
                    <a:pt x="1681" y="2493"/>
                  </a:cubicBezTo>
                  <a:cubicBezTo>
                    <a:pt x="1681" y="2561"/>
                    <a:pt x="1665" y="2610"/>
                    <a:pt x="1681" y="2679"/>
                  </a:cubicBezTo>
                  <a:cubicBezTo>
                    <a:pt x="1697" y="2844"/>
                    <a:pt x="1717" y="3014"/>
                    <a:pt x="1649" y="3167"/>
                  </a:cubicBezTo>
                  <a:lnTo>
                    <a:pt x="1649" y="3184"/>
                  </a:lnTo>
                  <a:lnTo>
                    <a:pt x="1665" y="3184"/>
                  </a:lnTo>
                  <a:cubicBezTo>
                    <a:pt x="1733" y="3014"/>
                    <a:pt x="1733" y="2844"/>
                    <a:pt x="1697" y="2679"/>
                  </a:cubicBezTo>
                  <a:lnTo>
                    <a:pt x="1697" y="2493"/>
                  </a:lnTo>
                  <a:cubicBezTo>
                    <a:pt x="1717" y="2376"/>
                    <a:pt x="1717" y="2258"/>
                    <a:pt x="1649" y="2157"/>
                  </a:cubicBezTo>
                  <a:cubicBezTo>
                    <a:pt x="1564" y="2036"/>
                    <a:pt x="1463" y="1935"/>
                    <a:pt x="1378" y="1818"/>
                  </a:cubicBezTo>
                  <a:cubicBezTo>
                    <a:pt x="1346" y="1770"/>
                    <a:pt x="1293" y="1701"/>
                    <a:pt x="1245" y="1653"/>
                  </a:cubicBezTo>
                  <a:lnTo>
                    <a:pt x="942" y="1249"/>
                  </a:lnTo>
                  <a:cubicBezTo>
                    <a:pt x="707" y="962"/>
                    <a:pt x="469" y="659"/>
                    <a:pt x="235" y="356"/>
                  </a:cubicBezTo>
                  <a:cubicBezTo>
                    <a:pt x="219" y="340"/>
                    <a:pt x="202" y="303"/>
                    <a:pt x="182" y="287"/>
                  </a:cubicBezTo>
                  <a:cubicBezTo>
                    <a:pt x="118" y="202"/>
                    <a:pt x="33" y="11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1765828" y="3289044"/>
              <a:ext cx="5264" cy="67839"/>
            </a:xfrm>
            <a:custGeom>
              <a:rect b="b" l="l" r="r" t="t"/>
              <a:pathLst>
                <a:path extrusionOk="0" h="683" w="53">
                  <a:moveTo>
                    <a:pt x="32" y="1"/>
                  </a:moveTo>
                  <a:cubicBezTo>
                    <a:pt x="28" y="1"/>
                    <a:pt x="20" y="8"/>
                    <a:pt x="20" y="8"/>
                  </a:cubicBezTo>
                  <a:cubicBezTo>
                    <a:pt x="0" y="109"/>
                    <a:pt x="0" y="226"/>
                    <a:pt x="20" y="327"/>
                  </a:cubicBezTo>
                  <a:cubicBezTo>
                    <a:pt x="20" y="395"/>
                    <a:pt x="20" y="464"/>
                    <a:pt x="0" y="529"/>
                  </a:cubicBezTo>
                  <a:cubicBezTo>
                    <a:pt x="0" y="545"/>
                    <a:pt x="0" y="565"/>
                    <a:pt x="20" y="565"/>
                  </a:cubicBezTo>
                  <a:cubicBezTo>
                    <a:pt x="20" y="597"/>
                    <a:pt x="20" y="630"/>
                    <a:pt x="0" y="646"/>
                  </a:cubicBezTo>
                  <a:lnTo>
                    <a:pt x="0" y="682"/>
                  </a:lnTo>
                  <a:lnTo>
                    <a:pt x="20" y="682"/>
                  </a:lnTo>
                  <a:lnTo>
                    <a:pt x="20" y="666"/>
                  </a:lnTo>
                  <a:cubicBezTo>
                    <a:pt x="37" y="630"/>
                    <a:pt x="37" y="597"/>
                    <a:pt x="37" y="565"/>
                  </a:cubicBezTo>
                  <a:lnTo>
                    <a:pt x="37" y="529"/>
                  </a:lnTo>
                  <a:lnTo>
                    <a:pt x="37" y="327"/>
                  </a:lnTo>
                  <a:cubicBezTo>
                    <a:pt x="37" y="226"/>
                    <a:pt x="37" y="125"/>
                    <a:pt x="53" y="8"/>
                  </a:cubicBezTo>
                  <a:lnTo>
                    <a:pt x="37" y="8"/>
                  </a:lnTo>
                  <a:cubicBezTo>
                    <a:pt x="37" y="2"/>
                    <a:pt x="35"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1861279" y="2666276"/>
              <a:ext cx="6953" cy="51848"/>
            </a:xfrm>
            <a:custGeom>
              <a:rect b="b" l="l" r="r" t="t"/>
              <a:pathLst>
                <a:path extrusionOk="0" h="522" w="70">
                  <a:moveTo>
                    <a:pt x="49" y="0"/>
                  </a:moveTo>
                  <a:cubicBezTo>
                    <a:pt x="49" y="0"/>
                    <a:pt x="33" y="0"/>
                    <a:pt x="33" y="16"/>
                  </a:cubicBezTo>
                  <a:cubicBezTo>
                    <a:pt x="17" y="101"/>
                    <a:pt x="17" y="186"/>
                    <a:pt x="17" y="250"/>
                  </a:cubicBezTo>
                  <a:cubicBezTo>
                    <a:pt x="17" y="335"/>
                    <a:pt x="33" y="420"/>
                    <a:pt x="17" y="505"/>
                  </a:cubicBezTo>
                  <a:cubicBezTo>
                    <a:pt x="1" y="505"/>
                    <a:pt x="17" y="505"/>
                    <a:pt x="17" y="521"/>
                  </a:cubicBezTo>
                  <a:lnTo>
                    <a:pt x="33" y="505"/>
                  </a:lnTo>
                  <a:cubicBezTo>
                    <a:pt x="49" y="420"/>
                    <a:pt x="49" y="335"/>
                    <a:pt x="49" y="250"/>
                  </a:cubicBezTo>
                  <a:cubicBezTo>
                    <a:pt x="49" y="186"/>
                    <a:pt x="49" y="101"/>
                    <a:pt x="69" y="16"/>
                  </a:cubicBezTo>
                  <a:cubicBezTo>
                    <a:pt x="69" y="16"/>
                    <a:pt x="6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852932" y="1711664"/>
              <a:ext cx="359656" cy="334328"/>
            </a:xfrm>
            <a:custGeom>
              <a:rect b="b" l="l" r="r" t="t"/>
              <a:pathLst>
                <a:path extrusionOk="0" h="3366" w="3621">
                  <a:moveTo>
                    <a:pt x="3604" y="1"/>
                  </a:moveTo>
                  <a:cubicBezTo>
                    <a:pt x="3588" y="1"/>
                    <a:pt x="3588" y="17"/>
                    <a:pt x="3588" y="33"/>
                  </a:cubicBezTo>
                  <a:cubicBezTo>
                    <a:pt x="3572" y="49"/>
                    <a:pt x="3572" y="49"/>
                    <a:pt x="3556" y="65"/>
                  </a:cubicBezTo>
                  <a:cubicBezTo>
                    <a:pt x="2461" y="655"/>
                    <a:pt x="1467" y="1176"/>
                    <a:pt x="526" y="1701"/>
                  </a:cubicBezTo>
                  <a:cubicBezTo>
                    <a:pt x="490" y="1718"/>
                    <a:pt x="441" y="1750"/>
                    <a:pt x="405" y="1766"/>
                  </a:cubicBezTo>
                  <a:cubicBezTo>
                    <a:pt x="304" y="1819"/>
                    <a:pt x="203" y="1867"/>
                    <a:pt x="102" y="1936"/>
                  </a:cubicBezTo>
                  <a:cubicBezTo>
                    <a:pt x="37" y="1968"/>
                    <a:pt x="21" y="2004"/>
                    <a:pt x="21" y="2069"/>
                  </a:cubicBezTo>
                  <a:lnTo>
                    <a:pt x="21" y="2558"/>
                  </a:lnTo>
                  <a:cubicBezTo>
                    <a:pt x="21" y="2792"/>
                    <a:pt x="1" y="3047"/>
                    <a:pt x="21" y="3281"/>
                  </a:cubicBezTo>
                  <a:lnTo>
                    <a:pt x="21" y="3333"/>
                  </a:lnTo>
                  <a:cubicBezTo>
                    <a:pt x="1" y="3333"/>
                    <a:pt x="1" y="3350"/>
                    <a:pt x="1" y="3350"/>
                  </a:cubicBezTo>
                  <a:lnTo>
                    <a:pt x="1" y="3366"/>
                  </a:lnTo>
                  <a:lnTo>
                    <a:pt x="21" y="3366"/>
                  </a:lnTo>
                  <a:cubicBezTo>
                    <a:pt x="37" y="3350"/>
                    <a:pt x="37" y="3350"/>
                    <a:pt x="37" y="3333"/>
                  </a:cubicBezTo>
                  <a:cubicBezTo>
                    <a:pt x="54" y="3317"/>
                    <a:pt x="54" y="3297"/>
                    <a:pt x="54" y="3281"/>
                  </a:cubicBezTo>
                  <a:cubicBezTo>
                    <a:pt x="37" y="3047"/>
                    <a:pt x="37" y="2792"/>
                    <a:pt x="37" y="2558"/>
                  </a:cubicBezTo>
                  <a:lnTo>
                    <a:pt x="37" y="2069"/>
                  </a:lnTo>
                  <a:cubicBezTo>
                    <a:pt x="37" y="2020"/>
                    <a:pt x="54" y="1984"/>
                    <a:pt x="122" y="1952"/>
                  </a:cubicBezTo>
                  <a:cubicBezTo>
                    <a:pt x="203" y="1903"/>
                    <a:pt x="324" y="1835"/>
                    <a:pt x="425" y="1782"/>
                  </a:cubicBezTo>
                  <a:cubicBezTo>
                    <a:pt x="457" y="1766"/>
                    <a:pt x="490" y="1750"/>
                    <a:pt x="542" y="1718"/>
                  </a:cubicBezTo>
                  <a:cubicBezTo>
                    <a:pt x="1467" y="1213"/>
                    <a:pt x="2461" y="671"/>
                    <a:pt x="3556" y="85"/>
                  </a:cubicBezTo>
                  <a:cubicBezTo>
                    <a:pt x="3588" y="65"/>
                    <a:pt x="3604" y="49"/>
                    <a:pt x="3604" y="33"/>
                  </a:cubicBezTo>
                  <a:cubicBezTo>
                    <a:pt x="3604" y="33"/>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794827" y="2151475"/>
              <a:ext cx="4867" cy="91975"/>
            </a:xfrm>
            <a:custGeom>
              <a:rect b="b" l="l" r="r" t="t"/>
              <a:pathLst>
                <a:path extrusionOk="0" h="926" w="49">
                  <a:moveTo>
                    <a:pt x="0" y="0"/>
                  </a:moveTo>
                  <a:lnTo>
                    <a:pt x="0" y="16"/>
                  </a:lnTo>
                  <a:cubicBezTo>
                    <a:pt x="16" y="166"/>
                    <a:pt x="16" y="319"/>
                    <a:pt x="0" y="485"/>
                  </a:cubicBezTo>
                  <a:lnTo>
                    <a:pt x="0" y="772"/>
                  </a:lnTo>
                  <a:lnTo>
                    <a:pt x="0" y="808"/>
                  </a:lnTo>
                  <a:cubicBezTo>
                    <a:pt x="0" y="840"/>
                    <a:pt x="0" y="889"/>
                    <a:pt x="16" y="925"/>
                  </a:cubicBezTo>
                  <a:lnTo>
                    <a:pt x="33" y="925"/>
                  </a:lnTo>
                  <a:cubicBezTo>
                    <a:pt x="49" y="925"/>
                    <a:pt x="49" y="925"/>
                    <a:pt x="49" y="909"/>
                  </a:cubicBezTo>
                  <a:cubicBezTo>
                    <a:pt x="33" y="873"/>
                    <a:pt x="33" y="840"/>
                    <a:pt x="33" y="808"/>
                  </a:cubicBezTo>
                  <a:lnTo>
                    <a:pt x="33" y="772"/>
                  </a:lnTo>
                  <a:lnTo>
                    <a:pt x="33" y="485"/>
                  </a:lnTo>
                  <a:cubicBezTo>
                    <a:pt x="33" y="319"/>
                    <a:pt x="33" y="166"/>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751024" y="2336815"/>
              <a:ext cx="5364" cy="87207"/>
            </a:xfrm>
            <a:custGeom>
              <a:rect b="b" l="l" r="r" t="t"/>
              <a:pathLst>
                <a:path extrusionOk="0" h="878" w="54">
                  <a:moveTo>
                    <a:pt x="17" y="0"/>
                  </a:moveTo>
                  <a:lnTo>
                    <a:pt x="1" y="17"/>
                  </a:lnTo>
                  <a:cubicBezTo>
                    <a:pt x="17" y="170"/>
                    <a:pt x="17" y="303"/>
                    <a:pt x="17" y="437"/>
                  </a:cubicBezTo>
                  <a:lnTo>
                    <a:pt x="17" y="691"/>
                  </a:lnTo>
                  <a:lnTo>
                    <a:pt x="17" y="808"/>
                  </a:lnTo>
                  <a:lnTo>
                    <a:pt x="17" y="861"/>
                  </a:lnTo>
                  <a:lnTo>
                    <a:pt x="17" y="877"/>
                  </a:lnTo>
                  <a:cubicBezTo>
                    <a:pt x="37" y="877"/>
                    <a:pt x="37" y="861"/>
                    <a:pt x="37" y="861"/>
                  </a:cubicBezTo>
                  <a:lnTo>
                    <a:pt x="37" y="808"/>
                  </a:lnTo>
                  <a:lnTo>
                    <a:pt x="37" y="691"/>
                  </a:lnTo>
                  <a:lnTo>
                    <a:pt x="37" y="437"/>
                  </a:lnTo>
                  <a:cubicBezTo>
                    <a:pt x="37" y="303"/>
                    <a:pt x="53" y="154"/>
                    <a:pt x="17"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1944712" y="2636181"/>
              <a:ext cx="6953" cy="57013"/>
            </a:xfrm>
            <a:custGeom>
              <a:rect b="b" l="l" r="r" t="t"/>
              <a:pathLst>
                <a:path extrusionOk="0" h="574" w="70">
                  <a:moveTo>
                    <a:pt x="53" y="0"/>
                  </a:moveTo>
                  <a:cubicBezTo>
                    <a:pt x="37" y="0"/>
                    <a:pt x="37" y="16"/>
                    <a:pt x="37" y="16"/>
                  </a:cubicBezTo>
                  <a:cubicBezTo>
                    <a:pt x="17" y="101"/>
                    <a:pt x="17" y="202"/>
                    <a:pt x="17" y="287"/>
                  </a:cubicBezTo>
                  <a:cubicBezTo>
                    <a:pt x="17" y="388"/>
                    <a:pt x="17" y="473"/>
                    <a:pt x="1" y="553"/>
                  </a:cubicBezTo>
                  <a:cubicBezTo>
                    <a:pt x="1" y="574"/>
                    <a:pt x="1" y="574"/>
                    <a:pt x="17" y="574"/>
                  </a:cubicBezTo>
                  <a:lnTo>
                    <a:pt x="37" y="574"/>
                  </a:lnTo>
                  <a:cubicBezTo>
                    <a:pt x="53" y="473"/>
                    <a:pt x="53" y="388"/>
                    <a:pt x="53" y="287"/>
                  </a:cubicBezTo>
                  <a:cubicBezTo>
                    <a:pt x="37" y="202"/>
                    <a:pt x="37" y="117"/>
                    <a:pt x="53" y="16"/>
                  </a:cubicBezTo>
                  <a:cubicBezTo>
                    <a:pt x="70" y="16"/>
                    <a:pt x="53" y="16"/>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1416701" y="2831553"/>
              <a:ext cx="85221" cy="92372"/>
            </a:xfrm>
            <a:custGeom>
              <a:rect b="b" l="l" r="r" t="t"/>
              <a:pathLst>
                <a:path extrusionOk="0" h="930" w="858">
                  <a:moveTo>
                    <a:pt x="17" y="0"/>
                  </a:moveTo>
                  <a:cubicBezTo>
                    <a:pt x="1" y="0"/>
                    <a:pt x="1" y="0"/>
                    <a:pt x="1" y="21"/>
                  </a:cubicBezTo>
                  <a:lnTo>
                    <a:pt x="17" y="21"/>
                  </a:lnTo>
                  <a:cubicBezTo>
                    <a:pt x="49" y="21"/>
                    <a:pt x="65" y="53"/>
                    <a:pt x="102" y="69"/>
                  </a:cubicBezTo>
                  <a:cubicBezTo>
                    <a:pt x="102" y="69"/>
                    <a:pt x="102" y="85"/>
                    <a:pt x="118" y="85"/>
                  </a:cubicBezTo>
                  <a:cubicBezTo>
                    <a:pt x="251" y="223"/>
                    <a:pt x="384" y="372"/>
                    <a:pt x="506" y="526"/>
                  </a:cubicBezTo>
                  <a:lnTo>
                    <a:pt x="522" y="542"/>
                  </a:lnTo>
                  <a:lnTo>
                    <a:pt x="623" y="643"/>
                  </a:lnTo>
                  <a:cubicBezTo>
                    <a:pt x="708" y="728"/>
                    <a:pt x="788" y="808"/>
                    <a:pt x="825" y="930"/>
                  </a:cubicBezTo>
                  <a:lnTo>
                    <a:pt x="841" y="930"/>
                  </a:lnTo>
                  <a:cubicBezTo>
                    <a:pt x="841" y="930"/>
                    <a:pt x="857" y="930"/>
                    <a:pt x="857" y="909"/>
                  </a:cubicBezTo>
                  <a:cubicBezTo>
                    <a:pt x="825" y="792"/>
                    <a:pt x="724" y="707"/>
                    <a:pt x="639" y="627"/>
                  </a:cubicBezTo>
                  <a:cubicBezTo>
                    <a:pt x="607" y="590"/>
                    <a:pt x="570" y="558"/>
                    <a:pt x="538" y="526"/>
                  </a:cubicBezTo>
                  <a:lnTo>
                    <a:pt x="538" y="505"/>
                  </a:lnTo>
                  <a:cubicBezTo>
                    <a:pt x="405" y="356"/>
                    <a:pt x="267" y="202"/>
                    <a:pt x="134" y="69"/>
                  </a:cubicBezTo>
                  <a:cubicBezTo>
                    <a:pt x="118" y="69"/>
                    <a:pt x="118" y="53"/>
                    <a:pt x="118" y="53"/>
                  </a:cubicBezTo>
                  <a:cubicBezTo>
                    <a:pt x="82" y="21"/>
                    <a:pt x="65"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1336446" y="2930282"/>
              <a:ext cx="4966" cy="98729"/>
            </a:xfrm>
            <a:custGeom>
              <a:rect b="b" l="l" r="r" t="t"/>
              <a:pathLst>
                <a:path extrusionOk="0" h="994" w="50">
                  <a:moveTo>
                    <a:pt x="17" y="0"/>
                  </a:moveTo>
                  <a:cubicBezTo>
                    <a:pt x="1" y="0"/>
                    <a:pt x="1" y="16"/>
                    <a:pt x="1" y="16"/>
                  </a:cubicBezTo>
                  <a:cubicBezTo>
                    <a:pt x="17" y="137"/>
                    <a:pt x="17" y="255"/>
                    <a:pt x="17" y="372"/>
                  </a:cubicBezTo>
                  <a:lnTo>
                    <a:pt x="17" y="558"/>
                  </a:lnTo>
                  <a:lnTo>
                    <a:pt x="17" y="844"/>
                  </a:lnTo>
                  <a:lnTo>
                    <a:pt x="17" y="978"/>
                  </a:lnTo>
                  <a:lnTo>
                    <a:pt x="17" y="994"/>
                  </a:lnTo>
                  <a:cubicBezTo>
                    <a:pt x="33" y="994"/>
                    <a:pt x="33" y="978"/>
                    <a:pt x="33" y="978"/>
                  </a:cubicBezTo>
                  <a:lnTo>
                    <a:pt x="33" y="844"/>
                  </a:lnTo>
                  <a:lnTo>
                    <a:pt x="33" y="558"/>
                  </a:lnTo>
                  <a:lnTo>
                    <a:pt x="33" y="372"/>
                  </a:lnTo>
                  <a:cubicBezTo>
                    <a:pt x="33" y="255"/>
                    <a:pt x="49" y="13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1815987" y="2443987"/>
              <a:ext cx="5264" cy="61879"/>
            </a:xfrm>
            <a:custGeom>
              <a:rect b="b" l="l" r="r" t="t"/>
              <a:pathLst>
                <a:path extrusionOk="0" h="623" w="53">
                  <a:moveTo>
                    <a:pt x="53" y="0"/>
                  </a:moveTo>
                  <a:cubicBezTo>
                    <a:pt x="37" y="0"/>
                    <a:pt x="37" y="0"/>
                    <a:pt x="37" y="16"/>
                  </a:cubicBezTo>
                  <a:cubicBezTo>
                    <a:pt x="20" y="101"/>
                    <a:pt x="20" y="202"/>
                    <a:pt x="20" y="287"/>
                  </a:cubicBezTo>
                  <a:lnTo>
                    <a:pt x="20" y="469"/>
                  </a:lnTo>
                  <a:lnTo>
                    <a:pt x="20" y="521"/>
                  </a:lnTo>
                  <a:cubicBezTo>
                    <a:pt x="20" y="537"/>
                    <a:pt x="20" y="570"/>
                    <a:pt x="0" y="606"/>
                  </a:cubicBezTo>
                  <a:lnTo>
                    <a:pt x="20" y="622"/>
                  </a:lnTo>
                  <a:lnTo>
                    <a:pt x="37" y="606"/>
                  </a:lnTo>
                  <a:cubicBezTo>
                    <a:pt x="53" y="570"/>
                    <a:pt x="53" y="537"/>
                    <a:pt x="53" y="505"/>
                  </a:cubicBezTo>
                  <a:lnTo>
                    <a:pt x="53" y="469"/>
                  </a:lnTo>
                  <a:lnTo>
                    <a:pt x="53" y="287"/>
                  </a:lnTo>
                  <a:cubicBezTo>
                    <a:pt x="37" y="202"/>
                    <a:pt x="37" y="10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1336446" y="2753285"/>
              <a:ext cx="4966" cy="91975"/>
            </a:xfrm>
            <a:custGeom>
              <a:rect b="b" l="l" r="r" t="t"/>
              <a:pathLst>
                <a:path extrusionOk="0" h="926" w="50">
                  <a:moveTo>
                    <a:pt x="17" y="1"/>
                  </a:moveTo>
                  <a:cubicBezTo>
                    <a:pt x="1" y="1"/>
                    <a:pt x="1" y="17"/>
                    <a:pt x="1" y="17"/>
                  </a:cubicBezTo>
                  <a:cubicBezTo>
                    <a:pt x="17" y="150"/>
                    <a:pt x="17" y="304"/>
                    <a:pt x="17" y="437"/>
                  </a:cubicBezTo>
                  <a:cubicBezTo>
                    <a:pt x="17" y="522"/>
                    <a:pt x="1" y="607"/>
                    <a:pt x="17" y="687"/>
                  </a:cubicBezTo>
                  <a:lnTo>
                    <a:pt x="17" y="756"/>
                  </a:lnTo>
                  <a:cubicBezTo>
                    <a:pt x="17" y="809"/>
                    <a:pt x="1" y="857"/>
                    <a:pt x="33" y="910"/>
                  </a:cubicBezTo>
                  <a:lnTo>
                    <a:pt x="33" y="926"/>
                  </a:lnTo>
                  <a:lnTo>
                    <a:pt x="49" y="926"/>
                  </a:lnTo>
                  <a:lnTo>
                    <a:pt x="49" y="910"/>
                  </a:lnTo>
                  <a:cubicBezTo>
                    <a:pt x="33" y="857"/>
                    <a:pt x="33" y="809"/>
                    <a:pt x="33" y="756"/>
                  </a:cubicBezTo>
                  <a:lnTo>
                    <a:pt x="33" y="687"/>
                  </a:lnTo>
                  <a:lnTo>
                    <a:pt x="33" y="437"/>
                  </a:lnTo>
                  <a:cubicBezTo>
                    <a:pt x="33" y="304"/>
                    <a:pt x="49" y="150"/>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852932" y="1203318"/>
              <a:ext cx="359656" cy="324296"/>
            </a:xfrm>
            <a:custGeom>
              <a:rect b="b" l="l" r="r" t="t"/>
              <a:pathLst>
                <a:path extrusionOk="0" h="3265" w="3621">
                  <a:moveTo>
                    <a:pt x="3604" y="0"/>
                  </a:moveTo>
                  <a:cubicBezTo>
                    <a:pt x="3471" y="85"/>
                    <a:pt x="3334" y="170"/>
                    <a:pt x="3200" y="255"/>
                  </a:cubicBezTo>
                  <a:cubicBezTo>
                    <a:pt x="2914" y="421"/>
                    <a:pt x="2611" y="606"/>
                    <a:pt x="2324" y="792"/>
                  </a:cubicBezTo>
                  <a:cubicBezTo>
                    <a:pt x="1904" y="1043"/>
                    <a:pt x="1484" y="1313"/>
                    <a:pt x="1063" y="1568"/>
                  </a:cubicBezTo>
                  <a:cubicBezTo>
                    <a:pt x="744" y="1770"/>
                    <a:pt x="441" y="1952"/>
                    <a:pt x="122" y="2154"/>
                  </a:cubicBezTo>
                  <a:cubicBezTo>
                    <a:pt x="54" y="2206"/>
                    <a:pt x="21" y="2238"/>
                    <a:pt x="21" y="2356"/>
                  </a:cubicBezTo>
                  <a:cubicBezTo>
                    <a:pt x="37" y="2525"/>
                    <a:pt x="21" y="2711"/>
                    <a:pt x="21" y="2881"/>
                  </a:cubicBezTo>
                  <a:lnTo>
                    <a:pt x="21" y="3115"/>
                  </a:lnTo>
                  <a:lnTo>
                    <a:pt x="21" y="3131"/>
                  </a:lnTo>
                  <a:cubicBezTo>
                    <a:pt x="21" y="3184"/>
                    <a:pt x="1" y="3216"/>
                    <a:pt x="54" y="3248"/>
                  </a:cubicBezTo>
                  <a:lnTo>
                    <a:pt x="54" y="3264"/>
                  </a:lnTo>
                  <a:lnTo>
                    <a:pt x="70" y="3248"/>
                  </a:lnTo>
                  <a:lnTo>
                    <a:pt x="70" y="3232"/>
                  </a:lnTo>
                  <a:cubicBezTo>
                    <a:pt x="37" y="3216"/>
                    <a:pt x="37" y="3184"/>
                    <a:pt x="37" y="3131"/>
                  </a:cubicBezTo>
                  <a:lnTo>
                    <a:pt x="37" y="3115"/>
                  </a:lnTo>
                  <a:cubicBezTo>
                    <a:pt x="37" y="3030"/>
                    <a:pt x="54" y="2961"/>
                    <a:pt x="54" y="2881"/>
                  </a:cubicBezTo>
                  <a:lnTo>
                    <a:pt x="54" y="2356"/>
                  </a:lnTo>
                  <a:cubicBezTo>
                    <a:pt x="37" y="2255"/>
                    <a:pt x="70" y="2222"/>
                    <a:pt x="138" y="2174"/>
                  </a:cubicBezTo>
                  <a:cubicBezTo>
                    <a:pt x="457" y="1988"/>
                    <a:pt x="760" y="1786"/>
                    <a:pt x="1080" y="1600"/>
                  </a:cubicBezTo>
                  <a:cubicBezTo>
                    <a:pt x="1500" y="1329"/>
                    <a:pt x="1904" y="1079"/>
                    <a:pt x="2324" y="808"/>
                  </a:cubicBezTo>
                  <a:cubicBezTo>
                    <a:pt x="2627" y="622"/>
                    <a:pt x="2930" y="457"/>
                    <a:pt x="3217" y="271"/>
                  </a:cubicBezTo>
                  <a:cubicBezTo>
                    <a:pt x="3354" y="186"/>
                    <a:pt x="3487" y="101"/>
                    <a:pt x="3621" y="33"/>
                  </a:cubicBezTo>
                  <a:lnTo>
                    <a:pt x="3621" y="17"/>
                  </a:lnTo>
                  <a:cubicBezTo>
                    <a:pt x="3621" y="0"/>
                    <a:pt x="3604" y="0"/>
                    <a:pt x="36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2024967" y="3573809"/>
              <a:ext cx="6953" cy="50258"/>
            </a:xfrm>
            <a:custGeom>
              <a:rect b="b" l="l" r="r" t="t"/>
              <a:pathLst>
                <a:path extrusionOk="0" h="506" w="70">
                  <a:moveTo>
                    <a:pt x="37" y="1"/>
                  </a:moveTo>
                  <a:cubicBezTo>
                    <a:pt x="17" y="86"/>
                    <a:pt x="17" y="170"/>
                    <a:pt x="17" y="255"/>
                  </a:cubicBezTo>
                  <a:cubicBezTo>
                    <a:pt x="17" y="340"/>
                    <a:pt x="37" y="425"/>
                    <a:pt x="1" y="490"/>
                  </a:cubicBezTo>
                  <a:cubicBezTo>
                    <a:pt x="1" y="506"/>
                    <a:pt x="17" y="506"/>
                    <a:pt x="17" y="506"/>
                  </a:cubicBezTo>
                  <a:lnTo>
                    <a:pt x="37" y="506"/>
                  </a:lnTo>
                  <a:cubicBezTo>
                    <a:pt x="53" y="425"/>
                    <a:pt x="53" y="340"/>
                    <a:pt x="53" y="255"/>
                  </a:cubicBezTo>
                  <a:cubicBezTo>
                    <a:pt x="53" y="170"/>
                    <a:pt x="37" y="86"/>
                    <a:pt x="70" y="21"/>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706130" y="2213255"/>
              <a:ext cx="3278" cy="66647"/>
            </a:xfrm>
            <a:custGeom>
              <a:rect b="b" l="l" r="r" t="t"/>
              <a:pathLst>
                <a:path extrusionOk="0" h="671" w="33">
                  <a:moveTo>
                    <a:pt x="17" y="0"/>
                  </a:moveTo>
                  <a:cubicBezTo>
                    <a:pt x="17" y="0"/>
                    <a:pt x="0" y="0"/>
                    <a:pt x="0" y="16"/>
                  </a:cubicBezTo>
                  <a:lnTo>
                    <a:pt x="0" y="655"/>
                  </a:lnTo>
                  <a:cubicBezTo>
                    <a:pt x="0" y="671"/>
                    <a:pt x="17" y="671"/>
                    <a:pt x="17" y="671"/>
                  </a:cubicBezTo>
                  <a:cubicBezTo>
                    <a:pt x="33" y="671"/>
                    <a:pt x="33" y="671"/>
                    <a:pt x="33" y="655"/>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794827" y="1663094"/>
              <a:ext cx="6456" cy="55125"/>
            </a:xfrm>
            <a:custGeom>
              <a:rect b="b" l="l" r="r" t="t"/>
              <a:pathLst>
                <a:path extrusionOk="0" h="555" w="65">
                  <a:moveTo>
                    <a:pt x="16" y="1"/>
                  </a:moveTo>
                  <a:lnTo>
                    <a:pt x="16" y="102"/>
                  </a:lnTo>
                  <a:cubicBezTo>
                    <a:pt x="16" y="150"/>
                    <a:pt x="16" y="219"/>
                    <a:pt x="0" y="288"/>
                  </a:cubicBezTo>
                  <a:cubicBezTo>
                    <a:pt x="0" y="389"/>
                    <a:pt x="16" y="473"/>
                    <a:pt x="33" y="554"/>
                  </a:cubicBezTo>
                  <a:lnTo>
                    <a:pt x="49" y="554"/>
                  </a:lnTo>
                  <a:cubicBezTo>
                    <a:pt x="49" y="554"/>
                    <a:pt x="65" y="554"/>
                    <a:pt x="65" y="538"/>
                  </a:cubicBezTo>
                  <a:cubicBezTo>
                    <a:pt x="33" y="473"/>
                    <a:pt x="33" y="389"/>
                    <a:pt x="33" y="288"/>
                  </a:cubicBezTo>
                  <a:cubicBezTo>
                    <a:pt x="33" y="219"/>
                    <a:pt x="33" y="171"/>
                    <a:pt x="49" y="102"/>
                  </a:cubicBezTo>
                  <a:lnTo>
                    <a:pt x="49" y="17"/>
                  </a:lnTo>
                  <a:cubicBezTo>
                    <a:pt x="49"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1815987" y="2121379"/>
              <a:ext cx="5264" cy="61879"/>
            </a:xfrm>
            <a:custGeom>
              <a:rect b="b" l="l" r="r" t="t"/>
              <a:pathLst>
                <a:path extrusionOk="0" h="623" w="53">
                  <a:moveTo>
                    <a:pt x="53" y="0"/>
                  </a:moveTo>
                  <a:cubicBezTo>
                    <a:pt x="37" y="0"/>
                    <a:pt x="37" y="0"/>
                    <a:pt x="37" y="16"/>
                  </a:cubicBezTo>
                  <a:cubicBezTo>
                    <a:pt x="20" y="101"/>
                    <a:pt x="20" y="202"/>
                    <a:pt x="20" y="303"/>
                  </a:cubicBezTo>
                  <a:lnTo>
                    <a:pt x="20" y="469"/>
                  </a:lnTo>
                  <a:lnTo>
                    <a:pt x="20" y="521"/>
                  </a:lnTo>
                  <a:cubicBezTo>
                    <a:pt x="20" y="554"/>
                    <a:pt x="20" y="570"/>
                    <a:pt x="0" y="606"/>
                  </a:cubicBezTo>
                  <a:cubicBezTo>
                    <a:pt x="0" y="606"/>
                    <a:pt x="0" y="622"/>
                    <a:pt x="20" y="622"/>
                  </a:cubicBezTo>
                  <a:lnTo>
                    <a:pt x="37" y="622"/>
                  </a:lnTo>
                  <a:cubicBezTo>
                    <a:pt x="53" y="586"/>
                    <a:pt x="53" y="554"/>
                    <a:pt x="53" y="521"/>
                  </a:cubicBezTo>
                  <a:lnTo>
                    <a:pt x="53" y="469"/>
                  </a:lnTo>
                  <a:lnTo>
                    <a:pt x="53" y="303"/>
                  </a:lnTo>
                  <a:cubicBezTo>
                    <a:pt x="37" y="202"/>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1527051" y="2657834"/>
              <a:ext cx="192293" cy="336314"/>
            </a:xfrm>
            <a:custGeom>
              <a:rect b="b" l="l" r="r" t="t"/>
              <a:pathLst>
                <a:path extrusionOk="0" h="3386" w="1936">
                  <a:moveTo>
                    <a:pt x="17" y="0"/>
                  </a:moveTo>
                  <a:cubicBezTo>
                    <a:pt x="17" y="0"/>
                    <a:pt x="1" y="0"/>
                    <a:pt x="1" y="16"/>
                  </a:cubicBezTo>
                  <a:lnTo>
                    <a:pt x="1" y="33"/>
                  </a:lnTo>
                  <a:cubicBezTo>
                    <a:pt x="49" y="69"/>
                    <a:pt x="102" y="117"/>
                    <a:pt x="134" y="170"/>
                  </a:cubicBezTo>
                  <a:cubicBezTo>
                    <a:pt x="687" y="840"/>
                    <a:pt x="1261" y="1531"/>
                    <a:pt x="1818" y="2206"/>
                  </a:cubicBezTo>
                  <a:cubicBezTo>
                    <a:pt x="1883" y="2291"/>
                    <a:pt x="1899" y="2376"/>
                    <a:pt x="1899" y="2456"/>
                  </a:cubicBezTo>
                  <a:lnTo>
                    <a:pt x="1899" y="3030"/>
                  </a:lnTo>
                  <a:lnTo>
                    <a:pt x="1899" y="3216"/>
                  </a:lnTo>
                  <a:lnTo>
                    <a:pt x="1899" y="3232"/>
                  </a:lnTo>
                  <a:cubicBezTo>
                    <a:pt x="1899" y="3284"/>
                    <a:pt x="1899" y="3317"/>
                    <a:pt x="1883" y="3365"/>
                  </a:cubicBezTo>
                  <a:cubicBezTo>
                    <a:pt x="1867" y="3365"/>
                    <a:pt x="1867" y="3385"/>
                    <a:pt x="1883" y="3385"/>
                  </a:cubicBezTo>
                  <a:lnTo>
                    <a:pt x="1899" y="3385"/>
                  </a:lnTo>
                  <a:cubicBezTo>
                    <a:pt x="1936" y="3333"/>
                    <a:pt x="1936" y="3284"/>
                    <a:pt x="1936" y="3232"/>
                  </a:cubicBezTo>
                  <a:lnTo>
                    <a:pt x="1936" y="3216"/>
                  </a:lnTo>
                  <a:lnTo>
                    <a:pt x="1936" y="3014"/>
                  </a:lnTo>
                  <a:cubicBezTo>
                    <a:pt x="1919" y="2844"/>
                    <a:pt x="1919" y="2642"/>
                    <a:pt x="1936" y="2456"/>
                  </a:cubicBezTo>
                  <a:cubicBezTo>
                    <a:pt x="1936" y="2355"/>
                    <a:pt x="1899" y="2275"/>
                    <a:pt x="1835" y="2190"/>
                  </a:cubicBezTo>
                  <a:cubicBezTo>
                    <a:pt x="1277" y="1515"/>
                    <a:pt x="708" y="824"/>
                    <a:pt x="150" y="134"/>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1923059" y="2242655"/>
              <a:ext cx="147398" cy="360252"/>
            </a:xfrm>
            <a:custGeom>
              <a:rect b="b" l="l" r="r" t="t"/>
              <a:pathLst>
                <a:path extrusionOk="0" h="3627" w="1484">
                  <a:moveTo>
                    <a:pt x="12" y="0"/>
                  </a:moveTo>
                  <a:cubicBezTo>
                    <a:pt x="10" y="0"/>
                    <a:pt x="6" y="2"/>
                    <a:pt x="1" y="7"/>
                  </a:cubicBezTo>
                  <a:cubicBezTo>
                    <a:pt x="69" y="225"/>
                    <a:pt x="187" y="411"/>
                    <a:pt x="304" y="597"/>
                  </a:cubicBezTo>
                  <a:cubicBezTo>
                    <a:pt x="356" y="678"/>
                    <a:pt x="421" y="763"/>
                    <a:pt x="473" y="847"/>
                  </a:cubicBezTo>
                  <a:cubicBezTo>
                    <a:pt x="724" y="1284"/>
                    <a:pt x="995" y="1724"/>
                    <a:pt x="1245" y="2144"/>
                  </a:cubicBezTo>
                  <a:lnTo>
                    <a:pt x="1399" y="2395"/>
                  </a:lnTo>
                  <a:cubicBezTo>
                    <a:pt x="1415" y="2431"/>
                    <a:pt x="1431" y="2447"/>
                    <a:pt x="1431" y="2479"/>
                  </a:cubicBezTo>
                  <a:lnTo>
                    <a:pt x="1431" y="2698"/>
                  </a:lnTo>
                  <a:cubicBezTo>
                    <a:pt x="1431" y="2883"/>
                    <a:pt x="1431" y="3069"/>
                    <a:pt x="1415" y="3255"/>
                  </a:cubicBezTo>
                  <a:cubicBezTo>
                    <a:pt x="1415" y="3356"/>
                    <a:pt x="1415" y="3473"/>
                    <a:pt x="1447" y="3607"/>
                  </a:cubicBezTo>
                  <a:lnTo>
                    <a:pt x="1467" y="3627"/>
                  </a:lnTo>
                  <a:lnTo>
                    <a:pt x="1483" y="3607"/>
                  </a:lnTo>
                  <a:cubicBezTo>
                    <a:pt x="1447" y="3473"/>
                    <a:pt x="1431" y="3356"/>
                    <a:pt x="1447" y="3255"/>
                  </a:cubicBezTo>
                  <a:cubicBezTo>
                    <a:pt x="1467" y="3069"/>
                    <a:pt x="1467" y="2883"/>
                    <a:pt x="1447" y="2698"/>
                  </a:cubicBezTo>
                  <a:lnTo>
                    <a:pt x="1447" y="2479"/>
                  </a:lnTo>
                  <a:cubicBezTo>
                    <a:pt x="1447" y="2447"/>
                    <a:pt x="1447" y="2415"/>
                    <a:pt x="1431" y="2379"/>
                  </a:cubicBezTo>
                  <a:lnTo>
                    <a:pt x="1281" y="2128"/>
                  </a:lnTo>
                  <a:cubicBezTo>
                    <a:pt x="1011" y="1708"/>
                    <a:pt x="740" y="1268"/>
                    <a:pt x="490" y="847"/>
                  </a:cubicBezTo>
                  <a:cubicBezTo>
                    <a:pt x="437" y="746"/>
                    <a:pt x="389" y="662"/>
                    <a:pt x="320" y="577"/>
                  </a:cubicBezTo>
                  <a:cubicBezTo>
                    <a:pt x="203" y="395"/>
                    <a:pt x="86" y="209"/>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1185969" y="2472394"/>
              <a:ext cx="4966" cy="85221"/>
            </a:xfrm>
            <a:custGeom>
              <a:rect b="b" l="l" r="r" t="t"/>
              <a:pathLst>
                <a:path extrusionOk="0" h="858" w="50">
                  <a:moveTo>
                    <a:pt x="17" y="1"/>
                  </a:moveTo>
                  <a:cubicBezTo>
                    <a:pt x="1" y="1"/>
                    <a:pt x="1" y="1"/>
                    <a:pt x="1" y="17"/>
                  </a:cubicBezTo>
                  <a:cubicBezTo>
                    <a:pt x="17" y="150"/>
                    <a:pt x="17" y="304"/>
                    <a:pt x="17" y="437"/>
                  </a:cubicBezTo>
                  <a:lnTo>
                    <a:pt x="17" y="688"/>
                  </a:lnTo>
                  <a:lnTo>
                    <a:pt x="17" y="740"/>
                  </a:lnTo>
                  <a:cubicBezTo>
                    <a:pt x="17" y="772"/>
                    <a:pt x="17" y="809"/>
                    <a:pt x="33" y="857"/>
                  </a:cubicBezTo>
                  <a:lnTo>
                    <a:pt x="49" y="857"/>
                  </a:lnTo>
                  <a:lnTo>
                    <a:pt x="49" y="841"/>
                  </a:lnTo>
                  <a:cubicBezTo>
                    <a:pt x="33" y="809"/>
                    <a:pt x="33" y="772"/>
                    <a:pt x="33" y="740"/>
                  </a:cubicBezTo>
                  <a:lnTo>
                    <a:pt x="33" y="688"/>
                  </a:lnTo>
                  <a:lnTo>
                    <a:pt x="33" y="437"/>
                  </a:lnTo>
                  <a:cubicBezTo>
                    <a:pt x="33" y="304"/>
                    <a:pt x="49" y="150"/>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1794334" y="3477166"/>
              <a:ext cx="5264" cy="60290"/>
            </a:xfrm>
            <a:custGeom>
              <a:rect b="b" l="l" r="r" t="t"/>
              <a:pathLst>
                <a:path extrusionOk="0" h="607" w="53">
                  <a:moveTo>
                    <a:pt x="36" y="0"/>
                  </a:moveTo>
                  <a:cubicBezTo>
                    <a:pt x="36" y="0"/>
                    <a:pt x="16" y="0"/>
                    <a:pt x="16" y="16"/>
                  </a:cubicBezTo>
                  <a:lnTo>
                    <a:pt x="16" y="235"/>
                  </a:lnTo>
                  <a:cubicBezTo>
                    <a:pt x="16" y="352"/>
                    <a:pt x="16" y="469"/>
                    <a:pt x="0" y="590"/>
                  </a:cubicBezTo>
                  <a:cubicBezTo>
                    <a:pt x="0" y="606"/>
                    <a:pt x="16" y="606"/>
                    <a:pt x="16" y="606"/>
                  </a:cubicBezTo>
                  <a:cubicBezTo>
                    <a:pt x="36" y="606"/>
                    <a:pt x="36" y="606"/>
                    <a:pt x="36" y="590"/>
                  </a:cubicBezTo>
                  <a:cubicBezTo>
                    <a:pt x="53" y="469"/>
                    <a:pt x="53" y="352"/>
                    <a:pt x="53" y="235"/>
                  </a:cubicBezTo>
                  <a:lnTo>
                    <a:pt x="53" y="16"/>
                  </a:lnTo>
                  <a:cubicBezTo>
                    <a:pt x="53" y="0"/>
                    <a:pt x="36"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1521886" y="3366816"/>
              <a:ext cx="190605" cy="257252"/>
            </a:xfrm>
            <a:custGeom>
              <a:rect b="b" l="l" r="r" t="t"/>
              <a:pathLst>
                <a:path extrusionOk="0" h="2590" w="1919">
                  <a:moveTo>
                    <a:pt x="32" y="0"/>
                  </a:moveTo>
                  <a:cubicBezTo>
                    <a:pt x="32" y="0"/>
                    <a:pt x="16" y="0"/>
                    <a:pt x="16" y="16"/>
                  </a:cubicBezTo>
                  <a:cubicBezTo>
                    <a:pt x="0" y="186"/>
                    <a:pt x="0" y="368"/>
                    <a:pt x="0" y="538"/>
                  </a:cubicBezTo>
                  <a:cubicBezTo>
                    <a:pt x="16" y="639"/>
                    <a:pt x="16" y="740"/>
                    <a:pt x="0" y="857"/>
                  </a:cubicBezTo>
                  <a:cubicBezTo>
                    <a:pt x="0" y="893"/>
                    <a:pt x="32" y="909"/>
                    <a:pt x="53" y="942"/>
                  </a:cubicBezTo>
                  <a:lnTo>
                    <a:pt x="69" y="942"/>
                  </a:lnTo>
                  <a:cubicBezTo>
                    <a:pt x="218" y="1075"/>
                    <a:pt x="356" y="1212"/>
                    <a:pt x="505" y="1346"/>
                  </a:cubicBezTo>
                  <a:cubicBezTo>
                    <a:pt x="909" y="1717"/>
                    <a:pt x="1313" y="2105"/>
                    <a:pt x="1733" y="2456"/>
                  </a:cubicBezTo>
                  <a:cubicBezTo>
                    <a:pt x="1749" y="2473"/>
                    <a:pt x="1769" y="2489"/>
                    <a:pt x="1786" y="2509"/>
                  </a:cubicBezTo>
                  <a:cubicBezTo>
                    <a:pt x="1818" y="2541"/>
                    <a:pt x="1850" y="2590"/>
                    <a:pt x="1919" y="2590"/>
                  </a:cubicBezTo>
                  <a:lnTo>
                    <a:pt x="1919" y="2574"/>
                  </a:lnTo>
                  <a:cubicBezTo>
                    <a:pt x="1850" y="2574"/>
                    <a:pt x="1834" y="2541"/>
                    <a:pt x="1802" y="2489"/>
                  </a:cubicBezTo>
                  <a:cubicBezTo>
                    <a:pt x="1786" y="2473"/>
                    <a:pt x="1786" y="2456"/>
                    <a:pt x="1749" y="2440"/>
                  </a:cubicBezTo>
                  <a:cubicBezTo>
                    <a:pt x="1329" y="2085"/>
                    <a:pt x="925" y="1701"/>
                    <a:pt x="521" y="1329"/>
                  </a:cubicBezTo>
                  <a:cubicBezTo>
                    <a:pt x="372" y="1196"/>
                    <a:pt x="234" y="1059"/>
                    <a:pt x="85" y="925"/>
                  </a:cubicBezTo>
                  <a:lnTo>
                    <a:pt x="69" y="909"/>
                  </a:lnTo>
                  <a:cubicBezTo>
                    <a:pt x="53" y="893"/>
                    <a:pt x="32" y="873"/>
                    <a:pt x="32" y="857"/>
                  </a:cubicBezTo>
                  <a:lnTo>
                    <a:pt x="32" y="538"/>
                  </a:lnTo>
                  <a:cubicBezTo>
                    <a:pt x="32" y="368"/>
                    <a:pt x="32" y="186"/>
                    <a:pt x="53" y="16"/>
                  </a:cubicBezTo>
                  <a:cubicBezTo>
                    <a:pt x="53" y="16"/>
                    <a:pt x="53"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869817" y="2805033"/>
              <a:ext cx="334328" cy="225666"/>
            </a:xfrm>
            <a:custGeom>
              <a:rect b="b" l="l" r="r" t="t"/>
              <a:pathLst>
                <a:path extrusionOk="0" h="2272" w="3366">
                  <a:moveTo>
                    <a:pt x="3350" y="1"/>
                  </a:moveTo>
                  <a:cubicBezTo>
                    <a:pt x="3216" y="33"/>
                    <a:pt x="3083" y="86"/>
                    <a:pt x="2946" y="134"/>
                  </a:cubicBezTo>
                  <a:cubicBezTo>
                    <a:pt x="2881" y="166"/>
                    <a:pt x="2828" y="187"/>
                    <a:pt x="2760" y="219"/>
                  </a:cubicBezTo>
                  <a:cubicBezTo>
                    <a:pt x="2493" y="320"/>
                    <a:pt x="2222" y="421"/>
                    <a:pt x="1972" y="538"/>
                  </a:cubicBezTo>
                  <a:cubicBezTo>
                    <a:pt x="1851" y="570"/>
                    <a:pt x="1750" y="623"/>
                    <a:pt x="1649" y="655"/>
                  </a:cubicBezTo>
                  <a:cubicBezTo>
                    <a:pt x="1516" y="708"/>
                    <a:pt x="1398" y="756"/>
                    <a:pt x="1265" y="809"/>
                  </a:cubicBezTo>
                  <a:cubicBezTo>
                    <a:pt x="1063" y="894"/>
                    <a:pt x="861" y="974"/>
                    <a:pt x="639" y="1059"/>
                  </a:cubicBezTo>
                  <a:cubicBezTo>
                    <a:pt x="473" y="1128"/>
                    <a:pt x="320" y="1197"/>
                    <a:pt x="154" y="1245"/>
                  </a:cubicBezTo>
                  <a:cubicBezTo>
                    <a:pt x="33" y="1277"/>
                    <a:pt x="1" y="1346"/>
                    <a:pt x="1" y="1447"/>
                  </a:cubicBezTo>
                  <a:lnTo>
                    <a:pt x="1" y="1903"/>
                  </a:lnTo>
                  <a:lnTo>
                    <a:pt x="1" y="2122"/>
                  </a:lnTo>
                  <a:lnTo>
                    <a:pt x="1" y="2138"/>
                  </a:lnTo>
                  <a:cubicBezTo>
                    <a:pt x="1" y="2186"/>
                    <a:pt x="1" y="2223"/>
                    <a:pt x="33" y="2255"/>
                  </a:cubicBezTo>
                  <a:lnTo>
                    <a:pt x="53" y="2271"/>
                  </a:lnTo>
                  <a:lnTo>
                    <a:pt x="53" y="2255"/>
                  </a:lnTo>
                  <a:lnTo>
                    <a:pt x="53" y="2239"/>
                  </a:lnTo>
                  <a:cubicBezTo>
                    <a:pt x="33" y="2223"/>
                    <a:pt x="33" y="2186"/>
                    <a:pt x="33" y="2138"/>
                  </a:cubicBezTo>
                  <a:lnTo>
                    <a:pt x="33" y="2122"/>
                  </a:lnTo>
                  <a:lnTo>
                    <a:pt x="33" y="1903"/>
                  </a:lnTo>
                  <a:lnTo>
                    <a:pt x="33" y="1447"/>
                  </a:lnTo>
                  <a:cubicBezTo>
                    <a:pt x="33" y="1346"/>
                    <a:pt x="53" y="1314"/>
                    <a:pt x="154" y="1277"/>
                  </a:cubicBezTo>
                  <a:cubicBezTo>
                    <a:pt x="320" y="1229"/>
                    <a:pt x="489" y="1160"/>
                    <a:pt x="659" y="1096"/>
                  </a:cubicBezTo>
                  <a:lnTo>
                    <a:pt x="659" y="1075"/>
                  </a:lnTo>
                  <a:cubicBezTo>
                    <a:pt x="861" y="995"/>
                    <a:pt x="1079" y="926"/>
                    <a:pt x="1281" y="841"/>
                  </a:cubicBezTo>
                  <a:cubicBezTo>
                    <a:pt x="1398" y="793"/>
                    <a:pt x="1532" y="740"/>
                    <a:pt x="1669" y="692"/>
                  </a:cubicBezTo>
                  <a:cubicBezTo>
                    <a:pt x="1770" y="639"/>
                    <a:pt x="1871" y="607"/>
                    <a:pt x="1972" y="554"/>
                  </a:cubicBezTo>
                  <a:cubicBezTo>
                    <a:pt x="2239" y="453"/>
                    <a:pt x="2509" y="336"/>
                    <a:pt x="2760" y="235"/>
                  </a:cubicBezTo>
                  <a:cubicBezTo>
                    <a:pt x="2828" y="219"/>
                    <a:pt x="2897" y="187"/>
                    <a:pt x="2946" y="166"/>
                  </a:cubicBezTo>
                  <a:cubicBezTo>
                    <a:pt x="3083" y="102"/>
                    <a:pt x="3216" y="49"/>
                    <a:pt x="3366" y="17"/>
                  </a:cubicBezTo>
                  <a:lnTo>
                    <a:pt x="3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1183982" y="2985606"/>
              <a:ext cx="5364" cy="98828"/>
            </a:xfrm>
            <a:custGeom>
              <a:rect b="b" l="l" r="r" t="t"/>
              <a:pathLst>
                <a:path extrusionOk="0" h="995" w="54">
                  <a:moveTo>
                    <a:pt x="21" y="1"/>
                  </a:moveTo>
                  <a:cubicBezTo>
                    <a:pt x="21" y="1"/>
                    <a:pt x="1" y="1"/>
                    <a:pt x="1" y="17"/>
                  </a:cubicBezTo>
                  <a:lnTo>
                    <a:pt x="1" y="219"/>
                  </a:lnTo>
                  <a:lnTo>
                    <a:pt x="1" y="841"/>
                  </a:lnTo>
                  <a:lnTo>
                    <a:pt x="1" y="873"/>
                  </a:lnTo>
                  <a:cubicBezTo>
                    <a:pt x="1" y="910"/>
                    <a:pt x="1" y="942"/>
                    <a:pt x="21" y="974"/>
                  </a:cubicBezTo>
                  <a:lnTo>
                    <a:pt x="37" y="994"/>
                  </a:lnTo>
                  <a:cubicBezTo>
                    <a:pt x="37" y="974"/>
                    <a:pt x="53" y="974"/>
                    <a:pt x="37" y="974"/>
                  </a:cubicBezTo>
                  <a:lnTo>
                    <a:pt x="37" y="873"/>
                  </a:lnTo>
                  <a:lnTo>
                    <a:pt x="37" y="841"/>
                  </a:lnTo>
                  <a:lnTo>
                    <a:pt x="37" y="219"/>
                  </a:lnTo>
                  <a:lnTo>
                    <a:pt x="37" y="17"/>
                  </a:ln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1613761" y="3460280"/>
              <a:ext cx="3675" cy="67144"/>
            </a:xfrm>
            <a:custGeom>
              <a:rect b="b" l="l" r="r" t="t"/>
              <a:pathLst>
                <a:path extrusionOk="0" h="676" w="37">
                  <a:moveTo>
                    <a:pt x="16" y="1"/>
                  </a:moveTo>
                  <a:cubicBezTo>
                    <a:pt x="0" y="1"/>
                    <a:pt x="0" y="17"/>
                    <a:pt x="0" y="17"/>
                  </a:cubicBezTo>
                  <a:lnTo>
                    <a:pt x="0" y="675"/>
                  </a:lnTo>
                  <a:lnTo>
                    <a:pt x="37" y="675"/>
                  </a:lnTo>
                  <a:lnTo>
                    <a:pt x="37"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1411536" y="3363141"/>
              <a:ext cx="6853" cy="55523"/>
            </a:xfrm>
            <a:custGeom>
              <a:rect b="b" l="l" r="r" t="t"/>
              <a:pathLst>
                <a:path extrusionOk="0" h="559" w="69">
                  <a:moveTo>
                    <a:pt x="33" y="1"/>
                  </a:moveTo>
                  <a:cubicBezTo>
                    <a:pt x="16" y="86"/>
                    <a:pt x="16" y="171"/>
                    <a:pt x="16" y="255"/>
                  </a:cubicBezTo>
                  <a:cubicBezTo>
                    <a:pt x="16" y="304"/>
                    <a:pt x="33" y="356"/>
                    <a:pt x="16" y="405"/>
                  </a:cubicBezTo>
                  <a:lnTo>
                    <a:pt x="16" y="441"/>
                  </a:lnTo>
                  <a:cubicBezTo>
                    <a:pt x="16" y="474"/>
                    <a:pt x="33" y="506"/>
                    <a:pt x="0" y="542"/>
                  </a:cubicBezTo>
                  <a:cubicBezTo>
                    <a:pt x="0" y="558"/>
                    <a:pt x="0" y="558"/>
                    <a:pt x="16" y="558"/>
                  </a:cubicBezTo>
                  <a:lnTo>
                    <a:pt x="33" y="558"/>
                  </a:lnTo>
                  <a:cubicBezTo>
                    <a:pt x="53" y="526"/>
                    <a:pt x="53" y="474"/>
                    <a:pt x="53" y="441"/>
                  </a:cubicBezTo>
                  <a:lnTo>
                    <a:pt x="53" y="405"/>
                  </a:lnTo>
                  <a:lnTo>
                    <a:pt x="53" y="255"/>
                  </a:lnTo>
                  <a:cubicBezTo>
                    <a:pt x="53" y="171"/>
                    <a:pt x="5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1841216" y="2935447"/>
              <a:ext cx="4966" cy="50258"/>
            </a:xfrm>
            <a:custGeom>
              <a:rect b="b" l="l" r="r" t="t"/>
              <a:pathLst>
                <a:path extrusionOk="0" h="506" w="50">
                  <a:moveTo>
                    <a:pt x="17" y="1"/>
                  </a:moveTo>
                  <a:cubicBezTo>
                    <a:pt x="1" y="85"/>
                    <a:pt x="1" y="166"/>
                    <a:pt x="1" y="251"/>
                  </a:cubicBezTo>
                  <a:cubicBezTo>
                    <a:pt x="17" y="336"/>
                    <a:pt x="17" y="405"/>
                    <a:pt x="1" y="489"/>
                  </a:cubicBezTo>
                  <a:lnTo>
                    <a:pt x="1" y="506"/>
                  </a:lnTo>
                  <a:lnTo>
                    <a:pt x="17" y="506"/>
                  </a:lnTo>
                  <a:cubicBezTo>
                    <a:pt x="33" y="421"/>
                    <a:pt x="33" y="336"/>
                    <a:pt x="33" y="251"/>
                  </a:cubicBezTo>
                  <a:cubicBezTo>
                    <a:pt x="33" y="166"/>
                    <a:pt x="33" y="85"/>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1384619" y="2031093"/>
              <a:ext cx="3675" cy="91975"/>
            </a:xfrm>
            <a:custGeom>
              <a:rect b="b" l="l" r="r" t="t"/>
              <a:pathLst>
                <a:path extrusionOk="0" h="926" w="37">
                  <a:moveTo>
                    <a:pt x="1" y="0"/>
                  </a:moveTo>
                  <a:lnTo>
                    <a:pt x="1" y="16"/>
                  </a:lnTo>
                  <a:cubicBezTo>
                    <a:pt x="21" y="150"/>
                    <a:pt x="21" y="283"/>
                    <a:pt x="21" y="404"/>
                  </a:cubicBezTo>
                  <a:cubicBezTo>
                    <a:pt x="1" y="485"/>
                    <a:pt x="1" y="554"/>
                    <a:pt x="21" y="622"/>
                  </a:cubicBezTo>
                  <a:lnTo>
                    <a:pt x="21" y="824"/>
                  </a:lnTo>
                  <a:lnTo>
                    <a:pt x="21" y="909"/>
                  </a:lnTo>
                  <a:lnTo>
                    <a:pt x="21" y="925"/>
                  </a:lnTo>
                  <a:cubicBezTo>
                    <a:pt x="37" y="925"/>
                    <a:pt x="37" y="925"/>
                    <a:pt x="37" y="909"/>
                  </a:cubicBezTo>
                  <a:lnTo>
                    <a:pt x="37" y="824"/>
                  </a:lnTo>
                  <a:lnTo>
                    <a:pt x="37" y="622"/>
                  </a:lnTo>
                  <a:lnTo>
                    <a:pt x="37" y="420"/>
                  </a:lnTo>
                  <a:cubicBezTo>
                    <a:pt x="37" y="283"/>
                    <a:pt x="37" y="150"/>
                    <a:pt x="21" y="16"/>
                  </a:cubicBezTo>
                  <a:cubicBezTo>
                    <a:pt x="21" y="16"/>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1444810" y="1521059"/>
              <a:ext cx="2086" cy="61879"/>
            </a:xfrm>
            <a:custGeom>
              <a:rect b="b" l="l" r="r" t="t"/>
              <a:pathLst>
                <a:path extrusionOk="0" h="623" w="21">
                  <a:moveTo>
                    <a:pt x="1" y="1"/>
                  </a:moveTo>
                  <a:lnTo>
                    <a:pt x="1" y="607"/>
                  </a:lnTo>
                  <a:cubicBezTo>
                    <a:pt x="1" y="607"/>
                    <a:pt x="1" y="623"/>
                    <a:pt x="21" y="623"/>
                  </a:cubicBezTo>
                  <a:lnTo>
                    <a:pt x="21" y="607"/>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1740897" y="2133000"/>
              <a:ext cx="162198" cy="344360"/>
            </a:xfrm>
            <a:custGeom>
              <a:rect b="b" l="l" r="r" t="t"/>
              <a:pathLst>
                <a:path extrusionOk="0" h="3467" w="1633">
                  <a:moveTo>
                    <a:pt x="69" y="0"/>
                  </a:moveTo>
                  <a:cubicBezTo>
                    <a:pt x="49" y="0"/>
                    <a:pt x="49" y="16"/>
                    <a:pt x="49" y="16"/>
                  </a:cubicBezTo>
                  <a:cubicBezTo>
                    <a:pt x="1" y="150"/>
                    <a:pt x="17" y="267"/>
                    <a:pt x="118" y="404"/>
                  </a:cubicBezTo>
                  <a:cubicBezTo>
                    <a:pt x="251" y="590"/>
                    <a:pt x="389" y="792"/>
                    <a:pt x="506" y="994"/>
                  </a:cubicBezTo>
                  <a:cubicBezTo>
                    <a:pt x="554" y="1075"/>
                    <a:pt x="623" y="1160"/>
                    <a:pt x="675" y="1245"/>
                  </a:cubicBezTo>
                  <a:lnTo>
                    <a:pt x="825" y="1499"/>
                  </a:lnTo>
                  <a:cubicBezTo>
                    <a:pt x="1027" y="1782"/>
                    <a:pt x="1213" y="2069"/>
                    <a:pt x="1399" y="2372"/>
                  </a:cubicBezTo>
                  <a:cubicBezTo>
                    <a:pt x="1431" y="2424"/>
                    <a:pt x="1447" y="2456"/>
                    <a:pt x="1431" y="2525"/>
                  </a:cubicBezTo>
                  <a:lnTo>
                    <a:pt x="1431" y="2812"/>
                  </a:lnTo>
                  <a:cubicBezTo>
                    <a:pt x="1431" y="2913"/>
                    <a:pt x="1431" y="3030"/>
                    <a:pt x="1415" y="3147"/>
                  </a:cubicBezTo>
                  <a:cubicBezTo>
                    <a:pt x="1399" y="3264"/>
                    <a:pt x="1483" y="3398"/>
                    <a:pt x="1617" y="3466"/>
                  </a:cubicBezTo>
                  <a:lnTo>
                    <a:pt x="1633" y="3466"/>
                  </a:lnTo>
                  <a:lnTo>
                    <a:pt x="1633" y="3450"/>
                  </a:lnTo>
                  <a:lnTo>
                    <a:pt x="1633" y="3434"/>
                  </a:lnTo>
                  <a:cubicBezTo>
                    <a:pt x="1516" y="3382"/>
                    <a:pt x="1431" y="3264"/>
                    <a:pt x="1447" y="3147"/>
                  </a:cubicBezTo>
                  <a:cubicBezTo>
                    <a:pt x="1463" y="3030"/>
                    <a:pt x="1463" y="2913"/>
                    <a:pt x="1463" y="2812"/>
                  </a:cubicBezTo>
                  <a:cubicBezTo>
                    <a:pt x="1463" y="2711"/>
                    <a:pt x="1447" y="2626"/>
                    <a:pt x="1463" y="2525"/>
                  </a:cubicBezTo>
                  <a:cubicBezTo>
                    <a:pt x="1463" y="2456"/>
                    <a:pt x="1447" y="2408"/>
                    <a:pt x="1415" y="2355"/>
                  </a:cubicBezTo>
                  <a:cubicBezTo>
                    <a:pt x="1229" y="2052"/>
                    <a:pt x="1043" y="1766"/>
                    <a:pt x="857" y="1479"/>
                  </a:cubicBezTo>
                  <a:lnTo>
                    <a:pt x="692" y="1228"/>
                  </a:lnTo>
                  <a:cubicBezTo>
                    <a:pt x="639" y="1144"/>
                    <a:pt x="591" y="1059"/>
                    <a:pt x="538" y="974"/>
                  </a:cubicBezTo>
                  <a:cubicBezTo>
                    <a:pt x="405" y="792"/>
                    <a:pt x="271" y="570"/>
                    <a:pt x="134" y="388"/>
                  </a:cubicBezTo>
                  <a:cubicBezTo>
                    <a:pt x="49" y="251"/>
                    <a:pt x="17" y="150"/>
                    <a:pt x="69" y="33"/>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852932" y="2087609"/>
              <a:ext cx="359656" cy="282580"/>
            </a:xfrm>
            <a:custGeom>
              <a:rect b="b" l="l" r="r" t="t"/>
              <a:pathLst>
                <a:path extrusionOk="0" h="2845" w="3621">
                  <a:moveTo>
                    <a:pt x="3604" y="1"/>
                  </a:moveTo>
                  <a:cubicBezTo>
                    <a:pt x="3588" y="1"/>
                    <a:pt x="3588" y="17"/>
                    <a:pt x="3588" y="17"/>
                  </a:cubicBezTo>
                  <a:cubicBezTo>
                    <a:pt x="3572" y="37"/>
                    <a:pt x="3572" y="53"/>
                    <a:pt x="3556" y="69"/>
                  </a:cubicBezTo>
                  <a:cubicBezTo>
                    <a:pt x="2998" y="320"/>
                    <a:pt x="2425" y="607"/>
                    <a:pt x="1920" y="861"/>
                  </a:cubicBezTo>
                  <a:cubicBezTo>
                    <a:pt x="1718" y="946"/>
                    <a:pt x="1536" y="1047"/>
                    <a:pt x="1334" y="1148"/>
                  </a:cubicBezTo>
                  <a:cubicBezTo>
                    <a:pt x="946" y="1330"/>
                    <a:pt x="558" y="1532"/>
                    <a:pt x="155" y="1718"/>
                  </a:cubicBezTo>
                  <a:cubicBezTo>
                    <a:pt x="37" y="1770"/>
                    <a:pt x="1" y="1855"/>
                    <a:pt x="1" y="1972"/>
                  </a:cubicBezTo>
                  <a:lnTo>
                    <a:pt x="1" y="2461"/>
                  </a:lnTo>
                  <a:lnTo>
                    <a:pt x="1" y="2711"/>
                  </a:lnTo>
                  <a:lnTo>
                    <a:pt x="1" y="2728"/>
                  </a:lnTo>
                  <a:cubicBezTo>
                    <a:pt x="1" y="2780"/>
                    <a:pt x="1" y="2812"/>
                    <a:pt x="37" y="2845"/>
                  </a:cubicBezTo>
                  <a:lnTo>
                    <a:pt x="54" y="2845"/>
                  </a:lnTo>
                  <a:lnTo>
                    <a:pt x="54" y="2829"/>
                  </a:lnTo>
                  <a:cubicBezTo>
                    <a:pt x="21" y="2812"/>
                    <a:pt x="21" y="2780"/>
                    <a:pt x="21" y="2728"/>
                  </a:cubicBezTo>
                  <a:lnTo>
                    <a:pt x="21" y="2711"/>
                  </a:lnTo>
                  <a:cubicBezTo>
                    <a:pt x="21" y="2627"/>
                    <a:pt x="37" y="2542"/>
                    <a:pt x="37" y="2461"/>
                  </a:cubicBezTo>
                  <a:cubicBezTo>
                    <a:pt x="37" y="2307"/>
                    <a:pt x="37" y="2138"/>
                    <a:pt x="21" y="1972"/>
                  </a:cubicBezTo>
                  <a:cubicBezTo>
                    <a:pt x="21" y="1855"/>
                    <a:pt x="54" y="1786"/>
                    <a:pt x="171" y="1734"/>
                  </a:cubicBezTo>
                  <a:cubicBezTo>
                    <a:pt x="558" y="1552"/>
                    <a:pt x="962" y="1350"/>
                    <a:pt x="1350" y="1164"/>
                  </a:cubicBezTo>
                  <a:cubicBezTo>
                    <a:pt x="1536" y="1063"/>
                    <a:pt x="1738" y="978"/>
                    <a:pt x="1920" y="877"/>
                  </a:cubicBezTo>
                  <a:cubicBezTo>
                    <a:pt x="2425" y="643"/>
                    <a:pt x="2998" y="356"/>
                    <a:pt x="3556" y="86"/>
                  </a:cubicBezTo>
                  <a:cubicBezTo>
                    <a:pt x="3588" y="69"/>
                    <a:pt x="3604" y="53"/>
                    <a:pt x="3604" y="37"/>
                  </a:cubicBezTo>
                  <a:cubicBezTo>
                    <a:pt x="3604" y="17"/>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610678" y="3202731"/>
              <a:ext cx="3675" cy="87108"/>
            </a:xfrm>
            <a:custGeom>
              <a:rect b="b" l="l" r="r" t="t"/>
              <a:pathLst>
                <a:path extrusionOk="0" h="877" w="37">
                  <a:moveTo>
                    <a:pt x="0" y="0"/>
                  </a:moveTo>
                  <a:lnTo>
                    <a:pt x="0" y="20"/>
                  </a:lnTo>
                  <a:cubicBezTo>
                    <a:pt x="16" y="186"/>
                    <a:pt x="16" y="372"/>
                    <a:pt x="0" y="541"/>
                  </a:cubicBezTo>
                  <a:lnTo>
                    <a:pt x="0" y="861"/>
                  </a:lnTo>
                  <a:lnTo>
                    <a:pt x="16" y="877"/>
                  </a:lnTo>
                  <a:cubicBezTo>
                    <a:pt x="36" y="877"/>
                    <a:pt x="36" y="861"/>
                    <a:pt x="36" y="861"/>
                  </a:cubicBezTo>
                  <a:lnTo>
                    <a:pt x="36" y="541"/>
                  </a:lnTo>
                  <a:cubicBezTo>
                    <a:pt x="36" y="372"/>
                    <a:pt x="36" y="186"/>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1645446" y="2022650"/>
              <a:ext cx="3675" cy="58701"/>
            </a:xfrm>
            <a:custGeom>
              <a:rect b="b" l="l" r="r" t="t"/>
              <a:pathLst>
                <a:path extrusionOk="0" h="591" w="37">
                  <a:moveTo>
                    <a:pt x="21" y="0"/>
                  </a:moveTo>
                  <a:cubicBezTo>
                    <a:pt x="21" y="0"/>
                    <a:pt x="0" y="0"/>
                    <a:pt x="0" y="17"/>
                  </a:cubicBezTo>
                  <a:lnTo>
                    <a:pt x="0" y="570"/>
                  </a:lnTo>
                  <a:cubicBezTo>
                    <a:pt x="0" y="590"/>
                    <a:pt x="21" y="590"/>
                    <a:pt x="21" y="590"/>
                  </a:cubicBezTo>
                  <a:cubicBezTo>
                    <a:pt x="21" y="590"/>
                    <a:pt x="37" y="590"/>
                    <a:pt x="37" y="570"/>
                  </a:cubicBezTo>
                  <a:lnTo>
                    <a:pt x="37" y="17"/>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852932" y="1908725"/>
              <a:ext cx="356477" cy="314662"/>
            </a:xfrm>
            <a:custGeom>
              <a:rect b="b" l="l" r="r" t="t"/>
              <a:pathLst>
                <a:path extrusionOk="0" h="3168" w="3589">
                  <a:moveTo>
                    <a:pt x="3556" y="0"/>
                  </a:moveTo>
                  <a:cubicBezTo>
                    <a:pt x="3402" y="85"/>
                    <a:pt x="3253" y="170"/>
                    <a:pt x="3083" y="255"/>
                  </a:cubicBezTo>
                  <a:cubicBezTo>
                    <a:pt x="2748" y="424"/>
                    <a:pt x="2392" y="606"/>
                    <a:pt x="2041" y="792"/>
                  </a:cubicBezTo>
                  <a:cubicBezTo>
                    <a:pt x="1819" y="909"/>
                    <a:pt x="1601" y="1010"/>
                    <a:pt x="1399" y="1131"/>
                  </a:cubicBezTo>
                  <a:cubicBezTo>
                    <a:pt x="979" y="1349"/>
                    <a:pt x="542" y="1568"/>
                    <a:pt x="122" y="1786"/>
                  </a:cubicBezTo>
                  <a:cubicBezTo>
                    <a:pt x="21" y="1838"/>
                    <a:pt x="21" y="1887"/>
                    <a:pt x="21" y="1971"/>
                  </a:cubicBezTo>
                  <a:cubicBezTo>
                    <a:pt x="1" y="2089"/>
                    <a:pt x="21" y="2222"/>
                    <a:pt x="21" y="2343"/>
                  </a:cubicBezTo>
                  <a:cubicBezTo>
                    <a:pt x="21" y="2545"/>
                    <a:pt x="21" y="2763"/>
                    <a:pt x="1" y="2981"/>
                  </a:cubicBezTo>
                  <a:cubicBezTo>
                    <a:pt x="1" y="2998"/>
                    <a:pt x="1" y="3030"/>
                    <a:pt x="21" y="3050"/>
                  </a:cubicBezTo>
                  <a:cubicBezTo>
                    <a:pt x="21" y="3082"/>
                    <a:pt x="37" y="3115"/>
                    <a:pt x="1" y="3151"/>
                  </a:cubicBezTo>
                  <a:lnTo>
                    <a:pt x="1" y="3167"/>
                  </a:lnTo>
                  <a:lnTo>
                    <a:pt x="21" y="3167"/>
                  </a:lnTo>
                  <a:cubicBezTo>
                    <a:pt x="70" y="3115"/>
                    <a:pt x="54" y="3082"/>
                    <a:pt x="37" y="3030"/>
                  </a:cubicBezTo>
                  <a:cubicBezTo>
                    <a:pt x="37" y="3014"/>
                    <a:pt x="21" y="2998"/>
                    <a:pt x="37" y="2981"/>
                  </a:cubicBezTo>
                  <a:cubicBezTo>
                    <a:pt x="54" y="2763"/>
                    <a:pt x="37" y="2545"/>
                    <a:pt x="37" y="2343"/>
                  </a:cubicBezTo>
                  <a:lnTo>
                    <a:pt x="37" y="1971"/>
                  </a:lnTo>
                  <a:cubicBezTo>
                    <a:pt x="37" y="1887"/>
                    <a:pt x="54" y="1854"/>
                    <a:pt x="122" y="1818"/>
                  </a:cubicBezTo>
                  <a:cubicBezTo>
                    <a:pt x="558" y="1600"/>
                    <a:pt x="979" y="1366"/>
                    <a:pt x="1399" y="1147"/>
                  </a:cubicBezTo>
                  <a:cubicBezTo>
                    <a:pt x="1617" y="1046"/>
                    <a:pt x="1839" y="929"/>
                    <a:pt x="2041" y="808"/>
                  </a:cubicBezTo>
                  <a:cubicBezTo>
                    <a:pt x="2392" y="642"/>
                    <a:pt x="2764" y="457"/>
                    <a:pt x="3099" y="271"/>
                  </a:cubicBezTo>
                  <a:cubicBezTo>
                    <a:pt x="3253" y="186"/>
                    <a:pt x="3419" y="121"/>
                    <a:pt x="3572" y="36"/>
                  </a:cubicBezTo>
                  <a:cubicBezTo>
                    <a:pt x="3588" y="36"/>
                    <a:pt x="3588" y="20"/>
                    <a:pt x="3572" y="20"/>
                  </a:cubicBezTo>
                  <a:cubicBezTo>
                    <a:pt x="3572" y="0"/>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1740897" y="1942396"/>
              <a:ext cx="169051" cy="401372"/>
            </a:xfrm>
            <a:custGeom>
              <a:rect b="b" l="l" r="r" t="t"/>
              <a:pathLst>
                <a:path extrusionOk="0" h="4041" w="1702">
                  <a:moveTo>
                    <a:pt x="1" y="0"/>
                  </a:moveTo>
                  <a:cubicBezTo>
                    <a:pt x="1" y="134"/>
                    <a:pt x="69" y="219"/>
                    <a:pt x="134" y="303"/>
                  </a:cubicBezTo>
                  <a:cubicBezTo>
                    <a:pt x="134" y="320"/>
                    <a:pt x="150" y="336"/>
                    <a:pt x="150" y="336"/>
                  </a:cubicBezTo>
                  <a:cubicBezTo>
                    <a:pt x="304" y="554"/>
                    <a:pt x="437" y="792"/>
                    <a:pt x="607" y="1059"/>
                  </a:cubicBezTo>
                  <a:cubicBezTo>
                    <a:pt x="776" y="1346"/>
                    <a:pt x="942" y="1616"/>
                    <a:pt x="1112" y="1883"/>
                  </a:cubicBezTo>
                  <a:cubicBezTo>
                    <a:pt x="1261" y="2154"/>
                    <a:pt x="1431" y="2440"/>
                    <a:pt x="1600" y="2711"/>
                  </a:cubicBezTo>
                  <a:cubicBezTo>
                    <a:pt x="1633" y="2776"/>
                    <a:pt x="1649" y="2828"/>
                    <a:pt x="1649" y="2893"/>
                  </a:cubicBezTo>
                  <a:lnTo>
                    <a:pt x="1649" y="3164"/>
                  </a:lnTo>
                  <a:cubicBezTo>
                    <a:pt x="1649" y="3317"/>
                    <a:pt x="1665" y="3483"/>
                    <a:pt x="1649" y="3652"/>
                  </a:cubicBezTo>
                  <a:cubicBezTo>
                    <a:pt x="1633" y="3802"/>
                    <a:pt x="1649" y="3923"/>
                    <a:pt x="1685" y="4040"/>
                  </a:cubicBezTo>
                  <a:lnTo>
                    <a:pt x="1701" y="4040"/>
                  </a:lnTo>
                  <a:lnTo>
                    <a:pt x="1701" y="4024"/>
                  </a:lnTo>
                  <a:cubicBezTo>
                    <a:pt x="1665" y="3923"/>
                    <a:pt x="1665" y="3802"/>
                    <a:pt x="1665" y="3652"/>
                  </a:cubicBezTo>
                  <a:cubicBezTo>
                    <a:pt x="1685" y="3483"/>
                    <a:pt x="1685" y="3317"/>
                    <a:pt x="1685" y="3164"/>
                  </a:cubicBezTo>
                  <a:lnTo>
                    <a:pt x="1685" y="2893"/>
                  </a:lnTo>
                  <a:cubicBezTo>
                    <a:pt x="1685" y="2828"/>
                    <a:pt x="1665" y="2760"/>
                    <a:pt x="1633" y="2711"/>
                  </a:cubicBezTo>
                  <a:cubicBezTo>
                    <a:pt x="1463" y="2424"/>
                    <a:pt x="1298" y="2137"/>
                    <a:pt x="1128" y="1867"/>
                  </a:cubicBezTo>
                  <a:cubicBezTo>
                    <a:pt x="958" y="1600"/>
                    <a:pt x="809" y="1330"/>
                    <a:pt x="639" y="1059"/>
                  </a:cubicBezTo>
                  <a:cubicBezTo>
                    <a:pt x="473" y="772"/>
                    <a:pt x="320" y="538"/>
                    <a:pt x="170" y="320"/>
                  </a:cubicBezTo>
                  <a:cubicBezTo>
                    <a:pt x="170" y="320"/>
                    <a:pt x="150" y="303"/>
                    <a:pt x="150" y="287"/>
                  </a:cubicBezTo>
                  <a:cubicBezTo>
                    <a:pt x="86" y="202"/>
                    <a:pt x="33" y="118"/>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1859690" y="3537357"/>
              <a:ext cx="4867" cy="66647"/>
            </a:xfrm>
            <a:custGeom>
              <a:rect b="b" l="l" r="r" t="t"/>
              <a:pathLst>
                <a:path extrusionOk="0" h="671" w="49">
                  <a:moveTo>
                    <a:pt x="33" y="0"/>
                  </a:moveTo>
                  <a:lnTo>
                    <a:pt x="33" y="16"/>
                  </a:lnTo>
                  <a:cubicBezTo>
                    <a:pt x="1" y="117"/>
                    <a:pt x="17" y="218"/>
                    <a:pt x="17" y="319"/>
                  </a:cubicBezTo>
                  <a:lnTo>
                    <a:pt x="17" y="505"/>
                  </a:lnTo>
                  <a:lnTo>
                    <a:pt x="17" y="554"/>
                  </a:lnTo>
                  <a:cubicBezTo>
                    <a:pt x="17" y="590"/>
                    <a:pt x="17" y="622"/>
                    <a:pt x="1" y="655"/>
                  </a:cubicBezTo>
                  <a:lnTo>
                    <a:pt x="1" y="671"/>
                  </a:lnTo>
                  <a:lnTo>
                    <a:pt x="17" y="671"/>
                  </a:lnTo>
                  <a:cubicBezTo>
                    <a:pt x="33" y="638"/>
                    <a:pt x="33" y="590"/>
                    <a:pt x="33" y="554"/>
                  </a:cubicBezTo>
                  <a:lnTo>
                    <a:pt x="33" y="521"/>
                  </a:lnTo>
                  <a:lnTo>
                    <a:pt x="33" y="319"/>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1139087" y="1609756"/>
              <a:ext cx="3278" cy="90386"/>
            </a:xfrm>
            <a:custGeom>
              <a:rect b="b" l="l" r="r" t="t"/>
              <a:pathLst>
                <a:path extrusionOk="0" h="910" w="33">
                  <a:moveTo>
                    <a:pt x="0" y="1"/>
                  </a:moveTo>
                  <a:lnTo>
                    <a:pt x="0" y="336"/>
                  </a:lnTo>
                  <a:cubicBezTo>
                    <a:pt x="0" y="522"/>
                    <a:pt x="0" y="708"/>
                    <a:pt x="16" y="889"/>
                  </a:cubicBezTo>
                  <a:lnTo>
                    <a:pt x="16" y="910"/>
                  </a:lnTo>
                  <a:lnTo>
                    <a:pt x="33" y="910"/>
                  </a:lnTo>
                  <a:lnTo>
                    <a:pt x="33" y="889"/>
                  </a:lnTo>
                  <a:cubicBezTo>
                    <a:pt x="16" y="708"/>
                    <a:pt x="16" y="522"/>
                    <a:pt x="16" y="336"/>
                  </a:cubicBezTo>
                  <a:cubicBezTo>
                    <a:pt x="33" y="235"/>
                    <a:pt x="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1841216" y="3227959"/>
              <a:ext cx="4966" cy="61879"/>
            </a:xfrm>
            <a:custGeom>
              <a:rect b="b" l="l" r="r" t="t"/>
              <a:pathLst>
                <a:path extrusionOk="0" h="623" w="50">
                  <a:moveTo>
                    <a:pt x="17" y="1"/>
                  </a:moveTo>
                  <a:cubicBezTo>
                    <a:pt x="1" y="102"/>
                    <a:pt x="1" y="186"/>
                    <a:pt x="1" y="287"/>
                  </a:cubicBezTo>
                  <a:cubicBezTo>
                    <a:pt x="17" y="336"/>
                    <a:pt x="17" y="388"/>
                    <a:pt x="1" y="453"/>
                  </a:cubicBezTo>
                  <a:cubicBezTo>
                    <a:pt x="1" y="473"/>
                    <a:pt x="1" y="489"/>
                    <a:pt x="17" y="506"/>
                  </a:cubicBezTo>
                  <a:cubicBezTo>
                    <a:pt x="17" y="538"/>
                    <a:pt x="17" y="574"/>
                    <a:pt x="1" y="590"/>
                  </a:cubicBezTo>
                  <a:lnTo>
                    <a:pt x="1" y="607"/>
                  </a:lnTo>
                  <a:lnTo>
                    <a:pt x="1" y="623"/>
                  </a:lnTo>
                  <a:lnTo>
                    <a:pt x="17" y="607"/>
                  </a:lnTo>
                  <a:cubicBezTo>
                    <a:pt x="33" y="574"/>
                    <a:pt x="33" y="538"/>
                    <a:pt x="33" y="506"/>
                  </a:cubicBezTo>
                  <a:lnTo>
                    <a:pt x="33" y="453"/>
                  </a:lnTo>
                  <a:lnTo>
                    <a:pt x="33" y="287"/>
                  </a:lnTo>
                  <a:cubicBezTo>
                    <a:pt x="33" y="186"/>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938451" y="2074399"/>
              <a:ext cx="6953" cy="97239"/>
            </a:xfrm>
            <a:custGeom>
              <a:rect b="b" l="l" r="r" t="t"/>
              <a:pathLst>
                <a:path extrusionOk="0" h="979" w="70">
                  <a:moveTo>
                    <a:pt x="17" y="1"/>
                  </a:moveTo>
                  <a:lnTo>
                    <a:pt x="0" y="17"/>
                  </a:lnTo>
                  <a:cubicBezTo>
                    <a:pt x="17" y="170"/>
                    <a:pt x="17" y="320"/>
                    <a:pt x="17" y="453"/>
                  </a:cubicBezTo>
                  <a:lnTo>
                    <a:pt x="17" y="724"/>
                  </a:lnTo>
                  <a:lnTo>
                    <a:pt x="17" y="808"/>
                  </a:lnTo>
                  <a:cubicBezTo>
                    <a:pt x="17" y="857"/>
                    <a:pt x="17" y="909"/>
                    <a:pt x="33" y="958"/>
                  </a:cubicBezTo>
                  <a:lnTo>
                    <a:pt x="49" y="978"/>
                  </a:lnTo>
                  <a:cubicBezTo>
                    <a:pt x="49" y="978"/>
                    <a:pt x="69" y="958"/>
                    <a:pt x="49" y="958"/>
                  </a:cubicBezTo>
                  <a:cubicBezTo>
                    <a:pt x="33" y="909"/>
                    <a:pt x="33" y="857"/>
                    <a:pt x="49" y="808"/>
                  </a:cubicBezTo>
                  <a:lnTo>
                    <a:pt x="49" y="724"/>
                  </a:lnTo>
                  <a:cubicBezTo>
                    <a:pt x="33" y="639"/>
                    <a:pt x="49" y="554"/>
                    <a:pt x="49" y="453"/>
                  </a:cubicBezTo>
                  <a:cubicBezTo>
                    <a:pt x="49" y="320"/>
                    <a:pt x="49" y="17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1944712" y="2784970"/>
              <a:ext cx="6953" cy="50258"/>
            </a:xfrm>
            <a:custGeom>
              <a:rect b="b" l="l" r="r" t="t"/>
              <a:pathLst>
                <a:path extrusionOk="0" h="506" w="70">
                  <a:moveTo>
                    <a:pt x="37" y="1"/>
                  </a:moveTo>
                  <a:cubicBezTo>
                    <a:pt x="17" y="86"/>
                    <a:pt x="17" y="166"/>
                    <a:pt x="17" y="251"/>
                  </a:cubicBezTo>
                  <a:cubicBezTo>
                    <a:pt x="17" y="336"/>
                    <a:pt x="17" y="421"/>
                    <a:pt x="1" y="490"/>
                  </a:cubicBezTo>
                  <a:cubicBezTo>
                    <a:pt x="1" y="506"/>
                    <a:pt x="1" y="506"/>
                    <a:pt x="17" y="506"/>
                  </a:cubicBezTo>
                  <a:lnTo>
                    <a:pt x="37" y="506"/>
                  </a:lnTo>
                  <a:cubicBezTo>
                    <a:pt x="53" y="421"/>
                    <a:pt x="53" y="336"/>
                    <a:pt x="53" y="251"/>
                  </a:cubicBezTo>
                  <a:cubicBezTo>
                    <a:pt x="37" y="166"/>
                    <a:pt x="37" y="86"/>
                    <a:pt x="53" y="17"/>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1792646" y="2086020"/>
              <a:ext cx="5364" cy="57112"/>
            </a:xfrm>
            <a:custGeom>
              <a:rect b="b" l="l" r="r" t="t"/>
              <a:pathLst>
                <a:path extrusionOk="0" h="575" w="54">
                  <a:moveTo>
                    <a:pt x="17" y="1"/>
                  </a:moveTo>
                  <a:lnTo>
                    <a:pt x="17" y="17"/>
                  </a:lnTo>
                  <a:cubicBezTo>
                    <a:pt x="1" y="85"/>
                    <a:pt x="1" y="154"/>
                    <a:pt x="17" y="219"/>
                  </a:cubicBezTo>
                  <a:cubicBezTo>
                    <a:pt x="17" y="336"/>
                    <a:pt x="17" y="457"/>
                    <a:pt x="1" y="558"/>
                  </a:cubicBezTo>
                  <a:lnTo>
                    <a:pt x="1" y="574"/>
                  </a:lnTo>
                  <a:lnTo>
                    <a:pt x="17" y="574"/>
                  </a:lnTo>
                  <a:lnTo>
                    <a:pt x="17" y="558"/>
                  </a:lnTo>
                  <a:cubicBezTo>
                    <a:pt x="53" y="457"/>
                    <a:pt x="33" y="336"/>
                    <a:pt x="33" y="219"/>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1765828" y="3146115"/>
              <a:ext cx="3675" cy="60290"/>
            </a:xfrm>
            <a:custGeom>
              <a:rect b="b" l="l" r="r" t="t"/>
              <a:pathLst>
                <a:path extrusionOk="0" h="607" w="37">
                  <a:moveTo>
                    <a:pt x="20" y="0"/>
                  </a:moveTo>
                  <a:lnTo>
                    <a:pt x="20" y="17"/>
                  </a:lnTo>
                  <a:cubicBezTo>
                    <a:pt x="0" y="85"/>
                    <a:pt x="0" y="166"/>
                    <a:pt x="20" y="235"/>
                  </a:cubicBezTo>
                  <a:cubicBezTo>
                    <a:pt x="20" y="352"/>
                    <a:pt x="20" y="469"/>
                    <a:pt x="0" y="590"/>
                  </a:cubicBezTo>
                  <a:lnTo>
                    <a:pt x="0" y="606"/>
                  </a:lnTo>
                  <a:lnTo>
                    <a:pt x="20" y="606"/>
                  </a:lnTo>
                  <a:lnTo>
                    <a:pt x="20" y="590"/>
                  </a:lnTo>
                  <a:cubicBezTo>
                    <a:pt x="37" y="469"/>
                    <a:pt x="37" y="352"/>
                    <a:pt x="37" y="235"/>
                  </a:cubicBezTo>
                  <a:lnTo>
                    <a:pt x="37" y="17"/>
                  </a:lnTo>
                  <a:cubicBezTo>
                    <a:pt x="37" y="17"/>
                    <a:pt x="3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1521886" y="2146211"/>
              <a:ext cx="180573" cy="342771"/>
            </a:xfrm>
            <a:custGeom>
              <a:rect b="b" l="l" r="r" t="t"/>
              <a:pathLst>
                <a:path extrusionOk="0" h="3451" w="1818">
                  <a:moveTo>
                    <a:pt x="53" y="1"/>
                  </a:moveTo>
                  <a:cubicBezTo>
                    <a:pt x="53" y="1"/>
                    <a:pt x="53" y="17"/>
                    <a:pt x="32" y="17"/>
                  </a:cubicBezTo>
                  <a:cubicBezTo>
                    <a:pt x="16" y="170"/>
                    <a:pt x="0" y="304"/>
                    <a:pt x="133" y="437"/>
                  </a:cubicBezTo>
                  <a:cubicBezTo>
                    <a:pt x="271" y="590"/>
                    <a:pt x="372" y="760"/>
                    <a:pt x="489" y="910"/>
                  </a:cubicBezTo>
                  <a:cubicBezTo>
                    <a:pt x="521" y="994"/>
                    <a:pt x="574" y="1063"/>
                    <a:pt x="638" y="1144"/>
                  </a:cubicBezTo>
                  <a:cubicBezTo>
                    <a:pt x="877" y="1483"/>
                    <a:pt x="1111" y="1835"/>
                    <a:pt x="1366" y="2174"/>
                  </a:cubicBezTo>
                  <a:lnTo>
                    <a:pt x="1382" y="2190"/>
                  </a:lnTo>
                  <a:cubicBezTo>
                    <a:pt x="1430" y="2275"/>
                    <a:pt x="1483" y="2340"/>
                    <a:pt x="1547" y="2424"/>
                  </a:cubicBezTo>
                  <a:cubicBezTo>
                    <a:pt x="1600" y="2509"/>
                    <a:pt x="1648" y="2578"/>
                    <a:pt x="1717" y="2659"/>
                  </a:cubicBezTo>
                  <a:lnTo>
                    <a:pt x="1717" y="2679"/>
                  </a:lnTo>
                  <a:cubicBezTo>
                    <a:pt x="1733" y="2711"/>
                    <a:pt x="1769" y="2727"/>
                    <a:pt x="1769" y="2744"/>
                  </a:cubicBezTo>
                  <a:lnTo>
                    <a:pt x="1769" y="2828"/>
                  </a:lnTo>
                  <a:cubicBezTo>
                    <a:pt x="1786" y="3030"/>
                    <a:pt x="1802" y="3232"/>
                    <a:pt x="1749" y="3434"/>
                  </a:cubicBezTo>
                  <a:cubicBezTo>
                    <a:pt x="1749" y="3450"/>
                    <a:pt x="1749" y="3450"/>
                    <a:pt x="1769" y="3450"/>
                  </a:cubicBezTo>
                  <a:lnTo>
                    <a:pt x="1786" y="3450"/>
                  </a:lnTo>
                  <a:cubicBezTo>
                    <a:pt x="1818" y="3232"/>
                    <a:pt x="1802" y="3030"/>
                    <a:pt x="1802" y="2828"/>
                  </a:cubicBezTo>
                  <a:cubicBezTo>
                    <a:pt x="1786" y="2796"/>
                    <a:pt x="1786" y="2780"/>
                    <a:pt x="1786" y="2744"/>
                  </a:cubicBezTo>
                  <a:cubicBezTo>
                    <a:pt x="1786" y="2727"/>
                    <a:pt x="1769" y="2695"/>
                    <a:pt x="1749" y="2659"/>
                  </a:cubicBezTo>
                  <a:lnTo>
                    <a:pt x="1733" y="2643"/>
                  </a:lnTo>
                  <a:cubicBezTo>
                    <a:pt x="1685" y="2578"/>
                    <a:pt x="1616" y="2493"/>
                    <a:pt x="1568" y="2408"/>
                  </a:cubicBezTo>
                  <a:cubicBezTo>
                    <a:pt x="1515" y="2323"/>
                    <a:pt x="1446" y="2255"/>
                    <a:pt x="1398" y="2174"/>
                  </a:cubicBezTo>
                  <a:lnTo>
                    <a:pt x="1382" y="2154"/>
                  </a:lnTo>
                  <a:cubicBezTo>
                    <a:pt x="1143" y="1818"/>
                    <a:pt x="893" y="1467"/>
                    <a:pt x="659" y="1128"/>
                  </a:cubicBezTo>
                  <a:cubicBezTo>
                    <a:pt x="606" y="1043"/>
                    <a:pt x="558" y="978"/>
                    <a:pt x="505" y="893"/>
                  </a:cubicBezTo>
                  <a:cubicBezTo>
                    <a:pt x="404" y="740"/>
                    <a:pt x="287" y="574"/>
                    <a:pt x="154" y="421"/>
                  </a:cubicBezTo>
                  <a:cubicBezTo>
                    <a:pt x="32" y="287"/>
                    <a:pt x="32"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1087339" y="2684651"/>
              <a:ext cx="6456" cy="86810"/>
            </a:xfrm>
            <a:custGeom>
              <a:rect b="b" l="l" r="r" t="t"/>
              <a:pathLst>
                <a:path extrusionOk="0" h="874" w="65">
                  <a:moveTo>
                    <a:pt x="16" y="1"/>
                  </a:moveTo>
                  <a:lnTo>
                    <a:pt x="0" y="17"/>
                  </a:lnTo>
                  <a:cubicBezTo>
                    <a:pt x="16" y="150"/>
                    <a:pt x="16" y="304"/>
                    <a:pt x="16" y="437"/>
                  </a:cubicBezTo>
                  <a:lnTo>
                    <a:pt x="16" y="692"/>
                  </a:lnTo>
                  <a:cubicBezTo>
                    <a:pt x="16" y="740"/>
                    <a:pt x="16" y="772"/>
                    <a:pt x="32" y="809"/>
                  </a:cubicBezTo>
                  <a:lnTo>
                    <a:pt x="32" y="857"/>
                  </a:lnTo>
                  <a:cubicBezTo>
                    <a:pt x="32" y="857"/>
                    <a:pt x="32" y="873"/>
                    <a:pt x="49" y="873"/>
                  </a:cubicBezTo>
                  <a:lnTo>
                    <a:pt x="65" y="857"/>
                  </a:lnTo>
                  <a:cubicBezTo>
                    <a:pt x="49" y="841"/>
                    <a:pt x="49" y="825"/>
                    <a:pt x="49" y="809"/>
                  </a:cubicBezTo>
                  <a:lnTo>
                    <a:pt x="49" y="692"/>
                  </a:lnTo>
                  <a:lnTo>
                    <a:pt x="49" y="437"/>
                  </a:lnTo>
                  <a:cubicBezTo>
                    <a:pt x="49" y="304"/>
                    <a:pt x="49" y="150"/>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1737719" y="3411710"/>
              <a:ext cx="170640" cy="244439"/>
            </a:xfrm>
            <a:custGeom>
              <a:rect b="b" l="l" r="r" t="t"/>
              <a:pathLst>
                <a:path extrusionOk="0" h="2461" w="1718">
                  <a:moveTo>
                    <a:pt x="33" y="1"/>
                  </a:moveTo>
                  <a:cubicBezTo>
                    <a:pt x="17" y="1"/>
                    <a:pt x="17" y="17"/>
                    <a:pt x="17" y="17"/>
                  </a:cubicBezTo>
                  <a:cubicBezTo>
                    <a:pt x="0" y="170"/>
                    <a:pt x="0" y="340"/>
                    <a:pt x="0" y="490"/>
                  </a:cubicBezTo>
                  <a:lnTo>
                    <a:pt x="0" y="776"/>
                  </a:lnTo>
                  <a:cubicBezTo>
                    <a:pt x="0" y="825"/>
                    <a:pt x="17" y="845"/>
                    <a:pt x="49" y="861"/>
                  </a:cubicBezTo>
                  <a:cubicBezTo>
                    <a:pt x="49" y="861"/>
                    <a:pt x="65" y="861"/>
                    <a:pt x="65" y="877"/>
                  </a:cubicBezTo>
                  <a:cubicBezTo>
                    <a:pt x="352" y="1128"/>
                    <a:pt x="639" y="1398"/>
                    <a:pt x="926" y="1685"/>
                  </a:cubicBezTo>
                  <a:cubicBezTo>
                    <a:pt x="990" y="1754"/>
                    <a:pt x="1059" y="1819"/>
                    <a:pt x="1128" y="1887"/>
                  </a:cubicBezTo>
                  <a:cubicBezTo>
                    <a:pt x="1293" y="2037"/>
                    <a:pt x="1447" y="2190"/>
                    <a:pt x="1616" y="2340"/>
                  </a:cubicBezTo>
                  <a:cubicBezTo>
                    <a:pt x="1649" y="2376"/>
                    <a:pt x="1665" y="2408"/>
                    <a:pt x="1681" y="2461"/>
                  </a:cubicBezTo>
                  <a:lnTo>
                    <a:pt x="1697" y="2461"/>
                  </a:lnTo>
                  <a:cubicBezTo>
                    <a:pt x="1717" y="2461"/>
                    <a:pt x="1717" y="2461"/>
                    <a:pt x="1717" y="2441"/>
                  </a:cubicBezTo>
                  <a:cubicBezTo>
                    <a:pt x="1697" y="2408"/>
                    <a:pt x="1665" y="2360"/>
                    <a:pt x="1632" y="2324"/>
                  </a:cubicBezTo>
                  <a:cubicBezTo>
                    <a:pt x="1463" y="2174"/>
                    <a:pt x="1313" y="2021"/>
                    <a:pt x="1144" y="1871"/>
                  </a:cubicBezTo>
                  <a:cubicBezTo>
                    <a:pt x="1075" y="1802"/>
                    <a:pt x="1010" y="1734"/>
                    <a:pt x="942" y="1669"/>
                  </a:cubicBezTo>
                  <a:cubicBezTo>
                    <a:pt x="655" y="1382"/>
                    <a:pt x="368" y="1112"/>
                    <a:pt x="81" y="845"/>
                  </a:cubicBezTo>
                  <a:cubicBezTo>
                    <a:pt x="81" y="845"/>
                    <a:pt x="65" y="845"/>
                    <a:pt x="65" y="825"/>
                  </a:cubicBezTo>
                  <a:cubicBezTo>
                    <a:pt x="33" y="809"/>
                    <a:pt x="17" y="809"/>
                    <a:pt x="17" y="776"/>
                  </a:cubicBezTo>
                  <a:cubicBezTo>
                    <a:pt x="33" y="692"/>
                    <a:pt x="33" y="591"/>
                    <a:pt x="17" y="490"/>
                  </a:cubicBezTo>
                  <a:cubicBezTo>
                    <a:pt x="17" y="340"/>
                    <a:pt x="17" y="187"/>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1923059" y="2985606"/>
              <a:ext cx="147398" cy="279401"/>
            </a:xfrm>
            <a:custGeom>
              <a:rect b="b" l="l" r="r" t="t"/>
              <a:pathLst>
                <a:path extrusionOk="0" h="2813" w="1484">
                  <a:moveTo>
                    <a:pt x="1" y="1"/>
                  </a:moveTo>
                  <a:lnTo>
                    <a:pt x="1" y="17"/>
                  </a:lnTo>
                  <a:cubicBezTo>
                    <a:pt x="17" y="166"/>
                    <a:pt x="102" y="267"/>
                    <a:pt x="187" y="368"/>
                  </a:cubicBezTo>
                  <a:cubicBezTo>
                    <a:pt x="219" y="405"/>
                    <a:pt x="255" y="437"/>
                    <a:pt x="288" y="489"/>
                  </a:cubicBezTo>
                  <a:cubicBezTo>
                    <a:pt x="574" y="857"/>
                    <a:pt x="861" y="1229"/>
                    <a:pt x="1144" y="1580"/>
                  </a:cubicBezTo>
                  <a:cubicBezTo>
                    <a:pt x="1229" y="1681"/>
                    <a:pt x="1314" y="1782"/>
                    <a:pt x="1399" y="1883"/>
                  </a:cubicBezTo>
                  <a:cubicBezTo>
                    <a:pt x="1431" y="1952"/>
                    <a:pt x="1447" y="2020"/>
                    <a:pt x="1447" y="2105"/>
                  </a:cubicBezTo>
                  <a:cubicBezTo>
                    <a:pt x="1431" y="2222"/>
                    <a:pt x="1431" y="2356"/>
                    <a:pt x="1431" y="2473"/>
                  </a:cubicBezTo>
                  <a:cubicBezTo>
                    <a:pt x="1431" y="2525"/>
                    <a:pt x="1447" y="2590"/>
                    <a:pt x="1431" y="2643"/>
                  </a:cubicBezTo>
                  <a:cubicBezTo>
                    <a:pt x="1431" y="2659"/>
                    <a:pt x="1447" y="2675"/>
                    <a:pt x="1447" y="2675"/>
                  </a:cubicBezTo>
                  <a:cubicBezTo>
                    <a:pt x="1447" y="2727"/>
                    <a:pt x="1447" y="2760"/>
                    <a:pt x="1415" y="2792"/>
                  </a:cubicBezTo>
                  <a:lnTo>
                    <a:pt x="1415" y="2812"/>
                  </a:lnTo>
                  <a:lnTo>
                    <a:pt x="1431" y="2812"/>
                  </a:lnTo>
                  <a:cubicBezTo>
                    <a:pt x="1467" y="2776"/>
                    <a:pt x="1467" y="2727"/>
                    <a:pt x="1467" y="2675"/>
                  </a:cubicBezTo>
                  <a:lnTo>
                    <a:pt x="1467" y="2643"/>
                  </a:lnTo>
                  <a:lnTo>
                    <a:pt x="1467" y="2473"/>
                  </a:lnTo>
                  <a:lnTo>
                    <a:pt x="1467" y="2105"/>
                  </a:lnTo>
                  <a:cubicBezTo>
                    <a:pt x="1483" y="2020"/>
                    <a:pt x="1467" y="1952"/>
                    <a:pt x="1415" y="1867"/>
                  </a:cubicBezTo>
                  <a:cubicBezTo>
                    <a:pt x="1330" y="1766"/>
                    <a:pt x="1245" y="1665"/>
                    <a:pt x="1164" y="1564"/>
                  </a:cubicBezTo>
                  <a:cubicBezTo>
                    <a:pt x="877" y="1213"/>
                    <a:pt x="591" y="841"/>
                    <a:pt x="304" y="469"/>
                  </a:cubicBezTo>
                  <a:cubicBezTo>
                    <a:pt x="271" y="421"/>
                    <a:pt x="235" y="388"/>
                    <a:pt x="219" y="352"/>
                  </a:cubicBezTo>
                  <a:cubicBezTo>
                    <a:pt x="118" y="251"/>
                    <a:pt x="33" y="15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1088928" y="3528914"/>
              <a:ext cx="4867" cy="97140"/>
            </a:xfrm>
            <a:custGeom>
              <a:rect b="b" l="l" r="r" t="t"/>
              <a:pathLst>
                <a:path extrusionOk="0" h="978" w="49">
                  <a:moveTo>
                    <a:pt x="16" y="0"/>
                  </a:moveTo>
                  <a:cubicBezTo>
                    <a:pt x="0" y="0"/>
                    <a:pt x="0" y="16"/>
                    <a:pt x="0" y="16"/>
                  </a:cubicBezTo>
                  <a:cubicBezTo>
                    <a:pt x="16" y="170"/>
                    <a:pt x="16" y="319"/>
                    <a:pt x="16" y="453"/>
                  </a:cubicBezTo>
                  <a:lnTo>
                    <a:pt x="16" y="740"/>
                  </a:lnTo>
                  <a:lnTo>
                    <a:pt x="16" y="808"/>
                  </a:lnTo>
                  <a:cubicBezTo>
                    <a:pt x="16" y="857"/>
                    <a:pt x="16" y="909"/>
                    <a:pt x="33" y="958"/>
                  </a:cubicBezTo>
                  <a:lnTo>
                    <a:pt x="49" y="978"/>
                  </a:lnTo>
                  <a:lnTo>
                    <a:pt x="49" y="958"/>
                  </a:lnTo>
                  <a:cubicBezTo>
                    <a:pt x="33" y="909"/>
                    <a:pt x="33" y="857"/>
                    <a:pt x="49" y="808"/>
                  </a:cubicBezTo>
                  <a:lnTo>
                    <a:pt x="49" y="740"/>
                  </a:lnTo>
                  <a:cubicBezTo>
                    <a:pt x="33" y="639"/>
                    <a:pt x="33" y="554"/>
                    <a:pt x="49" y="453"/>
                  </a:cubicBezTo>
                  <a:cubicBezTo>
                    <a:pt x="49" y="319"/>
                    <a:pt x="49" y="170"/>
                    <a:pt x="33" y="16"/>
                  </a:cubicBez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702554" y="2373764"/>
              <a:ext cx="5264" cy="66647"/>
            </a:xfrm>
            <a:custGeom>
              <a:rect b="b" l="l" r="r" t="t"/>
              <a:pathLst>
                <a:path extrusionOk="0" h="671" w="53">
                  <a:moveTo>
                    <a:pt x="36" y="0"/>
                  </a:moveTo>
                  <a:cubicBezTo>
                    <a:pt x="20" y="0"/>
                    <a:pt x="20" y="16"/>
                    <a:pt x="20" y="16"/>
                  </a:cubicBezTo>
                  <a:lnTo>
                    <a:pt x="20" y="267"/>
                  </a:lnTo>
                  <a:cubicBezTo>
                    <a:pt x="20" y="388"/>
                    <a:pt x="0" y="537"/>
                    <a:pt x="36" y="671"/>
                  </a:cubicBezTo>
                  <a:lnTo>
                    <a:pt x="53" y="671"/>
                  </a:lnTo>
                  <a:lnTo>
                    <a:pt x="53" y="655"/>
                  </a:lnTo>
                  <a:cubicBezTo>
                    <a:pt x="36" y="521"/>
                    <a:pt x="36" y="388"/>
                    <a:pt x="36" y="267"/>
                  </a:cubicBezTo>
                  <a:cubicBezTo>
                    <a:pt x="36" y="186"/>
                    <a:pt x="53" y="101"/>
                    <a:pt x="36" y="16"/>
                  </a:cubicBez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1521886" y="1412398"/>
              <a:ext cx="203914" cy="463053"/>
            </a:xfrm>
            <a:custGeom>
              <a:rect b="b" l="l" r="r" t="t"/>
              <a:pathLst>
                <a:path extrusionOk="0" h="4662" w="2053">
                  <a:moveTo>
                    <a:pt x="16" y="0"/>
                  </a:moveTo>
                  <a:cubicBezTo>
                    <a:pt x="16" y="16"/>
                    <a:pt x="0" y="16"/>
                    <a:pt x="0" y="16"/>
                  </a:cubicBezTo>
                  <a:cubicBezTo>
                    <a:pt x="32" y="117"/>
                    <a:pt x="53" y="218"/>
                    <a:pt x="32" y="303"/>
                  </a:cubicBezTo>
                  <a:lnTo>
                    <a:pt x="32" y="925"/>
                  </a:lnTo>
                  <a:lnTo>
                    <a:pt x="32" y="1244"/>
                  </a:lnTo>
                  <a:cubicBezTo>
                    <a:pt x="32" y="1297"/>
                    <a:pt x="53" y="1345"/>
                    <a:pt x="85" y="1382"/>
                  </a:cubicBezTo>
                  <a:cubicBezTo>
                    <a:pt x="170" y="1531"/>
                    <a:pt x="271" y="1701"/>
                    <a:pt x="372" y="1866"/>
                  </a:cubicBezTo>
                  <a:cubicBezTo>
                    <a:pt x="505" y="2089"/>
                    <a:pt x="659" y="2323"/>
                    <a:pt x="792" y="2557"/>
                  </a:cubicBezTo>
                  <a:cubicBezTo>
                    <a:pt x="893" y="2727"/>
                    <a:pt x="994" y="2897"/>
                    <a:pt x="1079" y="3046"/>
                  </a:cubicBezTo>
                  <a:cubicBezTo>
                    <a:pt x="1265" y="3365"/>
                    <a:pt x="1467" y="3704"/>
                    <a:pt x="1669" y="4007"/>
                  </a:cubicBezTo>
                  <a:cubicBezTo>
                    <a:pt x="1701" y="4056"/>
                    <a:pt x="1733" y="4125"/>
                    <a:pt x="1749" y="4173"/>
                  </a:cubicBezTo>
                  <a:cubicBezTo>
                    <a:pt x="1818" y="4290"/>
                    <a:pt x="1887" y="4411"/>
                    <a:pt x="1988" y="4512"/>
                  </a:cubicBezTo>
                  <a:cubicBezTo>
                    <a:pt x="2004" y="4529"/>
                    <a:pt x="2004" y="4561"/>
                    <a:pt x="2004" y="4593"/>
                  </a:cubicBezTo>
                  <a:cubicBezTo>
                    <a:pt x="2020" y="4613"/>
                    <a:pt x="2020" y="4630"/>
                    <a:pt x="2020" y="4646"/>
                  </a:cubicBezTo>
                  <a:lnTo>
                    <a:pt x="2036" y="4662"/>
                  </a:lnTo>
                  <a:lnTo>
                    <a:pt x="2036" y="4646"/>
                  </a:lnTo>
                  <a:lnTo>
                    <a:pt x="2052" y="4646"/>
                  </a:lnTo>
                  <a:cubicBezTo>
                    <a:pt x="2036" y="4630"/>
                    <a:pt x="2036" y="4613"/>
                    <a:pt x="2036" y="4593"/>
                  </a:cubicBezTo>
                  <a:cubicBezTo>
                    <a:pt x="2036" y="4545"/>
                    <a:pt x="2020" y="4512"/>
                    <a:pt x="2004" y="4476"/>
                  </a:cubicBezTo>
                  <a:cubicBezTo>
                    <a:pt x="1903" y="4391"/>
                    <a:pt x="1834" y="4274"/>
                    <a:pt x="1786" y="4157"/>
                  </a:cubicBezTo>
                  <a:cubicBezTo>
                    <a:pt x="1749" y="4108"/>
                    <a:pt x="1717" y="4056"/>
                    <a:pt x="1685" y="3987"/>
                  </a:cubicBezTo>
                  <a:cubicBezTo>
                    <a:pt x="1483" y="3684"/>
                    <a:pt x="1297" y="3349"/>
                    <a:pt x="1111" y="3030"/>
                  </a:cubicBezTo>
                  <a:cubicBezTo>
                    <a:pt x="1010" y="2876"/>
                    <a:pt x="909" y="2711"/>
                    <a:pt x="808" y="2541"/>
                  </a:cubicBezTo>
                  <a:cubicBezTo>
                    <a:pt x="675" y="2307"/>
                    <a:pt x="537" y="2068"/>
                    <a:pt x="388" y="1850"/>
                  </a:cubicBezTo>
                  <a:cubicBezTo>
                    <a:pt x="303" y="1685"/>
                    <a:pt x="202" y="1531"/>
                    <a:pt x="101" y="1361"/>
                  </a:cubicBezTo>
                  <a:cubicBezTo>
                    <a:pt x="85" y="1329"/>
                    <a:pt x="69" y="1297"/>
                    <a:pt x="69" y="1244"/>
                  </a:cubicBezTo>
                  <a:lnTo>
                    <a:pt x="69" y="925"/>
                  </a:lnTo>
                  <a:cubicBezTo>
                    <a:pt x="53" y="723"/>
                    <a:pt x="53" y="505"/>
                    <a:pt x="69" y="303"/>
                  </a:cubicBezTo>
                  <a:cubicBezTo>
                    <a:pt x="69" y="202"/>
                    <a:pt x="69" y="117"/>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1617337" y="2151475"/>
              <a:ext cx="1689" cy="56615"/>
            </a:xfrm>
            <a:custGeom>
              <a:rect b="b" l="l" r="r" t="t"/>
              <a:pathLst>
                <a:path extrusionOk="0" h="570" w="17">
                  <a:moveTo>
                    <a:pt x="1" y="0"/>
                  </a:moveTo>
                  <a:lnTo>
                    <a:pt x="1" y="16"/>
                  </a:lnTo>
                  <a:lnTo>
                    <a:pt x="1" y="554"/>
                  </a:lnTo>
                  <a:lnTo>
                    <a:pt x="1" y="570"/>
                  </a:lnTo>
                  <a:cubicBezTo>
                    <a:pt x="17" y="570"/>
                    <a:pt x="17" y="554"/>
                    <a:pt x="17" y="554"/>
                  </a:cubicBezTo>
                  <a:lnTo>
                    <a:pt x="17" y="16"/>
                  </a:lnTo>
                  <a:cubicBezTo>
                    <a:pt x="17" y="0"/>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1336446" y="2402171"/>
              <a:ext cx="6555" cy="92074"/>
            </a:xfrm>
            <a:custGeom>
              <a:rect b="b" l="l" r="r" t="t"/>
              <a:pathLst>
                <a:path extrusionOk="0" h="927" w="66">
                  <a:moveTo>
                    <a:pt x="33" y="1"/>
                  </a:moveTo>
                  <a:cubicBezTo>
                    <a:pt x="17" y="1"/>
                    <a:pt x="17" y="1"/>
                    <a:pt x="17" y="17"/>
                  </a:cubicBezTo>
                  <a:cubicBezTo>
                    <a:pt x="1" y="33"/>
                    <a:pt x="17" y="49"/>
                    <a:pt x="17" y="66"/>
                  </a:cubicBezTo>
                  <a:cubicBezTo>
                    <a:pt x="33" y="82"/>
                    <a:pt x="33" y="82"/>
                    <a:pt x="33" y="102"/>
                  </a:cubicBezTo>
                  <a:lnTo>
                    <a:pt x="33" y="304"/>
                  </a:lnTo>
                  <a:cubicBezTo>
                    <a:pt x="17" y="506"/>
                    <a:pt x="17" y="708"/>
                    <a:pt x="33" y="910"/>
                  </a:cubicBezTo>
                  <a:lnTo>
                    <a:pt x="49" y="926"/>
                  </a:lnTo>
                  <a:lnTo>
                    <a:pt x="65" y="910"/>
                  </a:lnTo>
                  <a:cubicBezTo>
                    <a:pt x="33" y="708"/>
                    <a:pt x="49" y="506"/>
                    <a:pt x="49" y="304"/>
                  </a:cubicBezTo>
                  <a:lnTo>
                    <a:pt x="49" y="102"/>
                  </a:lnTo>
                  <a:lnTo>
                    <a:pt x="49" y="49"/>
                  </a:lnTo>
                  <a:cubicBezTo>
                    <a:pt x="33" y="33"/>
                    <a:pt x="33" y="33"/>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1185969" y="2127736"/>
              <a:ext cx="4966" cy="87207"/>
            </a:xfrm>
            <a:custGeom>
              <a:rect b="b" l="l" r="r" t="t"/>
              <a:pathLst>
                <a:path extrusionOk="0" h="878" w="50">
                  <a:moveTo>
                    <a:pt x="17" y="1"/>
                  </a:moveTo>
                  <a:cubicBezTo>
                    <a:pt x="1" y="1"/>
                    <a:pt x="1" y="17"/>
                    <a:pt x="1" y="17"/>
                  </a:cubicBezTo>
                  <a:cubicBezTo>
                    <a:pt x="17" y="170"/>
                    <a:pt x="17" y="304"/>
                    <a:pt x="17" y="441"/>
                  </a:cubicBezTo>
                  <a:lnTo>
                    <a:pt x="17" y="708"/>
                  </a:lnTo>
                  <a:lnTo>
                    <a:pt x="17" y="744"/>
                  </a:lnTo>
                  <a:cubicBezTo>
                    <a:pt x="17" y="793"/>
                    <a:pt x="17" y="825"/>
                    <a:pt x="33" y="861"/>
                  </a:cubicBezTo>
                  <a:lnTo>
                    <a:pt x="33" y="877"/>
                  </a:lnTo>
                  <a:lnTo>
                    <a:pt x="49" y="877"/>
                  </a:lnTo>
                  <a:lnTo>
                    <a:pt x="49" y="845"/>
                  </a:lnTo>
                  <a:cubicBezTo>
                    <a:pt x="33" y="825"/>
                    <a:pt x="33" y="793"/>
                    <a:pt x="33" y="744"/>
                  </a:cubicBezTo>
                  <a:lnTo>
                    <a:pt x="33" y="708"/>
                  </a:lnTo>
                  <a:lnTo>
                    <a:pt x="33" y="441"/>
                  </a:lnTo>
                  <a:cubicBezTo>
                    <a:pt x="33" y="304"/>
                    <a:pt x="49" y="15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669181" y="1928788"/>
              <a:ext cx="147398" cy="210668"/>
            </a:xfrm>
            <a:custGeom>
              <a:rect b="b" l="l" r="r" t="t"/>
              <a:pathLst>
                <a:path extrusionOk="0" h="2121" w="1484">
                  <a:moveTo>
                    <a:pt x="1467" y="0"/>
                  </a:moveTo>
                  <a:cubicBezTo>
                    <a:pt x="1346" y="85"/>
                    <a:pt x="1213" y="137"/>
                    <a:pt x="1096" y="202"/>
                  </a:cubicBezTo>
                  <a:cubicBezTo>
                    <a:pt x="1027" y="238"/>
                    <a:pt x="942" y="271"/>
                    <a:pt x="877" y="323"/>
                  </a:cubicBezTo>
                  <a:cubicBezTo>
                    <a:pt x="639" y="457"/>
                    <a:pt x="389" y="574"/>
                    <a:pt x="170" y="707"/>
                  </a:cubicBezTo>
                  <a:lnTo>
                    <a:pt x="102" y="743"/>
                  </a:lnTo>
                  <a:cubicBezTo>
                    <a:pt x="53" y="760"/>
                    <a:pt x="17" y="792"/>
                    <a:pt x="17" y="861"/>
                  </a:cubicBezTo>
                  <a:cubicBezTo>
                    <a:pt x="33" y="994"/>
                    <a:pt x="33" y="1131"/>
                    <a:pt x="33" y="1265"/>
                  </a:cubicBezTo>
                  <a:cubicBezTo>
                    <a:pt x="17" y="1515"/>
                    <a:pt x="17" y="1786"/>
                    <a:pt x="33" y="2040"/>
                  </a:cubicBezTo>
                  <a:cubicBezTo>
                    <a:pt x="33" y="2072"/>
                    <a:pt x="17" y="2072"/>
                    <a:pt x="17" y="2089"/>
                  </a:cubicBezTo>
                  <a:lnTo>
                    <a:pt x="1" y="2105"/>
                  </a:lnTo>
                  <a:lnTo>
                    <a:pt x="1" y="2121"/>
                  </a:lnTo>
                  <a:lnTo>
                    <a:pt x="17" y="2121"/>
                  </a:lnTo>
                  <a:lnTo>
                    <a:pt x="33" y="2105"/>
                  </a:lnTo>
                  <a:cubicBezTo>
                    <a:pt x="53" y="2089"/>
                    <a:pt x="53" y="2072"/>
                    <a:pt x="53" y="2040"/>
                  </a:cubicBezTo>
                  <a:lnTo>
                    <a:pt x="53" y="1265"/>
                  </a:lnTo>
                  <a:lnTo>
                    <a:pt x="53" y="861"/>
                  </a:lnTo>
                  <a:cubicBezTo>
                    <a:pt x="53" y="808"/>
                    <a:pt x="70" y="792"/>
                    <a:pt x="118" y="760"/>
                  </a:cubicBezTo>
                  <a:lnTo>
                    <a:pt x="170" y="727"/>
                  </a:lnTo>
                  <a:cubicBezTo>
                    <a:pt x="405" y="606"/>
                    <a:pt x="659" y="473"/>
                    <a:pt x="877" y="339"/>
                  </a:cubicBezTo>
                  <a:cubicBezTo>
                    <a:pt x="962" y="303"/>
                    <a:pt x="1027" y="271"/>
                    <a:pt x="1112" y="222"/>
                  </a:cubicBezTo>
                  <a:cubicBezTo>
                    <a:pt x="1229" y="170"/>
                    <a:pt x="1366" y="101"/>
                    <a:pt x="1483" y="20"/>
                  </a:cubicBezTo>
                  <a:lnTo>
                    <a:pt x="14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1409946" y="2295993"/>
              <a:ext cx="10131" cy="74196"/>
            </a:xfrm>
            <a:custGeom>
              <a:rect b="b" l="l" r="r" t="t"/>
              <a:pathLst>
                <a:path extrusionOk="0" h="747" w="102">
                  <a:moveTo>
                    <a:pt x="81" y="0"/>
                  </a:moveTo>
                  <a:cubicBezTo>
                    <a:pt x="76" y="0"/>
                    <a:pt x="69" y="7"/>
                    <a:pt x="69" y="7"/>
                  </a:cubicBezTo>
                  <a:cubicBezTo>
                    <a:pt x="16" y="125"/>
                    <a:pt x="32" y="242"/>
                    <a:pt x="32" y="363"/>
                  </a:cubicBezTo>
                  <a:lnTo>
                    <a:pt x="32" y="496"/>
                  </a:lnTo>
                  <a:cubicBezTo>
                    <a:pt x="32" y="529"/>
                    <a:pt x="32" y="565"/>
                    <a:pt x="16" y="597"/>
                  </a:cubicBezTo>
                  <a:cubicBezTo>
                    <a:pt x="16" y="646"/>
                    <a:pt x="0" y="698"/>
                    <a:pt x="16" y="747"/>
                  </a:cubicBezTo>
                  <a:lnTo>
                    <a:pt x="32" y="747"/>
                  </a:lnTo>
                  <a:lnTo>
                    <a:pt x="32" y="731"/>
                  </a:lnTo>
                  <a:cubicBezTo>
                    <a:pt x="16" y="698"/>
                    <a:pt x="32" y="646"/>
                    <a:pt x="49" y="597"/>
                  </a:cubicBezTo>
                  <a:cubicBezTo>
                    <a:pt x="49" y="565"/>
                    <a:pt x="69" y="529"/>
                    <a:pt x="69" y="496"/>
                  </a:cubicBezTo>
                  <a:lnTo>
                    <a:pt x="69" y="363"/>
                  </a:lnTo>
                  <a:cubicBezTo>
                    <a:pt x="49" y="242"/>
                    <a:pt x="49" y="125"/>
                    <a:pt x="101" y="24"/>
                  </a:cubicBezTo>
                  <a:cubicBezTo>
                    <a:pt x="101" y="7"/>
                    <a:pt x="101" y="7"/>
                    <a:pt x="85" y="7"/>
                  </a:cubicBezTo>
                  <a:cubicBezTo>
                    <a:pt x="85" y="2"/>
                    <a:pt x="83"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1819563" y="3202731"/>
              <a:ext cx="4966" cy="62277"/>
            </a:xfrm>
            <a:custGeom>
              <a:rect b="b" l="l" r="r" t="t"/>
              <a:pathLst>
                <a:path extrusionOk="0" h="627" w="50">
                  <a:moveTo>
                    <a:pt x="33" y="0"/>
                  </a:moveTo>
                  <a:lnTo>
                    <a:pt x="17" y="20"/>
                  </a:lnTo>
                  <a:cubicBezTo>
                    <a:pt x="1" y="101"/>
                    <a:pt x="1" y="202"/>
                    <a:pt x="17" y="303"/>
                  </a:cubicBezTo>
                  <a:lnTo>
                    <a:pt x="17" y="473"/>
                  </a:lnTo>
                  <a:lnTo>
                    <a:pt x="17" y="525"/>
                  </a:lnTo>
                  <a:cubicBezTo>
                    <a:pt x="17" y="558"/>
                    <a:pt x="17" y="574"/>
                    <a:pt x="1" y="606"/>
                  </a:cubicBezTo>
                  <a:lnTo>
                    <a:pt x="1" y="626"/>
                  </a:lnTo>
                  <a:lnTo>
                    <a:pt x="17" y="626"/>
                  </a:lnTo>
                  <a:cubicBezTo>
                    <a:pt x="49" y="590"/>
                    <a:pt x="33" y="558"/>
                    <a:pt x="33" y="525"/>
                  </a:cubicBezTo>
                  <a:lnTo>
                    <a:pt x="33" y="473"/>
                  </a:lnTo>
                  <a:lnTo>
                    <a:pt x="33" y="303"/>
                  </a:lnTo>
                  <a:cubicBezTo>
                    <a:pt x="33" y="202"/>
                    <a:pt x="33" y="121"/>
                    <a:pt x="49" y="20"/>
                  </a:cubicBezTo>
                  <a:cubicBezTo>
                    <a:pt x="49" y="2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1521886" y="1283573"/>
              <a:ext cx="203914" cy="446665"/>
            </a:xfrm>
            <a:custGeom>
              <a:rect b="b" l="l" r="r" t="t"/>
              <a:pathLst>
                <a:path extrusionOk="0" h="4497" w="2053">
                  <a:moveTo>
                    <a:pt x="53" y="0"/>
                  </a:moveTo>
                  <a:cubicBezTo>
                    <a:pt x="0" y="33"/>
                    <a:pt x="16" y="85"/>
                    <a:pt x="32" y="134"/>
                  </a:cubicBezTo>
                  <a:lnTo>
                    <a:pt x="32" y="186"/>
                  </a:lnTo>
                  <a:lnTo>
                    <a:pt x="32" y="437"/>
                  </a:lnTo>
                  <a:lnTo>
                    <a:pt x="32" y="760"/>
                  </a:lnTo>
                  <a:cubicBezTo>
                    <a:pt x="16" y="925"/>
                    <a:pt x="101" y="1063"/>
                    <a:pt x="170" y="1180"/>
                  </a:cubicBezTo>
                  <a:cubicBezTo>
                    <a:pt x="186" y="1196"/>
                    <a:pt x="202" y="1228"/>
                    <a:pt x="218" y="1265"/>
                  </a:cubicBezTo>
                  <a:cubicBezTo>
                    <a:pt x="707" y="2121"/>
                    <a:pt x="1228" y="3046"/>
                    <a:pt x="1870" y="4141"/>
                  </a:cubicBezTo>
                  <a:cubicBezTo>
                    <a:pt x="1887" y="4173"/>
                    <a:pt x="1903" y="4194"/>
                    <a:pt x="1919" y="4226"/>
                  </a:cubicBezTo>
                  <a:cubicBezTo>
                    <a:pt x="1971" y="4311"/>
                    <a:pt x="2020" y="4375"/>
                    <a:pt x="2036" y="4476"/>
                  </a:cubicBezTo>
                  <a:cubicBezTo>
                    <a:pt x="2036" y="4496"/>
                    <a:pt x="2036" y="4496"/>
                    <a:pt x="2052" y="4496"/>
                  </a:cubicBezTo>
                  <a:lnTo>
                    <a:pt x="2052" y="4476"/>
                  </a:lnTo>
                  <a:cubicBezTo>
                    <a:pt x="2052" y="4375"/>
                    <a:pt x="2004" y="4294"/>
                    <a:pt x="1951" y="4210"/>
                  </a:cubicBezTo>
                  <a:cubicBezTo>
                    <a:pt x="1935" y="4194"/>
                    <a:pt x="1919" y="4157"/>
                    <a:pt x="1903" y="4141"/>
                  </a:cubicBezTo>
                  <a:cubicBezTo>
                    <a:pt x="1265" y="3030"/>
                    <a:pt x="723" y="2105"/>
                    <a:pt x="234" y="1245"/>
                  </a:cubicBezTo>
                  <a:cubicBezTo>
                    <a:pt x="218" y="1212"/>
                    <a:pt x="202" y="1196"/>
                    <a:pt x="186" y="1164"/>
                  </a:cubicBezTo>
                  <a:cubicBezTo>
                    <a:pt x="117" y="1043"/>
                    <a:pt x="53" y="925"/>
                    <a:pt x="53" y="760"/>
                  </a:cubicBezTo>
                  <a:cubicBezTo>
                    <a:pt x="69" y="659"/>
                    <a:pt x="69" y="538"/>
                    <a:pt x="69" y="437"/>
                  </a:cubicBezTo>
                  <a:lnTo>
                    <a:pt x="69" y="186"/>
                  </a:lnTo>
                  <a:cubicBezTo>
                    <a:pt x="69" y="170"/>
                    <a:pt x="53" y="134"/>
                    <a:pt x="53" y="117"/>
                  </a:cubicBezTo>
                  <a:cubicBezTo>
                    <a:pt x="32" y="85"/>
                    <a:pt x="32"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1841216" y="2161507"/>
              <a:ext cx="4966" cy="60290"/>
            </a:xfrm>
            <a:custGeom>
              <a:rect b="b" l="l" r="r" t="t"/>
              <a:pathLst>
                <a:path extrusionOk="0" h="607" w="50">
                  <a:moveTo>
                    <a:pt x="33" y="0"/>
                  </a:moveTo>
                  <a:lnTo>
                    <a:pt x="17" y="16"/>
                  </a:lnTo>
                  <a:cubicBezTo>
                    <a:pt x="1" y="101"/>
                    <a:pt x="1" y="202"/>
                    <a:pt x="1" y="283"/>
                  </a:cubicBezTo>
                  <a:cubicBezTo>
                    <a:pt x="17" y="335"/>
                    <a:pt x="17" y="384"/>
                    <a:pt x="1" y="453"/>
                  </a:cubicBezTo>
                  <a:cubicBezTo>
                    <a:pt x="1" y="469"/>
                    <a:pt x="1" y="485"/>
                    <a:pt x="17" y="485"/>
                  </a:cubicBezTo>
                  <a:cubicBezTo>
                    <a:pt x="17" y="521"/>
                    <a:pt x="17" y="554"/>
                    <a:pt x="1" y="570"/>
                  </a:cubicBezTo>
                  <a:lnTo>
                    <a:pt x="1" y="586"/>
                  </a:lnTo>
                  <a:lnTo>
                    <a:pt x="1" y="606"/>
                  </a:lnTo>
                  <a:lnTo>
                    <a:pt x="17" y="586"/>
                  </a:lnTo>
                  <a:cubicBezTo>
                    <a:pt x="33" y="554"/>
                    <a:pt x="33" y="521"/>
                    <a:pt x="33" y="485"/>
                  </a:cubicBezTo>
                  <a:lnTo>
                    <a:pt x="33" y="453"/>
                  </a:lnTo>
                  <a:lnTo>
                    <a:pt x="33" y="283"/>
                  </a:lnTo>
                  <a:cubicBezTo>
                    <a:pt x="33" y="202"/>
                    <a:pt x="33" y="101"/>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1530229" y="1639852"/>
              <a:ext cx="170640" cy="351213"/>
            </a:xfrm>
            <a:custGeom>
              <a:rect b="b" l="l" r="r" t="t"/>
              <a:pathLst>
                <a:path extrusionOk="0" h="3536" w="1718">
                  <a:moveTo>
                    <a:pt x="1" y="1"/>
                  </a:moveTo>
                  <a:lnTo>
                    <a:pt x="1" y="17"/>
                  </a:lnTo>
                  <a:cubicBezTo>
                    <a:pt x="86" y="102"/>
                    <a:pt x="134" y="182"/>
                    <a:pt x="187" y="283"/>
                  </a:cubicBezTo>
                  <a:cubicBezTo>
                    <a:pt x="203" y="320"/>
                    <a:pt x="219" y="352"/>
                    <a:pt x="251" y="384"/>
                  </a:cubicBezTo>
                  <a:cubicBezTo>
                    <a:pt x="405" y="639"/>
                    <a:pt x="554" y="909"/>
                    <a:pt x="708" y="1160"/>
                  </a:cubicBezTo>
                  <a:cubicBezTo>
                    <a:pt x="793" y="1313"/>
                    <a:pt x="878" y="1447"/>
                    <a:pt x="958" y="1580"/>
                  </a:cubicBezTo>
                  <a:cubicBezTo>
                    <a:pt x="1197" y="1984"/>
                    <a:pt x="1431" y="2356"/>
                    <a:pt x="1649" y="2727"/>
                  </a:cubicBezTo>
                  <a:cubicBezTo>
                    <a:pt x="1665" y="2727"/>
                    <a:pt x="1665" y="2743"/>
                    <a:pt x="1665" y="2743"/>
                  </a:cubicBezTo>
                  <a:cubicBezTo>
                    <a:pt x="1685" y="2760"/>
                    <a:pt x="1702" y="2776"/>
                    <a:pt x="1702" y="2792"/>
                  </a:cubicBezTo>
                  <a:lnTo>
                    <a:pt x="1702" y="3010"/>
                  </a:lnTo>
                  <a:lnTo>
                    <a:pt x="1702" y="3467"/>
                  </a:lnTo>
                  <a:cubicBezTo>
                    <a:pt x="1702" y="3483"/>
                    <a:pt x="1685" y="3483"/>
                    <a:pt x="1685" y="3483"/>
                  </a:cubicBezTo>
                  <a:lnTo>
                    <a:pt x="1665" y="3499"/>
                  </a:lnTo>
                  <a:lnTo>
                    <a:pt x="1665" y="3515"/>
                  </a:lnTo>
                  <a:lnTo>
                    <a:pt x="1685" y="3535"/>
                  </a:lnTo>
                  <a:lnTo>
                    <a:pt x="1685" y="3515"/>
                  </a:lnTo>
                  <a:lnTo>
                    <a:pt x="1702" y="3499"/>
                  </a:lnTo>
                  <a:cubicBezTo>
                    <a:pt x="1702" y="3499"/>
                    <a:pt x="1718" y="3483"/>
                    <a:pt x="1718" y="3467"/>
                  </a:cubicBezTo>
                  <a:lnTo>
                    <a:pt x="1718" y="3010"/>
                  </a:lnTo>
                  <a:lnTo>
                    <a:pt x="1718" y="2792"/>
                  </a:lnTo>
                  <a:cubicBezTo>
                    <a:pt x="1718" y="2760"/>
                    <a:pt x="1702" y="2743"/>
                    <a:pt x="1685" y="2727"/>
                  </a:cubicBezTo>
                  <a:lnTo>
                    <a:pt x="1685" y="2707"/>
                  </a:lnTo>
                  <a:cubicBezTo>
                    <a:pt x="1463" y="2356"/>
                    <a:pt x="1229" y="1968"/>
                    <a:pt x="995" y="1580"/>
                  </a:cubicBezTo>
                  <a:cubicBezTo>
                    <a:pt x="910" y="1431"/>
                    <a:pt x="825" y="1293"/>
                    <a:pt x="740" y="1160"/>
                  </a:cubicBezTo>
                  <a:cubicBezTo>
                    <a:pt x="591" y="889"/>
                    <a:pt x="437" y="639"/>
                    <a:pt x="272" y="368"/>
                  </a:cubicBezTo>
                  <a:cubicBezTo>
                    <a:pt x="251" y="336"/>
                    <a:pt x="235" y="304"/>
                    <a:pt x="203" y="267"/>
                  </a:cubicBezTo>
                  <a:cubicBezTo>
                    <a:pt x="150" y="166"/>
                    <a:pt x="102" y="8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987021" y="1690011"/>
              <a:ext cx="6456" cy="96842"/>
            </a:xfrm>
            <a:custGeom>
              <a:rect b="b" l="l" r="r" t="t"/>
              <a:pathLst>
                <a:path extrusionOk="0" h="975" w="65">
                  <a:moveTo>
                    <a:pt x="16" y="1"/>
                  </a:moveTo>
                  <a:cubicBezTo>
                    <a:pt x="0" y="1"/>
                    <a:pt x="0" y="1"/>
                    <a:pt x="0" y="17"/>
                  </a:cubicBezTo>
                  <a:cubicBezTo>
                    <a:pt x="16" y="166"/>
                    <a:pt x="16" y="336"/>
                    <a:pt x="16" y="505"/>
                  </a:cubicBezTo>
                  <a:lnTo>
                    <a:pt x="16" y="808"/>
                  </a:lnTo>
                  <a:lnTo>
                    <a:pt x="16" y="841"/>
                  </a:lnTo>
                  <a:cubicBezTo>
                    <a:pt x="16" y="873"/>
                    <a:pt x="16" y="926"/>
                    <a:pt x="49" y="958"/>
                  </a:cubicBezTo>
                  <a:lnTo>
                    <a:pt x="49" y="974"/>
                  </a:lnTo>
                  <a:lnTo>
                    <a:pt x="65" y="958"/>
                  </a:lnTo>
                  <a:lnTo>
                    <a:pt x="65" y="942"/>
                  </a:lnTo>
                  <a:cubicBezTo>
                    <a:pt x="33" y="909"/>
                    <a:pt x="33" y="873"/>
                    <a:pt x="49" y="841"/>
                  </a:cubicBezTo>
                  <a:lnTo>
                    <a:pt x="49" y="808"/>
                  </a:lnTo>
                  <a:cubicBezTo>
                    <a:pt x="33" y="707"/>
                    <a:pt x="33" y="606"/>
                    <a:pt x="49" y="505"/>
                  </a:cubicBezTo>
                  <a:cubicBezTo>
                    <a:pt x="49" y="336"/>
                    <a:pt x="49" y="166"/>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1035591" y="3209485"/>
              <a:ext cx="4867" cy="91975"/>
            </a:xfrm>
            <a:custGeom>
              <a:rect b="b" l="l" r="r" t="t"/>
              <a:pathLst>
                <a:path extrusionOk="0" h="926" w="49">
                  <a:moveTo>
                    <a:pt x="16" y="1"/>
                  </a:moveTo>
                  <a:cubicBezTo>
                    <a:pt x="0" y="1"/>
                    <a:pt x="0" y="17"/>
                    <a:pt x="0" y="17"/>
                  </a:cubicBezTo>
                  <a:cubicBezTo>
                    <a:pt x="16" y="154"/>
                    <a:pt x="16" y="288"/>
                    <a:pt x="16" y="405"/>
                  </a:cubicBezTo>
                  <a:lnTo>
                    <a:pt x="16" y="623"/>
                  </a:lnTo>
                  <a:lnTo>
                    <a:pt x="16" y="825"/>
                  </a:lnTo>
                  <a:lnTo>
                    <a:pt x="16" y="910"/>
                  </a:lnTo>
                  <a:cubicBezTo>
                    <a:pt x="16" y="910"/>
                    <a:pt x="16" y="926"/>
                    <a:pt x="32" y="926"/>
                  </a:cubicBezTo>
                  <a:lnTo>
                    <a:pt x="32" y="910"/>
                  </a:lnTo>
                  <a:lnTo>
                    <a:pt x="32" y="825"/>
                  </a:lnTo>
                  <a:cubicBezTo>
                    <a:pt x="32" y="760"/>
                    <a:pt x="49" y="692"/>
                    <a:pt x="32" y="623"/>
                  </a:cubicBezTo>
                  <a:lnTo>
                    <a:pt x="32" y="405"/>
                  </a:lnTo>
                  <a:cubicBezTo>
                    <a:pt x="49" y="288"/>
                    <a:pt x="49" y="154"/>
                    <a:pt x="32" y="17"/>
                  </a:cubicBezTo>
                  <a:cubicBezTo>
                    <a:pt x="32"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1792646" y="2873667"/>
              <a:ext cx="5364" cy="50258"/>
            </a:xfrm>
            <a:custGeom>
              <a:rect b="b" l="l" r="r" t="t"/>
              <a:pathLst>
                <a:path extrusionOk="0" h="506" w="54">
                  <a:moveTo>
                    <a:pt x="17" y="1"/>
                  </a:moveTo>
                  <a:cubicBezTo>
                    <a:pt x="1" y="81"/>
                    <a:pt x="1" y="166"/>
                    <a:pt x="17" y="251"/>
                  </a:cubicBezTo>
                  <a:cubicBezTo>
                    <a:pt x="17" y="336"/>
                    <a:pt x="17" y="421"/>
                    <a:pt x="1" y="485"/>
                  </a:cubicBezTo>
                  <a:lnTo>
                    <a:pt x="1" y="506"/>
                  </a:lnTo>
                  <a:lnTo>
                    <a:pt x="17" y="506"/>
                  </a:lnTo>
                  <a:cubicBezTo>
                    <a:pt x="53" y="421"/>
                    <a:pt x="33" y="336"/>
                    <a:pt x="33" y="251"/>
                  </a:cubicBezTo>
                  <a:cubicBezTo>
                    <a:pt x="33" y="166"/>
                    <a:pt x="33" y="81"/>
                    <a:pt x="53" y="17"/>
                  </a:cubicBezTo>
                  <a:cubicBezTo>
                    <a:pt x="53" y="1"/>
                    <a:pt x="5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936861" y="2276624"/>
              <a:ext cx="4867" cy="55423"/>
            </a:xfrm>
            <a:custGeom>
              <a:rect b="b" l="l" r="r" t="t"/>
              <a:pathLst>
                <a:path extrusionOk="0" h="558" w="49">
                  <a:moveTo>
                    <a:pt x="16" y="1"/>
                  </a:moveTo>
                  <a:lnTo>
                    <a:pt x="0" y="17"/>
                  </a:lnTo>
                  <a:cubicBezTo>
                    <a:pt x="16" y="85"/>
                    <a:pt x="16" y="154"/>
                    <a:pt x="0" y="219"/>
                  </a:cubicBezTo>
                  <a:cubicBezTo>
                    <a:pt x="0" y="320"/>
                    <a:pt x="0" y="437"/>
                    <a:pt x="16" y="558"/>
                  </a:cubicBezTo>
                  <a:lnTo>
                    <a:pt x="33" y="558"/>
                  </a:lnTo>
                  <a:cubicBezTo>
                    <a:pt x="49" y="558"/>
                    <a:pt x="49" y="558"/>
                    <a:pt x="49" y="538"/>
                  </a:cubicBezTo>
                  <a:cubicBezTo>
                    <a:pt x="33" y="437"/>
                    <a:pt x="33" y="320"/>
                    <a:pt x="33" y="219"/>
                  </a:cubicBezTo>
                  <a:lnTo>
                    <a:pt x="33" y="17"/>
                  </a:lnTo>
                  <a:cubicBezTo>
                    <a:pt x="33" y="17"/>
                    <a:pt x="33"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1819563" y="3495640"/>
              <a:ext cx="4966" cy="66647"/>
            </a:xfrm>
            <a:custGeom>
              <a:rect b="b" l="l" r="r" t="t"/>
              <a:pathLst>
                <a:path extrusionOk="0" h="671" w="50">
                  <a:moveTo>
                    <a:pt x="33" y="0"/>
                  </a:moveTo>
                  <a:lnTo>
                    <a:pt x="17" y="16"/>
                  </a:lnTo>
                  <a:cubicBezTo>
                    <a:pt x="1" y="117"/>
                    <a:pt x="1" y="218"/>
                    <a:pt x="17" y="335"/>
                  </a:cubicBezTo>
                  <a:lnTo>
                    <a:pt x="17" y="521"/>
                  </a:lnTo>
                  <a:lnTo>
                    <a:pt x="17" y="570"/>
                  </a:lnTo>
                  <a:cubicBezTo>
                    <a:pt x="17" y="606"/>
                    <a:pt x="17" y="638"/>
                    <a:pt x="1" y="654"/>
                  </a:cubicBezTo>
                  <a:lnTo>
                    <a:pt x="1" y="671"/>
                  </a:lnTo>
                  <a:lnTo>
                    <a:pt x="17" y="671"/>
                  </a:lnTo>
                  <a:cubicBezTo>
                    <a:pt x="49" y="638"/>
                    <a:pt x="33" y="606"/>
                    <a:pt x="33" y="570"/>
                  </a:cubicBezTo>
                  <a:lnTo>
                    <a:pt x="33" y="521"/>
                  </a:lnTo>
                  <a:lnTo>
                    <a:pt x="33" y="335"/>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608990" y="2243351"/>
              <a:ext cx="5364" cy="85122"/>
            </a:xfrm>
            <a:custGeom>
              <a:rect b="b" l="l" r="r" t="t"/>
              <a:pathLst>
                <a:path extrusionOk="0" h="857" w="54">
                  <a:moveTo>
                    <a:pt x="1" y="0"/>
                  </a:moveTo>
                  <a:lnTo>
                    <a:pt x="1" y="16"/>
                  </a:lnTo>
                  <a:cubicBezTo>
                    <a:pt x="17" y="150"/>
                    <a:pt x="17" y="303"/>
                    <a:pt x="17" y="437"/>
                  </a:cubicBezTo>
                  <a:cubicBezTo>
                    <a:pt x="17" y="521"/>
                    <a:pt x="1" y="606"/>
                    <a:pt x="17" y="671"/>
                  </a:cubicBezTo>
                  <a:lnTo>
                    <a:pt x="17" y="792"/>
                  </a:lnTo>
                  <a:lnTo>
                    <a:pt x="17" y="840"/>
                  </a:lnTo>
                  <a:lnTo>
                    <a:pt x="17" y="857"/>
                  </a:lnTo>
                  <a:cubicBezTo>
                    <a:pt x="33" y="857"/>
                    <a:pt x="33" y="840"/>
                    <a:pt x="33" y="840"/>
                  </a:cubicBezTo>
                  <a:lnTo>
                    <a:pt x="33" y="792"/>
                  </a:lnTo>
                  <a:lnTo>
                    <a:pt x="33" y="671"/>
                  </a:lnTo>
                  <a:lnTo>
                    <a:pt x="33" y="437"/>
                  </a:lnTo>
                  <a:cubicBezTo>
                    <a:pt x="33" y="303"/>
                    <a:pt x="53" y="150"/>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851343" y="2955511"/>
              <a:ext cx="354789" cy="250895"/>
            </a:xfrm>
            <a:custGeom>
              <a:rect b="b" l="l" r="r" t="t"/>
              <a:pathLst>
                <a:path extrusionOk="0" h="2526" w="3572">
                  <a:moveTo>
                    <a:pt x="3552" y="1"/>
                  </a:moveTo>
                  <a:cubicBezTo>
                    <a:pt x="2946" y="219"/>
                    <a:pt x="2340" y="437"/>
                    <a:pt x="1887" y="623"/>
                  </a:cubicBezTo>
                  <a:cubicBezTo>
                    <a:pt x="1532" y="756"/>
                    <a:pt x="1148" y="893"/>
                    <a:pt x="793" y="1027"/>
                  </a:cubicBezTo>
                  <a:cubicBezTo>
                    <a:pt x="643" y="1075"/>
                    <a:pt x="506" y="1128"/>
                    <a:pt x="356" y="1176"/>
                  </a:cubicBezTo>
                  <a:cubicBezTo>
                    <a:pt x="271" y="1213"/>
                    <a:pt x="171" y="1245"/>
                    <a:pt x="86" y="1277"/>
                  </a:cubicBezTo>
                  <a:cubicBezTo>
                    <a:pt x="37" y="1297"/>
                    <a:pt x="1" y="1346"/>
                    <a:pt x="1" y="1415"/>
                  </a:cubicBezTo>
                  <a:lnTo>
                    <a:pt x="1" y="2105"/>
                  </a:lnTo>
                  <a:lnTo>
                    <a:pt x="1" y="2441"/>
                  </a:lnTo>
                  <a:cubicBezTo>
                    <a:pt x="1" y="2457"/>
                    <a:pt x="1" y="2473"/>
                    <a:pt x="17" y="2489"/>
                  </a:cubicBezTo>
                  <a:lnTo>
                    <a:pt x="17" y="2509"/>
                  </a:lnTo>
                  <a:cubicBezTo>
                    <a:pt x="17" y="2509"/>
                    <a:pt x="17" y="2525"/>
                    <a:pt x="37" y="2525"/>
                  </a:cubicBezTo>
                  <a:cubicBezTo>
                    <a:pt x="37" y="2525"/>
                    <a:pt x="53" y="2509"/>
                    <a:pt x="37" y="2509"/>
                  </a:cubicBezTo>
                  <a:lnTo>
                    <a:pt x="37" y="2473"/>
                  </a:lnTo>
                  <a:lnTo>
                    <a:pt x="37" y="2441"/>
                  </a:lnTo>
                  <a:lnTo>
                    <a:pt x="37" y="2105"/>
                  </a:lnTo>
                  <a:lnTo>
                    <a:pt x="37" y="1415"/>
                  </a:lnTo>
                  <a:cubicBezTo>
                    <a:pt x="37" y="1346"/>
                    <a:pt x="53" y="1330"/>
                    <a:pt x="102" y="1297"/>
                  </a:cubicBezTo>
                  <a:cubicBezTo>
                    <a:pt x="187" y="1277"/>
                    <a:pt x="271" y="1245"/>
                    <a:pt x="372" y="1213"/>
                  </a:cubicBezTo>
                  <a:cubicBezTo>
                    <a:pt x="522" y="1160"/>
                    <a:pt x="659" y="1112"/>
                    <a:pt x="809" y="1043"/>
                  </a:cubicBezTo>
                  <a:cubicBezTo>
                    <a:pt x="1164" y="926"/>
                    <a:pt x="1532" y="772"/>
                    <a:pt x="1904" y="639"/>
                  </a:cubicBezTo>
                  <a:cubicBezTo>
                    <a:pt x="2360" y="469"/>
                    <a:pt x="2946" y="235"/>
                    <a:pt x="3572" y="17"/>
                  </a:cubicBezTo>
                  <a:lnTo>
                    <a:pt x="35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1841216" y="3077482"/>
              <a:ext cx="4966" cy="61879"/>
            </a:xfrm>
            <a:custGeom>
              <a:rect b="b" l="l" r="r" t="t"/>
              <a:pathLst>
                <a:path extrusionOk="0" h="623" w="50">
                  <a:moveTo>
                    <a:pt x="17" y="1"/>
                  </a:moveTo>
                  <a:cubicBezTo>
                    <a:pt x="1" y="102"/>
                    <a:pt x="1" y="203"/>
                    <a:pt x="1" y="288"/>
                  </a:cubicBezTo>
                  <a:cubicBezTo>
                    <a:pt x="17" y="352"/>
                    <a:pt x="17" y="405"/>
                    <a:pt x="1" y="473"/>
                  </a:cubicBezTo>
                  <a:cubicBezTo>
                    <a:pt x="1" y="490"/>
                    <a:pt x="1" y="506"/>
                    <a:pt x="17" y="506"/>
                  </a:cubicBezTo>
                  <a:cubicBezTo>
                    <a:pt x="17" y="538"/>
                    <a:pt x="17" y="574"/>
                    <a:pt x="1" y="590"/>
                  </a:cubicBezTo>
                  <a:lnTo>
                    <a:pt x="1" y="607"/>
                  </a:lnTo>
                  <a:lnTo>
                    <a:pt x="1" y="623"/>
                  </a:lnTo>
                  <a:lnTo>
                    <a:pt x="17" y="607"/>
                  </a:lnTo>
                  <a:cubicBezTo>
                    <a:pt x="33" y="574"/>
                    <a:pt x="33" y="538"/>
                    <a:pt x="33" y="506"/>
                  </a:cubicBezTo>
                  <a:lnTo>
                    <a:pt x="33" y="473"/>
                  </a:lnTo>
                  <a:lnTo>
                    <a:pt x="33" y="288"/>
                  </a:lnTo>
                  <a:cubicBezTo>
                    <a:pt x="33" y="203"/>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1670675" y="2714747"/>
              <a:ext cx="6953" cy="58701"/>
            </a:xfrm>
            <a:custGeom>
              <a:rect b="b" l="l" r="r" t="t"/>
              <a:pathLst>
                <a:path extrusionOk="0" h="591" w="70">
                  <a:moveTo>
                    <a:pt x="49" y="1"/>
                  </a:moveTo>
                  <a:cubicBezTo>
                    <a:pt x="49" y="1"/>
                    <a:pt x="33" y="1"/>
                    <a:pt x="33" y="17"/>
                  </a:cubicBezTo>
                  <a:cubicBezTo>
                    <a:pt x="17" y="102"/>
                    <a:pt x="17" y="187"/>
                    <a:pt x="17" y="267"/>
                  </a:cubicBezTo>
                  <a:cubicBezTo>
                    <a:pt x="17" y="320"/>
                    <a:pt x="33" y="368"/>
                    <a:pt x="17" y="437"/>
                  </a:cubicBezTo>
                  <a:lnTo>
                    <a:pt x="17" y="490"/>
                  </a:lnTo>
                  <a:cubicBezTo>
                    <a:pt x="17" y="522"/>
                    <a:pt x="33" y="538"/>
                    <a:pt x="17" y="570"/>
                  </a:cubicBezTo>
                  <a:cubicBezTo>
                    <a:pt x="1" y="570"/>
                    <a:pt x="17" y="591"/>
                    <a:pt x="17" y="591"/>
                  </a:cubicBezTo>
                  <a:lnTo>
                    <a:pt x="33" y="591"/>
                  </a:lnTo>
                  <a:cubicBezTo>
                    <a:pt x="49" y="554"/>
                    <a:pt x="49" y="522"/>
                    <a:pt x="49" y="469"/>
                  </a:cubicBezTo>
                  <a:lnTo>
                    <a:pt x="49" y="437"/>
                  </a:lnTo>
                  <a:lnTo>
                    <a:pt x="49" y="267"/>
                  </a:lnTo>
                  <a:cubicBezTo>
                    <a:pt x="49" y="187"/>
                    <a:pt x="49" y="102"/>
                    <a:pt x="70" y="17"/>
                  </a:cubicBezTo>
                  <a:cubicBezTo>
                    <a:pt x="70" y="17"/>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687655" y="1785065"/>
              <a:ext cx="125348" cy="165873"/>
            </a:xfrm>
            <a:custGeom>
              <a:rect b="b" l="l" r="r" t="t"/>
              <a:pathLst>
                <a:path extrusionOk="0" h="1670" w="1262">
                  <a:moveTo>
                    <a:pt x="1245" y="1"/>
                  </a:moveTo>
                  <a:cubicBezTo>
                    <a:pt x="1180" y="33"/>
                    <a:pt x="1128" y="70"/>
                    <a:pt x="1059" y="86"/>
                  </a:cubicBezTo>
                  <a:cubicBezTo>
                    <a:pt x="926" y="171"/>
                    <a:pt x="792" y="235"/>
                    <a:pt x="655" y="304"/>
                  </a:cubicBezTo>
                  <a:lnTo>
                    <a:pt x="405" y="457"/>
                  </a:lnTo>
                  <a:cubicBezTo>
                    <a:pt x="304" y="522"/>
                    <a:pt x="203" y="575"/>
                    <a:pt x="102" y="623"/>
                  </a:cubicBezTo>
                  <a:lnTo>
                    <a:pt x="85" y="639"/>
                  </a:lnTo>
                  <a:cubicBezTo>
                    <a:pt x="49" y="659"/>
                    <a:pt x="1" y="692"/>
                    <a:pt x="1" y="740"/>
                  </a:cubicBezTo>
                  <a:lnTo>
                    <a:pt x="1" y="1063"/>
                  </a:lnTo>
                  <a:cubicBezTo>
                    <a:pt x="1" y="1265"/>
                    <a:pt x="1" y="1467"/>
                    <a:pt x="17" y="1669"/>
                  </a:cubicBezTo>
                  <a:lnTo>
                    <a:pt x="33" y="1669"/>
                  </a:lnTo>
                  <a:cubicBezTo>
                    <a:pt x="33" y="1669"/>
                    <a:pt x="49" y="1669"/>
                    <a:pt x="49" y="1649"/>
                  </a:cubicBezTo>
                  <a:cubicBezTo>
                    <a:pt x="17" y="1467"/>
                    <a:pt x="33" y="1265"/>
                    <a:pt x="33" y="1063"/>
                  </a:cubicBezTo>
                  <a:lnTo>
                    <a:pt x="33" y="740"/>
                  </a:lnTo>
                  <a:cubicBezTo>
                    <a:pt x="33" y="708"/>
                    <a:pt x="49" y="692"/>
                    <a:pt x="102" y="659"/>
                  </a:cubicBezTo>
                  <a:lnTo>
                    <a:pt x="118" y="659"/>
                  </a:lnTo>
                  <a:cubicBezTo>
                    <a:pt x="219" y="607"/>
                    <a:pt x="320" y="538"/>
                    <a:pt x="421" y="490"/>
                  </a:cubicBezTo>
                  <a:lnTo>
                    <a:pt x="675" y="336"/>
                  </a:lnTo>
                  <a:cubicBezTo>
                    <a:pt x="809" y="255"/>
                    <a:pt x="942" y="187"/>
                    <a:pt x="1079" y="118"/>
                  </a:cubicBezTo>
                  <a:cubicBezTo>
                    <a:pt x="1128" y="86"/>
                    <a:pt x="1196" y="53"/>
                    <a:pt x="1245" y="17"/>
                  </a:cubicBezTo>
                  <a:cubicBezTo>
                    <a:pt x="1261" y="17"/>
                    <a:pt x="1261" y="17"/>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1528640" y="2005765"/>
              <a:ext cx="177096" cy="327971"/>
            </a:xfrm>
            <a:custGeom>
              <a:rect b="b" l="l" r="r" t="t"/>
              <a:pathLst>
                <a:path extrusionOk="0" h="3302" w="1783">
                  <a:moveTo>
                    <a:pt x="33" y="1"/>
                  </a:moveTo>
                  <a:cubicBezTo>
                    <a:pt x="17" y="1"/>
                    <a:pt x="17" y="1"/>
                    <a:pt x="17" y="17"/>
                  </a:cubicBezTo>
                  <a:cubicBezTo>
                    <a:pt x="1" y="17"/>
                    <a:pt x="17" y="33"/>
                    <a:pt x="17" y="33"/>
                  </a:cubicBezTo>
                  <a:cubicBezTo>
                    <a:pt x="65" y="53"/>
                    <a:pt x="102" y="102"/>
                    <a:pt x="118" y="154"/>
                  </a:cubicBezTo>
                  <a:lnTo>
                    <a:pt x="134" y="154"/>
                  </a:lnTo>
                  <a:cubicBezTo>
                    <a:pt x="288" y="421"/>
                    <a:pt x="453" y="675"/>
                    <a:pt x="607" y="893"/>
                  </a:cubicBezTo>
                  <a:cubicBezTo>
                    <a:pt x="708" y="1027"/>
                    <a:pt x="793" y="1164"/>
                    <a:pt x="873" y="1281"/>
                  </a:cubicBezTo>
                  <a:cubicBezTo>
                    <a:pt x="1043" y="1532"/>
                    <a:pt x="1213" y="1802"/>
                    <a:pt x="1399" y="2037"/>
                  </a:cubicBezTo>
                  <a:cubicBezTo>
                    <a:pt x="1665" y="2376"/>
                    <a:pt x="1766" y="2728"/>
                    <a:pt x="1718" y="3115"/>
                  </a:cubicBezTo>
                  <a:cubicBezTo>
                    <a:pt x="1701" y="3131"/>
                    <a:pt x="1718" y="3148"/>
                    <a:pt x="1718" y="3164"/>
                  </a:cubicBezTo>
                  <a:cubicBezTo>
                    <a:pt x="1718" y="3216"/>
                    <a:pt x="1718" y="3249"/>
                    <a:pt x="1681" y="3285"/>
                  </a:cubicBezTo>
                  <a:lnTo>
                    <a:pt x="1681" y="3301"/>
                  </a:lnTo>
                  <a:lnTo>
                    <a:pt x="1701" y="3301"/>
                  </a:lnTo>
                  <a:cubicBezTo>
                    <a:pt x="1734" y="3249"/>
                    <a:pt x="1734" y="3216"/>
                    <a:pt x="1734" y="3164"/>
                  </a:cubicBezTo>
                  <a:lnTo>
                    <a:pt x="1734" y="3115"/>
                  </a:lnTo>
                  <a:cubicBezTo>
                    <a:pt x="1782" y="2711"/>
                    <a:pt x="1681" y="2356"/>
                    <a:pt x="1415" y="2021"/>
                  </a:cubicBezTo>
                  <a:cubicBezTo>
                    <a:pt x="1229" y="1786"/>
                    <a:pt x="1059" y="1516"/>
                    <a:pt x="894" y="1281"/>
                  </a:cubicBezTo>
                  <a:cubicBezTo>
                    <a:pt x="809" y="1144"/>
                    <a:pt x="724" y="1011"/>
                    <a:pt x="639" y="877"/>
                  </a:cubicBezTo>
                  <a:cubicBezTo>
                    <a:pt x="469" y="659"/>
                    <a:pt x="304" y="405"/>
                    <a:pt x="150" y="154"/>
                  </a:cubicBezTo>
                  <a:lnTo>
                    <a:pt x="150" y="134"/>
                  </a:lnTo>
                  <a:cubicBezTo>
                    <a:pt x="118" y="86"/>
                    <a:pt x="86" y="3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1247848" y="3051558"/>
              <a:ext cx="168952" cy="186532"/>
            </a:xfrm>
            <a:custGeom>
              <a:rect b="b" l="l" r="r" t="t"/>
              <a:pathLst>
                <a:path extrusionOk="0" h="1878" w="1701">
                  <a:moveTo>
                    <a:pt x="1686" y="0"/>
                  </a:moveTo>
                  <a:cubicBezTo>
                    <a:pt x="1683" y="0"/>
                    <a:pt x="1681" y="2"/>
                    <a:pt x="1681" y="7"/>
                  </a:cubicBezTo>
                  <a:lnTo>
                    <a:pt x="1313" y="128"/>
                  </a:lnTo>
                  <a:cubicBezTo>
                    <a:pt x="994" y="246"/>
                    <a:pt x="671" y="363"/>
                    <a:pt x="351" y="480"/>
                  </a:cubicBezTo>
                  <a:cubicBezTo>
                    <a:pt x="267" y="512"/>
                    <a:pt x="186" y="532"/>
                    <a:pt x="85" y="565"/>
                  </a:cubicBezTo>
                  <a:cubicBezTo>
                    <a:pt x="49" y="581"/>
                    <a:pt x="0" y="597"/>
                    <a:pt x="16" y="682"/>
                  </a:cubicBezTo>
                  <a:lnTo>
                    <a:pt x="16" y="1118"/>
                  </a:lnTo>
                  <a:cubicBezTo>
                    <a:pt x="16" y="1340"/>
                    <a:pt x="0" y="1575"/>
                    <a:pt x="16" y="1793"/>
                  </a:cubicBezTo>
                  <a:lnTo>
                    <a:pt x="16" y="1825"/>
                  </a:lnTo>
                  <a:cubicBezTo>
                    <a:pt x="0" y="1845"/>
                    <a:pt x="0" y="1845"/>
                    <a:pt x="0" y="1861"/>
                  </a:cubicBezTo>
                  <a:lnTo>
                    <a:pt x="0" y="1878"/>
                  </a:lnTo>
                  <a:lnTo>
                    <a:pt x="16" y="1878"/>
                  </a:lnTo>
                  <a:lnTo>
                    <a:pt x="16" y="1861"/>
                  </a:lnTo>
                  <a:cubicBezTo>
                    <a:pt x="32" y="1861"/>
                    <a:pt x="32" y="1861"/>
                    <a:pt x="32" y="1845"/>
                  </a:cubicBezTo>
                  <a:cubicBezTo>
                    <a:pt x="49" y="1825"/>
                    <a:pt x="49" y="1809"/>
                    <a:pt x="49" y="1793"/>
                  </a:cubicBezTo>
                  <a:cubicBezTo>
                    <a:pt x="32" y="1575"/>
                    <a:pt x="32" y="1340"/>
                    <a:pt x="32" y="1118"/>
                  </a:cubicBezTo>
                  <a:lnTo>
                    <a:pt x="32" y="682"/>
                  </a:lnTo>
                  <a:cubicBezTo>
                    <a:pt x="32" y="633"/>
                    <a:pt x="49" y="613"/>
                    <a:pt x="101" y="597"/>
                  </a:cubicBezTo>
                  <a:cubicBezTo>
                    <a:pt x="186" y="565"/>
                    <a:pt x="267" y="532"/>
                    <a:pt x="368" y="496"/>
                  </a:cubicBezTo>
                  <a:cubicBezTo>
                    <a:pt x="691" y="379"/>
                    <a:pt x="994" y="278"/>
                    <a:pt x="1313" y="161"/>
                  </a:cubicBezTo>
                  <a:lnTo>
                    <a:pt x="1681" y="27"/>
                  </a:lnTo>
                  <a:cubicBezTo>
                    <a:pt x="1701" y="27"/>
                    <a:pt x="1701" y="7"/>
                    <a:pt x="1701" y="7"/>
                  </a:cubicBezTo>
                  <a:cubicBezTo>
                    <a:pt x="1701" y="7"/>
                    <a:pt x="1692" y="0"/>
                    <a:pt x="1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1928324" y="2122969"/>
              <a:ext cx="142134" cy="331150"/>
            </a:xfrm>
            <a:custGeom>
              <a:rect b="b" l="l" r="r" t="t"/>
              <a:pathLst>
                <a:path extrusionOk="0" h="3334" w="1431">
                  <a:moveTo>
                    <a:pt x="0" y="0"/>
                  </a:moveTo>
                  <a:lnTo>
                    <a:pt x="0" y="16"/>
                  </a:lnTo>
                  <a:cubicBezTo>
                    <a:pt x="101" y="85"/>
                    <a:pt x="134" y="166"/>
                    <a:pt x="182" y="267"/>
                  </a:cubicBezTo>
                  <a:cubicBezTo>
                    <a:pt x="202" y="303"/>
                    <a:pt x="218" y="336"/>
                    <a:pt x="235" y="368"/>
                  </a:cubicBezTo>
                  <a:cubicBezTo>
                    <a:pt x="469" y="756"/>
                    <a:pt x="687" y="1144"/>
                    <a:pt x="909" y="1515"/>
                  </a:cubicBezTo>
                  <a:cubicBezTo>
                    <a:pt x="1043" y="1749"/>
                    <a:pt x="1176" y="1968"/>
                    <a:pt x="1313" y="2206"/>
                  </a:cubicBezTo>
                  <a:cubicBezTo>
                    <a:pt x="1362" y="2287"/>
                    <a:pt x="1378" y="2372"/>
                    <a:pt x="1378" y="2440"/>
                  </a:cubicBezTo>
                  <a:cubicBezTo>
                    <a:pt x="1362" y="2525"/>
                    <a:pt x="1362" y="2626"/>
                    <a:pt x="1378" y="2711"/>
                  </a:cubicBezTo>
                  <a:cubicBezTo>
                    <a:pt x="1378" y="2828"/>
                    <a:pt x="1378" y="2961"/>
                    <a:pt x="1346" y="3095"/>
                  </a:cubicBezTo>
                  <a:cubicBezTo>
                    <a:pt x="1346" y="3147"/>
                    <a:pt x="1362" y="3196"/>
                    <a:pt x="1378" y="3248"/>
                  </a:cubicBezTo>
                  <a:cubicBezTo>
                    <a:pt x="1394" y="3281"/>
                    <a:pt x="1394" y="3297"/>
                    <a:pt x="1394" y="3333"/>
                  </a:cubicBezTo>
                  <a:lnTo>
                    <a:pt x="1414" y="3333"/>
                  </a:lnTo>
                  <a:cubicBezTo>
                    <a:pt x="1430" y="3333"/>
                    <a:pt x="1430" y="3333"/>
                    <a:pt x="1430" y="3317"/>
                  </a:cubicBezTo>
                  <a:cubicBezTo>
                    <a:pt x="1430" y="3297"/>
                    <a:pt x="1414" y="3264"/>
                    <a:pt x="1414" y="3248"/>
                  </a:cubicBezTo>
                  <a:cubicBezTo>
                    <a:pt x="1378" y="3196"/>
                    <a:pt x="1362" y="3147"/>
                    <a:pt x="1378" y="3095"/>
                  </a:cubicBezTo>
                  <a:cubicBezTo>
                    <a:pt x="1394" y="2961"/>
                    <a:pt x="1394" y="2828"/>
                    <a:pt x="1394" y="2691"/>
                  </a:cubicBezTo>
                  <a:lnTo>
                    <a:pt x="1394" y="2440"/>
                  </a:lnTo>
                  <a:cubicBezTo>
                    <a:pt x="1414" y="2355"/>
                    <a:pt x="1378" y="2287"/>
                    <a:pt x="1329" y="2186"/>
                  </a:cubicBezTo>
                  <a:cubicBezTo>
                    <a:pt x="1192" y="1968"/>
                    <a:pt x="1059" y="1733"/>
                    <a:pt x="925" y="1499"/>
                  </a:cubicBezTo>
                  <a:cubicBezTo>
                    <a:pt x="707" y="1127"/>
                    <a:pt x="485" y="740"/>
                    <a:pt x="267" y="352"/>
                  </a:cubicBezTo>
                  <a:cubicBezTo>
                    <a:pt x="235" y="319"/>
                    <a:pt x="218" y="287"/>
                    <a:pt x="202" y="251"/>
                  </a:cubicBezTo>
                  <a:cubicBezTo>
                    <a:pt x="166" y="166"/>
                    <a:pt x="117" y="6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1923059" y="3136084"/>
              <a:ext cx="148988" cy="282580"/>
            </a:xfrm>
            <a:custGeom>
              <a:rect b="b" l="l" r="r" t="t"/>
              <a:pathLst>
                <a:path extrusionOk="0" h="2845" w="1500">
                  <a:moveTo>
                    <a:pt x="17" y="0"/>
                  </a:moveTo>
                  <a:cubicBezTo>
                    <a:pt x="17" y="0"/>
                    <a:pt x="1" y="0"/>
                    <a:pt x="1" y="17"/>
                  </a:cubicBezTo>
                  <a:cubicBezTo>
                    <a:pt x="1" y="134"/>
                    <a:pt x="86" y="219"/>
                    <a:pt x="154" y="287"/>
                  </a:cubicBezTo>
                  <a:cubicBezTo>
                    <a:pt x="187" y="320"/>
                    <a:pt x="219" y="336"/>
                    <a:pt x="255" y="368"/>
                  </a:cubicBezTo>
                  <a:cubicBezTo>
                    <a:pt x="506" y="691"/>
                    <a:pt x="776" y="1027"/>
                    <a:pt x="1027" y="1330"/>
                  </a:cubicBezTo>
                  <a:cubicBezTo>
                    <a:pt x="1144" y="1479"/>
                    <a:pt x="1265" y="1616"/>
                    <a:pt x="1382" y="1750"/>
                  </a:cubicBezTo>
                  <a:cubicBezTo>
                    <a:pt x="1415" y="1802"/>
                    <a:pt x="1447" y="1867"/>
                    <a:pt x="1447" y="1935"/>
                  </a:cubicBezTo>
                  <a:cubicBezTo>
                    <a:pt x="1431" y="2053"/>
                    <a:pt x="1431" y="2170"/>
                    <a:pt x="1431" y="2287"/>
                  </a:cubicBezTo>
                  <a:lnTo>
                    <a:pt x="1431" y="2558"/>
                  </a:lnTo>
                  <a:lnTo>
                    <a:pt x="1431" y="2574"/>
                  </a:lnTo>
                  <a:cubicBezTo>
                    <a:pt x="1447" y="2590"/>
                    <a:pt x="1447" y="2610"/>
                    <a:pt x="1431" y="2626"/>
                  </a:cubicBezTo>
                  <a:cubicBezTo>
                    <a:pt x="1399" y="2711"/>
                    <a:pt x="1415" y="2776"/>
                    <a:pt x="1483" y="2828"/>
                  </a:cubicBezTo>
                  <a:lnTo>
                    <a:pt x="1500" y="2844"/>
                  </a:lnTo>
                  <a:lnTo>
                    <a:pt x="1500" y="2828"/>
                  </a:lnTo>
                  <a:lnTo>
                    <a:pt x="1500" y="2812"/>
                  </a:lnTo>
                  <a:cubicBezTo>
                    <a:pt x="1431" y="2776"/>
                    <a:pt x="1415" y="2711"/>
                    <a:pt x="1447" y="2642"/>
                  </a:cubicBezTo>
                  <a:cubicBezTo>
                    <a:pt x="1467" y="2610"/>
                    <a:pt x="1467" y="2590"/>
                    <a:pt x="1467" y="2574"/>
                  </a:cubicBezTo>
                  <a:lnTo>
                    <a:pt x="1467" y="2558"/>
                  </a:lnTo>
                  <a:lnTo>
                    <a:pt x="1467" y="2287"/>
                  </a:lnTo>
                  <a:lnTo>
                    <a:pt x="1467" y="1935"/>
                  </a:lnTo>
                  <a:cubicBezTo>
                    <a:pt x="1467" y="1867"/>
                    <a:pt x="1447" y="1802"/>
                    <a:pt x="1399" y="1734"/>
                  </a:cubicBezTo>
                  <a:cubicBezTo>
                    <a:pt x="1281" y="1600"/>
                    <a:pt x="1164" y="1463"/>
                    <a:pt x="1043" y="1313"/>
                  </a:cubicBezTo>
                  <a:cubicBezTo>
                    <a:pt x="793" y="1010"/>
                    <a:pt x="522" y="671"/>
                    <a:pt x="271" y="352"/>
                  </a:cubicBezTo>
                  <a:cubicBezTo>
                    <a:pt x="235" y="320"/>
                    <a:pt x="203" y="287"/>
                    <a:pt x="187" y="267"/>
                  </a:cubicBezTo>
                  <a:cubicBezTo>
                    <a:pt x="102" y="202"/>
                    <a:pt x="33"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1033505" y="3042221"/>
              <a:ext cx="6953" cy="97140"/>
            </a:xfrm>
            <a:custGeom>
              <a:rect b="b" l="l" r="r" t="t"/>
              <a:pathLst>
                <a:path extrusionOk="0" h="978" w="70">
                  <a:moveTo>
                    <a:pt x="21" y="0"/>
                  </a:moveTo>
                  <a:cubicBezTo>
                    <a:pt x="1" y="0"/>
                    <a:pt x="1" y="20"/>
                    <a:pt x="1" y="20"/>
                  </a:cubicBezTo>
                  <a:cubicBezTo>
                    <a:pt x="21" y="69"/>
                    <a:pt x="37" y="121"/>
                    <a:pt x="37" y="186"/>
                  </a:cubicBezTo>
                  <a:lnTo>
                    <a:pt x="37" y="760"/>
                  </a:lnTo>
                  <a:lnTo>
                    <a:pt x="37" y="962"/>
                  </a:lnTo>
                  <a:cubicBezTo>
                    <a:pt x="37" y="962"/>
                    <a:pt x="37" y="978"/>
                    <a:pt x="53" y="978"/>
                  </a:cubicBezTo>
                  <a:lnTo>
                    <a:pt x="53" y="962"/>
                  </a:lnTo>
                  <a:lnTo>
                    <a:pt x="53" y="760"/>
                  </a:lnTo>
                  <a:lnTo>
                    <a:pt x="53" y="186"/>
                  </a:lnTo>
                  <a:cubicBezTo>
                    <a:pt x="70" y="121"/>
                    <a:pt x="53" y="6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1413125" y="1368993"/>
              <a:ext cx="5264" cy="50258"/>
            </a:xfrm>
            <a:custGeom>
              <a:rect b="b" l="l" r="r" t="t"/>
              <a:pathLst>
                <a:path extrusionOk="0" h="506" w="53">
                  <a:moveTo>
                    <a:pt x="53" y="1"/>
                  </a:moveTo>
                  <a:cubicBezTo>
                    <a:pt x="37" y="1"/>
                    <a:pt x="37" y="1"/>
                    <a:pt x="37" y="17"/>
                  </a:cubicBezTo>
                  <a:cubicBezTo>
                    <a:pt x="0" y="118"/>
                    <a:pt x="0" y="219"/>
                    <a:pt x="0" y="320"/>
                  </a:cubicBezTo>
                  <a:cubicBezTo>
                    <a:pt x="17" y="368"/>
                    <a:pt x="17" y="437"/>
                    <a:pt x="0" y="506"/>
                  </a:cubicBezTo>
                  <a:lnTo>
                    <a:pt x="37" y="506"/>
                  </a:lnTo>
                  <a:lnTo>
                    <a:pt x="37" y="320"/>
                  </a:lnTo>
                  <a:cubicBezTo>
                    <a:pt x="37" y="219"/>
                    <a:pt x="37" y="118"/>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1553570" y="2057513"/>
              <a:ext cx="5264" cy="67144"/>
            </a:xfrm>
            <a:custGeom>
              <a:rect b="b" l="l" r="r" t="t"/>
              <a:pathLst>
                <a:path extrusionOk="0" h="676" w="53">
                  <a:moveTo>
                    <a:pt x="16" y="1"/>
                  </a:moveTo>
                  <a:cubicBezTo>
                    <a:pt x="0" y="86"/>
                    <a:pt x="16" y="171"/>
                    <a:pt x="16" y="255"/>
                  </a:cubicBezTo>
                  <a:cubicBezTo>
                    <a:pt x="16" y="389"/>
                    <a:pt x="16" y="522"/>
                    <a:pt x="0" y="659"/>
                  </a:cubicBezTo>
                  <a:cubicBezTo>
                    <a:pt x="0" y="659"/>
                    <a:pt x="0" y="675"/>
                    <a:pt x="16" y="675"/>
                  </a:cubicBezTo>
                  <a:lnTo>
                    <a:pt x="16" y="659"/>
                  </a:ln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1861279" y="2196370"/>
              <a:ext cx="6953" cy="58701"/>
            </a:xfrm>
            <a:custGeom>
              <a:rect b="b" l="l" r="r" t="t"/>
              <a:pathLst>
                <a:path extrusionOk="0" h="591" w="70">
                  <a:moveTo>
                    <a:pt x="49" y="1"/>
                  </a:moveTo>
                  <a:cubicBezTo>
                    <a:pt x="49" y="1"/>
                    <a:pt x="33" y="1"/>
                    <a:pt x="33" y="17"/>
                  </a:cubicBezTo>
                  <a:cubicBezTo>
                    <a:pt x="17" y="102"/>
                    <a:pt x="17" y="186"/>
                    <a:pt x="17" y="287"/>
                  </a:cubicBezTo>
                  <a:lnTo>
                    <a:pt x="17" y="457"/>
                  </a:lnTo>
                  <a:lnTo>
                    <a:pt x="17" y="489"/>
                  </a:lnTo>
                  <a:cubicBezTo>
                    <a:pt x="33" y="522"/>
                    <a:pt x="33" y="558"/>
                    <a:pt x="17" y="574"/>
                  </a:cubicBezTo>
                  <a:cubicBezTo>
                    <a:pt x="1" y="590"/>
                    <a:pt x="1" y="590"/>
                    <a:pt x="17" y="590"/>
                  </a:cubicBezTo>
                  <a:lnTo>
                    <a:pt x="33" y="590"/>
                  </a:lnTo>
                  <a:cubicBezTo>
                    <a:pt x="49" y="558"/>
                    <a:pt x="49" y="522"/>
                    <a:pt x="49" y="489"/>
                  </a:cubicBezTo>
                  <a:lnTo>
                    <a:pt x="49" y="457"/>
                  </a:lnTo>
                  <a:lnTo>
                    <a:pt x="49" y="287"/>
                  </a:lnTo>
                  <a:cubicBezTo>
                    <a:pt x="49" y="186"/>
                    <a:pt x="49" y="102"/>
                    <a:pt x="6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574127" y="3217927"/>
              <a:ext cx="4867" cy="55125"/>
            </a:xfrm>
            <a:custGeom>
              <a:rect b="b" l="l" r="r" t="t"/>
              <a:pathLst>
                <a:path extrusionOk="0" h="555" w="49">
                  <a:moveTo>
                    <a:pt x="17" y="1"/>
                  </a:moveTo>
                  <a:cubicBezTo>
                    <a:pt x="0" y="1"/>
                    <a:pt x="0" y="17"/>
                    <a:pt x="0" y="17"/>
                  </a:cubicBezTo>
                  <a:cubicBezTo>
                    <a:pt x="17" y="118"/>
                    <a:pt x="17" y="235"/>
                    <a:pt x="17" y="336"/>
                  </a:cubicBezTo>
                  <a:lnTo>
                    <a:pt x="17" y="538"/>
                  </a:lnTo>
                  <a:cubicBezTo>
                    <a:pt x="17" y="554"/>
                    <a:pt x="17" y="554"/>
                    <a:pt x="33" y="554"/>
                  </a:cubicBezTo>
                  <a:lnTo>
                    <a:pt x="33" y="538"/>
                  </a:lnTo>
                  <a:lnTo>
                    <a:pt x="33" y="336"/>
                  </a:lnTo>
                  <a:cubicBezTo>
                    <a:pt x="33" y="235"/>
                    <a:pt x="49" y="11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527146" y="3349930"/>
              <a:ext cx="108860" cy="41816"/>
            </a:xfrm>
            <a:custGeom>
              <a:rect b="b" l="l" r="r" t="t"/>
              <a:pathLst>
                <a:path extrusionOk="0" h="421" w="1096">
                  <a:moveTo>
                    <a:pt x="1079" y="1"/>
                  </a:moveTo>
                  <a:cubicBezTo>
                    <a:pt x="942" y="33"/>
                    <a:pt x="825" y="69"/>
                    <a:pt x="724" y="118"/>
                  </a:cubicBezTo>
                  <a:cubicBezTo>
                    <a:pt x="675" y="134"/>
                    <a:pt x="623" y="154"/>
                    <a:pt x="574" y="170"/>
                  </a:cubicBezTo>
                  <a:cubicBezTo>
                    <a:pt x="522" y="186"/>
                    <a:pt x="473" y="203"/>
                    <a:pt x="421" y="219"/>
                  </a:cubicBezTo>
                  <a:cubicBezTo>
                    <a:pt x="271" y="271"/>
                    <a:pt x="134" y="320"/>
                    <a:pt x="1" y="388"/>
                  </a:cubicBezTo>
                  <a:lnTo>
                    <a:pt x="1" y="405"/>
                  </a:lnTo>
                  <a:lnTo>
                    <a:pt x="17" y="421"/>
                  </a:lnTo>
                  <a:lnTo>
                    <a:pt x="17" y="405"/>
                  </a:lnTo>
                  <a:cubicBezTo>
                    <a:pt x="150" y="336"/>
                    <a:pt x="288" y="304"/>
                    <a:pt x="421" y="255"/>
                  </a:cubicBezTo>
                  <a:cubicBezTo>
                    <a:pt x="473" y="235"/>
                    <a:pt x="522" y="219"/>
                    <a:pt x="591" y="203"/>
                  </a:cubicBezTo>
                  <a:cubicBezTo>
                    <a:pt x="639" y="186"/>
                    <a:pt x="675" y="170"/>
                    <a:pt x="724" y="154"/>
                  </a:cubicBezTo>
                  <a:cubicBezTo>
                    <a:pt x="841" y="102"/>
                    <a:pt x="958" y="53"/>
                    <a:pt x="1079" y="33"/>
                  </a:cubicBezTo>
                  <a:cubicBezTo>
                    <a:pt x="1096" y="33"/>
                    <a:pt x="1096" y="33"/>
                    <a:pt x="1096" y="17"/>
                  </a:cubicBezTo>
                  <a:lnTo>
                    <a:pt x="10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1530229" y="1434050"/>
              <a:ext cx="193982" cy="424614"/>
            </a:xfrm>
            <a:custGeom>
              <a:rect b="b" l="l" r="r" t="t"/>
              <a:pathLst>
                <a:path extrusionOk="0" h="4275" w="1953">
                  <a:moveTo>
                    <a:pt x="1" y="0"/>
                  </a:moveTo>
                  <a:lnTo>
                    <a:pt x="1" y="16"/>
                  </a:lnTo>
                  <a:cubicBezTo>
                    <a:pt x="102" y="117"/>
                    <a:pt x="150" y="234"/>
                    <a:pt x="219" y="356"/>
                  </a:cubicBezTo>
                  <a:cubicBezTo>
                    <a:pt x="251" y="404"/>
                    <a:pt x="272" y="457"/>
                    <a:pt x="304" y="505"/>
                  </a:cubicBezTo>
                  <a:cubicBezTo>
                    <a:pt x="825" y="1382"/>
                    <a:pt x="1330" y="2254"/>
                    <a:pt x="1718" y="2929"/>
                  </a:cubicBezTo>
                  <a:cubicBezTo>
                    <a:pt x="1750" y="2981"/>
                    <a:pt x="1766" y="3014"/>
                    <a:pt x="1803" y="3062"/>
                  </a:cubicBezTo>
                  <a:cubicBezTo>
                    <a:pt x="1835" y="3131"/>
                    <a:pt x="1867" y="3183"/>
                    <a:pt x="1904" y="3248"/>
                  </a:cubicBezTo>
                  <a:cubicBezTo>
                    <a:pt x="1904" y="3264"/>
                    <a:pt x="1920" y="3301"/>
                    <a:pt x="1920" y="3333"/>
                  </a:cubicBezTo>
                  <a:lnTo>
                    <a:pt x="1920" y="3838"/>
                  </a:lnTo>
                  <a:lnTo>
                    <a:pt x="1920" y="4157"/>
                  </a:lnTo>
                  <a:cubicBezTo>
                    <a:pt x="1920" y="4193"/>
                    <a:pt x="1920" y="4210"/>
                    <a:pt x="1904" y="4226"/>
                  </a:cubicBezTo>
                  <a:lnTo>
                    <a:pt x="1904" y="4258"/>
                  </a:lnTo>
                  <a:lnTo>
                    <a:pt x="1904" y="4274"/>
                  </a:lnTo>
                  <a:lnTo>
                    <a:pt x="1920" y="4258"/>
                  </a:lnTo>
                  <a:lnTo>
                    <a:pt x="1936" y="4242"/>
                  </a:lnTo>
                  <a:cubicBezTo>
                    <a:pt x="1936" y="4210"/>
                    <a:pt x="1952" y="4193"/>
                    <a:pt x="1952" y="4157"/>
                  </a:cubicBezTo>
                  <a:lnTo>
                    <a:pt x="1952" y="3838"/>
                  </a:lnTo>
                  <a:lnTo>
                    <a:pt x="1952" y="3349"/>
                  </a:lnTo>
                  <a:cubicBezTo>
                    <a:pt x="1952" y="3301"/>
                    <a:pt x="1936" y="3248"/>
                    <a:pt x="1920" y="3232"/>
                  </a:cubicBezTo>
                  <a:cubicBezTo>
                    <a:pt x="1887" y="3163"/>
                    <a:pt x="1851" y="3115"/>
                    <a:pt x="1819" y="3046"/>
                  </a:cubicBezTo>
                  <a:cubicBezTo>
                    <a:pt x="1803" y="3014"/>
                    <a:pt x="1766" y="2961"/>
                    <a:pt x="1750" y="2913"/>
                  </a:cubicBezTo>
                  <a:cubicBezTo>
                    <a:pt x="1362" y="2254"/>
                    <a:pt x="841" y="1366"/>
                    <a:pt x="320" y="489"/>
                  </a:cubicBezTo>
                  <a:cubicBezTo>
                    <a:pt x="304" y="436"/>
                    <a:pt x="272" y="388"/>
                    <a:pt x="251" y="335"/>
                  </a:cubicBezTo>
                  <a:cubicBezTo>
                    <a:pt x="187" y="218"/>
                    <a:pt x="118"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1643857" y="2679487"/>
              <a:ext cx="6853" cy="61879"/>
            </a:xfrm>
            <a:custGeom>
              <a:rect b="b" l="l" r="r" t="t"/>
              <a:pathLst>
                <a:path extrusionOk="0" h="623" w="69">
                  <a:moveTo>
                    <a:pt x="53" y="0"/>
                  </a:moveTo>
                  <a:cubicBezTo>
                    <a:pt x="53" y="0"/>
                    <a:pt x="37" y="0"/>
                    <a:pt x="37" y="17"/>
                  </a:cubicBezTo>
                  <a:cubicBezTo>
                    <a:pt x="16" y="101"/>
                    <a:pt x="16" y="202"/>
                    <a:pt x="16" y="303"/>
                  </a:cubicBezTo>
                  <a:lnTo>
                    <a:pt x="16" y="473"/>
                  </a:lnTo>
                  <a:lnTo>
                    <a:pt x="16" y="521"/>
                  </a:lnTo>
                  <a:cubicBezTo>
                    <a:pt x="16" y="558"/>
                    <a:pt x="37" y="574"/>
                    <a:pt x="16" y="606"/>
                  </a:cubicBezTo>
                  <a:cubicBezTo>
                    <a:pt x="0" y="606"/>
                    <a:pt x="0" y="622"/>
                    <a:pt x="16" y="622"/>
                  </a:cubicBezTo>
                  <a:lnTo>
                    <a:pt x="37" y="622"/>
                  </a:lnTo>
                  <a:cubicBezTo>
                    <a:pt x="53" y="590"/>
                    <a:pt x="53" y="558"/>
                    <a:pt x="53" y="521"/>
                  </a:cubicBezTo>
                  <a:lnTo>
                    <a:pt x="53" y="473"/>
                  </a:lnTo>
                  <a:lnTo>
                    <a:pt x="53" y="303"/>
                  </a:lnTo>
                  <a:cubicBezTo>
                    <a:pt x="53" y="202"/>
                    <a:pt x="53" y="117"/>
                    <a:pt x="69"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1252616" y="3179787"/>
              <a:ext cx="165773" cy="75189"/>
            </a:xfrm>
            <a:custGeom>
              <a:rect b="b" l="l" r="r" t="t"/>
              <a:pathLst>
                <a:path extrusionOk="0" h="757" w="1669">
                  <a:moveTo>
                    <a:pt x="1571" y="1"/>
                  </a:moveTo>
                  <a:cubicBezTo>
                    <a:pt x="1551" y="1"/>
                    <a:pt x="1525" y="5"/>
                    <a:pt x="1499" y="13"/>
                  </a:cubicBezTo>
                  <a:cubicBezTo>
                    <a:pt x="1249" y="82"/>
                    <a:pt x="994" y="166"/>
                    <a:pt x="760" y="251"/>
                  </a:cubicBezTo>
                  <a:lnTo>
                    <a:pt x="303" y="401"/>
                  </a:lnTo>
                  <a:cubicBezTo>
                    <a:pt x="239" y="417"/>
                    <a:pt x="170" y="433"/>
                    <a:pt x="101" y="469"/>
                  </a:cubicBezTo>
                  <a:lnTo>
                    <a:pt x="17" y="486"/>
                  </a:lnTo>
                  <a:lnTo>
                    <a:pt x="1" y="502"/>
                  </a:lnTo>
                  <a:cubicBezTo>
                    <a:pt x="1" y="518"/>
                    <a:pt x="17" y="518"/>
                    <a:pt x="17" y="518"/>
                  </a:cubicBezTo>
                  <a:lnTo>
                    <a:pt x="118" y="486"/>
                  </a:lnTo>
                  <a:cubicBezTo>
                    <a:pt x="186" y="469"/>
                    <a:pt x="255" y="453"/>
                    <a:pt x="320" y="417"/>
                  </a:cubicBezTo>
                  <a:cubicBezTo>
                    <a:pt x="473" y="368"/>
                    <a:pt x="606" y="332"/>
                    <a:pt x="760" y="284"/>
                  </a:cubicBezTo>
                  <a:cubicBezTo>
                    <a:pt x="1010" y="199"/>
                    <a:pt x="1265" y="114"/>
                    <a:pt x="1499" y="29"/>
                  </a:cubicBezTo>
                  <a:cubicBezTo>
                    <a:pt x="1514" y="24"/>
                    <a:pt x="1528" y="22"/>
                    <a:pt x="1540" y="22"/>
                  </a:cubicBezTo>
                  <a:cubicBezTo>
                    <a:pt x="1570" y="22"/>
                    <a:pt x="1593" y="35"/>
                    <a:pt x="1616" y="49"/>
                  </a:cubicBezTo>
                  <a:cubicBezTo>
                    <a:pt x="1633" y="65"/>
                    <a:pt x="1633" y="82"/>
                    <a:pt x="1633" y="114"/>
                  </a:cubicBezTo>
                  <a:cubicBezTo>
                    <a:pt x="1633" y="267"/>
                    <a:pt x="1616" y="417"/>
                    <a:pt x="1600" y="554"/>
                  </a:cubicBezTo>
                  <a:cubicBezTo>
                    <a:pt x="1600" y="619"/>
                    <a:pt x="1584" y="671"/>
                    <a:pt x="1584" y="736"/>
                  </a:cubicBezTo>
                  <a:cubicBezTo>
                    <a:pt x="1584" y="736"/>
                    <a:pt x="1584" y="756"/>
                    <a:pt x="1600" y="756"/>
                  </a:cubicBezTo>
                  <a:lnTo>
                    <a:pt x="1616" y="736"/>
                  </a:lnTo>
                  <a:cubicBezTo>
                    <a:pt x="1616" y="671"/>
                    <a:pt x="1616" y="619"/>
                    <a:pt x="1633" y="554"/>
                  </a:cubicBezTo>
                  <a:cubicBezTo>
                    <a:pt x="1633" y="417"/>
                    <a:pt x="1653" y="267"/>
                    <a:pt x="1669" y="114"/>
                  </a:cubicBezTo>
                  <a:cubicBezTo>
                    <a:pt x="1669" y="82"/>
                    <a:pt x="1653" y="49"/>
                    <a:pt x="1616" y="13"/>
                  </a:cubicBezTo>
                  <a:cubicBezTo>
                    <a:pt x="1608" y="5"/>
                    <a:pt x="1592" y="1"/>
                    <a:pt x="15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1132234" y="3515704"/>
              <a:ext cx="5364" cy="96743"/>
            </a:xfrm>
            <a:custGeom>
              <a:rect b="b" l="l" r="r" t="t"/>
              <a:pathLst>
                <a:path extrusionOk="0" h="974" w="54">
                  <a:moveTo>
                    <a:pt x="17" y="0"/>
                  </a:moveTo>
                  <a:cubicBezTo>
                    <a:pt x="1" y="0"/>
                    <a:pt x="1" y="16"/>
                    <a:pt x="1" y="16"/>
                  </a:cubicBezTo>
                  <a:cubicBezTo>
                    <a:pt x="17" y="166"/>
                    <a:pt x="17" y="303"/>
                    <a:pt x="17" y="452"/>
                  </a:cubicBezTo>
                  <a:cubicBezTo>
                    <a:pt x="17" y="537"/>
                    <a:pt x="1" y="622"/>
                    <a:pt x="17" y="723"/>
                  </a:cubicBezTo>
                  <a:lnTo>
                    <a:pt x="17" y="788"/>
                  </a:lnTo>
                  <a:cubicBezTo>
                    <a:pt x="1" y="856"/>
                    <a:pt x="1" y="909"/>
                    <a:pt x="37" y="957"/>
                  </a:cubicBezTo>
                  <a:lnTo>
                    <a:pt x="37" y="974"/>
                  </a:lnTo>
                  <a:cubicBezTo>
                    <a:pt x="53" y="974"/>
                    <a:pt x="53" y="957"/>
                    <a:pt x="53" y="957"/>
                  </a:cubicBezTo>
                  <a:cubicBezTo>
                    <a:pt x="37" y="909"/>
                    <a:pt x="37" y="856"/>
                    <a:pt x="37" y="788"/>
                  </a:cubicBezTo>
                  <a:lnTo>
                    <a:pt x="37" y="723"/>
                  </a:lnTo>
                  <a:lnTo>
                    <a:pt x="37" y="452"/>
                  </a:lnTo>
                  <a:cubicBezTo>
                    <a:pt x="37" y="303"/>
                    <a:pt x="53" y="149"/>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1523475" y="3701044"/>
              <a:ext cx="50258" cy="33373"/>
            </a:xfrm>
            <a:custGeom>
              <a:rect b="b" l="l" r="r" t="t"/>
              <a:pathLst>
                <a:path extrusionOk="0" h="336" w="506">
                  <a:moveTo>
                    <a:pt x="0" y="0"/>
                  </a:moveTo>
                  <a:cubicBezTo>
                    <a:pt x="0" y="17"/>
                    <a:pt x="0" y="17"/>
                    <a:pt x="16" y="17"/>
                  </a:cubicBezTo>
                  <a:cubicBezTo>
                    <a:pt x="101" y="69"/>
                    <a:pt x="186" y="134"/>
                    <a:pt x="255" y="202"/>
                  </a:cubicBezTo>
                  <a:cubicBezTo>
                    <a:pt x="287" y="235"/>
                    <a:pt x="340" y="271"/>
                    <a:pt x="372" y="303"/>
                  </a:cubicBezTo>
                  <a:cubicBezTo>
                    <a:pt x="404" y="319"/>
                    <a:pt x="441" y="336"/>
                    <a:pt x="489" y="336"/>
                  </a:cubicBezTo>
                  <a:cubicBezTo>
                    <a:pt x="505" y="336"/>
                    <a:pt x="505" y="336"/>
                    <a:pt x="505" y="319"/>
                  </a:cubicBezTo>
                  <a:cubicBezTo>
                    <a:pt x="505" y="319"/>
                    <a:pt x="505" y="303"/>
                    <a:pt x="489" y="303"/>
                  </a:cubicBezTo>
                  <a:cubicBezTo>
                    <a:pt x="457" y="303"/>
                    <a:pt x="420" y="303"/>
                    <a:pt x="388" y="271"/>
                  </a:cubicBezTo>
                  <a:cubicBezTo>
                    <a:pt x="356" y="255"/>
                    <a:pt x="303" y="202"/>
                    <a:pt x="271" y="170"/>
                  </a:cubicBezTo>
                  <a:cubicBezTo>
                    <a:pt x="202" y="101"/>
                    <a:pt x="117" y="3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700865" y="3038944"/>
              <a:ext cx="5364" cy="58701"/>
            </a:xfrm>
            <a:custGeom>
              <a:rect b="b" l="l" r="r" t="t"/>
              <a:pathLst>
                <a:path extrusionOk="0" h="591" w="54">
                  <a:moveTo>
                    <a:pt x="17" y="1"/>
                  </a:moveTo>
                  <a:lnTo>
                    <a:pt x="1" y="17"/>
                  </a:lnTo>
                  <a:lnTo>
                    <a:pt x="1" y="219"/>
                  </a:lnTo>
                  <a:cubicBezTo>
                    <a:pt x="1" y="336"/>
                    <a:pt x="1" y="457"/>
                    <a:pt x="17" y="575"/>
                  </a:cubicBezTo>
                  <a:cubicBezTo>
                    <a:pt x="17" y="575"/>
                    <a:pt x="17" y="591"/>
                    <a:pt x="37" y="591"/>
                  </a:cubicBezTo>
                  <a:lnTo>
                    <a:pt x="53" y="575"/>
                  </a:lnTo>
                  <a:cubicBezTo>
                    <a:pt x="17" y="457"/>
                    <a:pt x="37" y="336"/>
                    <a:pt x="37" y="219"/>
                  </a:cubicBezTo>
                  <a:lnTo>
                    <a:pt x="3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1342902" y="1323700"/>
              <a:ext cx="3675" cy="68733"/>
            </a:xfrm>
            <a:custGeom>
              <a:rect b="b" l="l" r="r" t="t"/>
              <a:pathLst>
                <a:path extrusionOk="0" h="692" w="37">
                  <a:moveTo>
                    <a:pt x="17" y="0"/>
                  </a:moveTo>
                  <a:cubicBezTo>
                    <a:pt x="0" y="0"/>
                    <a:pt x="0" y="16"/>
                    <a:pt x="0" y="16"/>
                  </a:cubicBezTo>
                  <a:lnTo>
                    <a:pt x="0" y="271"/>
                  </a:lnTo>
                  <a:cubicBezTo>
                    <a:pt x="0" y="404"/>
                    <a:pt x="0" y="538"/>
                    <a:pt x="17" y="675"/>
                  </a:cubicBezTo>
                  <a:lnTo>
                    <a:pt x="17" y="691"/>
                  </a:lnTo>
                  <a:lnTo>
                    <a:pt x="37" y="691"/>
                  </a:lnTo>
                  <a:lnTo>
                    <a:pt x="37" y="675"/>
                  </a:lnTo>
                  <a:cubicBezTo>
                    <a:pt x="17" y="538"/>
                    <a:pt x="17" y="404"/>
                    <a:pt x="17" y="271"/>
                  </a:cubicBezTo>
                  <a:cubicBezTo>
                    <a:pt x="37" y="186"/>
                    <a:pt x="37" y="101"/>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851343" y="2776527"/>
              <a:ext cx="356477" cy="262516"/>
            </a:xfrm>
            <a:custGeom>
              <a:rect b="b" l="l" r="r" t="t"/>
              <a:pathLst>
                <a:path extrusionOk="0" h="2643" w="3589">
                  <a:moveTo>
                    <a:pt x="3552" y="1"/>
                  </a:moveTo>
                  <a:lnTo>
                    <a:pt x="3552" y="33"/>
                  </a:lnTo>
                  <a:cubicBezTo>
                    <a:pt x="3552" y="49"/>
                    <a:pt x="3552" y="70"/>
                    <a:pt x="3519" y="70"/>
                  </a:cubicBezTo>
                  <a:cubicBezTo>
                    <a:pt x="2663" y="405"/>
                    <a:pt x="1887" y="708"/>
                    <a:pt x="1128" y="1011"/>
                  </a:cubicBezTo>
                  <a:cubicBezTo>
                    <a:pt x="978" y="1080"/>
                    <a:pt x="809" y="1144"/>
                    <a:pt x="643" y="1197"/>
                  </a:cubicBezTo>
                  <a:cubicBezTo>
                    <a:pt x="473" y="1261"/>
                    <a:pt x="288" y="1346"/>
                    <a:pt x="102" y="1415"/>
                  </a:cubicBezTo>
                  <a:cubicBezTo>
                    <a:pt x="37" y="1447"/>
                    <a:pt x="1" y="1463"/>
                    <a:pt x="1" y="1532"/>
                  </a:cubicBezTo>
                  <a:lnTo>
                    <a:pt x="1" y="2611"/>
                  </a:lnTo>
                  <a:cubicBezTo>
                    <a:pt x="1" y="2611"/>
                    <a:pt x="1" y="2627"/>
                    <a:pt x="17" y="2627"/>
                  </a:cubicBezTo>
                  <a:lnTo>
                    <a:pt x="17" y="2643"/>
                  </a:lnTo>
                  <a:lnTo>
                    <a:pt x="37" y="2643"/>
                  </a:lnTo>
                  <a:cubicBezTo>
                    <a:pt x="37" y="2643"/>
                    <a:pt x="53" y="2627"/>
                    <a:pt x="37" y="2627"/>
                  </a:cubicBezTo>
                  <a:lnTo>
                    <a:pt x="37" y="2611"/>
                  </a:lnTo>
                  <a:lnTo>
                    <a:pt x="37" y="1532"/>
                  </a:lnTo>
                  <a:cubicBezTo>
                    <a:pt x="37" y="1484"/>
                    <a:pt x="53" y="1463"/>
                    <a:pt x="118" y="1431"/>
                  </a:cubicBezTo>
                  <a:cubicBezTo>
                    <a:pt x="288" y="1362"/>
                    <a:pt x="473" y="1298"/>
                    <a:pt x="659" y="1229"/>
                  </a:cubicBezTo>
                  <a:cubicBezTo>
                    <a:pt x="809" y="1160"/>
                    <a:pt x="978" y="1096"/>
                    <a:pt x="1148" y="1027"/>
                  </a:cubicBezTo>
                  <a:cubicBezTo>
                    <a:pt x="1904" y="724"/>
                    <a:pt x="2679" y="421"/>
                    <a:pt x="3536" y="102"/>
                  </a:cubicBezTo>
                  <a:cubicBezTo>
                    <a:pt x="3588" y="86"/>
                    <a:pt x="3588" y="49"/>
                    <a:pt x="3588" y="33"/>
                  </a:cubicBezTo>
                  <a:lnTo>
                    <a:pt x="3588" y="17"/>
                  </a:lnTo>
                  <a:cubicBezTo>
                    <a:pt x="3588" y="17"/>
                    <a:pt x="3588" y="1"/>
                    <a:pt x="3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981756" y="2562680"/>
              <a:ext cx="6953" cy="85221"/>
            </a:xfrm>
            <a:custGeom>
              <a:rect b="b" l="l" r="r" t="t"/>
              <a:pathLst>
                <a:path extrusionOk="0" h="858" w="70">
                  <a:moveTo>
                    <a:pt x="37" y="1"/>
                  </a:moveTo>
                  <a:cubicBezTo>
                    <a:pt x="17" y="1"/>
                    <a:pt x="17" y="17"/>
                    <a:pt x="17" y="17"/>
                  </a:cubicBezTo>
                  <a:lnTo>
                    <a:pt x="17" y="203"/>
                  </a:lnTo>
                  <a:lnTo>
                    <a:pt x="17" y="708"/>
                  </a:lnTo>
                  <a:lnTo>
                    <a:pt x="17" y="740"/>
                  </a:lnTo>
                  <a:cubicBezTo>
                    <a:pt x="17" y="772"/>
                    <a:pt x="1" y="825"/>
                    <a:pt x="53" y="857"/>
                  </a:cubicBezTo>
                  <a:lnTo>
                    <a:pt x="69" y="857"/>
                  </a:lnTo>
                  <a:lnTo>
                    <a:pt x="69" y="825"/>
                  </a:lnTo>
                  <a:cubicBezTo>
                    <a:pt x="37" y="809"/>
                    <a:pt x="37" y="772"/>
                    <a:pt x="37" y="740"/>
                  </a:cubicBezTo>
                  <a:lnTo>
                    <a:pt x="37" y="708"/>
                  </a:lnTo>
                  <a:lnTo>
                    <a:pt x="37" y="203"/>
                  </a:ln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1413125" y="2468818"/>
              <a:ext cx="5264" cy="55423"/>
            </a:xfrm>
            <a:custGeom>
              <a:rect b="b" l="l" r="r" t="t"/>
              <a:pathLst>
                <a:path extrusionOk="0" h="558" w="53">
                  <a:moveTo>
                    <a:pt x="37" y="1"/>
                  </a:moveTo>
                  <a:cubicBezTo>
                    <a:pt x="37" y="1"/>
                    <a:pt x="17" y="1"/>
                    <a:pt x="17" y="17"/>
                  </a:cubicBezTo>
                  <a:cubicBezTo>
                    <a:pt x="0" y="202"/>
                    <a:pt x="0" y="372"/>
                    <a:pt x="17" y="542"/>
                  </a:cubicBezTo>
                  <a:cubicBezTo>
                    <a:pt x="17" y="558"/>
                    <a:pt x="37" y="558"/>
                    <a:pt x="37" y="558"/>
                  </a:cubicBezTo>
                  <a:cubicBezTo>
                    <a:pt x="53" y="558"/>
                    <a:pt x="53" y="558"/>
                    <a:pt x="53" y="542"/>
                  </a:cubicBezTo>
                  <a:cubicBezTo>
                    <a:pt x="17" y="372"/>
                    <a:pt x="17" y="2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1520197" y="2997227"/>
              <a:ext cx="183950" cy="291022"/>
            </a:xfrm>
            <a:custGeom>
              <a:rect b="b" l="l" r="r" t="t"/>
              <a:pathLst>
                <a:path extrusionOk="0" h="2930" w="1852">
                  <a:moveTo>
                    <a:pt x="70" y="1"/>
                  </a:moveTo>
                  <a:cubicBezTo>
                    <a:pt x="70" y="1"/>
                    <a:pt x="49" y="1"/>
                    <a:pt x="49" y="17"/>
                  </a:cubicBezTo>
                  <a:cubicBezTo>
                    <a:pt x="1" y="134"/>
                    <a:pt x="1" y="251"/>
                    <a:pt x="134" y="372"/>
                  </a:cubicBezTo>
                  <a:cubicBezTo>
                    <a:pt x="336" y="574"/>
                    <a:pt x="538" y="793"/>
                    <a:pt x="724" y="1011"/>
                  </a:cubicBezTo>
                  <a:cubicBezTo>
                    <a:pt x="825" y="1096"/>
                    <a:pt x="910" y="1197"/>
                    <a:pt x="995" y="1281"/>
                  </a:cubicBezTo>
                  <a:cubicBezTo>
                    <a:pt x="1043" y="1346"/>
                    <a:pt x="1096" y="1415"/>
                    <a:pt x="1160" y="1463"/>
                  </a:cubicBezTo>
                  <a:cubicBezTo>
                    <a:pt x="1298" y="1617"/>
                    <a:pt x="1431" y="1786"/>
                    <a:pt x="1585" y="1920"/>
                  </a:cubicBezTo>
                  <a:cubicBezTo>
                    <a:pt x="1750" y="2069"/>
                    <a:pt x="1819" y="2239"/>
                    <a:pt x="1803" y="2509"/>
                  </a:cubicBezTo>
                  <a:cubicBezTo>
                    <a:pt x="1786" y="2558"/>
                    <a:pt x="1786" y="2610"/>
                    <a:pt x="1803" y="2659"/>
                  </a:cubicBezTo>
                  <a:cubicBezTo>
                    <a:pt x="1803" y="2744"/>
                    <a:pt x="1803" y="2829"/>
                    <a:pt x="1766" y="2913"/>
                  </a:cubicBezTo>
                  <a:lnTo>
                    <a:pt x="1766" y="2930"/>
                  </a:lnTo>
                  <a:lnTo>
                    <a:pt x="1786" y="2930"/>
                  </a:lnTo>
                  <a:cubicBezTo>
                    <a:pt x="1835" y="2829"/>
                    <a:pt x="1819" y="2744"/>
                    <a:pt x="1819" y="2659"/>
                  </a:cubicBezTo>
                  <a:lnTo>
                    <a:pt x="1819" y="2509"/>
                  </a:lnTo>
                  <a:cubicBezTo>
                    <a:pt x="1851" y="2239"/>
                    <a:pt x="1786" y="2053"/>
                    <a:pt x="1601" y="1903"/>
                  </a:cubicBezTo>
                  <a:cubicBezTo>
                    <a:pt x="1447" y="1766"/>
                    <a:pt x="1314" y="1600"/>
                    <a:pt x="1181" y="1447"/>
                  </a:cubicBezTo>
                  <a:cubicBezTo>
                    <a:pt x="1128" y="1398"/>
                    <a:pt x="1059" y="1330"/>
                    <a:pt x="1011" y="1261"/>
                  </a:cubicBezTo>
                  <a:cubicBezTo>
                    <a:pt x="926" y="1180"/>
                    <a:pt x="841" y="1079"/>
                    <a:pt x="756" y="995"/>
                  </a:cubicBezTo>
                  <a:cubicBezTo>
                    <a:pt x="554" y="776"/>
                    <a:pt x="352" y="554"/>
                    <a:pt x="150" y="352"/>
                  </a:cubicBezTo>
                  <a:cubicBezTo>
                    <a:pt x="33" y="235"/>
                    <a:pt x="33" y="134"/>
                    <a:pt x="86" y="17"/>
                  </a:cubicBezTo>
                  <a:cubicBezTo>
                    <a:pt x="86" y="17"/>
                    <a:pt x="70" y="17"/>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1583666" y="3100823"/>
              <a:ext cx="3675" cy="61879"/>
            </a:xfrm>
            <a:custGeom>
              <a:rect b="b" l="l" r="r" t="t"/>
              <a:pathLst>
                <a:path extrusionOk="0" h="623" w="37">
                  <a:moveTo>
                    <a:pt x="16" y="0"/>
                  </a:moveTo>
                  <a:lnTo>
                    <a:pt x="0" y="16"/>
                  </a:lnTo>
                  <a:lnTo>
                    <a:pt x="0" y="606"/>
                  </a:lnTo>
                  <a:cubicBezTo>
                    <a:pt x="0" y="622"/>
                    <a:pt x="16" y="622"/>
                    <a:pt x="16" y="622"/>
                  </a:cubicBezTo>
                  <a:cubicBezTo>
                    <a:pt x="37" y="622"/>
                    <a:pt x="37" y="622"/>
                    <a:pt x="37" y="606"/>
                  </a:cubicBezTo>
                  <a:lnTo>
                    <a:pt x="37" y="16"/>
                  </a:lnTo>
                  <a:cubicBezTo>
                    <a:pt x="37" y="16"/>
                    <a:pt x="37"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1859690" y="3252890"/>
              <a:ext cx="4867" cy="57013"/>
            </a:xfrm>
            <a:custGeom>
              <a:rect b="b" l="l" r="r" t="t"/>
              <a:pathLst>
                <a:path extrusionOk="0" h="574" w="49">
                  <a:moveTo>
                    <a:pt x="33" y="0"/>
                  </a:moveTo>
                  <a:cubicBezTo>
                    <a:pt x="1" y="101"/>
                    <a:pt x="17" y="186"/>
                    <a:pt x="17" y="271"/>
                  </a:cubicBezTo>
                  <a:lnTo>
                    <a:pt x="17" y="424"/>
                  </a:lnTo>
                  <a:lnTo>
                    <a:pt x="17" y="473"/>
                  </a:lnTo>
                  <a:cubicBezTo>
                    <a:pt x="17" y="505"/>
                    <a:pt x="17" y="541"/>
                    <a:pt x="1" y="558"/>
                  </a:cubicBezTo>
                  <a:lnTo>
                    <a:pt x="1" y="574"/>
                  </a:lnTo>
                  <a:lnTo>
                    <a:pt x="17" y="574"/>
                  </a:lnTo>
                  <a:cubicBezTo>
                    <a:pt x="49" y="541"/>
                    <a:pt x="33" y="505"/>
                    <a:pt x="33" y="473"/>
                  </a:cubicBezTo>
                  <a:lnTo>
                    <a:pt x="33" y="440"/>
                  </a:lnTo>
                  <a:lnTo>
                    <a:pt x="33" y="271"/>
                  </a:lnTo>
                  <a:cubicBezTo>
                    <a:pt x="33" y="186"/>
                    <a:pt x="33" y="101"/>
                    <a:pt x="49" y="20"/>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1520197" y="2983123"/>
              <a:ext cx="197557" cy="319926"/>
            </a:xfrm>
            <a:custGeom>
              <a:rect b="b" l="l" r="r" t="t"/>
              <a:pathLst>
                <a:path extrusionOk="0" h="3221" w="1989">
                  <a:moveTo>
                    <a:pt x="12" y="0"/>
                  </a:moveTo>
                  <a:cubicBezTo>
                    <a:pt x="10" y="0"/>
                    <a:pt x="6" y="3"/>
                    <a:pt x="1" y="9"/>
                  </a:cubicBezTo>
                  <a:lnTo>
                    <a:pt x="1" y="26"/>
                  </a:lnTo>
                  <a:cubicBezTo>
                    <a:pt x="1" y="26"/>
                    <a:pt x="1" y="42"/>
                    <a:pt x="17" y="58"/>
                  </a:cubicBezTo>
                  <a:cubicBezTo>
                    <a:pt x="17" y="90"/>
                    <a:pt x="33" y="143"/>
                    <a:pt x="49" y="159"/>
                  </a:cubicBezTo>
                  <a:cubicBezTo>
                    <a:pt x="235" y="292"/>
                    <a:pt x="389" y="478"/>
                    <a:pt x="522" y="632"/>
                  </a:cubicBezTo>
                  <a:cubicBezTo>
                    <a:pt x="607" y="716"/>
                    <a:pt x="676" y="797"/>
                    <a:pt x="740" y="882"/>
                  </a:cubicBezTo>
                  <a:cubicBezTo>
                    <a:pt x="995" y="1137"/>
                    <a:pt x="1245" y="1423"/>
                    <a:pt x="1484" y="1674"/>
                  </a:cubicBezTo>
                  <a:cubicBezTo>
                    <a:pt x="1617" y="1827"/>
                    <a:pt x="1750" y="1961"/>
                    <a:pt x="1887" y="2094"/>
                  </a:cubicBezTo>
                  <a:cubicBezTo>
                    <a:pt x="1920" y="2146"/>
                    <a:pt x="1952" y="2195"/>
                    <a:pt x="1952" y="2264"/>
                  </a:cubicBezTo>
                  <a:lnTo>
                    <a:pt x="1952" y="3120"/>
                  </a:lnTo>
                  <a:cubicBezTo>
                    <a:pt x="1952" y="3156"/>
                    <a:pt x="1952" y="3173"/>
                    <a:pt x="1936" y="3189"/>
                  </a:cubicBezTo>
                  <a:lnTo>
                    <a:pt x="1936" y="3205"/>
                  </a:lnTo>
                  <a:lnTo>
                    <a:pt x="1936" y="3221"/>
                  </a:lnTo>
                  <a:lnTo>
                    <a:pt x="1952" y="3205"/>
                  </a:lnTo>
                  <a:cubicBezTo>
                    <a:pt x="1968" y="3189"/>
                    <a:pt x="1988" y="3156"/>
                    <a:pt x="1988" y="3120"/>
                  </a:cubicBezTo>
                  <a:lnTo>
                    <a:pt x="1988" y="2264"/>
                  </a:lnTo>
                  <a:cubicBezTo>
                    <a:pt x="1988" y="2195"/>
                    <a:pt x="1936" y="2130"/>
                    <a:pt x="1904" y="2078"/>
                  </a:cubicBezTo>
                  <a:cubicBezTo>
                    <a:pt x="1766" y="1944"/>
                    <a:pt x="1633" y="1807"/>
                    <a:pt x="1516" y="1658"/>
                  </a:cubicBezTo>
                  <a:cubicBezTo>
                    <a:pt x="1261" y="1387"/>
                    <a:pt x="1011" y="1120"/>
                    <a:pt x="756" y="850"/>
                  </a:cubicBezTo>
                  <a:cubicBezTo>
                    <a:pt x="692" y="781"/>
                    <a:pt x="623" y="696"/>
                    <a:pt x="554" y="615"/>
                  </a:cubicBezTo>
                  <a:cubicBezTo>
                    <a:pt x="405" y="462"/>
                    <a:pt x="251" y="276"/>
                    <a:pt x="70" y="143"/>
                  </a:cubicBezTo>
                  <a:cubicBezTo>
                    <a:pt x="49" y="127"/>
                    <a:pt x="49" y="90"/>
                    <a:pt x="33" y="58"/>
                  </a:cubicBezTo>
                  <a:cubicBezTo>
                    <a:pt x="33" y="42"/>
                    <a:pt x="33" y="26"/>
                    <a:pt x="17" y="9"/>
                  </a:cubicBezTo>
                  <a:cubicBezTo>
                    <a:pt x="17" y="9"/>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608990" y="1900679"/>
              <a:ext cx="5364" cy="90386"/>
            </a:xfrm>
            <a:custGeom>
              <a:rect b="b" l="l" r="r" t="t"/>
              <a:pathLst>
                <a:path extrusionOk="0" h="910" w="54">
                  <a:moveTo>
                    <a:pt x="17" y="0"/>
                  </a:moveTo>
                  <a:cubicBezTo>
                    <a:pt x="1" y="0"/>
                    <a:pt x="1" y="0"/>
                    <a:pt x="1" y="16"/>
                  </a:cubicBezTo>
                  <a:cubicBezTo>
                    <a:pt x="17" y="150"/>
                    <a:pt x="17" y="303"/>
                    <a:pt x="17" y="453"/>
                  </a:cubicBezTo>
                  <a:cubicBezTo>
                    <a:pt x="17" y="538"/>
                    <a:pt x="1" y="639"/>
                    <a:pt x="17" y="723"/>
                  </a:cubicBezTo>
                  <a:lnTo>
                    <a:pt x="17" y="772"/>
                  </a:lnTo>
                  <a:cubicBezTo>
                    <a:pt x="1" y="824"/>
                    <a:pt x="1" y="857"/>
                    <a:pt x="17" y="909"/>
                  </a:cubicBezTo>
                  <a:lnTo>
                    <a:pt x="53" y="909"/>
                  </a:lnTo>
                  <a:lnTo>
                    <a:pt x="53" y="889"/>
                  </a:lnTo>
                  <a:cubicBezTo>
                    <a:pt x="33" y="857"/>
                    <a:pt x="33" y="824"/>
                    <a:pt x="33" y="772"/>
                  </a:cubicBezTo>
                  <a:lnTo>
                    <a:pt x="33" y="723"/>
                  </a:lnTo>
                  <a:lnTo>
                    <a:pt x="33" y="453"/>
                  </a:lnTo>
                  <a:cubicBezTo>
                    <a:pt x="33" y="303"/>
                    <a:pt x="33" y="15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518703" y="2535863"/>
              <a:ext cx="120481" cy="165376"/>
            </a:xfrm>
            <a:custGeom>
              <a:rect b="b" l="l" r="r" t="t"/>
              <a:pathLst>
                <a:path extrusionOk="0" h="1665" w="1213">
                  <a:moveTo>
                    <a:pt x="1181" y="0"/>
                  </a:moveTo>
                  <a:lnTo>
                    <a:pt x="1164" y="16"/>
                  </a:lnTo>
                  <a:lnTo>
                    <a:pt x="1164" y="32"/>
                  </a:lnTo>
                  <a:cubicBezTo>
                    <a:pt x="1197" y="49"/>
                    <a:pt x="1197" y="69"/>
                    <a:pt x="1197" y="101"/>
                  </a:cubicBezTo>
                  <a:lnTo>
                    <a:pt x="1197" y="117"/>
                  </a:lnTo>
                  <a:lnTo>
                    <a:pt x="1197" y="352"/>
                  </a:lnTo>
                  <a:lnTo>
                    <a:pt x="1197" y="994"/>
                  </a:lnTo>
                  <a:cubicBezTo>
                    <a:pt x="1197" y="1059"/>
                    <a:pt x="1181" y="1095"/>
                    <a:pt x="1112" y="1127"/>
                  </a:cubicBezTo>
                  <a:cubicBezTo>
                    <a:pt x="825" y="1244"/>
                    <a:pt x="558" y="1382"/>
                    <a:pt x="304" y="1499"/>
                  </a:cubicBezTo>
                  <a:cubicBezTo>
                    <a:pt x="203" y="1547"/>
                    <a:pt x="102" y="1600"/>
                    <a:pt x="1" y="1632"/>
                  </a:cubicBezTo>
                  <a:lnTo>
                    <a:pt x="1" y="1648"/>
                  </a:lnTo>
                  <a:lnTo>
                    <a:pt x="17" y="1664"/>
                  </a:lnTo>
                  <a:cubicBezTo>
                    <a:pt x="118" y="1616"/>
                    <a:pt x="219" y="1563"/>
                    <a:pt x="304" y="1531"/>
                  </a:cubicBezTo>
                  <a:cubicBezTo>
                    <a:pt x="575" y="1398"/>
                    <a:pt x="841" y="1281"/>
                    <a:pt x="1112" y="1160"/>
                  </a:cubicBezTo>
                  <a:cubicBezTo>
                    <a:pt x="1197" y="1111"/>
                    <a:pt x="1213" y="1079"/>
                    <a:pt x="1213" y="994"/>
                  </a:cubicBezTo>
                  <a:lnTo>
                    <a:pt x="1213" y="352"/>
                  </a:lnTo>
                  <a:lnTo>
                    <a:pt x="1213" y="117"/>
                  </a:lnTo>
                  <a:lnTo>
                    <a:pt x="1213" y="101"/>
                  </a:lnTo>
                  <a:cubicBezTo>
                    <a:pt x="1213" y="69"/>
                    <a:pt x="1213" y="32"/>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1133823" y="3343077"/>
              <a:ext cx="5364" cy="97239"/>
            </a:xfrm>
            <a:custGeom>
              <a:rect b="b" l="l" r="r" t="t"/>
              <a:pathLst>
                <a:path extrusionOk="0" h="979" w="54">
                  <a:moveTo>
                    <a:pt x="1" y="1"/>
                  </a:moveTo>
                  <a:lnTo>
                    <a:pt x="1" y="21"/>
                  </a:lnTo>
                  <a:cubicBezTo>
                    <a:pt x="21" y="203"/>
                    <a:pt x="21" y="405"/>
                    <a:pt x="1" y="591"/>
                  </a:cubicBezTo>
                  <a:lnTo>
                    <a:pt x="1" y="744"/>
                  </a:lnTo>
                  <a:lnTo>
                    <a:pt x="1" y="777"/>
                  </a:lnTo>
                  <a:lnTo>
                    <a:pt x="1" y="979"/>
                  </a:lnTo>
                  <a:lnTo>
                    <a:pt x="21" y="979"/>
                  </a:lnTo>
                  <a:cubicBezTo>
                    <a:pt x="37" y="979"/>
                    <a:pt x="37" y="979"/>
                    <a:pt x="37" y="962"/>
                  </a:cubicBezTo>
                  <a:lnTo>
                    <a:pt x="37" y="777"/>
                  </a:lnTo>
                  <a:lnTo>
                    <a:pt x="37" y="744"/>
                  </a:lnTo>
                  <a:lnTo>
                    <a:pt x="37" y="591"/>
                  </a:lnTo>
                  <a:cubicBezTo>
                    <a:pt x="37" y="405"/>
                    <a:pt x="53" y="203"/>
                    <a:pt x="21" y="21"/>
                  </a:cubicBezTo>
                  <a:cubicBezTo>
                    <a:pt x="21" y="21"/>
                    <a:pt x="2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875081" y="3647707"/>
              <a:ext cx="332739" cy="87207"/>
            </a:xfrm>
            <a:custGeom>
              <a:rect b="b" l="l" r="r" t="t"/>
              <a:pathLst>
                <a:path extrusionOk="0" h="878" w="3350">
                  <a:moveTo>
                    <a:pt x="3297" y="0"/>
                  </a:moveTo>
                  <a:cubicBezTo>
                    <a:pt x="3147" y="32"/>
                    <a:pt x="2994" y="85"/>
                    <a:pt x="2860" y="117"/>
                  </a:cubicBezTo>
                  <a:cubicBezTo>
                    <a:pt x="2525" y="218"/>
                    <a:pt x="2186" y="303"/>
                    <a:pt x="1834" y="404"/>
                  </a:cubicBezTo>
                  <a:cubicBezTo>
                    <a:pt x="1665" y="453"/>
                    <a:pt x="1479" y="505"/>
                    <a:pt x="1293" y="554"/>
                  </a:cubicBezTo>
                  <a:cubicBezTo>
                    <a:pt x="1059" y="622"/>
                    <a:pt x="788" y="691"/>
                    <a:pt x="537" y="755"/>
                  </a:cubicBezTo>
                  <a:cubicBezTo>
                    <a:pt x="505" y="772"/>
                    <a:pt x="469" y="772"/>
                    <a:pt x="436" y="792"/>
                  </a:cubicBezTo>
                  <a:cubicBezTo>
                    <a:pt x="334" y="817"/>
                    <a:pt x="229" y="851"/>
                    <a:pt x="119" y="851"/>
                  </a:cubicBezTo>
                  <a:cubicBezTo>
                    <a:pt x="85" y="851"/>
                    <a:pt x="51" y="848"/>
                    <a:pt x="16" y="840"/>
                  </a:cubicBezTo>
                  <a:lnTo>
                    <a:pt x="16" y="856"/>
                  </a:lnTo>
                  <a:cubicBezTo>
                    <a:pt x="0" y="873"/>
                    <a:pt x="16" y="873"/>
                    <a:pt x="16" y="873"/>
                  </a:cubicBezTo>
                  <a:lnTo>
                    <a:pt x="117" y="873"/>
                  </a:lnTo>
                  <a:cubicBezTo>
                    <a:pt x="234" y="873"/>
                    <a:pt x="335" y="840"/>
                    <a:pt x="453" y="808"/>
                  </a:cubicBezTo>
                  <a:cubicBezTo>
                    <a:pt x="485" y="808"/>
                    <a:pt x="521" y="792"/>
                    <a:pt x="554" y="772"/>
                  </a:cubicBezTo>
                  <a:cubicBezTo>
                    <a:pt x="808" y="707"/>
                    <a:pt x="1059" y="638"/>
                    <a:pt x="1313" y="570"/>
                  </a:cubicBezTo>
                  <a:cubicBezTo>
                    <a:pt x="1495" y="521"/>
                    <a:pt x="1665" y="469"/>
                    <a:pt x="1850" y="420"/>
                  </a:cubicBezTo>
                  <a:cubicBezTo>
                    <a:pt x="2186" y="335"/>
                    <a:pt x="2525" y="234"/>
                    <a:pt x="2860" y="150"/>
                  </a:cubicBezTo>
                  <a:cubicBezTo>
                    <a:pt x="3010" y="101"/>
                    <a:pt x="3147" y="65"/>
                    <a:pt x="3297" y="16"/>
                  </a:cubicBezTo>
                  <a:cubicBezTo>
                    <a:pt x="3313" y="101"/>
                    <a:pt x="3313" y="150"/>
                    <a:pt x="3297" y="202"/>
                  </a:cubicBezTo>
                  <a:cubicBezTo>
                    <a:pt x="3147" y="234"/>
                    <a:pt x="3010" y="287"/>
                    <a:pt x="2893" y="319"/>
                  </a:cubicBezTo>
                  <a:cubicBezTo>
                    <a:pt x="2775" y="352"/>
                    <a:pt x="2674" y="388"/>
                    <a:pt x="2557" y="404"/>
                  </a:cubicBezTo>
                  <a:cubicBezTo>
                    <a:pt x="2424" y="453"/>
                    <a:pt x="2287" y="489"/>
                    <a:pt x="2169" y="521"/>
                  </a:cubicBezTo>
                  <a:cubicBezTo>
                    <a:pt x="1951" y="590"/>
                    <a:pt x="1733" y="638"/>
                    <a:pt x="1515" y="691"/>
                  </a:cubicBezTo>
                  <a:cubicBezTo>
                    <a:pt x="1446" y="707"/>
                    <a:pt x="1362" y="739"/>
                    <a:pt x="1293" y="772"/>
                  </a:cubicBezTo>
                  <a:cubicBezTo>
                    <a:pt x="1177" y="812"/>
                    <a:pt x="1058" y="851"/>
                    <a:pt x="941" y="851"/>
                  </a:cubicBezTo>
                  <a:cubicBezTo>
                    <a:pt x="908" y="851"/>
                    <a:pt x="874" y="848"/>
                    <a:pt x="840" y="840"/>
                  </a:cubicBezTo>
                  <a:cubicBezTo>
                    <a:pt x="824" y="840"/>
                    <a:pt x="824" y="856"/>
                    <a:pt x="824" y="856"/>
                  </a:cubicBezTo>
                  <a:lnTo>
                    <a:pt x="824" y="873"/>
                  </a:lnTo>
                  <a:cubicBezTo>
                    <a:pt x="852" y="876"/>
                    <a:pt x="880" y="877"/>
                    <a:pt x="906" y="877"/>
                  </a:cubicBezTo>
                  <a:cubicBezTo>
                    <a:pt x="1055" y="877"/>
                    <a:pt x="1183" y="833"/>
                    <a:pt x="1313" y="792"/>
                  </a:cubicBezTo>
                  <a:cubicBezTo>
                    <a:pt x="1378" y="772"/>
                    <a:pt x="1446" y="739"/>
                    <a:pt x="1531" y="723"/>
                  </a:cubicBezTo>
                  <a:cubicBezTo>
                    <a:pt x="1749" y="671"/>
                    <a:pt x="1951" y="606"/>
                    <a:pt x="2169" y="554"/>
                  </a:cubicBezTo>
                  <a:cubicBezTo>
                    <a:pt x="2303" y="505"/>
                    <a:pt x="2440" y="469"/>
                    <a:pt x="2557" y="436"/>
                  </a:cubicBezTo>
                  <a:cubicBezTo>
                    <a:pt x="2674" y="404"/>
                    <a:pt x="2792" y="368"/>
                    <a:pt x="2893" y="335"/>
                  </a:cubicBezTo>
                  <a:cubicBezTo>
                    <a:pt x="3030" y="303"/>
                    <a:pt x="3163" y="267"/>
                    <a:pt x="3297" y="234"/>
                  </a:cubicBezTo>
                  <a:lnTo>
                    <a:pt x="3313" y="218"/>
                  </a:lnTo>
                  <a:cubicBezTo>
                    <a:pt x="3349" y="166"/>
                    <a:pt x="3333" y="85"/>
                    <a:pt x="3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888292" y="2930282"/>
              <a:ext cx="3278" cy="55423"/>
            </a:xfrm>
            <a:custGeom>
              <a:rect b="b" l="l" r="r" t="t"/>
              <a:pathLst>
                <a:path extrusionOk="0" h="558" w="33">
                  <a:moveTo>
                    <a:pt x="0" y="0"/>
                  </a:moveTo>
                  <a:lnTo>
                    <a:pt x="0" y="16"/>
                  </a:lnTo>
                  <a:cubicBezTo>
                    <a:pt x="17" y="137"/>
                    <a:pt x="17" y="238"/>
                    <a:pt x="17" y="356"/>
                  </a:cubicBezTo>
                  <a:cubicBezTo>
                    <a:pt x="0" y="404"/>
                    <a:pt x="0" y="473"/>
                    <a:pt x="17" y="541"/>
                  </a:cubicBezTo>
                  <a:lnTo>
                    <a:pt x="17" y="558"/>
                  </a:lnTo>
                  <a:cubicBezTo>
                    <a:pt x="33" y="558"/>
                    <a:pt x="33" y="558"/>
                    <a:pt x="33" y="541"/>
                  </a:cubicBezTo>
                  <a:lnTo>
                    <a:pt x="33" y="356"/>
                  </a:lnTo>
                  <a:cubicBezTo>
                    <a:pt x="33" y="238"/>
                    <a:pt x="33" y="117"/>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1252616" y="3001896"/>
              <a:ext cx="160609" cy="57211"/>
            </a:xfrm>
            <a:custGeom>
              <a:rect b="b" l="l" r="r" t="t"/>
              <a:pathLst>
                <a:path extrusionOk="0" h="576" w="1617">
                  <a:moveTo>
                    <a:pt x="1560" y="1"/>
                  </a:moveTo>
                  <a:cubicBezTo>
                    <a:pt x="1537" y="1"/>
                    <a:pt x="1518" y="11"/>
                    <a:pt x="1499" y="22"/>
                  </a:cubicBezTo>
                  <a:cubicBezTo>
                    <a:pt x="1483" y="22"/>
                    <a:pt x="1483" y="22"/>
                    <a:pt x="1467" y="39"/>
                  </a:cubicBezTo>
                  <a:cubicBezTo>
                    <a:pt x="1148" y="140"/>
                    <a:pt x="825" y="273"/>
                    <a:pt x="505" y="390"/>
                  </a:cubicBezTo>
                  <a:cubicBezTo>
                    <a:pt x="372" y="443"/>
                    <a:pt x="239" y="491"/>
                    <a:pt x="85" y="544"/>
                  </a:cubicBezTo>
                  <a:lnTo>
                    <a:pt x="37" y="544"/>
                  </a:lnTo>
                  <a:cubicBezTo>
                    <a:pt x="37" y="560"/>
                    <a:pt x="17" y="560"/>
                    <a:pt x="17" y="560"/>
                  </a:cubicBezTo>
                  <a:cubicBezTo>
                    <a:pt x="1" y="560"/>
                    <a:pt x="1" y="560"/>
                    <a:pt x="1" y="576"/>
                  </a:cubicBezTo>
                  <a:lnTo>
                    <a:pt x="53" y="576"/>
                  </a:lnTo>
                  <a:cubicBezTo>
                    <a:pt x="69" y="576"/>
                    <a:pt x="85" y="576"/>
                    <a:pt x="101" y="560"/>
                  </a:cubicBezTo>
                  <a:cubicBezTo>
                    <a:pt x="239" y="507"/>
                    <a:pt x="388" y="459"/>
                    <a:pt x="522" y="406"/>
                  </a:cubicBezTo>
                  <a:cubicBezTo>
                    <a:pt x="845" y="289"/>
                    <a:pt x="1164" y="172"/>
                    <a:pt x="1483" y="55"/>
                  </a:cubicBezTo>
                  <a:cubicBezTo>
                    <a:pt x="1483" y="55"/>
                    <a:pt x="1499" y="55"/>
                    <a:pt x="1515" y="39"/>
                  </a:cubicBezTo>
                  <a:cubicBezTo>
                    <a:pt x="1523" y="31"/>
                    <a:pt x="1537" y="26"/>
                    <a:pt x="1552" y="26"/>
                  </a:cubicBezTo>
                  <a:cubicBezTo>
                    <a:pt x="1567" y="26"/>
                    <a:pt x="1584" y="31"/>
                    <a:pt x="1600" y="39"/>
                  </a:cubicBezTo>
                  <a:lnTo>
                    <a:pt x="1616" y="39"/>
                  </a:lnTo>
                  <a:lnTo>
                    <a:pt x="1616" y="22"/>
                  </a:lnTo>
                  <a:cubicBezTo>
                    <a:pt x="1595" y="7"/>
                    <a:pt x="157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1553570" y="3069039"/>
              <a:ext cx="5264" cy="65554"/>
            </a:xfrm>
            <a:custGeom>
              <a:rect b="b" l="l" r="r" t="t"/>
              <a:pathLst>
                <a:path extrusionOk="0" h="660" w="53">
                  <a:moveTo>
                    <a:pt x="37" y="1"/>
                  </a:moveTo>
                  <a:cubicBezTo>
                    <a:pt x="16" y="1"/>
                    <a:pt x="16" y="1"/>
                    <a:pt x="16" y="17"/>
                  </a:cubicBezTo>
                  <a:lnTo>
                    <a:pt x="16" y="255"/>
                  </a:lnTo>
                  <a:cubicBezTo>
                    <a:pt x="16" y="389"/>
                    <a:pt x="16" y="522"/>
                    <a:pt x="0" y="639"/>
                  </a:cubicBezTo>
                  <a:cubicBezTo>
                    <a:pt x="0" y="659"/>
                    <a:pt x="0" y="659"/>
                    <a:pt x="16" y="659"/>
                  </a:cubicBez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1739308" y="2282783"/>
              <a:ext cx="169051" cy="350220"/>
            </a:xfrm>
            <a:custGeom>
              <a:rect b="b" l="l" r="r" t="t"/>
              <a:pathLst>
                <a:path extrusionOk="0" h="3526" w="1702">
                  <a:moveTo>
                    <a:pt x="28" y="0"/>
                  </a:moveTo>
                  <a:cubicBezTo>
                    <a:pt x="26" y="0"/>
                    <a:pt x="22" y="2"/>
                    <a:pt x="17" y="7"/>
                  </a:cubicBezTo>
                  <a:cubicBezTo>
                    <a:pt x="17" y="7"/>
                    <a:pt x="1" y="7"/>
                    <a:pt x="1" y="23"/>
                  </a:cubicBezTo>
                  <a:cubicBezTo>
                    <a:pt x="49" y="209"/>
                    <a:pt x="166" y="359"/>
                    <a:pt x="287" y="496"/>
                  </a:cubicBezTo>
                  <a:cubicBezTo>
                    <a:pt x="336" y="561"/>
                    <a:pt x="388" y="629"/>
                    <a:pt x="437" y="698"/>
                  </a:cubicBezTo>
                  <a:cubicBezTo>
                    <a:pt x="691" y="1102"/>
                    <a:pt x="958" y="1506"/>
                    <a:pt x="1229" y="1890"/>
                  </a:cubicBezTo>
                  <a:cubicBezTo>
                    <a:pt x="1362" y="2075"/>
                    <a:pt x="1479" y="2277"/>
                    <a:pt x="1616" y="2463"/>
                  </a:cubicBezTo>
                  <a:cubicBezTo>
                    <a:pt x="1649" y="2516"/>
                    <a:pt x="1665" y="2580"/>
                    <a:pt x="1665" y="2665"/>
                  </a:cubicBezTo>
                  <a:cubicBezTo>
                    <a:pt x="1649" y="2782"/>
                    <a:pt x="1649" y="2900"/>
                    <a:pt x="1665" y="3001"/>
                  </a:cubicBezTo>
                  <a:cubicBezTo>
                    <a:pt x="1665" y="3122"/>
                    <a:pt x="1665" y="3239"/>
                    <a:pt x="1649" y="3356"/>
                  </a:cubicBezTo>
                  <a:lnTo>
                    <a:pt x="1649" y="3388"/>
                  </a:lnTo>
                  <a:cubicBezTo>
                    <a:pt x="1649" y="3425"/>
                    <a:pt x="1649" y="3473"/>
                    <a:pt x="1616" y="3506"/>
                  </a:cubicBezTo>
                  <a:lnTo>
                    <a:pt x="1616" y="3526"/>
                  </a:lnTo>
                  <a:lnTo>
                    <a:pt x="1633" y="3526"/>
                  </a:lnTo>
                  <a:cubicBezTo>
                    <a:pt x="1681" y="3473"/>
                    <a:pt x="1681" y="3425"/>
                    <a:pt x="1681" y="3388"/>
                  </a:cubicBezTo>
                  <a:lnTo>
                    <a:pt x="1681" y="3356"/>
                  </a:lnTo>
                  <a:cubicBezTo>
                    <a:pt x="1701" y="3239"/>
                    <a:pt x="1681" y="3122"/>
                    <a:pt x="1681" y="3001"/>
                  </a:cubicBezTo>
                  <a:lnTo>
                    <a:pt x="1681" y="2681"/>
                  </a:lnTo>
                  <a:cubicBezTo>
                    <a:pt x="1701" y="2580"/>
                    <a:pt x="1681" y="2516"/>
                    <a:pt x="1633" y="2447"/>
                  </a:cubicBezTo>
                  <a:cubicBezTo>
                    <a:pt x="1516" y="2261"/>
                    <a:pt x="1378" y="2075"/>
                    <a:pt x="1245" y="1890"/>
                  </a:cubicBezTo>
                  <a:cubicBezTo>
                    <a:pt x="994" y="1486"/>
                    <a:pt x="708" y="1102"/>
                    <a:pt x="453" y="698"/>
                  </a:cubicBezTo>
                  <a:cubicBezTo>
                    <a:pt x="405" y="613"/>
                    <a:pt x="352" y="544"/>
                    <a:pt x="304" y="476"/>
                  </a:cubicBezTo>
                  <a:cubicBezTo>
                    <a:pt x="186" y="342"/>
                    <a:pt x="85" y="193"/>
                    <a:pt x="33" y="7"/>
                  </a:cubicBezTo>
                  <a:cubicBezTo>
                    <a:pt x="33" y="7"/>
                    <a:pt x="33"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1643857" y="2515799"/>
              <a:ext cx="6853" cy="61879"/>
            </a:xfrm>
            <a:custGeom>
              <a:rect b="b" l="l" r="r" t="t"/>
              <a:pathLst>
                <a:path extrusionOk="0" h="623" w="69">
                  <a:moveTo>
                    <a:pt x="53" y="0"/>
                  </a:moveTo>
                  <a:cubicBezTo>
                    <a:pt x="53" y="0"/>
                    <a:pt x="37" y="0"/>
                    <a:pt x="37" y="16"/>
                  </a:cubicBezTo>
                  <a:cubicBezTo>
                    <a:pt x="16" y="101"/>
                    <a:pt x="16" y="202"/>
                    <a:pt x="16" y="287"/>
                  </a:cubicBezTo>
                  <a:lnTo>
                    <a:pt x="16" y="453"/>
                  </a:lnTo>
                  <a:lnTo>
                    <a:pt x="16" y="505"/>
                  </a:lnTo>
                  <a:cubicBezTo>
                    <a:pt x="16" y="537"/>
                    <a:pt x="37" y="574"/>
                    <a:pt x="16" y="606"/>
                  </a:cubicBezTo>
                  <a:cubicBezTo>
                    <a:pt x="0" y="606"/>
                    <a:pt x="0" y="622"/>
                    <a:pt x="16" y="622"/>
                  </a:cubicBezTo>
                  <a:lnTo>
                    <a:pt x="37" y="622"/>
                  </a:lnTo>
                  <a:cubicBezTo>
                    <a:pt x="53" y="590"/>
                    <a:pt x="53" y="537"/>
                    <a:pt x="53" y="505"/>
                  </a:cubicBezTo>
                  <a:lnTo>
                    <a:pt x="53" y="473"/>
                  </a:lnTo>
                  <a:lnTo>
                    <a:pt x="53" y="287"/>
                  </a:lnTo>
                  <a:cubicBezTo>
                    <a:pt x="53" y="202"/>
                    <a:pt x="53" y="101"/>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889881" y="2438723"/>
              <a:ext cx="5364" cy="58701"/>
            </a:xfrm>
            <a:custGeom>
              <a:rect b="b" l="l" r="r" t="t"/>
              <a:pathLst>
                <a:path extrusionOk="0" h="591" w="54">
                  <a:moveTo>
                    <a:pt x="17" y="1"/>
                  </a:moveTo>
                  <a:cubicBezTo>
                    <a:pt x="17" y="17"/>
                    <a:pt x="1" y="17"/>
                    <a:pt x="1" y="17"/>
                  </a:cubicBezTo>
                  <a:cubicBezTo>
                    <a:pt x="17" y="138"/>
                    <a:pt x="17" y="255"/>
                    <a:pt x="17" y="372"/>
                  </a:cubicBezTo>
                  <a:lnTo>
                    <a:pt x="17" y="574"/>
                  </a:lnTo>
                  <a:cubicBezTo>
                    <a:pt x="17" y="590"/>
                    <a:pt x="33" y="590"/>
                    <a:pt x="33" y="590"/>
                  </a:cubicBezTo>
                  <a:cubicBezTo>
                    <a:pt x="33" y="590"/>
                    <a:pt x="53" y="590"/>
                    <a:pt x="53" y="574"/>
                  </a:cubicBezTo>
                  <a:lnTo>
                    <a:pt x="53" y="372"/>
                  </a:lnTo>
                  <a:cubicBezTo>
                    <a:pt x="53" y="255"/>
                    <a:pt x="53" y="13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1523475" y="1582839"/>
              <a:ext cx="200736" cy="443089"/>
            </a:xfrm>
            <a:custGeom>
              <a:rect b="b" l="l" r="r" t="t"/>
              <a:pathLst>
                <a:path extrusionOk="0" h="4461" w="2021">
                  <a:moveTo>
                    <a:pt x="0" y="1"/>
                  </a:moveTo>
                  <a:cubicBezTo>
                    <a:pt x="0" y="134"/>
                    <a:pt x="69" y="219"/>
                    <a:pt x="117" y="304"/>
                  </a:cubicBezTo>
                  <a:cubicBezTo>
                    <a:pt x="154" y="336"/>
                    <a:pt x="170" y="352"/>
                    <a:pt x="186" y="389"/>
                  </a:cubicBezTo>
                  <a:cubicBezTo>
                    <a:pt x="723" y="1281"/>
                    <a:pt x="1265" y="2170"/>
                    <a:pt x="1802" y="3031"/>
                  </a:cubicBezTo>
                  <a:lnTo>
                    <a:pt x="1935" y="3265"/>
                  </a:lnTo>
                  <a:cubicBezTo>
                    <a:pt x="1972" y="3334"/>
                    <a:pt x="1988" y="3382"/>
                    <a:pt x="1988" y="3435"/>
                  </a:cubicBezTo>
                  <a:lnTo>
                    <a:pt x="1988" y="4311"/>
                  </a:lnTo>
                  <a:cubicBezTo>
                    <a:pt x="1988" y="4360"/>
                    <a:pt x="1988" y="4412"/>
                    <a:pt x="1955" y="4445"/>
                  </a:cubicBezTo>
                  <a:lnTo>
                    <a:pt x="1955" y="4461"/>
                  </a:lnTo>
                  <a:lnTo>
                    <a:pt x="1972" y="4461"/>
                  </a:lnTo>
                  <a:cubicBezTo>
                    <a:pt x="2004" y="4412"/>
                    <a:pt x="2020" y="4360"/>
                    <a:pt x="2020" y="4311"/>
                  </a:cubicBezTo>
                  <a:lnTo>
                    <a:pt x="2020" y="3435"/>
                  </a:lnTo>
                  <a:cubicBezTo>
                    <a:pt x="2020" y="3366"/>
                    <a:pt x="2004" y="3317"/>
                    <a:pt x="1972" y="3249"/>
                  </a:cubicBezTo>
                  <a:lnTo>
                    <a:pt x="1818" y="3015"/>
                  </a:lnTo>
                  <a:cubicBezTo>
                    <a:pt x="1281" y="2154"/>
                    <a:pt x="744" y="1261"/>
                    <a:pt x="202" y="373"/>
                  </a:cubicBezTo>
                  <a:cubicBezTo>
                    <a:pt x="186" y="336"/>
                    <a:pt x="170" y="320"/>
                    <a:pt x="154" y="288"/>
                  </a:cubicBezTo>
                  <a:cubicBezTo>
                    <a:pt x="85" y="203"/>
                    <a:pt x="16" y="118"/>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702554" y="2527420"/>
              <a:ext cx="5264" cy="85519"/>
            </a:xfrm>
            <a:custGeom>
              <a:rect b="b" l="l" r="r" t="t"/>
              <a:pathLst>
                <a:path extrusionOk="0" h="861" w="53">
                  <a:moveTo>
                    <a:pt x="20" y="0"/>
                  </a:moveTo>
                  <a:cubicBezTo>
                    <a:pt x="0" y="0"/>
                    <a:pt x="0" y="16"/>
                    <a:pt x="0" y="16"/>
                  </a:cubicBezTo>
                  <a:cubicBezTo>
                    <a:pt x="20" y="154"/>
                    <a:pt x="20" y="303"/>
                    <a:pt x="20" y="437"/>
                  </a:cubicBezTo>
                  <a:lnTo>
                    <a:pt x="20" y="691"/>
                  </a:lnTo>
                  <a:lnTo>
                    <a:pt x="20" y="792"/>
                  </a:lnTo>
                  <a:cubicBezTo>
                    <a:pt x="20" y="808"/>
                    <a:pt x="36" y="824"/>
                    <a:pt x="36" y="841"/>
                  </a:cubicBezTo>
                  <a:lnTo>
                    <a:pt x="36" y="861"/>
                  </a:lnTo>
                  <a:cubicBezTo>
                    <a:pt x="53" y="861"/>
                    <a:pt x="53" y="861"/>
                    <a:pt x="53" y="841"/>
                  </a:cubicBezTo>
                  <a:lnTo>
                    <a:pt x="53" y="792"/>
                  </a:lnTo>
                  <a:cubicBezTo>
                    <a:pt x="53" y="760"/>
                    <a:pt x="36" y="723"/>
                    <a:pt x="36" y="691"/>
                  </a:cubicBezTo>
                  <a:lnTo>
                    <a:pt x="36" y="437"/>
                  </a:lnTo>
                  <a:cubicBezTo>
                    <a:pt x="53" y="303"/>
                    <a:pt x="53" y="154"/>
                    <a:pt x="36" y="16"/>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1246160" y="3416975"/>
              <a:ext cx="257351" cy="197061"/>
            </a:xfrm>
            <a:custGeom>
              <a:rect b="b" l="l" r="r" t="t"/>
              <a:pathLst>
                <a:path extrusionOk="0" h="1984" w="2591">
                  <a:moveTo>
                    <a:pt x="1665" y="0"/>
                  </a:moveTo>
                  <a:lnTo>
                    <a:pt x="17" y="489"/>
                  </a:lnTo>
                  <a:lnTo>
                    <a:pt x="1" y="489"/>
                  </a:lnTo>
                  <a:lnTo>
                    <a:pt x="1" y="942"/>
                  </a:lnTo>
                  <a:cubicBezTo>
                    <a:pt x="1" y="1176"/>
                    <a:pt x="1" y="1414"/>
                    <a:pt x="17" y="1648"/>
                  </a:cubicBezTo>
                  <a:lnTo>
                    <a:pt x="33" y="1648"/>
                  </a:lnTo>
                  <a:cubicBezTo>
                    <a:pt x="17" y="1414"/>
                    <a:pt x="17" y="1176"/>
                    <a:pt x="33" y="942"/>
                  </a:cubicBezTo>
                  <a:lnTo>
                    <a:pt x="33" y="505"/>
                  </a:lnTo>
                  <a:lnTo>
                    <a:pt x="1665" y="16"/>
                  </a:lnTo>
                  <a:cubicBezTo>
                    <a:pt x="1681" y="49"/>
                    <a:pt x="1665" y="65"/>
                    <a:pt x="1665" y="85"/>
                  </a:cubicBezTo>
                  <a:cubicBezTo>
                    <a:pt x="1649" y="117"/>
                    <a:pt x="1633" y="134"/>
                    <a:pt x="1649" y="166"/>
                  </a:cubicBezTo>
                  <a:cubicBezTo>
                    <a:pt x="1799" y="267"/>
                    <a:pt x="1952" y="404"/>
                    <a:pt x="2085" y="521"/>
                  </a:cubicBezTo>
                  <a:cubicBezTo>
                    <a:pt x="2122" y="570"/>
                    <a:pt x="2170" y="606"/>
                    <a:pt x="2223" y="655"/>
                  </a:cubicBezTo>
                  <a:cubicBezTo>
                    <a:pt x="2255" y="691"/>
                    <a:pt x="2271" y="723"/>
                    <a:pt x="2271" y="772"/>
                  </a:cubicBezTo>
                  <a:cubicBezTo>
                    <a:pt x="2255" y="909"/>
                    <a:pt x="2255" y="1043"/>
                    <a:pt x="2255" y="1176"/>
                  </a:cubicBezTo>
                  <a:lnTo>
                    <a:pt x="2255" y="1515"/>
                  </a:lnTo>
                  <a:cubicBezTo>
                    <a:pt x="2239" y="1632"/>
                    <a:pt x="2271" y="1681"/>
                    <a:pt x="2356" y="1749"/>
                  </a:cubicBezTo>
                  <a:cubicBezTo>
                    <a:pt x="2372" y="1766"/>
                    <a:pt x="2404" y="1782"/>
                    <a:pt x="2425" y="1802"/>
                  </a:cubicBezTo>
                  <a:cubicBezTo>
                    <a:pt x="2489" y="1834"/>
                    <a:pt x="2558" y="1883"/>
                    <a:pt x="2574" y="1968"/>
                  </a:cubicBezTo>
                  <a:lnTo>
                    <a:pt x="2574" y="1984"/>
                  </a:lnTo>
                  <a:cubicBezTo>
                    <a:pt x="2590" y="1984"/>
                    <a:pt x="2590" y="1968"/>
                    <a:pt x="2590" y="1968"/>
                  </a:cubicBezTo>
                  <a:cubicBezTo>
                    <a:pt x="2574" y="1867"/>
                    <a:pt x="2505" y="1818"/>
                    <a:pt x="2441" y="1766"/>
                  </a:cubicBezTo>
                  <a:cubicBezTo>
                    <a:pt x="2404" y="1766"/>
                    <a:pt x="2388" y="1749"/>
                    <a:pt x="2372" y="1733"/>
                  </a:cubicBezTo>
                  <a:cubicBezTo>
                    <a:pt x="2287" y="1665"/>
                    <a:pt x="2271" y="1616"/>
                    <a:pt x="2271" y="1531"/>
                  </a:cubicBezTo>
                  <a:cubicBezTo>
                    <a:pt x="2287" y="1414"/>
                    <a:pt x="2287" y="1277"/>
                    <a:pt x="2287" y="1176"/>
                  </a:cubicBezTo>
                  <a:cubicBezTo>
                    <a:pt x="2287" y="1043"/>
                    <a:pt x="2287" y="909"/>
                    <a:pt x="2303" y="772"/>
                  </a:cubicBezTo>
                  <a:cubicBezTo>
                    <a:pt x="2303" y="723"/>
                    <a:pt x="2287" y="671"/>
                    <a:pt x="2239" y="639"/>
                  </a:cubicBezTo>
                  <a:cubicBezTo>
                    <a:pt x="2186" y="590"/>
                    <a:pt x="2138" y="554"/>
                    <a:pt x="2101" y="505"/>
                  </a:cubicBezTo>
                  <a:cubicBezTo>
                    <a:pt x="1968" y="388"/>
                    <a:pt x="1835" y="251"/>
                    <a:pt x="1665" y="150"/>
                  </a:cubicBezTo>
                  <a:cubicBezTo>
                    <a:pt x="1665" y="134"/>
                    <a:pt x="1665" y="117"/>
                    <a:pt x="1681" y="101"/>
                  </a:cubicBezTo>
                  <a:cubicBezTo>
                    <a:pt x="1698" y="85"/>
                    <a:pt x="1718" y="49"/>
                    <a:pt x="1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1289565" y="1711664"/>
              <a:ext cx="8443" cy="95253"/>
            </a:xfrm>
            <a:custGeom>
              <a:rect b="b" l="l" r="r" t="t"/>
              <a:pathLst>
                <a:path extrusionOk="0" h="959" w="85">
                  <a:moveTo>
                    <a:pt x="49" y="1"/>
                  </a:moveTo>
                  <a:cubicBezTo>
                    <a:pt x="16" y="287"/>
                    <a:pt x="0" y="623"/>
                    <a:pt x="49" y="958"/>
                  </a:cubicBezTo>
                  <a:lnTo>
                    <a:pt x="69" y="958"/>
                  </a:lnTo>
                  <a:cubicBezTo>
                    <a:pt x="69" y="958"/>
                    <a:pt x="85" y="958"/>
                    <a:pt x="85" y="942"/>
                  </a:cubicBezTo>
                  <a:cubicBezTo>
                    <a:pt x="16" y="623"/>
                    <a:pt x="49" y="287"/>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1765828" y="2207991"/>
              <a:ext cx="5264" cy="55523"/>
            </a:xfrm>
            <a:custGeom>
              <a:rect b="b" l="l" r="r" t="t"/>
              <a:pathLst>
                <a:path extrusionOk="0" h="559" w="53">
                  <a:moveTo>
                    <a:pt x="37" y="1"/>
                  </a:moveTo>
                  <a:lnTo>
                    <a:pt x="20" y="17"/>
                  </a:lnTo>
                  <a:cubicBezTo>
                    <a:pt x="0" y="138"/>
                    <a:pt x="0" y="239"/>
                    <a:pt x="20" y="356"/>
                  </a:cubicBezTo>
                  <a:lnTo>
                    <a:pt x="20" y="542"/>
                  </a:lnTo>
                  <a:cubicBezTo>
                    <a:pt x="0" y="558"/>
                    <a:pt x="20" y="558"/>
                    <a:pt x="20" y="558"/>
                  </a:cubicBezTo>
                  <a:lnTo>
                    <a:pt x="37" y="558"/>
                  </a:lnTo>
                  <a:lnTo>
                    <a:pt x="37" y="356"/>
                  </a:lnTo>
                  <a:cubicBezTo>
                    <a:pt x="37" y="239"/>
                    <a:pt x="37" y="138"/>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1520197" y="3027323"/>
              <a:ext cx="199147" cy="291022"/>
            </a:xfrm>
            <a:custGeom>
              <a:rect b="b" l="l" r="r" t="t"/>
              <a:pathLst>
                <a:path extrusionOk="0" h="2930" w="2005">
                  <a:moveTo>
                    <a:pt x="49" y="1"/>
                  </a:moveTo>
                  <a:cubicBezTo>
                    <a:pt x="17" y="33"/>
                    <a:pt x="17" y="69"/>
                    <a:pt x="17" y="102"/>
                  </a:cubicBezTo>
                  <a:lnTo>
                    <a:pt x="17" y="288"/>
                  </a:lnTo>
                  <a:lnTo>
                    <a:pt x="17" y="453"/>
                  </a:lnTo>
                  <a:cubicBezTo>
                    <a:pt x="1" y="591"/>
                    <a:pt x="1" y="724"/>
                    <a:pt x="33" y="841"/>
                  </a:cubicBezTo>
                  <a:cubicBezTo>
                    <a:pt x="86" y="958"/>
                    <a:pt x="203" y="1059"/>
                    <a:pt x="304" y="1160"/>
                  </a:cubicBezTo>
                  <a:cubicBezTo>
                    <a:pt x="352" y="1196"/>
                    <a:pt x="389" y="1245"/>
                    <a:pt x="437" y="1281"/>
                  </a:cubicBezTo>
                  <a:cubicBezTo>
                    <a:pt x="724" y="1584"/>
                    <a:pt x="1027" y="1903"/>
                    <a:pt x="1330" y="2206"/>
                  </a:cubicBezTo>
                  <a:lnTo>
                    <a:pt x="1665" y="2542"/>
                  </a:lnTo>
                  <a:cubicBezTo>
                    <a:pt x="1686" y="2574"/>
                    <a:pt x="1718" y="2610"/>
                    <a:pt x="1750" y="2627"/>
                  </a:cubicBezTo>
                  <a:cubicBezTo>
                    <a:pt x="1851" y="2728"/>
                    <a:pt x="1936" y="2796"/>
                    <a:pt x="1968" y="2930"/>
                  </a:cubicBezTo>
                  <a:lnTo>
                    <a:pt x="1988" y="2930"/>
                  </a:lnTo>
                  <a:cubicBezTo>
                    <a:pt x="1988" y="2930"/>
                    <a:pt x="2005" y="2930"/>
                    <a:pt x="2005" y="2913"/>
                  </a:cubicBezTo>
                  <a:cubicBezTo>
                    <a:pt x="1952" y="2776"/>
                    <a:pt x="1851" y="2695"/>
                    <a:pt x="1766" y="2610"/>
                  </a:cubicBezTo>
                  <a:cubicBezTo>
                    <a:pt x="1734" y="2594"/>
                    <a:pt x="1718" y="2558"/>
                    <a:pt x="1686" y="2526"/>
                  </a:cubicBezTo>
                  <a:lnTo>
                    <a:pt x="1346" y="2190"/>
                  </a:lnTo>
                  <a:cubicBezTo>
                    <a:pt x="1043" y="1887"/>
                    <a:pt x="756" y="1564"/>
                    <a:pt x="453" y="1261"/>
                  </a:cubicBezTo>
                  <a:cubicBezTo>
                    <a:pt x="421" y="1213"/>
                    <a:pt x="373" y="1180"/>
                    <a:pt x="320" y="1144"/>
                  </a:cubicBezTo>
                  <a:cubicBezTo>
                    <a:pt x="219" y="1043"/>
                    <a:pt x="118" y="942"/>
                    <a:pt x="70" y="825"/>
                  </a:cubicBezTo>
                  <a:cubicBezTo>
                    <a:pt x="17" y="724"/>
                    <a:pt x="33" y="591"/>
                    <a:pt x="33" y="453"/>
                  </a:cubicBezTo>
                  <a:cubicBezTo>
                    <a:pt x="49" y="405"/>
                    <a:pt x="49" y="336"/>
                    <a:pt x="49" y="288"/>
                  </a:cubicBezTo>
                  <a:lnTo>
                    <a:pt x="49" y="102"/>
                  </a:lnTo>
                  <a:cubicBezTo>
                    <a:pt x="49" y="69"/>
                    <a:pt x="49" y="3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608990" y="2074399"/>
              <a:ext cx="5364" cy="90386"/>
            </a:xfrm>
            <a:custGeom>
              <a:rect b="b" l="l" r="r" t="t"/>
              <a:pathLst>
                <a:path extrusionOk="0" h="910" w="54">
                  <a:moveTo>
                    <a:pt x="1" y="1"/>
                  </a:moveTo>
                  <a:lnTo>
                    <a:pt x="1" y="17"/>
                  </a:lnTo>
                  <a:cubicBezTo>
                    <a:pt x="17" y="134"/>
                    <a:pt x="17" y="251"/>
                    <a:pt x="17" y="372"/>
                  </a:cubicBezTo>
                  <a:cubicBezTo>
                    <a:pt x="17" y="453"/>
                    <a:pt x="1" y="538"/>
                    <a:pt x="17" y="606"/>
                  </a:cubicBezTo>
                  <a:lnTo>
                    <a:pt x="17" y="707"/>
                  </a:lnTo>
                  <a:cubicBezTo>
                    <a:pt x="1" y="776"/>
                    <a:pt x="1" y="841"/>
                    <a:pt x="17" y="893"/>
                  </a:cubicBezTo>
                  <a:lnTo>
                    <a:pt x="33" y="909"/>
                  </a:lnTo>
                  <a:cubicBezTo>
                    <a:pt x="53" y="909"/>
                    <a:pt x="53" y="893"/>
                    <a:pt x="53" y="893"/>
                  </a:cubicBezTo>
                  <a:cubicBezTo>
                    <a:pt x="33" y="825"/>
                    <a:pt x="33" y="776"/>
                    <a:pt x="33" y="707"/>
                  </a:cubicBezTo>
                  <a:lnTo>
                    <a:pt x="33" y="606"/>
                  </a:lnTo>
                  <a:lnTo>
                    <a:pt x="33" y="372"/>
                  </a:lnTo>
                  <a:cubicBezTo>
                    <a:pt x="33" y="251"/>
                    <a:pt x="33" y="134"/>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1254205" y="1746626"/>
              <a:ext cx="159019" cy="83930"/>
            </a:xfrm>
            <a:custGeom>
              <a:rect b="b" l="l" r="r" t="t"/>
              <a:pathLst>
                <a:path extrusionOk="0" h="845" w="1601">
                  <a:moveTo>
                    <a:pt x="1584" y="0"/>
                  </a:moveTo>
                  <a:cubicBezTo>
                    <a:pt x="1467" y="16"/>
                    <a:pt x="1366" y="85"/>
                    <a:pt x="1265" y="137"/>
                  </a:cubicBezTo>
                  <a:cubicBezTo>
                    <a:pt x="1233" y="170"/>
                    <a:pt x="1180" y="186"/>
                    <a:pt x="1148" y="218"/>
                  </a:cubicBezTo>
                  <a:cubicBezTo>
                    <a:pt x="877" y="356"/>
                    <a:pt x="590" y="505"/>
                    <a:pt x="324" y="642"/>
                  </a:cubicBezTo>
                  <a:cubicBezTo>
                    <a:pt x="223" y="707"/>
                    <a:pt x="122" y="760"/>
                    <a:pt x="1" y="824"/>
                  </a:cubicBezTo>
                  <a:lnTo>
                    <a:pt x="1" y="844"/>
                  </a:lnTo>
                  <a:lnTo>
                    <a:pt x="21" y="844"/>
                  </a:lnTo>
                  <a:cubicBezTo>
                    <a:pt x="122" y="776"/>
                    <a:pt x="239" y="723"/>
                    <a:pt x="340" y="675"/>
                  </a:cubicBezTo>
                  <a:cubicBezTo>
                    <a:pt x="607" y="521"/>
                    <a:pt x="877" y="372"/>
                    <a:pt x="1164" y="238"/>
                  </a:cubicBezTo>
                  <a:cubicBezTo>
                    <a:pt x="1196" y="218"/>
                    <a:pt x="1249" y="186"/>
                    <a:pt x="1281" y="170"/>
                  </a:cubicBezTo>
                  <a:cubicBezTo>
                    <a:pt x="1366" y="101"/>
                    <a:pt x="1467" y="53"/>
                    <a:pt x="1584" y="36"/>
                  </a:cubicBezTo>
                  <a:lnTo>
                    <a:pt x="1600" y="16"/>
                  </a:lnTo>
                  <a:lnTo>
                    <a:pt x="15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848164" y="3480344"/>
              <a:ext cx="354392" cy="223978"/>
            </a:xfrm>
            <a:custGeom>
              <a:rect b="b" l="l" r="r" t="t"/>
              <a:pathLst>
                <a:path extrusionOk="0" h="2255" w="3568">
                  <a:moveTo>
                    <a:pt x="3568" y="1"/>
                  </a:moveTo>
                  <a:cubicBezTo>
                    <a:pt x="3467" y="1"/>
                    <a:pt x="3382" y="17"/>
                    <a:pt x="3301" y="53"/>
                  </a:cubicBezTo>
                  <a:cubicBezTo>
                    <a:pt x="3281" y="53"/>
                    <a:pt x="3248" y="69"/>
                    <a:pt x="3216" y="85"/>
                  </a:cubicBezTo>
                  <a:cubicBezTo>
                    <a:pt x="2828" y="186"/>
                    <a:pt x="2440" y="304"/>
                    <a:pt x="2053" y="421"/>
                  </a:cubicBezTo>
                  <a:cubicBezTo>
                    <a:pt x="1786" y="505"/>
                    <a:pt x="1515" y="590"/>
                    <a:pt x="1245" y="675"/>
                  </a:cubicBezTo>
                  <a:cubicBezTo>
                    <a:pt x="1079" y="724"/>
                    <a:pt x="893" y="776"/>
                    <a:pt x="724" y="825"/>
                  </a:cubicBezTo>
                  <a:lnTo>
                    <a:pt x="170" y="978"/>
                  </a:lnTo>
                  <a:cubicBezTo>
                    <a:pt x="85" y="1010"/>
                    <a:pt x="1" y="1043"/>
                    <a:pt x="1" y="1164"/>
                  </a:cubicBezTo>
                  <a:cubicBezTo>
                    <a:pt x="17" y="1313"/>
                    <a:pt x="17" y="1447"/>
                    <a:pt x="1" y="1584"/>
                  </a:cubicBezTo>
                  <a:cubicBezTo>
                    <a:pt x="1" y="1802"/>
                    <a:pt x="1" y="2004"/>
                    <a:pt x="17" y="2222"/>
                  </a:cubicBezTo>
                  <a:lnTo>
                    <a:pt x="17" y="2239"/>
                  </a:lnTo>
                  <a:cubicBezTo>
                    <a:pt x="1" y="2255"/>
                    <a:pt x="17" y="2255"/>
                    <a:pt x="17" y="2255"/>
                  </a:cubicBezTo>
                  <a:lnTo>
                    <a:pt x="33" y="2255"/>
                  </a:lnTo>
                  <a:lnTo>
                    <a:pt x="33" y="2239"/>
                  </a:lnTo>
                  <a:cubicBezTo>
                    <a:pt x="49" y="2239"/>
                    <a:pt x="49" y="2239"/>
                    <a:pt x="49" y="2222"/>
                  </a:cubicBezTo>
                  <a:cubicBezTo>
                    <a:pt x="33" y="2004"/>
                    <a:pt x="33" y="1802"/>
                    <a:pt x="33" y="1584"/>
                  </a:cubicBezTo>
                  <a:lnTo>
                    <a:pt x="33" y="1164"/>
                  </a:lnTo>
                  <a:cubicBezTo>
                    <a:pt x="33" y="1063"/>
                    <a:pt x="102" y="1027"/>
                    <a:pt x="170" y="1010"/>
                  </a:cubicBezTo>
                  <a:cubicBezTo>
                    <a:pt x="352" y="962"/>
                    <a:pt x="538" y="893"/>
                    <a:pt x="724" y="841"/>
                  </a:cubicBezTo>
                  <a:cubicBezTo>
                    <a:pt x="893" y="792"/>
                    <a:pt x="1079" y="740"/>
                    <a:pt x="1261" y="691"/>
                  </a:cubicBezTo>
                  <a:cubicBezTo>
                    <a:pt x="1515" y="606"/>
                    <a:pt x="1786" y="538"/>
                    <a:pt x="2053" y="457"/>
                  </a:cubicBezTo>
                  <a:cubicBezTo>
                    <a:pt x="2440" y="336"/>
                    <a:pt x="2844" y="219"/>
                    <a:pt x="3232" y="102"/>
                  </a:cubicBezTo>
                  <a:cubicBezTo>
                    <a:pt x="3248" y="102"/>
                    <a:pt x="3281" y="85"/>
                    <a:pt x="3317" y="69"/>
                  </a:cubicBezTo>
                  <a:cubicBezTo>
                    <a:pt x="3402" y="53"/>
                    <a:pt x="3467" y="17"/>
                    <a:pt x="3568" y="17"/>
                  </a:cubicBez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1416701" y="3540138"/>
              <a:ext cx="53536" cy="37446"/>
            </a:xfrm>
            <a:custGeom>
              <a:rect b="b" l="l" r="r" t="t"/>
              <a:pathLst>
                <a:path extrusionOk="0" h="377" w="539">
                  <a:moveTo>
                    <a:pt x="42" y="0"/>
                  </a:moveTo>
                  <a:cubicBezTo>
                    <a:pt x="34" y="0"/>
                    <a:pt x="26" y="2"/>
                    <a:pt x="17" y="4"/>
                  </a:cubicBezTo>
                  <a:cubicBezTo>
                    <a:pt x="1" y="4"/>
                    <a:pt x="1" y="4"/>
                    <a:pt x="1" y="21"/>
                  </a:cubicBezTo>
                  <a:lnTo>
                    <a:pt x="17" y="21"/>
                  </a:lnTo>
                  <a:cubicBezTo>
                    <a:pt x="49" y="21"/>
                    <a:pt x="82" y="37"/>
                    <a:pt x="118" y="73"/>
                  </a:cubicBezTo>
                  <a:lnTo>
                    <a:pt x="134" y="89"/>
                  </a:lnTo>
                  <a:cubicBezTo>
                    <a:pt x="183" y="122"/>
                    <a:pt x="219" y="158"/>
                    <a:pt x="251" y="190"/>
                  </a:cubicBezTo>
                  <a:cubicBezTo>
                    <a:pt x="336" y="259"/>
                    <a:pt x="421" y="340"/>
                    <a:pt x="522" y="376"/>
                  </a:cubicBezTo>
                  <a:lnTo>
                    <a:pt x="538" y="376"/>
                  </a:lnTo>
                  <a:lnTo>
                    <a:pt x="538" y="360"/>
                  </a:lnTo>
                  <a:cubicBezTo>
                    <a:pt x="437" y="307"/>
                    <a:pt x="352" y="239"/>
                    <a:pt x="267" y="174"/>
                  </a:cubicBezTo>
                  <a:cubicBezTo>
                    <a:pt x="235" y="138"/>
                    <a:pt x="203" y="105"/>
                    <a:pt x="150" y="73"/>
                  </a:cubicBezTo>
                  <a:cubicBezTo>
                    <a:pt x="150" y="57"/>
                    <a:pt x="134" y="57"/>
                    <a:pt x="134" y="57"/>
                  </a:cubicBezTo>
                  <a:cubicBezTo>
                    <a:pt x="108" y="27"/>
                    <a:pt x="78"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1670675" y="2550662"/>
              <a:ext cx="6953" cy="62277"/>
            </a:xfrm>
            <a:custGeom>
              <a:rect b="b" l="l" r="r" t="t"/>
              <a:pathLst>
                <a:path extrusionOk="0" h="627" w="70">
                  <a:moveTo>
                    <a:pt x="49" y="1"/>
                  </a:moveTo>
                  <a:cubicBezTo>
                    <a:pt x="49" y="1"/>
                    <a:pt x="33" y="1"/>
                    <a:pt x="33" y="21"/>
                  </a:cubicBezTo>
                  <a:cubicBezTo>
                    <a:pt x="17" y="102"/>
                    <a:pt x="17" y="203"/>
                    <a:pt x="17" y="287"/>
                  </a:cubicBezTo>
                  <a:cubicBezTo>
                    <a:pt x="17" y="340"/>
                    <a:pt x="33" y="405"/>
                    <a:pt x="17" y="457"/>
                  </a:cubicBezTo>
                  <a:lnTo>
                    <a:pt x="17" y="506"/>
                  </a:lnTo>
                  <a:cubicBezTo>
                    <a:pt x="33" y="542"/>
                    <a:pt x="33" y="574"/>
                    <a:pt x="17" y="607"/>
                  </a:cubicBezTo>
                  <a:cubicBezTo>
                    <a:pt x="1" y="607"/>
                    <a:pt x="17" y="627"/>
                    <a:pt x="17" y="627"/>
                  </a:cubicBezTo>
                  <a:lnTo>
                    <a:pt x="33" y="627"/>
                  </a:lnTo>
                  <a:cubicBezTo>
                    <a:pt x="49" y="574"/>
                    <a:pt x="49" y="542"/>
                    <a:pt x="49" y="506"/>
                  </a:cubicBezTo>
                  <a:lnTo>
                    <a:pt x="49" y="457"/>
                  </a:lnTo>
                  <a:lnTo>
                    <a:pt x="49" y="287"/>
                  </a:lnTo>
                  <a:cubicBezTo>
                    <a:pt x="49" y="203"/>
                    <a:pt x="49" y="102"/>
                    <a:pt x="70" y="21"/>
                  </a:cubicBezTo>
                  <a:cubicBezTo>
                    <a:pt x="70" y="2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1291154" y="2253382"/>
              <a:ext cx="5264" cy="83532"/>
            </a:xfrm>
            <a:custGeom>
              <a:rect b="b" l="l" r="r" t="t"/>
              <a:pathLst>
                <a:path extrusionOk="0" h="841" w="53">
                  <a:moveTo>
                    <a:pt x="0" y="0"/>
                  </a:moveTo>
                  <a:lnTo>
                    <a:pt x="0" y="16"/>
                  </a:lnTo>
                  <a:cubicBezTo>
                    <a:pt x="16" y="150"/>
                    <a:pt x="16" y="303"/>
                    <a:pt x="0" y="436"/>
                  </a:cubicBezTo>
                  <a:lnTo>
                    <a:pt x="0" y="691"/>
                  </a:lnTo>
                  <a:lnTo>
                    <a:pt x="0" y="723"/>
                  </a:lnTo>
                  <a:cubicBezTo>
                    <a:pt x="0" y="756"/>
                    <a:pt x="0" y="808"/>
                    <a:pt x="16" y="840"/>
                  </a:cubicBezTo>
                  <a:lnTo>
                    <a:pt x="33" y="840"/>
                  </a:lnTo>
                  <a:cubicBezTo>
                    <a:pt x="53" y="840"/>
                    <a:pt x="53" y="840"/>
                    <a:pt x="53" y="824"/>
                  </a:cubicBezTo>
                  <a:cubicBezTo>
                    <a:pt x="33" y="792"/>
                    <a:pt x="33" y="756"/>
                    <a:pt x="33" y="723"/>
                  </a:cubicBezTo>
                  <a:lnTo>
                    <a:pt x="33" y="691"/>
                  </a:lnTo>
                  <a:lnTo>
                    <a:pt x="33" y="436"/>
                  </a:lnTo>
                  <a:cubicBezTo>
                    <a:pt x="33" y="287"/>
                    <a:pt x="33" y="150"/>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2080390" y="2978753"/>
              <a:ext cx="8542" cy="50258"/>
            </a:xfrm>
            <a:custGeom>
              <a:rect b="b" l="l" r="r" t="t"/>
              <a:pathLst>
                <a:path extrusionOk="0" h="506" w="86">
                  <a:moveTo>
                    <a:pt x="85" y="1"/>
                  </a:moveTo>
                  <a:cubicBezTo>
                    <a:pt x="65" y="1"/>
                    <a:pt x="65" y="1"/>
                    <a:pt x="65" y="17"/>
                  </a:cubicBezTo>
                  <a:cubicBezTo>
                    <a:pt x="17" y="70"/>
                    <a:pt x="33" y="134"/>
                    <a:pt x="33" y="203"/>
                  </a:cubicBezTo>
                  <a:lnTo>
                    <a:pt x="33" y="304"/>
                  </a:lnTo>
                  <a:lnTo>
                    <a:pt x="33" y="356"/>
                  </a:lnTo>
                  <a:cubicBezTo>
                    <a:pt x="33" y="405"/>
                    <a:pt x="33" y="457"/>
                    <a:pt x="0" y="490"/>
                  </a:cubicBezTo>
                  <a:cubicBezTo>
                    <a:pt x="0" y="490"/>
                    <a:pt x="0" y="506"/>
                    <a:pt x="17" y="506"/>
                  </a:cubicBezTo>
                  <a:lnTo>
                    <a:pt x="33" y="506"/>
                  </a:lnTo>
                  <a:cubicBezTo>
                    <a:pt x="49" y="457"/>
                    <a:pt x="49" y="405"/>
                    <a:pt x="49" y="356"/>
                  </a:cubicBezTo>
                  <a:cubicBezTo>
                    <a:pt x="49" y="336"/>
                    <a:pt x="49" y="320"/>
                    <a:pt x="65" y="304"/>
                  </a:cubicBezTo>
                  <a:cubicBezTo>
                    <a:pt x="65" y="272"/>
                    <a:pt x="65" y="235"/>
                    <a:pt x="49" y="203"/>
                  </a:cubicBezTo>
                  <a:cubicBezTo>
                    <a:pt x="49" y="134"/>
                    <a:pt x="49" y="86"/>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1180804" y="3677008"/>
              <a:ext cx="3278" cy="57410"/>
            </a:xfrm>
            <a:custGeom>
              <a:rect b="b" l="l" r="r" t="t"/>
              <a:pathLst>
                <a:path extrusionOk="0" h="578" w="33">
                  <a:moveTo>
                    <a:pt x="12" y="1"/>
                  </a:moveTo>
                  <a:cubicBezTo>
                    <a:pt x="9" y="1"/>
                    <a:pt x="6" y="3"/>
                    <a:pt x="0" y="8"/>
                  </a:cubicBezTo>
                  <a:cubicBezTo>
                    <a:pt x="17" y="125"/>
                    <a:pt x="17" y="242"/>
                    <a:pt x="17" y="360"/>
                  </a:cubicBezTo>
                  <a:cubicBezTo>
                    <a:pt x="0" y="428"/>
                    <a:pt x="0" y="497"/>
                    <a:pt x="17" y="561"/>
                  </a:cubicBezTo>
                  <a:lnTo>
                    <a:pt x="17" y="578"/>
                  </a:lnTo>
                  <a:cubicBezTo>
                    <a:pt x="33" y="578"/>
                    <a:pt x="33" y="578"/>
                    <a:pt x="33" y="561"/>
                  </a:cubicBezTo>
                  <a:lnTo>
                    <a:pt x="33" y="360"/>
                  </a:lnTo>
                  <a:cubicBezTo>
                    <a:pt x="33" y="242"/>
                    <a:pt x="33" y="12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1287876" y="2948657"/>
              <a:ext cx="4966" cy="97239"/>
            </a:xfrm>
            <a:custGeom>
              <a:rect b="b" l="l" r="r" t="t"/>
              <a:pathLst>
                <a:path extrusionOk="0" h="979" w="50">
                  <a:moveTo>
                    <a:pt x="17" y="1"/>
                  </a:moveTo>
                  <a:lnTo>
                    <a:pt x="1" y="17"/>
                  </a:lnTo>
                  <a:cubicBezTo>
                    <a:pt x="17" y="134"/>
                    <a:pt x="17" y="272"/>
                    <a:pt x="17" y="389"/>
                  </a:cubicBezTo>
                  <a:lnTo>
                    <a:pt x="17" y="575"/>
                  </a:lnTo>
                  <a:lnTo>
                    <a:pt x="17" y="841"/>
                  </a:lnTo>
                  <a:lnTo>
                    <a:pt x="17" y="962"/>
                  </a:lnTo>
                  <a:cubicBezTo>
                    <a:pt x="17" y="979"/>
                    <a:pt x="17" y="979"/>
                    <a:pt x="33" y="979"/>
                  </a:cubicBezTo>
                  <a:lnTo>
                    <a:pt x="33" y="962"/>
                  </a:lnTo>
                  <a:lnTo>
                    <a:pt x="33" y="841"/>
                  </a:lnTo>
                  <a:lnTo>
                    <a:pt x="33" y="575"/>
                  </a:lnTo>
                  <a:lnTo>
                    <a:pt x="33" y="389"/>
                  </a:lnTo>
                  <a:cubicBezTo>
                    <a:pt x="49" y="272"/>
                    <a:pt x="49" y="134"/>
                    <a:pt x="33" y="17"/>
                  </a:cubicBezTo>
                  <a:cubicBezTo>
                    <a:pt x="17" y="17"/>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2010167" y="3553745"/>
              <a:ext cx="4867" cy="55523"/>
            </a:xfrm>
            <a:custGeom>
              <a:rect b="b" l="l" r="r" t="t"/>
              <a:pathLst>
                <a:path extrusionOk="0" h="559" w="49">
                  <a:moveTo>
                    <a:pt x="33" y="1"/>
                  </a:moveTo>
                  <a:cubicBezTo>
                    <a:pt x="33" y="1"/>
                    <a:pt x="33" y="21"/>
                    <a:pt x="17" y="21"/>
                  </a:cubicBezTo>
                  <a:cubicBezTo>
                    <a:pt x="0" y="102"/>
                    <a:pt x="0" y="187"/>
                    <a:pt x="17" y="288"/>
                  </a:cubicBezTo>
                  <a:cubicBezTo>
                    <a:pt x="17" y="372"/>
                    <a:pt x="17" y="457"/>
                    <a:pt x="0" y="542"/>
                  </a:cubicBezTo>
                  <a:lnTo>
                    <a:pt x="0" y="558"/>
                  </a:lnTo>
                  <a:lnTo>
                    <a:pt x="17" y="558"/>
                  </a:lnTo>
                  <a:lnTo>
                    <a:pt x="17" y="542"/>
                  </a:lnTo>
                  <a:cubicBezTo>
                    <a:pt x="49" y="457"/>
                    <a:pt x="33" y="372"/>
                    <a:pt x="33" y="271"/>
                  </a:cubicBezTo>
                  <a:cubicBezTo>
                    <a:pt x="33" y="203"/>
                    <a:pt x="33" y="102"/>
                    <a:pt x="49" y="21"/>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1033505" y="2539041"/>
              <a:ext cx="8542" cy="83930"/>
            </a:xfrm>
            <a:custGeom>
              <a:rect b="b" l="l" r="r" t="t"/>
              <a:pathLst>
                <a:path extrusionOk="0" h="845" w="86">
                  <a:moveTo>
                    <a:pt x="21" y="0"/>
                  </a:moveTo>
                  <a:cubicBezTo>
                    <a:pt x="1" y="0"/>
                    <a:pt x="1" y="17"/>
                    <a:pt x="1" y="17"/>
                  </a:cubicBezTo>
                  <a:cubicBezTo>
                    <a:pt x="37" y="53"/>
                    <a:pt x="37" y="101"/>
                    <a:pt x="37" y="154"/>
                  </a:cubicBezTo>
                  <a:lnTo>
                    <a:pt x="37" y="707"/>
                  </a:lnTo>
                  <a:lnTo>
                    <a:pt x="37" y="724"/>
                  </a:lnTo>
                  <a:cubicBezTo>
                    <a:pt x="37" y="760"/>
                    <a:pt x="37" y="808"/>
                    <a:pt x="70" y="845"/>
                  </a:cubicBezTo>
                  <a:lnTo>
                    <a:pt x="86" y="845"/>
                  </a:lnTo>
                  <a:lnTo>
                    <a:pt x="86" y="825"/>
                  </a:lnTo>
                  <a:cubicBezTo>
                    <a:pt x="53" y="792"/>
                    <a:pt x="53" y="760"/>
                    <a:pt x="53" y="724"/>
                  </a:cubicBezTo>
                  <a:lnTo>
                    <a:pt x="53" y="707"/>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1923059" y="2555926"/>
              <a:ext cx="145809" cy="305822"/>
            </a:xfrm>
            <a:custGeom>
              <a:rect b="b" l="l" r="r" t="t"/>
              <a:pathLst>
                <a:path extrusionOk="0" h="3079" w="1468">
                  <a:moveTo>
                    <a:pt x="17" y="0"/>
                  </a:moveTo>
                  <a:lnTo>
                    <a:pt x="1" y="16"/>
                  </a:lnTo>
                  <a:cubicBezTo>
                    <a:pt x="1" y="117"/>
                    <a:pt x="69" y="186"/>
                    <a:pt x="118" y="251"/>
                  </a:cubicBezTo>
                  <a:cubicBezTo>
                    <a:pt x="134" y="271"/>
                    <a:pt x="134" y="287"/>
                    <a:pt x="154" y="303"/>
                  </a:cubicBezTo>
                  <a:cubicBezTo>
                    <a:pt x="288" y="489"/>
                    <a:pt x="405" y="675"/>
                    <a:pt x="522" y="857"/>
                  </a:cubicBezTo>
                  <a:cubicBezTo>
                    <a:pt x="591" y="958"/>
                    <a:pt x="659" y="1059"/>
                    <a:pt x="724" y="1160"/>
                  </a:cubicBezTo>
                  <a:cubicBezTo>
                    <a:pt x="962" y="1499"/>
                    <a:pt x="1164" y="1818"/>
                    <a:pt x="1382" y="2121"/>
                  </a:cubicBezTo>
                  <a:cubicBezTo>
                    <a:pt x="1415" y="2169"/>
                    <a:pt x="1431" y="2222"/>
                    <a:pt x="1431" y="2307"/>
                  </a:cubicBezTo>
                  <a:lnTo>
                    <a:pt x="1431" y="2541"/>
                  </a:lnTo>
                  <a:cubicBezTo>
                    <a:pt x="1431" y="2711"/>
                    <a:pt x="1415" y="2876"/>
                    <a:pt x="1431" y="3030"/>
                  </a:cubicBezTo>
                  <a:lnTo>
                    <a:pt x="1431" y="3046"/>
                  </a:lnTo>
                  <a:lnTo>
                    <a:pt x="1415" y="3062"/>
                  </a:lnTo>
                  <a:lnTo>
                    <a:pt x="1415" y="3078"/>
                  </a:lnTo>
                  <a:lnTo>
                    <a:pt x="1431" y="3078"/>
                  </a:lnTo>
                  <a:lnTo>
                    <a:pt x="1447" y="3062"/>
                  </a:lnTo>
                  <a:cubicBezTo>
                    <a:pt x="1447" y="3062"/>
                    <a:pt x="1467" y="3046"/>
                    <a:pt x="1467" y="3030"/>
                  </a:cubicBezTo>
                  <a:cubicBezTo>
                    <a:pt x="1447" y="2860"/>
                    <a:pt x="1447" y="2711"/>
                    <a:pt x="1447" y="2541"/>
                  </a:cubicBezTo>
                  <a:lnTo>
                    <a:pt x="1447" y="2307"/>
                  </a:lnTo>
                  <a:cubicBezTo>
                    <a:pt x="1447" y="2222"/>
                    <a:pt x="1431" y="2153"/>
                    <a:pt x="1399" y="2105"/>
                  </a:cubicBezTo>
                  <a:cubicBezTo>
                    <a:pt x="1197" y="1802"/>
                    <a:pt x="978" y="1483"/>
                    <a:pt x="740" y="1143"/>
                  </a:cubicBezTo>
                  <a:cubicBezTo>
                    <a:pt x="675" y="1042"/>
                    <a:pt x="623" y="941"/>
                    <a:pt x="558" y="840"/>
                  </a:cubicBezTo>
                  <a:cubicBezTo>
                    <a:pt x="421" y="675"/>
                    <a:pt x="304" y="473"/>
                    <a:pt x="187" y="303"/>
                  </a:cubicBezTo>
                  <a:cubicBezTo>
                    <a:pt x="170" y="271"/>
                    <a:pt x="154" y="251"/>
                    <a:pt x="134" y="234"/>
                  </a:cubicBezTo>
                  <a:cubicBezTo>
                    <a:pt x="86" y="170"/>
                    <a:pt x="33" y="101"/>
                    <a:pt x="33" y="16"/>
                  </a:cubicBezTo>
                  <a:cubicBezTo>
                    <a:pt x="33" y="16"/>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2095190" y="3522061"/>
              <a:ext cx="5364" cy="48669"/>
            </a:xfrm>
            <a:custGeom>
              <a:rect b="b" l="l" r="r" t="t"/>
              <a:pathLst>
                <a:path extrusionOk="0" h="490" w="54">
                  <a:moveTo>
                    <a:pt x="53" y="1"/>
                  </a:moveTo>
                  <a:cubicBezTo>
                    <a:pt x="37" y="1"/>
                    <a:pt x="37" y="1"/>
                    <a:pt x="37" y="17"/>
                  </a:cubicBezTo>
                  <a:cubicBezTo>
                    <a:pt x="17" y="85"/>
                    <a:pt x="17" y="170"/>
                    <a:pt x="17" y="255"/>
                  </a:cubicBezTo>
                  <a:cubicBezTo>
                    <a:pt x="17" y="320"/>
                    <a:pt x="17" y="405"/>
                    <a:pt x="1" y="473"/>
                  </a:cubicBezTo>
                  <a:cubicBezTo>
                    <a:pt x="1" y="489"/>
                    <a:pt x="1" y="489"/>
                    <a:pt x="17" y="489"/>
                  </a:cubicBezTo>
                  <a:lnTo>
                    <a:pt x="37" y="473"/>
                  </a:lnTo>
                  <a:cubicBezTo>
                    <a:pt x="53" y="405"/>
                    <a:pt x="53" y="320"/>
                    <a:pt x="53" y="255"/>
                  </a:cubicBezTo>
                  <a:cubicBezTo>
                    <a:pt x="37" y="170"/>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1408258" y="2731235"/>
              <a:ext cx="6555" cy="90386"/>
            </a:xfrm>
            <a:custGeom>
              <a:rect b="b" l="l" r="r" t="t"/>
              <a:pathLst>
                <a:path extrusionOk="0" h="910" w="66">
                  <a:moveTo>
                    <a:pt x="66" y="0"/>
                  </a:moveTo>
                  <a:cubicBezTo>
                    <a:pt x="49" y="0"/>
                    <a:pt x="49" y="21"/>
                    <a:pt x="49" y="21"/>
                  </a:cubicBezTo>
                  <a:cubicBezTo>
                    <a:pt x="17" y="170"/>
                    <a:pt x="33" y="324"/>
                    <a:pt x="33" y="473"/>
                  </a:cubicBezTo>
                  <a:lnTo>
                    <a:pt x="33" y="728"/>
                  </a:lnTo>
                  <a:lnTo>
                    <a:pt x="33" y="744"/>
                  </a:lnTo>
                  <a:cubicBezTo>
                    <a:pt x="33" y="792"/>
                    <a:pt x="33" y="845"/>
                    <a:pt x="1" y="893"/>
                  </a:cubicBezTo>
                  <a:cubicBezTo>
                    <a:pt x="1" y="893"/>
                    <a:pt x="1" y="909"/>
                    <a:pt x="17" y="909"/>
                  </a:cubicBezTo>
                  <a:lnTo>
                    <a:pt x="33" y="909"/>
                  </a:lnTo>
                  <a:cubicBezTo>
                    <a:pt x="49" y="861"/>
                    <a:pt x="49" y="808"/>
                    <a:pt x="49" y="744"/>
                  </a:cubicBezTo>
                  <a:lnTo>
                    <a:pt x="49" y="728"/>
                  </a:lnTo>
                  <a:cubicBezTo>
                    <a:pt x="66" y="643"/>
                    <a:pt x="49" y="558"/>
                    <a:pt x="49" y="473"/>
                  </a:cubicBezTo>
                  <a:cubicBezTo>
                    <a:pt x="49" y="324"/>
                    <a:pt x="49" y="170"/>
                    <a:pt x="66" y="21"/>
                  </a:cubicBezTo>
                  <a:lnTo>
                    <a:pt x="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1247848" y="2874561"/>
              <a:ext cx="168952" cy="191399"/>
            </a:xfrm>
            <a:custGeom>
              <a:rect b="b" l="l" r="r" t="t"/>
              <a:pathLst>
                <a:path extrusionOk="0" h="1927" w="1701">
                  <a:moveTo>
                    <a:pt x="1686" y="1"/>
                  </a:moveTo>
                  <a:cubicBezTo>
                    <a:pt x="1683" y="1"/>
                    <a:pt x="1681" y="2"/>
                    <a:pt x="1681" y="8"/>
                  </a:cubicBezTo>
                  <a:cubicBezTo>
                    <a:pt x="1479" y="93"/>
                    <a:pt x="1277" y="173"/>
                    <a:pt x="1075" y="242"/>
                  </a:cubicBezTo>
                  <a:cubicBezTo>
                    <a:pt x="974" y="274"/>
                    <a:pt x="873" y="311"/>
                    <a:pt x="772" y="343"/>
                  </a:cubicBezTo>
                  <a:cubicBezTo>
                    <a:pt x="570" y="428"/>
                    <a:pt x="351" y="513"/>
                    <a:pt x="117" y="597"/>
                  </a:cubicBezTo>
                  <a:cubicBezTo>
                    <a:pt x="32" y="614"/>
                    <a:pt x="0" y="662"/>
                    <a:pt x="16" y="763"/>
                  </a:cubicBezTo>
                  <a:lnTo>
                    <a:pt x="16" y="1183"/>
                  </a:lnTo>
                  <a:cubicBezTo>
                    <a:pt x="0" y="1405"/>
                    <a:pt x="0" y="1624"/>
                    <a:pt x="32" y="1858"/>
                  </a:cubicBezTo>
                  <a:cubicBezTo>
                    <a:pt x="32" y="1858"/>
                    <a:pt x="32" y="1874"/>
                    <a:pt x="16" y="1890"/>
                  </a:cubicBezTo>
                  <a:lnTo>
                    <a:pt x="0" y="1910"/>
                  </a:lnTo>
                  <a:lnTo>
                    <a:pt x="0" y="1927"/>
                  </a:lnTo>
                  <a:lnTo>
                    <a:pt x="16" y="1927"/>
                  </a:lnTo>
                  <a:lnTo>
                    <a:pt x="32" y="1910"/>
                  </a:lnTo>
                  <a:cubicBezTo>
                    <a:pt x="49" y="1890"/>
                    <a:pt x="65" y="1874"/>
                    <a:pt x="65" y="1842"/>
                  </a:cubicBezTo>
                  <a:cubicBezTo>
                    <a:pt x="32" y="1624"/>
                    <a:pt x="32" y="1405"/>
                    <a:pt x="32" y="1183"/>
                  </a:cubicBezTo>
                  <a:cubicBezTo>
                    <a:pt x="32" y="1050"/>
                    <a:pt x="49" y="900"/>
                    <a:pt x="32" y="747"/>
                  </a:cubicBezTo>
                  <a:cubicBezTo>
                    <a:pt x="32" y="678"/>
                    <a:pt x="49" y="646"/>
                    <a:pt x="117" y="614"/>
                  </a:cubicBezTo>
                  <a:cubicBezTo>
                    <a:pt x="368" y="529"/>
                    <a:pt x="590" y="460"/>
                    <a:pt x="792" y="375"/>
                  </a:cubicBezTo>
                  <a:cubicBezTo>
                    <a:pt x="873" y="343"/>
                    <a:pt x="974" y="311"/>
                    <a:pt x="1075" y="258"/>
                  </a:cubicBezTo>
                  <a:cubicBezTo>
                    <a:pt x="1277" y="194"/>
                    <a:pt x="1499" y="109"/>
                    <a:pt x="1701" y="24"/>
                  </a:cubicBezTo>
                  <a:lnTo>
                    <a:pt x="1701" y="8"/>
                  </a:lnTo>
                  <a:cubicBezTo>
                    <a:pt x="1701" y="8"/>
                    <a:pt x="1692" y="1"/>
                    <a:pt x="1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1521886" y="2350026"/>
              <a:ext cx="200636" cy="343168"/>
            </a:xfrm>
            <a:custGeom>
              <a:rect b="b" l="l" r="r" t="t"/>
              <a:pathLst>
                <a:path extrusionOk="0" h="3455" w="2020">
                  <a:moveTo>
                    <a:pt x="53" y="1"/>
                  </a:moveTo>
                  <a:cubicBezTo>
                    <a:pt x="32" y="21"/>
                    <a:pt x="0" y="53"/>
                    <a:pt x="0" y="86"/>
                  </a:cubicBezTo>
                  <a:lnTo>
                    <a:pt x="0" y="223"/>
                  </a:lnTo>
                  <a:lnTo>
                    <a:pt x="0" y="728"/>
                  </a:lnTo>
                  <a:cubicBezTo>
                    <a:pt x="0" y="793"/>
                    <a:pt x="53" y="845"/>
                    <a:pt x="85" y="894"/>
                  </a:cubicBezTo>
                  <a:cubicBezTo>
                    <a:pt x="101" y="910"/>
                    <a:pt x="117" y="930"/>
                    <a:pt x="117" y="930"/>
                  </a:cubicBezTo>
                  <a:cubicBezTo>
                    <a:pt x="335" y="1233"/>
                    <a:pt x="574" y="1516"/>
                    <a:pt x="792" y="1802"/>
                  </a:cubicBezTo>
                  <a:cubicBezTo>
                    <a:pt x="1010" y="2089"/>
                    <a:pt x="1244" y="2392"/>
                    <a:pt x="1467" y="2679"/>
                  </a:cubicBezTo>
                  <a:cubicBezTo>
                    <a:pt x="1499" y="2728"/>
                    <a:pt x="1547" y="2780"/>
                    <a:pt x="1584" y="2829"/>
                  </a:cubicBezTo>
                  <a:cubicBezTo>
                    <a:pt x="1701" y="2982"/>
                    <a:pt x="1802" y="3132"/>
                    <a:pt x="1935" y="3285"/>
                  </a:cubicBezTo>
                  <a:cubicBezTo>
                    <a:pt x="1971" y="3301"/>
                    <a:pt x="1971" y="3334"/>
                    <a:pt x="1988" y="3386"/>
                  </a:cubicBezTo>
                  <a:lnTo>
                    <a:pt x="1988" y="3455"/>
                  </a:lnTo>
                  <a:lnTo>
                    <a:pt x="2004" y="3455"/>
                  </a:lnTo>
                  <a:cubicBezTo>
                    <a:pt x="2020" y="3455"/>
                    <a:pt x="2020" y="3455"/>
                    <a:pt x="2020" y="3434"/>
                  </a:cubicBezTo>
                  <a:cubicBezTo>
                    <a:pt x="2020" y="3418"/>
                    <a:pt x="2004" y="3402"/>
                    <a:pt x="2004" y="3386"/>
                  </a:cubicBezTo>
                  <a:cubicBezTo>
                    <a:pt x="2004" y="3334"/>
                    <a:pt x="1988" y="3285"/>
                    <a:pt x="1951" y="3269"/>
                  </a:cubicBezTo>
                  <a:cubicBezTo>
                    <a:pt x="1834" y="3115"/>
                    <a:pt x="1717" y="2966"/>
                    <a:pt x="1600" y="2812"/>
                  </a:cubicBezTo>
                  <a:cubicBezTo>
                    <a:pt x="1568" y="2764"/>
                    <a:pt x="1531" y="2711"/>
                    <a:pt x="1483" y="2663"/>
                  </a:cubicBezTo>
                  <a:cubicBezTo>
                    <a:pt x="1265" y="2376"/>
                    <a:pt x="1042" y="2073"/>
                    <a:pt x="824" y="1786"/>
                  </a:cubicBezTo>
                  <a:cubicBezTo>
                    <a:pt x="590" y="1499"/>
                    <a:pt x="372" y="1213"/>
                    <a:pt x="133" y="910"/>
                  </a:cubicBezTo>
                  <a:cubicBezTo>
                    <a:pt x="133" y="910"/>
                    <a:pt x="117" y="894"/>
                    <a:pt x="117" y="877"/>
                  </a:cubicBezTo>
                  <a:cubicBezTo>
                    <a:pt x="69" y="845"/>
                    <a:pt x="32" y="793"/>
                    <a:pt x="32" y="728"/>
                  </a:cubicBezTo>
                  <a:lnTo>
                    <a:pt x="32" y="223"/>
                  </a:lnTo>
                  <a:lnTo>
                    <a:pt x="32" y="86"/>
                  </a:lnTo>
                  <a:cubicBezTo>
                    <a:pt x="32" y="69"/>
                    <a:pt x="53" y="37"/>
                    <a:pt x="69" y="21"/>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610678" y="2896909"/>
              <a:ext cx="1689" cy="57112"/>
            </a:xfrm>
            <a:custGeom>
              <a:rect b="b" l="l" r="r" t="t"/>
              <a:pathLst>
                <a:path extrusionOk="0" h="575" w="17">
                  <a:moveTo>
                    <a:pt x="0" y="1"/>
                  </a:moveTo>
                  <a:lnTo>
                    <a:pt x="0" y="17"/>
                  </a:lnTo>
                  <a:lnTo>
                    <a:pt x="0" y="554"/>
                  </a:lnTo>
                  <a:lnTo>
                    <a:pt x="0" y="574"/>
                  </a:lnTo>
                  <a:cubicBezTo>
                    <a:pt x="16" y="574"/>
                    <a:pt x="16" y="554"/>
                    <a:pt x="16" y="554"/>
                  </a:cubicBezTo>
                  <a:lnTo>
                    <a:pt x="16" y="17"/>
                  </a:lnTo>
                  <a:cubicBezTo>
                    <a:pt x="16" y="17"/>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1742487" y="1791918"/>
              <a:ext cx="167462" cy="394519"/>
            </a:xfrm>
            <a:custGeom>
              <a:rect b="b" l="l" r="r" t="t"/>
              <a:pathLst>
                <a:path extrusionOk="0" h="3972" w="1686">
                  <a:moveTo>
                    <a:pt x="17" y="1"/>
                  </a:moveTo>
                  <a:cubicBezTo>
                    <a:pt x="1" y="1"/>
                    <a:pt x="1" y="1"/>
                    <a:pt x="1" y="17"/>
                  </a:cubicBezTo>
                  <a:cubicBezTo>
                    <a:pt x="1" y="134"/>
                    <a:pt x="70" y="235"/>
                    <a:pt x="134" y="320"/>
                  </a:cubicBezTo>
                  <a:cubicBezTo>
                    <a:pt x="171" y="352"/>
                    <a:pt x="187" y="388"/>
                    <a:pt x="203" y="437"/>
                  </a:cubicBezTo>
                  <a:cubicBezTo>
                    <a:pt x="474" y="893"/>
                    <a:pt x="740" y="1362"/>
                    <a:pt x="1011" y="1818"/>
                  </a:cubicBezTo>
                  <a:cubicBezTo>
                    <a:pt x="1128" y="2004"/>
                    <a:pt x="1245" y="2206"/>
                    <a:pt x="1346" y="2388"/>
                  </a:cubicBezTo>
                  <a:cubicBezTo>
                    <a:pt x="1383" y="2441"/>
                    <a:pt x="1399" y="2489"/>
                    <a:pt x="1431" y="2525"/>
                  </a:cubicBezTo>
                  <a:cubicBezTo>
                    <a:pt x="1467" y="2610"/>
                    <a:pt x="1516" y="2691"/>
                    <a:pt x="1568" y="2760"/>
                  </a:cubicBezTo>
                  <a:cubicBezTo>
                    <a:pt x="1617" y="2845"/>
                    <a:pt x="1633" y="2929"/>
                    <a:pt x="1633" y="3030"/>
                  </a:cubicBezTo>
                  <a:lnTo>
                    <a:pt x="1633" y="3281"/>
                  </a:lnTo>
                  <a:cubicBezTo>
                    <a:pt x="1633" y="3434"/>
                    <a:pt x="1649" y="3584"/>
                    <a:pt x="1617" y="3721"/>
                  </a:cubicBezTo>
                  <a:cubicBezTo>
                    <a:pt x="1601" y="3770"/>
                    <a:pt x="1617" y="3838"/>
                    <a:pt x="1649" y="3887"/>
                  </a:cubicBezTo>
                  <a:cubicBezTo>
                    <a:pt x="1649" y="3903"/>
                    <a:pt x="1649" y="3939"/>
                    <a:pt x="1669" y="3955"/>
                  </a:cubicBezTo>
                  <a:cubicBezTo>
                    <a:pt x="1669" y="3955"/>
                    <a:pt x="1669" y="3972"/>
                    <a:pt x="1685" y="3972"/>
                  </a:cubicBezTo>
                  <a:lnTo>
                    <a:pt x="1685" y="3955"/>
                  </a:lnTo>
                  <a:cubicBezTo>
                    <a:pt x="1685" y="3923"/>
                    <a:pt x="1669" y="3903"/>
                    <a:pt x="1669" y="3871"/>
                  </a:cubicBezTo>
                  <a:cubicBezTo>
                    <a:pt x="1649" y="3822"/>
                    <a:pt x="1633" y="3770"/>
                    <a:pt x="1633" y="3721"/>
                  </a:cubicBezTo>
                  <a:cubicBezTo>
                    <a:pt x="1669" y="3584"/>
                    <a:pt x="1669" y="3434"/>
                    <a:pt x="1669" y="3281"/>
                  </a:cubicBezTo>
                  <a:cubicBezTo>
                    <a:pt x="1669" y="3196"/>
                    <a:pt x="1649" y="3115"/>
                    <a:pt x="1669" y="3030"/>
                  </a:cubicBezTo>
                  <a:cubicBezTo>
                    <a:pt x="1669" y="2913"/>
                    <a:pt x="1649" y="2828"/>
                    <a:pt x="1584" y="2744"/>
                  </a:cubicBezTo>
                  <a:cubicBezTo>
                    <a:pt x="1532" y="2675"/>
                    <a:pt x="1500" y="2590"/>
                    <a:pt x="1447" y="2525"/>
                  </a:cubicBezTo>
                  <a:cubicBezTo>
                    <a:pt x="1431" y="2473"/>
                    <a:pt x="1399" y="2424"/>
                    <a:pt x="1383" y="2372"/>
                  </a:cubicBezTo>
                  <a:cubicBezTo>
                    <a:pt x="1265" y="2186"/>
                    <a:pt x="1144" y="1984"/>
                    <a:pt x="1043" y="1802"/>
                  </a:cubicBezTo>
                  <a:cubicBezTo>
                    <a:pt x="777" y="1346"/>
                    <a:pt x="490" y="873"/>
                    <a:pt x="235" y="421"/>
                  </a:cubicBezTo>
                  <a:cubicBezTo>
                    <a:pt x="203" y="388"/>
                    <a:pt x="187" y="336"/>
                    <a:pt x="154" y="304"/>
                  </a:cubicBezTo>
                  <a:cubicBezTo>
                    <a:pt x="86" y="219"/>
                    <a:pt x="17"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1553570" y="2226465"/>
              <a:ext cx="5264" cy="63469"/>
            </a:xfrm>
            <a:custGeom>
              <a:rect b="b" l="l" r="r" t="t"/>
              <a:pathLst>
                <a:path extrusionOk="0" h="639" w="53">
                  <a:moveTo>
                    <a:pt x="37" y="1"/>
                  </a:moveTo>
                  <a:cubicBezTo>
                    <a:pt x="0" y="102"/>
                    <a:pt x="16" y="203"/>
                    <a:pt x="16" y="304"/>
                  </a:cubicBezTo>
                  <a:lnTo>
                    <a:pt x="16" y="489"/>
                  </a:lnTo>
                  <a:lnTo>
                    <a:pt x="16" y="538"/>
                  </a:lnTo>
                  <a:cubicBezTo>
                    <a:pt x="16" y="574"/>
                    <a:pt x="16" y="607"/>
                    <a:pt x="0" y="623"/>
                  </a:cubicBezTo>
                  <a:lnTo>
                    <a:pt x="0" y="639"/>
                  </a:lnTo>
                  <a:lnTo>
                    <a:pt x="16" y="639"/>
                  </a:lnTo>
                  <a:cubicBezTo>
                    <a:pt x="53" y="607"/>
                    <a:pt x="37" y="574"/>
                    <a:pt x="37" y="538"/>
                  </a:cubicBezTo>
                  <a:lnTo>
                    <a:pt x="37" y="506"/>
                  </a:lnTo>
                  <a:lnTo>
                    <a:pt x="37" y="304"/>
                  </a:lnTo>
                  <a:cubicBezTo>
                    <a:pt x="37" y="203"/>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1643857" y="2355290"/>
              <a:ext cx="6853" cy="61879"/>
            </a:xfrm>
            <a:custGeom>
              <a:rect b="b" l="l" r="r" t="t"/>
              <a:pathLst>
                <a:path extrusionOk="0" h="623" w="69">
                  <a:moveTo>
                    <a:pt x="53" y="0"/>
                  </a:moveTo>
                  <a:cubicBezTo>
                    <a:pt x="53" y="0"/>
                    <a:pt x="37" y="0"/>
                    <a:pt x="37" y="16"/>
                  </a:cubicBezTo>
                  <a:cubicBezTo>
                    <a:pt x="16" y="101"/>
                    <a:pt x="16" y="202"/>
                    <a:pt x="16" y="287"/>
                  </a:cubicBezTo>
                  <a:lnTo>
                    <a:pt x="16" y="473"/>
                  </a:lnTo>
                  <a:lnTo>
                    <a:pt x="16" y="521"/>
                  </a:lnTo>
                  <a:cubicBezTo>
                    <a:pt x="16" y="538"/>
                    <a:pt x="37" y="574"/>
                    <a:pt x="16" y="606"/>
                  </a:cubicBezTo>
                  <a:cubicBezTo>
                    <a:pt x="0" y="606"/>
                    <a:pt x="0" y="606"/>
                    <a:pt x="16" y="622"/>
                  </a:cubicBezTo>
                  <a:lnTo>
                    <a:pt x="37" y="606"/>
                  </a:lnTo>
                  <a:cubicBezTo>
                    <a:pt x="53" y="574"/>
                    <a:pt x="53" y="538"/>
                    <a:pt x="53" y="505"/>
                  </a:cubicBezTo>
                  <a:lnTo>
                    <a:pt x="53" y="473"/>
                  </a:lnTo>
                  <a:lnTo>
                    <a:pt x="53" y="287"/>
                  </a:lnTo>
                  <a:cubicBezTo>
                    <a:pt x="53" y="202"/>
                    <a:pt x="53" y="101"/>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869817" y="2978753"/>
              <a:ext cx="334328" cy="219210"/>
            </a:xfrm>
            <a:custGeom>
              <a:rect b="b" l="l" r="r" t="t"/>
              <a:pathLst>
                <a:path extrusionOk="0" h="2207" w="3366">
                  <a:moveTo>
                    <a:pt x="3350" y="1"/>
                  </a:moveTo>
                  <a:cubicBezTo>
                    <a:pt x="3200" y="33"/>
                    <a:pt x="3063" y="86"/>
                    <a:pt x="2929" y="154"/>
                  </a:cubicBezTo>
                  <a:cubicBezTo>
                    <a:pt x="2881" y="171"/>
                    <a:pt x="2828" y="187"/>
                    <a:pt x="2780" y="203"/>
                  </a:cubicBezTo>
                  <a:cubicBezTo>
                    <a:pt x="2392" y="356"/>
                    <a:pt x="2004" y="490"/>
                    <a:pt x="1633" y="639"/>
                  </a:cubicBezTo>
                  <a:cubicBezTo>
                    <a:pt x="1415" y="724"/>
                    <a:pt x="1180" y="809"/>
                    <a:pt x="962" y="894"/>
                  </a:cubicBezTo>
                  <a:cubicBezTo>
                    <a:pt x="792" y="962"/>
                    <a:pt x="623" y="1011"/>
                    <a:pt x="473" y="1080"/>
                  </a:cubicBezTo>
                  <a:cubicBezTo>
                    <a:pt x="356" y="1128"/>
                    <a:pt x="235" y="1164"/>
                    <a:pt x="118" y="1213"/>
                  </a:cubicBezTo>
                  <a:cubicBezTo>
                    <a:pt x="33" y="1245"/>
                    <a:pt x="1" y="1298"/>
                    <a:pt x="1" y="1383"/>
                  </a:cubicBezTo>
                  <a:cubicBezTo>
                    <a:pt x="17" y="1568"/>
                    <a:pt x="1" y="1734"/>
                    <a:pt x="1" y="1920"/>
                  </a:cubicBezTo>
                  <a:lnTo>
                    <a:pt x="1" y="2053"/>
                  </a:lnTo>
                  <a:cubicBezTo>
                    <a:pt x="1" y="2106"/>
                    <a:pt x="1" y="2154"/>
                    <a:pt x="33" y="2207"/>
                  </a:cubicBezTo>
                  <a:lnTo>
                    <a:pt x="53" y="2207"/>
                  </a:lnTo>
                  <a:cubicBezTo>
                    <a:pt x="69" y="2207"/>
                    <a:pt x="69" y="2190"/>
                    <a:pt x="53" y="2190"/>
                  </a:cubicBezTo>
                  <a:cubicBezTo>
                    <a:pt x="33" y="2138"/>
                    <a:pt x="33" y="2106"/>
                    <a:pt x="33" y="2053"/>
                  </a:cubicBezTo>
                  <a:lnTo>
                    <a:pt x="33" y="1920"/>
                  </a:lnTo>
                  <a:lnTo>
                    <a:pt x="33" y="1383"/>
                  </a:lnTo>
                  <a:cubicBezTo>
                    <a:pt x="33" y="1298"/>
                    <a:pt x="53" y="1265"/>
                    <a:pt x="134" y="1229"/>
                  </a:cubicBezTo>
                  <a:cubicBezTo>
                    <a:pt x="255" y="1197"/>
                    <a:pt x="356" y="1144"/>
                    <a:pt x="473" y="1112"/>
                  </a:cubicBezTo>
                  <a:cubicBezTo>
                    <a:pt x="639" y="1043"/>
                    <a:pt x="809" y="979"/>
                    <a:pt x="978" y="926"/>
                  </a:cubicBezTo>
                  <a:cubicBezTo>
                    <a:pt x="1196" y="841"/>
                    <a:pt x="1415" y="740"/>
                    <a:pt x="1649" y="659"/>
                  </a:cubicBezTo>
                  <a:cubicBezTo>
                    <a:pt x="2020" y="522"/>
                    <a:pt x="2408" y="373"/>
                    <a:pt x="2780" y="235"/>
                  </a:cubicBezTo>
                  <a:cubicBezTo>
                    <a:pt x="2828" y="219"/>
                    <a:pt x="2897" y="187"/>
                    <a:pt x="2946" y="171"/>
                  </a:cubicBezTo>
                  <a:cubicBezTo>
                    <a:pt x="3083" y="118"/>
                    <a:pt x="3216" y="53"/>
                    <a:pt x="3366" y="33"/>
                  </a:cubicBezTo>
                  <a:lnTo>
                    <a:pt x="3366" y="17"/>
                  </a:lnTo>
                  <a:cubicBezTo>
                    <a:pt x="3366" y="1"/>
                    <a:pt x="3366" y="1"/>
                    <a:pt x="33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1257880" y="1238579"/>
              <a:ext cx="160509" cy="204014"/>
            </a:xfrm>
            <a:custGeom>
              <a:rect b="b" l="l" r="r" t="t"/>
              <a:pathLst>
                <a:path extrusionOk="0" h="2054" w="1616">
                  <a:moveTo>
                    <a:pt x="1600" y="1"/>
                  </a:moveTo>
                  <a:lnTo>
                    <a:pt x="1277" y="183"/>
                  </a:lnTo>
                  <a:cubicBezTo>
                    <a:pt x="994" y="352"/>
                    <a:pt x="707" y="522"/>
                    <a:pt x="436" y="688"/>
                  </a:cubicBezTo>
                  <a:cubicBezTo>
                    <a:pt x="388" y="724"/>
                    <a:pt x="351" y="740"/>
                    <a:pt x="319" y="772"/>
                  </a:cubicBezTo>
                  <a:cubicBezTo>
                    <a:pt x="250" y="809"/>
                    <a:pt x="186" y="857"/>
                    <a:pt x="101" y="890"/>
                  </a:cubicBezTo>
                  <a:cubicBezTo>
                    <a:pt x="32" y="926"/>
                    <a:pt x="0" y="974"/>
                    <a:pt x="0" y="1043"/>
                  </a:cubicBezTo>
                  <a:lnTo>
                    <a:pt x="0" y="1968"/>
                  </a:lnTo>
                  <a:cubicBezTo>
                    <a:pt x="0" y="1984"/>
                    <a:pt x="16" y="2001"/>
                    <a:pt x="16" y="2021"/>
                  </a:cubicBezTo>
                  <a:cubicBezTo>
                    <a:pt x="32" y="2037"/>
                    <a:pt x="32" y="2037"/>
                    <a:pt x="32" y="2053"/>
                  </a:cubicBezTo>
                  <a:lnTo>
                    <a:pt x="48" y="2053"/>
                  </a:lnTo>
                  <a:cubicBezTo>
                    <a:pt x="48" y="2053"/>
                    <a:pt x="65" y="2037"/>
                    <a:pt x="48" y="2037"/>
                  </a:cubicBezTo>
                  <a:lnTo>
                    <a:pt x="48" y="2021"/>
                  </a:lnTo>
                  <a:cubicBezTo>
                    <a:pt x="32" y="2001"/>
                    <a:pt x="32" y="1984"/>
                    <a:pt x="32" y="1968"/>
                  </a:cubicBezTo>
                  <a:lnTo>
                    <a:pt x="32" y="1043"/>
                  </a:lnTo>
                  <a:cubicBezTo>
                    <a:pt x="32" y="974"/>
                    <a:pt x="48" y="942"/>
                    <a:pt x="117" y="910"/>
                  </a:cubicBezTo>
                  <a:cubicBezTo>
                    <a:pt x="186" y="873"/>
                    <a:pt x="250" y="841"/>
                    <a:pt x="319" y="789"/>
                  </a:cubicBezTo>
                  <a:cubicBezTo>
                    <a:pt x="368" y="756"/>
                    <a:pt x="404" y="740"/>
                    <a:pt x="436" y="708"/>
                  </a:cubicBezTo>
                  <a:cubicBezTo>
                    <a:pt x="723" y="538"/>
                    <a:pt x="1010" y="385"/>
                    <a:pt x="1297" y="219"/>
                  </a:cubicBezTo>
                  <a:lnTo>
                    <a:pt x="1600" y="33"/>
                  </a:lnTo>
                  <a:cubicBezTo>
                    <a:pt x="1616" y="17"/>
                    <a:pt x="1616" y="17"/>
                    <a:pt x="1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871406" y="1393923"/>
              <a:ext cx="339592" cy="280891"/>
            </a:xfrm>
            <a:custGeom>
              <a:rect b="b" l="l" r="r" t="t"/>
              <a:pathLst>
                <a:path extrusionOk="0" h="2828" w="3419">
                  <a:moveTo>
                    <a:pt x="3402" y="0"/>
                  </a:moveTo>
                  <a:cubicBezTo>
                    <a:pt x="3233" y="69"/>
                    <a:pt x="3083" y="170"/>
                    <a:pt x="2930" y="255"/>
                  </a:cubicBezTo>
                  <a:cubicBezTo>
                    <a:pt x="2881" y="303"/>
                    <a:pt x="2812" y="336"/>
                    <a:pt x="2764" y="372"/>
                  </a:cubicBezTo>
                  <a:cubicBezTo>
                    <a:pt x="2174" y="707"/>
                    <a:pt x="1601" y="1042"/>
                    <a:pt x="1047" y="1382"/>
                  </a:cubicBezTo>
                  <a:lnTo>
                    <a:pt x="623" y="1632"/>
                  </a:lnTo>
                  <a:cubicBezTo>
                    <a:pt x="558" y="1669"/>
                    <a:pt x="490" y="1701"/>
                    <a:pt x="421" y="1733"/>
                  </a:cubicBezTo>
                  <a:cubicBezTo>
                    <a:pt x="320" y="1802"/>
                    <a:pt x="203" y="1887"/>
                    <a:pt x="69" y="1951"/>
                  </a:cubicBezTo>
                  <a:cubicBezTo>
                    <a:pt x="37" y="1972"/>
                    <a:pt x="1" y="1988"/>
                    <a:pt x="1" y="2036"/>
                  </a:cubicBezTo>
                  <a:lnTo>
                    <a:pt x="1" y="2323"/>
                  </a:lnTo>
                  <a:cubicBezTo>
                    <a:pt x="1" y="2493"/>
                    <a:pt x="1" y="2658"/>
                    <a:pt x="17" y="2812"/>
                  </a:cubicBezTo>
                  <a:cubicBezTo>
                    <a:pt x="17" y="2828"/>
                    <a:pt x="17" y="2828"/>
                    <a:pt x="37" y="2828"/>
                  </a:cubicBezTo>
                  <a:lnTo>
                    <a:pt x="53" y="2812"/>
                  </a:lnTo>
                  <a:cubicBezTo>
                    <a:pt x="17" y="2658"/>
                    <a:pt x="37" y="2493"/>
                    <a:pt x="37" y="2323"/>
                  </a:cubicBezTo>
                  <a:lnTo>
                    <a:pt x="37" y="2036"/>
                  </a:lnTo>
                  <a:cubicBezTo>
                    <a:pt x="37" y="2004"/>
                    <a:pt x="53" y="1988"/>
                    <a:pt x="86" y="1972"/>
                  </a:cubicBezTo>
                  <a:cubicBezTo>
                    <a:pt x="203" y="1903"/>
                    <a:pt x="320" y="1834"/>
                    <a:pt x="441" y="1770"/>
                  </a:cubicBezTo>
                  <a:cubicBezTo>
                    <a:pt x="506" y="1717"/>
                    <a:pt x="574" y="1685"/>
                    <a:pt x="623" y="1648"/>
                  </a:cubicBezTo>
                  <a:lnTo>
                    <a:pt x="1047" y="1398"/>
                  </a:lnTo>
                  <a:cubicBezTo>
                    <a:pt x="1617" y="1079"/>
                    <a:pt x="2190" y="723"/>
                    <a:pt x="2764" y="388"/>
                  </a:cubicBezTo>
                  <a:cubicBezTo>
                    <a:pt x="2829" y="356"/>
                    <a:pt x="2897" y="319"/>
                    <a:pt x="2946" y="287"/>
                  </a:cubicBezTo>
                  <a:cubicBezTo>
                    <a:pt x="3099" y="186"/>
                    <a:pt x="3249" y="101"/>
                    <a:pt x="3418" y="33"/>
                  </a:cubicBezTo>
                  <a:lnTo>
                    <a:pt x="3418" y="16"/>
                  </a:lnTo>
                  <a:cubicBezTo>
                    <a:pt x="3418" y="0"/>
                    <a:pt x="3402" y="0"/>
                    <a:pt x="3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936861" y="2418659"/>
              <a:ext cx="4867" cy="83930"/>
            </a:xfrm>
            <a:custGeom>
              <a:rect b="b" l="l" r="r" t="t"/>
              <a:pathLst>
                <a:path extrusionOk="0" h="845" w="49">
                  <a:moveTo>
                    <a:pt x="0" y="1"/>
                  </a:moveTo>
                  <a:lnTo>
                    <a:pt x="0" y="17"/>
                  </a:lnTo>
                  <a:cubicBezTo>
                    <a:pt x="16" y="154"/>
                    <a:pt x="16" y="287"/>
                    <a:pt x="0" y="421"/>
                  </a:cubicBezTo>
                  <a:lnTo>
                    <a:pt x="0" y="691"/>
                  </a:lnTo>
                  <a:cubicBezTo>
                    <a:pt x="16" y="691"/>
                    <a:pt x="0" y="707"/>
                    <a:pt x="0" y="724"/>
                  </a:cubicBezTo>
                  <a:cubicBezTo>
                    <a:pt x="0" y="760"/>
                    <a:pt x="0" y="808"/>
                    <a:pt x="33" y="845"/>
                  </a:cubicBezTo>
                  <a:lnTo>
                    <a:pt x="49" y="845"/>
                  </a:lnTo>
                  <a:lnTo>
                    <a:pt x="49" y="825"/>
                  </a:lnTo>
                  <a:cubicBezTo>
                    <a:pt x="33" y="792"/>
                    <a:pt x="33" y="760"/>
                    <a:pt x="33" y="724"/>
                  </a:cubicBezTo>
                  <a:lnTo>
                    <a:pt x="33" y="691"/>
                  </a:lnTo>
                  <a:lnTo>
                    <a:pt x="33" y="421"/>
                  </a:lnTo>
                  <a:cubicBezTo>
                    <a:pt x="33" y="287"/>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687655" y="2637770"/>
              <a:ext cx="127335" cy="135678"/>
            </a:xfrm>
            <a:custGeom>
              <a:rect b="b" l="l" r="r" t="t"/>
              <a:pathLst>
                <a:path extrusionOk="0" h="1366" w="1282">
                  <a:moveTo>
                    <a:pt x="1261" y="0"/>
                  </a:moveTo>
                  <a:cubicBezTo>
                    <a:pt x="1128" y="53"/>
                    <a:pt x="978" y="117"/>
                    <a:pt x="841" y="186"/>
                  </a:cubicBezTo>
                  <a:cubicBezTo>
                    <a:pt x="740" y="235"/>
                    <a:pt x="639" y="271"/>
                    <a:pt x="538" y="319"/>
                  </a:cubicBezTo>
                  <a:cubicBezTo>
                    <a:pt x="421" y="356"/>
                    <a:pt x="304" y="420"/>
                    <a:pt x="203" y="473"/>
                  </a:cubicBezTo>
                  <a:cubicBezTo>
                    <a:pt x="170" y="489"/>
                    <a:pt x="150" y="489"/>
                    <a:pt x="118" y="505"/>
                  </a:cubicBezTo>
                  <a:lnTo>
                    <a:pt x="102" y="505"/>
                  </a:lnTo>
                  <a:cubicBezTo>
                    <a:pt x="69" y="537"/>
                    <a:pt x="1" y="558"/>
                    <a:pt x="1" y="622"/>
                  </a:cubicBezTo>
                  <a:lnTo>
                    <a:pt x="1" y="877"/>
                  </a:lnTo>
                  <a:cubicBezTo>
                    <a:pt x="1" y="1026"/>
                    <a:pt x="1" y="1196"/>
                    <a:pt x="17" y="1366"/>
                  </a:cubicBezTo>
                  <a:lnTo>
                    <a:pt x="33" y="1366"/>
                  </a:lnTo>
                  <a:cubicBezTo>
                    <a:pt x="33" y="1366"/>
                    <a:pt x="49" y="1366"/>
                    <a:pt x="49" y="1345"/>
                  </a:cubicBezTo>
                  <a:cubicBezTo>
                    <a:pt x="17" y="1196"/>
                    <a:pt x="33" y="1026"/>
                    <a:pt x="33" y="877"/>
                  </a:cubicBezTo>
                  <a:lnTo>
                    <a:pt x="33" y="622"/>
                  </a:lnTo>
                  <a:cubicBezTo>
                    <a:pt x="33" y="574"/>
                    <a:pt x="69" y="558"/>
                    <a:pt x="118" y="537"/>
                  </a:cubicBezTo>
                  <a:lnTo>
                    <a:pt x="134" y="521"/>
                  </a:lnTo>
                  <a:cubicBezTo>
                    <a:pt x="150" y="521"/>
                    <a:pt x="186" y="505"/>
                    <a:pt x="219" y="489"/>
                  </a:cubicBezTo>
                  <a:cubicBezTo>
                    <a:pt x="320" y="437"/>
                    <a:pt x="437" y="388"/>
                    <a:pt x="554" y="336"/>
                  </a:cubicBezTo>
                  <a:cubicBezTo>
                    <a:pt x="655" y="303"/>
                    <a:pt x="756" y="255"/>
                    <a:pt x="857" y="202"/>
                  </a:cubicBezTo>
                  <a:cubicBezTo>
                    <a:pt x="994" y="134"/>
                    <a:pt x="1128" y="69"/>
                    <a:pt x="1281" y="33"/>
                  </a:cubicBezTo>
                  <a:lnTo>
                    <a:pt x="1281" y="16"/>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540455" y="3329867"/>
              <a:ext cx="97140" cy="33373"/>
            </a:xfrm>
            <a:custGeom>
              <a:rect b="b" l="l" r="r" t="t"/>
              <a:pathLst>
                <a:path extrusionOk="0" h="336" w="978">
                  <a:moveTo>
                    <a:pt x="962" y="1"/>
                  </a:moveTo>
                  <a:cubicBezTo>
                    <a:pt x="776" y="53"/>
                    <a:pt x="606" y="118"/>
                    <a:pt x="440" y="186"/>
                  </a:cubicBezTo>
                  <a:cubicBezTo>
                    <a:pt x="356" y="203"/>
                    <a:pt x="271" y="235"/>
                    <a:pt x="202" y="271"/>
                  </a:cubicBezTo>
                  <a:cubicBezTo>
                    <a:pt x="186" y="271"/>
                    <a:pt x="170" y="271"/>
                    <a:pt x="154" y="287"/>
                  </a:cubicBezTo>
                  <a:cubicBezTo>
                    <a:pt x="101" y="304"/>
                    <a:pt x="69" y="320"/>
                    <a:pt x="16" y="320"/>
                  </a:cubicBezTo>
                  <a:cubicBezTo>
                    <a:pt x="0" y="320"/>
                    <a:pt x="0" y="320"/>
                    <a:pt x="0" y="336"/>
                  </a:cubicBezTo>
                  <a:lnTo>
                    <a:pt x="16" y="336"/>
                  </a:lnTo>
                  <a:cubicBezTo>
                    <a:pt x="69" y="336"/>
                    <a:pt x="117" y="320"/>
                    <a:pt x="154" y="304"/>
                  </a:cubicBezTo>
                  <a:cubicBezTo>
                    <a:pt x="170" y="304"/>
                    <a:pt x="186" y="304"/>
                    <a:pt x="202" y="287"/>
                  </a:cubicBezTo>
                  <a:cubicBezTo>
                    <a:pt x="287" y="271"/>
                    <a:pt x="372" y="235"/>
                    <a:pt x="440" y="203"/>
                  </a:cubicBezTo>
                  <a:cubicBezTo>
                    <a:pt x="606" y="134"/>
                    <a:pt x="792" y="69"/>
                    <a:pt x="962" y="33"/>
                  </a:cubicBezTo>
                  <a:cubicBezTo>
                    <a:pt x="978" y="33"/>
                    <a:pt x="978" y="17"/>
                    <a:pt x="978" y="17"/>
                  </a:cubicBezTo>
                  <a:cubicBezTo>
                    <a:pt x="978" y="17"/>
                    <a:pt x="978" y="1"/>
                    <a:pt x="9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1413125" y="1562080"/>
              <a:ext cx="5264" cy="47775"/>
            </a:xfrm>
            <a:custGeom>
              <a:rect b="b" l="l" r="r" t="t"/>
              <a:pathLst>
                <a:path extrusionOk="0" h="481" w="53">
                  <a:moveTo>
                    <a:pt x="31" y="1"/>
                  </a:moveTo>
                  <a:cubicBezTo>
                    <a:pt x="26" y="1"/>
                    <a:pt x="17" y="8"/>
                    <a:pt x="17" y="8"/>
                  </a:cubicBezTo>
                  <a:cubicBezTo>
                    <a:pt x="0" y="109"/>
                    <a:pt x="0" y="210"/>
                    <a:pt x="0" y="311"/>
                  </a:cubicBezTo>
                  <a:cubicBezTo>
                    <a:pt x="0" y="359"/>
                    <a:pt x="17" y="412"/>
                    <a:pt x="0" y="481"/>
                  </a:cubicBezTo>
                  <a:lnTo>
                    <a:pt x="37" y="481"/>
                  </a:lnTo>
                  <a:lnTo>
                    <a:pt x="37" y="311"/>
                  </a:lnTo>
                  <a:cubicBezTo>
                    <a:pt x="37" y="210"/>
                    <a:pt x="37" y="109"/>
                    <a:pt x="53" y="8"/>
                  </a:cubicBezTo>
                  <a:lnTo>
                    <a:pt x="37" y="8"/>
                  </a:lnTo>
                  <a:cubicBezTo>
                    <a:pt x="37" y="3"/>
                    <a:pt x="34"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1583666" y="1928788"/>
              <a:ext cx="3675" cy="55423"/>
            </a:xfrm>
            <a:custGeom>
              <a:rect b="b" l="l" r="r" t="t"/>
              <a:pathLst>
                <a:path extrusionOk="0" h="558" w="37">
                  <a:moveTo>
                    <a:pt x="0" y="0"/>
                  </a:moveTo>
                  <a:lnTo>
                    <a:pt x="0" y="558"/>
                  </a:lnTo>
                  <a:lnTo>
                    <a:pt x="37" y="558"/>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891470" y="2106083"/>
              <a:ext cx="5364" cy="88797"/>
            </a:xfrm>
            <a:custGeom>
              <a:rect b="b" l="l" r="r" t="t"/>
              <a:pathLst>
                <a:path extrusionOk="0" h="894" w="54">
                  <a:moveTo>
                    <a:pt x="1" y="1"/>
                  </a:moveTo>
                  <a:lnTo>
                    <a:pt x="1" y="203"/>
                  </a:lnTo>
                  <a:lnTo>
                    <a:pt x="1" y="760"/>
                  </a:lnTo>
                  <a:lnTo>
                    <a:pt x="1" y="776"/>
                  </a:lnTo>
                  <a:cubicBezTo>
                    <a:pt x="1" y="809"/>
                    <a:pt x="1" y="861"/>
                    <a:pt x="17" y="893"/>
                  </a:cubicBezTo>
                  <a:lnTo>
                    <a:pt x="37" y="893"/>
                  </a:lnTo>
                  <a:cubicBezTo>
                    <a:pt x="53" y="893"/>
                    <a:pt x="53" y="893"/>
                    <a:pt x="37" y="877"/>
                  </a:cubicBezTo>
                  <a:lnTo>
                    <a:pt x="37" y="776"/>
                  </a:lnTo>
                  <a:lnTo>
                    <a:pt x="37" y="760"/>
                  </a:lnTo>
                  <a:lnTo>
                    <a:pt x="37" y="203"/>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1815987" y="1976564"/>
              <a:ext cx="5264" cy="42610"/>
            </a:xfrm>
            <a:custGeom>
              <a:rect b="b" l="l" r="r" t="t"/>
              <a:pathLst>
                <a:path extrusionOk="0" h="429" w="53">
                  <a:moveTo>
                    <a:pt x="41" y="1"/>
                  </a:moveTo>
                  <a:cubicBezTo>
                    <a:pt x="37" y="1"/>
                    <a:pt x="37" y="8"/>
                    <a:pt x="37" y="8"/>
                  </a:cubicBezTo>
                  <a:cubicBezTo>
                    <a:pt x="20" y="77"/>
                    <a:pt x="20" y="145"/>
                    <a:pt x="20" y="210"/>
                  </a:cubicBezTo>
                  <a:cubicBezTo>
                    <a:pt x="20" y="279"/>
                    <a:pt x="20" y="347"/>
                    <a:pt x="0" y="412"/>
                  </a:cubicBezTo>
                  <a:cubicBezTo>
                    <a:pt x="0" y="428"/>
                    <a:pt x="0" y="428"/>
                    <a:pt x="20" y="428"/>
                  </a:cubicBezTo>
                  <a:lnTo>
                    <a:pt x="37" y="428"/>
                  </a:lnTo>
                  <a:cubicBezTo>
                    <a:pt x="53" y="363"/>
                    <a:pt x="53" y="279"/>
                    <a:pt x="53" y="210"/>
                  </a:cubicBezTo>
                  <a:cubicBezTo>
                    <a:pt x="37" y="145"/>
                    <a:pt x="37" y="77"/>
                    <a:pt x="53" y="24"/>
                  </a:cubicBezTo>
                  <a:lnTo>
                    <a:pt x="53" y="8"/>
                  </a:lnTo>
                  <a:cubicBezTo>
                    <a:pt x="47" y="3"/>
                    <a:pt x="44"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1182393" y="3328277"/>
              <a:ext cx="5364" cy="97239"/>
            </a:xfrm>
            <a:custGeom>
              <a:rect b="b" l="l" r="r" t="t"/>
              <a:pathLst>
                <a:path extrusionOk="0" h="979" w="54">
                  <a:moveTo>
                    <a:pt x="17" y="0"/>
                  </a:moveTo>
                  <a:cubicBezTo>
                    <a:pt x="17" y="0"/>
                    <a:pt x="1" y="0"/>
                    <a:pt x="1" y="17"/>
                  </a:cubicBezTo>
                  <a:cubicBezTo>
                    <a:pt x="37" y="134"/>
                    <a:pt x="17" y="251"/>
                    <a:pt x="17" y="372"/>
                  </a:cubicBezTo>
                  <a:lnTo>
                    <a:pt x="17" y="574"/>
                  </a:lnTo>
                  <a:lnTo>
                    <a:pt x="17" y="841"/>
                  </a:lnTo>
                  <a:lnTo>
                    <a:pt x="17" y="958"/>
                  </a:lnTo>
                  <a:lnTo>
                    <a:pt x="37" y="978"/>
                  </a:lnTo>
                  <a:lnTo>
                    <a:pt x="53" y="958"/>
                  </a:lnTo>
                  <a:lnTo>
                    <a:pt x="53" y="841"/>
                  </a:lnTo>
                  <a:lnTo>
                    <a:pt x="53" y="574"/>
                  </a:lnTo>
                  <a:lnTo>
                    <a:pt x="53" y="372"/>
                  </a:lnTo>
                  <a:cubicBezTo>
                    <a:pt x="53" y="251"/>
                    <a:pt x="53" y="13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1923059" y="2398595"/>
              <a:ext cx="145809" cy="324693"/>
            </a:xfrm>
            <a:custGeom>
              <a:rect b="b" l="l" r="r" t="t"/>
              <a:pathLst>
                <a:path extrusionOk="0" h="3269" w="1468">
                  <a:moveTo>
                    <a:pt x="1" y="1"/>
                  </a:moveTo>
                  <a:cubicBezTo>
                    <a:pt x="1" y="118"/>
                    <a:pt x="53" y="203"/>
                    <a:pt x="118" y="287"/>
                  </a:cubicBezTo>
                  <a:cubicBezTo>
                    <a:pt x="134" y="304"/>
                    <a:pt x="154" y="340"/>
                    <a:pt x="170" y="372"/>
                  </a:cubicBezTo>
                  <a:cubicBezTo>
                    <a:pt x="558" y="978"/>
                    <a:pt x="978" y="1633"/>
                    <a:pt x="1399" y="2291"/>
                  </a:cubicBezTo>
                  <a:cubicBezTo>
                    <a:pt x="1415" y="2323"/>
                    <a:pt x="1431" y="2376"/>
                    <a:pt x="1431" y="2408"/>
                  </a:cubicBezTo>
                  <a:lnTo>
                    <a:pt x="1431" y="2695"/>
                  </a:lnTo>
                  <a:cubicBezTo>
                    <a:pt x="1431" y="2845"/>
                    <a:pt x="1415" y="2982"/>
                    <a:pt x="1431" y="3131"/>
                  </a:cubicBezTo>
                  <a:cubicBezTo>
                    <a:pt x="1447" y="3147"/>
                    <a:pt x="1431" y="3184"/>
                    <a:pt x="1415" y="3200"/>
                  </a:cubicBezTo>
                  <a:cubicBezTo>
                    <a:pt x="1415" y="3216"/>
                    <a:pt x="1399" y="3232"/>
                    <a:pt x="1399" y="3248"/>
                  </a:cubicBezTo>
                  <a:cubicBezTo>
                    <a:pt x="1399" y="3248"/>
                    <a:pt x="1399" y="3269"/>
                    <a:pt x="1415" y="3269"/>
                  </a:cubicBezTo>
                  <a:lnTo>
                    <a:pt x="1431" y="3248"/>
                  </a:lnTo>
                  <a:cubicBezTo>
                    <a:pt x="1431" y="3248"/>
                    <a:pt x="1431" y="3232"/>
                    <a:pt x="1447" y="3216"/>
                  </a:cubicBezTo>
                  <a:cubicBezTo>
                    <a:pt x="1447" y="3184"/>
                    <a:pt x="1467" y="3147"/>
                    <a:pt x="1467" y="3131"/>
                  </a:cubicBezTo>
                  <a:cubicBezTo>
                    <a:pt x="1447" y="2982"/>
                    <a:pt x="1447" y="2845"/>
                    <a:pt x="1447" y="2695"/>
                  </a:cubicBezTo>
                  <a:lnTo>
                    <a:pt x="1447" y="2408"/>
                  </a:lnTo>
                  <a:cubicBezTo>
                    <a:pt x="1447" y="2360"/>
                    <a:pt x="1447" y="2323"/>
                    <a:pt x="1415" y="2275"/>
                  </a:cubicBezTo>
                  <a:cubicBezTo>
                    <a:pt x="995" y="1616"/>
                    <a:pt x="591" y="962"/>
                    <a:pt x="203" y="356"/>
                  </a:cubicBezTo>
                  <a:cubicBezTo>
                    <a:pt x="187" y="320"/>
                    <a:pt x="154" y="287"/>
                    <a:pt x="134" y="271"/>
                  </a:cubicBezTo>
                  <a:cubicBezTo>
                    <a:pt x="86" y="186"/>
                    <a:pt x="17" y="118"/>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2153791" y="2945479"/>
              <a:ext cx="6953" cy="48669"/>
            </a:xfrm>
            <a:custGeom>
              <a:rect b="b" l="l" r="r" t="t"/>
              <a:pathLst>
                <a:path extrusionOk="0" h="490" w="70">
                  <a:moveTo>
                    <a:pt x="53" y="1"/>
                  </a:moveTo>
                  <a:cubicBezTo>
                    <a:pt x="53" y="1"/>
                    <a:pt x="33" y="1"/>
                    <a:pt x="33" y="17"/>
                  </a:cubicBezTo>
                  <a:cubicBezTo>
                    <a:pt x="17" y="85"/>
                    <a:pt x="17" y="166"/>
                    <a:pt x="17" y="251"/>
                  </a:cubicBezTo>
                  <a:cubicBezTo>
                    <a:pt x="17" y="320"/>
                    <a:pt x="33" y="405"/>
                    <a:pt x="17" y="469"/>
                  </a:cubicBezTo>
                  <a:cubicBezTo>
                    <a:pt x="1" y="469"/>
                    <a:pt x="17" y="489"/>
                    <a:pt x="17" y="489"/>
                  </a:cubicBezTo>
                  <a:lnTo>
                    <a:pt x="33" y="469"/>
                  </a:lnTo>
                  <a:cubicBezTo>
                    <a:pt x="53" y="405"/>
                    <a:pt x="53" y="320"/>
                    <a:pt x="53" y="235"/>
                  </a:cubicBezTo>
                  <a:cubicBezTo>
                    <a:pt x="53" y="166"/>
                    <a:pt x="33" y="85"/>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1491790" y="1230236"/>
              <a:ext cx="8443" cy="102007"/>
            </a:xfrm>
            <a:custGeom>
              <a:rect b="b" l="l" r="r" t="t"/>
              <a:pathLst>
                <a:path extrusionOk="0" h="1027" w="85">
                  <a:moveTo>
                    <a:pt x="53" y="0"/>
                  </a:moveTo>
                  <a:cubicBezTo>
                    <a:pt x="16" y="32"/>
                    <a:pt x="32" y="85"/>
                    <a:pt x="32" y="117"/>
                  </a:cubicBezTo>
                  <a:lnTo>
                    <a:pt x="32" y="150"/>
                  </a:lnTo>
                  <a:lnTo>
                    <a:pt x="32" y="420"/>
                  </a:lnTo>
                  <a:cubicBezTo>
                    <a:pt x="53" y="553"/>
                    <a:pt x="53" y="691"/>
                    <a:pt x="16" y="824"/>
                  </a:cubicBezTo>
                  <a:cubicBezTo>
                    <a:pt x="0" y="873"/>
                    <a:pt x="16" y="925"/>
                    <a:pt x="32" y="957"/>
                  </a:cubicBezTo>
                  <a:cubicBezTo>
                    <a:pt x="53" y="974"/>
                    <a:pt x="53" y="1010"/>
                    <a:pt x="53" y="1026"/>
                  </a:cubicBezTo>
                  <a:lnTo>
                    <a:pt x="69" y="1026"/>
                  </a:lnTo>
                  <a:cubicBezTo>
                    <a:pt x="85" y="1026"/>
                    <a:pt x="85" y="1026"/>
                    <a:pt x="85" y="1010"/>
                  </a:cubicBezTo>
                  <a:cubicBezTo>
                    <a:pt x="69" y="994"/>
                    <a:pt x="69" y="974"/>
                    <a:pt x="69" y="957"/>
                  </a:cubicBezTo>
                  <a:cubicBezTo>
                    <a:pt x="53" y="909"/>
                    <a:pt x="32" y="873"/>
                    <a:pt x="53" y="840"/>
                  </a:cubicBezTo>
                  <a:cubicBezTo>
                    <a:pt x="69" y="691"/>
                    <a:pt x="69" y="553"/>
                    <a:pt x="69" y="420"/>
                  </a:cubicBezTo>
                  <a:lnTo>
                    <a:pt x="69" y="150"/>
                  </a:lnTo>
                  <a:lnTo>
                    <a:pt x="69" y="101"/>
                  </a:lnTo>
                  <a:cubicBezTo>
                    <a:pt x="53" y="65"/>
                    <a:pt x="53" y="49"/>
                    <a:pt x="69" y="32"/>
                  </a:cubicBezTo>
                  <a:lnTo>
                    <a:pt x="85" y="16"/>
                  </a:ln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1734143" y="3369994"/>
              <a:ext cx="174216" cy="276124"/>
            </a:xfrm>
            <a:custGeom>
              <a:rect b="b" l="l" r="r" t="t"/>
              <a:pathLst>
                <a:path extrusionOk="0" h="2780" w="1754">
                  <a:moveTo>
                    <a:pt x="16" y="1"/>
                  </a:moveTo>
                  <a:cubicBezTo>
                    <a:pt x="0" y="1"/>
                    <a:pt x="0" y="1"/>
                    <a:pt x="0" y="17"/>
                  </a:cubicBezTo>
                  <a:cubicBezTo>
                    <a:pt x="36" y="118"/>
                    <a:pt x="101" y="186"/>
                    <a:pt x="186" y="255"/>
                  </a:cubicBezTo>
                  <a:cubicBezTo>
                    <a:pt x="218" y="271"/>
                    <a:pt x="238" y="304"/>
                    <a:pt x="271" y="320"/>
                  </a:cubicBezTo>
                  <a:cubicBezTo>
                    <a:pt x="622" y="691"/>
                    <a:pt x="978" y="1043"/>
                    <a:pt x="1329" y="1398"/>
                  </a:cubicBezTo>
                  <a:lnTo>
                    <a:pt x="1632" y="1701"/>
                  </a:lnTo>
                  <a:cubicBezTo>
                    <a:pt x="1632" y="1717"/>
                    <a:pt x="1652" y="1717"/>
                    <a:pt x="1652" y="1717"/>
                  </a:cubicBezTo>
                  <a:cubicBezTo>
                    <a:pt x="1685" y="1770"/>
                    <a:pt x="1733" y="1802"/>
                    <a:pt x="1717" y="1851"/>
                  </a:cubicBezTo>
                  <a:cubicBezTo>
                    <a:pt x="1701" y="2020"/>
                    <a:pt x="1701" y="2174"/>
                    <a:pt x="1701" y="2340"/>
                  </a:cubicBezTo>
                  <a:cubicBezTo>
                    <a:pt x="1701" y="2424"/>
                    <a:pt x="1717" y="2525"/>
                    <a:pt x="1701" y="2610"/>
                  </a:cubicBezTo>
                  <a:lnTo>
                    <a:pt x="1701" y="2643"/>
                  </a:lnTo>
                  <a:cubicBezTo>
                    <a:pt x="1701" y="2679"/>
                    <a:pt x="1701" y="2727"/>
                    <a:pt x="1685" y="2760"/>
                  </a:cubicBezTo>
                  <a:lnTo>
                    <a:pt x="1685" y="2780"/>
                  </a:lnTo>
                  <a:lnTo>
                    <a:pt x="1701" y="2780"/>
                  </a:lnTo>
                  <a:cubicBezTo>
                    <a:pt x="1733" y="2727"/>
                    <a:pt x="1733" y="2679"/>
                    <a:pt x="1733" y="2643"/>
                  </a:cubicBezTo>
                  <a:lnTo>
                    <a:pt x="1733" y="2610"/>
                  </a:lnTo>
                  <a:lnTo>
                    <a:pt x="1733" y="2340"/>
                  </a:lnTo>
                  <a:cubicBezTo>
                    <a:pt x="1733" y="2174"/>
                    <a:pt x="1733" y="2020"/>
                    <a:pt x="1753" y="1871"/>
                  </a:cubicBezTo>
                  <a:cubicBezTo>
                    <a:pt x="1753" y="1786"/>
                    <a:pt x="1717" y="1750"/>
                    <a:pt x="1668" y="1701"/>
                  </a:cubicBezTo>
                  <a:cubicBezTo>
                    <a:pt x="1668" y="1701"/>
                    <a:pt x="1652" y="1701"/>
                    <a:pt x="1652" y="1685"/>
                  </a:cubicBezTo>
                  <a:lnTo>
                    <a:pt x="1349" y="1382"/>
                  </a:lnTo>
                  <a:cubicBezTo>
                    <a:pt x="994" y="1027"/>
                    <a:pt x="642" y="675"/>
                    <a:pt x="287" y="304"/>
                  </a:cubicBezTo>
                  <a:cubicBezTo>
                    <a:pt x="255" y="287"/>
                    <a:pt x="238" y="255"/>
                    <a:pt x="202" y="235"/>
                  </a:cubicBezTo>
                  <a:cubicBezTo>
                    <a:pt x="117" y="170"/>
                    <a:pt x="53" y="102"/>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2153791" y="3463459"/>
              <a:ext cx="6953" cy="43902"/>
            </a:xfrm>
            <a:custGeom>
              <a:rect b="b" l="l" r="r" t="t"/>
              <a:pathLst>
                <a:path extrusionOk="0" h="442" w="70">
                  <a:moveTo>
                    <a:pt x="33" y="1"/>
                  </a:moveTo>
                  <a:cubicBezTo>
                    <a:pt x="17" y="86"/>
                    <a:pt x="17" y="154"/>
                    <a:pt x="17" y="223"/>
                  </a:cubicBezTo>
                  <a:cubicBezTo>
                    <a:pt x="17" y="288"/>
                    <a:pt x="33" y="356"/>
                    <a:pt x="17" y="425"/>
                  </a:cubicBezTo>
                  <a:cubicBezTo>
                    <a:pt x="1" y="425"/>
                    <a:pt x="17" y="425"/>
                    <a:pt x="17" y="441"/>
                  </a:cubicBezTo>
                  <a:lnTo>
                    <a:pt x="33" y="425"/>
                  </a:lnTo>
                  <a:cubicBezTo>
                    <a:pt x="53" y="356"/>
                    <a:pt x="53" y="288"/>
                    <a:pt x="53" y="223"/>
                  </a:cubicBezTo>
                  <a:cubicBezTo>
                    <a:pt x="53" y="154"/>
                    <a:pt x="3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1249437" y="2701835"/>
              <a:ext cx="250796" cy="206795"/>
            </a:xfrm>
            <a:custGeom>
              <a:rect b="b" l="l" r="r" t="t"/>
              <a:pathLst>
                <a:path extrusionOk="0" h="2082" w="2525">
                  <a:moveTo>
                    <a:pt x="1632" y="1"/>
                  </a:moveTo>
                  <a:cubicBezTo>
                    <a:pt x="1597" y="1"/>
                    <a:pt x="1558" y="11"/>
                    <a:pt x="1515" y="30"/>
                  </a:cubicBezTo>
                  <a:lnTo>
                    <a:pt x="1244" y="131"/>
                  </a:lnTo>
                  <a:cubicBezTo>
                    <a:pt x="877" y="280"/>
                    <a:pt x="489" y="434"/>
                    <a:pt x="101" y="583"/>
                  </a:cubicBezTo>
                  <a:lnTo>
                    <a:pt x="85" y="583"/>
                  </a:lnTo>
                  <a:cubicBezTo>
                    <a:pt x="49" y="599"/>
                    <a:pt x="16" y="620"/>
                    <a:pt x="16" y="668"/>
                  </a:cubicBezTo>
                  <a:cubicBezTo>
                    <a:pt x="0" y="1056"/>
                    <a:pt x="0" y="1428"/>
                    <a:pt x="16" y="1795"/>
                  </a:cubicBezTo>
                  <a:lnTo>
                    <a:pt x="33" y="1811"/>
                  </a:lnTo>
                  <a:lnTo>
                    <a:pt x="49" y="1795"/>
                  </a:lnTo>
                  <a:cubicBezTo>
                    <a:pt x="16" y="1428"/>
                    <a:pt x="33" y="1056"/>
                    <a:pt x="49" y="668"/>
                  </a:cubicBezTo>
                  <a:cubicBezTo>
                    <a:pt x="49" y="636"/>
                    <a:pt x="69" y="636"/>
                    <a:pt x="101" y="620"/>
                  </a:cubicBezTo>
                  <a:cubicBezTo>
                    <a:pt x="489" y="466"/>
                    <a:pt x="877" y="317"/>
                    <a:pt x="1244" y="163"/>
                  </a:cubicBezTo>
                  <a:lnTo>
                    <a:pt x="1531" y="46"/>
                  </a:lnTo>
                  <a:cubicBezTo>
                    <a:pt x="1563" y="36"/>
                    <a:pt x="1593" y="31"/>
                    <a:pt x="1621" y="31"/>
                  </a:cubicBezTo>
                  <a:cubicBezTo>
                    <a:pt x="1684" y="31"/>
                    <a:pt x="1739" y="56"/>
                    <a:pt x="1786" y="115"/>
                  </a:cubicBezTo>
                  <a:cubicBezTo>
                    <a:pt x="2036" y="397"/>
                    <a:pt x="2238" y="636"/>
                    <a:pt x="2424" y="854"/>
                  </a:cubicBezTo>
                  <a:cubicBezTo>
                    <a:pt x="2472" y="902"/>
                    <a:pt x="2493" y="955"/>
                    <a:pt x="2493" y="1040"/>
                  </a:cubicBezTo>
                  <a:lnTo>
                    <a:pt x="2493" y="1630"/>
                  </a:lnTo>
                  <a:lnTo>
                    <a:pt x="2493" y="1933"/>
                  </a:lnTo>
                  <a:lnTo>
                    <a:pt x="2493" y="1949"/>
                  </a:lnTo>
                  <a:cubicBezTo>
                    <a:pt x="2493" y="1997"/>
                    <a:pt x="2493" y="2034"/>
                    <a:pt x="2472" y="2050"/>
                  </a:cubicBezTo>
                  <a:lnTo>
                    <a:pt x="2472" y="2066"/>
                  </a:lnTo>
                  <a:lnTo>
                    <a:pt x="2472" y="2082"/>
                  </a:lnTo>
                  <a:lnTo>
                    <a:pt x="2493" y="2066"/>
                  </a:lnTo>
                  <a:cubicBezTo>
                    <a:pt x="2525" y="2034"/>
                    <a:pt x="2525" y="1997"/>
                    <a:pt x="2525" y="1949"/>
                  </a:cubicBezTo>
                  <a:lnTo>
                    <a:pt x="2525" y="1933"/>
                  </a:lnTo>
                  <a:lnTo>
                    <a:pt x="2525" y="1630"/>
                  </a:lnTo>
                  <a:lnTo>
                    <a:pt x="2525" y="1040"/>
                  </a:lnTo>
                  <a:cubicBezTo>
                    <a:pt x="2525" y="955"/>
                    <a:pt x="2509" y="886"/>
                    <a:pt x="2456" y="838"/>
                  </a:cubicBezTo>
                  <a:cubicBezTo>
                    <a:pt x="2254" y="620"/>
                    <a:pt x="2052" y="381"/>
                    <a:pt x="1802" y="94"/>
                  </a:cubicBezTo>
                  <a:cubicBezTo>
                    <a:pt x="1748" y="31"/>
                    <a:pt x="1694" y="1"/>
                    <a:pt x="1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2081979" y="2792518"/>
              <a:ext cx="100418" cy="244935"/>
            </a:xfrm>
            <a:custGeom>
              <a:rect b="b" l="l" r="r" t="t"/>
              <a:pathLst>
                <a:path extrusionOk="0" h="2466" w="1011">
                  <a:moveTo>
                    <a:pt x="21" y="1"/>
                  </a:moveTo>
                  <a:cubicBezTo>
                    <a:pt x="18" y="1"/>
                    <a:pt x="17" y="3"/>
                    <a:pt x="17" y="10"/>
                  </a:cubicBezTo>
                  <a:cubicBezTo>
                    <a:pt x="1" y="10"/>
                    <a:pt x="1" y="10"/>
                    <a:pt x="1" y="26"/>
                  </a:cubicBezTo>
                  <a:cubicBezTo>
                    <a:pt x="49" y="228"/>
                    <a:pt x="33" y="430"/>
                    <a:pt x="17" y="648"/>
                  </a:cubicBezTo>
                  <a:lnTo>
                    <a:pt x="17" y="834"/>
                  </a:lnTo>
                  <a:cubicBezTo>
                    <a:pt x="1" y="1020"/>
                    <a:pt x="49" y="1185"/>
                    <a:pt x="186" y="1355"/>
                  </a:cubicBezTo>
                  <a:cubicBezTo>
                    <a:pt x="336" y="1557"/>
                    <a:pt x="489" y="1775"/>
                    <a:pt x="639" y="1993"/>
                  </a:cubicBezTo>
                  <a:cubicBezTo>
                    <a:pt x="707" y="2110"/>
                    <a:pt x="792" y="2231"/>
                    <a:pt x="877" y="2349"/>
                  </a:cubicBezTo>
                  <a:cubicBezTo>
                    <a:pt x="877" y="2349"/>
                    <a:pt x="877" y="2365"/>
                    <a:pt x="893" y="2381"/>
                  </a:cubicBezTo>
                  <a:cubicBezTo>
                    <a:pt x="909" y="2413"/>
                    <a:pt x="926" y="2450"/>
                    <a:pt x="994" y="2466"/>
                  </a:cubicBezTo>
                  <a:cubicBezTo>
                    <a:pt x="994" y="2466"/>
                    <a:pt x="994" y="2450"/>
                    <a:pt x="1010" y="2450"/>
                  </a:cubicBezTo>
                  <a:cubicBezTo>
                    <a:pt x="1010" y="2433"/>
                    <a:pt x="994" y="2433"/>
                    <a:pt x="994" y="2433"/>
                  </a:cubicBezTo>
                  <a:cubicBezTo>
                    <a:pt x="942" y="2433"/>
                    <a:pt x="926" y="2397"/>
                    <a:pt x="909" y="2365"/>
                  </a:cubicBezTo>
                  <a:cubicBezTo>
                    <a:pt x="909" y="2349"/>
                    <a:pt x="893" y="2349"/>
                    <a:pt x="893" y="2332"/>
                  </a:cubicBezTo>
                  <a:cubicBezTo>
                    <a:pt x="808" y="2211"/>
                    <a:pt x="740" y="2094"/>
                    <a:pt x="655" y="1977"/>
                  </a:cubicBezTo>
                  <a:cubicBezTo>
                    <a:pt x="505" y="1775"/>
                    <a:pt x="352" y="1541"/>
                    <a:pt x="202" y="1339"/>
                  </a:cubicBezTo>
                  <a:cubicBezTo>
                    <a:pt x="85" y="1169"/>
                    <a:pt x="33" y="1020"/>
                    <a:pt x="33" y="834"/>
                  </a:cubicBezTo>
                  <a:cubicBezTo>
                    <a:pt x="33" y="765"/>
                    <a:pt x="49" y="717"/>
                    <a:pt x="49" y="648"/>
                  </a:cubicBezTo>
                  <a:cubicBezTo>
                    <a:pt x="69" y="430"/>
                    <a:pt x="69" y="228"/>
                    <a:pt x="33" y="10"/>
                  </a:cubicBezTo>
                  <a:cubicBezTo>
                    <a:pt x="33" y="10"/>
                    <a:pt x="26"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1520197" y="2816654"/>
              <a:ext cx="199147" cy="346048"/>
            </a:xfrm>
            <a:custGeom>
              <a:rect b="b" l="l" r="r" t="t"/>
              <a:pathLst>
                <a:path extrusionOk="0" h="3484" w="2005">
                  <a:moveTo>
                    <a:pt x="17" y="1"/>
                  </a:moveTo>
                  <a:lnTo>
                    <a:pt x="17" y="17"/>
                  </a:lnTo>
                  <a:cubicBezTo>
                    <a:pt x="1" y="102"/>
                    <a:pt x="49" y="150"/>
                    <a:pt x="118" y="187"/>
                  </a:cubicBezTo>
                  <a:cubicBezTo>
                    <a:pt x="134" y="203"/>
                    <a:pt x="150" y="219"/>
                    <a:pt x="171" y="235"/>
                  </a:cubicBezTo>
                  <a:cubicBezTo>
                    <a:pt x="272" y="373"/>
                    <a:pt x="389" y="490"/>
                    <a:pt x="490" y="607"/>
                  </a:cubicBezTo>
                  <a:cubicBezTo>
                    <a:pt x="538" y="655"/>
                    <a:pt x="575" y="708"/>
                    <a:pt x="623" y="756"/>
                  </a:cubicBezTo>
                  <a:cubicBezTo>
                    <a:pt x="724" y="878"/>
                    <a:pt x="825" y="995"/>
                    <a:pt x="910" y="1096"/>
                  </a:cubicBezTo>
                  <a:cubicBezTo>
                    <a:pt x="1213" y="1431"/>
                    <a:pt x="1516" y="1786"/>
                    <a:pt x="1803" y="2138"/>
                  </a:cubicBezTo>
                  <a:cubicBezTo>
                    <a:pt x="1819" y="2154"/>
                    <a:pt x="1835" y="2170"/>
                    <a:pt x="1867" y="2190"/>
                  </a:cubicBezTo>
                  <a:cubicBezTo>
                    <a:pt x="1920" y="2239"/>
                    <a:pt x="1968" y="2308"/>
                    <a:pt x="1968" y="2392"/>
                  </a:cubicBezTo>
                  <a:lnTo>
                    <a:pt x="1968" y="2760"/>
                  </a:lnTo>
                  <a:cubicBezTo>
                    <a:pt x="1968" y="2962"/>
                    <a:pt x="1988" y="3180"/>
                    <a:pt x="1936" y="3382"/>
                  </a:cubicBezTo>
                  <a:cubicBezTo>
                    <a:pt x="1936" y="3418"/>
                    <a:pt x="1936" y="3451"/>
                    <a:pt x="1968" y="3483"/>
                  </a:cubicBezTo>
                  <a:lnTo>
                    <a:pt x="1988" y="3483"/>
                  </a:lnTo>
                  <a:cubicBezTo>
                    <a:pt x="2005" y="3467"/>
                    <a:pt x="2005" y="3467"/>
                    <a:pt x="1988" y="3467"/>
                  </a:cubicBezTo>
                  <a:cubicBezTo>
                    <a:pt x="1968" y="3451"/>
                    <a:pt x="1968" y="3418"/>
                    <a:pt x="1968" y="3382"/>
                  </a:cubicBezTo>
                  <a:cubicBezTo>
                    <a:pt x="2005" y="3180"/>
                    <a:pt x="2005" y="2962"/>
                    <a:pt x="2005" y="2760"/>
                  </a:cubicBezTo>
                  <a:cubicBezTo>
                    <a:pt x="1988" y="2643"/>
                    <a:pt x="1988" y="2526"/>
                    <a:pt x="2005" y="2392"/>
                  </a:cubicBezTo>
                  <a:cubicBezTo>
                    <a:pt x="2005" y="2291"/>
                    <a:pt x="1936" y="2223"/>
                    <a:pt x="1887" y="2170"/>
                  </a:cubicBezTo>
                  <a:cubicBezTo>
                    <a:pt x="1867" y="2154"/>
                    <a:pt x="1835" y="2138"/>
                    <a:pt x="1835" y="2122"/>
                  </a:cubicBezTo>
                  <a:cubicBezTo>
                    <a:pt x="1532" y="1766"/>
                    <a:pt x="1229" y="1415"/>
                    <a:pt x="942" y="1080"/>
                  </a:cubicBezTo>
                  <a:cubicBezTo>
                    <a:pt x="841" y="979"/>
                    <a:pt x="740" y="857"/>
                    <a:pt x="639" y="740"/>
                  </a:cubicBezTo>
                  <a:cubicBezTo>
                    <a:pt x="591" y="692"/>
                    <a:pt x="554" y="639"/>
                    <a:pt x="506" y="591"/>
                  </a:cubicBezTo>
                  <a:cubicBezTo>
                    <a:pt x="405" y="474"/>
                    <a:pt x="288" y="336"/>
                    <a:pt x="187" y="219"/>
                  </a:cubicBezTo>
                  <a:cubicBezTo>
                    <a:pt x="171" y="203"/>
                    <a:pt x="150" y="187"/>
                    <a:pt x="134" y="171"/>
                  </a:cubicBezTo>
                  <a:cubicBezTo>
                    <a:pt x="86" y="118"/>
                    <a:pt x="33" y="86"/>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1384619" y="1708088"/>
              <a:ext cx="5364" cy="46981"/>
            </a:xfrm>
            <a:custGeom>
              <a:rect b="b" l="l" r="r" t="t"/>
              <a:pathLst>
                <a:path extrusionOk="0" h="473" w="54">
                  <a:moveTo>
                    <a:pt x="21" y="0"/>
                  </a:moveTo>
                  <a:lnTo>
                    <a:pt x="21" y="20"/>
                  </a:lnTo>
                  <a:lnTo>
                    <a:pt x="21" y="186"/>
                  </a:lnTo>
                  <a:cubicBezTo>
                    <a:pt x="1" y="271"/>
                    <a:pt x="1" y="372"/>
                    <a:pt x="21" y="457"/>
                  </a:cubicBezTo>
                  <a:cubicBezTo>
                    <a:pt x="21" y="473"/>
                    <a:pt x="37" y="473"/>
                    <a:pt x="37" y="473"/>
                  </a:cubicBezTo>
                  <a:cubicBezTo>
                    <a:pt x="53" y="473"/>
                    <a:pt x="53" y="473"/>
                    <a:pt x="53" y="457"/>
                  </a:cubicBezTo>
                  <a:cubicBezTo>
                    <a:pt x="37" y="372"/>
                    <a:pt x="37" y="271"/>
                    <a:pt x="37" y="186"/>
                  </a:cubicBezTo>
                  <a:lnTo>
                    <a:pt x="37" y="20"/>
                  </a:lnTo>
                  <a:cubicBezTo>
                    <a:pt x="37" y="0"/>
                    <a:pt x="37"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2095190" y="3649296"/>
              <a:ext cx="5364" cy="48669"/>
            </a:xfrm>
            <a:custGeom>
              <a:rect b="b" l="l" r="r" t="t"/>
              <a:pathLst>
                <a:path extrusionOk="0" h="490" w="54">
                  <a:moveTo>
                    <a:pt x="37" y="0"/>
                  </a:moveTo>
                  <a:cubicBezTo>
                    <a:pt x="17" y="85"/>
                    <a:pt x="17" y="170"/>
                    <a:pt x="17" y="235"/>
                  </a:cubicBezTo>
                  <a:cubicBezTo>
                    <a:pt x="17" y="319"/>
                    <a:pt x="17" y="388"/>
                    <a:pt x="1" y="473"/>
                  </a:cubicBezTo>
                  <a:lnTo>
                    <a:pt x="17" y="489"/>
                  </a:lnTo>
                  <a:lnTo>
                    <a:pt x="37" y="473"/>
                  </a:lnTo>
                  <a:cubicBezTo>
                    <a:pt x="53" y="388"/>
                    <a:pt x="53" y="319"/>
                    <a:pt x="53" y="235"/>
                  </a:cubicBezTo>
                  <a:cubicBezTo>
                    <a:pt x="37" y="170"/>
                    <a:pt x="37" y="85"/>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852932" y="1198452"/>
              <a:ext cx="364920" cy="337606"/>
            </a:xfrm>
            <a:custGeom>
              <a:rect b="b" l="l" r="r" t="t"/>
              <a:pathLst>
                <a:path extrusionOk="0" h="3399" w="3674">
                  <a:moveTo>
                    <a:pt x="3637" y="1"/>
                  </a:moveTo>
                  <a:cubicBezTo>
                    <a:pt x="3621" y="1"/>
                    <a:pt x="3621" y="1"/>
                    <a:pt x="3621" y="17"/>
                  </a:cubicBezTo>
                  <a:lnTo>
                    <a:pt x="3621" y="251"/>
                  </a:lnTo>
                  <a:cubicBezTo>
                    <a:pt x="3621" y="421"/>
                    <a:pt x="3604" y="607"/>
                    <a:pt x="3621" y="789"/>
                  </a:cubicBezTo>
                  <a:cubicBezTo>
                    <a:pt x="3657" y="1043"/>
                    <a:pt x="3572" y="1193"/>
                    <a:pt x="3318" y="1330"/>
                  </a:cubicBezTo>
                  <a:cubicBezTo>
                    <a:pt x="2562" y="1782"/>
                    <a:pt x="1787" y="2255"/>
                    <a:pt x="1031" y="2728"/>
                  </a:cubicBezTo>
                  <a:cubicBezTo>
                    <a:pt x="760" y="2893"/>
                    <a:pt x="474" y="3063"/>
                    <a:pt x="187" y="3249"/>
                  </a:cubicBezTo>
                  <a:cubicBezTo>
                    <a:pt x="171" y="3249"/>
                    <a:pt x="138" y="3265"/>
                    <a:pt x="122" y="3265"/>
                  </a:cubicBezTo>
                  <a:cubicBezTo>
                    <a:pt x="70" y="3281"/>
                    <a:pt x="21" y="3313"/>
                    <a:pt x="1" y="3382"/>
                  </a:cubicBezTo>
                  <a:cubicBezTo>
                    <a:pt x="1" y="3398"/>
                    <a:pt x="1" y="3398"/>
                    <a:pt x="21" y="3398"/>
                  </a:cubicBezTo>
                  <a:cubicBezTo>
                    <a:pt x="37" y="3334"/>
                    <a:pt x="86" y="3313"/>
                    <a:pt x="138" y="3297"/>
                  </a:cubicBezTo>
                  <a:cubicBezTo>
                    <a:pt x="155" y="3281"/>
                    <a:pt x="171" y="3281"/>
                    <a:pt x="203" y="3265"/>
                  </a:cubicBezTo>
                  <a:cubicBezTo>
                    <a:pt x="474" y="3095"/>
                    <a:pt x="760" y="2909"/>
                    <a:pt x="1047" y="2744"/>
                  </a:cubicBezTo>
                  <a:cubicBezTo>
                    <a:pt x="1803" y="2287"/>
                    <a:pt x="2562" y="1799"/>
                    <a:pt x="3334" y="1362"/>
                  </a:cubicBezTo>
                  <a:cubicBezTo>
                    <a:pt x="3588" y="1213"/>
                    <a:pt x="3673" y="1059"/>
                    <a:pt x="3657" y="772"/>
                  </a:cubicBezTo>
                  <a:cubicBezTo>
                    <a:pt x="3637" y="607"/>
                    <a:pt x="3637" y="421"/>
                    <a:pt x="3637" y="251"/>
                  </a:cubicBezTo>
                  <a:cubicBezTo>
                    <a:pt x="3637" y="167"/>
                    <a:pt x="3657" y="82"/>
                    <a:pt x="3657" y="17"/>
                  </a:cubicBezTo>
                  <a:cubicBezTo>
                    <a:pt x="3657" y="1"/>
                    <a:pt x="3637" y="1"/>
                    <a:pt x="3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515525" y="3648104"/>
              <a:ext cx="122070" cy="86313"/>
            </a:xfrm>
            <a:custGeom>
              <a:rect b="b" l="l" r="r" t="t"/>
              <a:pathLst>
                <a:path extrusionOk="0" h="869" w="1229">
                  <a:moveTo>
                    <a:pt x="1174" y="0"/>
                  </a:moveTo>
                  <a:cubicBezTo>
                    <a:pt x="1157" y="0"/>
                    <a:pt x="1136" y="4"/>
                    <a:pt x="1112" y="12"/>
                  </a:cubicBezTo>
                  <a:cubicBezTo>
                    <a:pt x="893" y="81"/>
                    <a:pt x="671" y="146"/>
                    <a:pt x="453" y="214"/>
                  </a:cubicBezTo>
                  <a:cubicBezTo>
                    <a:pt x="336" y="247"/>
                    <a:pt x="219" y="283"/>
                    <a:pt x="85" y="315"/>
                  </a:cubicBezTo>
                  <a:cubicBezTo>
                    <a:pt x="65" y="331"/>
                    <a:pt x="65" y="331"/>
                    <a:pt x="49" y="331"/>
                  </a:cubicBezTo>
                  <a:lnTo>
                    <a:pt x="17" y="331"/>
                  </a:lnTo>
                  <a:cubicBezTo>
                    <a:pt x="17" y="331"/>
                    <a:pt x="1" y="331"/>
                    <a:pt x="1" y="348"/>
                  </a:cubicBezTo>
                  <a:cubicBezTo>
                    <a:pt x="11" y="348"/>
                    <a:pt x="15" y="355"/>
                    <a:pt x="16" y="355"/>
                  </a:cubicBezTo>
                  <a:cubicBezTo>
                    <a:pt x="17" y="355"/>
                    <a:pt x="17" y="353"/>
                    <a:pt x="17" y="348"/>
                  </a:cubicBezTo>
                  <a:lnTo>
                    <a:pt x="85" y="348"/>
                  </a:lnTo>
                  <a:cubicBezTo>
                    <a:pt x="219" y="315"/>
                    <a:pt x="352" y="263"/>
                    <a:pt x="469" y="230"/>
                  </a:cubicBezTo>
                  <a:cubicBezTo>
                    <a:pt x="691" y="182"/>
                    <a:pt x="910" y="113"/>
                    <a:pt x="1112" y="45"/>
                  </a:cubicBezTo>
                  <a:cubicBezTo>
                    <a:pt x="1160" y="28"/>
                    <a:pt x="1176" y="28"/>
                    <a:pt x="1196" y="28"/>
                  </a:cubicBezTo>
                  <a:cubicBezTo>
                    <a:pt x="1213" y="45"/>
                    <a:pt x="1213" y="61"/>
                    <a:pt x="1213" y="97"/>
                  </a:cubicBezTo>
                  <a:lnTo>
                    <a:pt x="1213" y="634"/>
                  </a:lnTo>
                  <a:lnTo>
                    <a:pt x="1213" y="852"/>
                  </a:lnTo>
                  <a:cubicBezTo>
                    <a:pt x="1213" y="869"/>
                    <a:pt x="1213" y="869"/>
                    <a:pt x="1229" y="869"/>
                  </a:cubicBezTo>
                  <a:lnTo>
                    <a:pt x="1229" y="852"/>
                  </a:lnTo>
                  <a:lnTo>
                    <a:pt x="1229" y="634"/>
                  </a:lnTo>
                  <a:lnTo>
                    <a:pt x="1229" y="97"/>
                  </a:lnTo>
                  <a:cubicBezTo>
                    <a:pt x="1229" y="45"/>
                    <a:pt x="1229" y="28"/>
                    <a:pt x="1213" y="12"/>
                  </a:cubicBezTo>
                  <a:cubicBezTo>
                    <a:pt x="1204" y="4"/>
                    <a:pt x="1191"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789563" y="3296593"/>
              <a:ext cx="5364" cy="81943"/>
            </a:xfrm>
            <a:custGeom>
              <a:rect b="b" l="l" r="r" t="t"/>
              <a:pathLst>
                <a:path extrusionOk="0" h="825" w="54">
                  <a:moveTo>
                    <a:pt x="1" y="0"/>
                  </a:moveTo>
                  <a:lnTo>
                    <a:pt x="1" y="186"/>
                  </a:lnTo>
                  <a:lnTo>
                    <a:pt x="1" y="671"/>
                  </a:lnTo>
                  <a:lnTo>
                    <a:pt x="1" y="707"/>
                  </a:lnTo>
                  <a:cubicBezTo>
                    <a:pt x="1" y="740"/>
                    <a:pt x="1" y="792"/>
                    <a:pt x="17" y="824"/>
                  </a:cubicBezTo>
                  <a:lnTo>
                    <a:pt x="33" y="824"/>
                  </a:lnTo>
                  <a:cubicBezTo>
                    <a:pt x="53" y="824"/>
                    <a:pt x="53" y="824"/>
                    <a:pt x="33" y="808"/>
                  </a:cubicBezTo>
                  <a:lnTo>
                    <a:pt x="33" y="707"/>
                  </a:lnTo>
                  <a:lnTo>
                    <a:pt x="33" y="671"/>
                  </a:lnTo>
                  <a:lnTo>
                    <a:pt x="33" y="186"/>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697687" y="3647707"/>
              <a:ext cx="3278" cy="41816"/>
            </a:xfrm>
            <a:custGeom>
              <a:rect b="b" l="l" r="r" t="t"/>
              <a:pathLst>
                <a:path extrusionOk="0" h="421" w="33">
                  <a:moveTo>
                    <a:pt x="1" y="0"/>
                  </a:moveTo>
                  <a:lnTo>
                    <a:pt x="1" y="16"/>
                  </a:lnTo>
                  <a:cubicBezTo>
                    <a:pt x="17" y="101"/>
                    <a:pt x="17" y="186"/>
                    <a:pt x="17" y="251"/>
                  </a:cubicBezTo>
                  <a:cubicBezTo>
                    <a:pt x="17" y="303"/>
                    <a:pt x="1" y="352"/>
                    <a:pt x="17" y="404"/>
                  </a:cubicBezTo>
                  <a:lnTo>
                    <a:pt x="17" y="420"/>
                  </a:lnTo>
                  <a:cubicBezTo>
                    <a:pt x="33" y="420"/>
                    <a:pt x="33" y="404"/>
                    <a:pt x="33" y="404"/>
                  </a:cubicBezTo>
                  <a:lnTo>
                    <a:pt x="33" y="251"/>
                  </a:lnTo>
                  <a:cubicBezTo>
                    <a:pt x="33" y="166"/>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1409946" y="1288738"/>
              <a:ext cx="83532" cy="192293"/>
            </a:xfrm>
            <a:custGeom>
              <a:rect b="b" l="l" r="r" t="t"/>
              <a:pathLst>
                <a:path extrusionOk="0" h="1936" w="841">
                  <a:moveTo>
                    <a:pt x="32" y="1"/>
                  </a:moveTo>
                  <a:cubicBezTo>
                    <a:pt x="0" y="235"/>
                    <a:pt x="16" y="453"/>
                    <a:pt x="16" y="671"/>
                  </a:cubicBezTo>
                  <a:lnTo>
                    <a:pt x="16" y="708"/>
                  </a:lnTo>
                  <a:cubicBezTo>
                    <a:pt x="16" y="756"/>
                    <a:pt x="49" y="772"/>
                    <a:pt x="69" y="789"/>
                  </a:cubicBezTo>
                  <a:cubicBezTo>
                    <a:pt x="186" y="890"/>
                    <a:pt x="271" y="1043"/>
                    <a:pt x="335" y="1176"/>
                  </a:cubicBezTo>
                  <a:cubicBezTo>
                    <a:pt x="388" y="1277"/>
                    <a:pt x="452" y="1378"/>
                    <a:pt x="521" y="1463"/>
                  </a:cubicBezTo>
                  <a:cubicBezTo>
                    <a:pt x="574" y="1516"/>
                    <a:pt x="606" y="1597"/>
                    <a:pt x="638" y="1665"/>
                  </a:cubicBezTo>
                  <a:cubicBezTo>
                    <a:pt x="691" y="1766"/>
                    <a:pt x="739" y="1867"/>
                    <a:pt x="824" y="1936"/>
                  </a:cubicBezTo>
                  <a:lnTo>
                    <a:pt x="840" y="1936"/>
                  </a:lnTo>
                  <a:lnTo>
                    <a:pt x="840" y="1920"/>
                  </a:lnTo>
                  <a:cubicBezTo>
                    <a:pt x="755" y="1851"/>
                    <a:pt x="707" y="1750"/>
                    <a:pt x="654" y="1649"/>
                  </a:cubicBezTo>
                  <a:cubicBezTo>
                    <a:pt x="622" y="1580"/>
                    <a:pt x="590" y="1516"/>
                    <a:pt x="537" y="1447"/>
                  </a:cubicBezTo>
                  <a:cubicBezTo>
                    <a:pt x="473" y="1362"/>
                    <a:pt x="420" y="1261"/>
                    <a:pt x="372" y="1160"/>
                  </a:cubicBezTo>
                  <a:cubicBezTo>
                    <a:pt x="287" y="1027"/>
                    <a:pt x="202" y="873"/>
                    <a:pt x="85" y="772"/>
                  </a:cubicBezTo>
                  <a:cubicBezTo>
                    <a:pt x="69" y="756"/>
                    <a:pt x="49" y="740"/>
                    <a:pt x="49" y="708"/>
                  </a:cubicBezTo>
                  <a:lnTo>
                    <a:pt x="49" y="671"/>
                  </a:lnTo>
                  <a:cubicBezTo>
                    <a:pt x="32" y="453"/>
                    <a:pt x="32" y="235"/>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1520197" y="3167073"/>
              <a:ext cx="180672" cy="281686"/>
            </a:xfrm>
            <a:custGeom>
              <a:rect b="b" l="l" r="r" t="t"/>
              <a:pathLst>
                <a:path extrusionOk="0" h="2836" w="1819">
                  <a:moveTo>
                    <a:pt x="64" y="0"/>
                  </a:moveTo>
                  <a:cubicBezTo>
                    <a:pt x="58" y="0"/>
                    <a:pt x="49" y="8"/>
                    <a:pt x="49" y="8"/>
                  </a:cubicBezTo>
                  <a:cubicBezTo>
                    <a:pt x="1" y="157"/>
                    <a:pt x="1" y="258"/>
                    <a:pt x="150" y="379"/>
                  </a:cubicBezTo>
                  <a:cubicBezTo>
                    <a:pt x="352" y="561"/>
                    <a:pt x="538" y="747"/>
                    <a:pt x="724" y="949"/>
                  </a:cubicBezTo>
                  <a:cubicBezTo>
                    <a:pt x="793" y="1018"/>
                    <a:pt x="857" y="1086"/>
                    <a:pt x="926" y="1151"/>
                  </a:cubicBezTo>
                  <a:cubicBezTo>
                    <a:pt x="1027" y="1252"/>
                    <a:pt x="1128" y="1353"/>
                    <a:pt x="1213" y="1454"/>
                  </a:cubicBezTo>
                  <a:cubicBezTo>
                    <a:pt x="1399" y="1623"/>
                    <a:pt x="1564" y="1809"/>
                    <a:pt x="1750" y="1975"/>
                  </a:cubicBezTo>
                  <a:cubicBezTo>
                    <a:pt x="1786" y="2011"/>
                    <a:pt x="1803" y="2027"/>
                    <a:pt x="1803" y="2060"/>
                  </a:cubicBezTo>
                  <a:lnTo>
                    <a:pt x="1803" y="2751"/>
                  </a:lnTo>
                  <a:cubicBezTo>
                    <a:pt x="1803" y="2767"/>
                    <a:pt x="1786" y="2783"/>
                    <a:pt x="1786" y="2803"/>
                  </a:cubicBezTo>
                  <a:cubicBezTo>
                    <a:pt x="1766" y="2803"/>
                    <a:pt x="1766" y="2819"/>
                    <a:pt x="1766" y="2819"/>
                  </a:cubicBezTo>
                  <a:lnTo>
                    <a:pt x="1766" y="2835"/>
                  </a:lnTo>
                  <a:lnTo>
                    <a:pt x="1803" y="2835"/>
                  </a:lnTo>
                  <a:lnTo>
                    <a:pt x="1803" y="2819"/>
                  </a:lnTo>
                  <a:cubicBezTo>
                    <a:pt x="1819" y="2803"/>
                    <a:pt x="1819" y="2767"/>
                    <a:pt x="1819" y="2751"/>
                  </a:cubicBezTo>
                  <a:lnTo>
                    <a:pt x="1819" y="2060"/>
                  </a:lnTo>
                  <a:cubicBezTo>
                    <a:pt x="1819" y="2027"/>
                    <a:pt x="1803" y="1995"/>
                    <a:pt x="1766" y="1959"/>
                  </a:cubicBezTo>
                  <a:cubicBezTo>
                    <a:pt x="1585" y="1793"/>
                    <a:pt x="1415" y="1607"/>
                    <a:pt x="1245" y="1422"/>
                  </a:cubicBezTo>
                  <a:cubicBezTo>
                    <a:pt x="1144" y="1337"/>
                    <a:pt x="1043" y="1236"/>
                    <a:pt x="958" y="1135"/>
                  </a:cubicBezTo>
                  <a:cubicBezTo>
                    <a:pt x="878" y="1066"/>
                    <a:pt x="809" y="1001"/>
                    <a:pt x="740" y="933"/>
                  </a:cubicBezTo>
                  <a:cubicBezTo>
                    <a:pt x="554" y="731"/>
                    <a:pt x="373" y="529"/>
                    <a:pt x="171" y="359"/>
                  </a:cubicBezTo>
                  <a:cubicBezTo>
                    <a:pt x="33" y="242"/>
                    <a:pt x="33" y="157"/>
                    <a:pt x="86" y="24"/>
                  </a:cubicBezTo>
                  <a:cubicBezTo>
                    <a:pt x="86" y="8"/>
                    <a:pt x="70" y="8"/>
                    <a:pt x="70" y="8"/>
                  </a:cubicBezTo>
                  <a:cubicBezTo>
                    <a:pt x="70" y="2"/>
                    <a:pt x="67"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1133823" y="3004081"/>
              <a:ext cx="6953" cy="96743"/>
            </a:xfrm>
            <a:custGeom>
              <a:rect b="b" l="l" r="r" t="t"/>
              <a:pathLst>
                <a:path extrusionOk="0" h="974" w="70">
                  <a:moveTo>
                    <a:pt x="1" y="0"/>
                  </a:moveTo>
                  <a:lnTo>
                    <a:pt x="1" y="17"/>
                  </a:lnTo>
                  <a:cubicBezTo>
                    <a:pt x="21" y="81"/>
                    <a:pt x="21" y="150"/>
                    <a:pt x="21" y="202"/>
                  </a:cubicBezTo>
                  <a:lnTo>
                    <a:pt x="21" y="788"/>
                  </a:lnTo>
                  <a:lnTo>
                    <a:pt x="21" y="825"/>
                  </a:lnTo>
                  <a:lnTo>
                    <a:pt x="21" y="857"/>
                  </a:lnTo>
                  <a:cubicBezTo>
                    <a:pt x="21" y="889"/>
                    <a:pt x="21" y="942"/>
                    <a:pt x="53" y="974"/>
                  </a:cubicBezTo>
                  <a:lnTo>
                    <a:pt x="69" y="974"/>
                  </a:lnTo>
                  <a:lnTo>
                    <a:pt x="69" y="958"/>
                  </a:lnTo>
                  <a:cubicBezTo>
                    <a:pt x="53" y="926"/>
                    <a:pt x="53" y="889"/>
                    <a:pt x="53" y="857"/>
                  </a:cubicBezTo>
                  <a:lnTo>
                    <a:pt x="53" y="825"/>
                  </a:lnTo>
                  <a:lnTo>
                    <a:pt x="53" y="788"/>
                  </a:lnTo>
                  <a:lnTo>
                    <a:pt x="53" y="202"/>
                  </a:lnTo>
                  <a:cubicBezTo>
                    <a:pt x="53" y="150"/>
                    <a:pt x="53" y="81"/>
                    <a:pt x="21" y="17"/>
                  </a:cubicBezTo>
                  <a:cubicBezTo>
                    <a:pt x="21" y="0"/>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2028642" y="2900187"/>
              <a:ext cx="4867" cy="48570"/>
            </a:xfrm>
            <a:custGeom>
              <a:rect b="b" l="l" r="r" t="t"/>
              <a:pathLst>
                <a:path extrusionOk="0" h="489" w="49">
                  <a:moveTo>
                    <a:pt x="33" y="0"/>
                  </a:moveTo>
                  <a:cubicBezTo>
                    <a:pt x="0" y="85"/>
                    <a:pt x="16" y="170"/>
                    <a:pt x="16" y="239"/>
                  </a:cubicBezTo>
                  <a:cubicBezTo>
                    <a:pt x="16" y="319"/>
                    <a:pt x="16" y="388"/>
                    <a:pt x="0" y="473"/>
                  </a:cubicBezTo>
                  <a:cubicBezTo>
                    <a:pt x="0" y="473"/>
                    <a:pt x="0" y="489"/>
                    <a:pt x="16" y="489"/>
                  </a:cubicBezTo>
                  <a:lnTo>
                    <a:pt x="33" y="473"/>
                  </a:lnTo>
                  <a:cubicBezTo>
                    <a:pt x="49" y="388"/>
                    <a:pt x="49" y="319"/>
                    <a:pt x="33" y="239"/>
                  </a:cubicBezTo>
                  <a:cubicBezTo>
                    <a:pt x="33" y="170"/>
                    <a:pt x="33" y="85"/>
                    <a:pt x="49"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1525064" y="1604591"/>
              <a:ext cx="200736" cy="444678"/>
            </a:xfrm>
            <a:custGeom>
              <a:rect b="b" l="l" r="r" t="t"/>
              <a:pathLst>
                <a:path extrusionOk="0" h="4477" w="2021">
                  <a:moveTo>
                    <a:pt x="37" y="0"/>
                  </a:moveTo>
                  <a:cubicBezTo>
                    <a:pt x="0" y="53"/>
                    <a:pt x="0" y="85"/>
                    <a:pt x="0" y="133"/>
                  </a:cubicBezTo>
                  <a:lnTo>
                    <a:pt x="0" y="170"/>
                  </a:lnTo>
                  <a:lnTo>
                    <a:pt x="0" y="707"/>
                  </a:lnTo>
                  <a:lnTo>
                    <a:pt x="0" y="1127"/>
                  </a:lnTo>
                  <a:cubicBezTo>
                    <a:pt x="0" y="1196"/>
                    <a:pt x="21" y="1244"/>
                    <a:pt x="53" y="1313"/>
                  </a:cubicBezTo>
                  <a:cubicBezTo>
                    <a:pt x="154" y="1466"/>
                    <a:pt x="255" y="1616"/>
                    <a:pt x="340" y="1769"/>
                  </a:cubicBezTo>
                  <a:cubicBezTo>
                    <a:pt x="526" y="2052"/>
                    <a:pt x="691" y="2339"/>
                    <a:pt x="877" y="2626"/>
                  </a:cubicBezTo>
                  <a:cubicBezTo>
                    <a:pt x="994" y="2796"/>
                    <a:pt x="1111" y="2981"/>
                    <a:pt x="1212" y="3163"/>
                  </a:cubicBezTo>
                  <a:cubicBezTo>
                    <a:pt x="1350" y="3365"/>
                    <a:pt x="1467" y="3587"/>
                    <a:pt x="1600" y="3769"/>
                  </a:cubicBezTo>
                  <a:cubicBezTo>
                    <a:pt x="1637" y="3822"/>
                    <a:pt x="1669" y="3870"/>
                    <a:pt x="1685" y="3923"/>
                  </a:cubicBezTo>
                  <a:cubicBezTo>
                    <a:pt x="1754" y="4040"/>
                    <a:pt x="1818" y="4157"/>
                    <a:pt x="1919" y="4242"/>
                  </a:cubicBezTo>
                  <a:cubicBezTo>
                    <a:pt x="1972" y="4294"/>
                    <a:pt x="1988" y="4395"/>
                    <a:pt x="1972" y="4460"/>
                  </a:cubicBezTo>
                  <a:cubicBezTo>
                    <a:pt x="1972" y="4460"/>
                    <a:pt x="1972" y="4476"/>
                    <a:pt x="1988" y="4476"/>
                  </a:cubicBezTo>
                  <a:cubicBezTo>
                    <a:pt x="1988" y="4476"/>
                    <a:pt x="2004" y="4476"/>
                    <a:pt x="2004" y="4460"/>
                  </a:cubicBezTo>
                  <a:cubicBezTo>
                    <a:pt x="2020" y="4359"/>
                    <a:pt x="1988" y="4274"/>
                    <a:pt x="1939" y="4226"/>
                  </a:cubicBezTo>
                  <a:cubicBezTo>
                    <a:pt x="1838" y="4141"/>
                    <a:pt x="1770" y="4024"/>
                    <a:pt x="1717" y="3923"/>
                  </a:cubicBezTo>
                  <a:cubicBezTo>
                    <a:pt x="1685" y="3870"/>
                    <a:pt x="1653" y="3805"/>
                    <a:pt x="1616" y="3769"/>
                  </a:cubicBezTo>
                  <a:cubicBezTo>
                    <a:pt x="1499" y="3567"/>
                    <a:pt x="1366" y="3349"/>
                    <a:pt x="1249" y="3147"/>
                  </a:cubicBezTo>
                  <a:cubicBezTo>
                    <a:pt x="1132" y="2981"/>
                    <a:pt x="1031" y="2779"/>
                    <a:pt x="909" y="2610"/>
                  </a:cubicBezTo>
                  <a:cubicBezTo>
                    <a:pt x="728" y="2323"/>
                    <a:pt x="542" y="2036"/>
                    <a:pt x="372" y="1749"/>
                  </a:cubicBezTo>
                  <a:cubicBezTo>
                    <a:pt x="271" y="1600"/>
                    <a:pt x="170" y="1446"/>
                    <a:pt x="85" y="1297"/>
                  </a:cubicBezTo>
                  <a:cubicBezTo>
                    <a:pt x="37" y="1244"/>
                    <a:pt x="37" y="1196"/>
                    <a:pt x="37" y="1127"/>
                  </a:cubicBezTo>
                  <a:lnTo>
                    <a:pt x="37" y="707"/>
                  </a:lnTo>
                  <a:lnTo>
                    <a:pt x="37" y="170"/>
                  </a:lnTo>
                  <a:lnTo>
                    <a:pt x="37" y="133"/>
                  </a:lnTo>
                  <a:cubicBezTo>
                    <a:pt x="21" y="101"/>
                    <a:pt x="21" y="53"/>
                    <a:pt x="53" y="32"/>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849753" y="2262918"/>
              <a:ext cx="364423" cy="279799"/>
            </a:xfrm>
            <a:custGeom>
              <a:rect b="b" l="l" r="r" t="t"/>
              <a:pathLst>
                <a:path extrusionOk="0" h="2817" w="3669">
                  <a:moveTo>
                    <a:pt x="3583" y="1"/>
                  </a:moveTo>
                  <a:cubicBezTo>
                    <a:pt x="3529" y="1"/>
                    <a:pt x="3480" y="27"/>
                    <a:pt x="3451" y="54"/>
                  </a:cubicBezTo>
                  <a:cubicBezTo>
                    <a:pt x="3434" y="54"/>
                    <a:pt x="3418" y="70"/>
                    <a:pt x="3386" y="90"/>
                  </a:cubicBezTo>
                  <a:cubicBezTo>
                    <a:pt x="2493" y="510"/>
                    <a:pt x="1568" y="946"/>
                    <a:pt x="675" y="1367"/>
                  </a:cubicBezTo>
                  <a:lnTo>
                    <a:pt x="372" y="1520"/>
                  </a:lnTo>
                  <a:cubicBezTo>
                    <a:pt x="356" y="1520"/>
                    <a:pt x="356" y="1520"/>
                    <a:pt x="356" y="1536"/>
                  </a:cubicBezTo>
                  <a:lnTo>
                    <a:pt x="336" y="1536"/>
                  </a:lnTo>
                  <a:cubicBezTo>
                    <a:pt x="102" y="1585"/>
                    <a:pt x="1" y="1722"/>
                    <a:pt x="33" y="1989"/>
                  </a:cubicBezTo>
                  <a:lnTo>
                    <a:pt x="33" y="2461"/>
                  </a:lnTo>
                  <a:cubicBezTo>
                    <a:pt x="17" y="2530"/>
                    <a:pt x="17" y="2595"/>
                    <a:pt x="17" y="2663"/>
                  </a:cubicBezTo>
                  <a:lnTo>
                    <a:pt x="17" y="2696"/>
                  </a:lnTo>
                  <a:cubicBezTo>
                    <a:pt x="17" y="2732"/>
                    <a:pt x="17" y="2780"/>
                    <a:pt x="33" y="2817"/>
                  </a:cubicBezTo>
                  <a:lnTo>
                    <a:pt x="53" y="2817"/>
                  </a:lnTo>
                  <a:cubicBezTo>
                    <a:pt x="53" y="2817"/>
                    <a:pt x="69" y="2797"/>
                    <a:pt x="53" y="2797"/>
                  </a:cubicBezTo>
                  <a:cubicBezTo>
                    <a:pt x="33" y="2764"/>
                    <a:pt x="53" y="2732"/>
                    <a:pt x="53" y="2696"/>
                  </a:cubicBezTo>
                  <a:lnTo>
                    <a:pt x="53" y="2663"/>
                  </a:lnTo>
                  <a:lnTo>
                    <a:pt x="53" y="2461"/>
                  </a:lnTo>
                  <a:cubicBezTo>
                    <a:pt x="69" y="2312"/>
                    <a:pt x="69" y="2142"/>
                    <a:pt x="53" y="1989"/>
                  </a:cubicBezTo>
                  <a:cubicBezTo>
                    <a:pt x="33" y="1738"/>
                    <a:pt x="118" y="1605"/>
                    <a:pt x="336" y="1569"/>
                  </a:cubicBezTo>
                  <a:lnTo>
                    <a:pt x="372" y="1536"/>
                  </a:lnTo>
                  <a:lnTo>
                    <a:pt x="691" y="1383"/>
                  </a:lnTo>
                  <a:cubicBezTo>
                    <a:pt x="1584" y="963"/>
                    <a:pt x="2493" y="526"/>
                    <a:pt x="3402" y="106"/>
                  </a:cubicBezTo>
                  <a:cubicBezTo>
                    <a:pt x="3418" y="90"/>
                    <a:pt x="3434" y="90"/>
                    <a:pt x="3451" y="70"/>
                  </a:cubicBezTo>
                  <a:cubicBezTo>
                    <a:pt x="3503" y="38"/>
                    <a:pt x="3552" y="21"/>
                    <a:pt x="3604" y="21"/>
                  </a:cubicBezTo>
                  <a:cubicBezTo>
                    <a:pt x="3636" y="207"/>
                    <a:pt x="3636" y="223"/>
                    <a:pt x="3467" y="292"/>
                  </a:cubicBezTo>
                  <a:cubicBezTo>
                    <a:pt x="3350" y="357"/>
                    <a:pt x="3216" y="409"/>
                    <a:pt x="3083" y="474"/>
                  </a:cubicBezTo>
                  <a:cubicBezTo>
                    <a:pt x="2946" y="542"/>
                    <a:pt x="2796" y="611"/>
                    <a:pt x="2659" y="676"/>
                  </a:cubicBezTo>
                  <a:cubicBezTo>
                    <a:pt x="2542" y="728"/>
                    <a:pt x="2408" y="797"/>
                    <a:pt x="2291" y="862"/>
                  </a:cubicBezTo>
                  <a:cubicBezTo>
                    <a:pt x="2138" y="930"/>
                    <a:pt x="1988" y="1015"/>
                    <a:pt x="1835" y="1080"/>
                  </a:cubicBezTo>
                  <a:cubicBezTo>
                    <a:pt x="1516" y="1233"/>
                    <a:pt x="1196" y="1383"/>
                    <a:pt x="877" y="1520"/>
                  </a:cubicBezTo>
                  <a:cubicBezTo>
                    <a:pt x="691" y="1621"/>
                    <a:pt x="489" y="1706"/>
                    <a:pt x="304" y="1787"/>
                  </a:cubicBezTo>
                  <a:cubicBezTo>
                    <a:pt x="235" y="1823"/>
                    <a:pt x="203" y="1872"/>
                    <a:pt x="203" y="1956"/>
                  </a:cubicBezTo>
                  <a:lnTo>
                    <a:pt x="203" y="2259"/>
                  </a:lnTo>
                  <a:lnTo>
                    <a:pt x="203" y="2514"/>
                  </a:lnTo>
                  <a:lnTo>
                    <a:pt x="203" y="2562"/>
                  </a:lnTo>
                  <a:cubicBezTo>
                    <a:pt x="203" y="2615"/>
                    <a:pt x="203" y="2663"/>
                    <a:pt x="235" y="2716"/>
                  </a:cubicBezTo>
                  <a:lnTo>
                    <a:pt x="255" y="2716"/>
                  </a:lnTo>
                  <a:lnTo>
                    <a:pt x="255" y="2696"/>
                  </a:lnTo>
                  <a:cubicBezTo>
                    <a:pt x="219" y="2663"/>
                    <a:pt x="235" y="2615"/>
                    <a:pt x="235" y="2562"/>
                  </a:cubicBezTo>
                  <a:lnTo>
                    <a:pt x="235" y="2514"/>
                  </a:lnTo>
                  <a:lnTo>
                    <a:pt x="235" y="2259"/>
                  </a:lnTo>
                  <a:lnTo>
                    <a:pt x="235" y="1956"/>
                  </a:lnTo>
                  <a:cubicBezTo>
                    <a:pt x="235" y="1888"/>
                    <a:pt x="255" y="1839"/>
                    <a:pt x="304" y="1823"/>
                  </a:cubicBezTo>
                  <a:cubicBezTo>
                    <a:pt x="506" y="1722"/>
                    <a:pt x="691" y="1637"/>
                    <a:pt x="893" y="1552"/>
                  </a:cubicBezTo>
                  <a:cubicBezTo>
                    <a:pt x="1213" y="1403"/>
                    <a:pt x="1532" y="1249"/>
                    <a:pt x="1851" y="1100"/>
                  </a:cubicBezTo>
                  <a:cubicBezTo>
                    <a:pt x="2004" y="1031"/>
                    <a:pt x="2154" y="946"/>
                    <a:pt x="2307" y="878"/>
                  </a:cubicBezTo>
                  <a:cubicBezTo>
                    <a:pt x="2424" y="813"/>
                    <a:pt x="2542" y="761"/>
                    <a:pt x="2679" y="696"/>
                  </a:cubicBezTo>
                  <a:cubicBezTo>
                    <a:pt x="2812" y="627"/>
                    <a:pt x="2962" y="559"/>
                    <a:pt x="3099" y="494"/>
                  </a:cubicBezTo>
                  <a:cubicBezTo>
                    <a:pt x="3216" y="441"/>
                    <a:pt x="3350" y="373"/>
                    <a:pt x="3487" y="324"/>
                  </a:cubicBezTo>
                  <a:cubicBezTo>
                    <a:pt x="3653" y="240"/>
                    <a:pt x="3669" y="223"/>
                    <a:pt x="3620" y="21"/>
                  </a:cubicBezTo>
                  <a:lnTo>
                    <a:pt x="3620" y="5"/>
                  </a:lnTo>
                  <a:cubicBezTo>
                    <a:pt x="3608" y="2"/>
                    <a:pt x="3595" y="1"/>
                    <a:pt x="3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751024" y="2042714"/>
              <a:ext cx="5364" cy="46583"/>
            </a:xfrm>
            <a:custGeom>
              <a:rect b="b" l="l" r="r" t="t"/>
              <a:pathLst>
                <a:path extrusionOk="0" h="469" w="54">
                  <a:moveTo>
                    <a:pt x="37" y="0"/>
                  </a:moveTo>
                  <a:lnTo>
                    <a:pt x="37" y="17"/>
                  </a:lnTo>
                  <a:cubicBezTo>
                    <a:pt x="1" y="166"/>
                    <a:pt x="1" y="320"/>
                    <a:pt x="37" y="453"/>
                  </a:cubicBezTo>
                  <a:lnTo>
                    <a:pt x="37" y="469"/>
                  </a:lnTo>
                  <a:cubicBezTo>
                    <a:pt x="53" y="469"/>
                    <a:pt x="53" y="453"/>
                    <a:pt x="53" y="453"/>
                  </a:cubicBezTo>
                  <a:cubicBezTo>
                    <a:pt x="37" y="320"/>
                    <a:pt x="37" y="166"/>
                    <a:pt x="53" y="17"/>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2006592" y="2873667"/>
              <a:ext cx="5264" cy="48272"/>
            </a:xfrm>
            <a:custGeom>
              <a:rect b="b" l="l" r="r" t="t"/>
              <a:pathLst>
                <a:path extrusionOk="0" h="486" w="53">
                  <a:moveTo>
                    <a:pt x="36" y="1"/>
                  </a:moveTo>
                  <a:cubicBezTo>
                    <a:pt x="20" y="81"/>
                    <a:pt x="20" y="166"/>
                    <a:pt x="20" y="235"/>
                  </a:cubicBezTo>
                  <a:cubicBezTo>
                    <a:pt x="20" y="320"/>
                    <a:pt x="20" y="384"/>
                    <a:pt x="0" y="469"/>
                  </a:cubicBezTo>
                  <a:lnTo>
                    <a:pt x="20" y="485"/>
                  </a:lnTo>
                  <a:lnTo>
                    <a:pt x="36" y="469"/>
                  </a:lnTo>
                  <a:cubicBezTo>
                    <a:pt x="53" y="384"/>
                    <a:pt x="53" y="320"/>
                    <a:pt x="53" y="235"/>
                  </a:cubicBezTo>
                  <a:cubicBezTo>
                    <a:pt x="36" y="166"/>
                    <a:pt x="36" y="81"/>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672458" y="1751791"/>
              <a:ext cx="144121" cy="207192"/>
            </a:xfrm>
            <a:custGeom>
              <a:rect b="b" l="l" r="r" t="t"/>
              <a:pathLst>
                <a:path extrusionOk="0" h="2086" w="1451">
                  <a:moveTo>
                    <a:pt x="1434" y="1"/>
                  </a:moveTo>
                  <a:cubicBezTo>
                    <a:pt x="1414" y="33"/>
                    <a:pt x="1398" y="33"/>
                    <a:pt x="1366" y="49"/>
                  </a:cubicBezTo>
                  <a:cubicBezTo>
                    <a:pt x="1349" y="49"/>
                    <a:pt x="1333" y="65"/>
                    <a:pt x="1333" y="65"/>
                  </a:cubicBezTo>
                  <a:cubicBezTo>
                    <a:pt x="1131" y="186"/>
                    <a:pt x="909" y="304"/>
                    <a:pt x="707" y="421"/>
                  </a:cubicBezTo>
                  <a:cubicBezTo>
                    <a:pt x="505" y="538"/>
                    <a:pt x="287" y="671"/>
                    <a:pt x="69" y="792"/>
                  </a:cubicBezTo>
                  <a:cubicBezTo>
                    <a:pt x="20" y="809"/>
                    <a:pt x="0" y="825"/>
                    <a:pt x="0" y="893"/>
                  </a:cubicBezTo>
                  <a:lnTo>
                    <a:pt x="0" y="1362"/>
                  </a:lnTo>
                  <a:lnTo>
                    <a:pt x="0" y="2037"/>
                  </a:lnTo>
                  <a:cubicBezTo>
                    <a:pt x="0" y="2053"/>
                    <a:pt x="0" y="2053"/>
                    <a:pt x="20" y="2069"/>
                  </a:cubicBezTo>
                  <a:lnTo>
                    <a:pt x="20" y="2085"/>
                  </a:lnTo>
                  <a:lnTo>
                    <a:pt x="37" y="2085"/>
                  </a:lnTo>
                  <a:cubicBezTo>
                    <a:pt x="53" y="2085"/>
                    <a:pt x="53" y="2069"/>
                    <a:pt x="53" y="2069"/>
                  </a:cubicBezTo>
                  <a:lnTo>
                    <a:pt x="37" y="2053"/>
                  </a:lnTo>
                  <a:lnTo>
                    <a:pt x="20" y="2037"/>
                  </a:lnTo>
                  <a:lnTo>
                    <a:pt x="20" y="1362"/>
                  </a:lnTo>
                  <a:lnTo>
                    <a:pt x="20" y="893"/>
                  </a:lnTo>
                  <a:cubicBezTo>
                    <a:pt x="20" y="841"/>
                    <a:pt x="37" y="841"/>
                    <a:pt x="69" y="825"/>
                  </a:cubicBezTo>
                  <a:lnTo>
                    <a:pt x="85" y="809"/>
                  </a:lnTo>
                  <a:cubicBezTo>
                    <a:pt x="287" y="691"/>
                    <a:pt x="505" y="570"/>
                    <a:pt x="727" y="437"/>
                  </a:cubicBezTo>
                  <a:cubicBezTo>
                    <a:pt x="929" y="320"/>
                    <a:pt x="1131" y="203"/>
                    <a:pt x="1333" y="85"/>
                  </a:cubicBezTo>
                  <a:lnTo>
                    <a:pt x="1382" y="85"/>
                  </a:lnTo>
                  <a:cubicBezTo>
                    <a:pt x="1398" y="65"/>
                    <a:pt x="1434" y="49"/>
                    <a:pt x="1450" y="17"/>
                  </a:cubicBezTo>
                  <a:lnTo>
                    <a:pt x="1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1521886" y="1766690"/>
              <a:ext cx="202325" cy="429779"/>
            </a:xfrm>
            <a:custGeom>
              <a:rect b="b" l="l" r="r" t="t"/>
              <a:pathLst>
                <a:path extrusionOk="0" h="4327" w="2037">
                  <a:moveTo>
                    <a:pt x="16" y="0"/>
                  </a:moveTo>
                  <a:lnTo>
                    <a:pt x="0" y="16"/>
                  </a:lnTo>
                  <a:cubicBezTo>
                    <a:pt x="16" y="117"/>
                    <a:pt x="69" y="186"/>
                    <a:pt x="117" y="271"/>
                  </a:cubicBezTo>
                  <a:cubicBezTo>
                    <a:pt x="133" y="287"/>
                    <a:pt x="154" y="303"/>
                    <a:pt x="170" y="339"/>
                  </a:cubicBezTo>
                  <a:cubicBezTo>
                    <a:pt x="319" y="574"/>
                    <a:pt x="473" y="808"/>
                    <a:pt x="622" y="1046"/>
                  </a:cubicBezTo>
                  <a:cubicBezTo>
                    <a:pt x="962" y="1567"/>
                    <a:pt x="1313" y="2121"/>
                    <a:pt x="1648" y="2642"/>
                  </a:cubicBezTo>
                  <a:cubicBezTo>
                    <a:pt x="1685" y="2711"/>
                    <a:pt x="1717" y="2763"/>
                    <a:pt x="1749" y="2812"/>
                  </a:cubicBezTo>
                  <a:cubicBezTo>
                    <a:pt x="1850" y="2929"/>
                    <a:pt x="1935" y="3066"/>
                    <a:pt x="1971" y="3216"/>
                  </a:cubicBezTo>
                  <a:cubicBezTo>
                    <a:pt x="2004" y="3349"/>
                    <a:pt x="1988" y="3486"/>
                    <a:pt x="1988" y="3636"/>
                  </a:cubicBezTo>
                  <a:lnTo>
                    <a:pt x="1988" y="3789"/>
                  </a:lnTo>
                  <a:cubicBezTo>
                    <a:pt x="1971" y="3838"/>
                    <a:pt x="1988" y="3906"/>
                    <a:pt x="1988" y="3955"/>
                  </a:cubicBezTo>
                  <a:cubicBezTo>
                    <a:pt x="1988" y="4076"/>
                    <a:pt x="1988" y="4193"/>
                    <a:pt x="1971" y="4310"/>
                  </a:cubicBezTo>
                  <a:lnTo>
                    <a:pt x="1971" y="4327"/>
                  </a:lnTo>
                  <a:lnTo>
                    <a:pt x="1988" y="4327"/>
                  </a:lnTo>
                  <a:lnTo>
                    <a:pt x="1988" y="4310"/>
                  </a:lnTo>
                  <a:cubicBezTo>
                    <a:pt x="2020" y="4193"/>
                    <a:pt x="2004" y="4076"/>
                    <a:pt x="2004" y="3955"/>
                  </a:cubicBezTo>
                  <a:lnTo>
                    <a:pt x="2004" y="3789"/>
                  </a:lnTo>
                  <a:cubicBezTo>
                    <a:pt x="2004" y="3737"/>
                    <a:pt x="2004" y="3688"/>
                    <a:pt x="2020" y="3636"/>
                  </a:cubicBezTo>
                  <a:cubicBezTo>
                    <a:pt x="2020" y="3486"/>
                    <a:pt x="2036" y="3349"/>
                    <a:pt x="2004" y="3200"/>
                  </a:cubicBezTo>
                  <a:cubicBezTo>
                    <a:pt x="1971" y="3046"/>
                    <a:pt x="1870" y="2929"/>
                    <a:pt x="1769" y="2796"/>
                  </a:cubicBezTo>
                  <a:cubicBezTo>
                    <a:pt x="1733" y="2743"/>
                    <a:pt x="1701" y="2695"/>
                    <a:pt x="1669" y="2642"/>
                  </a:cubicBezTo>
                  <a:cubicBezTo>
                    <a:pt x="1329" y="2105"/>
                    <a:pt x="978" y="1567"/>
                    <a:pt x="659" y="1046"/>
                  </a:cubicBezTo>
                  <a:cubicBezTo>
                    <a:pt x="505" y="792"/>
                    <a:pt x="356" y="558"/>
                    <a:pt x="202" y="319"/>
                  </a:cubicBezTo>
                  <a:cubicBezTo>
                    <a:pt x="186" y="303"/>
                    <a:pt x="154" y="271"/>
                    <a:pt x="133" y="255"/>
                  </a:cubicBezTo>
                  <a:cubicBezTo>
                    <a:pt x="85" y="170"/>
                    <a:pt x="32" y="117"/>
                    <a:pt x="32" y="16"/>
                  </a:cubicBez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1411536" y="2376943"/>
              <a:ext cx="90386" cy="195869"/>
            </a:xfrm>
            <a:custGeom>
              <a:rect b="b" l="l" r="r" t="t"/>
              <a:pathLst>
                <a:path extrusionOk="0" h="1972" w="910">
                  <a:moveTo>
                    <a:pt x="33" y="0"/>
                  </a:moveTo>
                  <a:cubicBezTo>
                    <a:pt x="0" y="33"/>
                    <a:pt x="0" y="85"/>
                    <a:pt x="0" y="118"/>
                  </a:cubicBezTo>
                  <a:lnTo>
                    <a:pt x="0" y="154"/>
                  </a:lnTo>
                  <a:lnTo>
                    <a:pt x="0" y="675"/>
                  </a:lnTo>
                  <a:cubicBezTo>
                    <a:pt x="0" y="792"/>
                    <a:pt x="0" y="893"/>
                    <a:pt x="134" y="994"/>
                  </a:cubicBezTo>
                  <a:cubicBezTo>
                    <a:pt x="218" y="1043"/>
                    <a:pt x="271" y="1127"/>
                    <a:pt x="336" y="1212"/>
                  </a:cubicBezTo>
                  <a:cubicBezTo>
                    <a:pt x="372" y="1265"/>
                    <a:pt x="404" y="1313"/>
                    <a:pt x="457" y="1346"/>
                  </a:cubicBezTo>
                  <a:cubicBezTo>
                    <a:pt x="505" y="1414"/>
                    <a:pt x="558" y="1483"/>
                    <a:pt x="590" y="1548"/>
                  </a:cubicBezTo>
                  <a:cubicBezTo>
                    <a:pt x="659" y="1632"/>
                    <a:pt x="739" y="1733"/>
                    <a:pt x="824" y="1818"/>
                  </a:cubicBezTo>
                  <a:cubicBezTo>
                    <a:pt x="840" y="1834"/>
                    <a:pt x="861" y="1871"/>
                    <a:pt x="861" y="1903"/>
                  </a:cubicBezTo>
                  <a:cubicBezTo>
                    <a:pt x="861" y="1919"/>
                    <a:pt x="877" y="1935"/>
                    <a:pt x="877" y="1952"/>
                  </a:cubicBezTo>
                  <a:lnTo>
                    <a:pt x="893" y="1972"/>
                  </a:lnTo>
                  <a:lnTo>
                    <a:pt x="909" y="1952"/>
                  </a:lnTo>
                  <a:cubicBezTo>
                    <a:pt x="893" y="1935"/>
                    <a:pt x="893" y="1919"/>
                    <a:pt x="893" y="1903"/>
                  </a:cubicBezTo>
                  <a:cubicBezTo>
                    <a:pt x="877" y="1871"/>
                    <a:pt x="877" y="1818"/>
                    <a:pt x="840" y="1802"/>
                  </a:cubicBezTo>
                  <a:cubicBezTo>
                    <a:pt x="760" y="1717"/>
                    <a:pt x="691" y="1616"/>
                    <a:pt x="622" y="1531"/>
                  </a:cubicBezTo>
                  <a:cubicBezTo>
                    <a:pt x="574" y="1467"/>
                    <a:pt x="521" y="1398"/>
                    <a:pt x="473" y="1329"/>
                  </a:cubicBezTo>
                  <a:cubicBezTo>
                    <a:pt x="420" y="1297"/>
                    <a:pt x="388" y="1245"/>
                    <a:pt x="356" y="1196"/>
                  </a:cubicBezTo>
                  <a:cubicBezTo>
                    <a:pt x="287" y="1111"/>
                    <a:pt x="235" y="1027"/>
                    <a:pt x="154" y="962"/>
                  </a:cubicBezTo>
                  <a:cubicBezTo>
                    <a:pt x="16" y="893"/>
                    <a:pt x="16" y="792"/>
                    <a:pt x="16" y="675"/>
                  </a:cubicBezTo>
                  <a:lnTo>
                    <a:pt x="16" y="154"/>
                  </a:lnTo>
                  <a:lnTo>
                    <a:pt x="16" y="118"/>
                  </a:lnTo>
                  <a:cubicBezTo>
                    <a:pt x="16" y="85"/>
                    <a:pt x="16" y="53"/>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1334459" y="3102412"/>
              <a:ext cx="5364" cy="97140"/>
            </a:xfrm>
            <a:custGeom>
              <a:rect b="b" l="l" r="r" t="t"/>
              <a:pathLst>
                <a:path extrusionOk="0" h="978" w="54">
                  <a:moveTo>
                    <a:pt x="37" y="0"/>
                  </a:moveTo>
                  <a:cubicBezTo>
                    <a:pt x="21" y="0"/>
                    <a:pt x="21" y="0"/>
                    <a:pt x="21" y="20"/>
                  </a:cubicBezTo>
                  <a:lnTo>
                    <a:pt x="21" y="222"/>
                  </a:lnTo>
                  <a:cubicBezTo>
                    <a:pt x="1" y="424"/>
                    <a:pt x="1" y="626"/>
                    <a:pt x="1" y="828"/>
                  </a:cubicBezTo>
                  <a:lnTo>
                    <a:pt x="1" y="844"/>
                  </a:lnTo>
                  <a:cubicBezTo>
                    <a:pt x="1" y="893"/>
                    <a:pt x="1" y="929"/>
                    <a:pt x="21" y="962"/>
                  </a:cubicBezTo>
                  <a:lnTo>
                    <a:pt x="37" y="978"/>
                  </a:lnTo>
                  <a:cubicBezTo>
                    <a:pt x="37" y="962"/>
                    <a:pt x="53" y="962"/>
                    <a:pt x="37" y="962"/>
                  </a:cubicBezTo>
                  <a:cubicBezTo>
                    <a:pt x="21" y="929"/>
                    <a:pt x="37" y="893"/>
                    <a:pt x="37" y="861"/>
                  </a:cubicBezTo>
                  <a:lnTo>
                    <a:pt x="37" y="828"/>
                  </a:lnTo>
                  <a:lnTo>
                    <a:pt x="37" y="222"/>
                  </a:lnTo>
                  <a:lnTo>
                    <a:pt x="37" y="20"/>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2083569" y="3192699"/>
              <a:ext cx="103596" cy="158920"/>
            </a:xfrm>
            <a:custGeom>
              <a:rect b="b" l="l" r="r" t="t"/>
              <a:pathLst>
                <a:path extrusionOk="0" h="1600" w="1043">
                  <a:moveTo>
                    <a:pt x="17" y="0"/>
                  </a:moveTo>
                  <a:cubicBezTo>
                    <a:pt x="1" y="0"/>
                    <a:pt x="1" y="0"/>
                    <a:pt x="1" y="20"/>
                  </a:cubicBezTo>
                  <a:cubicBezTo>
                    <a:pt x="1" y="101"/>
                    <a:pt x="17" y="154"/>
                    <a:pt x="69" y="202"/>
                  </a:cubicBezTo>
                  <a:cubicBezTo>
                    <a:pt x="118" y="255"/>
                    <a:pt x="170" y="303"/>
                    <a:pt x="203" y="356"/>
                  </a:cubicBezTo>
                  <a:cubicBezTo>
                    <a:pt x="287" y="457"/>
                    <a:pt x="356" y="541"/>
                    <a:pt x="421" y="642"/>
                  </a:cubicBezTo>
                  <a:cubicBezTo>
                    <a:pt x="574" y="844"/>
                    <a:pt x="740" y="1046"/>
                    <a:pt x="893" y="1232"/>
                  </a:cubicBezTo>
                  <a:cubicBezTo>
                    <a:pt x="994" y="1349"/>
                    <a:pt x="1027" y="1450"/>
                    <a:pt x="978" y="1584"/>
                  </a:cubicBezTo>
                  <a:lnTo>
                    <a:pt x="978" y="1600"/>
                  </a:lnTo>
                  <a:lnTo>
                    <a:pt x="994" y="1600"/>
                  </a:lnTo>
                  <a:cubicBezTo>
                    <a:pt x="1043" y="1450"/>
                    <a:pt x="1027" y="1349"/>
                    <a:pt x="926" y="1212"/>
                  </a:cubicBezTo>
                  <a:cubicBezTo>
                    <a:pt x="760" y="1030"/>
                    <a:pt x="590" y="828"/>
                    <a:pt x="437" y="626"/>
                  </a:cubicBezTo>
                  <a:cubicBezTo>
                    <a:pt x="372" y="525"/>
                    <a:pt x="304" y="440"/>
                    <a:pt x="219" y="339"/>
                  </a:cubicBezTo>
                  <a:cubicBezTo>
                    <a:pt x="186" y="287"/>
                    <a:pt x="134" y="238"/>
                    <a:pt x="85" y="186"/>
                  </a:cubicBezTo>
                  <a:cubicBezTo>
                    <a:pt x="33" y="154"/>
                    <a:pt x="17" y="85"/>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1923059" y="3323013"/>
              <a:ext cx="147398" cy="229242"/>
            </a:xfrm>
            <a:custGeom>
              <a:rect b="b" l="l" r="r" t="t"/>
              <a:pathLst>
                <a:path extrusionOk="0" h="2308" w="1484">
                  <a:moveTo>
                    <a:pt x="53" y="1"/>
                  </a:moveTo>
                  <a:lnTo>
                    <a:pt x="33" y="21"/>
                  </a:lnTo>
                  <a:cubicBezTo>
                    <a:pt x="17" y="102"/>
                    <a:pt x="17" y="187"/>
                    <a:pt x="17" y="272"/>
                  </a:cubicBezTo>
                  <a:cubicBezTo>
                    <a:pt x="17" y="340"/>
                    <a:pt x="33" y="405"/>
                    <a:pt x="17" y="474"/>
                  </a:cubicBezTo>
                  <a:cubicBezTo>
                    <a:pt x="1" y="607"/>
                    <a:pt x="53" y="708"/>
                    <a:pt x="154" y="829"/>
                  </a:cubicBezTo>
                  <a:cubicBezTo>
                    <a:pt x="457" y="1148"/>
                    <a:pt x="740" y="1467"/>
                    <a:pt x="1063" y="1819"/>
                  </a:cubicBezTo>
                  <a:cubicBezTo>
                    <a:pt x="1096" y="1855"/>
                    <a:pt x="1144" y="1888"/>
                    <a:pt x="1180" y="1940"/>
                  </a:cubicBezTo>
                  <a:cubicBezTo>
                    <a:pt x="1245" y="2005"/>
                    <a:pt x="1314" y="2073"/>
                    <a:pt x="1366" y="2158"/>
                  </a:cubicBezTo>
                  <a:cubicBezTo>
                    <a:pt x="1415" y="2207"/>
                    <a:pt x="1431" y="2259"/>
                    <a:pt x="1447" y="2291"/>
                  </a:cubicBezTo>
                  <a:lnTo>
                    <a:pt x="1467" y="2308"/>
                  </a:lnTo>
                  <a:cubicBezTo>
                    <a:pt x="1483" y="2308"/>
                    <a:pt x="1483" y="2291"/>
                    <a:pt x="1483" y="2291"/>
                  </a:cubicBezTo>
                  <a:cubicBezTo>
                    <a:pt x="1467" y="2243"/>
                    <a:pt x="1431" y="2190"/>
                    <a:pt x="1382" y="2142"/>
                  </a:cubicBezTo>
                  <a:cubicBezTo>
                    <a:pt x="1330" y="2057"/>
                    <a:pt x="1265" y="1989"/>
                    <a:pt x="1197" y="1920"/>
                  </a:cubicBezTo>
                  <a:cubicBezTo>
                    <a:pt x="1164" y="1871"/>
                    <a:pt x="1112" y="1839"/>
                    <a:pt x="1079" y="1803"/>
                  </a:cubicBezTo>
                  <a:cubicBezTo>
                    <a:pt x="776" y="1451"/>
                    <a:pt x="473" y="1132"/>
                    <a:pt x="187" y="809"/>
                  </a:cubicBezTo>
                  <a:cubicBezTo>
                    <a:pt x="69" y="692"/>
                    <a:pt x="33" y="591"/>
                    <a:pt x="53" y="474"/>
                  </a:cubicBezTo>
                  <a:lnTo>
                    <a:pt x="53" y="272"/>
                  </a:lnTo>
                  <a:cubicBezTo>
                    <a:pt x="53" y="187"/>
                    <a:pt x="53" y="102"/>
                    <a:pt x="69" y="21"/>
                  </a:cubicBezTo>
                  <a:cubicBezTo>
                    <a:pt x="69" y="21"/>
                    <a:pt x="53" y="2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1132234" y="3172635"/>
              <a:ext cx="6953" cy="95551"/>
            </a:xfrm>
            <a:custGeom>
              <a:rect b="b" l="l" r="r" t="t"/>
              <a:pathLst>
                <a:path extrusionOk="0" h="962" w="70">
                  <a:moveTo>
                    <a:pt x="17" y="0"/>
                  </a:moveTo>
                  <a:cubicBezTo>
                    <a:pt x="1" y="36"/>
                    <a:pt x="17" y="53"/>
                    <a:pt x="17" y="69"/>
                  </a:cubicBezTo>
                  <a:cubicBezTo>
                    <a:pt x="37" y="69"/>
                    <a:pt x="37" y="85"/>
                    <a:pt x="37" y="101"/>
                  </a:cubicBezTo>
                  <a:lnTo>
                    <a:pt x="37" y="271"/>
                  </a:lnTo>
                  <a:cubicBezTo>
                    <a:pt x="17" y="489"/>
                    <a:pt x="17" y="727"/>
                    <a:pt x="37" y="945"/>
                  </a:cubicBezTo>
                  <a:lnTo>
                    <a:pt x="53" y="962"/>
                  </a:lnTo>
                  <a:cubicBezTo>
                    <a:pt x="69" y="962"/>
                    <a:pt x="69" y="945"/>
                    <a:pt x="69" y="945"/>
                  </a:cubicBezTo>
                  <a:cubicBezTo>
                    <a:pt x="53" y="707"/>
                    <a:pt x="53" y="489"/>
                    <a:pt x="53" y="271"/>
                  </a:cubicBezTo>
                  <a:lnTo>
                    <a:pt x="53" y="101"/>
                  </a:lnTo>
                  <a:lnTo>
                    <a:pt x="53" y="53"/>
                  </a:lnTo>
                  <a:cubicBezTo>
                    <a:pt x="37" y="36"/>
                    <a:pt x="37" y="20"/>
                    <a:pt x="37" y="20"/>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1734143" y="3706209"/>
              <a:ext cx="21752" cy="28208"/>
            </a:xfrm>
            <a:custGeom>
              <a:rect b="b" l="l" r="r" t="t"/>
              <a:pathLst>
                <a:path extrusionOk="0" h="284" w="219">
                  <a:moveTo>
                    <a:pt x="53" y="1"/>
                  </a:moveTo>
                  <a:lnTo>
                    <a:pt x="36" y="17"/>
                  </a:lnTo>
                  <a:cubicBezTo>
                    <a:pt x="0" y="102"/>
                    <a:pt x="16" y="183"/>
                    <a:pt x="53" y="267"/>
                  </a:cubicBezTo>
                  <a:lnTo>
                    <a:pt x="69" y="284"/>
                  </a:lnTo>
                  <a:lnTo>
                    <a:pt x="202" y="284"/>
                  </a:lnTo>
                  <a:cubicBezTo>
                    <a:pt x="218" y="284"/>
                    <a:pt x="218" y="284"/>
                    <a:pt x="218" y="267"/>
                  </a:cubicBezTo>
                  <a:cubicBezTo>
                    <a:pt x="218" y="267"/>
                    <a:pt x="218" y="251"/>
                    <a:pt x="202" y="251"/>
                  </a:cubicBezTo>
                  <a:lnTo>
                    <a:pt x="69" y="251"/>
                  </a:lnTo>
                  <a:cubicBezTo>
                    <a:pt x="53" y="183"/>
                    <a:pt x="36" y="102"/>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1520197" y="3343077"/>
              <a:ext cx="182261" cy="266191"/>
            </a:xfrm>
            <a:custGeom>
              <a:rect b="b" l="l" r="r" t="t"/>
              <a:pathLst>
                <a:path extrusionOk="0" h="2680" w="1835">
                  <a:moveTo>
                    <a:pt x="33" y="1"/>
                  </a:moveTo>
                  <a:cubicBezTo>
                    <a:pt x="17" y="122"/>
                    <a:pt x="1" y="223"/>
                    <a:pt x="134" y="288"/>
                  </a:cubicBezTo>
                  <a:cubicBezTo>
                    <a:pt x="203" y="340"/>
                    <a:pt x="272" y="405"/>
                    <a:pt x="320" y="457"/>
                  </a:cubicBezTo>
                  <a:cubicBezTo>
                    <a:pt x="352" y="490"/>
                    <a:pt x="389" y="526"/>
                    <a:pt x="405" y="542"/>
                  </a:cubicBezTo>
                  <a:lnTo>
                    <a:pt x="692" y="829"/>
                  </a:lnTo>
                  <a:cubicBezTo>
                    <a:pt x="1027" y="1148"/>
                    <a:pt x="1383" y="1484"/>
                    <a:pt x="1734" y="1819"/>
                  </a:cubicBezTo>
                  <a:cubicBezTo>
                    <a:pt x="1766" y="1839"/>
                    <a:pt x="1803" y="1871"/>
                    <a:pt x="1786" y="1904"/>
                  </a:cubicBezTo>
                  <a:cubicBezTo>
                    <a:pt x="1786" y="1988"/>
                    <a:pt x="1786" y="2073"/>
                    <a:pt x="1803" y="2174"/>
                  </a:cubicBezTo>
                  <a:cubicBezTo>
                    <a:pt x="1803" y="2324"/>
                    <a:pt x="1803" y="2510"/>
                    <a:pt x="1786" y="2663"/>
                  </a:cubicBezTo>
                  <a:lnTo>
                    <a:pt x="1786" y="2679"/>
                  </a:lnTo>
                  <a:lnTo>
                    <a:pt x="1803" y="2679"/>
                  </a:lnTo>
                  <a:cubicBezTo>
                    <a:pt x="1835" y="2510"/>
                    <a:pt x="1819" y="2324"/>
                    <a:pt x="1819" y="2174"/>
                  </a:cubicBezTo>
                  <a:lnTo>
                    <a:pt x="1819" y="1904"/>
                  </a:lnTo>
                  <a:cubicBezTo>
                    <a:pt x="1819" y="1855"/>
                    <a:pt x="1786" y="1839"/>
                    <a:pt x="1750" y="1803"/>
                  </a:cubicBezTo>
                  <a:lnTo>
                    <a:pt x="1750" y="1787"/>
                  </a:lnTo>
                  <a:cubicBezTo>
                    <a:pt x="1399" y="1467"/>
                    <a:pt x="1059" y="1132"/>
                    <a:pt x="708" y="809"/>
                  </a:cubicBezTo>
                  <a:lnTo>
                    <a:pt x="421" y="526"/>
                  </a:lnTo>
                  <a:cubicBezTo>
                    <a:pt x="405" y="506"/>
                    <a:pt x="373" y="474"/>
                    <a:pt x="352" y="441"/>
                  </a:cubicBezTo>
                  <a:cubicBezTo>
                    <a:pt x="288" y="389"/>
                    <a:pt x="219" y="324"/>
                    <a:pt x="150" y="272"/>
                  </a:cubicBezTo>
                  <a:cubicBezTo>
                    <a:pt x="33" y="203"/>
                    <a:pt x="33" y="122"/>
                    <a:pt x="70" y="21"/>
                  </a:cubicBezTo>
                  <a:cubicBezTo>
                    <a:pt x="70" y="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1413125" y="3610758"/>
              <a:ext cx="60290" cy="123660"/>
            </a:xfrm>
            <a:custGeom>
              <a:rect b="b" l="l" r="r" t="t"/>
              <a:pathLst>
                <a:path extrusionOk="0" h="1245" w="607">
                  <a:moveTo>
                    <a:pt x="17" y="0"/>
                  </a:moveTo>
                  <a:cubicBezTo>
                    <a:pt x="0" y="0"/>
                    <a:pt x="0" y="0"/>
                    <a:pt x="0" y="17"/>
                  </a:cubicBezTo>
                  <a:lnTo>
                    <a:pt x="0" y="33"/>
                  </a:lnTo>
                  <a:cubicBezTo>
                    <a:pt x="101" y="69"/>
                    <a:pt x="186" y="134"/>
                    <a:pt x="271" y="202"/>
                  </a:cubicBezTo>
                  <a:cubicBezTo>
                    <a:pt x="320" y="255"/>
                    <a:pt x="372" y="303"/>
                    <a:pt x="441" y="336"/>
                  </a:cubicBezTo>
                  <a:cubicBezTo>
                    <a:pt x="542" y="404"/>
                    <a:pt x="590" y="505"/>
                    <a:pt x="574" y="659"/>
                  </a:cubicBezTo>
                  <a:lnTo>
                    <a:pt x="574" y="909"/>
                  </a:lnTo>
                  <a:cubicBezTo>
                    <a:pt x="574" y="1010"/>
                    <a:pt x="574" y="1127"/>
                    <a:pt x="558" y="1228"/>
                  </a:cubicBezTo>
                  <a:cubicBezTo>
                    <a:pt x="558" y="1245"/>
                    <a:pt x="574" y="1245"/>
                    <a:pt x="574" y="1245"/>
                  </a:cubicBezTo>
                  <a:cubicBezTo>
                    <a:pt x="574" y="1245"/>
                    <a:pt x="590" y="1245"/>
                    <a:pt x="590" y="1228"/>
                  </a:cubicBezTo>
                  <a:cubicBezTo>
                    <a:pt x="606" y="1127"/>
                    <a:pt x="606" y="1010"/>
                    <a:pt x="606" y="909"/>
                  </a:cubicBezTo>
                  <a:cubicBezTo>
                    <a:pt x="606" y="825"/>
                    <a:pt x="590" y="740"/>
                    <a:pt x="606" y="675"/>
                  </a:cubicBezTo>
                  <a:cubicBezTo>
                    <a:pt x="606" y="505"/>
                    <a:pt x="574" y="388"/>
                    <a:pt x="441" y="320"/>
                  </a:cubicBezTo>
                  <a:cubicBezTo>
                    <a:pt x="388" y="287"/>
                    <a:pt x="340" y="235"/>
                    <a:pt x="287" y="186"/>
                  </a:cubicBezTo>
                  <a:cubicBezTo>
                    <a:pt x="202"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706130" y="2031093"/>
              <a:ext cx="4867" cy="81943"/>
            </a:xfrm>
            <a:custGeom>
              <a:rect b="b" l="l" r="r" t="t"/>
              <a:pathLst>
                <a:path extrusionOk="0" h="825" w="49">
                  <a:moveTo>
                    <a:pt x="0" y="0"/>
                  </a:moveTo>
                  <a:cubicBezTo>
                    <a:pt x="17" y="101"/>
                    <a:pt x="0" y="218"/>
                    <a:pt x="0" y="303"/>
                  </a:cubicBezTo>
                  <a:cubicBezTo>
                    <a:pt x="0" y="469"/>
                    <a:pt x="0" y="655"/>
                    <a:pt x="17" y="824"/>
                  </a:cubicBezTo>
                  <a:lnTo>
                    <a:pt x="49" y="824"/>
                  </a:lnTo>
                  <a:cubicBezTo>
                    <a:pt x="33" y="655"/>
                    <a:pt x="33" y="469"/>
                    <a:pt x="33" y="319"/>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1923059" y="3281297"/>
              <a:ext cx="147398" cy="259338"/>
            </a:xfrm>
            <a:custGeom>
              <a:rect b="b" l="l" r="r" t="t"/>
              <a:pathLst>
                <a:path extrusionOk="0" h="2611" w="1484">
                  <a:moveTo>
                    <a:pt x="17" y="1"/>
                  </a:moveTo>
                  <a:cubicBezTo>
                    <a:pt x="17" y="1"/>
                    <a:pt x="1" y="1"/>
                    <a:pt x="1" y="17"/>
                  </a:cubicBezTo>
                  <a:cubicBezTo>
                    <a:pt x="17" y="138"/>
                    <a:pt x="86" y="203"/>
                    <a:pt x="170" y="272"/>
                  </a:cubicBezTo>
                  <a:cubicBezTo>
                    <a:pt x="203" y="288"/>
                    <a:pt x="235" y="320"/>
                    <a:pt x="255" y="356"/>
                  </a:cubicBezTo>
                  <a:lnTo>
                    <a:pt x="304" y="421"/>
                  </a:lnTo>
                  <a:cubicBezTo>
                    <a:pt x="607" y="776"/>
                    <a:pt x="910" y="1164"/>
                    <a:pt x="1245" y="1500"/>
                  </a:cubicBezTo>
                  <a:cubicBezTo>
                    <a:pt x="1399" y="1653"/>
                    <a:pt x="1467" y="1819"/>
                    <a:pt x="1447" y="2057"/>
                  </a:cubicBezTo>
                  <a:cubicBezTo>
                    <a:pt x="1431" y="2122"/>
                    <a:pt x="1431" y="2190"/>
                    <a:pt x="1447" y="2259"/>
                  </a:cubicBezTo>
                  <a:cubicBezTo>
                    <a:pt x="1447" y="2376"/>
                    <a:pt x="1447" y="2477"/>
                    <a:pt x="1415" y="2594"/>
                  </a:cubicBezTo>
                  <a:lnTo>
                    <a:pt x="1415" y="2610"/>
                  </a:lnTo>
                  <a:lnTo>
                    <a:pt x="1431" y="2610"/>
                  </a:lnTo>
                  <a:lnTo>
                    <a:pt x="1431" y="2594"/>
                  </a:lnTo>
                  <a:cubicBezTo>
                    <a:pt x="1483" y="2493"/>
                    <a:pt x="1467" y="2376"/>
                    <a:pt x="1467" y="2259"/>
                  </a:cubicBezTo>
                  <a:lnTo>
                    <a:pt x="1467" y="2073"/>
                  </a:lnTo>
                  <a:cubicBezTo>
                    <a:pt x="1483" y="1819"/>
                    <a:pt x="1431" y="1653"/>
                    <a:pt x="1265" y="1483"/>
                  </a:cubicBezTo>
                  <a:cubicBezTo>
                    <a:pt x="942" y="1148"/>
                    <a:pt x="623" y="760"/>
                    <a:pt x="336" y="405"/>
                  </a:cubicBezTo>
                  <a:lnTo>
                    <a:pt x="271" y="340"/>
                  </a:lnTo>
                  <a:cubicBezTo>
                    <a:pt x="255" y="304"/>
                    <a:pt x="219" y="272"/>
                    <a:pt x="187" y="255"/>
                  </a:cubicBezTo>
                  <a:cubicBezTo>
                    <a:pt x="118" y="187"/>
                    <a:pt x="33" y="11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575716" y="2096052"/>
              <a:ext cx="6555" cy="88797"/>
            </a:xfrm>
            <a:custGeom>
              <a:rect b="b" l="l" r="r" t="t"/>
              <a:pathLst>
                <a:path extrusionOk="0" h="894" w="66">
                  <a:moveTo>
                    <a:pt x="17" y="1"/>
                  </a:moveTo>
                  <a:cubicBezTo>
                    <a:pt x="17" y="1"/>
                    <a:pt x="1" y="1"/>
                    <a:pt x="17" y="17"/>
                  </a:cubicBezTo>
                  <a:cubicBezTo>
                    <a:pt x="33" y="170"/>
                    <a:pt x="33" y="304"/>
                    <a:pt x="17" y="457"/>
                  </a:cubicBezTo>
                  <a:lnTo>
                    <a:pt x="17" y="724"/>
                  </a:lnTo>
                  <a:lnTo>
                    <a:pt x="17" y="776"/>
                  </a:lnTo>
                  <a:cubicBezTo>
                    <a:pt x="17" y="809"/>
                    <a:pt x="17" y="841"/>
                    <a:pt x="33" y="877"/>
                  </a:cubicBezTo>
                  <a:lnTo>
                    <a:pt x="49" y="893"/>
                  </a:lnTo>
                  <a:cubicBezTo>
                    <a:pt x="65" y="893"/>
                    <a:pt x="65" y="877"/>
                    <a:pt x="65" y="877"/>
                  </a:cubicBezTo>
                  <a:cubicBezTo>
                    <a:pt x="49" y="841"/>
                    <a:pt x="49" y="809"/>
                    <a:pt x="49" y="776"/>
                  </a:cubicBezTo>
                  <a:lnTo>
                    <a:pt x="49" y="724"/>
                  </a:lnTo>
                  <a:lnTo>
                    <a:pt x="49" y="457"/>
                  </a:lnTo>
                  <a:cubicBezTo>
                    <a:pt x="49" y="304"/>
                    <a:pt x="49" y="154"/>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080390" y="3346752"/>
              <a:ext cx="106774" cy="193882"/>
            </a:xfrm>
            <a:custGeom>
              <a:rect b="b" l="l" r="r" t="t"/>
              <a:pathLst>
                <a:path extrusionOk="0" h="1952" w="1075">
                  <a:moveTo>
                    <a:pt x="85" y="0"/>
                  </a:moveTo>
                  <a:cubicBezTo>
                    <a:pt x="65" y="0"/>
                    <a:pt x="65" y="0"/>
                    <a:pt x="65" y="16"/>
                  </a:cubicBezTo>
                  <a:cubicBezTo>
                    <a:pt x="49" y="16"/>
                    <a:pt x="49" y="16"/>
                    <a:pt x="49" y="33"/>
                  </a:cubicBezTo>
                  <a:cubicBezTo>
                    <a:pt x="49" y="49"/>
                    <a:pt x="33" y="65"/>
                    <a:pt x="33" y="85"/>
                  </a:cubicBezTo>
                  <a:cubicBezTo>
                    <a:pt x="0" y="186"/>
                    <a:pt x="65" y="251"/>
                    <a:pt x="134" y="319"/>
                  </a:cubicBezTo>
                  <a:cubicBezTo>
                    <a:pt x="150" y="336"/>
                    <a:pt x="166" y="336"/>
                    <a:pt x="166" y="352"/>
                  </a:cubicBezTo>
                  <a:cubicBezTo>
                    <a:pt x="287" y="489"/>
                    <a:pt x="388" y="622"/>
                    <a:pt x="489" y="756"/>
                  </a:cubicBezTo>
                  <a:cubicBezTo>
                    <a:pt x="655" y="942"/>
                    <a:pt x="808" y="1160"/>
                    <a:pt x="994" y="1329"/>
                  </a:cubicBezTo>
                  <a:cubicBezTo>
                    <a:pt x="1010" y="1362"/>
                    <a:pt x="1026" y="1378"/>
                    <a:pt x="1026" y="1398"/>
                  </a:cubicBezTo>
                  <a:lnTo>
                    <a:pt x="1026" y="1580"/>
                  </a:lnTo>
                  <a:cubicBezTo>
                    <a:pt x="1043" y="1701"/>
                    <a:pt x="1043" y="1834"/>
                    <a:pt x="1010" y="1935"/>
                  </a:cubicBezTo>
                  <a:lnTo>
                    <a:pt x="1010" y="1951"/>
                  </a:lnTo>
                  <a:lnTo>
                    <a:pt x="1026" y="1951"/>
                  </a:lnTo>
                  <a:cubicBezTo>
                    <a:pt x="1075" y="1834"/>
                    <a:pt x="1059" y="1701"/>
                    <a:pt x="1059" y="1580"/>
                  </a:cubicBezTo>
                  <a:lnTo>
                    <a:pt x="1059" y="1398"/>
                  </a:lnTo>
                  <a:cubicBezTo>
                    <a:pt x="1059" y="1362"/>
                    <a:pt x="1026" y="1329"/>
                    <a:pt x="1010" y="1313"/>
                  </a:cubicBezTo>
                  <a:cubicBezTo>
                    <a:pt x="824" y="1144"/>
                    <a:pt x="671" y="925"/>
                    <a:pt x="521" y="740"/>
                  </a:cubicBezTo>
                  <a:cubicBezTo>
                    <a:pt x="404" y="606"/>
                    <a:pt x="303" y="469"/>
                    <a:pt x="186" y="336"/>
                  </a:cubicBezTo>
                  <a:cubicBezTo>
                    <a:pt x="186" y="319"/>
                    <a:pt x="166" y="303"/>
                    <a:pt x="150" y="303"/>
                  </a:cubicBezTo>
                  <a:cubicBezTo>
                    <a:pt x="85" y="235"/>
                    <a:pt x="33" y="186"/>
                    <a:pt x="65" y="85"/>
                  </a:cubicBezTo>
                  <a:cubicBezTo>
                    <a:pt x="65" y="65"/>
                    <a:pt x="65" y="49"/>
                    <a:pt x="85" y="33"/>
                  </a:cubicBezTo>
                  <a:lnTo>
                    <a:pt x="85" y="16"/>
                  </a:ln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1284300" y="3470312"/>
              <a:ext cx="6953" cy="97239"/>
            </a:xfrm>
            <a:custGeom>
              <a:rect b="b" l="l" r="r" t="t"/>
              <a:pathLst>
                <a:path extrusionOk="0" h="979" w="70">
                  <a:moveTo>
                    <a:pt x="21" y="1"/>
                  </a:moveTo>
                  <a:cubicBezTo>
                    <a:pt x="21" y="1"/>
                    <a:pt x="1" y="1"/>
                    <a:pt x="1" y="17"/>
                  </a:cubicBezTo>
                  <a:cubicBezTo>
                    <a:pt x="21" y="154"/>
                    <a:pt x="21" y="304"/>
                    <a:pt x="21" y="457"/>
                  </a:cubicBezTo>
                  <a:lnTo>
                    <a:pt x="21" y="724"/>
                  </a:lnTo>
                  <a:lnTo>
                    <a:pt x="21" y="792"/>
                  </a:lnTo>
                  <a:cubicBezTo>
                    <a:pt x="21" y="861"/>
                    <a:pt x="21" y="909"/>
                    <a:pt x="37" y="962"/>
                  </a:cubicBezTo>
                  <a:lnTo>
                    <a:pt x="53" y="978"/>
                  </a:lnTo>
                  <a:cubicBezTo>
                    <a:pt x="53" y="962"/>
                    <a:pt x="69" y="962"/>
                    <a:pt x="53" y="962"/>
                  </a:cubicBezTo>
                  <a:cubicBezTo>
                    <a:pt x="37" y="909"/>
                    <a:pt x="53" y="861"/>
                    <a:pt x="53" y="808"/>
                  </a:cubicBezTo>
                  <a:lnTo>
                    <a:pt x="53" y="724"/>
                  </a:lnTo>
                  <a:lnTo>
                    <a:pt x="53" y="457"/>
                  </a:lnTo>
                  <a:cubicBezTo>
                    <a:pt x="53" y="304"/>
                    <a:pt x="53" y="154"/>
                    <a:pt x="37" y="17"/>
                  </a:cubicBez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1993282" y="3543713"/>
              <a:ext cx="5364" cy="45491"/>
            </a:xfrm>
            <a:custGeom>
              <a:rect b="b" l="l" r="r" t="t"/>
              <a:pathLst>
                <a:path extrusionOk="0" h="458" w="54">
                  <a:moveTo>
                    <a:pt x="33" y="1"/>
                  </a:moveTo>
                  <a:cubicBezTo>
                    <a:pt x="17" y="1"/>
                    <a:pt x="17" y="1"/>
                    <a:pt x="17" y="21"/>
                  </a:cubicBezTo>
                  <a:lnTo>
                    <a:pt x="17" y="187"/>
                  </a:lnTo>
                  <a:cubicBezTo>
                    <a:pt x="17" y="271"/>
                    <a:pt x="17" y="356"/>
                    <a:pt x="1" y="441"/>
                  </a:cubicBezTo>
                  <a:cubicBezTo>
                    <a:pt x="1" y="457"/>
                    <a:pt x="1" y="457"/>
                    <a:pt x="17" y="457"/>
                  </a:cubicBezTo>
                  <a:lnTo>
                    <a:pt x="33" y="457"/>
                  </a:lnTo>
                  <a:cubicBezTo>
                    <a:pt x="53" y="356"/>
                    <a:pt x="53" y="271"/>
                    <a:pt x="53" y="170"/>
                  </a:cubicBezTo>
                  <a:cubicBezTo>
                    <a:pt x="33" y="122"/>
                    <a:pt x="33" y="69"/>
                    <a:pt x="53" y="21"/>
                  </a:cubicBezTo>
                  <a:cubicBezTo>
                    <a:pt x="53"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985431" y="1870584"/>
              <a:ext cx="4867" cy="95153"/>
            </a:xfrm>
            <a:custGeom>
              <a:rect b="b" l="l" r="r" t="t"/>
              <a:pathLst>
                <a:path extrusionOk="0" h="958" w="49">
                  <a:moveTo>
                    <a:pt x="16" y="0"/>
                  </a:moveTo>
                  <a:cubicBezTo>
                    <a:pt x="16" y="0"/>
                    <a:pt x="0" y="0"/>
                    <a:pt x="0" y="17"/>
                  </a:cubicBezTo>
                  <a:lnTo>
                    <a:pt x="0" y="219"/>
                  </a:lnTo>
                  <a:lnTo>
                    <a:pt x="0" y="808"/>
                  </a:lnTo>
                  <a:lnTo>
                    <a:pt x="0" y="841"/>
                  </a:lnTo>
                  <a:cubicBezTo>
                    <a:pt x="0" y="873"/>
                    <a:pt x="0" y="925"/>
                    <a:pt x="16" y="958"/>
                  </a:cubicBezTo>
                  <a:lnTo>
                    <a:pt x="32" y="958"/>
                  </a:lnTo>
                  <a:cubicBezTo>
                    <a:pt x="49" y="958"/>
                    <a:pt x="49" y="942"/>
                    <a:pt x="49" y="942"/>
                  </a:cubicBezTo>
                  <a:cubicBezTo>
                    <a:pt x="32" y="909"/>
                    <a:pt x="32" y="873"/>
                    <a:pt x="32" y="857"/>
                  </a:cubicBezTo>
                  <a:lnTo>
                    <a:pt x="32" y="808"/>
                  </a:lnTo>
                  <a:lnTo>
                    <a:pt x="32" y="219"/>
                  </a:lnTo>
                  <a:lnTo>
                    <a:pt x="32" y="17"/>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1744175" y="1813571"/>
              <a:ext cx="138856" cy="312675"/>
            </a:xfrm>
            <a:custGeom>
              <a:rect b="b" l="l" r="r" t="t"/>
              <a:pathLst>
                <a:path extrusionOk="0" h="3148" w="1398">
                  <a:moveTo>
                    <a:pt x="16" y="1"/>
                  </a:moveTo>
                  <a:lnTo>
                    <a:pt x="16" y="437"/>
                  </a:lnTo>
                  <a:lnTo>
                    <a:pt x="16" y="776"/>
                  </a:lnTo>
                  <a:cubicBezTo>
                    <a:pt x="0" y="893"/>
                    <a:pt x="36" y="1011"/>
                    <a:pt x="101" y="1112"/>
                  </a:cubicBezTo>
                  <a:cubicBezTo>
                    <a:pt x="303" y="1415"/>
                    <a:pt x="489" y="1750"/>
                    <a:pt x="675" y="2069"/>
                  </a:cubicBezTo>
                  <a:cubicBezTo>
                    <a:pt x="743" y="2190"/>
                    <a:pt x="808" y="2291"/>
                    <a:pt x="877" y="2408"/>
                  </a:cubicBezTo>
                  <a:cubicBezTo>
                    <a:pt x="925" y="2493"/>
                    <a:pt x="978" y="2574"/>
                    <a:pt x="1026" y="2659"/>
                  </a:cubicBezTo>
                  <a:cubicBezTo>
                    <a:pt x="1111" y="2776"/>
                    <a:pt x="1180" y="2897"/>
                    <a:pt x="1248" y="3030"/>
                  </a:cubicBezTo>
                  <a:cubicBezTo>
                    <a:pt x="1281" y="3079"/>
                    <a:pt x="1313" y="3131"/>
                    <a:pt x="1366" y="3148"/>
                  </a:cubicBezTo>
                  <a:lnTo>
                    <a:pt x="1382" y="3148"/>
                  </a:lnTo>
                  <a:cubicBezTo>
                    <a:pt x="1398" y="3148"/>
                    <a:pt x="1382" y="3131"/>
                    <a:pt x="1382" y="3131"/>
                  </a:cubicBezTo>
                  <a:cubicBezTo>
                    <a:pt x="1329" y="3115"/>
                    <a:pt x="1313" y="3063"/>
                    <a:pt x="1281" y="3014"/>
                  </a:cubicBezTo>
                  <a:cubicBezTo>
                    <a:pt x="1212" y="2897"/>
                    <a:pt x="1127" y="2760"/>
                    <a:pt x="1046" y="2643"/>
                  </a:cubicBezTo>
                  <a:cubicBezTo>
                    <a:pt x="994" y="2558"/>
                    <a:pt x="945" y="2473"/>
                    <a:pt x="909" y="2392"/>
                  </a:cubicBezTo>
                  <a:cubicBezTo>
                    <a:pt x="844" y="2271"/>
                    <a:pt x="776" y="2170"/>
                    <a:pt x="707" y="2053"/>
                  </a:cubicBezTo>
                  <a:cubicBezTo>
                    <a:pt x="521" y="1734"/>
                    <a:pt x="319" y="1415"/>
                    <a:pt x="117" y="1095"/>
                  </a:cubicBezTo>
                  <a:cubicBezTo>
                    <a:pt x="53" y="994"/>
                    <a:pt x="36" y="893"/>
                    <a:pt x="36" y="776"/>
                  </a:cubicBezTo>
                  <a:cubicBezTo>
                    <a:pt x="53" y="655"/>
                    <a:pt x="53" y="538"/>
                    <a:pt x="36" y="437"/>
                  </a:cubicBezTo>
                  <a:cubicBezTo>
                    <a:pt x="36" y="288"/>
                    <a:pt x="36" y="150"/>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2095190" y="3390952"/>
              <a:ext cx="5364" cy="47775"/>
            </a:xfrm>
            <a:custGeom>
              <a:rect b="b" l="l" r="r" t="t"/>
              <a:pathLst>
                <a:path extrusionOk="0" h="481" w="54">
                  <a:moveTo>
                    <a:pt x="42" y="1"/>
                  </a:moveTo>
                  <a:cubicBezTo>
                    <a:pt x="37" y="1"/>
                    <a:pt x="37" y="8"/>
                    <a:pt x="37" y="8"/>
                  </a:cubicBezTo>
                  <a:cubicBezTo>
                    <a:pt x="17" y="93"/>
                    <a:pt x="17" y="161"/>
                    <a:pt x="17" y="246"/>
                  </a:cubicBezTo>
                  <a:cubicBezTo>
                    <a:pt x="17" y="311"/>
                    <a:pt x="17" y="396"/>
                    <a:pt x="1" y="464"/>
                  </a:cubicBezTo>
                  <a:cubicBezTo>
                    <a:pt x="1" y="480"/>
                    <a:pt x="1" y="480"/>
                    <a:pt x="17" y="480"/>
                  </a:cubicBezTo>
                  <a:lnTo>
                    <a:pt x="37" y="480"/>
                  </a:lnTo>
                  <a:cubicBezTo>
                    <a:pt x="53" y="396"/>
                    <a:pt x="53" y="327"/>
                    <a:pt x="53" y="246"/>
                  </a:cubicBezTo>
                  <a:cubicBezTo>
                    <a:pt x="37" y="177"/>
                    <a:pt x="37" y="93"/>
                    <a:pt x="53" y="24"/>
                  </a:cubicBezTo>
                  <a:lnTo>
                    <a:pt x="53" y="8"/>
                  </a:lnTo>
                  <a:cubicBezTo>
                    <a:pt x="48" y="2"/>
                    <a:pt x="44"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2028642" y="3037355"/>
              <a:ext cx="4867" cy="40227"/>
            </a:xfrm>
            <a:custGeom>
              <a:rect b="b" l="l" r="r" t="t"/>
              <a:pathLst>
                <a:path extrusionOk="0" h="405" w="49">
                  <a:moveTo>
                    <a:pt x="33" y="1"/>
                  </a:moveTo>
                  <a:cubicBezTo>
                    <a:pt x="0" y="69"/>
                    <a:pt x="16" y="134"/>
                    <a:pt x="16" y="203"/>
                  </a:cubicBezTo>
                  <a:cubicBezTo>
                    <a:pt x="16" y="271"/>
                    <a:pt x="16" y="336"/>
                    <a:pt x="0" y="389"/>
                  </a:cubicBezTo>
                  <a:cubicBezTo>
                    <a:pt x="0" y="405"/>
                    <a:pt x="0" y="405"/>
                    <a:pt x="16" y="405"/>
                  </a:cubicBezTo>
                  <a:lnTo>
                    <a:pt x="33" y="405"/>
                  </a:lnTo>
                  <a:cubicBezTo>
                    <a:pt x="49" y="336"/>
                    <a:pt x="49" y="271"/>
                    <a:pt x="33" y="203"/>
                  </a:cubicBezTo>
                  <a:cubicBezTo>
                    <a:pt x="33" y="134"/>
                    <a:pt x="33" y="69"/>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983346" y="2729646"/>
              <a:ext cx="3774" cy="83930"/>
            </a:xfrm>
            <a:custGeom>
              <a:rect b="b" l="l" r="r" t="t"/>
              <a:pathLst>
                <a:path extrusionOk="0" h="845" w="38">
                  <a:moveTo>
                    <a:pt x="21" y="0"/>
                  </a:moveTo>
                  <a:cubicBezTo>
                    <a:pt x="1" y="0"/>
                    <a:pt x="1" y="0"/>
                    <a:pt x="1" y="16"/>
                  </a:cubicBezTo>
                  <a:lnTo>
                    <a:pt x="1" y="186"/>
                  </a:lnTo>
                  <a:lnTo>
                    <a:pt x="1" y="691"/>
                  </a:lnTo>
                  <a:lnTo>
                    <a:pt x="1" y="723"/>
                  </a:lnTo>
                  <a:cubicBezTo>
                    <a:pt x="1" y="760"/>
                    <a:pt x="1" y="792"/>
                    <a:pt x="21" y="824"/>
                  </a:cubicBezTo>
                  <a:lnTo>
                    <a:pt x="21" y="845"/>
                  </a:lnTo>
                  <a:lnTo>
                    <a:pt x="37" y="824"/>
                  </a:lnTo>
                  <a:lnTo>
                    <a:pt x="37" y="808"/>
                  </a:lnTo>
                  <a:cubicBezTo>
                    <a:pt x="21" y="792"/>
                    <a:pt x="21" y="760"/>
                    <a:pt x="21" y="723"/>
                  </a:cubicBezTo>
                  <a:lnTo>
                    <a:pt x="21" y="691"/>
                  </a:lnTo>
                  <a:lnTo>
                    <a:pt x="21" y="186"/>
                  </a:lnTo>
                  <a:lnTo>
                    <a:pt x="21"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1520197" y="2861649"/>
              <a:ext cx="193982" cy="291022"/>
            </a:xfrm>
            <a:custGeom>
              <a:rect b="b" l="l" r="r" t="t"/>
              <a:pathLst>
                <a:path extrusionOk="0" h="2930" w="1953">
                  <a:moveTo>
                    <a:pt x="49" y="0"/>
                  </a:moveTo>
                  <a:cubicBezTo>
                    <a:pt x="17" y="37"/>
                    <a:pt x="17" y="69"/>
                    <a:pt x="17" y="122"/>
                  </a:cubicBezTo>
                  <a:lnTo>
                    <a:pt x="17" y="138"/>
                  </a:lnTo>
                  <a:cubicBezTo>
                    <a:pt x="17" y="186"/>
                    <a:pt x="17" y="223"/>
                    <a:pt x="33" y="271"/>
                  </a:cubicBezTo>
                  <a:cubicBezTo>
                    <a:pt x="33" y="356"/>
                    <a:pt x="33" y="441"/>
                    <a:pt x="17" y="526"/>
                  </a:cubicBezTo>
                  <a:cubicBezTo>
                    <a:pt x="1" y="744"/>
                    <a:pt x="70" y="929"/>
                    <a:pt x="251" y="1095"/>
                  </a:cubicBezTo>
                  <a:cubicBezTo>
                    <a:pt x="421" y="1265"/>
                    <a:pt x="591" y="1451"/>
                    <a:pt x="740" y="1636"/>
                  </a:cubicBezTo>
                  <a:cubicBezTo>
                    <a:pt x="878" y="1786"/>
                    <a:pt x="995" y="1939"/>
                    <a:pt x="1144" y="2073"/>
                  </a:cubicBezTo>
                  <a:cubicBezTo>
                    <a:pt x="1245" y="2190"/>
                    <a:pt x="1330" y="2291"/>
                    <a:pt x="1431" y="2392"/>
                  </a:cubicBezTo>
                  <a:cubicBezTo>
                    <a:pt x="1585" y="2578"/>
                    <a:pt x="1750" y="2763"/>
                    <a:pt x="1936" y="2913"/>
                  </a:cubicBezTo>
                  <a:lnTo>
                    <a:pt x="1936" y="2929"/>
                  </a:lnTo>
                  <a:lnTo>
                    <a:pt x="1952" y="2913"/>
                  </a:lnTo>
                  <a:lnTo>
                    <a:pt x="1952" y="2897"/>
                  </a:lnTo>
                  <a:cubicBezTo>
                    <a:pt x="1766" y="2747"/>
                    <a:pt x="1601" y="2562"/>
                    <a:pt x="1447" y="2376"/>
                  </a:cubicBezTo>
                  <a:cubicBezTo>
                    <a:pt x="1346" y="2275"/>
                    <a:pt x="1261" y="2158"/>
                    <a:pt x="1160" y="2057"/>
                  </a:cubicBezTo>
                  <a:cubicBezTo>
                    <a:pt x="1027" y="1919"/>
                    <a:pt x="894" y="1770"/>
                    <a:pt x="756" y="1616"/>
                  </a:cubicBezTo>
                  <a:cubicBezTo>
                    <a:pt x="607" y="1434"/>
                    <a:pt x="437" y="1249"/>
                    <a:pt x="272" y="1079"/>
                  </a:cubicBezTo>
                  <a:cubicBezTo>
                    <a:pt x="86" y="909"/>
                    <a:pt x="33" y="744"/>
                    <a:pt x="49" y="526"/>
                  </a:cubicBezTo>
                  <a:lnTo>
                    <a:pt x="49" y="271"/>
                  </a:lnTo>
                  <a:lnTo>
                    <a:pt x="49" y="138"/>
                  </a:lnTo>
                  <a:lnTo>
                    <a:pt x="49" y="122"/>
                  </a:lnTo>
                  <a:cubicBezTo>
                    <a:pt x="49" y="69"/>
                    <a:pt x="49" y="37"/>
                    <a:pt x="70" y="21"/>
                  </a:cubicBezTo>
                  <a:lnTo>
                    <a:pt x="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674445" y="1964049"/>
              <a:ext cx="143723" cy="172230"/>
            </a:xfrm>
            <a:custGeom>
              <a:rect b="b" l="l" r="r" t="t"/>
              <a:pathLst>
                <a:path extrusionOk="0" h="1734" w="1447">
                  <a:moveTo>
                    <a:pt x="1394" y="1"/>
                  </a:moveTo>
                  <a:cubicBezTo>
                    <a:pt x="1414" y="170"/>
                    <a:pt x="1414" y="336"/>
                    <a:pt x="1414" y="506"/>
                  </a:cubicBezTo>
                  <a:cubicBezTo>
                    <a:pt x="1414" y="607"/>
                    <a:pt x="1394" y="708"/>
                    <a:pt x="1414" y="809"/>
                  </a:cubicBezTo>
                  <a:lnTo>
                    <a:pt x="1414" y="841"/>
                  </a:lnTo>
                  <a:cubicBezTo>
                    <a:pt x="1414" y="877"/>
                    <a:pt x="1414" y="926"/>
                    <a:pt x="1430" y="978"/>
                  </a:cubicBezTo>
                  <a:lnTo>
                    <a:pt x="17" y="1717"/>
                  </a:lnTo>
                  <a:cubicBezTo>
                    <a:pt x="0" y="1717"/>
                    <a:pt x="0" y="1717"/>
                    <a:pt x="0" y="1734"/>
                  </a:cubicBezTo>
                  <a:lnTo>
                    <a:pt x="17" y="1734"/>
                  </a:lnTo>
                  <a:lnTo>
                    <a:pt x="1447" y="994"/>
                  </a:lnTo>
                  <a:lnTo>
                    <a:pt x="1447" y="978"/>
                  </a:lnTo>
                  <a:cubicBezTo>
                    <a:pt x="1430" y="926"/>
                    <a:pt x="1430" y="877"/>
                    <a:pt x="1430" y="841"/>
                  </a:cubicBezTo>
                  <a:lnTo>
                    <a:pt x="1430" y="809"/>
                  </a:lnTo>
                  <a:lnTo>
                    <a:pt x="1430" y="506"/>
                  </a:lnTo>
                  <a:cubicBezTo>
                    <a:pt x="1430" y="336"/>
                    <a:pt x="1447" y="170"/>
                    <a:pt x="1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1087339" y="2343669"/>
              <a:ext cx="6456" cy="88697"/>
            </a:xfrm>
            <a:custGeom>
              <a:rect b="b" l="l" r="r" t="t"/>
              <a:pathLst>
                <a:path extrusionOk="0" h="893" w="65">
                  <a:moveTo>
                    <a:pt x="16" y="0"/>
                  </a:moveTo>
                  <a:lnTo>
                    <a:pt x="0" y="16"/>
                  </a:lnTo>
                  <a:lnTo>
                    <a:pt x="0" y="202"/>
                  </a:lnTo>
                  <a:lnTo>
                    <a:pt x="0" y="707"/>
                  </a:lnTo>
                  <a:cubicBezTo>
                    <a:pt x="0" y="772"/>
                    <a:pt x="16" y="840"/>
                    <a:pt x="32" y="893"/>
                  </a:cubicBezTo>
                  <a:lnTo>
                    <a:pt x="49" y="893"/>
                  </a:lnTo>
                  <a:cubicBezTo>
                    <a:pt x="49" y="893"/>
                    <a:pt x="65" y="893"/>
                    <a:pt x="49" y="873"/>
                  </a:cubicBezTo>
                  <a:cubicBezTo>
                    <a:pt x="32" y="824"/>
                    <a:pt x="32" y="772"/>
                    <a:pt x="32" y="707"/>
                  </a:cubicBezTo>
                  <a:lnTo>
                    <a:pt x="32" y="202"/>
                  </a:lnTo>
                  <a:lnTo>
                    <a:pt x="32" y="16"/>
                  </a:ln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686066" y="3261630"/>
              <a:ext cx="138956" cy="151769"/>
            </a:xfrm>
            <a:custGeom>
              <a:rect b="b" l="l" r="r" t="t"/>
              <a:pathLst>
                <a:path extrusionOk="0" h="1528" w="1399">
                  <a:moveTo>
                    <a:pt x="1354" y="1"/>
                  </a:moveTo>
                  <a:cubicBezTo>
                    <a:pt x="1350" y="1"/>
                    <a:pt x="1346" y="5"/>
                    <a:pt x="1346" y="13"/>
                  </a:cubicBezTo>
                  <a:cubicBezTo>
                    <a:pt x="1330" y="49"/>
                    <a:pt x="1330" y="98"/>
                    <a:pt x="1346" y="134"/>
                  </a:cubicBezTo>
                  <a:cubicBezTo>
                    <a:pt x="1346" y="183"/>
                    <a:pt x="1362" y="215"/>
                    <a:pt x="1313" y="235"/>
                  </a:cubicBezTo>
                  <a:cubicBezTo>
                    <a:pt x="1277" y="268"/>
                    <a:pt x="1229" y="268"/>
                    <a:pt x="1176" y="284"/>
                  </a:cubicBezTo>
                  <a:cubicBezTo>
                    <a:pt x="1160" y="284"/>
                    <a:pt x="1128" y="300"/>
                    <a:pt x="1095" y="300"/>
                  </a:cubicBezTo>
                  <a:cubicBezTo>
                    <a:pt x="974" y="352"/>
                    <a:pt x="857" y="385"/>
                    <a:pt x="740" y="437"/>
                  </a:cubicBezTo>
                  <a:cubicBezTo>
                    <a:pt x="554" y="486"/>
                    <a:pt x="368" y="571"/>
                    <a:pt x="186" y="619"/>
                  </a:cubicBezTo>
                  <a:cubicBezTo>
                    <a:pt x="49" y="671"/>
                    <a:pt x="0" y="740"/>
                    <a:pt x="17" y="857"/>
                  </a:cubicBezTo>
                  <a:lnTo>
                    <a:pt x="17" y="1209"/>
                  </a:lnTo>
                  <a:lnTo>
                    <a:pt x="17" y="1378"/>
                  </a:lnTo>
                  <a:lnTo>
                    <a:pt x="17" y="1411"/>
                  </a:lnTo>
                  <a:cubicBezTo>
                    <a:pt x="17" y="1447"/>
                    <a:pt x="17" y="1496"/>
                    <a:pt x="49" y="1528"/>
                  </a:cubicBezTo>
                  <a:lnTo>
                    <a:pt x="65" y="1528"/>
                  </a:lnTo>
                  <a:lnTo>
                    <a:pt x="65" y="1512"/>
                  </a:lnTo>
                  <a:cubicBezTo>
                    <a:pt x="33" y="1479"/>
                    <a:pt x="49" y="1447"/>
                    <a:pt x="49" y="1411"/>
                  </a:cubicBezTo>
                  <a:lnTo>
                    <a:pt x="49" y="1378"/>
                  </a:lnTo>
                  <a:lnTo>
                    <a:pt x="49" y="1209"/>
                  </a:lnTo>
                  <a:lnTo>
                    <a:pt x="49" y="857"/>
                  </a:lnTo>
                  <a:cubicBezTo>
                    <a:pt x="33" y="740"/>
                    <a:pt x="65" y="688"/>
                    <a:pt x="186" y="655"/>
                  </a:cubicBezTo>
                  <a:cubicBezTo>
                    <a:pt x="368" y="587"/>
                    <a:pt x="570" y="518"/>
                    <a:pt x="756" y="453"/>
                  </a:cubicBezTo>
                  <a:cubicBezTo>
                    <a:pt x="873" y="417"/>
                    <a:pt x="994" y="369"/>
                    <a:pt x="1111" y="336"/>
                  </a:cubicBezTo>
                  <a:cubicBezTo>
                    <a:pt x="1128" y="316"/>
                    <a:pt x="1160" y="316"/>
                    <a:pt x="1196" y="300"/>
                  </a:cubicBezTo>
                  <a:cubicBezTo>
                    <a:pt x="1245" y="300"/>
                    <a:pt x="1297" y="284"/>
                    <a:pt x="1330" y="251"/>
                  </a:cubicBezTo>
                  <a:cubicBezTo>
                    <a:pt x="1398" y="215"/>
                    <a:pt x="1378" y="167"/>
                    <a:pt x="1362" y="114"/>
                  </a:cubicBezTo>
                  <a:cubicBezTo>
                    <a:pt x="1362" y="82"/>
                    <a:pt x="1346" y="49"/>
                    <a:pt x="1362" y="33"/>
                  </a:cubicBezTo>
                  <a:cubicBezTo>
                    <a:pt x="1378" y="13"/>
                    <a:pt x="1362" y="13"/>
                    <a:pt x="1362" y="13"/>
                  </a:cubicBezTo>
                  <a:cubicBezTo>
                    <a:pt x="1362" y="5"/>
                    <a:pt x="1358" y="1"/>
                    <a:pt x="1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1792646" y="3020569"/>
              <a:ext cx="5364" cy="48570"/>
            </a:xfrm>
            <a:custGeom>
              <a:rect b="b" l="l" r="r" t="t"/>
              <a:pathLst>
                <a:path extrusionOk="0" h="489" w="54">
                  <a:moveTo>
                    <a:pt x="33" y="0"/>
                  </a:moveTo>
                  <a:cubicBezTo>
                    <a:pt x="33" y="0"/>
                    <a:pt x="17" y="0"/>
                    <a:pt x="17" y="16"/>
                  </a:cubicBezTo>
                  <a:cubicBezTo>
                    <a:pt x="1" y="101"/>
                    <a:pt x="1" y="202"/>
                    <a:pt x="17" y="303"/>
                  </a:cubicBezTo>
                  <a:lnTo>
                    <a:pt x="17" y="473"/>
                  </a:lnTo>
                  <a:lnTo>
                    <a:pt x="17" y="489"/>
                  </a:lnTo>
                  <a:cubicBezTo>
                    <a:pt x="33" y="489"/>
                    <a:pt x="33" y="489"/>
                    <a:pt x="33" y="473"/>
                  </a:cubicBezTo>
                  <a:lnTo>
                    <a:pt x="33" y="303"/>
                  </a:lnTo>
                  <a:cubicBezTo>
                    <a:pt x="33" y="202"/>
                    <a:pt x="33" y="117"/>
                    <a:pt x="53" y="16"/>
                  </a:cubicBezTo>
                  <a:cubicBezTo>
                    <a:pt x="53" y="16"/>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1416701" y="3234813"/>
              <a:ext cx="85221" cy="195472"/>
            </a:xfrm>
            <a:custGeom>
              <a:rect b="b" l="l" r="r" t="t"/>
              <a:pathLst>
                <a:path extrusionOk="0" h="1968" w="858">
                  <a:moveTo>
                    <a:pt x="1" y="0"/>
                  </a:moveTo>
                  <a:lnTo>
                    <a:pt x="1" y="16"/>
                  </a:lnTo>
                  <a:cubicBezTo>
                    <a:pt x="65" y="81"/>
                    <a:pt x="134" y="134"/>
                    <a:pt x="203" y="202"/>
                  </a:cubicBezTo>
                  <a:cubicBezTo>
                    <a:pt x="368" y="352"/>
                    <a:pt x="538" y="521"/>
                    <a:pt x="708" y="671"/>
                  </a:cubicBezTo>
                  <a:cubicBezTo>
                    <a:pt x="788" y="756"/>
                    <a:pt x="825" y="841"/>
                    <a:pt x="825" y="958"/>
                  </a:cubicBezTo>
                  <a:lnTo>
                    <a:pt x="825" y="1547"/>
                  </a:lnTo>
                  <a:lnTo>
                    <a:pt x="825" y="1818"/>
                  </a:lnTo>
                  <a:lnTo>
                    <a:pt x="825" y="1850"/>
                  </a:lnTo>
                  <a:cubicBezTo>
                    <a:pt x="825" y="1883"/>
                    <a:pt x="825" y="1919"/>
                    <a:pt x="809" y="1935"/>
                  </a:cubicBezTo>
                  <a:lnTo>
                    <a:pt x="809" y="1968"/>
                  </a:lnTo>
                  <a:lnTo>
                    <a:pt x="825" y="1968"/>
                  </a:lnTo>
                  <a:cubicBezTo>
                    <a:pt x="857" y="1919"/>
                    <a:pt x="857" y="1883"/>
                    <a:pt x="857" y="1850"/>
                  </a:cubicBezTo>
                  <a:lnTo>
                    <a:pt x="857" y="1818"/>
                  </a:lnTo>
                  <a:cubicBezTo>
                    <a:pt x="857" y="1733"/>
                    <a:pt x="857" y="1632"/>
                    <a:pt x="841" y="1547"/>
                  </a:cubicBezTo>
                  <a:cubicBezTo>
                    <a:pt x="841" y="1345"/>
                    <a:pt x="841" y="1143"/>
                    <a:pt x="857" y="958"/>
                  </a:cubicBezTo>
                  <a:cubicBezTo>
                    <a:pt x="857" y="824"/>
                    <a:pt x="825" y="740"/>
                    <a:pt x="724" y="655"/>
                  </a:cubicBezTo>
                  <a:cubicBezTo>
                    <a:pt x="554" y="505"/>
                    <a:pt x="384" y="336"/>
                    <a:pt x="219" y="182"/>
                  </a:cubicBezTo>
                  <a:cubicBezTo>
                    <a:pt x="150" y="117"/>
                    <a:pt x="82" y="6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871406" y="1559597"/>
              <a:ext cx="338003" cy="289036"/>
            </a:xfrm>
            <a:custGeom>
              <a:rect b="b" l="l" r="r" t="t"/>
              <a:pathLst>
                <a:path extrusionOk="0" h="2910" w="3403">
                  <a:moveTo>
                    <a:pt x="3386" y="1"/>
                  </a:moveTo>
                  <a:cubicBezTo>
                    <a:pt x="3184" y="118"/>
                    <a:pt x="2966" y="235"/>
                    <a:pt x="2764" y="352"/>
                  </a:cubicBezTo>
                  <a:cubicBezTo>
                    <a:pt x="2461" y="522"/>
                    <a:pt x="2138" y="687"/>
                    <a:pt x="1855" y="873"/>
                  </a:cubicBezTo>
                  <a:cubicBezTo>
                    <a:pt x="1399" y="1144"/>
                    <a:pt x="946" y="1394"/>
                    <a:pt x="490" y="1633"/>
                  </a:cubicBezTo>
                  <a:cubicBezTo>
                    <a:pt x="372" y="1697"/>
                    <a:pt x="239" y="1782"/>
                    <a:pt x="102" y="1851"/>
                  </a:cubicBezTo>
                  <a:cubicBezTo>
                    <a:pt x="37" y="1883"/>
                    <a:pt x="1" y="1919"/>
                    <a:pt x="1" y="2020"/>
                  </a:cubicBezTo>
                  <a:lnTo>
                    <a:pt x="1" y="2643"/>
                  </a:lnTo>
                  <a:lnTo>
                    <a:pt x="1" y="2760"/>
                  </a:lnTo>
                  <a:cubicBezTo>
                    <a:pt x="1" y="2808"/>
                    <a:pt x="1" y="2861"/>
                    <a:pt x="37" y="2909"/>
                  </a:cubicBezTo>
                  <a:lnTo>
                    <a:pt x="53" y="2909"/>
                  </a:lnTo>
                  <a:lnTo>
                    <a:pt x="53" y="2893"/>
                  </a:lnTo>
                  <a:cubicBezTo>
                    <a:pt x="37" y="2861"/>
                    <a:pt x="37" y="2808"/>
                    <a:pt x="37" y="2760"/>
                  </a:cubicBezTo>
                  <a:lnTo>
                    <a:pt x="37" y="2643"/>
                  </a:lnTo>
                  <a:lnTo>
                    <a:pt x="37" y="2000"/>
                  </a:lnTo>
                  <a:cubicBezTo>
                    <a:pt x="17" y="1936"/>
                    <a:pt x="53" y="1899"/>
                    <a:pt x="118" y="1867"/>
                  </a:cubicBezTo>
                  <a:cubicBezTo>
                    <a:pt x="255" y="1798"/>
                    <a:pt x="372" y="1734"/>
                    <a:pt x="506" y="1649"/>
                  </a:cubicBezTo>
                  <a:cubicBezTo>
                    <a:pt x="962" y="1415"/>
                    <a:pt x="1415" y="1160"/>
                    <a:pt x="1855" y="889"/>
                  </a:cubicBezTo>
                  <a:cubicBezTo>
                    <a:pt x="2158" y="724"/>
                    <a:pt x="2477" y="538"/>
                    <a:pt x="2780" y="384"/>
                  </a:cubicBezTo>
                  <a:cubicBezTo>
                    <a:pt x="2982" y="267"/>
                    <a:pt x="3200" y="150"/>
                    <a:pt x="3402"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165412" y="2963953"/>
              <a:ext cx="5364" cy="40227"/>
            </a:xfrm>
            <a:custGeom>
              <a:rect b="b" l="l" r="r" t="t"/>
              <a:pathLst>
                <a:path extrusionOk="0" h="405" w="54">
                  <a:moveTo>
                    <a:pt x="37" y="0"/>
                  </a:moveTo>
                  <a:lnTo>
                    <a:pt x="37" y="17"/>
                  </a:lnTo>
                  <a:cubicBezTo>
                    <a:pt x="1" y="101"/>
                    <a:pt x="17" y="182"/>
                    <a:pt x="17" y="251"/>
                  </a:cubicBezTo>
                  <a:lnTo>
                    <a:pt x="17" y="404"/>
                  </a:lnTo>
                  <a:lnTo>
                    <a:pt x="37" y="404"/>
                  </a:lnTo>
                  <a:lnTo>
                    <a:pt x="37" y="251"/>
                  </a:lnTo>
                  <a:cubicBezTo>
                    <a:pt x="37" y="182"/>
                    <a:pt x="37" y="101"/>
                    <a:pt x="53" y="17"/>
                  </a:cubicBezTo>
                  <a:cubicBezTo>
                    <a:pt x="53" y="17"/>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1287876" y="2772455"/>
              <a:ext cx="4966" cy="94458"/>
            </a:xfrm>
            <a:custGeom>
              <a:rect b="b" l="l" r="r" t="t"/>
              <a:pathLst>
                <a:path extrusionOk="0" h="951" w="50">
                  <a:moveTo>
                    <a:pt x="18" y="1"/>
                  </a:moveTo>
                  <a:cubicBezTo>
                    <a:pt x="17" y="1"/>
                    <a:pt x="17" y="3"/>
                    <a:pt x="17" y="10"/>
                  </a:cubicBezTo>
                  <a:lnTo>
                    <a:pt x="1" y="10"/>
                  </a:lnTo>
                  <a:cubicBezTo>
                    <a:pt x="17" y="143"/>
                    <a:pt x="17" y="260"/>
                    <a:pt x="17" y="377"/>
                  </a:cubicBezTo>
                  <a:lnTo>
                    <a:pt x="17" y="579"/>
                  </a:lnTo>
                  <a:lnTo>
                    <a:pt x="17" y="834"/>
                  </a:lnTo>
                  <a:lnTo>
                    <a:pt x="17" y="951"/>
                  </a:lnTo>
                  <a:lnTo>
                    <a:pt x="33" y="951"/>
                  </a:lnTo>
                  <a:lnTo>
                    <a:pt x="33" y="834"/>
                  </a:lnTo>
                  <a:lnTo>
                    <a:pt x="33" y="579"/>
                  </a:lnTo>
                  <a:lnTo>
                    <a:pt x="33" y="377"/>
                  </a:lnTo>
                  <a:cubicBezTo>
                    <a:pt x="49" y="260"/>
                    <a:pt x="49" y="143"/>
                    <a:pt x="33" y="10"/>
                  </a:cubicBezTo>
                  <a:cubicBezTo>
                    <a:pt x="23" y="10"/>
                    <a:pt x="19"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791152" y="2485704"/>
              <a:ext cx="5364" cy="81943"/>
            </a:xfrm>
            <a:custGeom>
              <a:rect b="b" l="l" r="r" t="t"/>
              <a:pathLst>
                <a:path extrusionOk="0" h="825" w="54">
                  <a:moveTo>
                    <a:pt x="17" y="0"/>
                  </a:moveTo>
                  <a:cubicBezTo>
                    <a:pt x="1" y="0"/>
                    <a:pt x="1" y="0"/>
                    <a:pt x="1" y="16"/>
                  </a:cubicBezTo>
                  <a:cubicBezTo>
                    <a:pt x="17" y="133"/>
                    <a:pt x="17" y="251"/>
                    <a:pt x="17" y="372"/>
                  </a:cubicBezTo>
                  <a:lnTo>
                    <a:pt x="17" y="606"/>
                  </a:lnTo>
                  <a:lnTo>
                    <a:pt x="17" y="675"/>
                  </a:lnTo>
                  <a:cubicBezTo>
                    <a:pt x="17" y="707"/>
                    <a:pt x="1" y="756"/>
                    <a:pt x="37" y="808"/>
                  </a:cubicBezTo>
                  <a:lnTo>
                    <a:pt x="37" y="824"/>
                  </a:lnTo>
                  <a:lnTo>
                    <a:pt x="53" y="824"/>
                  </a:lnTo>
                  <a:lnTo>
                    <a:pt x="53" y="808"/>
                  </a:lnTo>
                  <a:cubicBezTo>
                    <a:pt x="37" y="756"/>
                    <a:pt x="37" y="707"/>
                    <a:pt x="37" y="675"/>
                  </a:cubicBezTo>
                  <a:lnTo>
                    <a:pt x="37" y="606"/>
                  </a:lnTo>
                  <a:lnTo>
                    <a:pt x="37" y="372"/>
                  </a:lnTo>
                  <a:cubicBezTo>
                    <a:pt x="37" y="251"/>
                    <a:pt x="53" y="1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120518" y="3672538"/>
              <a:ext cx="4867" cy="48669"/>
            </a:xfrm>
            <a:custGeom>
              <a:rect b="b" l="l" r="r" t="t"/>
              <a:pathLst>
                <a:path extrusionOk="0" h="490" w="49">
                  <a:moveTo>
                    <a:pt x="33" y="1"/>
                  </a:moveTo>
                  <a:cubicBezTo>
                    <a:pt x="33" y="1"/>
                    <a:pt x="16" y="1"/>
                    <a:pt x="16" y="17"/>
                  </a:cubicBezTo>
                  <a:cubicBezTo>
                    <a:pt x="0" y="85"/>
                    <a:pt x="0" y="170"/>
                    <a:pt x="0" y="255"/>
                  </a:cubicBezTo>
                  <a:cubicBezTo>
                    <a:pt x="16" y="320"/>
                    <a:pt x="16" y="405"/>
                    <a:pt x="0" y="473"/>
                  </a:cubicBezTo>
                  <a:lnTo>
                    <a:pt x="0" y="489"/>
                  </a:lnTo>
                  <a:lnTo>
                    <a:pt x="16" y="473"/>
                  </a:lnTo>
                  <a:cubicBezTo>
                    <a:pt x="33" y="405"/>
                    <a:pt x="33" y="320"/>
                    <a:pt x="33" y="255"/>
                  </a:cubicBezTo>
                  <a:cubicBezTo>
                    <a:pt x="33" y="170"/>
                    <a:pt x="33" y="8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1734143" y="3547786"/>
              <a:ext cx="157331" cy="186632"/>
            </a:xfrm>
            <a:custGeom>
              <a:rect b="b" l="l" r="r" t="t"/>
              <a:pathLst>
                <a:path extrusionOk="0" h="1879" w="1584">
                  <a:moveTo>
                    <a:pt x="71" y="0"/>
                  </a:moveTo>
                  <a:cubicBezTo>
                    <a:pt x="69" y="0"/>
                    <a:pt x="69" y="4"/>
                    <a:pt x="69" y="12"/>
                  </a:cubicBezTo>
                  <a:cubicBezTo>
                    <a:pt x="0" y="113"/>
                    <a:pt x="16" y="198"/>
                    <a:pt x="137" y="283"/>
                  </a:cubicBezTo>
                  <a:cubicBezTo>
                    <a:pt x="303" y="432"/>
                    <a:pt x="473" y="602"/>
                    <a:pt x="642" y="768"/>
                  </a:cubicBezTo>
                  <a:cubicBezTo>
                    <a:pt x="675" y="804"/>
                    <a:pt x="707" y="836"/>
                    <a:pt x="760" y="869"/>
                  </a:cubicBezTo>
                  <a:cubicBezTo>
                    <a:pt x="792" y="921"/>
                    <a:pt x="824" y="954"/>
                    <a:pt x="877" y="990"/>
                  </a:cubicBezTo>
                  <a:cubicBezTo>
                    <a:pt x="1079" y="1192"/>
                    <a:pt x="1281" y="1394"/>
                    <a:pt x="1499" y="1576"/>
                  </a:cubicBezTo>
                  <a:cubicBezTo>
                    <a:pt x="1551" y="1628"/>
                    <a:pt x="1551" y="1697"/>
                    <a:pt x="1551" y="1761"/>
                  </a:cubicBezTo>
                  <a:cubicBezTo>
                    <a:pt x="1551" y="1798"/>
                    <a:pt x="1531" y="1830"/>
                    <a:pt x="1551" y="1862"/>
                  </a:cubicBezTo>
                  <a:cubicBezTo>
                    <a:pt x="1551" y="1879"/>
                    <a:pt x="1551" y="1879"/>
                    <a:pt x="1568" y="1879"/>
                  </a:cubicBezTo>
                  <a:lnTo>
                    <a:pt x="1568" y="1862"/>
                  </a:lnTo>
                  <a:lnTo>
                    <a:pt x="1568" y="1761"/>
                  </a:lnTo>
                  <a:cubicBezTo>
                    <a:pt x="1584" y="1697"/>
                    <a:pt x="1584" y="1628"/>
                    <a:pt x="1515" y="1560"/>
                  </a:cubicBezTo>
                  <a:cubicBezTo>
                    <a:pt x="1297" y="1374"/>
                    <a:pt x="1095" y="1172"/>
                    <a:pt x="893" y="970"/>
                  </a:cubicBezTo>
                  <a:cubicBezTo>
                    <a:pt x="844" y="937"/>
                    <a:pt x="808" y="905"/>
                    <a:pt x="776" y="853"/>
                  </a:cubicBezTo>
                  <a:cubicBezTo>
                    <a:pt x="743" y="820"/>
                    <a:pt x="691" y="788"/>
                    <a:pt x="659" y="752"/>
                  </a:cubicBezTo>
                  <a:cubicBezTo>
                    <a:pt x="489" y="586"/>
                    <a:pt x="319" y="416"/>
                    <a:pt x="154" y="263"/>
                  </a:cubicBezTo>
                  <a:cubicBezTo>
                    <a:pt x="53" y="182"/>
                    <a:pt x="36" y="113"/>
                    <a:pt x="85" y="28"/>
                  </a:cubicBezTo>
                  <a:lnTo>
                    <a:pt x="85" y="12"/>
                  </a:lnTo>
                  <a:cubicBezTo>
                    <a:pt x="77" y="4"/>
                    <a:pt x="73"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754699" y="1826881"/>
              <a:ext cx="3278" cy="88697"/>
            </a:xfrm>
            <a:custGeom>
              <a:rect b="b" l="l" r="r" t="t"/>
              <a:pathLst>
                <a:path extrusionOk="0" h="893" w="33">
                  <a:moveTo>
                    <a:pt x="0" y="0"/>
                  </a:moveTo>
                  <a:lnTo>
                    <a:pt x="0" y="877"/>
                  </a:lnTo>
                  <a:lnTo>
                    <a:pt x="16" y="893"/>
                  </a:lnTo>
                  <a:cubicBezTo>
                    <a:pt x="33" y="893"/>
                    <a:pt x="33" y="877"/>
                    <a:pt x="33" y="877"/>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2096779" y="2860059"/>
              <a:ext cx="3774" cy="45392"/>
            </a:xfrm>
            <a:custGeom>
              <a:rect b="b" l="l" r="r" t="t"/>
              <a:pathLst>
                <a:path extrusionOk="0" h="457" w="38">
                  <a:moveTo>
                    <a:pt x="21" y="0"/>
                  </a:moveTo>
                  <a:cubicBezTo>
                    <a:pt x="1" y="101"/>
                    <a:pt x="1" y="186"/>
                    <a:pt x="1" y="287"/>
                  </a:cubicBezTo>
                  <a:lnTo>
                    <a:pt x="1" y="441"/>
                  </a:lnTo>
                  <a:cubicBezTo>
                    <a:pt x="1" y="457"/>
                    <a:pt x="1" y="457"/>
                    <a:pt x="21" y="457"/>
                  </a:cubicBezTo>
                  <a:cubicBezTo>
                    <a:pt x="21" y="457"/>
                    <a:pt x="37" y="457"/>
                    <a:pt x="37" y="441"/>
                  </a:cubicBezTo>
                  <a:lnTo>
                    <a:pt x="37" y="287"/>
                  </a:lnTo>
                  <a:cubicBezTo>
                    <a:pt x="21" y="186"/>
                    <a:pt x="21" y="101"/>
                    <a:pt x="37"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1246160" y="3533682"/>
              <a:ext cx="172230" cy="200736"/>
            </a:xfrm>
            <a:custGeom>
              <a:rect b="b" l="l" r="r" t="t"/>
              <a:pathLst>
                <a:path extrusionOk="0" h="2021" w="1734">
                  <a:moveTo>
                    <a:pt x="1649" y="1"/>
                  </a:moveTo>
                  <a:lnTo>
                    <a:pt x="1649" y="21"/>
                  </a:lnTo>
                  <a:cubicBezTo>
                    <a:pt x="1665" y="21"/>
                    <a:pt x="1665" y="37"/>
                    <a:pt x="1681" y="37"/>
                  </a:cubicBezTo>
                  <a:cubicBezTo>
                    <a:pt x="1698" y="53"/>
                    <a:pt x="1698" y="69"/>
                    <a:pt x="1698" y="86"/>
                  </a:cubicBezTo>
                  <a:cubicBezTo>
                    <a:pt x="1681" y="187"/>
                    <a:pt x="1681" y="271"/>
                    <a:pt x="1681" y="372"/>
                  </a:cubicBezTo>
                  <a:cubicBezTo>
                    <a:pt x="1681" y="389"/>
                    <a:pt x="1698" y="425"/>
                    <a:pt x="1698" y="457"/>
                  </a:cubicBezTo>
                  <a:cubicBezTo>
                    <a:pt x="1698" y="542"/>
                    <a:pt x="1665" y="574"/>
                    <a:pt x="1597" y="591"/>
                  </a:cubicBezTo>
                  <a:cubicBezTo>
                    <a:pt x="1447" y="627"/>
                    <a:pt x="1314" y="675"/>
                    <a:pt x="1160" y="708"/>
                  </a:cubicBezTo>
                  <a:cubicBezTo>
                    <a:pt x="825" y="793"/>
                    <a:pt x="486" y="894"/>
                    <a:pt x="150" y="978"/>
                  </a:cubicBezTo>
                  <a:cubicBezTo>
                    <a:pt x="33" y="1011"/>
                    <a:pt x="1" y="1047"/>
                    <a:pt x="1" y="1164"/>
                  </a:cubicBezTo>
                  <a:lnTo>
                    <a:pt x="1" y="1770"/>
                  </a:lnTo>
                  <a:lnTo>
                    <a:pt x="1" y="2004"/>
                  </a:lnTo>
                  <a:cubicBezTo>
                    <a:pt x="1" y="2021"/>
                    <a:pt x="1" y="2021"/>
                    <a:pt x="17" y="2021"/>
                  </a:cubicBezTo>
                  <a:cubicBezTo>
                    <a:pt x="17" y="2021"/>
                    <a:pt x="33" y="2021"/>
                    <a:pt x="33" y="2004"/>
                  </a:cubicBezTo>
                  <a:lnTo>
                    <a:pt x="33" y="1770"/>
                  </a:lnTo>
                  <a:lnTo>
                    <a:pt x="33" y="1164"/>
                  </a:lnTo>
                  <a:cubicBezTo>
                    <a:pt x="17" y="1063"/>
                    <a:pt x="49" y="1031"/>
                    <a:pt x="150" y="1011"/>
                  </a:cubicBezTo>
                  <a:cubicBezTo>
                    <a:pt x="486" y="910"/>
                    <a:pt x="841" y="829"/>
                    <a:pt x="1176" y="728"/>
                  </a:cubicBezTo>
                  <a:cubicBezTo>
                    <a:pt x="1314" y="692"/>
                    <a:pt x="1463" y="659"/>
                    <a:pt x="1597" y="627"/>
                  </a:cubicBezTo>
                  <a:cubicBezTo>
                    <a:pt x="1681" y="591"/>
                    <a:pt x="1718" y="542"/>
                    <a:pt x="1718" y="457"/>
                  </a:cubicBezTo>
                  <a:lnTo>
                    <a:pt x="1718" y="372"/>
                  </a:lnTo>
                  <a:cubicBezTo>
                    <a:pt x="1718" y="271"/>
                    <a:pt x="1718" y="187"/>
                    <a:pt x="1734" y="86"/>
                  </a:cubicBezTo>
                  <a:cubicBezTo>
                    <a:pt x="1734" y="53"/>
                    <a:pt x="1718" y="37"/>
                    <a:pt x="1698" y="21"/>
                  </a:cubicBezTo>
                  <a:cubicBezTo>
                    <a:pt x="1681" y="21"/>
                    <a:pt x="1681" y="1"/>
                    <a:pt x="16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1923059" y="2704715"/>
              <a:ext cx="145809" cy="294201"/>
            </a:xfrm>
            <a:custGeom>
              <a:rect b="b" l="l" r="r" t="t"/>
              <a:pathLst>
                <a:path extrusionOk="0" h="2962" w="1468">
                  <a:moveTo>
                    <a:pt x="1" y="1"/>
                  </a:moveTo>
                  <a:lnTo>
                    <a:pt x="1" y="17"/>
                  </a:lnTo>
                  <a:cubicBezTo>
                    <a:pt x="33" y="166"/>
                    <a:pt x="134" y="304"/>
                    <a:pt x="235" y="437"/>
                  </a:cubicBezTo>
                  <a:cubicBezTo>
                    <a:pt x="288" y="490"/>
                    <a:pt x="336" y="538"/>
                    <a:pt x="372" y="607"/>
                  </a:cubicBezTo>
                  <a:cubicBezTo>
                    <a:pt x="607" y="942"/>
                    <a:pt x="841" y="1277"/>
                    <a:pt x="1079" y="1617"/>
                  </a:cubicBezTo>
                  <a:cubicBezTo>
                    <a:pt x="1180" y="1766"/>
                    <a:pt x="1281" y="1904"/>
                    <a:pt x="1382" y="2053"/>
                  </a:cubicBezTo>
                  <a:cubicBezTo>
                    <a:pt x="1415" y="2106"/>
                    <a:pt x="1431" y="2154"/>
                    <a:pt x="1431" y="2207"/>
                  </a:cubicBezTo>
                  <a:cubicBezTo>
                    <a:pt x="1447" y="2457"/>
                    <a:pt x="1447" y="2691"/>
                    <a:pt x="1431" y="2893"/>
                  </a:cubicBezTo>
                  <a:lnTo>
                    <a:pt x="1431" y="2930"/>
                  </a:lnTo>
                  <a:cubicBezTo>
                    <a:pt x="1415" y="2930"/>
                    <a:pt x="1415" y="2946"/>
                    <a:pt x="1415" y="2946"/>
                  </a:cubicBezTo>
                  <a:lnTo>
                    <a:pt x="1415" y="2962"/>
                  </a:lnTo>
                  <a:lnTo>
                    <a:pt x="1431" y="2962"/>
                  </a:lnTo>
                  <a:lnTo>
                    <a:pt x="1447" y="2946"/>
                  </a:lnTo>
                  <a:cubicBezTo>
                    <a:pt x="1447" y="2930"/>
                    <a:pt x="1467" y="2913"/>
                    <a:pt x="1467" y="2893"/>
                  </a:cubicBezTo>
                  <a:lnTo>
                    <a:pt x="1467" y="2207"/>
                  </a:lnTo>
                  <a:cubicBezTo>
                    <a:pt x="1467" y="2154"/>
                    <a:pt x="1447" y="2085"/>
                    <a:pt x="1415" y="2037"/>
                  </a:cubicBezTo>
                  <a:cubicBezTo>
                    <a:pt x="1314" y="1883"/>
                    <a:pt x="1197" y="1750"/>
                    <a:pt x="1096" y="1601"/>
                  </a:cubicBezTo>
                  <a:cubicBezTo>
                    <a:pt x="861" y="1261"/>
                    <a:pt x="623" y="926"/>
                    <a:pt x="405" y="591"/>
                  </a:cubicBezTo>
                  <a:cubicBezTo>
                    <a:pt x="356" y="522"/>
                    <a:pt x="304" y="469"/>
                    <a:pt x="271" y="421"/>
                  </a:cubicBezTo>
                  <a:cubicBezTo>
                    <a:pt x="170" y="288"/>
                    <a:pt x="69" y="166"/>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1264237" y="3075098"/>
              <a:ext cx="150577" cy="149782"/>
            </a:xfrm>
            <a:custGeom>
              <a:rect b="b" l="l" r="r" t="t"/>
              <a:pathLst>
                <a:path extrusionOk="0" h="1508" w="1516">
                  <a:moveTo>
                    <a:pt x="1429" y="0"/>
                  </a:moveTo>
                  <a:cubicBezTo>
                    <a:pt x="1403" y="0"/>
                    <a:pt x="1374" y="9"/>
                    <a:pt x="1350" y="25"/>
                  </a:cubicBezTo>
                  <a:lnTo>
                    <a:pt x="893" y="174"/>
                  </a:lnTo>
                  <a:lnTo>
                    <a:pt x="659" y="259"/>
                  </a:lnTo>
                  <a:cubicBezTo>
                    <a:pt x="607" y="275"/>
                    <a:pt x="558" y="295"/>
                    <a:pt x="506" y="328"/>
                  </a:cubicBezTo>
                  <a:cubicBezTo>
                    <a:pt x="388" y="360"/>
                    <a:pt x="271" y="413"/>
                    <a:pt x="138" y="445"/>
                  </a:cubicBezTo>
                  <a:cubicBezTo>
                    <a:pt x="21" y="477"/>
                    <a:pt x="1" y="546"/>
                    <a:pt x="1" y="647"/>
                  </a:cubicBezTo>
                  <a:lnTo>
                    <a:pt x="1" y="1119"/>
                  </a:lnTo>
                  <a:lnTo>
                    <a:pt x="1" y="1370"/>
                  </a:lnTo>
                  <a:cubicBezTo>
                    <a:pt x="1" y="1406"/>
                    <a:pt x="21" y="1422"/>
                    <a:pt x="21" y="1455"/>
                  </a:cubicBezTo>
                  <a:lnTo>
                    <a:pt x="21" y="1487"/>
                  </a:lnTo>
                  <a:cubicBezTo>
                    <a:pt x="21" y="1507"/>
                    <a:pt x="37" y="1507"/>
                    <a:pt x="37" y="1507"/>
                  </a:cubicBezTo>
                  <a:cubicBezTo>
                    <a:pt x="37" y="1507"/>
                    <a:pt x="53" y="1507"/>
                    <a:pt x="53" y="1487"/>
                  </a:cubicBezTo>
                  <a:cubicBezTo>
                    <a:pt x="53" y="1471"/>
                    <a:pt x="37" y="1471"/>
                    <a:pt x="37" y="1455"/>
                  </a:cubicBezTo>
                  <a:lnTo>
                    <a:pt x="37" y="1370"/>
                  </a:lnTo>
                  <a:lnTo>
                    <a:pt x="37" y="1119"/>
                  </a:lnTo>
                  <a:lnTo>
                    <a:pt x="37" y="647"/>
                  </a:lnTo>
                  <a:cubicBezTo>
                    <a:pt x="37" y="546"/>
                    <a:pt x="53" y="497"/>
                    <a:pt x="138" y="477"/>
                  </a:cubicBezTo>
                  <a:cubicBezTo>
                    <a:pt x="271" y="445"/>
                    <a:pt x="405" y="396"/>
                    <a:pt x="526" y="344"/>
                  </a:cubicBezTo>
                  <a:cubicBezTo>
                    <a:pt x="574" y="328"/>
                    <a:pt x="627" y="312"/>
                    <a:pt x="675" y="295"/>
                  </a:cubicBezTo>
                  <a:lnTo>
                    <a:pt x="910" y="211"/>
                  </a:lnTo>
                  <a:cubicBezTo>
                    <a:pt x="1047" y="158"/>
                    <a:pt x="1196" y="93"/>
                    <a:pt x="1350" y="41"/>
                  </a:cubicBezTo>
                  <a:cubicBezTo>
                    <a:pt x="1374" y="33"/>
                    <a:pt x="1399" y="29"/>
                    <a:pt x="1421" y="29"/>
                  </a:cubicBezTo>
                  <a:cubicBezTo>
                    <a:pt x="1442" y="29"/>
                    <a:pt x="1459" y="33"/>
                    <a:pt x="1467" y="41"/>
                  </a:cubicBezTo>
                  <a:cubicBezTo>
                    <a:pt x="1483" y="57"/>
                    <a:pt x="1499" y="73"/>
                    <a:pt x="1499" y="93"/>
                  </a:cubicBezTo>
                  <a:cubicBezTo>
                    <a:pt x="1467" y="275"/>
                    <a:pt x="1483" y="445"/>
                    <a:pt x="1483" y="631"/>
                  </a:cubicBezTo>
                  <a:lnTo>
                    <a:pt x="1483" y="917"/>
                  </a:lnTo>
                  <a:cubicBezTo>
                    <a:pt x="1483" y="966"/>
                    <a:pt x="1467" y="1018"/>
                    <a:pt x="1451" y="1051"/>
                  </a:cubicBezTo>
                  <a:cubicBezTo>
                    <a:pt x="1451" y="1067"/>
                    <a:pt x="1451" y="1067"/>
                    <a:pt x="1467" y="1067"/>
                  </a:cubicBezTo>
                  <a:lnTo>
                    <a:pt x="1483" y="1067"/>
                  </a:lnTo>
                  <a:cubicBezTo>
                    <a:pt x="1499" y="1018"/>
                    <a:pt x="1499" y="966"/>
                    <a:pt x="1499" y="934"/>
                  </a:cubicBezTo>
                  <a:cubicBezTo>
                    <a:pt x="1516" y="833"/>
                    <a:pt x="1499" y="715"/>
                    <a:pt x="1499" y="631"/>
                  </a:cubicBezTo>
                  <a:cubicBezTo>
                    <a:pt x="1499" y="445"/>
                    <a:pt x="1499" y="275"/>
                    <a:pt x="1516" y="110"/>
                  </a:cubicBezTo>
                  <a:cubicBezTo>
                    <a:pt x="1516" y="57"/>
                    <a:pt x="1499" y="41"/>
                    <a:pt x="1483" y="25"/>
                  </a:cubicBezTo>
                  <a:cubicBezTo>
                    <a:pt x="1475" y="9"/>
                    <a:pt x="1454"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1266223" y="2368699"/>
              <a:ext cx="212357" cy="158821"/>
            </a:xfrm>
            <a:custGeom>
              <a:rect b="b" l="l" r="r" t="t"/>
              <a:pathLst>
                <a:path extrusionOk="0" h="1599" w="2138">
                  <a:moveTo>
                    <a:pt x="1439" y="1"/>
                  </a:moveTo>
                  <a:cubicBezTo>
                    <a:pt x="1420" y="1"/>
                    <a:pt x="1401" y="8"/>
                    <a:pt x="1378" y="15"/>
                  </a:cubicBezTo>
                  <a:cubicBezTo>
                    <a:pt x="942" y="237"/>
                    <a:pt x="570" y="403"/>
                    <a:pt x="219" y="540"/>
                  </a:cubicBezTo>
                  <a:cubicBezTo>
                    <a:pt x="33" y="621"/>
                    <a:pt x="1" y="722"/>
                    <a:pt x="17" y="891"/>
                  </a:cubicBezTo>
                  <a:lnTo>
                    <a:pt x="17" y="1178"/>
                  </a:lnTo>
                  <a:cubicBezTo>
                    <a:pt x="17" y="1295"/>
                    <a:pt x="17" y="1429"/>
                    <a:pt x="33" y="1550"/>
                  </a:cubicBezTo>
                  <a:cubicBezTo>
                    <a:pt x="33" y="1566"/>
                    <a:pt x="33" y="1566"/>
                    <a:pt x="49" y="1566"/>
                  </a:cubicBezTo>
                  <a:lnTo>
                    <a:pt x="49" y="1550"/>
                  </a:lnTo>
                  <a:cubicBezTo>
                    <a:pt x="33" y="1429"/>
                    <a:pt x="33" y="1295"/>
                    <a:pt x="49" y="1178"/>
                  </a:cubicBezTo>
                  <a:cubicBezTo>
                    <a:pt x="49" y="1077"/>
                    <a:pt x="49" y="976"/>
                    <a:pt x="33" y="891"/>
                  </a:cubicBezTo>
                  <a:cubicBezTo>
                    <a:pt x="33" y="722"/>
                    <a:pt x="49" y="641"/>
                    <a:pt x="235" y="572"/>
                  </a:cubicBezTo>
                  <a:cubicBezTo>
                    <a:pt x="570" y="419"/>
                    <a:pt x="958" y="253"/>
                    <a:pt x="1378" y="51"/>
                  </a:cubicBezTo>
                  <a:cubicBezTo>
                    <a:pt x="1402" y="35"/>
                    <a:pt x="1422" y="26"/>
                    <a:pt x="1439" y="26"/>
                  </a:cubicBezTo>
                  <a:cubicBezTo>
                    <a:pt x="1460" y="26"/>
                    <a:pt x="1478" y="39"/>
                    <a:pt x="1496" y="67"/>
                  </a:cubicBezTo>
                  <a:cubicBezTo>
                    <a:pt x="1597" y="184"/>
                    <a:pt x="1698" y="318"/>
                    <a:pt x="1799" y="439"/>
                  </a:cubicBezTo>
                  <a:cubicBezTo>
                    <a:pt x="2101" y="807"/>
                    <a:pt x="2101" y="807"/>
                    <a:pt x="2085" y="1279"/>
                  </a:cubicBezTo>
                  <a:cubicBezTo>
                    <a:pt x="2085" y="1311"/>
                    <a:pt x="2101" y="1348"/>
                    <a:pt x="2101" y="1364"/>
                  </a:cubicBezTo>
                  <a:cubicBezTo>
                    <a:pt x="2101" y="1449"/>
                    <a:pt x="2101" y="1513"/>
                    <a:pt x="2069" y="1582"/>
                  </a:cubicBezTo>
                  <a:lnTo>
                    <a:pt x="2069" y="1598"/>
                  </a:lnTo>
                  <a:lnTo>
                    <a:pt x="2085" y="1598"/>
                  </a:lnTo>
                  <a:cubicBezTo>
                    <a:pt x="2138" y="1513"/>
                    <a:pt x="2138" y="1449"/>
                    <a:pt x="2122" y="1364"/>
                  </a:cubicBezTo>
                  <a:lnTo>
                    <a:pt x="2122" y="1279"/>
                  </a:lnTo>
                  <a:cubicBezTo>
                    <a:pt x="2122" y="790"/>
                    <a:pt x="2122" y="790"/>
                    <a:pt x="1835" y="419"/>
                  </a:cubicBezTo>
                  <a:lnTo>
                    <a:pt x="1819" y="419"/>
                  </a:lnTo>
                  <a:cubicBezTo>
                    <a:pt x="1718" y="302"/>
                    <a:pt x="1617" y="168"/>
                    <a:pt x="1516" y="51"/>
                  </a:cubicBezTo>
                  <a:cubicBezTo>
                    <a:pt x="1486" y="12"/>
                    <a:pt x="1463" y="1"/>
                    <a:pt x="1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2167002" y="3477166"/>
              <a:ext cx="6953" cy="44994"/>
            </a:xfrm>
            <a:custGeom>
              <a:rect b="b" l="l" r="r" t="t"/>
              <a:pathLst>
                <a:path extrusionOk="0" h="453" w="70">
                  <a:moveTo>
                    <a:pt x="53" y="0"/>
                  </a:moveTo>
                  <a:cubicBezTo>
                    <a:pt x="53" y="0"/>
                    <a:pt x="37" y="0"/>
                    <a:pt x="37" y="16"/>
                  </a:cubicBezTo>
                  <a:cubicBezTo>
                    <a:pt x="21" y="85"/>
                    <a:pt x="21" y="150"/>
                    <a:pt x="21" y="235"/>
                  </a:cubicBezTo>
                  <a:cubicBezTo>
                    <a:pt x="21" y="303"/>
                    <a:pt x="37" y="368"/>
                    <a:pt x="21" y="437"/>
                  </a:cubicBezTo>
                  <a:cubicBezTo>
                    <a:pt x="1" y="453"/>
                    <a:pt x="21" y="453"/>
                    <a:pt x="21" y="453"/>
                  </a:cubicBezTo>
                  <a:lnTo>
                    <a:pt x="37" y="453"/>
                  </a:lnTo>
                  <a:cubicBezTo>
                    <a:pt x="53" y="368"/>
                    <a:pt x="53" y="303"/>
                    <a:pt x="53" y="235"/>
                  </a:cubicBezTo>
                  <a:cubicBezTo>
                    <a:pt x="53" y="150"/>
                    <a:pt x="53" y="85"/>
                    <a:pt x="70" y="16"/>
                  </a:cubicBezTo>
                  <a:cubicBezTo>
                    <a:pt x="70" y="0"/>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574127" y="3528914"/>
              <a:ext cx="4867" cy="81943"/>
            </a:xfrm>
            <a:custGeom>
              <a:rect b="b" l="l" r="r" t="t"/>
              <a:pathLst>
                <a:path extrusionOk="0" h="825" w="49">
                  <a:moveTo>
                    <a:pt x="17" y="0"/>
                  </a:moveTo>
                  <a:cubicBezTo>
                    <a:pt x="0" y="0"/>
                    <a:pt x="0" y="16"/>
                    <a:pt x="0" y="16"/>
                  </a:cubicBezTo>
                  <a:cubicBezTo>
                    <a:pt x="17" y="186"/>
                    <a:pt x="17" y="352"/>
                    <a:pt x="17" y="521"/>
                  </a:cubicBezTo>
                  <a:lnTo>
                    <a:pt x="17" y="808"/>
                  </a:lnTo>
                  <a:cubicBezTo>
                    <a:pt x="17" y="824"/>
                    <a:pt x="17" y="824"/>
                    <a:pt x="33" y="824"/>
                  </a:cubicBezTo>
                  <a:lnTo>
                    <a:pt x="33" y="808"/>
                  </a:lnTo>
                  <a:lnTo>
                    <a:pt x="33" y="521"/>
                  </a:lnTo>
                  <a:cubicBezTo>
                    <a:pt x="33" y="352"/>
                    <a:pt x="49" y="186"/>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985431" y="2051157"/>
              <a:ext cx="4867" cy="95153"/>
            </a:xfrm>
            <a:custGeom>
              <a:rect b="b" l="l" r="r" t="t"/>
              <a:pathLst>
                <a:path extrusionOk="0" h="958" w="49">
                  <a:moveTo>
                    <a:pt x="0" y="0"/>
                  </a:moveTo>
                  <a:lnTo>
                    <a:pt x="0" y="16"/>
                  </a:lnTo>
                  <a:cubicBezTo>
                    <a:pt x="16" y="117"/>
                    <a:pt x="0" y="235"/>
                    <a:pt x="0" y="352"/>
                  </a:cubicBezTo>
                  <a:lnTo>
                    <a:pt x="0" y="570"/>
                  </a:lnTo>
                  <a:cubicBezTo>
                    <a:pt x="16" y="622"/>
                    <a:pt x="0" y="655"/>
                    <a:pt x="0" y="707"/>
                  </a:cubicBezTo>
                  <a:cubicBezTo>
                    <a:pt x="0" y="788"/>
                    <a:pt x="0" y="857"/>
                    <a:pt x="16" y="941"/>
                  </a:cubicBezTo>
                  <a:lnTo>
                    <a:pt x="32" y="958"/>
                  </a:lnTo>
                  <a:cubicBezTo>
                    <a:pt x="49" y="958"/>
                    <a:pt x="49" y="941"/>
                    <a:pt x="49" y="941"/>
                  </a:cubicBezTo>
                  <a:cubicBezTo>
                    <a:pt x="32" y="857"/>
                    <a:pt x="32" y="772"/>
                    <a:pt x="32" y="707"/>
                  </a:cubicBezTo>
                  <a:lnTo>
                    <a:pt x="32" y="570"/>
                  </a:lnTo>
                  <a:lnTo>
                    <a:pt x="32" y="352"/>
                  </a:lnTo>
                  <a:cubicBezTo>
                    <a:pt x="32" y="235"/>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1520197" y="3152572"/>
              <a:ext cx="197557" cy="310987"/>
            </a:xfrm>
            <a:custGeom>
              <a:rect b="b" l="l" r="r" t="t"/>
              <a:pathLst>
                <a:path extrusionOk="0" h="3131" w="1989">
                  <a:moveTo>
                    <a:pt x="17" y="0"/>
                  </a:moveTo>
                  <a:cubicBezTo>
                    <a:pt x="1" y="0"/>
                    <a:pt x="1" y="0"/>
                    <a:pt x="1" y="20"/>
                  </a:cubicBezTo>
                  <a:cubicBezTo>
                    <a:pt x="1" y="101"/>
                    <a:pt x="70" y="137"/>
                    <a:pt x="118" y="186"/>
                  </a:cubicBezTo>
                  <a:cubicBezTo>
                    <a:pt x="134" y="202"/>
                    <a:pt x="150" y="222"/>
                    <a:pt x="171" y="238"/>
                  </a:cubicBezTo>
                  <a:cubicBezTo>
                    <a:pt x="272" y="323"/>
                    <a:pt x="352" y="424"/>
                    <a:pt x="453" y="525"/>
                  </a:cubicBezTo>
                  <a:cubicBezTo>
                    <a:pt x="554" y="642"/>
                    <a:pt x="676" y="760"/>
                    <a:pt x="793" y="877"/>
                  </a:cubicBezTo>
                  <a:cubicBezTo>
                    <a:pt x="1160" y="1248"/>
                    <a:pt x="1516" y="1600"/>
                    <a:pt x="1867" y="1955"/>
                  </a:cubicBezTo>
                  <a:cubicBezTo>
                    <a:pt x="1936" y="2020"/>
                    <a:pt x="1952" y="2072"/>
                    <a:pt x="1952" y="2173"/>
                  </a:cubicBezTo>
                  <a:cubicBezTo>
                    <a:pt x="1952" y="2424"/>
                    <a:pt x="1952" y="2695"/>
                    <a:pt x="1936" y="3014"/>
                  </a:cubicBezTo>
                  <a:cubicBezTo>
                    <a:pt x="1936" y="3050"/>
                    <a:pt x="1936" y="3066"/>
                    <a:pt x="1920" y="3099"/>
                  </a:cubicBezTo>
                  <a:lnTo>
                    <a:pt x="1920" y="3115"/>
                  </a:lnTo>
                  <a:lnTo>
                    <a:pt x="1920" y="3131"/>
                  </a:lnTo>
                  <a:lnTo>
                    <a:pt x="1936" y="3131"/>
                  </a:lnTo>
                  <a:lnTo>
                    <a:pt x="1936" y="3115"/>
                  </a:lnTo>
                  <a:lnTo>
                    <a:pt x="1952" y="3115"/>
                  </a:lnTo>
                  <a:cubicBezTo>
                    <a:pt x="1952" y="3082"/>
                    <a:pt x="1968" y="3050"/>
                    <a:pt x="1968" y="3014"/>
                  </a:cubicBezTo>
                  <a:cubicBezTo>
                    <a:pt x="1968" y="2695"/>
                    <a:pt x="1968" y="2424"/>
                    <a:pt x="1988" y="2173"/>
                  </a:cubicBezTo>
                  <a:cubicBezTo>
                    <a:pt x="1988" y="2072"/>
                    <a:pt x="1952" y="2004"/>
                    <a:pt x="1887" y="1939"/>
                  </a:cubicBezTo>
                  <a:cubicBezTo>
                    <a:pt x="1532" y="1584"/>
                    <a:pt x="1181" y="1232"/>
                    <a:pt x="809" y="844"/>
                  </a:cubicBezTo>
                  <a:cubicBezTo>
                    <a:pt x="692" y="743"/>
                    <a:pt x="575" y="606"/>
                    <a:pt x="474" y="505"/>
                  </a:cubicBezTo>
                  <a:cubicBezTo>
                    <a:pt x="373" y="404"/>
                    <a:pt x="288" y="303"/>
                    <a:pt x="203" y="222"/>
                  </a:cubicBezTo>
                  <a:cubicBezTo>
                    <a:pt x="171" y="202"/>
                    <a:pt x="150" y="186"/>
                    <a:pt x="134" y="170"/>
                  </a:cubicBezTo>
                  <a:cubicBezTo>
                    <a:pt x="86" y="121"/>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2095190" y="3127641"/>
              <a:ext cx="5364" cy="40227"/>
            </a:xfrm>
            <a:custGeom>
              <a:rect b="b" l="l" r="r" t="t"/>
              <a:pathLst>
                <a:path extrusionOk="0" h="405" w="54">
                  <a:moveTo>
                    <a:pt x="53" y="1"/>
                  </a:moveTo>
                  <a:cubicBezTo>
                    <a:pt x="37" y="1"/>
                    <a:pt x="37" y="1"/>
                    <a:pt x="37" y="17"/>
                  </a:cubicBezTo>
                  <a:cubicBezTo>
                    <a:pt x="17" y="85"/>
                    <a:pt x="17" y="150"/>
                    <a:pt x="17" y="203"/>
                  </a:cubicBezTo>
                  <a:cubicBezTo>
                    <a:pt x="17" y="271"/>
                    <a:pt x="17" y="336"/>
                    <a:pt x="1" y="388"/>
                  </a:cubicBezTo>
                  <a:cubicBezTo>
                    <a:pt x="1" y="405"/>
                    <a:pt x="1" y="405"/>
                    <a:pt x="17" y="405"/>
                  </a:cubicBezTo>
                  <a:lnTo>
                    <a:pt x="37" y="405"/>
                  </a:lnTo>
                  <a:cubicBezTo>
                    <a:pt x="53" y="336"/>
                    <a:pt x="53" y="271"/>
                    <a:pt x="53" y="203"/>
                  </a:cubicBezTo>
                  <a:cubicBezTo>
                    <a:pt x="37" y="134"/>
                    <a:pt x="37" y="85"/>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2080390" y="3607579"/>
              <a:ext cx="98828" cy="126838"/>
            </a:xfrm>
            <a:custGeom>
              <a:rect b="b" l="l" r="r" t="t"/>
              <a:pathLst>
                <a:path extrusionOk="0" h="1277" w="995">
                  <a:moveTo>
                    <a:pt x="65" y="0"/>
                  </a:moveTo>
                  <a:cubicBezTo>
                    <a:pt x="0" y="101"/>
                    <a:pt x="17" y="186"/>
                    <a:pt x="85" y="251"/>
                  </a:cubicBezTo>
                  <a:cubicBezTo>
                    <a:pt x="186" y="335"/>
                    <a:pt x="287" y="453"/>
                    <a:pt x="368" y="554"/>
                  </a:cubicBezTo>
                  <a:lnTo>
                    <a:pt x="521" y="707"/>
                  </a:lnTo>
                  <a:lnTo>
                    <a:pt x="554" y="739"/>
                  </a:lnTo>
                  <a:cubicBezTo>
                    <a:pt x="707" y="893"/>
                    <a:pt x="857" y="1042"/>
                    <a:pt x="925" y="1260"/>
                  </a:cubicBezTo>
                  <a:lnTo>
                    <a:pt x="942" y="1277"/>
                  </a:lnTo>
                  <a:lnTo>
                    <a:pt x="974" y="1277"/>
                  </a:lnTo>
                  <a:cubicBezTo>
                    <a:pt x="994" y="1277"/>
                    <a:pt x="994" y="1260"/>
                    <a:pt x="994" y="1260"/>
                  </a:cubicBezTo>
                  <a:cubicBezTo>
                    <a:pt x="994" y="1244"/>
                    <a:pt x="974" y="1244"/>
                    <a:pt x="974" y="1244"/>
                  </a:cubicBezTo>
                  <a:lnTo>
                    <a:pt x="958" y="1244"/>
                  </a:lnTo>
                  <a:lnTo>
                    <a:pt x="958" y="1260"/>
                  </a:lnTo>
                  <a:lnTo>
                    <a:pt x="942" y="1244"/>
                  </a:lnTo>
                  <a:cubicBezTo>
                    <a:pt x="873" y="1026"/>
                    <a:pt x="723" y="873"/>
                    <a:pt x="570" y="723"/>
                  </a:cubicBezTo>
                  <a:lnTo>
                    <a:pt x="538" y="691"/>
                  </a:lnTo>
                  <a:cubicBezTo>
                    <a:pt x="489" y="638"/>
                    <a:pt x="437" y="590"/>
                    <a:pt x="404" y="537"/>
                  </a:cubicBezTo>
                  <a:cubicBezTo>
                    <a:pt x="303" y="420"/>
                    <a:pt x="202" y="319"/>
                    <a:pt x="101" y="218"/>
                  </a:cubicBezTo>
                  <a:cubicBezTo>
                    <a:pt x="33" y="166"/>
                    <a:pt x="49" y="85"/>
                    <a:pt x="85" y="16"/>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1411536" y="1420741"/>
              <a:ext cx="63469" cy="217224"/>
            </a:xfrm>
            <a:custGeom>
              <a:rect b="b" l="l" r="r" t="t"/>
              <a:pathLst>
                <a:path extrusionOk="0" h="2187" w="639">
                  <a:moveTo>
                    <a:pt x="53" y="1"/>
                  </a:moveTo>
                  <a:cubicBezTo>
                    <a:pt x="53" y="1"/>
                    <a:pt x="33" y="1"/>
                    <a:pt x="33" y="17"/>
                  </a:cubicBezTo>
                  <a:cubicBezTo>
                    <a:pt x="16" y="187"/>
                    <a:pt x="0" y="320"/>
                    <a:pt x="0" y="469"/>
                  </a:cubicBezTo>
                  <a:lnTo>
                    <a:pt x="0" y="1197"/>
                  </a:lnTo>
                  <a:cubicBezTo>
                    <a:pt x="0" y="1298"/>
                    <a:pt x="33" y="1378"/>
                    <a:pt x="117" y="1463"/>
                  </a:cubicBezTo>
                  <a:cubicBezTo>
                    <a:pt x="202" y="1548"/>
                    <a:pt x="271" y="1665"/>
                    <a:pt x="319" y="1766"/>
                  </a:cubicBezTo>
                  <a:cubicBezTo>
                    <a:pt x="356" y="1819"/>
                    <a:pt x="388" y="1867"/>
                    <a:pt x="420" y="1920"/>
                  </a:cubicBezTo>
                  <a:cubicBezTo>
                    <a:pt x="436" y="1936"/>
                    <a:pt x="457" y="1968"/>
                    <a:pt x="473" y="1984"/>
                  </a:cubicBezTo>
                  <a:cubicBezTo>
                    <a:pt x="505" y="2069"/>
                    <a:pt x="558" y="2138"/>
                    <a:pt x="622" y="2186"/>
                  </a:cubicBezTo>
                  <a:lnTo>
                    <a:pt x="638" y="2186"/>
                  </a:lnTo>
                  <a:lnTo>
                    <a:pt x="638" y="2170"/>
                  </a:lnTo>
                  <a:cubicBezTo>
                    <a:pt x="574" y="2122"/>
                    <a:pt x="521" y="2053"/>
                    <a:pt x="489" y="1984"/>
                  </a:cubicBezTo>
                  <a:cubicBezTo>
                    <a:pt x="473" y="1952"/>
                    <a:pt x="457" y="1920"/>
                    <a:pt x="436" y="1904"/>
                  </a:cubicBezTo>
                  <a:cubicBezTo>
                    <a:pt x="404" y="1851"/>
                    <a:pt x="388" y="1803"/>
                    <a:pt x="356" y="1750"/>
                  </a:cubicBezTo>
                  <a:cubicBezTo>
                    <a:pt x="287" y="1649"/>
                    <a:pt x="218" y="1532"/>
                    <a:pt x="134" y="1447"/>
                  </a:cubicBezTo>
                  <a:cubicBezTo>
                    <a:pt x="53" y="1362"/>
                    <a:pt x="16" y="1298"/>
                    <a:pt x="16" y="1197"/>
                  </a:cubicBezTo>
                  <a:lnTo>
                    <a:pt x="16" y="469"/>
                  </a:lnTo>
                  <a:cubicBezTo>
                    <a:pt x="16" y="320"/>
                    <a:pt x="33" y="187"/>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480264" y="2855193"/>
              <a:ext cx="160609" cy="163787"/>
            </a:xfrm>
            <a:custGeom>
              <a:rect b="b" l="l" r="r" t="t"/>
              <a:pathLst>
                <a:path extrusionOk="0" h="1649" w="1617">
                  <a:moveTo>
                    <a:pt x="1551" y="1"/>
                  </a:moveTo>
                  <a:lnTo>
                    <a:pt x="1551" y="33"/>
                  </a:lnTo>
                  <a:cubicBezTo>
                    <a:pt x="1600" y="86"/>
                    <a:pt x="1584" y="150"/>
                    <a:pt x="1584" y="219"/>
                  </a:cubicBezTo>
                  <a:cubicBezTo>
                    <a:pt x="1568" y="267"/>
                    <a:pt x="1568" y="304"/>
                    <a:pt x="1568" y="336"/>
                  </a:cubicBezTo>
                  <a:cubicBezTo>
                    <a:pt x="1584" y="453"/>
                    <a:pt x="1584" y="591"/>
                    <a:pt x="1584" y="708"/>
                  </a:cubicBezTo>
                  <a:lnTo>
                    <a:pt x="1584" y="893"/>
                  </a:lnTo>
                  <a:cubicBezTo>
                    <a:pt x="1584" y="958"/>
                    <a:pt x="1551" y="1011"/>
                    <a:pt x="1499" y="1027"/>
                  </a:cubicBezTo>
                  <a:cubicBezTo>
                    <a:pt x="1095" y="1196"/>
                    <a:pt x="707" y="1346"/>
                    <a:pt x="303" y="1499"/>
                  </a:cubicBezTo>
                  <a:lnTo>
                    <a:pt x="0" y="1633"/>
                  </a:lnTo>
                  <a:lnTo>
                    <a:pt x="0" y="1649"/>
                  </a:lnTo>
                  <a:lnTo>
                    <a:pt x="16" y="1649"/>
                  </a:lnTo>
                  <a:lnTo>
                    <a:pt x="319" y="1532"/>
                  </a:lnTo>
                  <a:cubicBezTo>
                    <a:pt x="707" y="1378"/>
                    <a:pt x="1111" y="1213"/>
                    <a:pt x="1499" y="1059"/>
                  </a:cubicBezTo>
                  <a:cubicBezTo>
                    <a:pt x="1568" y="1027"/>
                    <a:pt x="1600" y="974"/>
                    <a:pt x="1600" y="893"/>
                  </a:cubicBezTo>
                  <a:lnTo>
                    <a:pt x="1600" y="708"/>
                  </a:lnTo>
                  <a:cubicBezTo>
                    <a:pt x="1616" y="591"/>
                    <a:pt x="1616" y="453"/>
                    <a:pt x="1600" y="336"/>
                  </a:cubicBezTo>
                  <a:lnTo>
                    <a:pt x="1600" y="219"/>
                  </a:lnTo>
                  <a:cubicBezTo>
                    <a:pt x="1616" y="150"/>
                    <a:pt x="1616" y="86"/>
                    <a:pt x="1584" y="17"/>
                  </a:cubicBezTo>
                  <a:cubicBezTo>
                    <a:pt x="1568" y="1"/>
                    <a:pt x="1568" y="1"/>
                    <a:pt x="1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2088833" y="2560694"/>
              <a:ext cx="98332" cy="207589"/>
            </a:xfrm>
            <a:custGeom>
              <a:rect b="b" l="l" r="r" t="t"/>
              <a:pathLst>
                <a:path extrusionOk="0" h="2090" w="990">
                  <a:moveTo>
                    <a:pt x="0" y="1"/>
                  </a:moveTo>
                  <a:lnTo>
                    <a:pt x="0" y="21"/>
                  </a:lnTo>
                  <a:cubicBezTo>
                    <a:pt x="101" y="138"/>
                    <a:pt x="166" y="271"/>
                    <a:pt x="251" y="388"/>
                  </a:cubicBezTo>
                  <a:cubicBezTo>
                    <a:pt x="283" y="473"/>
                    <a:pt x="335" y="558"/>
                    <a:pt x="384" y="627"/>
                  </a:cubicBezTo>
                  <a:cubicBezTo>
                    <a:pt x="453" y="728"/>
                    <a:pt x="521" y="829"/>
                    <a:pt x="570" y="946"/>
                  </a:cubicBezTo>
                  <a:cubicBezTo>
                    <a:pt x="671" y="1112"/>
                    <a:pt x="772" y="1281"/>
                    <a:pt x="909" y="1435"/>
                  </a:cubicBezTo>
                  <a:cubicBezTo>
                    <a:pt x="925" y="1467"/>
                    <a:pt x="941" y="1483"/>
                    <a:pt x="941" y="1515"/>
                  </a:cubicBezTo>
                  <a:lnTo>
                    <a:pt x="941" y="1701"/>
                  </a:lnTo>
                  <a:cubicBezTo>
                    <a:pt x="958" y="1839"/>
                    <a:pt x="958" y="1956"/>
                    <a:pt x="925" y="2073"/>
                  </a:cubicBezTo>
                  <a:lnTo>
                    <a:pt x="925" y="2089"/>
                  </a:lnTo>
                  <a:lnTo>
                    <a:pt x="941" y="2089"/>
                  </a:lnTo>
                  <a:cubicBezTo>
                    <a:pt x="990" y="1956"/>
                    <a:pt x="974" y="1839"/>
                    <a:pt x="974" y="1701"/>
                  </a:cubicBezTo>
                  <a:lnTo>
                    <a:pt x="974" y="1515"/>
                  </a:lnTo>
                  <a:cubicBezTo>
                    <a:pt x="974" y="1467"/>
                    <a:pt x="941" y="1435"/>
                    <a:pt x="925" y="1414"/>
                  </a:cubicBezTo>
                  <a:cubicBezTo>
                    <a:pt x="788" y="1265"/>
                    <a:pt x="687" y="1095"/>
                    <a:pt x="606" y="930"/>
                  </a:cubicBezTo>
                  <a:cubicBezTo>
                    <a:pt x="537" y="829"/>
                    <a:pt x="469" y="708"/>
                    <a:pt x="404" y="607"/>
                  </a:cubicBezTo>
                  <a:cubicBezTo>
                    <a:pt x="352" y="542"/>
                    <a:pt x="303" y="457"/>
                    <a:pt x="267" y="372"/>
                  </a:cubicBezTo>
                  <a:cubicBezTo>
                    <a:pt x="182" y="255"/>
                    <a:pt x="117" y="12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2167002" y="3602315"/>
              <a:ext cx="6953" cy="48669"/>
            </a:xfrm>
            <a:custGeom>
              <a:rect b="b" l="l" r="r" t="t"/>
              <a:pathLst>
                <a:path extrusionOk="0" h="490" w="70">
                  <a:moveTo>
                    <a:pt x="53" y="1"/>
                  </a:moveTo>
                  <a:lnTo>
                    <a:pt x="37" y="17"/>
                  </a:lnTo>
                  <a:cubicBezTo>
                    <a:pt x="21" y="102"/>
                    <a:pt x="21" y="170"/>
                    <a:pt x="21" y="255"/>
                  </a:cubicBezTo>
                  <a:cubicBezTo>
                    <a:pt x="21" y="320"/>
                    <a:pt x="37" y="405"/>
                    <a:pt x="21" y="473"/>
                  </a:cubicBezTo>
                  <a:cubicBezTo>
                    <a:pt x="1" y="489"/>
                    <a:pt x="21" y="489"/>
                    <a:pt x="21" y="489"/>
                  </a:cubicBezTo>
                  <a:lnTo>
                    <a:pt x="37" y="489"/>
                  </a:lnTo>
                  <a:cubicBezTo>
                    <a:pt x="53" y="405"/>
                    <a:pt x="53" y="320"/>
                    <a:pt x="53" y="255"/>
                  </a:cubicBezTo>
                  <a:cubicBezTo>
                    <a:pt x="53" y="170"/>
                    <a:pt x="53" y="102"/>
                    <a:pt x="70"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1338035" y="2052746"/>
              <a:ext cx="6555" cy="88797"/>
            </a:xfrm>
            <a:custGeom>
              <a:rect b="b" l="l" r="r" t="t"/>
              <a:pathLst>
                <a:path extrusionOk="0" h="894" w="66">
                  <a:moveTo>
                    <a:pt x="17" y="0"/>
                  </a:moveTo>
                  <a:lnTo>
                    <a:pt x="1" y="17"/>
                  </a:lnTo>
                  <a:cubicBezTo>
                    <a:pt x="33" y="166"/>
                    <a:pt x="17" y="303"/>
                    <a:pt x="17" y="453"/>
                  </a:cubicBezTo>
                  <a:lnTo>
                    <a:pt x="17" y="723"/>
                  </a:lnTo>
                  <a:lnTo>
                    <a:pt x="17" y="772"/>
                  </a:lnTo>
                  <a:cubicBezTo>
                    <a:pt x="17" y="808"/>
                    <a:pt x="17" y="841"/>
                    <a:pt x="33" y="893"/>
                  </a:cubicBezTo>
                  <a:lnTo>
                    <a:pt x="49" y="893"/>
                  </a:lnTo>
                  <a:cubicBezTo>
                    <a:pt x="66" y="893"/>
                    <a:pt x="66" y="893"/>
                    <a:pt x="66" y="873"/>
                  </a:cubicBezTo>
                  <a:cubicBezTo>
                    <a:pt x="49" y="841"/>
                    <a:pt x="49" y="808"/>
                    <a:pt x="49" y="772"/>
                  </a:cubicBezTo>
                  <a:lnTo>
                    <a:pt x="49" y="723"/>
                  </a:lnTo>
                  <a:lnTo>
                    <a:pt x="49" y="453"/>
                  </a:lnTo>
                  <a:cubicBezTo>
                    <a:pt x="49" y="303"/>
                    <a:pt x="49" y="166"/>
                    <a:pt x="33" y="17"/>
                  </a:cubicBezTo>
                  <a:cubicBezTo>
                    <a:pt x="33" y="17"/>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513936" y="2719614"/>
              <a:ext cx="126937" cy="132102"/>
            </a:xfrm>
            <a:custGeom>
              <a:rect b="b" l="l" r="r" t="t"/>
              <a:pathLst>
                <a:path extrusionOk="0" h="1330" w="1278">
                  <a:moveTo>
                    <a:pt x="1245" y="0"/>
                  </a:moveTo>
                  <a:cubicBezTo>
                    <a:pt x="1229" y="0"/>
                    <a:pt x="1229" y="16"/>
                    <a:pt x="1229" y="16"/>
                  </a:cubicBezTo>
                  <a:cubicBezTo>
                    <a:pt x="1245" y="170"/>
                    <a:pt x="1245" y="319"/>
                    <a:pt x="1245" y="473"/>
                  </a:cubicBezTo>
                  <a:cubicBezTo>
                    <a:pt x="1245" y="558"/>
                    <a:pt x="1229" y="643"/>
                    <a:pt x="1245" y="723"/>
                  </a:cubicBezTo>
                  <a:cubicBezTo>
                    <a:pt x="1245" y="776"/>
                    <a:pt x="1212" y="792"/>
                    <a:pt x="1144" y="808"/>
                  </a:cubicBezTo>
                  <a:lnTo>
                    <a:pt x="1144" y="824"/>
                  </a:lnTo>
                  <a:cubicBezTo>
                    <a:pt x="857" y="946"/>
                    <a:pt x="554" y="1063"/>
                    <a:pt x="283" y="1180"/>
                  </a:cubicBezTo>
                  <a:lnTo>
                    <a:pt x="0" y="1297"/>
                  </a:lnTo>
                  <a:lnTo>
                    <a:pt x="0" y="1313"/>
                  </a:lnTo>
                  <a:lnTo>
                    <a:pt x="17" y="1329"/>
                  </a:lnTo>
                  <a:lnTo>
                    <a:pt x="283" y="1212"/>
                  </a:lnTo>
                  <a:cubicBezTo>
                    <a:pt x="570" y="1095"/>
                    <a:pt x="857" y="962"/>
                    <a:pt x="1144" y="845"/>
                  </a:cubicBezTo>
                  <a:lnTo>
                    <a:pt x="1160" y="845"/>
                  </a:lnTo>
                  <a:cubicBezTo>
                    <a:pt x="1212" y="808"/>
                    <a:pt x="1261" y="792"/>
                    <a:pt x="1261" y="723"/>
                  </a:cubicBezTo>
                  <a:lnTo>
                    <a:pt x="1261" y="473"/>
                  </a:lnTo>
                  <a:cubicBezTo>
                    <a:pt x="1261" y="319"/>
                    <a:pt x="1277" y="170"/>
                    <a:pt x="1245" y="16"/>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1861279" y="2816654"/>
              <a:ext cx="4966" cy="45094"/>
            </a:xfrm>
            <a:custGeom>
              <a:rect b="b" l="l" r="r" t="t"/>
              <a:pathLst>
                <a:path extrusionOk="0" h="454" w="50">
                  <a:moveTo>
                    <a:pt x="33" y="1"/>
                  </a:moveTo>
                  <a:cubicBezTo>
                    <a:pt x="33" y="1"/>
                    <a:pt x="17" y="1"/>
                    <a:pt x="17" y="17"/>
                  </a:cubicBezTo>
                  <a:lnTo>
                    <a:pt x="17" y="171"/>
                  </a:lnTo>
                  <a:cubicBezTo>
                    <a:pt x="17" y="272"/>
                    <a:pt x="33" y="352"/>
                    <a:pt x="17" y="437"/>
                  </a:cubicBezTo>
                  <a:cubicBezTo>
                    <a:pt x="1" y="453"/>
                    <a:pt x="17" y="453"/>
                    <a:pt x="17" y="453"/>
                  </a:cubicBezTo>
                  <a:lnTo>
                    <a:pt x="33" y="453"/>
                  </a:lnTo>
                  <a:cubicBezTo>
                    <a:pt x="49" y="352"/>
                    <a:pt x="49" y="272"/>
                    <a:pt x="49" y="171"/>
                  </a:cubicBezTo>
                  <a:lnTo>
                    <a:pt x="49" y="17"/>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491885" y="2392139"/>
              <a:ext cx="144121" cy="70322"/>
            </a:xfrm>
            <a:custGeom>
              <a:rect b="b" l="l" r="r" t="t"/>
              <a:pathLst>
                <a:path extrusionOk="0" h="708" w="1451">
                  <a:moveTo>
                    <a:pt x="1434" y="1"/>
                  </a:moveTo>
                  <a:cubicBezTo>
                    <a:pt x="1232" y="82"/>
                    <a:pt x="1047" y="167"/>
                    <a:pt x="877" y="268"/>
                  </a:cubicBezTo>
                  <a:cubicBezTo>
                    <a:pt x="808" y="304"/>
                    <a:pt x="760" y="320"/>
                    <a:pt x="691" y="352"/>
                  </a:cubicBezTo>
                  <a:cubicBezTo>
                    <a:pt x="542" y="437"/>
                    <a:pt x="372" y="506"/>
                    <a:pt x="222" y="587"/>
                  </a:cubicBezTo>
                  <a:cubicBezTo>
                    <a:pt x="154" y="623"/>
                    <a:pt x="85" y="655"/>
                    <a:pt x="0" y="688"/>
                  </a:cubicBezTo>
                  <a:lnTo>
                    <a:pt x="0" y="708"/>
                  </a:lnTo>
                  <a:lnTo>
                    <a:pt x="20" y="708"/>
                  </a:lnTo>
                  <a:cubicBezTo>
                    <a:pt x="85" y="672"/>
                    <a:pt x="154" y="639"/>
                    <a:pt x="239" y="607"/>
                  </a:cubicBezTo>
                  <a:cubicBezTo>
                    <a:pt x="388" y="538"/>
                    <a:pt x="558" y="453"/>
                    <a:pt x="707" y="385"/>
                  </a:cubicBezTo>
                  <a:cubicBezTo>
                    <a:pt x="776" y="352"/>
                    <a:pt x="828" y="320"/>
                    <a:pt x="877" y="284"/>
                  </a:cubicBezTo>
                  <a:cubicBezTo>
                    <a:pt x="1063" y="203"/>
                    <a:pt x="1249" y="102"/>
                    <a:pt x="1434" y="33"/>
                  </a:cubicBezTo>
                  <a:cubicBezTo>
                    <a:pt x="1451" y="33"/>
                    <a:pt x="1451" y="17"/>
                    <a:pt x="1451" y="17"/>
                  </a:cubicBez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686066" y="1700043"/>
              <a:ext cx="6555" cy="81943"/>
            </a:xfrm>
            <a:custGeom>
              <a:rect b="b" l="l" r="r" t="t"/>
              <a:pathLst>
                <a:path extrusionOk="0" h="825" w="66">
                  <a:moveTo>
                    <a:pt x="49" y="1"/>
                  </a:moveTo>
                  <a:cubicBezTo>
                    <a:pt x="33" y="1"/>
                    <a:pt x="33" y="1"/>
                    <a:pt x="33" y="17"/>
                  </a:cubicBezTo>
                  <a:lnTo>
                    <a:pt x="33" y="118"/>
                  </a:lnTo>
                  <a:cubicBezTo>
                    <a:pt x="17" y="336"/>
                    <a:pt x="0" y="586"/>
                    <a:pt x="49" y="808"/>
                  </a:cubicBezTo>
                  <a:cubicBezTo>
                    <a:pt x="49" y="825"/>
                    <a:pt x="49" y="825"/>
                    <a:pt x="65" y="825"/>
                  </a:cubicBezTo>
                  <a:lnTo>
                    <a:pt x="65" y="808"/>
                  </a:lnTo>
                  <a:cubicBezTo>
                    <a:pt x="33" y="586"/>
                    <a:pt x="33" y="336"/>
                    <a:pt x="49" y="118"/>
                  </a:cubicBezTo>
                  <a:cubicBezTo>
                    <a:pt x="49" y="81"/>
                    <a:pt x="49" y="49"/>
                    <a:pt x="65"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2118928" y="3028912"/>
              <a:ext cx="3278" cy="40227"/>
            </a:xfrm>
            <a:custGeom>
              <a:rect b="b" l="l" r="r" t="t"/>
              <a:pathLst>
                <a:path extrusionOk="0" h="405" w="33">
                  <a:moveTo>
                    <a:pt x="16" y="1"/>
                  </a:moveTo>
                  <a:cubicBezTo>
                    <a:pt x="0" y="86"/>
                    <a:pt x="0" y="171"/>
                    <a:pt x="0" y="255"/>
                  </a:cubicBezTo>
                  <a:lnTo>
                    <a:pt x="0" y="389"/>
                  </a:lnTo>
                  <a:cubicBezTo>
                    <a:pt x="0" y="389"/>
                    <a:pt x="0" y="405"/>
                    <a:pt x="16" y="405"/>
                  </a:cubicBezTo>
                  <a:lnTo>
                    <a:pt x="16" y="389"/>
                  </a:lnTo>
                  <a:cubicBezTo>
                    <a:pt x="32" y="336"/>
                    <a:pt x="16" y="304"/>
                    <a:pt x="16" y="255"/>
                  </a:cubicBezTo>
                  <a:cubicBezTo>
                    <a:pt x="16" y="171"/>
                    <a:pt x="16" y="86"/>
                    <a:pt x="32"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1923059" y="2846750"/>
              <a:ext cx="145809" cy="280990"/>
            </a:xfrm>
            <a:custGeom>
              <a:rect b="b" l="l" r="r" t="t"/>
              <a:pathLst>
                <a:path extrusionOk="0" h="2829" w="1468">
                  <a:moveTo>
                    <a:pt x="1" y="1"/>
                  </a:moveTo>
                  <a:cubicBezTo>
                    <a:pt x="1" y="150"/>
                    <a:pt x="86" y="251"/>
                    <a:pt x="170" y="352"/>
                  </a:cubicBezTo>
                  <a:cubicBezTo>
                    <a:pt x="203" y="389"/>
                    <a:pt x="235" y="437"/>
                    <a:pt x="271" y="474"/>
                  </a:cubicBezTo>
                  <a:cubicBezTo>
                    <a:pt x="591" y="926"/>
                    <a:pt x="926" y="1382"/>
                    <a:pt x="1245" y="1819"/>
                  </a:cubicBezTo>
                  <a:lnTo>
                    <a:pt x="1382" y="1988"/>
                  </a:lnTo>
                  <a:cubicBezTo>
                    <a:pt x="1415" y="2053"/>
                    <a:pt x="1447" y="2106"/>
                    <a:pt x="1447" y="2190"/>
                  </a:cubicBezTo>
                  <a:cubicBezTo>
                    <a:pt x="1431" y="2291"/>
                    <a:pt x="1431" y="2409"/>
                    <a:pt x="1431" y="2526"/>
                  </a:cubicBezTo>
                  <a:cubicBezTo>
                    <a:pt x="1447" y="2574"/>
                    <a:pt x="1447" y="2643"/>
                    <a:pt x="1447" y="2695"/>
                  </a:cubicBezTo>
                  <a:lnTo>
                    <a:pt x="1447" y="2712"/>
                  </a:lnTo>
                  <a:cubicBezTo>
                    <a:pt x="1447" y="2760"/>
                    <a:pt x="1447" y="2776"/>
                    <a:pt x="1415" y="2813"/>
                  </a:cubicBezTo>
                  <a:lnTo>
                    <a:pt x="1415" y="2829"/>
                  </a:lnTo>
                  <a:lnTo>
                    <a:pt x="1431" y="2829"/>
                  </a:lnTo>
                  <a:cubicBezTo>
                    <a:pt x="1467" y="2796"/>
                    <a:pt x="1467" y="2760"/>
                    <a:pt x="1467" y="2712"/>
                  </a:cubicBezTo>
                  <a:lnTo>
                    <a:pt x="1467" y="2695"/>
                  </a:lnTo>
                  <a:lnTo>
                    <a:pt x="1467" y="2510"/>
                  </a:lnTo>
                  <a:lnTo>
                    <a:pt x="1467" y="2190"/>
                  </a:lnTo>
                  <a:cubicBezTo>
                    <a:pt x="1467" y="2106"/>
                    <a:pt x="1447" y="2037"/>
                    <a:pt x="1399" y="1968"/>
                  </a:cubicBezTo>
                  <a:lnTo>
                    <a:pt x="1265" y="1803"/>
                  </a:lnTo>
                  <a:cubicBezTo>
                    <a:pt x="942" y="1362"/>
                    <a:pt x="607" y="910"/>
                    <a:pt x="288" y="453"/>
                  </a:cubicBezTo>
                  <a:cubicBezTo>
                    <a:pt x="271" y="421"/>
                    <a:pt x="235" y="373"/>
                    <a:pt x="203" y="336"/>
                  </a:cubicBezTo>
                  <a:cubicBezTo>
                    <a:pt x="118" y="251"/>
                    <a:pt x="33" y="15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751024" y="2171539"/>
              <a:ext cx="6953" cy="95153"/>
            </a:xfrm>
            <a:custGeom>
              <a:rect b="b" l="l" r="r" t="t"/>
              <a:pathLst>
                <a:path extrusionOk="0" h="958" w="70">
                  <a:moveTo>
                    <a:pt x="17" y="0"/>
                  </a:moveTo>
                  <a:cubicBezTo>
                    <a:pt x="1" y="0"/>
                    <a:pt x="1" y="0"/>
                    <a:pt x="1" y="16"/>
                  </a:cubicBezTo>
                  <a:cubicBezTo>
                    <a:pt x="17" y="166"/>
                    <a:pt x="17" y="335"/>
                    <a:pt x="17" y="505"/>
                  </a:cubicBezTo>
                  <a:lnTo>
                    <a:pt x="17" y="788"/>
                  </a:lnTo>
                  <a:lnTo>
                    <a:pt x="17" y="824"/>
                  </a:lnTo>
                  <a:cubicBezTo>
                    <a:pt x="17" y="873"/>
                    <a:pt x="1" y="909"/>
                    <a:pt x="53" y="958"/>
                  </a:cubicBezTo>
                  <a:lnTo>
                    <a:pt x="70" y="958"/>
                  </a:lnTo>
                  <a:lnTo>
                    <a:pt x="70" y="941"/>
                  </a:lnTo>
                  <a:cubicBezTo>
                    <a:pt x="37" y="909"/>
                    <a:pt x="37" y="873"/>
                    <a:pt x="37" y="824"/>
                  </a:cubicBezTo>
                  <a:lnTo>
                    <a:pt x="37" y="788"/>
                  </a:lnTo>
                  <a:lnTo>
                    <a:pt x="37" y="505"/>
                  </a:lnTo>
                  <a:cubicBezTo>
                    <a:pt x="37" y="335"/>
                    <a:pt x="53" y="166"/>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2088833" y="3501997"/>
              <a:ext cx="95153" cy="103993"/>
            </a:xfrm>
            <a:custGeom>
              <a:rect b="b" l="l" r="r" t="t"/>
              <a:pathLst>
                <a:path extrusionOk="0" h="1047" w="958">
                  <a:moveTo>
                    <a:pt x="0" y="1"/>
                  </a:moveTo>
                  <a:lnTo>
                    <a:pt x="0" y="37"/>
                  </a:lnTo>
                  <a:cubicBezTo>
                    <a:pt x="117" y="138"/>
                    <a:pt x="218" y="271"/>
                    <a:pt x="319" y="388"/>
                  </a:cubicBezTo>
                  <a:cubicBezTo>
                    <a:pt x="404" y="473"/>
                    <a:pt x="469" y="558"/>
                    <a:pt x="537" y="643"/>
                  </a:cubicBezTo>
                  <a:cubicBezTo>
                    <a:pt x="586" y="675"/>
                    <a:pt x="622" y="724"/>
                    <a:pt x="671" y="776"/>
                  </a:cubicBezTo>
                  <a:cubicBezTo>
                    <a:pt x="739" y="877"/>
                    <a:pt x="824" y="978"/>
                    <a:pt x="941" y="1047"/>
                  </a:cubicBezTo>
                  <a:lnTo>
                    <a:pt x="958" y="1047"/>
                  </a:lnTo>
                  <a:lnTo>
                    <a:pt x="958" y="1011"/>
                  </a:lnTo>
                  <a:cubicBezTo>
                    <a:pt x="840" y="962"/>
                    <a:pt x="756" y="861"/>
                    <a:pt x="687" y="760"/>
                  </a:cubicBezTo>
                  <a:cubicBezTo>
                    <a:pt x="638" y="708"/>
                    <a:pt x="606" y="659"/>
                    <a:pt x="570" y="623"/>
                  </a:cubicBezTo>
                  <a:cubicBezTo>
                    <a:pt x="485" y="542"/>
                    <a:pt x="420" y="457"/>
                    <a:pt x="352" y="372"/>
                  </a:cubicBezTo>
                  <a:cubicBezTo>
                    <a:pt x="234" y="255"/>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1815987" y="2903762"/>
              <a:ext cx="6853" cy="46683"/>
            </a:xfrm>
            <a:custGeom>
              <a:rect b="b" l="l" r="r" t="t"/>
              <a:pathLst>
                <a:path extrusionOk="0" h="470" w="69">
                  <a:moveTo>
                    <a:pt x="69" y="1"/>
                  </a:moveTo>
                  <a:cubicBezTo>
                    <a:pt x="53" y="1"/>
                    <a:pt x="53" y="1"/>
                    <a:pt x="53" y="17"/>
                  </a:cubicBezTo>
                  <a:cubicBezTo>
                    <a:pt x="0" y="102"/>
                    <a:pt x="20" y="203"/>
                    <a:pt x="20" y="303"/>
                  </a:cubicBezTo>
                  <a:lnTo>
                    <a:pt x="20" y="453"/>
                  </a:lnTo>
                  <a:cubicBezTo>
                    <a:pt x="20" y="469"/>
                    <a:pt x="20" y="469"/>
                    <a:pt x="37" y="469"/>
                  </a:cubicBezTo>
                  <a:lnTo>
                    <a:pt x="53" y="469"/>
                  </a:lnTo>
                  <a:lnTo>
                    <a:pt x="53" y="303"/>
                  </a:lnTo>
                  <a:cubicBezTo>
                    <a:pt x="37" y="203"/>
                    <a:pt x="37" y="118"/>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2153791" y="3079071"/>
              <a:ext cx="6953" cy="47080"/>
            </a:xfrm>
            <a:custGeom>
              <a:rect b="b" l="l" r="r" t="t"/>
              <a:pathLst>
                <a:path extrusionOk="0" h="474" w="70">
                  <a:moveTo>
                    <a:pt x="53" y="1"/>
                  </a:moveTo>
                  <a:cubicBezTo>
                    <a:pt x="53" y="1"/>
                    <a:pt x="33" y="1"/>
                    <a:pt x="33" y="17"/>
                  </a:cubicBezTo>
                  <a:cubicBezTo>
                    <a:pt x="17" y="86"/>
                    <a:pt x="17" y="171"/>
                    <a:pt x="17" y="235"/>
                  </a:cubicBezTo>
                  <a:cubicBezTo>
                    <a:pt x="17" y="304"/>
                    <a:pt x="33" y="373"/>
                    <a:pt x="17" y="457"/>
                  </a:cubicBezTo>
                  <a:cubicBezTo>
                    <a:pt x="1" y="457"/>
                    <a:pt x="17" y="457"/>
                    <a:pt x="17" y="474"/>
                  </a:cubicBezTo>
                  <a:lnTo>
                    <a:pt x="33" y="457"/>
                  </a:lnTo>
                  <a:cubicBezTo>
                    <a:pt x="53" y="389"/>
                    <a:pt x="53" y="304"/>
                    <a:pt x="53" y="235"/>
                  </a:cubicBezTo>
                  <a:cubicBezTo>
                    <a:pt x="53" y="171"/>
                    <a:pt x="53" y="86"/>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1521886" y="2316752"/>
              <a:ext cx="178984" cy="327872"/>
            </a:xfrm>
            <a:custGeom>
              <a:rect b="b" l="l" r="r" t="t"/>
              <a:pathLst>
                <a:path extrusionOk="0" h="3301" w="1802">
                  <a:moveTo>
                    <a:pt x="69" y="0"/>
                  </a:moveTo>
                  <a:cubicBezTo>
                    <a:pt x="53" y="0"/>
                    <a:pt x="53" y="17"/>
                    <a:pt x="53" y="17"/>
                  </a:cubicBezTo>
                  <a:cubicBezTo>
                    <a:pt x="0" y="170"/>
                    <a:pt x="0" y="271"/>
                    <a:pt x="133" y="404"/>
                  </a:cubicBezTo>
                  <a:cubicBezTo>
                    <a:pt x="271" y="538"/>
                    <a:pt x="372" y="707"/>
                    <a:pt x="489" y="861"/>
                  </a:cubicBezTo>
                  <a:cubicBezTo>
                    <a:pt x="537" y="926"/>
                    <a:pt x="574" y="978"/>
                    <a:pt x="622" y="1043"/>
                  </a:cubicBezTo>
                  <a:lnTo>
                    <a:pt x="1079" y="1649"/>
                  </a:lnTo>
                  <a:cubicBezTo>
                    <a:pt x="1281" y="1935"/>
                    <a:pt x="1483" y="2222"/>
                    <a:pt x="1701" y="2509"/>
                  </a:cubicBezTo>
                  <a:cubicBezTo>
                    <a:pt x="1749" y="2594"/>
                    <a:pt x="1786" y="2679"/>
                    <a:pt x="1786" y="2760"/>
                  </a:cubicBezTo>
                  <a:cubicBezTo>
                    <a:pt x="1769" y="2844"/>
                    <a:pt x="1786" y="2929"/>
                    <a:pt x="1786" y="3014"/>
                  </a:cubicBezTo>
                  <a:lnTo>
                    <a:pt x="1786" y="3147"/>
                  </a:lnTo>
                  <a:lnTo>
                    <a:pt x="1786" y="3184"/>
                  </a:lnTo>
                  <a:cubicBezTo>
                    <a:pt x="1786" y="3216"/>
                    <a:pt x="1786" y="3248"/>
                    <a:pt x="1749" y="3285"/>
                  </a:cubicBezTo>
                  <a:lnTo>
                    <a:pt x="1749" y="3301"/>
                  </a:lnTo>
                  <a:lnTo>
                    <a:pt x="1769" y="3301"/>
                  </a:lnTo>
                  <a:cubicBezTo>
                    <a:pt x="1802" y="3265"/>
                    <a:pt x="1802" y="3216"/>
                    <a:pt x="1802" y="3184"/>
                  </a:cubicBezTo>
                  <a:lnTo>
                    <a:pt x="1802" y="3147"/>
                  </a:lnTo>
                  <a:lnTo>
                    <a:pt x="1802" y="3014"/>
                  </a:lnTo>
                  <a:lnTo>
                    <a:pt x="1802" y="2760"/>
                  </a:lnTo>
                  <a:cubicBezTo>
                    <a:pt x="1802" y="2659"/>
                    <a:pt x="1786" y="2578"/>
                    <a:pt x="1717" y="2493"/>
                  </a:cubicBezTo>
                  <a:cubicBezTo>
                    <a:pt x="1515" y="2206"/>
                    <a:pt x="1297" y="1919"/>
                    <a:pt x="1095" y="1633"/>
                  </a:cubicBezTo>
                  <a:lnTo>
                    <a:pt x="638" y="1027"/>
                  </a:lnTo>
                  <a:cubicBezTo>
                    <a:pt x="590" y="978"/>
                    <a:pt x="558" y="909"/>
                    <a:pt x="505" y="861"/>
                  </a:cubicBezTo>
                  <a:cubicBezTo>
                    <a:pt x="404" y="691"/>
                    <a:pt x="287" y="522"/>
                    <a:pt x="154" y="388"/>
                  </a:cubicBezTo>
                  <a:cubicBezTo>
                    <a:pt x="32" y="271"/>
                    <a:pt x="32" y="170"/>
                    <a:pt x="69" y="17"/>
                  </a:cubicBezTo>
                  <a:cubicBezTo>
                    <a:pt x="85" y="17"/>
                    <a:pt x="69" y="17"/>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1737719" y="2331948"/>
              <a:ext cx="145312" cy="270959"/>
            </a:xfrm>
            <a:custGeom>
              <a:rect b="b" l="l" r="r" t="t"/>
              <a:pathLst>
                <a:path extrusionOk="0" h="2728" w="1463">
                  <a:moveTo>
                    <a:pt x="101" y="1"/>
                  </a:moveTo>
                  <a:lnTo>
                    <a:pt x="81" y="17"/>
                  </a:lnTo>
                  <a:cubicBezTo>
                    <a:pt x="49" y="66"/>
                    <a:pt x="49" y="118"/>
                    <a:pt x="49" y="167"/>
                  </a:cubicBezTo>
                  <a:lnTo>
                    <a:pt x="49" y="251"/>
                  </a:lnTo>
                  <a:cubicBezTo>
                    <a:pt x="0" y="607"/>
                    <a:pt x="101" y="890"/>
                    <a:pt x="336" y="1213"/>
                  </a:cubicBezTo>
                  <a:cubicBezTo>
                    <a:pt x="586" y="1516"/>
                    <a:pt x="808" y="1851"/>
                    <a:pt x="1027" y="2186"/>
                  </a:cubicBezTo>
                  <a:cubicBezTo>
                    <a:pt x="1128" y="2324"/>
                    <a:pt x="1229" y="2473"/>
                    <a:pt x="1330" y="2627"/>
                  </a:cubicBezTo>
                  <a:cubicBezTo>
                    <a:pt x="1330" y="2627"/>
                    <a:pt x="1330" y="2643"/>
                    <a:pt x="1346" y="2643"/>
                  </a:cubicBezTo>
                  <a:cubicBezTo>
                    <a:pt x="1362" y="2675"/>
                    <a:pt x="1378" y="2728"/>
                    <a:pt x="1447" y="2728"/>
                  </a:cubicBezTo>
                  <a:cubicBezTo>
                    <a:pt x="1463" y="2708"/>
                    <a:pt x="1447" y="2708"/>
                    <a:pt x="1447" y="2708"/>
                  </a:cubicBezTo>
                  <a:cubicBezTo>
                    <a:pt x="1394" y="2691"/>
                    <a:pt x="1378" y="2659"/>
                    <a:pt x="1362" y="2627"/>
                  </a:cubicBezTo>
                  <a:lnTo>
                    <a:pt x="1346" y="2607"/>
                  </a:lnTo>
                  <a:cubicBezTo>
                    <a:pt x="1245" y="2457"/>
                    <a:pt x="1144" y="2304"/>
                    <a:pt x="1059" y="2170"/>
                  </a:cubicBezTo>
                  <a:cubicBezTo>
                    <a:pt x="841" y="1851"/>
                    <a:pt x="606" y="1496"/>
                    <a:pt x="368" y="1193"/>
                  </a:cubicBezTo>
                  <a:cubicBezTo>
                    <a:pt x="118" y="874"/>
                    <a:pt x="33" y="587"/>
                    <a:pt x="81" y="268"/>
                  </a:cubicBezTo>
                  <a:lnTo>
                    <a:pt x="81" y="167"/>
                  </a:lnTo>
                  <a:cubicBezTo>
                    <a:pt x="65" y="118"/>
                    <a:pt x="65" y="66"/>
                    <a:pt x="101" y="17"/>
                  </a:cubicBezTo>
                  <a:lnTo>
                    <a:pt x="1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1088928" y="3191010"/>
              <a:ext cx="4867" cy="88797"/>
            </a:xfrm>
            <a:custGeom>
              <a:rect b="b" l="l" r="r" t="t"/>
              <a:pathLst>
                <a:path extrusionOk="0" h="894" w="49">
                  <a:moveTo>
                    <a:pt x="16" y="1"/>
                  </a:moveTo>
                  <a:cubicBezTo>
                    <a:pt x="0" y="1"/>
                    <a:pt x="0" y="1"/>
                    <a:pt x="0" y="17"/>
                  </a:cubicBezTo>
                  <a:cubicBezTo>
                    <a:pt x="16" y="154"/>
                    <a:pt x="16" y="304"/>
                    <a:pt x="16" y="441"/>
                  </a:cubicBezTo>
                  <a:lnTo>
                    <a:pt x="16" y="724"/>
                  </a:lnTo>
                  <a:lnTo>
                    <a:pt x="16" y="760"/>
                  </a:lnTo>
                  <a:cubicBezTo>
                    <a:pt x="16" y="809"/>
                    <a:pt x="16" y="845"/>
                    <a:pt x="33" y="878"/>
                  </a:cubicBezTo>
                  <a:lnTo>
                    <a:pt x="49" y="894"/>
                  </a:lnTo>
                  <a:lnTo>
                    <a:pt x="49" y="878"/>
                  </a:lnTo>
                  <a:cubicBezTo>
                    <a:pt x="33" y="845"/>
                    <a:pt x="33" y="809"/>
                    <a:pt x="49" y="760"/>
                  </a:cubicBezTo>
                  <a:lnTo>
                    <a:pt x="49" y="708"/>
                  </a:lnTo>
                  <a:cubicBezTo>
                    <a:pt x="33" y="623"/>
                    <a:pt x="33" y="542"/>
                    <a:pt x="49" y="441"/>
                  </a:cubicBezTo>
                  <a:cubicBezTo>
                    <a:pt x="49" y="304"/>
                    <a:pt x="49" y="15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2080390" y="2951935"/>
              <a:ext cx="102007" cy="147299"/>
            </a:xfrm>
            <a:custGeom>
              <a:rect b="b" l="l" r="r" t="t"/>
              <a:pathLst>
                <a:path extrusionOk="0" h="1483" w="1027">
                  <a:moveTo>
                    <a:pt x="85" y="0"/>
                  </a:moveTo>
                  <a:cubicBezTo>
                    <a:pt x="65" y="0"/>
                    <a:pt x="65" y="0"/>
                    <a:pt x="65" y="20"/>
                  </a:cubicBezTo>
                  <a:cubicBezTo>
                    <a:pt x="0" y="138"/>
                    <a:pt x="49" y="222"/>
                    <a:pt x="117" y="303"/>
                  </a:cubicBezTo>
                  <a:cubicBezTo>
                    <a:pt x="235" y="473"/>
                    <a:pt x="352" y="643"/>
                    <a:pt x="469" y="808"/>
                  </a:cubicBezTo>
                  <a:cubicBezTo>
                    <a:pt x="521" y="861"/>
                    <a:pt x="554" y="929"/>
                    <a:pt x="606" y="978"/>
                  </a:cubicBezTo>
                  <a:cubicBezTo>
                    <a:pt x="691" y="1111"/>
                    <a:pt x="792" y="1249"/>
                    <a:pt x="893" y="1398"/>
                  </a:cubicBezTo>
                  <a:lnTo>
                    <a:pt x="909" y="1414"/>
                  </a:lnTo>
                  <a:cubicBezTo>
                    <a:pt x="925" y="1451"/>
                    <a:pt x="958" y="1483"/>
                    <a:pt x="1010" y="1483"/>
                  </a:cubicBezTo>
                  <a:lnTo>
                    <a:pt x="1026" y="1483"/>
                  </a:lnTo>
                  <a:lnTo>
                    <a:pt x="1026" y="1467"/>
                  </a:lnTo>
                  <a:lnTo>
                    <a:pt x="1010" y="1467"/>
                  </a:lnTo>
                  <a:cubicBezTo>
                    <a:pt x="974" y="1467"/>
                    <a:pt x="958" y="1434"/>
                    <a:pt x="925" y="1398"/>
                  </a:cubicBezTo>
                  <a:lnTo>
                    <a:pt x="925" y="1382"/>
                  </a:lnTo>
                  <a:cubicBezTo>
                    <a:pt x="808" y="1232"/>
                    <a:pt x="707" y="1095"/>
                    <a:pt x="622" y="962"/>
                  </a:cubicBezTo>
                  <a:cubicBezTo>
                    <a:pt x="590" y="909"/>
                    <a:pt x="538" y="845"/>
                    <a:pt x="505" y="792"/>
                  </a:cubicBezTo>
                  <a:cubicBezTo>
                    <a:pt x="388" y="626"/>
                    <a:pt x="251" y="457"/>
                    <a:pt x="134" y="287"/>
                  </a:cubicBezTo>
                  <a:cubicBezTo>
                    <a:pt x="65" y="202"/>
                    <a:pt x="33" y="138"/>
                    <a:pt x="85" y="20"/>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517114" y="2846750"/>
              <a:ext cx="123759" cy="57112"/>
            </a:xfrm>
            <a:custGeom>
              <a:rect b="b" l="l" r="r" t="t"/>
              <a:pathLst>
                <a:path extrusionOk="0" h="575" w="1246">
                  <a:moveTo>
                    <a:pt x="1213" y="1"/>
                  </a:moveTo>
                  <a:cubicBezTo>
                    <a:pt x="1213" y="70"/>
                    <a:pt x="1160" y="86"/>
                    <a:pt x="1112" y="86"/>
                  </a:cubicBezTo>
                  <a:cubicBezTo>
                    <a:pt x="1096" y="86"/>
                    <a:pt x="1079" y="102"/>
                    <a:pt x="1043" y="102"/>
                  </a:cubicBezTo>
                  <a:cubicBezTo>
                    <a:pt x="793" y="219"/>
                    <a:pt x="538" y="320"/>
                    <a:pt x="288" y="437"/>
                  </a:cubicBezTo>
                  <a:lnTo>
                    <a:pt x="17" y="554"/>
                  </a:lnTo>
                  <a:cubicBezTo>
                    <a:pt x="1" y="554"/>
                    <a:pt x="1" y="554"/>
                    <a:pt x="1" y="575"/>
                  </a:cubicBezTo>
                  <a:lnTo>
                    <a:pt x="17" y="575"/>
                  </a:lnTo>
                  <a:lnTo>
                    <a:pt x="304" y="453"/>
                  </a:lnTo>
                  <a:cubicBezTo>
                    <a:pt x="554" y="352"/>
                    <a:pt x="809" y="235"/>
                    <a:pt x="1059" y="134"/>
                  </a:cubicBezTo>
                  <a:cubicBezTo>
                    <a:pt x="1079" y="118"/>
                    <a:pt x="1096" y="118"/>
                    <a:pt x="1128" y="118"/>
                  </a:cubicBezTo>
                  <a:cubicBezTo>
                    <a:pt x="1180" y="102"/>
                    <a:pt x="1229" y="102"/>
                    <a:pt x="1245" y="17"/>
                  </a:cubicBezTo>
                  <a:cubicBezTo>
                    <a:pt x="1245" y="1"/>
                    <a:pt x="1245" y="1"/>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1861279" y="2054335"/>
              <a:ext cx="6953" cy="40227"/>
            </a:xfrm>
            <a:custGeom>
              <a:rect b="b" l="l" r="r" t="t"/>
              <a:pathLst>
                <a:path extrusionOk="0" h="405" w="70">
                  <a:moveTo>
                    <a:pt x="49" y="1"/>
                  </a:moveTo>
                  <a:cubicBezTo>
                    <a:pt x="49" y="1"/>
                    <a:pt x="33" y="1"/>
                    <a:pt x="33" y="17"/>
                  </a:cubicBezTo>
                  <a:cubicBezTo>
                    <a:pt x="17" y="69"/>
                    <a:pt x="17" y="134"/>
                    <a:pt x="17" y="203"/>
                  </a:cubicBezTo>
                  <a:cubicBezTo>
                    <a:pt x="17" y="271"/>
                    <a:pt x="33" y="336"/>
                    <a:pt x="17" y="388"/>
                  </a:cubicBezTo>
                  <a:cubicBezTo>
                    <a:pt x="1" y="404"/>
                    <a:pt x="17" y="404"/>
                    <a:pt x="17" y="404"/>
                  </a:cubicBezTo>
                  <a:lnTo>
                    <a:pt x="33" y="404"/>
                  </a:lnTo>
                  <a:cubicBezTo>
                    <a:pt x="49" y="336"/>
                    <a:pt x="49" y="271"/>
                    <a:pt x="49" y="203"/>
                  </a:cubicBezTo>
                  <a:cubicBezTo>
                    <a:pt x="49" y="134"/>
                    <a:pt x="49" y="85"/>
                    <a:pt x="69" y="17"/>
                  </a:cubicBezTo>
                  <a:cubicBezTo>
                    <a:pt x="69" y="17"/>
                    <a:pt x="69"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980167" y="2893731"/>
              <a:ext cx="5364" cy="95153"/>
            </a:xfrm>
            <a:custGeom>
              <a:rect b="b" l="l" r="r" t="t"/>
              <a:pathLst>
                <a:path extrusionOk="0" h="958" w="54">
                  <a:moveTo>
                    <a:pt x="17" y="1"/>
                  </a:moveTo>
                  <a:cubicBezTo>
                    <a:pt x="1" y="1"/>
                    <a:pt x="1" y="17"/>
                    <a:pt x="1" y="17"/>
                  </a:cubicBezTo>
                  <a:cubicBezTo>
                    <a:pt x="33" y="49"/>
                    <a:pt x="33" y="102"/>
                    <a:pt x="33" y="150"/>
                  </a:cubicBezTo>
                  <a:lnTo>
                    <a:pt x="33" y="740"/>
                  </a:lnTo>
                  <a:lnTo>
                    <a:pt x="33" y="942"/>
                  </a:lnTo>
                  <a:cubicBezTo>
                    <a:pt x="33" y="942"/>
                    <a:pt x="33" y="958"/>
                    <a:pt x="53" y="958"/>
                  </a:cubicBezTo>
                  <a:lnTo>
                    <a:pt x="53" y="942"/>
                  </a:lnTo>
                  <a:lnTo>
                    <a:pt x="53" y="740"/>
                  </a:lnTo>
                  <a:lnTo>
                    <a:pt x="53" y="150"/>
                  </a:lnTo>
                  <a:cubicBezTo>
                    <a:pt x="53" y="102"/>
                    <a:pt x="53" y="4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749435" y="2507356"/>
              <a:ext cx="6953" cy="81943"/>
            </a:xfrm>
            <a:custGeom>
              <a:rect b="b" l="l" r="r" t="t"/>
              <a:pathLst>
                <a:path extrusionOk="0" h="825" w="70">
                  <a:moveTo>
                    <a:pt x="33" y="0"/>
                  </a:moveTo>
                  <a:cubicBezTo>
                    <a:pt x="17" y="0"/>
                    <a:pt x="17" y="16"/>
                    <a:pt x="17" y="16"/>
                  </a:cubicBezTo>
                  <a:cubicBezTo>
                    <a:pt x="33" y="134"/>
                    <a:pt x="33" y="255"/>
                    <a:pt x="17" y="372"/>
                  </a:cubicBezTo>
                  <a:cubicBezTo>
                    <a:pt x="17" y="473"/>
                    <a:pt x="1" y="574"/>
                    <a:pt x="17" y="675"/>
                  </a:cubicBezTo>
                  <a:lnTo>
                    <a:pt x="17" y="776"/>
                  </a:lnTo>
                  <a:lnTo>
                    <a:pt x="33" y="824"/>
                  </a:lnTo>
                  <a:lnTo>
                    <a:pt x="53" y="824"/>
                  </a:lnTo>
                  <a:lnTo>
                    <a:pt x="53" y="808"/>
                  </a:lnTo>
                  <a:lnTo>
                    <a:pt x="53" y="776"/>
                  </a:lnTo>
                  <a:cubicBezTo>
                    <a:pt x="53" y="740"/>
                    <a:pt x="53" y="707"/>
                    <a:pt x="33" y="675"/>
                  </a:cubicBezTo>
                  <a:cubicBezTo>
                    <a:pt x="33" y="574"/>
                    <a:pt x="33" y="473"/>
                    <a:pt x="53" y="372"/>
                  </a:cubicBezTo>
                  <a:cubicBezTo>
                    <a:pt x="53" y="255"/>
                    <a:pt x="69" y="134"/>
                    <a:pt x="33" y="16"/>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2081979" y="2382108"/>
              <a:ext cx="100418" cy="193982"/>
            </a:xfrm>
            <a:custGeom>
              <a:rect b="b" l="l" r="r" t="t"/>
              <a:pathLst>
                <a:path extrusionOk="0" h="1953" w="1011">
                  <a:moveTo>
                    <a:pt x="33" y="1"/>
                  </a:moveTo>
                  <a:cubicBezTo>
                    <a:pt x="17" y="1"/>
                    <a:pt x="17" y="1"/>
                    <a:pt x="17" y="17"/>
                  </a:cubicBezTo>
                  <a:cubicBezTo>
                    <a:pt x="33" y="82"/>
                    <a:pt x="33" y="167"/>
                    <a:pt x="17" y="235"/>
                  </a:cubicBezTo>
                  <a:cubicBezTo>
                    <a:pt x="1" y="369"/>
                    <a:pt x="33" y="470"/>
                    <a:pt x="101" y="571"/>
                  </a:cubicBezTo>
                  <a:cubicBezTo>
                    <a:pt x="219" y="708"/>
                    <a:pt x="303" y="874"/>
                    <a:pt x="404" y="1043"/>
                  </a:cubicBezTo>
                  <a:cubicBezTo>
                    <a:pt x="437" y="1128"/>
                    <a:pt x="489" y="1213"/>
                    <a:pt x="538" y="1294"/>
                  </a:cubicBezTo>
                  <a:cubicBezTo>
                    <a:pt x="574" y="1346"/>
                    <a:pt x="606" y="1395"/>
                    <a:pt x="639" y="1447"/>
                  </a:cubicBezTo>
                  <a:cubicBezTo>
                    <a:pt x="724" y="1580"/>
                    <a:pt x="808" y="1734"/>
                    <a:pt x="877" y="1883"/>
                  </a:cubicBezTo>
                  <a:cubicBezTo>
                    <a:pt x="893" y="1920"/>
                    <a:pt x="926" y="1952"/>
                    <a:pt x="978" y="1952"/>
                  </a:cubicBezTo>
                  <a:cubicBezTo>
                    <a:pt x="994" y="1952"/>
                    <a:pt x="994" y="1952"/>
                    <a:pt x="1010" y="1936"/>
                  </a:cubicBezTo>
                  <a:cubicBezTo>
                    <a:pt x="1010" y="1920"/>
                    <a:pt x="1010" y="1920"/>
                    <a:pt x="994" y="1920"/>
                  </a:cubicBezTo>
                  <a:cubicBezTo>
                    <a:pt x="987" y="1922"/>
                    <a:pt x="981" y="1923"/>
                    <a:pt x="975" y="1923"/>
                  </a:cubicBezTo>
                  <a:cubicBezTo>
                    <a:pt x="934" y="1923"/>
                    <a:pt x="909" y="1881"/>
                    <a:pt x="909" y="1867"/>
                  </a:cubicBezTo>
                  <a:cubicBezTo>
                    <a:pt x="825" y="1718"/>
                    <a:pt x="740" y="1564"/>
                    <a:pt x="655" y="1431"/>
                  </a:cubicBezTo>
                  <a:cubicBezTo>
                    <a:pt x="623" y="1378"/>
                    <a:pt x="590" y="1330"/>
                    <a:pt x="574" y="1294"/>
                  </a:cubicBezTo>
                  <a:cubicBezTo>
                    <a:pt x="522" y="1193"/>
                    <a:pt x="473" y="1112"/>
                    <a:pt x="421" y="1027"/>
                  </a:cubicBezTo>
                  <a:cubicBezTo>
                    <a:pt x="336" y="874"/>
                    <a:pt x="235" y="708"/>
                    <a:pt x="134" y="554"/>
                  </a:cubicBezTo>
                  <a:cubicBezTo>
                    <a:pt x="49" y="453"/>
                    <a:pt x="33" y="369"/>
                    <a:pt x="49" y="235"/>
                  </a:cubicBezTo>
                  <a:lnTo>
                    <a:pt x="49" y="1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1132234" y="3690317"/>
              <a:ext cx="5364" cy="44100"/>
            </a:xfrm>
            <a:custGeom>
              <a:rect b="b" l="l" r="r" t="t"/>
              <a:pathLst>
                <a:path extrusionOk="0" h="444" w="54">
                  <a:moveTo>
                    <a:pt x="12" y="0"/>
                  </a:moveTo>
                  <a:cubicBezTo>
                    <a:pt x="10" y="0"/>
                    <a:pt x="6" y="2"/>
                    <a:pt x="1" y="7"/>
                  </a:cubicBezTo>
                  <a:cubicBezTo>
                    <a:pt x="17" y="108"/>
                    <a:pt x="17" y="193"/>
                    <a:pt x="17" y="278"/>
                  </a:cubicBezTo>
                  <a:lnTo>
                    <a:pt x="17" y="427"/>
                  </a:lnTo>
                  <a:lnTo>
                    <a:pt x="17" y="444"/>
                  </a:lnTo>
                  <a:cubicBezTo>
                    <a:pt x="37" y="444"/>
                    <a:pt x="37" y="444"/>
                    <a:pt x="37" y="427"/>
                  </a:cubicBezTo>
                  <a:lnTo>
                    <a:pt x="37" y="278"/>
                  </a:lnTo>
                  <a:cubicBezTo>
                    <a:pt x="37" y="193"/>
                    <a:pt x="53" y="108"/>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852932" y="2094462"/>
              <a:ext cx="361245" cy="284169"/>
            </a:xfrm>
            <a:custGeom>
              <a:rect b="b" l="l" r="r" t="t"/>
              <a:pathLst>
                <a:path extrusionOk="0" h="2861" w="3637">
                  <a:moveTo>
                    <a:pt x="3572" y="0"/>
                  </a:moveTo>
                  <a:lnTo>
                    <a:pt x="3572" y="17"/>
                  </a:lnTo>
                  <a:cubicBezTo>
                    <a:pt x="3604" y="85"/>
                    <a:pt x="3604" y="150"/>
                    <a:pt x="3588" y="235"/>
                  </a:cubicBezTo>
                  <a:lnTo>
                    <a:pt x="3588" y="352"/>
                  </a:lnTo>
                  <a:cubicBezTo>
                    <a:pt x="3604" y="538"/>
                    <a:pt x="3604" y="724"/>
                    <a:pt x="3604" y="893"/>
                  </a:cubicBezTo>
                  <a:cubicBezTo>
                    <a:pt x="3588" y="942"/>
                    <a:pt x="3588" y="994"/>
                    <a:pt x="3588" y="1043"/>
                  </a:cubicBezTo>
                  <a:cubicBezTo>
                    <a:pt x="3588" y="1111"/>
                    <a:pt x="3556" y="1144"/>
                    <a:pt x="3487" y="1160"/>
                  </a:cubicBezTo>
                  <a:cubicBezTo>
                    <a:pt x="3233" y="1281"/>
                    <a:pt x="2998" y="1398"/>
                    <a:pt x="2764" y="1515"/>
                  </a:cubicBezTo>
                  <a:cubicBezTo>
                    <a:pt x="2679" y="1548"/>
                    <a:pt x="2578" y="1600"/>
                    <a:pt x="2493" y="1633"/>
                  </a:cubicBezTo>
                  <a:cubicBezTo>
                    <a:pt x="2376" y="1701"/>
                    <a:pt x="2259" y="1750"/>
                    <a:pt x="2158" y="1802"/>
                  </a:cubicBezTo>
                  <a:cubicBezTo>
                    <a:pt x="1855" y="1952"/>
                    <a:pt x="1552" y="2089"/>
                    <a:pt x="1249" y="2238"/>
                  </a:cubicBezTo>
                  <a:cubicBezTo>
                    <a:pt x="1063" y="2323"/>
                    <a:pt x="878" y="2408"/>
                    <a:pt x="692" y="2493"/>
                  </a:cubicBezTo>
                  <a:cubicBezTo>
                    <a:pt x="542" y="2558"/>
                    <a:pt x="373" y="2642"/>
                    <a:pt x="223" y="2711"/>
                  </a:cubicBezTo>
                  <a:cubicBezTo>
                    <a:pt x="171" y="2727"/>
                    <a:pt x="122" y="2760"/>
                    <a:pt x="70" y="2796"/>
                  </a:cubicBezTo>
                  <a:cubicBezTo>
                    <a:pt x="54" y="2796"/>
                    <a:pt x="37" y="2812"/>
                    <a:pt x="1" y="2828"/>
                  </a:cubicBezTo>
                  <a:lnTo>
                    <a:pt x="1" y="2844"/>
                  </a:lnTo>
                  <a:lnTo>
                    <a:pt x="21" y="2861"/>
                  </a:lnTo>
                  <a:lnTo>
                    <a:pt x="21" y="2844"/>
                  </a:lnTo>
                  <a:cubicBezTo>
                    <a:pt x="37" y="2844"/>
                    <a:pt x="70" y="2828"/>
                    <a:pt x="86" y="2812"/>
                  </a:cubicBezTo>
                  <a:cubicBezTo>
                    <a:pt x="138" y="2776"/>
                    <a:pt x="187" y="2760"/>
                    <a:pt x="239" y="2727"/>
                  </a:cubicBezTo>
                  <a:cubicBezTo>
                    <a:pt x="389" y="2659"/>
                    <a:pt x="542" y="2594"/>
                    <a:pt x="708" y="2509"/>
                  </a:cubicBezTo>
                  <a:cubicBezTo>
                    <a:pt x="894" y="2424"/>
                    <a:pt x="1080" y="2339"/>
                    <a:pt x="1265" y="2255"/>
                  </a:cubicBezTo>
                  <a:cubicBezTo>
                    <a:pt x="1568" y="2121"/>
                    <a:pt x="1871" y="1968"/>
                    <a:pt x="2158" y="1835"/>
                  </a:cubicBezTo>
                  <a:cubicBezTo>
                    <a:pt x="2275" y="1766"/>
                    <a:pt x="2392" y="1717"/>
                    <a:pt x="2510" y="1665"/>
                  </a:cubicBezTo>
                  <a:cubicBezTo>
                    <a:pt x="2594" y="1616"/>
                    <a:pt x="2695" y="1584"/>
                    <a:pt x="2780" y="1532"/>
                  </a:cubicBezTo>
                  <a:cubicBezTo>
                    <a:pt x="3015" y="1414"/>
                    <a:pt x="3253" y="1297"/>
                    <a:pt x="3487" y="1196"/>
                  </a:cubicBezTo>
                  <a:cubicBezTo>
                    <a:pt x="3556" y="1160"/>
                    <a:pt x="3621" y="1128"/>
                    <a:pt x="3621" y="1043"/>
                  </a:cubicBezTo>
                  <a:lnTo>
                    <a:pt x="3621" y="893"/>
                  </a:lnTo>
                  <a:cubicBezTo>
                    <a:pt x="3621" y="724"/>
                    <a:pt x="3637" y="538"/>
                    <a:pt x="3621" y="352"/>
                  </a:cubicBezTo>
                  <a:cubicBezTo>
                    <a:pt x="3604" y="320"/>
                    <a:pt x="3621" y="271"/>
                    <a:pt x="3621" y="235"/>
                  </a:cubicBezTo>
                  <a:cubicBezTo>
                    <a:pt x="3621" y="170"/>
                    <a:pt x="3637" y="85"/>
                    <a:pt x="3588" y="17"/>
                  </a:cubicBezTo>
                  <a:cubicBezTo>
                    <a:pt x="3588" y="0"/>
                    <a:pt x="3588" y="0"/>
                    <a:pt x="3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2096779" y="2998816"/>
              <a:ext cx="3774" cy="40227"/>
            </a:xfrm>
            <a:custGeom>
              <a:rect b="b" l="l" r="r" t="t"/>
              <a:pathLst>
                <a:path extrusionOk="0" h="405" w="38">
                  <a:moveTo>
                    <a:pt x="37" y="1"/>
                  </a:moveTo>
                  <a:cubicBezTo>
                    <a:pt x="21" y="1"/>
                    <a:pt x="21" y="1"/>
                    <a:pt x="21" y="17"/>
                  </a:cubicBezTo>
                  <a:cubicBezTo>
                    <a:pt x="1" y="102"/>
                    <a:pt x="1" y="171"/>
                    <a:pt x="1" y="255"/>
                  </a:cubicBezTo>
                  <a:lnTo>
                    <a:pt x="1" y="389"/>
                  </a:lnTo>
                  <a:cubicBezTo>
                    <a:pt x="1" y="405"/>
                    <a:pt x="1" y="405"/>
                    <a:pt x="21" y="405"/>
                  </a:cubicBezTo>
                  <a:cubicBezTo>
                    <a:pt x="21" y="405"/>
                    <a:pt x="37" y="405"/>
                    <a:pt x="37" y="389"/>
                  </a:cubicBezTo>
                  <a:lnTo>
                    <a:pt x="37" y="255"/>
                  </a:lnTo>
                  <a:cubicBezTo>
                    <a:pt x="21" y="187"/>
                    <a:pt x="21" y="102"/>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978578" y="3227959"/>
              <a:ext cx="6953" cy="88797"/>
            </a:xfrm>
            <a:custGeom>
              <a:rect b="b" l="l" r="r" t="t"/>
              <a:pathLst>
                <a:path extrusionOk="0" h="894" w="70">
                  <a:moveTo>
                    <a:pt x="17" y="1"/>
                  </a:moveTo>
                  <a:lnTo>
                    <a:pt x="0" y="17"/>
                  </a:lnTo>
                  <a:cubicBezTo>
                    <a:pt x="17" y="170"/>
                    <a:pt x="17" y="320"/>
                    <a:pt x="17" y="473"/>
                  </a:cubicBezTo>
                  <a:lnTo>
                    <a:pt x="17" y="740"/>
                  </a:lnTo>
                  <a:lnTo>
                    <a:pt x="17" y="776"/>
                  </a:lnTo>
                  <a:cubicBezTo>
                    <a:pt x="17" y="809"/>
                    <a:pt x="17" y="857"/>
                    <a:pt x="33" y="893"/>
                  </a:cubicBezTo>
                  <a:lnTo>
                    <a:pt x="49" y="893"/>
                  </a:lnTo>
                  <a:cubicBezTo>
                    <a:pt x="49" y="893"/>
                    <a:pt x="69" y="893"/>
                    <a:pt x="49" y="877"/>
                  </a:cubicBezTo>
                  <a:lnTo>
                    <a:pt x="49" y="776"/>
                  </a:lnTo>
                  <a:lnTo>
                    <a:pt x="49" y="740"/>
                  </a:lnTo>
                  <a:lnTo>
                    <a:pt x="49" y="473"/>
                  </a:lnTo>
                  <a:cubicBezTo>
                    <a:pt x="49" y="320"/>
                    <a:pt x="49" y="170"/>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2080390" y="3211074"/>
              <a:ext cx="105185" cy="244538"/>
            </a:xfrm>
            <a:custGeom>
              <a:rect b="b" l="l" r="r" t="t"/>
              <a:pathLst>
                <a:path extrusionOk="0" h="2462" w="1059">
                  <a:moveTo>
                    <a:pt x="65" y="1"/>
                  </a:moveTo>
                  <a:cubicBezTo>
                    <a:pt x="0" y="171"/>
                    <a:pt x="33" y="272"/>
                    <a:pt x="134" y="373"/>
                  </a:cubicBezTo>
                  <a:cubicBezTo>
                    <a:pt x="251" y="542"/>
                    <a:pt x="388" y="692"/>
                    <a:pt x="505" y="845"/>
                  </a:cubicBezTo>
                  <a:cubicBezTo>
                    <a:pt x="606" y="979"/>
                    <a:pt x="707" y="1112"/>
                    <a:pt x="808" y="1249"/>
                  </a:cubicBezTo>
                  <a:cubicBezTo>
                    <a:pt x="824" y="1265"/>
                    <a:pt x="824" y="1265"/>
                    <a:pt x="841" y="1281"/>
                  </a:cubicBezTo>
                  <a:cubicBezTo>
                    <a:pt x="873" y="1330"/>
                    <a:pt x="925" y="1399"/>
                    <a:pt x="974" y="1431"/>
                  </a:cubicBezTo>
                  <a:cubicBezTo>
                    <a:pt x="1026" y="1467"/>
                    <a:pt x="1043" y="1516"/>
                    <a:pt x="1026" y="1601"/>
                  </a:cubicBezTo>
                  <a:lnTo>
                    <a:pt x="1026" y="1770"/>
                  </a:lnTo>
                  <a:cubicBezTo>
                    <a:pt x="1026" y="1855"/>
                    <a:pt x="1026" y="1936"/>
                    <a:pt x="1010" y="2021"/>
                  </a:cubicBezTo>
                  <a:cubicBezTo>
                    <a:pt x="1010" y="2073"/>
                    <a:pt x="1010" y="2122"/>
                    <a:pt x="1026" y="2190"/>
                  </a:cubicBezTo>
                  <a:lnTo>
                    <a:pt x="1026" y="2291"/>
                  </a:lnTo>
                  <a:cubicBezTo>
                    <a:pt x="1026" y="2340"/>
                    <a:pt x="1026" y="2392"/>
                    <a:pt x="1010" y="2441"/>
                  </a:cubicBezTo>
                  <a:lnTo>
                    <a:pt x="1010" y="2461"/>
                  </a:lnTo>
                  <a:lnTo>
                    <a:pt x="1026" y="2461"/>
                  </a:lnTo>
                  <a:cubicBezTo>
                    <a:pt x="1059" y="2409"/>
                    <a:pt x="1059" y="2360"/>
                    <a:pt x="1059" y="2291"/>
                  </a:cubicBezTo>
                  <a:cubicBezTo>
                    <a:pt x="1059" y="2259"/>
                    <a:pt x="1059" y="2223"/>
                    <a:pt x="1043" y="2190"/>
                  </a:cubicBezTo>
                  <a:cubicBezTo>
                    <a:pt x="1043" y="2122"/>
                    <a:pt x="1026" y="2073"/>
                    <a:pt x="1043" y="2021"/>
                  </a:cubicBezTo>
                  <a:cubicBezTo>
                    <a:pt x="1059" y="1936"/>
                    <a:pt x="1059" y="1855"/>
                    <a:pt x="1059" y="1770"/>
                  </a:cubicBezTo>
                  <a:lnTo>
                    <a:pt x="1059" y="1601"/>
                  </a:lnTo>
                  <a:cubicBezTo>
                    <a:pt x="1059" y="1500"/>
                    <a:pt x="1043" y="1451"/>
                    <a:pt x="994" y="1415"/>
                  </a:cubicBezTo>
                  <a:cubicBezTo>
                    <a:pt x="942" y="1366"/>
                    <a:pt x="893" y="1314"/>
                    <a:pt x="857" y="1265"/>
                  </a:cubicBezTo>
                  <a:lnTo>
                    <a:pt x="824" y="1229"/>
                  </a:lnTo>
                  <a:cubicBezTo>
                    <a:pt x="723" y="1096"/>
                    <a:pt x="622" y="962"/>
                    <a:pt x="521" y="845"/>
                  </a:cubicBezTo>
                  <a:cubicBezTo>
                    <a:pt x="404" y="676"/>
                    <a:pt x="267" y="522"/>
                    <a:pt x="150" y="356"/>
                  </a:cubicBezTo>
                  <a:cubicBezTo>
                    <a:pt x="49" y="239"/>
                    <a:pt x="33" y="154"/>
                    <a:pt x="101" y="17"/>
                  </a:cubicBezTo>
                  <a:cubicBezTo>
                    <a:pt x="101" y="17"/>
                    <a:pt x="101" y="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1734143" y="3697071"/>
              <a:ext cx="48570" cy="37346"/>
            </a:xfrm>
            <a:custGeom>
              <a:rect b="b" l="l" r="r" t="t"/>
              <a:pathLst>
                <a:path extrusionOk="0" h="376" w="489">
                  <a:moveTo>
                    <a:pt x="22" y="1"/>
                  </a:moveTo>
                  <a:cubicBezTo>
                    <a:pt x="19" y="1"/>
                    <a:pt x="16" y="3"/>
                    <a:pt x="16" y="8"/>
                  </a:cubicBezTo>
                  <a:cubicBezTo>
                    <a:pt x="0" y="8"/>
                    <a:pt x="0" y="8"/>
                    <a:pt x="0" y="24"/>
                  </a:cubicBezTo>
                  <a:cubicBezTo>
                    <a:pt x="53" y="93"/>
                    <a:pt x="117" y="141"/>
                    <a:pt x="186" y="194"/>
                  </a:cubicBezTo>
                  <a:cubicBezTo>
                    <a:pt x="218" y="226"/>
                    <a:pt x="255" y="242"/>
                    <a:pt x="287" y="275"/>
                  </a:cubicBezTo>
                  <a:cubicBezTo>
                    <a:pt x="303" y="295"/>
                    <a:pt x="303" y="295"/>
                    <a:pt x="319" y="311"/>
                  </a:cubicBezTo>
                  <a:cubicBezTo>
                    <a:pt x="356" y="343"/>
                    <a:pt x="388" y="376"/>
                    <a:pt x="440" y="376"/>
                  </a:cubicBezTo>
                  <a:lnTo>
                    <a:pt x="489" y="376"/>
                  </a:lnTo>
                  <a:lnTo>
                    <a:pt x="489" y="359"/>
                  </a:lnTo>
                  <a:cubicBezTo>
                    <a:pt x="489" y="359"/>
                    <a:pt x="489" y="343"/>
                    <a:pt x="473" y="343"/>
                  </a:cubicBezTo>
                  <a:cubicBezTo>
                    <a:pt x="457" y="351"/>
                    <a:pt x="443" y="354"/>
                    <a:pt x="430" y="354"/>
                  </a:cubicBezTo>
                  <a:cubicBezTo>
                    <a:pt x="389" y="354"/>
                    <a:pt x="364" y="320"/>
                    <a:pt x="339" y="295"/>
                  </a:cubicBezTo>
                  <a:cubicBezTo>
                    <a:pt x="339" y="275"/>
                    <a:pt x="319" y="275"/>
                    <a:pt x="303" y="258"/>
                  </a:cubicBezTo>
                  <a:cubicBezTo>
                    <a:pt x="271" y="226"/>
                    <a:pt x="238" y="194"/>
                    <a:pt x="202" y="174"/>
                  </a:cubicBezTo>
                  <a:cubicBezTo>
                    <a:pt x="137" y="125"/>
                    <a:pt x="69" y="73"/>
                    <a:pt x="36" y="8"/>
                  </a:cubicBezTo>
                  <a:cubicBezTo>
                    <a:pt x="36" y="8"/>
                    <a:pt x="27"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478576" y="2559105"/>
              <a:ext cx="157430" cy="75487"/>
            </a:xfrm>
            <a:custGeom>
              <a:rect b="b" l="l" r="r" t="t"/>
              <a:pathLst>
                <a:path extrusionOk="0" h="760" w="1585">
                  <a:moveTo>
                    <a:pt x="1568" y="0"/>
                  </a:moveTo>
                  <a:cubicBezTo>
                    <a:pt x="1500" y="17"/>
                    <a:pt x="1431" y="53"/>
                    <a:pt x="1366" y="85"/>
                  </a:cubicBezTo>
                  <a:cubicBezTo>
                    <a:pt x="1346" y="85"/>
                    <a:pt x="1330" y="101"/>
                    <a:pt x="1298" y="101"/>
                  </a:cubicBezTo>
                  <a:cubicBezTo>
                    <a:pt x="1144" y="186"/>
                    <a:pt x="979" y="271"/>
                    <a:pt x="809" y="340"/>
                  </a:cubicBezTo>
                  <a:cubicBezTo>
                    <a:pt x="538" y="457"/>
                    <a:pt x="272" y="590"/>
                    <a:pt x="1" y="724"/>
                  </a:cubicBezTo>
                  <a:lnTo>
                    <a:pt x="1" y="744"/>
                  </a:lnTo>
                  <a:lnTo>
                    <a:pt x="17" y="760"/>
                  </a:lnTo>
                  <a:cubicBezTo>
                    <a:pt x="288" y="606"/>
                    <a:pt x="558" y="489"/>
                    <a:pt x="825" y="372"/>
                  </a:cubicBezTo>
                  <a:cubicBezTo>
                    <a:pt x="979" y="287"/>
                    <a:pt x="1144" y="219"/>
                    <a:pt x="1314" y="138"/>
                  </a:cubicBezTo>
                  <a:cubicBezTo>
                    <a:pt x="1330" y="118"/>
                    <a:pt x="1366" y="118"/>
                    <a:pt x="1383" y="101"/>
                  </a:cubicBezTo>
                  <a:cubicBezTo>
                    <a:pt x="1447" y="69"/>
                    <a:pt x="1500" y="37"/>
                    <a:pt x="1568" y="17"/>
                  </a:cubicBezTo>
                  <a:lnTo>
                    <a:pt x="1585" y="17"/>
                  </a:lnTo>
                  <a:cubicBezTo>
                    <a:pt x="1585" y="0"/>
                    <a:pt x="1568" y="0"/>
                    <a:pt x="1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851343" y="2288245"/>
              <a:ext cx="361245" cy="257748"/>
            </a:xfrm>
            <a:custGeom>
              <a:rect b="b" l="l" r="r" t="t"/>
              <a:pathLst>
                <a:path extrusionOk="0" h="2595" w="3637">
                  <a:moveTo>
                    <a:pt x="3604" y="1"/>
                  </a:moveTo>
                  <a:cubicBezTo>
                    <a:pt x="3588" y="1"/>
                    <a:pt x="3588" y="1"/>
                    <a:pt x="3588" y="17"/>
                  </a:cubicBezTo>
                  <a:cubicBezTo>
                    <a:pt x="3604" y="186"/>
                    <a:pt x="3604" y="356"/>
                    <a:pt x="3604" y="522"/>
                  </a:cubicBezTo>
                  <a:cubicBezTo>
                    <a:pt x="3604" y="623"/>
                    <a:pt x="3588" y="724"/>
                    <a:pt x="3604" y="845"/>
                  </a:cubicBezTo>
                  <a:cubicBezTo>
                    <a:pt x="3604" y="893"/>
                    <a:pt x="3552" y="910"/>
                    <a:pt x="3519" y="926"/>
                  </a:cubicBezTo>
                  <a:lnTo>
                    <a:pt x="3503" y="946"/>
                  </a:lnTo>
                  <a:lnTo>
                    <a:pt x="3386" y="994"/>
                  </a:lnTo>
                  <a:cubicBezTo>
                    <a:pt x="3200" y="1079"/>
                    <a:pt x="3014" y="1180"/>
                    <a:pt x="2812" y="1265"/>
                  </a:cubicBezTo>
                  <a:cubicBezTo>
                    <a:pt x="2679" y="1330"/>
                    <a:pt x="2542" y="1398"/>
                    <a:pt x="2408" y="1451"/>
                  </a:cubicBezTo>
                  <a:cubicBezTo>
                    <a:pt x="2275" y="1516"/>
                    <a:pt x="2158" y="1568"/>
                    <a:pt x="2037" y="1617"/>
                  </a:cubicBezTo>
                  <a:cubicBezTo>
                    <a:pt x="1584" y="1835"/>
                    <a:pt x="1112" y="2037"/>
                    <a:pt x="659" y="2259"/>
                  </a:cubicBezTo>
                  <a:cubicBezTo>
                    <a:pt x="522" y="2323"/>
                    <a:pt x="389" y="2376"/>
                    <a:pt x="255" y="2441"/>
                  </a:cubicBezTo>
                  <a:cubicBezTo>
                    <a:pt x="203" y="2477"/>
                    <a:pt x="138" y="2493"/>
                    <a:pt x="86" y="2525"/>
                  </a:cubicBezTo>
                  <a:cubicBezTo>
                    <a:pt x="70" y="2542"/>
                    <a:pt x="37" y="2562"/>
                    <a:pt x="17" y="2562"/>
                  </a:cubicBezTo>
                  <a:lnTo>
                    <a:pt x="1" y="2578"/>
                  </a:lnTo>
                  <a:lnTo>
                    <a:pt x="17" y="2594"/>
                  </a:lnTo>
                  <a:cubicBezTo>
                    <a:pt x="53" y="2578"/>
                    <a:pt x="70" y="2562"/>
                    <a:pt x="102" y="2542"/>
                  </a:cubicBezTo>
                  <a:cubicBezTo>
                    <a:pt x="154" y="2525"/>
                    <a:pt x="203" y="2493"/>
                    <a:pt x="271" y="2477"/>
                  </a:cubicBezTo>
                  <a:cubicBezTo>
                    <a:pt x="405" y="2408"/>
                    <a:pt x="542" y="2340"/>
                    <a:pt x="675" y="2275"/>
                  </a:cubicBezTo>
                  <a:cubicBezTo>
                    <a:pt x="1128" y="2073"/>
                    <a:pt x="1584" y="1855"/>
                    <a:pt x="2057" y="1653"/>
                  </a:cubicBezTo>
                  <a:cubicBezTo>
                    <a:pt x="2174" y="1584"/>
                    <a:pt x="2291" y="1532"/>
                    <a:pt x="2408" y="1483"/>
                  </a:cubicBezTo>
                  <a:cubicBezTo>
                    <a:pt x="2542" y="1415"/>
                    <a:pt x="2695" y="1350"/>
                    <a:pt x="2829" y="1281"/>
                  </a:cubicBezTo>
                  <a:cubicBezTo>
                    <a:pt x="3014" y="1196"/>
                    <a:pt x="3216" y="1112"/>
                    <a:pt x="3402" y="1011"/>
                  </a:cubicBezTo>
                  <a:lnTo>
                    <a:pt x="3519" y="962"/>
                  </a:lnTo>
                  <a:cubicBezTo>
                    <a:pt x="3572" y="946"/>
                    <a:pt x="3620" y="910"/>
                    <a:pt x="3620" y="825"/>
                  </a:cubicBezTo>
                  <a:lnTo>
                    <a:pt x="3620" y="522"/>
                  </a:lnTo>
                  <a:cubicBezTo>
                    <a:pt x="3620" y="356"/>
                    <a:pt x="3637" y="186"/>
                    <a:pt x="3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1033505" y="2871680"/>
              <a:ext cx="6953" cy="95551"/>
            </a:xfrm>
            <a:custGeom>
              <a:rect b="b" l="l" r="r" t="t"/>
              <a:pathLst>
                <a:path extrusionOk="0" h="962" w="70">
                  <a:moveTo>
                    <a:pt x="21" y="0"/>
                  </a:moveTo>
                  <a:cubicBezTo>
                    <a:pt x="1" y="0"/>
                    <a:pt x="1" y="21"/>
                    <a:pt x="1" y="21"/>
                  </a:cubicBezTo>
                  <a:cubicBezTo>
                    <a:pt x="37" y="101"/>
                    <a:pt x="37" y="186"/>
                    <a:pt x="37" y="271"/>
                  </a:cubicBezTo>
                  <a:lnTo>
                    <a:pt x="37" y="340"/>
                  </a:lnTo>
                  <a:lnTo>
                    <a:pt x="37" y="760"/>
                  </a:lnTo>
                  <a:lnTo>
                    <a:pt x="37" y="946"/>
                  </a:lnTo>
                  <a:cubicBezTo>
                    <a:pt x="37" y="962"/>
                    <a:pt x="37" y="962"/>
                    <a:pt x="53" y="962"/>
                  </a:cubicBezTo>
                  <a:lnTo>
                    <a:pt x="53" y="946"/>
                  </a:lnTo>
                  <a:lnTo>
                    <a:pt x="53" y="760"/>
                  </a:lnTo>
                  <a:lnTo>
                    <a:pt x="53" y="340"/>
                  </a:lnTo>
                  <a:lnTo>
                    <a:pt x="53" y="271"/>
                  </a:lnTo>
                  <a:cubicBezTo>
                    <a:pt x="70" y="186"/>
                    <a:pt x="70" y="85"/>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746257" y="3159326"/>
              <a:ext cx="6555" cy="81943"/>
            </a:xfrm>
            <a:custGeom>
              <a:rect b="b" l="l" r="r" t="t"/>
              <a:pathLst>
                <a:path extrusionOk="0" h="825" w="66">
                  <a:moveTo>
                    <a:pt x="49" y="1"/>
                  </a:moveTo>
                  <a:cubicBezTo>
                    <a:pt x="33" y="1"/>
                    <a:pt x="33" y="17"/>
                    <a:pt x="33" y="17"/>
                  </a:cubicBezTo>
                  <a:cubicBezTo>
                    <a:pt x="33" y="69"/>
                    <a:pt x="33" y="118"/>
                    <a:pt x="17" y="170"/>
                  </a:cubicBezTo>
                  <a:cubicBezTo>
                    <a:pt x="17" y="389"/>
                    <a:pt x="0" y="607"/>
                    <a:pt x="17" y="825"/>
                  </a:cubicBezTo>
                  <a:lnTo>
                    <a:pt x="49" y="825"/>
                  </a:lnTo>
                  <a:cubicBezTo>
                    <a:pt x="17" y="607"/>
                    <a:pt x="33" y="389"/>
                    <a:pt x="49" y="170"/>
                  </a:cubicBezTo>
                  <a:cubicBezTo>
                    <a:pt x="49" y="118"/>
                    <a:pt x="49" y="69"/>
                    <a:pt x="65" y="17"/>
                  </a:cubicBezTo>
                  <a:cubicBezTo>
                    <a:pt x="65" y="17"/>
                    <a:pt x="49" y="17"/>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2120518" y="3547388"/>
              <a:ext cx="4867" cy="41816"/>
            </a:xfrm>
            <a:custGeom>
              <a:rect b="b" l="l" r="r" t="t"/>
              <a:pathLst>
                <a:path extrusionOk="0" h="421" w="49">
                  <a:moveTo>
                    <a:pt x="16" y="0"/>
                  </a:moveTo>
                  <a:cubicBezTo>
                    <a:pt x="0" y="85"/>
                    <a:pt x="0" y="186"/>
                    <a:pt x="0" y="267"/>
                  </a:cubicBezTo>
                  <a:cubicBezTo>
                    <a:pt x="16" y="303"/>
                    <a:pt x="16" y="368"/>
                    <a:pt x="0" y="404"/>
                  </a:cubicBezTo>
                  <a:cubicBezTo>
                    <a:pt x="0" y="420"/>
                    <a:pt x="16" y="420"/>
                    <a:pt x="16" y="420"/>
                  </a:cubicBezTo>
                  <a:lnTo>
                    <a:pt x="33" y="420"/>
                  </a:lnTo>
                  <a:lnTo>
                    <a:pt x="33" y="251"/>
                  </a:lnTo>
                  <a:cubicBezTo>
                    <a:pt x="33" y="186"/>
                    <a:pt x="33" y="101"/>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2153791" y="3206306"/>
              <a:ext cx="6953" cy="40227"/>
            </a:xfrm>
            <a:custGeom>
              <a:rect b="b" l="l" r="r" t="t"/>
              <a:pathLst>
                <a:path extrusionOk="0" h="405" w="70">
                  <a:moveTo>
                    <a:pt x="33" y="0"/>
                  </a:moveTo>
                  <a:cubicBezTo>
                    <a:pt x="17" y="65"/>
                    <a:pt x="17" y="134"/>
                    <a:pt x="17" y="202"/>
                  </a:cubicBezTo>
                  <a:cubicBezTo>
                    <a:pt x="17" y="267"/>
                    <a:pt x="33" y="320"/>
                    <a:pt x="17" y="388"/>
                  </a:cubicBezTo>
                  <a:cubicBezTo>
                    <a:pt x="1" y="388"/>
                    <a:pt x="17" y="404"/>
                    <a:pt x="17" y="404"/>
                  </a:cubicBezTo>
                  <a:lnTo>
                    <a:pt x="33" y="388"/>
                  </a:lnTo>
                  <a:cubicBezTo>
                    <a:pt x="53" y="320"/>
                    <a:pt x="53" y="267"/>
                    <a:pt x="53" y="202"/>
                  </a:cubicBezTo>
                  <a:cubicBezTo>
                    <a:pt x="53" y="134"/>
                    <a:pt x="53" y="65"/>
                    <a:pt x="69" y="17"/>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1135809" y="2664588"/>
              <a:ext cx="6555" cy="86810"/>
            </a:xfrm>
            <a:custGeom>
              <a:rect b="b" l="l" r="r" t="t"/>
              <a:pathLst>
                <a:path extrusionOk="0" h="874" w="66">
                  <a:moveTo>
                    <a:pt x="1" y="1"/>
                  </a:moveTo>
                  <a:lnTo>
                    <a:pt x="1" y="187"/>
                  </a:lnTo>
                  <a:lnTo>
                    <a:pt x="1" y="692"/>
                  </a:lnTo>
                  <a:cubicBezTo>
                    <a:pt x="1" y="756"/>
                    <a:pt x="17" y="825"/>
                    <a:pt x="33" y="873"/>
                  </a:cubicBezTo>
                  <a:lnTo>
                    <a:pt x="49" y="873"/>
                  </a:lnTo>
                  <a:cubicBezTo>
                    <a:pt x="49" y="873"/>
                    <a:pt x="66" y="873"/>
                    <a:pt x="49" y="857"/>
                  </a:cubicBezTo>
                  <a:cubicBezTo>
                    <a:pt x="33" y="809"/>
                    <a:pt x="33" y="756"/>
                    <a:pt x="33" y="692"/>
                  </a:cubicBezTo>
                  <a:lnTo>
                    <a:pt x="33" y="18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856607" y="1720106"/>
              <a:ext cx="355981" cy="319131"/>
            </a:xfrm>
            <a:custGeom>
              <a:rect b="b" l="l" r="r" t="t"/>
              <a:pathLst>
                <a:path extrusionOk="0" h="3213" w="3584">
                  <a:moveTo>
                    <a:pt x="3535" y="0"/>
                  </a:moveTo>
                  <a:lnTo>
                    <a:pt x="3535" y="17"/>
                  </a:lnTo>
                  <a:cubicBezTo>
                    <a:pt x="3567" y="33"/>
                    <a:pt x="3551" y="65"/>
                    <a:pt x="3551" y="101"/>
                  </a:cubicBezTo>
                  <a:lnTo>
                    <a:pt x="3551" y="118"/>
                  </a:lnTo>
                  <a:lnTo>
                    <a:pt x="3551" y="437"/>
                  </a:lnTo>
                  <a:cubicBezTo>
                    <a:pt x="3551" y="687"/>
                    <a:pt x="3551" y="958"/>
                    <a:pt x="3567" y="1212"/>
                  </a:cubicBezTo>
                  <a:cubicBezTo>
                    <a:pt x="3567" y="1293"/>
                    <a:pt x="3535" y="1330"/>
                    <a:pt x="3466" y="1362"/>
                  </a:cubicBezTo>
                  <a:cubicBezTo>
                    <a:pt x="2913" y="1665"/>
                    <a:pt x="2339" y="1968"/>
                    <a:pt x="1851" y="2222"/>
                  </a:cubicBezTo>
                  <a:cubicBezTo>
                    <a:pt x="1531" y="2388"/>
                    <a:pt x="1228" y="2558"/>
                    <a:pt x="909" y="2707"/>
                  </a:cubicBezTo>
                  <a:lnTo>
                    <a:pt x="352" y="3010"/>
                  </a:lnTo>
                  <a:cubicBezTo>
                    <a:pt x="267" y="3063"/>
                    <a:pt x="202" y="3095"/>
                    <a:pt x="118" y="3131"/>
                  </a:cubicBezTo>
                  <a:lnTo>
                    <a:pt x="17" y="3196"/>
                  </a:lnTo>
                  <a:cubicBezTo>
                    <a:pt x="0" y="3196"/>
                    <a:pt x="0" y="3196"/>
                    <a:pt x="0" y="3212"/>
                  </a:cubicBezTo>
                  <a:lnTo>
                    <a:pt x="17" y="3212"/>
                  </a:lnTo>
                  <a:lnTo>
                    <a:pt x="134" y="3164"/>
                  </a:lnTo>
                  <a:cubicBezTo>
                    <a:pt x="202" y="3111"/>
                    <a:pt x="287" y="3079"/>
                    <a:pt x="368" y="3046"/>
                  </a:cubicBezTo>
                  <a:lnTo>
                    <a:pt x="925" y="2743"/>
                  </a:lnTo>
                  <a:cubicBezTo>
                    <a:pt x="1245" y="2574"/>
                    <a:pt x="1548" y="2404"/>
                    <a:pt x="1867" y="2238"/>
                  </a:cubicBezTo>
                  <a:cubicBezTo>
                    <a:pt x="2339" y="1984"/>
                    <a:pt x="2913" y="1681"/>
                    <a:pt x="3483" y="1394"/>
                  </a:cubicBezTo>
                  <a:cubicBezTo>
                    <a:pt x="3551" y="1362"/>
                    <a:pt x="3584" y="1313"/>
                    <a:pt x="3584" y="1212"/>
                  </a:cubicBezTo>
                  <a:lnTo>
                    <a:pt x="3584" y="437"/>
                  </a:lnTo>
                  <a:lnTo>
                    <a:pt x="3584" y="118"/>
                  </a:lnTo>
                  <a:lnTo>
                    <a:pt x="3584" y="101"/>
                  </a:lnTo>
                  <a:cubicBezTo>
                    <a:pt x="3584" y="65"/>
                    <a:pt x="3584" y="33"/>
                    <a:pt x="3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1582077" y="3425417"/>
              <a:ext cx="6853" cy="81943"/>
            </a:xfrm>
            <a:custGeom>
              <a:rect b="b" l="l" r="r" t="t"/>
              <a:pathLst>
                <a:path extrusionOk="0" h="825" w="69">
                  <a:moveTo>
                    <a:pt x="53" y="0"/>
                  </a:moveTo>
                  <a:lnTo>
                    <a:pt x="32" y="16"/>
                  </a:lnTo>
                  <a:cubicBezTo>
                    <a:pt x="16" y="150"/>
                    <a:pt x="16" y="283"/>
                    <a:pt x="16" y="404"/>
                  </a:cubicBezTo>
                  <a:cubicBezTo>
                    <a:pt x="16" y="485"/>
                    <a:pt x="32" y="570"/>
                    <a:pt x="16" y="655"/>
                  </a:cubicBezTo>
                  <a:lnTo>
                    <a:pt x="16" y="707"/>
                  </a:lnTo>
                  <a:cubicBezTo>
                    <a:pt x="32" y="739"/>
                    <a:pt x="32" y="772"/>
                    <a:pt x="16" y="788"/>
                  </a:cubicBezTo>
                  <a:cubicBezTo>
                    <a:pt x="0" y="808"/>
                    <a:pt x="16" y="808"/>
                    <a:pt x="16" y="808"/>
                  </a:cubicBezTo>
                  <a:lnTo>
                    <a:pt x="16" y="824"/>
                  </a:lnTo>
                  <a:lnTo>
                    <a:pt x="32" y="808"/>
                  </a:lnTo>
                  <a:cubicBezTo>
                    <a:pt x="53" y="772"/>
                    <a:pt x="53" y="739"/>
                    <a:pt x="53" y="707"/>
                  </a:cubicBezTo>
                  <a:lnTo>
                    <a:pt x="53" y="655"/>
                  </a:lnTo>
                  <a:lnTo>
                    <a:pt x="53" y="404"/>
                  </a:lnTo>
                  <a:cubicBezTo>
                    <a:pt x="53" y="283"/>
                    <a:pt x="53" y="150"/>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672458" y="2958689"/>
              <a:ext cx="147299" cy="152166"/>
            </a:xfrm>
            <a:custGeom>
              <a:rect b="b" l="l" r="r" t="t"/>
              <a:pathLst>
                <a:path extrusionOk="0" h="1532" w="1483">
                  <a:moveTo>
                    <a:pt x="1450" y="1"/>
                  </a:moveTo>
                  <a:lnTo>
                    <a:pt x="1434" y="17"/>
                  </a:lnTo>
                  <a:cubicBezTo>
                    <a:pt x="1467" y="203"/>
                    <a:pt x="1450" y="389"/>
                    <a:pt x="1450" y="575"/>
                  </a:cubicBezTo>
                  <a:lnTo>
                    <a:pt x="1450" y="910"/>
                  </a:lnTo>
                  <a:cubicBezTo>
                    <a:pt x="1450" y="962"/>
                    <a:pt x="1414" y="979"/>
                    <a:pt x="1366" y="995"/>
                  </a:cubicBezTo>
                  <a:lnTo>
                    <a:pt x="1349" y="995"/>
                  </a:lnTo>
                  <a:cubicBezTo>
                    <a:pt x="978" y="1144"/>
                    <a:pt x="606" y="1282"/>
                    <a:pt x="271" y="1431"/>
                  </a:cubicBezTo>
                  <a:cubicBezTo>
                    <a:pt x="255" y="1431"/>
                    <a:pt x="238" y="1447"/>
                    <a:pt x="222" y="1447"/>
                  </a:cubicBezTo>
                  <a:cubicBezTo>
                    <a:pt x="166" y="1477"/>
                    <a:pt x="110" y="1504"/>
                    <a:pt x="56" y="1504"/>
                  </a:cubicBezTo>
                  <a:cubicBezTo>
                    <a:pt x="44" y="1504"/>
                    <a:pt x="32" y="1503"/>
                    <a:pt x="20" y="1500"/>
                  </a:cubicBezTo>
                  <a:cubicBezTo>
                    <a:pt x="20" y="1500"/>
                    <a:pt x="0" y="1500"/>
                    <a:pt x="0" y="1516"/>
                  </a:cubicBezTo>
                  <a:lnTo>
                    <a:pt x="20" y="1532"/>
                  </a:lnTo>
                  <a:lnTo>
                    <a:pt x="37" y="1532"/>
                  </a:lnTo>
                  <a:cubicBezTo>
                    <a:pt x="121" y="1532"/>
                    <a:pt x="170" y="1500"/>
                    <a:pt x="238" y="1467"/>
                  </a:cubicBezTo>
                  <a:cubicBezTo>
                    <a:pt x="255" y="1467"/>
                    <a:pt x="271" y="1467"/>
                    <a:pt x="287" y="1447"/>
                  </a:cubicBezTo>
                  <a:cubicBezTo>
                    <a:pt x="626" y="1314"/>
                    <a:pt x="994" y="1164"/>
                    <a:pt x="1366" y="1027"/>
                  </a:cubicBezTo>
                  <a:lnTo>
                    <a:pt x="1382" y="1011"/>
                  </a:lnTo>
                  <a:cubicBezTo>
                    <a:pt x="1414" y="1011"/>
                    <a:pt x="1483" y="979"/>
                    <a:pt x="1483" y="910"/>
                  </a:cubicBezTo>
                  <a:lnTo>
                    <a:pt x="1483" y="575"/>
                  </a:lnTo>
                  <a:cubicBezTo>
                    <a:pt x="1483" y="389"/>
                    <a:pt x="1483" y="203"/>
                    <a:pt x="1467" y="17"/>
                  </a:cubicBezTo>
                  <a:cubicBezTo>
                    <a:pt x="1467" y="1"/>
                    <a:pt x="1467" y="1"/>
                    <a:pt x="1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1740897" y="2305131"/>
              <a:ext cx="169051" cy="347935"/>
            </a:xfrm>
            <a:custGeom>
              <a:rect b="b" l="l" r="r" t="t"/>
              <a:pathLst>
                <a:path extrusionOk="0" h="3503" w="1702">
                  <a:moveTo>
                    <a:pt x="69" y="0"/>
                  </a:moveTo>
                  <a:cubicBezTo>
                    <a:pt x="49" y="0"/>
                    <a:pt x="49" y="0"/>
                    <a:pt x="49" y="16"/>
                  </a:cubicBezTo>
                  <a:cubicBezTo>
                    <a:pt x="1" y="117"/>
                    <a:pt x="17" y="218"/>
                    <a:pt x="102" y="303"/>
                  </a:cubicBezTo>
                  <a:cubicBezTo>
                    <a:pt x="187" y="404"/>
                    <a:pt x="251" y="505"/>
                    <a:pt x="320" y="622"/>
                  </a:cubicBezTo>
                  <a:cubicBezTo>
                    <a:pt x="352" y="675"/>
                    <a:pt x="389" y="723"/>
                    <a:pt x="421" y="776"/>
                  </a:cubicBezTo>
                  <a:cubicBezTo>
                    <a:pt x="639" y="1079"/>
                    <a:pt x="857" y="1398"/>
                    <a:pt x="1059" y="1717"/>
                  </a:cubicBezTo>
                  <a:cubicBezTo>
                    <a:pt x="1180" y="1887"/>
                    <a:pt x="1281" y="2052"/>
                    <a:pt x="1399" y="2222"/>
                  </a:cubicBezTo>
                  <a:cubicBezTo>
                    <a:pt x="1415" y="2254"/>
                    <a:pt x="1431" y="2291"/>
                    <a:pt x="1431" y="2307"/>
                  </a:cubicBezTo>
                  <a:lnTo>
                    <a:pt x="1431" y="2541"/>
                  </a:lnTo>
                  <a:cubicBezTo>
                    <a:pt x="1447" y="2675"/>
                    <a:pt x="1447" y="2828"/>
                    <a:pt x="1415" y="2961"/>
                  </a:cubicBezTo>
                  <a:cubicBezTo>
                    <a:pt x="1399" y="3062"/>
                    <a:pt x="1463" y="3147"/>
                    <a:pt x="1516" y="3216"/>
                  </a:cubicBezTo>
                  <a:cubicBezTo>
                    <a:pt x="1600" y="3301"/>
                    <a:pt x="1633" y="3402"/>
                    <a:pt x="1665" y="3483"/>
                  </a:cubicBezTo>
                  <a:lnTo>
                    <a:pt x="1685" y="3503"/>
                  </a:lnTo>
                  <a:lnTo>
                    <a:pt x="1701" y="3483"/>
                  </a:lnTo>
                  <a:cubicBezTo>
                    <a:pt x="1665" y="3382"/>
                    <a:pt x="1633" y="3281"/>
                    <a:pt x="1548" y="3200"/>
                  </a:cubicBezTo>
                  <a:cubicBezTo>
                    <a:pt x="1483" y="3131"/>
                    <a:pt x="1431" y="3062"/>
                    <a:pt x="1447" y="2961"/>
                  </a:cubicBezTo>
                  <a:cubicBezTo>
                    <a:pt x="1463" y="2828"/>
                    <a:pt x="1463" y="2675"/>
                    <a:pt x="1463" y="2541"/>
                  </a:cubicBezTo>
                  <a:lnTo>
                    <a:pt x="1463" y="2307"/>
                  </a:lnTo>
                  <a:cubicBezTo>
                    <a:pt x="1463" y="2271"/>
                    <a:pt x="1447" y="2238"/>
                    <a:pt x="1415" y="2206"/>
                  </a:cubicBezTo>
                  <a:cubicBezTo>
                    <a:pt x="1314" y="2036"/>
                    <a:pt x="1197" y="1867"/>
                    <a:pt x="1079" y="1701"/>
                  </a:cubicBezTo>
                  <a:cubicBezTo>
                    <a:pt x="877" y="1398"/>
                    <a:pt x="655" y="1059"/>
                    <a:pt x="437" y="756"/>
                  </a:cubicBezTo>
                  <a:cubicBezTo>
                    <a:pt x="405" y="707"/>
                    <a:pt x="372" y="655"/>
                    <a:pt x="352" y="606"/>
                  </a:cubicBezTo>
                  <a:cubicBezTo>
                    <a:pt x="288" y="489"/>
                    <a:pt x="219" y="388"/>
                    <a:pt x="118" y="287"/>
                  </a:cubicBezTo>
                  <a:cubicBezTo>
                    <a:pt x="33" y="202"/>
                    <a:pt x="17" y="117"/>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1087339" y="1999011"/>
              <a:ext cx="4867" cy="95551"/>
            </a:xfrm>
            <a:custGeom>
              <a:rect b="b" l="l" r="r" t="t"/>
              <a:pathLst>
                <a:path extrusionOk="0" h="962" w="49">
                  <a:moveTo>
                    <a:pt x="0" y="0"/>
                  </a:moveTo>
                  <a:lnTo>
                    <a:pt x="0" y="20"/>
                  </a:lnTo>
                  <a:cubicBezTo>
                    <a:pt x="16" y="137"/>
                    <a:pt x="16" y="255"/>
                    <a:pt x="0" y="372"/>
                  </a:cubicBezTo>
                  <a:lnTo>
                    <a:pt x="0" y="590"/>
                  </a:lnTo>
                  <a:cubicBezTo>
                    <a:pt x="16" y="626"/>
                    <a:pt x="0" y="675"/>
                    <a:pt x="0" y="707"/>
                  </a:cubicBezTo>
                  <a:cubicBezTo>
                    <a:pt x="0" y="792"/>
                    <a:pt x="0" y="877"/>
                    <a:pt x="16" y="961"/>
                  </a:cubicBezTo>
                  <a:lnTo>
                    <a:pt x="32" y="961"/>
                  </a:lnTo>
                  <a:cubicBezTo>
                    <a:pt x="49" y="961"/>
                    <a:pt x="49" y="961"/>
                    <a:pt x="49" y="945"/>
                  </a:cubicBezTo>
                  <a:cubicBezTo>
                    <a:pt x="32" y="877"/>
                    <a:pt x="32" y="792"/>
                    <a:pt x="32" y="707"/>
                  </a:cubicBezTo>
                  <a:lnTo>
                    <a:pt x="32" y="590"/>
                  </a:lnTo>
                  <a:lnTo>
                    <a:pt x="32" y="372"/>
                  </a:lnTo>
                  <a:cubicBezTo>
                    <a:pt x="32" y="255"/>
                    <a:pt x="32" y="137"/>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669181" y="3099135"/>
              <a:ext cx="153854" cy="175905"/>
            </a:xfrm>
            <a:custGeom>
              <a:rect b="b" l="l" r="r" t="t"/>
              <a:pathLst>
                <a:path extrusionOk="0" h="1771" w="1549">
                  <a:moveTo>
                    <a:pt x="1483" y="33"/>
                  </a:moveTo>
                  <a:cubicBezTo>
                    <a:pt x="1500" y="102"/>
                    <a:pt x="1500" y="187"/>
                    <a:pt x="1500" y="272"/>
                  </a:cubicBezTo>
                  <a:lnTo>
                    <a:pt x="1500" y="405"/>
                  </a:lnTo>
                  <a:lnTo>
                    <a:pt x="1500" y="675"/>
                  </a:lnTo>
                  <a:cubicBezTo>
                    <a:pt x="1500" y="793"/>
                    <a:pt x="1500" y="926"/>
                    <a:pt x="1516" y="1043"/>
                  </a:cubicBezTo>
                  <a:cubicBezTo>
                    <a:pt x="1532" y="1164"/>
                    <a:pt x="1500" y="1213"/>
                    <a:pt x="1382" y="1245"/>
                  </a:cubicBezTo>
                  <a:cubicBezTo>
                    <a:pt x="1265" y="1281"/>
                    <a:pt x="1144" y="1330"/>
                    <a:pt x="1027" y="1366"/>
                  </a:cubicBezTo>
                  <a:cubicBezTo>
                    <a:pt x="926" y="1415"/>
                    <a:pt x="825" y="1447"/>
                    <a:pt x="724" y="1483"/>
                  </a:cubicBezTo>
                  <a:cubicBezTo>
                    <a:pt x="639" y="1500"/>
                    <a:pt x="558" y="1532"/>
                    <a:pt x="490" y="1568"/>
                  </a:cubicBezTo>
                  <a:cubicBezTo>
                    <a:pt x="336" y="1617"/>
                    <a:pt x="203" y="1685"/>
                    <a:pt x="53" y="1718"/>
                  </a:cubicBezTo>
                  <a:cubicBezTo>
                    <a:pt x="53" y="1685"/>
                    <a:pt x="33" y="1669"/>
                    <a:pt x="33" y="1633"/>
                  </a:cubicBezTo>
                  <a:cubicBezTo>
                    <a:pt x="33" y="1617"/>
                    <a:pt x="17" y="1601"/>
                    <a:pt x="17" y="1568"/>
                  </a:cubicBezTo>
                  <a:cubicBezTo>
                    <a:pt x="33" y="1245"/>
                    <a:pt x="33" y="978"/>
                    <a:pt x="17" y="708"/>
                  </a:cubicBezTo>
                  <a:cubicBezTo>
                    <a:pt x="17" y="607"/>
                    <a:pt x="53" y="558"/>
                    <a:pt x="154" y="522"/>
                  </a:cubicBezTo>
                  <a:cubicBezTo>
                    <a:pt x="490" y="405"/>
                    <a:pt x="825" y="272"/>
                    <a:pt x="1164" y="154"/>
                  </a:cubicBezTo>
                  <a:lnTo>
                    <a:pt x="1483" y="33"/>
                  </a:lnTo>
                  <a:close/>
                  <a:moveTo>
                    <a:pt x="1483" y="1"/>
                  </a:moveTo>
                  <a:lnTo>
                    <a:pt x="1144" y="118"/>
                  </a:lnTo>
                  <a:cubicBezTo>
                    <a:pt x="809" y="255"/>
                    <a:pt x="473" y="372"/>
                    <a:pt x="134" y="490"/>
                  </a:cubicBezTo>
                  <a:cubicBezTo>
                    <a:pt x="33" y="538"/>
                    <a:pt x="1" y="591"/>
                    <a:pt x="1" y="708"/>
                  </a:cubicBezTo>
                  <a:lnTo>
                    <a:pt x="1" y="1568"/>
                  </a:lnTo>
                  <a:lnTo>
                    <a:pt x="1" y="1649"/>
                  </a:lnTo>
                  <a:cubicBezTo>
                    <a:pt x="17" y="1685"/>
                    <a:pt x="33" y="1718"/>
                    <a:pt x="1" y="1750"/>
                  </a:cubicBezTo>
                  <a:lnTo>
                    <a:pt x="1" y="1770"/>
                  </a:lnTo>
                  <a:lnTo>
                    <a:pt x="17" y="1770"/>
                  </a:lnTo>
                  <a:cubicBezTo>
                    <a:pt x="33" y="1750"/>
                    <a:pt x="33" y="1734"/>
                    <a:pt x="33" y="1734"/>
                  </a:cubicBezTo>
                  <a:lnTo>
                    <a:pt x="53" y="1734"/>
                  </a:lnTo>
                  <a:cubicBezTo>
                    <a:pt x="203" y="1702"/>
                    <a:pt x="356" y="1649"/>
                    <a:pt x="490" y="1601"/>
                  </a:cubicBezTo>
                  <a:cubicBezTo>
                    <a:pt x="574" y="1568"/>
                    <a:pt x="659" y="1532"/>
                    <a:pt x="724" y="1500"/>
                  </a:cubicBezTo>
                  <a:cubicBezTo>
                    <a:pt x="825" y="1467"/>
                    <a:pt x="926" y="1431"/>
                    <a:pt x="1027" y="1399"/>
                  </a:cubicBezTo>
                  <a:cubicBezTo>
                    <a:pt x="1144" y="1346"/>
                    <a:pt x="1281" y="1298"/>
                    <a:pt x="1399" y="1265"/>
                  </a:cubicBezTo>
                  <a:cubicBezTo>
                    <a:pt x="1516" y="1229"/>
                    <a:pt x="1548" y="1164"/>
                    <a:pt x="1532" y="1043"/>
                  </a:cubicBezTo>
                  <a:cubicBezTo>
                    <a:pt x="1516" y="926"/>
                    <a:pt x="1516" y="793"/>
                    <a:pt x="1532" y="675"/>
                  </a:cubicBezTo>
                  <a:lnTo>
                    <a:pt x="1532" y="405"/>
                  </a:lnTo>
                  <a:cubicBezTo>
                    <a:pt x="1516" y="356"/>
                    <a:pt x="1516" y="320"/>
                    <a:pt x="1532" y="272"/>
                  </a:cubicBezTo>
                  <a:cubicBezTo>
                    <a:pt x="1532" y="187"/>
                    <a:pt x="1532" y="102"/>
                    <a:pt x="1500" y="17"/>
                  </a:cubicBezTo>
                  <a:lnTo>
                    <a:pt x="15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2165412" y="2696372"/>
              <a:ext cx="5364" cy="40127"/>
            </a:xfrm>
            <a:custGeom>
              <a:rect b="b" l="l" r="r" t="t"/>
              <a:pathLst>
                <a:path extrusionOk="0" h="404" w="54">
                  <a:moveTo>
                    <a:pt x="37" y="0"/>
                  </a:moveTo>
                  <a:cubicBezTo>
                    <a:pt x="1" y="85"/>
                    <a:pt x="17" y="170"/>
                    <a:pt x="17" y="250"/>
                  </a:cubicBezTo>
                  <a:lnTo>
                    <a:pt x="17" y="388"/>
                  </a:lnTo>
                  <a:lnTo>
                    <a:pt x="17" y="404"/>
                  </a:lnTo>
                  <a:cubicBezTo>
                    <a:pt x="37" y="404"/>
                    <a:pt x="37" y="388"/>
                    <a:pt x="37" y="388"/>
                  </a:cubicBezTo>
                  <a:lnTo>
                    <a:pt x="37" y="250"/>
                  </a:lnTo>
                  <a:cubicBezTo>
                    <a:pt x="37" y="170"/>
                    <a:pt x="37" y="85"/>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1970040" y="2958689"/>
              <a:ext cx="4867" cy="43504"/>
            </a:xfrm>
            <a:custGeom>
              <a:rect b="b" l="l" r="r" t="t"/>
              <a:pathLst>
                <a:path extrusionOk="0" h="438" w="49">
                  <a:moveTo>
                    <a:pt x="33" y="1"/>
                  </a:moveTo>
                  <a:cubicBezTo>
                    <a:pt x="33" y="1"/>
                    <a:pt x="17" y="1"/>
                    <a:pt x="17" y="17"/>
                  </a:cubicBezTo>
                  <a:cubicBezTo>
                    <a:pt x="0" y="86"/>
                    <a:pt x="0" y="154"/>
                    <a:pt x="17" y="219"/>
                  </a:cubicBezTo>
                  <a:cubicBezTo>
                    <a:pt x="17" y="288"/>
                    <a:pt x="17" y="356"/>
                    <a:pt x="0" y="421"/>
                  </a:cubicBezTo>
                  <a:lnTo>
                    <a:pt x="0" y="437"/>
                  </a:lnTo>
                  <a:lnTo>
                    <a:pt x="17" y="437"/>
                  </a:lnTo>
                  <a:lnTo>
                    <a:pt x="17" y="421"/>
                  </a:lnTo>
                  <a:cubicBezTo>
                    <a:pt x="33" y="356"/>
                    <a:pt x="33" y="288"/>
                    <a:pt x="33" y="219"/>
                  </a:cubicBezTo>
                  <a:cubicBezTo>
                    <a:pt x="33" y="154"/>
                    <a:pt x="33" y="86"/>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501917" y="3193791"/>
              <a:ext cx="132500" cy="51152"/>
            </a:xfrm>
            <a:custGeom>
              <a:rect b="b" l="l" r="r" t="t"/>
              <a:pathLst>
                <a:path extrusionOk="0" h="515" w="1334">
                  <a:moveTo>
                    <a:pt x="1318" y="0"/>
                  </a:moveTo>
                  <a:cubicBezTo>
                    <a:pt x="1315" y="0"/>
                    <a:pt x="1313" y="3"/>
                    <a:pt x="1313" y="9"/>
                  </a:cubicBezTo>
                  <a:cubicBezTo>
                    <a:pt x="861" y="159"/>
                    <a:pt x="424" y="312"/>
                    <a:pt x="20" y="494"/>
                  </a:cubicBezTo>
                  <a:cubicBezTo>
                    <a:pt x="0" y="494"/>
                    <a:pt x="0" y="494"/>
                    <a:pt x="0" y="514"/>
                  </a:cubicBezTo>
                  <a:lnTo>
                    <a:pt x="20" y="514"/>
                  </a:lnTo>
                  <a:cubicBezTo>
                    <a:pt x="441" y="345"/>
                    <a:pt x="877" y="175"/>
                    <a:pt x="1333" y="25"/>
                  </a:cubicBezTo>
                  <a:lnTo>
                    <a:pt x="1333" y="9"/>
                  </a:lnTo>
                  <a:cubicBezTo>
                    <a:pt x="1333" y="9"/>
                    <a:pt x="1324" y="0"/>
                    <a:pt x="1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1246160" y="3232826"/>
              <a:ext cx="167065" cy="172627"/>
            </a:xfrm>
            <a:custGeom>
              <a:rect b="b" l="l" r="r" t="t"/>
              <a:pathLst>
                <a:path extrusionOk="0" h="1738" w="1682">
                  <a:moveTo>
                    <a:pt x="1649" y="0"/>
                  </a:moveTo>
                  <a:cubicBezTo>
                    <a:pt x="1532" y="36"/>
                    <a:pt x="1395" y="85"/>
                    <a:pt x="1277" y="121"/>
                  </a:cubicBezTo>
                  <a:cubicBezTo>
                    <a:pt x="910" y="238"/>
                    <a:pt x="506" y="372"/>
                    <a:pt x="118" y="489"/>
                  </a:cubicBezTo>
                  <a:cubicBezTo>
                    <a:pt x="49" y="525"/>
                    <a:pt x="33" y="541"/>
                    <a:pt x="33" y="606"/>
                  </a:cubicBezTo>
                  <a:cubicBezTo>
                    <a:pt x="17" y="808"/>
                    <a:pt x="17" y="1010"/>
                    <a:pt x="17" y="1212"/>
                  </a:cubicBezTo>
                  <a:cubicBezTo>
                    <a:pt x="17" y="1349"/>
                    <a:pt x="1" y="1483"/>
                    <a:pt x="1" y="1616"/>
                  </a:cubicBezTo>
                  <a:lnTo>
                    <a:pt x="1" y="1685"/>
                  </a:lnTo>
                  <a:cubicBezTo>
                    <a:pt x="1" y="1701"/>
                    <a:pt x="17" y="1717"/>
                    <a:pt x="17" y="1717"/>
                  </a:cubicBezTo>
                  <a:lnTo>
                    <a:pt x="17" y="1737"/>
                  </a:lnTo>
                  <a:lnTo>
                    <a:pt x="66" y="1737"/>
                  </a:lnTo>
                  <a:cubicBezTo>
                    <a:pt x="118" y="1737"/>
                    <a:pt x="166" y="1717"/>
                    <a:pt x="219" y="1701"/>
                  </a:cubicBezTo>
                  <a:cubicBezTo>
                    <a:pt x="235" y="1701"/>
                    <a:pt x="251" y="1685"/>
                    <a:pt x="267" y="1685"/>
                  </a:cubicBezTo>
                  <a:cubicBezTo>
                    <a:pt x="437" y="1636"/>
                    <a:pt x="607" y="1584"/>
                    <a:pt x="756" y="1535"/>
                  </a:cubicBezTo>
                  <a:cubicBezTo>
                    <a:pt x="1011" y="1466"/>
                    <a:pt x="1277" y="1382"/>
                    <a:pt x="1532" y="1297"/>
                  </a:cubicBezTo>
                  <a:cubicBezTo>
                    <a:pt x="1564" y="1281"/>
                    <a:pt x="1580" y="1281"/>
                    <a:pt x="1617" y="1281"/>
                  </a:cubicBezTo>
                  <a:lnTo>
                    <a:pt x="1665" y="1281"/>
                  </a:lnTo>
                  <a:cubicBezTo>
                    <a:pt x="1665" y="1281"/>
                    <a:pt x="1681" y="1281"/>
                    <a:pt x="1681" y="1264"/>
                  </a:cubicBezTo>
                  <a:lnTo>
                    <a:pt x="1665" y="1248"/>
                  </a:lnTo>
                  <a:cubicBezTo>
                    <a:pt x="1649" y="1264"/>
                    <a:pt x="1633" y="1264"/>
                    <a:pt x="1617" y="1264"/>
                  </a:cubicBezTo>
                  <a:lnTo>
                    <a:pt x="1532" y="1264"/>
                  </a:lnTo>
                  <a:cubicBezTo>
                    <a:pt x="1261" y="1365"/>
                    <a:pt x="1011" y="1434"/>
                    <a:pt x="740" y="1515"/>
                  </a:cubicBezTo>
                  <a:cubicBezTo>
                    <a:pt x="587" y="1567"/>
                    <a:pt x="421" y="1600"/>
                    <a:pt x="267" y="1652"/>
                  </a:cubicBezTo>
                  <a:cubicBezTo>
                    <a:pt x="251" y="1668"/>
                    <a:pt x="235" y="1668"/>
                    <a:pt x="203" y="1685"/>
                  </a:cubicBezTo>
                  <a:cubicBezTo>
                    <a:pt x="150" y="1701"/>
                    <a:pt x="102" y="1717"/>
                    <a:pt x="33" y="1717"/>
                  </a:cubicBezTo>
                  <a:lnTo>
                    <a:pt x="33" y="1685"/>
                  </a:lnTo>
                  <a:lnTo>
                    <a:pt x="33" y="1616"/>
                  </a:lnTo>
                  <a:lnTo>
                    <a:pt x="33" y="1212"/>
                  </a:lnTo>
                  <a:cubicBezTo>
                    <a:pt x="49" y="1010"/>
                    <a:pt x="49" y="808"/>
                    <a:pt x="49" y="606"/>
                  </a:cubicBezTo>
                  <a:cubicBezTo>
                    <a:pt x="49" y="558"/>
                    <a:pt x="66" y="541"/>
                    <a:pt x="118" y="525"/>
                  </a:cubicBezTo>
                  <a:cubicBezTo>
                    <a:pt x="522" y="404"/>
                    <a:pt x="910" y="271"/>
                    <a:pt x="1294" y="137"/>
                  </a:cubicBezTo>
                  <a:cubicBezTo>
                    <a:pt x="1415" y="101"/>
                    <a:pt x="1532" y="69"/>
                    <a:pt x="1649" y="20"/>
                  </a:cubicBezTo>
                  <a:cubicBezTo>
                    <a:pt x="1665" y="20"/>
                    <a:pt x="1665" y="20"/>
                    <a:pt x="1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1287876" y="2600821"/>
              <a:ext cx="4966" cy="88797"/>
            </a:xfrm>
            <a:custGeom>
              <a:rect b="b" l="l" r="r" t="t"/>
              <a:pathLst>
                <a:path extrusionOk="0" h="894" w="50">
                  <a:moveTo>
                    <a:pt x="17" y="1"/>
                  </a:moveTo>
                  <a:cubicBezTo>
                    <a:pt x="1" y="1"/>
                    <a:pt x="1" y="1"/>
                    <a:pt x="1" y="21"/>
                  </a:cubicBezTo>
                  <a:cubicBezTo>
                    <a:pt x="17" y="154"/>
                    <a:pt x="17" y="304"/>
                    <a:pt x="17" y="457"/>
                  </a:cubicBezTo>
                  <a:lnTo>
                    <a:pt x="17" y="728"/>
                  </a:lnTo>
                  <a:lnTo>
                    <a:pt x="17" y="776"/>
                  </a:lnTo>
                  <a:cubicBezTo>
                    <a:pt x="17" y="809"/>
                    <a:pt x="17" y="845"/>
                    <a:pt x="33" y="877"/>
                  </a:cubicBezTo>
                  <a:lnTo>
                    <a:pt x="33" y="893"/>
                  </a:lnTo>
                  <a:lnTo>
                    <a:pt x="49" y="893"/>
                  </a:lnTo>
                  <a:lnTo>
                    <a:pt x="49" y="877"/>
                  </a:lnTo>
                  <a:cubicBezTo>
                    <a:pt x="33" y="845"/>
                    <a:pt x="33" y="809"/>
                    <a:pt x="33" y="776"/>
                  </a:cubicBezTo>
                  <a:lnTo>
                    <a:pt x="33" y="728"/>
                  </a:lnTo>
                  <a:lnTo>
                    <a:pt x="33" y="457"/>
                  </a:lnTo>
                  <a:cubicBezTo>
                    <a:pt x="33" y="304"/>
                    <a:pt x="49" y="15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2070358" y="2246529"/>
              <a:ext cx="116806" cy="302643"/>
            </a:xfrm>
            <a:custGeom>
              <a:rect b="b" l="l" r="r" t="t"/>
              <a:pathLst>
                <a:path extrusionOk="0" h="3047" w="1176">
                  <a:moveTo>
                    <a:pt x="0" y="1"/>
                  </a:moveTo>
                  <a:lnTo>
                    <a:pt x="0" y="17"/>
                  </a:lnTo>
                  <a:cubicBezTo>
                    <a:pt x="85" y="102"/>
                    <a:pt x="118" y="203"/>
                    <a:pt x="166" y="320"/>
                  </a:cubicBezTo>
                  <a:cubicBezTo>
                    <a:pt x="202" y="372"/>
                    <a:pt x="235" y="437"/>
                    <a:pt x="267" y="489"/>
                  </a:cubicBezTo>
                  <a:cubicBezTo>
                    <a:pt x="303" y="522"/>
                    <a:pt x="319" y="558"/>
                    <a:pt x="336" y="590"/>
                  </a:cubicBezTo>
                  <a:cubicBezTo>
                    <a:pt x="388" y="675"/>
                    <a:pt x="420" y="740"/>
                    <a:pt x="453" y="825"/>
                  </a:cubicBezTo>
                  <a:cubicBezTo>
                    <a:pt x="622" y="1144"/>
                    <a:pt x="808" y="1467"/>
                    <a:pt x="1010" y="1770"/>
                  </a:cubicBezTo>
                  <a:cubicBezTo>
                    <a:pt x="1160" y="1988"/>
                    <a:pt x="1144" y="2206"/>
                    <a:pt x="1127" y="2440"/>
                  </a:cubicBezTo>
                  <a:cubicBezTo>
                    <a:pt x="1127" y="2509"/>
                    <a:pt x="1111" y="2558"/>
                    <a:pt x="1111" y="2626"/>
                  </a:cubicBezTo>
                  <a:cubicBezTo>
                    <a:pt x="1111" y="2659"/>
                    <a:pt x="1111" y="2711"/>
                    <a:pt x="1127" y="2760"/>
                  </a:cubicBezTo>
                  <a:cubicBezTo>
                    <a:pt x="1144" y="2844"/>
                    <a:pt x="1144" y="2929"/>
                    <a:pt x="1111" y="3030"/>
                  </a:cubicBezTo>
                  <a:lnTo>
                    <a:pt x="1111" y="3046"/>
                  </a:lnTo>
                  <a:lnTo>
                    <a:pt x="1127" y="3046"/>
                  </a:lnTo>
                  <a:lnTo>
                    <a:pt x="1127" y="3030"/>
                  </a:lnTo>
                  <a:cubicBezTo>
                    <a:pt x="1176" y="2945"/>
                    <a:pt x="1160" y="2844"/>
                    <a:pt x="1144" y="2743"/>
                  </a:cubicBezTo>
                  <a:lnTo>
                    <a:pt x="1144" y="2626"/>
                  </a:lnTo>
                  <a:lnTo>
                    <a:pt x="1144" y="2457"/>
                  </a:lnTo>
                  <a:cubicBezTo>
                    <a:pt x="1160" y="2222"/>
                    <a:pt x="1176" y="1988"/>
                    <a:pt x="1026" y="1750"/>
                  </a:cubicBezTo>
                  <a:cubicBezTo>
                    <a:pt x="824" y="1447"/>
                    <a:pt x="655" y="1128"/>
                    <a:pt x="489" y="808"/>
                  </a:cubicBezTo>
                  <a:cubicBezTo>
                    <a:pt x="437" y="740"/>
                    <a:pt x="404" y="659"/>
                    <a:pt x="368" y="590"/>
                  </a:cubicBezTo>
                  <a:cubicBezTo>
                    <a:pt x="336" y="538"/>
                    <a:pt x="319" y="505"/>
                    <a:pt x="287" y="473"/>
                  </a:cubicBezTo>
                  <a:cubicBezTo>
                    <a:pt x="251" y="421"/>
                    <a:pt x="218" y="372"/>
                    <a:pt x="202" y="304"/>
                  </a:cubicBezTo>
                  <a:cubicBezTo>
                    <a:pt x="150" y="186"/>
                    <a:pt x="101" y="85"/>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744668" y="3630821"/>
              <a:ext cx="6456" cy="102007"/>
            </a:xfrm>
            <a:custGeom>
              <a:rect b="b" l="l" r="r" t="t"/>
              <a:pathLst>
                <a:path extrusionOk="0" h="1027" w="65">
                  <a:moveTo>
                    <a:pt x="0" y="0"/>
                  </a:moveTo>
                  <a:lnTo>
                    <a:pt x="0" y="17"/>
                  </a:lnTo>
                  <a:cubicBezTo>
                    <a:pt x="33" y="186"/>
                    <a:pt x="33" y="336"/>
                    <a:pt x="33" y="505"/>
                  </a:cubicBezTo>
                  <a:cubicBezTo>
                    <a:pt x="16" y="558"/>
                    <a:pt x="16" y="590"/>
                    <a:pt x="16" y="639"/>
                  </a:cubicBezTo>
                  <a:lnTo>
                    <a:pt x="16" y="707"/>
                  </a:lnTo>
                  <a:lnTo>
                    <a:pt x="16" y="1026"/>
                  </a:lnTo>
                  <a:lnTo>
                    <a:pt x="33" y="1026"/>
                  </a:lnTo>
                  <a:cubicBezTo>
                    <a:pt x="49" y="1026"/>
                    <a:pt x="49" y="1026"/>
                    <a:pt x="49" y="1010"/>
                  </a:cubicBezTo>
                  <a:cubicBezTo>
                    <a:pt x="33" y="909"/>
                    <a:pt x="33" y="808"/>
                    <a:pt x="49" y="707"/>
                  </a:cubicBezTo>
                  <a:lnTo>
                    <a:pt x="49" y="639"/>
                  </a:lnTo>
                  <a:lnTo>
                    <a:pt x="49" y="505"/>
                  </a:lnTo>
                  <a:cubicBezTo>
                    <a:pt x="65" y="336"/>
                    <a:pt x="65" y="17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1183982" y="2811490"/>
              <a:ext cx="5364" cy="95551"/>
            </a:xfrm>
            <a:custGeom>
              <a:rect b="b" l="l" r="r" t="t"/>
              <a:pathLst>
                <a:path extrusionOk="0" h="962" w="54">
                  <a:moveTo>
                    <a:pt x="21" y="0"/>
                  </a:moveTo>
                  <a:cubicBezTo>
                    <a:pt x="21" y="0"/>
                    <a:pt x="1" y="0"/>
                    <a:pt x="1" y="21"/>
                  </a:cubicBezTo>
                  <a:lnTo>
                    <a:pt x="1" y="223"/>
                  </a:lnTo>
                  <a:lnTo>
                    <a:pt x="1" y="792"/>
                  </a:lnTo>
                  <a:lnTo>
                    <a:pt x="1" y="808"/>
                  </a:lnTo>
                  <a:cubicBezTo>
                    <a:pt x="1" y="861"/>
                    <a:pt x="1" y="909"/>
                    <a:pt x="37" y="946"/>
                  </a:cubicBezTo>
                  <a:lnTo>
                    <a:pt x="53" y="962"/>
                  </a:lnTo>
                  <a:lnTo>
                    <a:pt x="53" y="946"/>
                  </a:lnTo>
                  <a:cubicBezTo>
                    <a:pt x="37" y="893"/>
                    <a:pt x="37" y="845"/>
                    <a:pt x="37" y="808"/>
                  </a:cubicBezTo>
                  <a:lnTo>
                    <a:pt x="37" y="792"/>
                  </a:lnTo>
                  <a:lnTo>
                    <a:pt x="37" y="223"/>
                  </a:lnTo>
                  <a:lnTo>
                    <a:pt x="37" y="21"/>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1792646" y="1935542"/>
              <a:ext cx="5364" cy="41816"/>
            </a:xfrm>
            <a:custGeom>
              <a:rect b="b" l="l" r="r" t="t"/>
              <a:pathLst>
                <a:path extrusionOk="0" h="421" w="54">
                  <a:moveTo>
                    <a:pt x="33" y="1"/>
                  </a:moveTo>
                  <a:cubicBezTo>
                    <a:pt x="33" y="1"/>
                    <a:pt x="33" y="17"/>
                    <a:pt x="17" y="17"/>
                  </a:cubicBezTo>
                  <a:cubicBezTo>
                    <a:pt x="1" y="86"/>
                    <a:pt x="1" y="154"/>
                    <a:pt x="17" y="219"/>
                  </a:cubicBezTo>
                  <a:cubicBezTo>
                    <a:pt x="17" y="271"/>
                    <a:pt x="17" y="336"/>
                    <a:pt x="1" y="389"/>
                  </a:cubicBezTo>
                  <a:lnTo>
                    <a:pt x="1" y="405"/>
                  </a:lnTo>
                  <a:lnTo>
                    <a:pt x="17" y="421"/>
                  </a:lnTo>
                  <a:lnTo>
                    <a:pt x="17" y="405"/>
                  </a:lnTo>
                  <a:cubicBezTo>
                    <a:pt x="53" y="336"/>
                    <a:pt x="33" y="271"/>
                    <a:pt x="33" y="203"/>
                  </a:cubicBezTo>
                  <a:cubicBezTo>
                    <a:pt x="33" y="154"/>
                    <a:pt x="33" y="86"/>
                    <a:pt x="5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852932" y="3477166"/>
              <a:ext cx="353200" cy="223978"/>
            </a:xfrm>
            <a:custGeom>
              <a:rect b="b" l="l" r="r" t="t"/>
              <a:pathLst>
                <a:path extrusionOk="0" h="2255" w="3556">
                  <a:moveTo>
                    <a:pt x="3536" y="0"/>
                  </a:moveTo>
                  <a:cubicBezTo>
                    <a:pt x="3536" y="0"/>
                    <a:pt x="3520" y="0"/>
                    <a:pt x="3520" y="16"/>
                  </a:cubicBezTo>
                  <a:lnTo>
                    <a:pt x="3520" y="287"/>
                  </a:lnTo>
                  <a:lnTo>
                    <a:pt x="3520" y="1095"/>
                  </a:lnTo>
                  <a:cubicBezTo>
                    <a:pt x="3520" y="1160"/>
                    <a:pt x="3520" y="1176"/>
                    <a:pt x="3435" y="1212"/>
                  </a:cubicBezTo>
                  <a:cubicBezTo>
                    <a:pt x="3152" y="1297"/>
                    <a:pt x="2849" y="1378"/>
                    <a:pt x="2562" y="1479"/>
                  </a:cubicBezTo>
                  <a:cubicBezTo>
                    <a:pt x="2376" y="1531"/>
                    <a:pt x="2190" y="1580"/>
                    <a:pt x="1989" y="1648"/>
                  </a:cubicBezTo>
                  <a:lnTo>
                    <a:pt x="1972" y="1648"/>
                  </a:lnTo>
                  <a:cubicBezTo>
                    <a:pt x="1435" y="1818"/>
                    <a:pt x="878" y="1984"/>
                    <a:pt x="324" y="2137"/>
                  </a:cubicBezTo>
                  <a:cubicBezTo>
                    <a:pt x="288" y="2153"/>
                    <a:pt x="255" y="2170"/>
                    <a:pt x="223" y="2186"/>
                  </a:cubicBezTo>
                  <a:cubicBezTo>
                    <a:pt x="167" y="2202"/>
                    <a:pt x="112" y="2226"/>
                    <a:pt x="58" y="2226"/>
                  </a:cubicBezTo>
                  <a:cubicBezTo>
                    <a:pt x="46" y="2226"/>
                    <a:pt x="33" y="2225"/>
                    <a:pt x="21" y="2222"/>
                  </a:cubicBezTo>
                  <a:cubicBezTo>
                    <a:pt x="1" y="2222"/>
                    <a:pt x="1" y="2238"/>
                    <a:pt x="1" y="2238"/>
                  </a:cubicBezTo>
                  <a:cubicBezTo>
                    <a:pt x="1" y="2254"/>
                    <a:pt x="1" y="2254"/>
                    <a:pt x="21" y="2254"/>
                  </a:cubicBezTo>
                  <a:lnTo>
                    <a:pt x="37" y="2254"/>
                  </a:lnTo>
                  <a:cubicBezTo>
                    <a:pt x="102" y="2254"/>
                    <a:pt x="171" y="2222"/>
                    <a:pt x="239" y="2206"/>
                  </a:cubicBezTo>
                  <a:cubicBezTo>
                    <a:pt x="255" y="2186"/>
                    <a:pt x="288" y="2170"/>
                    <a:pt x="324" y="2170"/>
                  </a:cubicBezTo>
                  <a:cubicBezTo>
                    <a:pt x="878" y="2020"/>
                    <a:pt x="1435" y="1850"/>
                    <a:pt x="1972" y="1681"/>
                  </a:cubicBezTo>
                  <a:lnTo>
                    <a:pt x="2005" y="1665"/>
                  </a:lnTo>
                  <a:cubicBezTo>
                    <a:pt x="2190" y="1616"/>
                    <a:pt x="2376" y="1564"/>
                    <a:pt x="2562" y="1499"/>
                  </a:cubicBezTo>
                  <a:cubicBezTo>
                    <a:pt x="2849" y="1414"/>
                    <a:pt x="3152" y="1313"/>
                    <a:pt x="3455" y="1228"/>
                  </a:cubicBezTo>
                  <a:cubicBezTo>
                    <a:pt x="3536" y="1212"/>
                    <a:pt x="3556" y="1160"/>
                    <a:pt x="3556" y="1095"/>
                  </a:cubicBezTo>
                  <a:lnTo>
                    <a:pt x="3556" y="287"/>
                  </a:lnTo>
                  <a:lnTo>
                    <a:pt x="3556" y="16"/>
                  </a:lnTo>
                  <a:cubicBezTo>
                    <a:pt x="3556" y="0"/>
                    <a:pt x="3556" y="0"/>
                    <a:pt x="3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574127" y="2589200"/>
              <a:ext cx="4867" cy="80354"/>
            </a:xfrm>
            <a:custGeom>
              <a:rect b="b" l="l" r="r" t="t"/>
              <a:pathLst>
                <a:path extrusionOk="0" h="809" w="49">
                  <a:moveTo>
                    <a:pt x="17" y="0"/>
                  </a:moveTo>
                  <a:cubicBezTo>
                    <a:pt x="0" y="0"/>
                    <a:pt x="0" y="17"/>
                    <a:pt x="0" y="17"/>
                  </a:cubicBezTo>
                  <a:cubicBezTo>
                    <a:pt x="17" y="154"/>
                    <a:pt x="17" y="287"/>
                    <a:pt x="17" y="404"/>
                  </a:cubicBezTo>
                  <a:lnTo>
                    <a:pt x="17" y="643"/>
                  </a:lnTo>
                  <a:lnTo>
                    <a:pt x="17" y="691"/>
                  </a:lnTo>
                  <a:cubicBezTo>
                    <a:pt x="17" y="724"/>
                    <a:pt x="17" y="776"/>
                    <a:pt x="33" y="808"/>
                  </a:cubicBezTo>
                  <a:lnTo>
                    <a:pt x="49" y="808"/>
                  </a:lnTo>
                  <a:lnTo>
                    <a:pt x="49" y="792"/>
                  </a:lnTo>
                  <a:cubicBezTo>
                    <a:pt x="33" y="760"/>
                    <a:pt x="33" y="724"/>
                    <a:pt x="33" y="691"/>
                  </a:cubicBezTo>
                  <a:lnTo>
                    <a:pt x="33" y="643"/>
                  </a:lnTo>
                  <a:lnTo>
                    <a:pt x="33" y="404"/>
                  </a:lnTo>
                  <a:cubicBezTo>
                    <a:pt x="33" y="287"/>
                    <a:pt x="49" y="154"/>
                    <a:pt x="33" y="17"/>
                  </a:cubicBezTo>
                  <a:cubicBezTo>
                    <a:pt x="17" y="17"/>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871406" y="1748215"/>
              <a:ext cx="338003" cy="280990"/>
            </a:xfrm>
            <a:custGeom>
              <a:rect b="b" l="l" r="r" t="t"/>
              <a:pathLst>
                <a:path extrusionOk="0" h="2829" w="3403">
                  <a:moveTo>
                    <a:pt x="3370" y="0"/>
                  </a:moveTo>
                  <a:cubicBezTo>
                    <a:pt x="3301" y="53"/>
                    <a:pt x="3216" y="85"/>
                    <a:pt x="3132" y="138"/>
                  </a:cubicBezTo>
                  <a:cubicBezTo>
                    <a:pt x="2966" y="222"/>
                    <a:pt x="2780" y="323"/>
                    <a:pt x="2610" y="404"/>
                  </a:cubicBezTo>
                  <a:cubicBezTo>
                    <a:pt x="2392" y="525"/>
                    <a:pt x="2174" y="643"/>
                    <a:pt x="1972" y="760"/>
                  </a:cubicBezTo>
                  <a:cubicBezTo>
                    <a:pt x="1835" y="828"/>
                    <a:pt x="1702" y="909"/>
                    <a:pt x="1568" y="978"/>
                  </a:cubicBezTo>
                  <a:cubicBezTo>
                    <a:pt x="1197" y="1180"/>
                    <a:pt x="825" y="1382"/>
                    <a:pt x="473" y="1568"/>
                  </a:cubicBezTo>
                  <a:lnTo>
                    <a:pt x="17" y="1818"/>
                  </a:lnTo>
                  <a:lnTo>
                    <a:pt x="1" y="1838"/>
                  </a:lnTo>
                  <a:lnTo>
                    <a:pt x="1" y="2056"/>
                  </a:lnTo>
                  <a:lnTo>
                    <a:pt x="1" y="2646"/>
                  </a:lnTo>
                  <a:lnTo>
                    <a:pt x="1" y="2662"/>
                  </a:lnTo>
                  <a:cubicBezTo>
                    <a:pt x="1" y="2711"/>
                    <a:pt x="1" y="2780"/>
                    <a:pt x="37" y="2812"/>
                  </a:cubicBezTo>
                  <a:lnTo>
                    <a:pt x="53" y="2828"/>
                  </a:lnTo>
                  <a:lnTo>
                    <a:pt x="53" y="2812"/>
                  </a:lnTo>
                  <a:cubicBezTo>
                    <a:pt x="37" y="2763"/>
                    <a:pt x="37" y="2711"/>
                    <a:pt x="37" y="2662"/>
                  </a:cubicBezTo>
                  <a:lnTo>
                    <a:pt x="37" y="2646"/>
                  </a:lnTo>
                  <a:lnTo>
                    <a:pt x="37" y="2056"/>
                  </a:lnTo>
                  <a:lnTo>
                    <a:pt x="37" y="1838"/>
                  </a:lnTo>
                  <a:lnTo>
                    <a:pt x="473" y="1600"/>
                  </a:lnTo>
                  <a:cubicBezTo>
                    <a:pt x="845" y="1398"/>
                    <a:pt x="1213" y="1196"/>
                    <a:pt x="1584" y="994"/>
                  </a:cubicBezTo>
                  <a:cubicBezTo>
                    <a:pt x="1718" y="929"/>
                    <a:pt x="1835" y="861"/>
                    <a:pt x="1972" y="776"/>
                  </a:cubicBezTo>
                  <a:cubicBezTo>
                    <a:pt x="2190" y="675"/>
                    <a:pt x="2408" y="558"/>
                    <a:pt x="2610" y="441"/>
                  </a:cubicBezTo>
                  <a:cubicBezTo>
                    <a:pt x="2796" y="340"/>
                    <a:pt x="2982" y="239"/>
                    <a:pt x="3148" y="154"/>
                  </a:cubicBezTo>
                  <a:cubicBezTo>
                    <a:pt x="3233" y="101"/>
                    <a:pt x="3301" y="69"/>
                    <a:pt x="3386" y="37"/>
                  </a:cubicBezTo>
                  <a:cubicBezTo>
                    <a:pt x="3402" y="20"/>
                    <a:pt x="3402" y="20"/>
                    <a:pt x="3386" y="20"/>
                  </a:cubicBezTo>
                  <a:cubicBezTo>
                    <a:pt x="3386" y="0"/>
                    <a:pt x="3386"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2088833" y="2811490"/>
              <a:ext cx="98332" cy="266092"/>
            </a:xfrm>
            <a:custGeom>
              <a:rect b="b" l="l" r="r" t="t"/>
              <a:pathLst>
                <a:path extrusionOk="0" h="2679" w="990">
                  <a:moveTo>
                    <a:pt x="0" y="0"/>
                  </a:moveTo>
                  <a:lnTo>
                    <a:pt x="0" y="21"/>
                  </a:lnTo>
                  <a:cubicBezTo>
                    <a:pt x="81" y="101"/>
                    <a:pt x="150" y="186"/>
                    <a:pt x="202" y="287"/>
                  </a:cubicBezTo>
                  <a:cubicBezTo>
                    <a:pt x="234" y="340"/>
                    <a:pt x="251" y="388"/>
                    <a:pt x="283" y="425"/>
                  </a:cubicBezTo>
                  <a:cubicBezTo>
                    <a:pt x="368" y="542"/>
                    <a:pt x="453" y="659"/>
                    <a:pt x="521" y="760"/>
                  </a:cubicBezTo>
                  <a:cubicBezTo>
                    <a:pt x="622" y="930"/>
                    <a:pt x="739" y="1095"/>
                    <a:pt x="857" y="1249"/>
                  </a:cubicBezTo>
                  <a:cubicBezTo>
                    <a:pt x="925" y="1333"/>
                    <a:pt x="958" y="1414"/>
                    <a:pt x="941" y="1535"/>
                  </a:cubicBezTo>
                  <a:cubicBezTo>
                    <a:pt x="925" y="1552"/>
                    <a:pt x="925" y="1584"/>
                    <a:pt x="925" y="1600"/>
                  </a:cubicBezTo>
                  <a:cubicBezTo>
                    <a:pt x="958" y="1786"/>
                    <a:pt x="941" y="1956"/>
                    <a:pt x="941" y="2121"/>
                  </a:cubicBezTo>
                  <a:lnTo>
                    <a:pt x="941" y="2562"/>
                  </a:lnTo>
                  <a:cubicBezTo>
                    <a:pt x="958" y="2578"/>
                    <a:pt x="941" y="2610"/>
                    <a:pt x="925" y="2626"/>
                  </a:cubicBezTo>
                  <a:lnTo>
                    <a:pt x="925" y="2663"/>
                  </a:lnTo>
                  <a:lnTo>
                    <a:pt x="925" y="2679"/>
                  </a:lnTo>
                  <a:lnTo>
                    <a:pt x="941" y="2679"/>
                  </a:lnTo>
                  <a:lnTo>
                    <a:pt x="941" y="2663"/>
                  </a:lnTo>
                  <a:lnTo>
                    <a:pt x="958" y="2646"/>
                  </a:lnTo>
                  <a:cubicBezTo>
                    <a:pt x="958" y="2610"/>
                    <a:pt x="974" y="2594"/>
                    <a:pt x="974" y="2545"/>
                  </a:cubicBezTo>
                  <a:cubicBezTo>
                    <a:pt x="958" y="2408"/>
                    <a:pt x="958" y="2259"/>
                    <a:pt x="974" y="2121"/>
                  </a:cubicBezTo>
                  <a:cubicBezTo>
                    <a:pt x="974" y="1956"/>
                    <a:pt x="974" y="1770"/>
                    <a:pt x="958" y="1600"/>
                  </a:cubicBezTo>
                  <a:lnTo>
                    <a:pt x="958" y="1552"/>
                  </a:lnTo>
                  <a:cubicBezTo>
                    <a:pt x="990" y="1414"/>
                    <a:pt x="958" y="1333"/>
                    <a:pt x="873" y="1232"/>
                  </a:cubicBezTo>
                  <a:cubicBezTo>
                    <a:pt x="756" y="1079"/>
                    <a:pt x="655" y="909"/>
                    <a:pt x="537" y="744"/>
                  </a:cubicBezTo>
                  <a:cubicBezTo>
                    <a:pt x="469" y="643"/>
                    <a:pt x="384" y="526"/>
                    <a:pt x="303" y="404"/>
                  </a:cubicBezTo>
                  <a:cubicBezTo>
                    <a:pt x="283" y="372"/>
                    <a:pt x="251" y="324"/>
                    <a:pt x="218" y="271"/>
                  </a:cubicBezTo>
                  <a:cubicBezTo>
                    <a:pt x="166" y="186"/>
                    <a:pt x="101"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2138992" y="3315961"/>
              <a:ext cx="4867" cy="40922"/>
            </a:xfrm>
            <a:custGeom>
              <a:rect b="b" l="l" r="r" t="t"/>
              <a:pathLst>
                <a:path extrusionOk="0" h="412" w="49">
                  <a:moveTo>
                    <a:pt x="32" y="0"/>
                  </a:moveTo>
                  <a:cubicBezTo>
                    <a:pt x="31" y="0"/>
                    <a:pt x="27" y="7"/>
                    <a:pt x="16" y="7"/>
                  </a:cubicBezTo>
                  <a:cubicBezTo>
                    <a:pt x="0" y="72"/>
                    <a:pt x="0" y="141"/>
                    <a:pt x="16" y="209"/>
                  </a:cubicBezTo>
                  <a:cubicBezTo>
                    <a:pt x="16" y="258"/>
                    <a:pt x="16" y="326"/>
                    <a:pt x="0" y="395"/>
                  </a:cubicBezTo>
                  <a:lnTo>
                    <a:pt x="0" y="411"/>
                  </a:lnTo>
                  <a:lnTo>
                    <a:pt x="16" y="411"/>
                  </a:lnTo>
                  <a:lnTo>
                    <a:pt x="16" y="395"/>
                  </a:lnTo>
                  <a:cubicBezTo>
                    <a:pt x="49" y="326"/>
                    <a:pt x="32" y="258"/>
                    <a:pt x="32" y="209"/>
                  </a:cubicBezTo>
                  <a:cubicBezTo>
                    <a:pt x="32" y="141"/>
                    <a:pt x="32" y="72"/>
                    <a:pt x="49" y="24"/>
                  </a:cubicBezTo>
                  <a:cubicBezTo>
                    <a:pt x="49" y="7"/>
                    <a:pt x="49" y="7"/>
                    <a:pt x="32" y="7"/>
                  </a:cubicBezTo>
                  <a:cubicBezTo>
                    <a:pt x="32" y="2"/>
                    <a:pt x="32"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1732455" y="3533682"/>
              <a:ext cx="175905" cy="200736"/>
            </a:xfrm>
            <a:custGeom>
              <a:rect b="b" l="l" r="r" t="t"/>
              <a:pathLst>
                <a:path extrusionOk="0" h="2021" w="1771">
                  <a:moveTo>
                    <a:pt x="1" y="1"/>
                  </a:moveTo>
                  <a:lnTo>
                    <a:pt x="1" y="21"/>
                  </a:lnTo>
                  <a:cubicBezTo>
                    <a:pt x="53" y="86"/>
                    <a:pt x="118" y="154"/>
                    <a:pt x="203" y="239"/>
                  </a:cubicBezTo>
                  <a:cubicBezTo>
                    <a:pt x="356" y="389"/>
                    <a:pt x="522" y="542"/>
                    <a:pt x="692" y="708"/>
                  </a:cubicBezTo>
                  <a:cubicBezTo>
                    <a:pt x="962" y="962"/>
                    <a:pt x="1245" y="1249"/>
                    <a:pt x="1532" y="1500"/>
                  </a:cubicBezTo>
                  <a:cubicBezTo>
                    <a:pt x="1685" y="1637"/>
                    <a:pt x="1750" y="1786"/>
                    <a:pt x="1718" y="1988"/>
                  </a:cubicBezTo>
                  <a:lnTo>
                    <a:pt x="1718" y="2004"/>
                  </a:lnTo>
                  <a:cubicBezTo>
                    <a:pt x="1718" y="2021"/>
                    <a:pt x="1734" y="2021"/>
                    <a:pt x="1734" y="2021"/>
                  </a:cubicBezTo>
                  <a:cubicBezTo>
                    <a:pt x="1750" y="2021"/>
                    <a:pt x="1750" y="2021"/>
                    <a:pt x="1750" y="2004"/>
                  </a:cubicBezTo>
                  <a:lnTo>
                    <a:pt x="1750" y="1988"/>
                  </a:lnTo>
                  <a:cubicBezTo>
                    <a:pt x="1770" y="1770"/>
                    <a:pt x="1718" y="1637"/>
                    <a:pt x="1548" y="1483"/>
                  </a:cubicBezTo>
                  <a:cubicBezTo>
                    <a:pt x="1265" y="1213"/>
                    <a:pt x="979" y="946"/>
                    <a:pt x="708" y="675"/>
                  </a:cubicBezTo>
                  <a:cubicBezTo>
                    <a:pt x="538" y="526"/>
                    <a:pt x="389" y="372"/>
                    <a:pt x="219" y="223"/>
                  </a:cubicBezTo>
                  <a:cubicBezTo>
                    <a:pt x="134" y="138"/>
                    <a:pt x="70" y="69"/>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1338035" y="2228054"/>
              <a:ext cx="4966" cy="88797"/>
            </a:xfrm>
            <a:custGeom>
              <a:rect b="b" l="l" r="r" t="t"/>
              <a:pathLst>
                <a:path extrusionOk="0" h="894" w="50">
                  <a:moveTo>
                    <a:pt x="17" y="1"/>
                  </a:moveTo>
                  <a:cubicBezTo>
                    <a:pt x="17" y="1"/>
                    <a:pt x="1" y="1"/>
                    <a:pt x="1" y="17"/>
                  </a:cubicBezTo>
                  <a:cubicBezTo>
                    <a:pt x="33" y="138"/>
                    <a:pt x="17" y="288"/>
                    <a:pt x="17" y="405"/>
                  </a:cubicBezTo>
                  <a:lnTo>
                    <a:pt x="17" y="643"/>
                  </a:lnTo>
                  <a:lnTo>
                    <a:pt x="17" y="809"/>
                  </a:lnTo>
                  <a:lnTo>
                    <a:pt x="17" y="877"/>
                  </a:lnTo>
                  <a:lnTo>
                    <a:pt x="33" y="893"/>
                  </a:lnTo>
                  <a:lnTo>
                    <a:pt x="49" y="877"/>
                  </a:lnTo>
                  <a:lnTo>
                    <a:pt x="49" y="809"/>
                  </a:lnTo>
                  <a:lnTo>
                    <a:pt x="49" y="643"/>
                  </a:lnTo>
                  <a:lnTo>
                    <a:pt x="49" y="405"/>
                  </a:lnTo>
                  <a:cubicBezTo>
                    <a:pt x="49" y="288"/>
                    <a:pt x="49"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081979" y="3630821"/>
              <a:ext cx="50258" cy="103596"/>
            </a:xfrm>
            <a:custGeom>
              <a:rect b="b" l="l" r="r" t="t"/>
              <a:pathLst>
                <a:path extrusionOk="0" h="1043" w="506">
                  <a:moveTo>
                    <a:pt x="69" y="0"/>
                  </a:moveTo>
                  <a:cubicBezTo>
                    <a:pt x="49" y="0"/>
                    <a:pt x="49" y="0"/>
                    <a:pt x="49" y="17"/>
                  </a:cubicBezTo>
                  <a:cubicBezTo>
                    <a:pt x="1" y="134"/>
                    <a:pt x="17" y="255"/>
                    <a:pt x="17" y="388"/>
                  </a:cubicBezTo>
                  <a:lnTo>
                    <a:pt x="17" y="590"/>
                  </a:lnTo>
                  <a:lnTo>
                    <a:pt x="17" y="606"/>
                  </a:lnTo>
                  <a:cubicBezTo>
                    <a:pt x="85" y="659"/>
                    <a:pt x="134" y="724"/>
                    <a:pt x="186" y="776"/>
                  </a:cubicBezTo>
                  <a:cubicBezTo>
                    <a:pt x="271" y="877"/>
                    <a:pt x="372" y="978"/>
                    <a:pt x="489" y="1043"/>
                  </a:cubicBezTo>
                  <a:lnTo>
                    <a:pt x="505" y="1026"/>
                  </a:lnTo>
                  <a:cubicBezTo>
                    <a:pt x="505" y="1026"/>
                    <a:pt x="505" y="1010"/>
                    <a:pt x="489" y="1010"/>
                  </a:cubicBezTo>
                  <a:cubicBezTo>
                    <a:pt x="388" y="942"/>
                    <a:pt x="287" y="861"/>
                    <a:pt x="202" y="760"/>
                  </a:cubicBezTo>
                  <a:cubicBezTo>
                    <a:pt x="150" y="707"/>
                    <a:pt x="101" y="639"/>
                    <a:pt x="49" y="590"/>
                  </a:cubicBezTo>
                  <a:lnTo>
                    <a:pt x="49" y="372"/>
                  </a:lnTo>
                  <a:cubicBezTo>
                    <a:pt x="33" y="255"/>
                    <a:pt x="33" y="134"/>
                    <a:pt x="69"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787973" y="3137673"/>
              <a:ext cx="6953" cy="88797"/>
            </a:xfrm>
            <a:custGeom>
              <a:rect b="b" l="l" r="r" t="t"/>
              <a:pathLst>
                <a:path extrusionOk="0" h="894" w="70">
                  <a:moveTo>
                    <a:pt x="17" y="1"/>
                  </a:moveTo>
                  <a:cubicBezTo>
                    <a:pt x="17" y="1"/>
                    <a:pt x="1" y="1"/>
                    <a:pt x="1" y="17"/>
                  </a:cubicBezTo>
                  <a:cubicBezTo>
                    <a:pt x="17" y="170"/>
                    <a:pt x="17" y="304"/>
                    <a:pt x="17" y="453"/>
                  </a:cubicBezTo>
                  <a:lnTo>
                    <a:pt x="17" y="724"/>
                  </a:lnTo>
                  <a:lnTo>
                    <a:pt x="17" y="776"/>
                  </a:lnTo>
                  <a:cubicBezTo>
                    <a:pt x="17" y="809"/>
                    <a:pt x="17" y="841"/>
                    <a:pt x="33" y="877"/>
                  </a:cubicBezTo>
                  <a:lnTo>
                    <a:pt x="49" y="893"/>
                  </a:lnTo>
                  <a:cubicBezTo>
                    <a:pt x="49" y="893"/>
                    <a:pt x="69" y="877"/>
                    <a:pt x="49" y="877"/>
                  </a:cubicBezTo>
                  <a:lnTo>
                    <a:pt x="49" y="776"/>
                  </a:lnTo>
                  <a:lnTo>
                    <a:pt x="49" y="724"/>
                  </a:lnTo>
                  <a:lnTo>
                    <a:pt x="49" y="453"/>
                  </a:lnTo>
                  <a:cubicBezTo>
                    <a:pt x="49" y="304"/>
                    <a:pt x="49" y="15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852932" y="3295004"/>
              <a:ext cx="356477" cy="232421"/>
            </a:xfrm>
            <a:custGeom>
              <a:rect b="b" l="l" r="r" t="t"/>
              <a:pathLst>
                <a:path extrusionOk="0" h="2340" w="3589">
                  <a:moveTo>
                    <a:pt x="3536" y="0"/>
                  </a:moveTo>
                  <a:cubicBezTo>
                    <a:pt x="3503" y="65"/>
                    <a:pt x="3520" y="134"/>
                    <a:pt x="3520" y="218"/>
                  </a:cubicBezTo>
                  <a:cubicBezTo>
                    <a:pt x="3520" y="235"/>
                    <a:pt x="3536" y="267"/>
                    <a:pt x="3536" y="283"/>
                  </a:cubicBezTo>
                  <a:lnTo>
                    <a:pt x="3536" y="586"/>
                  </a:lnTo>
                  <a:cubicBezTo>
                    <a:pt x="3520" y="739"/>
                    <a:pt x="3520" y="909"/>
                    <a:pt x="3536" y="1059"/>
                  </a:cubicBezTo>
                  <a:cubicBezTo>
                    <a:pt x="3556" y="1244"/>
                    <a:pt x="3471" y="1277"/>
                    <a:pt x="3334" y="1313"/>
                  </a:cubicBezTo>
                  <a:lnTo>
                    <a:pt x="3318" y="1313"/>
                  </a:lnTo>
                  <a:cubicBezTo>
                    <a:pt x="3067" y="1394"/>
                    <a:pt x="2796" y="1479"/>
                    <a:pt x="2546" y="1547"/>
                  </a:cubicBezTo>
                  <a:cubicBezTo>
                    <a:pt x="1940" y="1733"/>
                    <a:pt x="1314" y="1935"/>
                    <a:pt x="692" y="2121"/>
                  </a:cubicBezTo>
                  <a:lnTo>
                    <a:pt x="607" y="2153"/>
                  </a:lnTo>
                  <a:cubicBezTo>
                    <a:pt x="425" y="2222"/>
                    <a:pt x="223" y="2271"/>
                    <a:pt x="21" y="2323"/>
                  </a:cubicBezTo>
                  <a:cubicBezTo>
                    <a:pt x="1" y="2323"/>
                    <a:pt x="1" y="2323"/>
                    <a:pt x="1" y="2339"/>
                  </a:cubicBezTo>
                  <a:lnTo>
                    <a:pt x="21" y="2339"/>
                  </a:lnTo>
                  <a:cubicBezTo>
                    <a:pt x="223" y="2303"/>
                    <a:pt x="425" y="2238"/>
                    <a:pt x="627" y="2170"/>
                  </a:cubicBezTo>
                  <a:lnTo>
                    <a:pt x="708" y="2153"/>
                  </a:lnTo>
                  <a:cubicBezTo>
                    <a:pt x="1314" y="1951"/>
                    <a:pt x="1940" y="1766"/>
                    <a:pt x="2546" y="1580"/>
                  </a:cubicBezTo>
                  <a:cubicBezTo>
                    <a:pt x="2813" y="1495"/>
                    <a:pt x="3067" y="1430"/>
                    <a:pt x="3334" y="1345"/>
                  </a:cubicBezTo>
                  <a:lnTo>
                    <a:pt x="3354" y="1345"/>
                  </a:lnTo>
                  <a:cubicBezTo>
                    <a:pt x="3471" y="1293"/>
                    <a:pt x="3588" y="1261"/>
                    <a:pt x="3572" y="1059"/>
                  </a:cubicBezTo>
                  <a:cubicBezTo>
                    <a:pt x="3556" y="909"/>
                    <a:pt x="3556" y="739"/>
                    <a:pt x="3556" y="586"/>
                  </a:cubicBezTo>
                  <a:lnTo>
                    <a:pt x="3556" y="283"/>
                  </a:lnTo>
                  <a:lnTo>
                    <a:pt x="3556" y="202"/>
                  </a:lnTo>
                  <a:cubicBezTo>
                    <a:pt x="3536" y="134"/>
                    <a:pt x="3536" y="81"/>
                    <a:pt x="3572" y="16"/>
                  </a:cubicBezTo>
                  <a:cubicBezTo>
                    <a:pt x="3572" y="16"/>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1189246" y="1572807"/>
              <a:ext cx="4867" cy="102007"/>
            </a:xfrm>
            <a:custGeom>
              <a:rect b="b" l="l" r="r" t="t"/>
              <a:pathLst>
                <a:path extrusionOk="0" h="1027" w="49">
                  <a:moveTo>
                    <a:pt x="0" y="1"/>
                  </a:moveTo>
                  <a:lnTo>
                    <a:pt x="0" y="17"/>
                  </a:lnTo>
                  <a:cubicBezTo>
                    <a:pt x="16" y="134"/>
                    <a:pt x="16" y="272"/>
                    <a:pt x="0" y="389"/>
                  </a:cubicBezTo>
                  <a:lnTo>
                    <a:pt x="0" y="639"/>
                  </a:lnTo>
                  <a:lnTo>
                    <a:pt x="0" y="756"/>
                  </a:lnTo>
                  <a:cubicBezTo>
                    <a:pt x="0" y="841"/>
                    <a:pt x="0" y="926"/>
                    <a:pt x="16" y="1011"/>
                  </a:cubicBezTo>
                  <a:cubicBezTo>
                    <a:pt x="16" y="1027"/>
                    <a:pt x="33" y="1027"/>
                    <a:pt x="33" y="1027"/>
                  </a:cubicBezTo>
                  <a:cubicBezTo>
                    <a:pt x="49" y="1027"/>
                    <a:pt x="49" y="1011"/>
                    <a:pt x="49" y="1011"/>
                  </a:cubicBezTo>
                  <a:cubicBezTo>
                    <a:pt x="33" y="926"/>
                    <a:pt x="33" y="841"/>
                    <a:pt x="33" y="756"/>
                  </a:cubicBezTo>
                  <a:lnTo>
                    <a:pt x="33" y="639"/>
                  </a:lnTo>
                  <a:lnTo>
                    <a:pt x="33" y="389"/>
                  </a:lnTo>
                  <a:cubicBezTo>
                    <a:pt x="33" y="272"/>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1033505" y="3376847"/>
              <a:ext cx="5364" cy="95153"/>
            </a:xfrm>
            <a:custGeom>
              <a:rect b="b" l="l" r="r" t="t"/>
              <a:pathLst>
                <a:path extrusionOk="0" h="958" w="54">
                  <a:moveTo>
                    <a:pt x="21" y="0"/>
                  </a:moveTo>
                  <a:cubicBezTo>
                    <a:pt x="1" y="0"/>
                    <a:pt x="1" y="16"/>
                    <a:pt x="1" y="16"/>
                  </a:cubicBezTo>
                  <a:cubicBezTo>
                    <a:pt x="37" y="49"/>
                    <a:pt x="37" y="101"/>
                    <a:pt x="37" y="150"/>
                  </a:cubicBezTo>
                  <a:lnTo>
                    <a:pt x="37" y="740"/>
                  </a:lnTo>
                  <a:lnTo>
                    <a:pt x="37" y="942"/>
                  </a:lnTo>
                  <a:cubicBezTo>
                    <a:pt x="37" y="942"/>
                    <a:pt x="37" y="958"/>
                    <a:pt x="53" y="958"/>
                  </a:cubicBezTo>
                  <a:lnTo>
                    <a:pt x="53" y="942"/>
                  </a:lnTo>
                  <a:lnTo>
                    <a:pt x="53" y="740"/>
                  </a:lnTo>
                  <a:lnTo>
                    <a:pt x="53" y="150"/>
                  </a:lnTo>
                  <a:cubicBezTo>
                    <a:pt x="53" y="101"/>
                    <a:pt x="53" y="4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475398" y="1555326"/>
              <a:ext cx="163787" cy="206596"/>
            </a:xfrm>
            <a:custGeom>
              <a:rect b="b" l="l" r="r" t="t"/>
              <a:pathLst>
                <a:path extrusionOk="0" h="2080" w="1649">
                  <a:moveTo>
                    <a:pt x="1645" y="0"/>
                  </a:moveTo>
                  <a:cubicBezTo>
                    <a:pt x="1640" y="0"/>
                    <a:pt x="1633" y="7"/>
                    <a:pt x="1633" y="7"/>
                  </a:cubicBezTo>
                  <a:cubicBezTo>
                    <a:pt x="1580" y="76"/>
                    <a:pt x="1600" y="161"/>
                    <a:pt x="1617" y="225"/>
                  </a:cubicBezTo>
                  <a:lnTo>
                    <a:pt x="1617" y="294"/>
                  </a:lnTo>
                  <a:cubicBezTo>
                    <a:pt x="1633" y="448"/>
                    <a:pt x="1633" y="581"/>
                    <a:pt x="1633" y="714"/>
                  </a:cubicBezTo>
                  <a:cubicBezTo>
                    <a:pt x="1633" y="815"/>
                    <a:pt x="1617" y="916"/>
                    <a:pt x="1633" y="1033"/>
                  </a:cubicBezTo>
                  <a:cubicBezTo>
                    <a:pt x="1633" y="1070"/>
                    <a:pt x="1617" y="1086"/>
                    <a:pt x="1564" y="1118"/>
                  </a:cubicBezTo>
                  <a:cubicBezTo>
                    <a:pt x="1160" y="1357"/>
                    <a:pt x="740" y="1607"/>
                    <a:pt x="352" y="1861"/>
                  </a:cubicBezTo>
                  <a:cubicBezTo>
                    <a:pt x="235" y="1926"/>
                    <a:pt x="118" y="1995"/>
                    <a:pt x="17" y="2063"/>
                  </a:cubicBezTo>
                  <a:cubicBezTo>
                    <a:pt x="1" y="2063"/>
                    <a:pt x="1" y="2063"/>
                    <a:pt x="1" y="2080"/>
                  </a:cubicBezTo>
                  <a:lnTo>
                    <a:pt x="33" y="2080"/>
                  </a:lnTo>
                  <a:cubicBezTo>
                    <a:pt x="134" y="2011"/>
                    <a:pt x="251" y="1942"/>
                    <a:pt x="352" y="1878"/>
                  </a:cubicBezTo>
                  <a:cubicBezTo>
                    <a:pt x="756" y="1623"/>
                    <a:pt x="1176" y="1373"/>
                    <a:pt x="1580" y="1134"/>
                  </a:cubicBezTo>
                  <a:cubicBezTo>
                    <a:pt x="1633" y="1102"/>
                    <a:pt x="1649" y="1086"/>
                    <a:pt x="1649" y="1017"/>
                  </a:cubicBezTo>
                  <a:lnTo>
                    <a:pt x="1649" y="714"/>
                  </a:lnTo>
                  <a:lnTo>
                    <a:pt x="1649" y="294"/>
                  </a:lnTo>
                  <a:cubicBezTo>
                    <a:pt x="1649" y="278"/>
                    <a:pt x="1633" y="246"/>
                    <a:pt x="1633" y="225"/>
                  </a:cubicBezTo>
                  <a:cubicBezTo>
                    <a:pt x="1617" y="161"/>
                    <a:pt x="1617" y="92"/>
                    <a:pt x="1649" y="23"/>
                  </a:cubicBezTo>
                  <a:lnTo>
                    <a:pt x="1649" y="7"/>
                  </a:lnTo>
                  <a:cubicBezTo>
                    <a:pt x="1649" y="2"/>
                    <a:pt x="1647" y="0"/>
                    <a:pt x="1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1518608" y="2831553"/>
              <a:ext cx="182261" cy="299366"/>
            </a:xfrm>
            <a:custGeom>
              <a:rect b="b" l="l" r="r" t="t"/>
              <a:pathLst>
                <a:path extrusionOk="0" h="3014" w="1835">
                  <a:moveTo>
                    <a:pt x="65" y="0"/>
                  </a:moveTo>
                  <a:cubicBezTo>
                    <a:pt x="1" y="170"/>
                    <a:pt x="65" y="271"/>
                    <a:pt x="187" y="388"/>
                  </a:cubicBezTo>
                  <a:cubicBezTo>
                    <a:pt x="352" y="558"/>
                    <a:pt x="506" y="744"/>
                    <a:pt x="655" y="930"/>
                  </a:cubicBezTo>
                  <a:cubicBezTo>
                    <a:pt x="724" y="1010"/>
                    <a:pt x="793" y="1095"/>
                    <a:pt x="873" y="1164"/>
                  </a:cubicBezTo>
                  <a:cubicBezTo>
                    <a:pt x="926" y="1249"/>
                    <a:pt x="995" y="1313"/>
                    <a:pt x="1059" y="1398"/>
                  </a:cubicBezTo>
                  <a:cubicBezTo>
                    <a:pt x="1261" y="1636"/>
                    <a:pt x="1479" y="1871"/>
                    <a:pt x="1702" y="2105"/>
                  </a:cubicBezTo>
                  <a:cubicBezTo>
                    <a:pt x="1782" y="2206"/>
                    <a:pt x="1819" y="2291"/>
                    <a:pt x="1819" y="2408"/>
                  </a:cubicBezTo>
                  <a:cubicBezTo>
                    <a:pt x="1802" y="2493"/>
                    <a:pt x="1802" y="2594"/>
                    <a:pt x="1819" y="2695"/>
                  </a:cubicBezTo>
                  <a:lnTo>
                    <a:pt x="1819" y="2865"/>
                  </a:lnTo>
                  <a:lnTo>
                    <a:pt x="1819" y="2897"/>
                  </a:lnTo>
                  <a:cubicBezTo>
                    <a:pt x="1819" y="2929"/>
                    <a:pt x="1819" y="2966"/>
                    <a:pt x="1782" y="2982"/>
                  </a:cubicBezTo>
                  <a:lnTo>
                    <a:pt x="1782" y="3014"/>
                  </a:lnTo>
                  <a:lnTo>
                    <a:pt x="1802" y="3014"/>
                  </a:lnTo>
                  <a:cubicBezTo>
                    <a:pt x="1835" y="2966"/>
                    <a:pt x="1835" y="2929"/>
                    <a:pt x="1835" y="2897"/>
                  </a:cubicBezTo>
                  <a:lnTo>
                    <a:pt x="1835" y="2865"/>
                  </a:lnTo>
                  <a:lnTo>
                    <a:pt x="1835" y="2695"/>
                  </a:lnTo>
                  <a:lnTo>
                    <a:pt x="1835" y="2408"/>
                  </a:lnTo>
                  <a:cubicBezTo>
                    <a:pt x="1835" y="2291"/>
                    <a:pt x="1802" y="2190"/>
                    <a:pt x="1718" y="2089"/>
                  </a:cubicBezTo>
                  <a:cubicBezTo>
                    <a:pt x="1500" y="1855"/>
                    <a:pt x="1298" y="1616"/>
                    <a:pt x="1075" y="1382"/>
                  </a:cubicBezTo>
                  <a:cubicBezTo>
                    <a:pt x="1027" y="1297"/>
                    <a:pt x="958" y="1232"/>
                    <a:pt x="894" y="1148"/>
                  </a:cubicBezTo>
                  <a:cubicBezTo>
                    <a:pt x="825" y="1079"/>
                    <a:pt x="756" y="994"/>
                    <a:pt x="692" y="909"/>
                  </a:cubicBezTo>
                  <a:cubicBezTo>
                    <a:pt x="538" y="728"/>
                    <a:pt x="368" y="542"/>
                    <a:pt x="203" y="372"/>
                  </a:cubicBezTo>
                  <a:cubicBezTo>
                    <a:pt x="102" y="271"/>
                    <a:pt x="17" y="170"/>
                    <a:pt x="102" y="21"/>
                  </a:cubicBezTo>
                  <a:cubicBezTo>
                    <a:pt x="102" y="21"/>
                    <a:pt x="102" y="0"/>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1991693" y="2985606"/>
              <a:ext cx="4966" cy="40227"/>
            </a:xfrm>
            <a:custGeom>
              <a:rect b="b" l="l" r="r" t="t"/>
              <a:pathLst>
                <a:path extrusionOk="0" h="405" w="50">
                  <a:moveTo>
                    <a:pt x="33" y="1"/>
                  </a:moveTo>
                  <a:cubicBezTo>
                    <a:pt x="33" y="1"/>
                    <a:pt x="17" y="1"/>
                    <a:pt x="17" y="17"/>
                  </a:cubicBezTo>
                  <a:cubicBezTo>
                    <a:pt x="1" y="102"/>
                    <a:pt x="1" y="166"/>
                    <a:pt x="1" y="251"/>
                  </a:cubicBezTo>
                  <a:cubicBezTo>
                    <a:pt x="1" y="304"/>
                    <a:pt x="17" y="352"/>
                    <a:pt x="1" y="388"/>
                  </a:cubicBezTo>
                  <a:cubicBezTo>
                    <a:pt x="1" y="405"/>
                    <a:pt x="17" y="405"/>
                    <a:pt x="17" y="405"/>
                  </a:cubicBezTo>
                  <a:cubicBezTo>
                    <a:pt x="33" y="405"/>
                    <a:pt x="33" y="405"/>
                    <a:pt x="33" y="388"/>
                  </a:cubicBezTo>
                  <a:lnTo>
                    <a:pt x="33" y="251"/>
                  </a:lnTo>
                  <a:cubicBezTo>
                    <a:pt x="33" y="186"/>
                    <a:pt x="33" y="102"/>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1416701" y="3590694"/>
              <a:ext cx="85221" cy="143723"/>
            </a:xfrm>
            <a:custGeom>
              <a:rect b="b" l="l" r="r" t="t"/>
              <a:pathLst>
                <a:path extrusionOk="0" h="1447" w="858">
                  <a:moveTo>
                    <a:pt x="1" y="0"/>
                  </a:moveTo>
                  <a:lnTo>
                    <a:pt x="1" y="33"/>
                  </a:lnTo>
                  <a:cubicBezTo>
                    <a:pt x="65" y="85"/>
                    <a:pt x="134" y="134"/>
                    <a:pt x="203" y="202"/>
                  </a:cubicBezTo>
                  <a:cubicBezTo>
                    <a:pt x="384" y="356"/>
                    <a:pt x="570" y="505"/>
                    <a:pt x="756" y="659"/>
                  </a:cubicBezTo>
                  <a:cubicBezTo>
                    <a:pt x="825" y="707"/>
                    <a:pt x="825" y="740"/>
                    <a:pt x="825" y="792"/>
                  </a:cubicBezTo>
                  <a:lnTo>
                    <a:pt x="825" y="1265"/>
                  </a:lnTo>
                  <a:lnTo>
                    <a:pt x="825" y="1430"/>
                  </a:lnTo>
                  <a:cubicBezTo>
                    <a:pt x="825" y="1447"/>
                    <a:pt x="825" y="1447"/>
                    <a:pt x="841" y="1447"/>
                  </a:cubicBezTo>
                  <a:cubicBezTo>
                    <a:pt x="841" y="1447"/>
                    <a:pt x="857" y="1447"/>
                    <a:pt x="857" y="1430"/>
                  </a:cubicBezTo>
                  <a:lnTo>
                    <a:pt x="857" y="1265"/>
                  </a:lnTo>
                  <a:lnTo>
                    <a:pt x="857" y="792"/>
                  </a:lnTo>
                  <a:cubicBezTo>
                    <a:pt x="857" y="740"/>
                    <a:pt x="841" y="691"/>
                    <a:pt x="772" y="639"/>
                  </a:cubicBezTo>
                  <a:cubicBezTo>
                    <a:pt x="586" y="489"/>
                    <a:pt x="405" y="336"/>
                    <a:pt x="219" y="170"/>
                  </a:cubicBezTo>
                  <a:cubicBezTo>
                    <a:pt x="150" y="118"/>
                    <a:pt x="82"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1087339" y="1629820"/>
              <a:ext cx="6456" cy="102007"/>
            </a:xfrm>
            <a:custGeom>
              <a:rect b="b" l="l" r="r" t="t"/>
              <a:pathLst>
                <a:path extrusionOk="0" h="1027" w="65">
                  <a:moveTo>
                    <a:pt x="0" y="1"/>
                  </a:moveTo>
                  <a:lnTo>
                    <a:pt x="0" y="17"/>
                  </a:lnTo>
                  <a:cubicBezTo>
                    <a:pt x="16" y="182"/>
                    <a:pt x="16" y="352"/>
                    <a:pt x="0" y="522"/>
                  </a:cubicBezTo>
                  <a:lnTo>
                    <a:pt x="0" y="825"/>
                  </a:lnTo>
                  <a:lnTo>
                    <a:pt x="0" y="857"/>
                  </a:lnTo>
                  <a:cubicBezTo>
                    <a:pt x="0" y="909"/>
                    <a:pt x="0" y="958"/>
                    <a:pt x="32" y="1010"/>
                  </a:cubicBezTo>
                  <a:lnTo>
                    <a:pt x="49" y="1027"/>
                  </a:lnTo>
                  <a:lnTo>
                    <a:pt x="49" y="1010"/>
                  </a:lnTo>
                  <a:cubicBezTo>
                    <a:pt x="65" y="1010"/>
                    <a:pt x="65" y="1010"/>
                    <a:pt x="49" y="990"/>
                  </a:cubicBezTo>
                  <a:cubicBezTo>
                    <a:pt x="32" y="958"/>
                    <a:pt x="32" y="909"/>
                    <a:pt x="32" y="857"/>
                  </a:cubicBezTo>
                  <a:lnTo>
                    <a:pt x="32" y="825"/>
                  </a:lnTo>
                  <a:lnTo>
                    <a:pt x="32" y="522"/>
                  </a:lnTo>
                  <a:cubicBezTo>
                    <a:pt x="32" y="352"/>
                    <a:pt x="32" y="18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933186" y="2751299"/>
              <a:ext cx="5364" cy="80354"/>
            </a:xfrm>
            <a:custGeom>
              <a:rect b="b" l="l" r="r" t="t"/>
              <a:pathLst>
                <a:path extrusionOk="0" h="809" w="54">
                  <a:moveTo>
                    <a:pt x="21" y="0"/>
                  </a:moveTo>
                  <a:cubicBezTo>
                    <a:pt x="1" y="0"/>
                    <a:pt x="1" y="0"/>
                    <a:pt x="1" y="21"/>
                  </a:cubicBezTo>
                  <a:cubicBezTo>
                    <a:pt x="21" y="138"/>
                    <a:pt x="21" y="271"/>
                    <a:pt x="21" y="404"/>
                  </a:cubicBezTo>
                  <a:lnTo>
                    <a:pt x="21" y="643"/>
                  </a:lnTo>
                  <a:lnTo>
                    <a:pt x="21" y="691"/>
                  </a:lnTo>
                  <a:cubicBezTo>
                    <a:pt x="21" y="728"/>
                    <a:pt x="21" y="760"/>
                    <a:pt x="37" y="792"/>
                  </a:cubicBezTo>
                  <a:lnTo>
                    <a:pt x="37" y="808"/>
                  </a:lnTo>
                  <a:lnTo>
                    <a:pt x="53" y="808"/>
                  </a:lnTo>
                  <a:lnTo>
                    <a:pt x="53" y="792"/>
                  </a:lnTo>
                  <a:cubicBezTo>
                    <a:pt x="37" y="760"/>
                    <a:pt x="37" y="728"/>
                    <a:pt x="37" y="691"/>
                  </a:cubicBezTo>
                  <a:lnTo>
                    <a:pt x="37" y="643"/>
                  </a:lnTo>
                  <a:lnTo>
                    <a:pt x="37" y="404"/>
                  </a:lnTo>
                  <a:cubicBezTo>
                    <a:pt x="53" y="271"/>
                    <a:pt x="53" y="13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1336446" y="2579168"/>
              <a:ext cx="4966" cy="88797"/>
            </a:xfrm>
            <a:custGeom>
              <a:rect b="b" l="l" r="r" t="t"/>
              <a:pathLst>
                <a:path extrusionOk="0" h="894" w="50">
                  <a:moveTo>
                    <a:pt x="17" y="0"/>
                  </a:moveTo>
                  <a:lnTo>
                    <a:pt x="17" y="17"/>
                  </a:lnTo>
                  <a:lnTo>
                    <a:pt x="17" y="202"/>
                  </a:lnTo>
                  <a:lnTo>
                    <a:pt x="17" y="744"/>
                  </a:lnTo>
                  <a:lnTo>
                    <a:pt x="17" y="776"/>
                  </a:lnTo>
                  <a:cubicBezTo>
                    <a:pt x="17" y="808"/>
                    <a:pt x="1" y="845"/>
                    <a:pt x="33" y="877"/>
                  </a:cubicBezTo>
                  <a:lnTo>
                    <a:pt x="33" y="893"/>
                  </a:lnTo>
                  <a:lnTo>
                    <a:pt x="49" y="893"/>
                  </a:lnTo>
                  <a:lnTo>
                    <a:pt x="49" y="877"/>
                  </a:lnTo>
                  <a:cubicBezTo>
                    <a:pt x="33" y="845"/>
                    <a:pt x="33" y="808"/>
                    <a:pt x="33" y="776"/>
                  </a:cubicBezTo>
                  <a:lnTo>
                    <a:pt x="33" y="744"/>
                  </a:lnTo>
                  <a:lnTo>
                    <a:pt x="33" y="202"/>
                  </a:ln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730961" y="3589105"/>
              <a:ext cx="92074" cy="147299"/>
            </a:xfrm>
            <a:custGeom>
              <a:rect b="b" l="l" r="r" t="t"/>
              <a:pathLst>
                <a:path extrusionOk="0" h="1483" w="927">
                  <a:moveTo>
                    <a:pt x="910" y="0"/>
                  </a:moveTo>
                  <a:cubicBezTo>
                    <a:pt x="894" y="0"/>
                    <a:pt x="894" y="16"/>
                    <a:pt x="894" y="16"/>
                  </a:cubicBezTo>
                  <a:lnTo>
                    <a:pt x="894" y="675"/>
                  </a:lnTo>
                  <a:lnTo>
                    <a:pt x="894" y="792"/>
                  </a:lnTo>
                  <a:lnTo>
                    <a:pt x="894" y="1095"/>
                  </a:lnTo>
                  <a:cubicBezTo>
                    <a:pt x="894" y="1196"/>
                    <a:pt x="878" y="1228"/>
                    <a:pt x="760" y="1261"/>
                  </a:cubicBezTo>
                  <a:cubicBezTo>
                    <a:pt x="724" y="1281"/>
                    <a:pt x="676" y="1297"/>
                    <a:pt x="643" y="1297"/>
                  </a:cubicBezTo>
                  <a:cubicBezTo>
                    <a:pt x="506" y="1329"/>
                    <a:pt x="373" y="1362"/>
                    <a:pt x="255" y="1430"/>
                  </a:cubicBezTo>
                  <a:cubicBezTo>
                    <a:pt x="237" y="1446"/>
                    <a:pt x="212" y="1451"/>
                    <a:pt x="185" y="1451"/>
                  </a:cubicBezTo>
                  <a:cubicBezTo>
                    <a:pt x="157" y="1451"/>
                    <a:pt x="128" y="1446"/>
                    <a:pt x="102" y="1446"/>
                  </a:cubicBezTo>
                  <a:cubicBezTo>
                    <a:pt x="70" y="1446"/>
                    <a:pt x="37" y="1430"/>
                    <a:pt x="17" y="1430"/>
                  </a:cubicBezTo>
                  <a:cubicBezTo>
                    <a:pt x="1" y="1430"/>
                    <a:pt x="1" y="1446"/>
                    <a:pt x="1" y="1446"/>
                  </a:cubicBezTo>
                  <a:cubicBezTo>
                    <a:pt x="1" y="1463"/>
                    <a:pt x="1" y="1463"/>
                    <a:pt x="17" y="1463"/>
                  </a:cubicBezTo>
                  <a:lnTo>
                    <a:pt x="102" y="1463"/>
                  </a:lnTo>
                  <a:cubicBezTo>
                    <a:pt x="118" y="1483"/>
                    <a:pt x="154" y="1483"/>
                    <a:pt x="187" y="1483"/>
                  </a:cubicBezTo>
                  <a:cubicBezTo>
                    <a:pt x="219" y="1483"/>
                    <a:pt x="239" y="1463"/>
                    <a:pt x="272" y="1463"/>
                  </a:cubicBezTo>
                  <a:cubicBezTo>
                    <a:pt x="389" y="1398"/>
                    <a:pt x="522" y="1362"/>
                    <a:pt x="643" y="1329"/>
                  </a:cubicBezTo>
                  <a:cubicBezTo>
                    <a:pt x="692" y="1313"/>
                    <a:pt x="724" y="1297"/>
                    <a:pt x="777" y="1297"/>
                  </a:cubicBezTo>
                  <a:cubicBezTo>
                    <a:pt x="894" y="1261"/>
                    <a:pt x="926" y="1196"/>
                    <a:pt x="926" y="1079"/>
                  </a:cubicBezTo>
                  <a:cubicBezTo>
                    <a:pt x="910" y="994"/>
                    <a:pt x="910" y="893"/>
                    <a:pt x="910" y="792"/>
                  </a:cubicBezTo>
                  <a:lnTo>
                    <a:pt x="910" y="675"/>
                  </a:lnTo>
                  <a:lnTo>
                    <a:pt x="910" y="16"/>
                  </a:lnTo>
                  <a:lnTo>
                    <a:pt x="9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1745764" y="2000998"/>
              <a:ext cx="157331" cy="321018"/>
            </a:xfrm>
            <a:custGeom>
              <a:rect b="b" l="l" r="r" t="t"/>
              <a:pathLst>
                <a:path extrusionOk="0" h="3232" w="1584">
                  <a:moveTo>
                    <a:pt x="20" y="0"/>
                  </a:moveTo>
                  <a:cubicBezTo>
                    <a:pt x="0" y="16"/>
                    <a:pt x="0" y="16"/>
                    <a:pt x="20" y="16"/>
                  </a:cubicBezTo>
                  <a:cubicBezTo>
                    <a:pt x="53" y="49"/>
                    <a:pt x="85" y="81"/>
                    <a:pt x="121" y="134"/>
                  </a:cubicBezTo>
                  <a:cubicBezTo>
                    <a:pt x="255" y="352"/>
                    <a:pt x="388" y="586"/>
                    <a:pt x="525" y="808"/>
                  </a:cubicBezTo>
                  <a:cubicBezTo>
                    <a:pt x="606" y="941"/>
                    <a:pt x="675" y="1075"/>
                    <a:pt x="760" y="1212"/>
                  </a:cubicBezTo>
                  <a:cubicBezTo>
                    <a:pt x="946" y="1515"/>
                    <a:pt x="1148" y="1834"/>
                    <a:pt x="1333" y="2137"/>
                  </a:cubicBezTo>
                  <a:cubicBezTo>
                    <a:pt x="1366" y="2186"/>
                    <a:pt x="1382" y="2222"/>
                    <a:pt x="1382" y="2271"/>
                  </a:cubicBezTo>
                  <a:cubicBezTo>
                    <a:pt x="1382" y="2303"/>
                    <a:pt x="1382" y="2339"/>
                    <a:pt x="1398" y="2388"/>
                  </a:cubicBezTo>
                  <a:cubicBezTo>
                    <a:pt x="1398" y="2505"/>
                    <a:pt x="1398" y="2658"/>
                    <a:pt x="1382" y="2776"/>
                  </a:cubicBezTo>
                  <a:cubicBezTo>
                    <a:pt x="1350" y="2961"/>
                    <a:pt x="1414" y="3095"/>
                    <a:pt x="1568" y="3232"/>
                  </a:cubicBezTo>
                  <a:lnTo>
                    <a:pt x="1584" y="3232"/>
                  </a:lnTo>
                  <a:lnTo>
                    <a:pt x="1584" y="3212"/>
                  </a:lnTo>
                  <a:lnTo>
                    <a:pt x="1584" y="3196"/>
                  </a:lnTo>
                  <a:cubicBezTo>
                    <a:pt x="1434" y="3078"/>
                    <a:pt x="1382" y="2961"/>
                    <a:pt x="1414" y="2776"/>
                  </a:cubicBezTo>
                  <a:cubicBezTo>
                    <a:pt x="1434" y="2658"/>
                    <a:pt x="1414" y="2505"/>
                    <a:pt x="1414" y="2388"/>
                  </a:cubicBezTo>
                  <a:lnTo>
                    <a:pt x="1414" y="2271"/>
                  </a:lnTo>
                  <a:cubicBezTo>
                    <a:pt x="1414" y="2222"/>
                    <a:pt x="1398" y="2170"/>
                    <a:pt x="1366" y="2121"/>
                  </a:cubicBezTo>
                  <a:cubicBezTo>
                    <a:pt x="1164" y="1818"/>
                    <a:pt x="978" y="1515"/>
                    <a:pt x="776" y="1192"/>
                  </a:cubicBezTo>
                  <a:cubicBezTo>
                    <a:pt x="707" y="1059"/>
                    <a:pt x="626" y="925"/>
                    <a:pt x="542" y="788"/>
                  </a:cubicBezTo>
                  <a:cubicBezTo>
                    <a:pt x="424" y="570"/>
                    <a:pt x="287" y="352"/>
                    <a:pt x="154" y="117"/>
                  </a:cubicBezTo>
                  <a:cubicBezTo>
                    <a:pt x="101" y="65"/>
                    <a:pt x="69" y="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1386605" y="1464146"/>
              <a:ext cx="4966" cy="93564"/>
            </a:xfrm>
            <a:custGeom>
              <a:rect b="b" l="l" r="r" t="t"/>
              <a:pathLst>
                <a:path extrusionOk="0" h="942" w="50">
                  <a:moveTo>
                    <a:pt x="17" y="0"/>
                  </a:moveTo>
                  <a:cubicBezTo>
                    <a:pt x="17" y="0"/>
                    <a:pt x="1" y="0"/>
                    <a:pt x="1" y="16"/>
                  </a:cubicBezTo>
                  <a:cubicBezTo>
                    <a:pt x="17" y="202"/>
                    <a:pt x="17" y="404"/>
                    <a:pt x="17" y="590"/>
                  </a:cubicBezTo>
                  <a:lnTo>
                    <a:pt x="17" y="925"/>
                  </a:lnTo>
                  <a:cubicBezTo>
                    <a:pt x="17" y="941"/>
                    <a:pt x="33" y="941"/>
                    <a:pt x="33" y="941"/>
                  </a:cubicBezTo>
                  <a:cubicBezTo>
                    <a:pt x="33" y="941"/>
                    <a:pt x="49" y="941"/>
                    <a:pt x="49" y="925"/>
                  </a:cubicBezTo>
                  <a:lnTo>
                    <a:pt x="49" y="590"/>
                  </a:ln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1414714" y="1806817"/>
              <a:ext cx="88797" cy="260827"/>
            </a:xfrm>
            <a:custGeom>
              <a:rect b="b" l="l" r="r" t="t"/>
              <a:pathLst>
                <a:path extrusionOk="0" h="2626" w="894">
                  <a:moveTo>
                    <a:pt x="21" y="0"/>
                  </a:moveTo>
                  <a:lnTo>
                    <a:pt x="1" y="16"/>
                  </a:lnTo>
                  <a:cubicBezTo>
                    <a:pt x="1" y="16"/>
                    <a:pt x="1" y="36"/>
                    <a:pt x="21" y="36"/>
                  </a:cubicBezTo>
                  <a:cubicBezTo>
                    <a:pt x="69" y="53"/>
                    <a:pt x="85" y="85"/>
                    <a:pt x="122" y="137"/>
                  </a:cubicBezTo>
                  <a:cubicBezTo>
                    <a:pt x="122" y="154"/>
                    <a:pt x="138" y="154"/>
                    <a:pt x="138" y="170"/>
                  </a:cubicBezTo>
                  <a:cubicBezTo>
                    <a:pt x="271" y="372"/>
                    <a:pt x="425" y="574"/>
                    <a:pt x="542" y="776"/>
                  </a:cubicBezTo>
                  <a:cubicBezTo>
                    <a:pt x="627" y="893"/>
                    <a:pt x="691" y="994"/>
                    <a:pt x="760" y="1111"/>
                  </a:cubicBezTo>
                  <a:cubicBezTo>
                    <a:pt x="808" y="1180"/>
                    <a:pt x="829" y="1228"/>
                    <a:pt x="829" y="1297"/>
                  </a:cubicBezTo>
                  <a:lnTo>
                    <a:pt x="829" y="1584"/>
                  </a:lnTo>
                  <a:cubicBezTo>
                    <a:pt x="829" y="1818"/>
                    <a:pt x="829" y="2036"/>
                    <a:pt x="845" y="2258"/>
                  </a:cubicBezTo>
                  <a:lnTo>
                    <a:pt x="845" y="2339"/>
                  </a:lnTo>
                  <a:cubicBezTo>
                    <a:pt x="845" y="2424"/>
                    <a:pt x="845" y="2525"/>
                    <a:pt x="877" y="2626"/>
                  </a:cubicBezTo>
                  <a:lnTo>
                    <a:pt x="893" y="2626"/>
                  </a:lnTo>
                  <a:lnTo>
                    <a:pt x="893" y="2610"/>
                  </a:lnTo>
                  <a:cubicBezTo>
                    <a:pt x="861" y="2525"/>
                    <a:pt x="861" y="2440"/>
                    <a:pt x="861" y="2339"/>
                  </a:cubicBezTo>
                  <a:lnTo>
                    <a:pt x="861" y="2258"/>
                  </a:lnTo>
                  <a:lnTo>
                    <a:pt x="861" y="1584"/>
                  </a:lnTo>
                  <a:lnTo>
                    <a:pt x="861" y="1297"/>
                  </a:lnTo>
                  <a:cubicBezTo>
                    <a:pt x="861" y="1228"/>
                    <a:pt x="829" y="1163"/>
                    <a:pt x="792" y="1095"/>
                  </a:cubicBezTo>
                  <a:cubicBezTo>
                    <a:pt x="707" y="978"/>
                    <a:pt x="643" y="877"/>
                    <a:pt x="574" y="760"/>
                  </a:cubicBezTo>
                  <a:cubicBezTo>
                    <a:pt x="441" y="558"/>
                    <a:pt x="304" y="356"/>
                    <a:pt x="170" y="154"/>
                  </a:cubicBezTo>
                  <a:cubicBezTo>
                    <a:pt x="154" y="137"/>
                    <a:pt x="154" y="137"/>
                    <a:pt x="138" y="117"/>
                  </a:cubicBezTo>
                  <a:cubicBezTo>
                    <a:pt x="122" y="69"/>
                    <a:pt x="85"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2095190" y="3264908"/>
              <a:ext cx="5364" cy="40227"/>
            </a:xfrm>
            <a:custGeom>
              <a:rect b="b" l="l" r="r" t="t"/>
              <a:pathLst>
                <a:path extrusionOk="0" h="405" w="54">
                  <a:moveTo>
                    <a:pt x="53" y="0"/>
                  </a:moveTo>
                  <a:cubicBezTo>
                    <a:pt x="37" y="0"/>
                    <a:pt x="37" y="0"/>
                    <a:pt x="37" y="16"/>
                  </a:cubicBezTo>
                  <a:cubicBezTo>
                    <a:pt x="17" y="65"/>
                    <a:pt x="17" y="134"/>
                    <a:pt x="17" y="202"/>
                  </a:cubicBezTo>
                  <a:cubicBezTo>
                    <a:pt x="17" y="267"/>
                    <a:pt x="17" y="336"/>
                    <a:pt x="1" y="384"/>
                  </a:cubicBezTo>
                  <a:cubicBezTo>
                    <a:pt x="1" y="404"/>
                    <a:pt x="1" y="404"/>
                    <a:pt x="17" y="404"/>
                  </a:cubicBezTo>
                  <a:lnTo>
                    <a:pt x="37" y="404"/>
                  </a:lnTo>
                  <a:cubicBezTo>
                    <a:pt x="53" y="336"/>
                    <a:pt x="53" y="267"/>
                    <a:pt x="53" y="202"/>
                  </a:cubicBezTo>
                  <a:cubicBezTo>
                    <a:pt x="37" y="134"/>
                    <a:pt x="37" y="8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1271090" y="1276024"/>
              <a:ext cx="140545" cy="163290"/>
            </a:xfrm>
            <a:custGeom>
              <a:rect b="b" l="l" r="r" t="t"/>
              <a:pathLst>
                <a:path extrusionOk="0" h="1644" w="1415">
                  <a:moveTo>
                    <a:pt x="1399" y="0"/>
                  </a:moveTo>
                  <a:cubicBezTo>
                    <a:pt x="1398" y="0"/>
                    <a:pt x="1398" y="2"/>
                    <a:pt x="1398" y="8"/>
                  </a:cubicBezTo>
                  <a:cubicBezTo>
                    <a:pt x="1281" y="76"/>
                    <a:pt x="1164" y="129"/>
                    <a:pt x="1043" y="193"/>
                  </a:cubicBezTo>
                  <a:cubicBezTo>
                    <a:pt x="776" y="363"/>
                    <a:pt x="489" y="513"/>
                    <a:pt x="218" y="682"/>
                  </a:cubicBezTo>
                  <a:cubicBezTo>
                    <a:pt x="0" y="799"/>
                    <a:pt x="0" y="816"/>
                    <a:pt x="0" y="1070"/>
                  </a:cubicBezTo>
                  <a:lnTo>
                    <a:pt x="0" y="1240"/>
                  </a:lnTo>
                  <a:cubicBezTo>
                    <a:pt x="0" y="1373"/>
                    <a:pt x="0" y="1490"/>
                    <a:pt x="16" y="1624"/>
                  </a:cubicBezTo>
                  <a:lnTo>
                    <a:pt x="33" y="1644"/>
                  </a:lnTo>
                  <a:lnTo>
                    <a:pt x="53" y="1624"/>
                  </a:lnTo>
                  <a:cubicBezTo>
                    <a:pt x="33" y="1490"/>
                    <a:pt x="33" y="1357"/>
                    <a:pt x="33" y="1240"/>
                  </a:cubicBezTo>
                  <a:lnTo>
                    <a:pt x="33" y="1070"/>
                  </a:lnTo>
                  <a:cubicBezTo>
                    <a:pt x="33" y="816"/>
                    <a:pt x="33" y="816"/>
                    <a:pt x="235" y="698"/>
                  </a:cubicBezTo>
                  <a:cubicBezTo>
                    <a:pt x="505" y="549"/>
                    <a:pt x="792" y="379"/>
                    <a:pt x="1063" y="230"/>
                  </a:cubicBezTo>
                  <a:cubicBezTo>
                    <a:pt x="1180" y="161"/>
                    <a:pt x="1297" y="92"/>
                    <a:pt x="1398" y="28"/>
                  </a:cubicBezTo>
                  <a:cubicBezTo>
                    <a:pt x="1414" y="28"/>
                    <a:pt x="1414" y="8"/>
                    <a:pt x="1414" y="8"/>
                  </a:cubicBezTo>
                  <a:cubicBezTo>
                    <a:pt x="1403" y="8"/>
                    <a:pt x="1400" y="0"/>
                    <a:pt x="1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1378162" y="3085924"/>
              <a:ext cx="4966" cy="102007"/>
            </a:xfrm>
            <a:custGeom>
              <a:rect b="b" l="l" r="r" t="t"/>
              <a:pathLst>
                <a:path extrusionOk="0" h="1027" w="50">
                  <a:moveTo>
                    <a:pt x="17" y="1"/>
                  </a:moveTo>
                  <a:cubicBezTo>
                    <a:pt x="17" y="1"/>
                    <a:pt x="1" y="17"/>
                    <a:pt x="17" y="17"/>
                  </a:cubicBezTo>
                  <a:cubicBezTo>
                    <a:pt x="33" y="134"/>
                    <a:pt x="33" y="251"/>
                    <a:pt x="17" y="352"/>
                  </a:cubicBezTo>
                  <a:lnTo>
                    <a:pt x="17" y="522"/>
                  </a:lnTo>
                  <a:lnTo>
                    <a:pt x="17" y="857"/>
                  </a:lnTo>
                  <a:lnTo>
                    <a:pt x="17" y="1027"/>
                  </a:lnTo>
                  <a:lnTo>
                    <a:pt x="49" y="1027"/>
                  </a:lnTo>
                  <a:lnTo>
                    <a:pt x="49" y="857"/>
                  </a:lnTo>
                  <a:lnTo>
                    <a:pt x="49" y="522"/>
                  </a:lnTo>
                  <a:lnTo>
                    <a:pt x="49" y="352"/>
                  </a:lnTo>
                  <a:cubicBezTo>
                    <a:pt x="49" y="251"/>
                    <a:pt x="49" y="13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1252616" y="2111348"/>
              <a:ext cx="160609" cy="80354"/>
            </a:xfrm>
            <a:custGeom>
              <a:rect b="b" l="l" r="r" t="t"/>
              <a:pathLst>
                <a:path extrusionOk="0" h="809" w="1617">
                  <a:moveTo>
                    <a:pt x="1584" y="0"/>
                  </a:moveTo>
                  <a:lnTo>
                    <a:pt x="1382" y="101"/>
                  </a:lnTo>
                  <a:cubicBezTo>
                    <a:pt x="1229" y="166"/>
                    <a:pt x="1079" y="234"/>
                    <a:pt x="926" y="303"/>
                  </a:cubicBezTo>
                  <a:lnTo>
                    <a:pt x="760" y="384"/>
                  </a:lnTo>
                  <a:cubicBezTo>
                    <a:pt x="542" y="485"/>
                    <a:pt x="320" y="586"/>
                    <a:pt x="85" y="707"/>
                  </a:cubicBezTo>
                  <a:cubicBezTo>
                    <a:pt x="53" y="723"/>
                    <a:pt x="17" y="739"/>
                    <a:pt x="1" y="788"/>
                  </a:cubicBezTo>
                  <a:cubicBezTo>
                    <a:pt x="1" y="788"/>
                    <a:pt x="1" y="808"/>
                    <a:pt x="17" y="808"/>
                  </a:cubicBezTo>
                  <a:cubicBezTo>
                    <a:pt x="17" y="808"/>
                    <a:pt x="37" y="808"/>
                    <a:pt x="37" y="788"/>
                  </a:cubicBezTo>
                  <a:cubicBezTo>
                    <a:pt x="37" y="756"/>
                    <a:pt x="53" y="739"/>
                    <a:pt x="101" y="723"/>
                  </a:cubicBezTo>
                  <a:cubicBezTo>
                    <a:pt x="320" y="622"/>
                    <a:pt x="558" y="521"/>
                    <a:pt x="776" y="420"/>
                  </a:cubicBezTo>
                  <a:lnTo>
                    <a:pt x="946" y="335"/>
                  </a:lnTo>
                  <a:cubicBezTo>
                    <a:pt x="1095" y="267"/>
                    <a:pt x="1249" y="182"/>
                    <a:pt x="1382" y="117"/>
                  </a:cubicBezTo>
                  <a:lnTo>
                    <a:pt x="1600" y="16"/>
                  </a:lnTo>
                  <a:cubicBezTo>
                    <a:pt x="1616" y="16"/>
                    <a:pt x="1616" y="16"/>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931597" y="3244844"/>
              <a:ext cx="5364" cy="88300"/>
            </a:xfrm>
            <a:custGeom>
              <a:rect b="b" l="l" r="r" t="t"/>
              <a:pathLst>
                <a:path extrusionOk="0" h="889" w="54">
                  <a:moveTo>
                    <a:pt x="17" y="0"/>
                  </a:moveTo>
                  <a:cubicBezTo>
                    <a:pt x="17" y="0"/>
                    <a:pt x="1" y="0"/>
                    <a:pt x="1" y="16"/>
                  </a:cubicBezTo>
                  <a:lnTo>
                    <a:pt x="1" y="202"/>
                  </a:lnTo>
                  <a:lnTo>
                    <a:pt x="1" y="740"/>
                  </a:lnTo>
                  <a:lnTo>
                    <a:pt x="1" y="772"/>
                  </a:lnTo>
                  <a:cubicBezTo>
                    <a:pt x="1" y="808"/>
                    <a:pt x="1" y="840"/>
                    <a:pt x="17" y="889"/>
                  </a:cubicBezTo>
                  <a:lnTo>
                    <a:pt x="37" y="889"/>
                  </a:lnTo>
                  <a:cubicBezTo>
                    <a:pt x="53" y="889"/>
                    <a:pt x="53" y="873"/>
                    <a:pt x="53" y="873"/>
                  </a:cubicBezTo>
                  <a:cubicBezTo>
                    <a:pt x="37" y="840"/>
                    <a:pt x="37" y="808"/>
                    <a:pt x="37" y="772"/>
                  </a:cubicBezTo>
                  <a:lnTo>
                    <a:pt x="37" y="740"/>
                  </a:lnTo>
                  <a:lnTo>
                    <a:pt x="37" y="202"/>
                  </a:lnTo>
                  <a:lnTo>
                    <a:pt x="37" y="16"/>
                  </a:ln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791152" y="2649391"/>
              <a:ext cx="5364" cy="80354"/>
            </a:xfrm>
            <a:custGeom>
              <a:rect b="b" l="l" r="r" t="t"/>
              <a:pathLst>
                <a:path extrusionOk="0" h="809" w="54">
                  <a:moveTo>
                    <a:pt x="17" y="0"/>
                  </a:moveTo>
                  <a:cubicBezTo>
                    <a:pt x="1" y="0"/>
                    <a:pt x="1" y="0"/>
                    <a:pt x="1" y="17"/>
                  </a:cubicBezTo>
                  <a:cubicBezTo>
                    <a:pt x="17" y="170"/>
                    <a:pt x="17" y="340"/>
                    <a:pt x="17" y="505"/>
                  </a:cubicBezTo>
                  <a:lnTo>
                    <a:pt x="17" y="792"/>
                  </a:lnTo>
                  <a:cubicBezTo>
                    <a:pt x="17" y="792"/>
                    <a:pt x="17" y="808"/>
                    <a:pt x="37" y="808"/>
                  </a:cubicBezTo>
                  <a:lnTo>
                    <a:pt x="37" y="792"/>
                  </a:lnTo>
                  <a:lnTo>
                    <a:pt x="37" y="505"/>
                  </a:lnTo>
                  <a:cubicBezTo>
                    <a:pt x="53" y="340"/>
                    <a:pt x="53" y="17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672458" y="1604591"/>
              <a:ext cx="145710" cy="192293"/>
            </a:xfrm>
            <a:custGeom>
              <a:rect b="b" l="l" r="r" t="t"/>
              <a:pathLst>
                <a:path extrusionOk="0" h="1936" w="1467">
                  <a:moveTo>
                    <a:pt x="1398" y="0"/>
                  </a:moveTo>
                  <a:lnTo>
                    <a:pt x="1398" y="16"/>
                  </a:lnTo>
                  <a:cubicBezTo>
                    <a:pt x="1434" y="101"/>
                    <a:pt x="1434" y="170"/>
                    <a:pt x="1434" y="255"/>
                  </a:cubicBezTo>
                  <a:cubicBezTo>
                    <a:pt x="1414" y="303"/>
                    <a:pt x="1414" y="356"/>
                    <a:pt x="1414" y="404"/>
                  </a:cubicBezTo>
                  <a:cubicBezTo>
                    <a:pt x="1434" y="489"/>
                    <a:pt x="1434" y="590"/>
                    <a:pt x="1434" y="691"/>
                  </a:cubicBezTo>
                  <a:cubicBezTo>
                    <a:pt x="1434" y="776"/>
                    <a:pt x="1414" y="861"/>
                    <a:pt x="1434" y="941"/>
                  </a:cubicBezTo>
                  <a:cubicBezTo>
                    <a:pt x="1434" y="1026"/>
                    <a:pt x="1398" y="1079"/>
                    <a:pt x="1333" y="1127"/>
                  </a:cubicBezTo>
                  <a:cubicBezTo>
                    <a:pt x="1063" y="1264"/>
                    <a:pt x="828" y="1414"/>
                    <a:pt x="574" y="1547"/>
                  </a:cubicBezTo>
                  <a:cubicBezTo>
                    <a:pt x="473" y="1616"/>
                    <a:pt x="388" y="1668"/>
                    <a:pt x="287" y="1733"/>
                  </a:cubicBezTo>
                  <a:cubicBezTo>
                    <a:pt x="255" y="1749"/>
                    <a:pt x="238" y="1749"/>
                    <a:pt x="222" y="1769"/>
                  </a:cubicBezTo>
                  <a:cubicBezTo>
                    <a:pt x="154" y="1802"/>
                    <a:pt x="69" y="1850"/>
                    <a:pt x="0" y="1919"/>
                  </a:cubicBezTo>
                  <a:lnTo>
                    <a:pt x="0" y="1935"/>
                  </a:lnTo>
                  <a:lnTo>
                    <a:pt x="20" y="1935"/>
                  </a:lnTo>
                  <a:cubicBezTo>
                    <a:pt x="85" y="1870"/>
                    <a:pt x="154" y="1834"/>
                    <a:pt x="238" y="1786"/>
                  </a:cubicBezTo>
                  <a:cubicBezTo>
                    <a:pt x="255" y="1786"/>
                    <a:pt x="271" y="1769"/>
                    <a:pt x="287" y="1749"/>
                  </a:cubicBezTo>
                  <a:cubicBezTo>
                    <a:pt x="388" y="1701"/>
                    <a:pt x="489" y="1632"/>
                    <a:pt x="590" y="1584"/>
                  </a:cubicBezTo>
                  <a:cubicBezTo>
                    <a:pt x="828" y="1430"/>
                    <a:pt x="1079" y="1281"/>
                    <a:pt x="1333" y="1143"/>
                  </a:cubicBezTo>
                  <a:cubicBezTo>
                    <a:pt x="1434" y="1095"/>
                    <a:pt x="1467" y="1026"/>
                    <a:pt x="1450" y="941"/>
                  </a:cubicBezTo>
                  <a:lnTo>
                    <a:pt x="1450" y="691"/>
                  </a:lnTo>
                  <a:lnTo>
                    <a:pt x="1450" y="388"/>
                  </a:lnTo>
                  <a:lnTo>
                    <a:pt x="1450" y="255"/>
                  </a:lnTo>
                  <a:cubicBezTo>
                    <a:pt x="1467" y="186"/>
                    <a:pt x="1467" y="85"/>
                    <a:pt x="1414" y="16"/>
                  </a:cubicBezTo>
                  <a:cubicBezTo>
                    <a:pt x="1414" y="0"/>
                    <a:pt x="1414"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1256191" y="2643332"/>
              <a:ext cx="162198" cy="230434"/>
            </a:xfrm>
            <a:custGeom>
              <a:rect b="b" l="l" r="r" t="t"/>
              <a:pathLst>
                <a:path extrusionOk="0" h="2320" w="1633">
                  <a:moveTo>
                    <a:pt x="1539" y="1"/>
                  </a:moveTo>
                  <a:cubicBezTo>
                    <a:pt x="1519" y="1"/>
                    <a:pt x="1498" y="5"/>
                    <a:pt x="1479" y="13"/>
                  </a:cubicBezTo>
                  <a:cubicBezTo>
                    <a:pt x="1294" y="78"/>
                    <a:pt x="1128" y="162"/>
                    <a:pt x="958" y="231"/>
                  </a:cubicBezTo>
                  <a:lnTo>
                    <a:pt x="809" y="280"/>
                  </a:lnTo>
                  <a:cubicBezTo>
                    <a:pt x="724" y="316"/>
                    <a:pt x="655" y="348"/>
                    <a:pt x="570" y="381"/>
                  </a:cubicBezTo>
                  <a:cubicBezTo>
                    <a:pt x="385" y="465"/>
                    <a:pt x="203" y="534"/>
                    <a:pt x="1" y="603"/>
                  </a:cubicBezTo>
                  <a:lnTo>
                    <a:pt x="1" y="619"/>
                  </a:lnTo>
                  <a:lnTo>
                    <a:pt x="17" y="619"/>
                  </a:lnTo>
                  <a:cubicBezTo>
                    <a:pt x="203" y="566"/>
                    <a:pt x="405" y="481"/>
                    <a:pt x="587" y="401"/>
                  </a:cubicBezTo>
                  <a:cubicBezTo>
                    <a:pt x="655" y="381"/>
                    <a:pt x="740" y="348"/>
                    <a:pt x="809" y="316"/>
                  </a:cubicBezTo>
                  <a:lnTo>
                    <a:pt x="974" y="247"/>
                  </a:lnTo>
                  <a:cubicBezTo>
                    <a:pt x="1144" y="179"/>
                    <a:pt x="1314" y="114"/>
                    <a:pt x="1479" y="45"/>
                  </a:cubicBezTo>
                  <a:cubicBezTo>
                    <a:pt x="1506" y="37"/>
                    <a:pt x="1523" y="33"/>
                    <a:pt x="1537" y="33"/>
                  </a:cubicBezTo>
                  <a:cubicBezTo>
                    <a:pt x="1552" y="33"/>
                    <a:pt x="1564" y="37"/>
                    <a:pt x="1580" y="45"/>
                  </a:cubicBezTo>
                  <a:cubicBezTo>
                    <a:pt x="1597" y="61"/>
                    <a:pt x="1597" y="78"/>
                    <a:pt x="1597" y="114"/>
                  </a:cubicBezTo>
                  <a:cubicBezTo>
                    <a:pt x="1597" y="231"/>
                    <a:pt x="1597" y="364"/>
                    <a:pt x="1580" y="481"/>
                  </a:cubicBezTo>
                  <a:lnTo>
                    <a:pt x="1580" y="720"/>
                  </a:lnTo>
                  <a:cubicBezTo>
                    <a:pt x="1580" y="768"/>
                    <a:pt x="1564" y="784"/>
                    <a:pt x="1496" y="805"/>
                  </a:cubicBezTo>
                  <a:cubicBezTo>
                    <a:pt x="1261" y="885"/>
                    <a:pt x="1027" y="986"/>
                    <a:pt x="809" y="1071"/>
                  </a:cubicBezTo>
                  <a:cubicBezTo>
                    <a:pt x="607" y="1156"/>
                    <a:pt x="405" y="1241"/>
                    <a:pt x="203" y="1310"/>
                  </a:cubicBezTo>
                  <a:cubicBezTo>
                    <a:pt x="134" y="1342"/>
                    <a:pt x="102" y="1374"/>
                    <a:pt x="102" y="1443"/>
                  </a:cubicBezTo>
                  <a:lnTo>
                    <a:pt x="102" y="1714"/>
                  </a:lnTo>
                  <a:cubicBezTo>
                    <a:pt x="102" y="1916"/>
                    <a:pt x="102" y="2118"/>
                    <a:pt x="118" y="2320"/>
                  </a:cubicBezTo>
                  <a:lnTo>
                    <a:pt x="134" y="2320"/>
                  </a:lnTo>
                  <a:cubicBezTo>
                    <a:pt x="118" y="2118"/>
                    <a:pt x="134" y="1916"/>
                    <a:pt x="134" y="1714"/>
                  </a:cubicBezTo>
                  <a:lnTo>
                    <a:pt x="134" y="1443"/>
                  </a:lnTo>
                  <a:cubicBezTo>
                    <a:pt x="134" y="1374"/>
                    <a:pt x="166" y="1358"/>
                    <a:pt x="219" y="1342"/>
                  </a:cubicBezTo>
                  <a:cubicBezTo>
                    <a:pt x="421" y="1257"/>
                    <a:pt x="623" y="1172"/>
                    <a:pt x="809" y="1108"/>
                  </a:cubicBezTo>
                  <a:cubicBezTo>
                    <a:pt x="1043" y="1007"/>
                    <a:pt x="1277" y="922"/>
                    <a:pt x="1516" y="837"/>
                  </a:cubicBezTo>
                  <a:cubicBezTo>
                    <a:pt x="1564" y="805"/>
                    <a:pt x="1597" y="784"/>
                    <a:pt x="1597" y="720"/>
                  </a:cubicBezTo>
                  <a:cubicBezTo>
                    <a:pt x="1597" y="635"/>
                    <a:pt x="1617" y="566"/>
                    <a:pt x="1617" y="481"/>
                  </a:cubicBezTo>
                  <a:cubicBezTo>
                    <a:pt x="1617" y="364"/>
                    <a:pt x="1633" y="231"/>
                    <a:pt x="1633" y="114"/>
                  </a:cubicBezTo>
                  <a:cubicBezTo>
                    <a:pt x="1633" y="61"/>
                    <a:pt x="1617" y="29"/>
                    <a:pt x="1597" y="13"/>
                  </a:cubicBezTo>
                  <a:cubicBezTo>
                    <a:pt x="1580" y="5"/>
                    <a:pt x="1560" y="1"/>
                    <a:pt x="1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2167002" y="3353109"/>
              <a:ext cx="6953" cy="38637"/>
            </a:xfrm>
            <a:custGeom>
              <a:rect b="b" l="l" r="r" t="t"/>
              <a:pathLst>
                <a:path extrusionOk="0" h="389" w="70">
                  <a:moveTo>
                    <a:pt x="53" y="1"/>
                  </a:moveTo>
                  <a:cubicBezTo>
                    <a:pt x="53" y="1"/>
                    <a:pt x="37" y="1"/>
                    <a:pt x="37" y="21"/>
                  </a:cubicBezTo>
                  <a:cubicBezTo>
                    <a:pt x="21" y="70"/>
                    <a:pt x="21" y="138"/>
                    <a:pt x="21" y="203"/>
                  </a:cubicBezTo>
                  <a:cubicBezTo>
                    <a:pt x="21" y="255"/>
                    <a:pt x="37" y="324"/>
                    <a:pt x="21" y="373"/>
                  </a:cubicBezTo>
                  <a:cubicBezTo>
                    <a:pt x="1" y="389"/>
                    <a:pt x="21" y="389"/>
                    <a:pt x="21" y="389"/>
                  </a:cubicBezTo>
                  <a:lnTo>
                    <a:pt x="37" y="389"/>
                  </a:lnTo>
                  <a:cubicBezTo>
                    <a:pt x="53" y="324"/>
                    <a:pt x="53" y="255"/>
                    <a:pt x="53" y="203"/>
                  </a:cubicBezTo>
                  <a:cubicBezTo>
                    <a:pt x="53" y="138"/>
                    <a:pt x="53" y="86"/>
                    <a:pt x="70" y="21"/>
                  </a:cubicBezTo>
                  <a:cubicBezTo>
                    <a:pt x="70" y="21"/>
                    <a:pt x="70"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1740897" y="2459184"/>
              <a:ext cx="142134" cy="290625"/>
            </a:xfrm>
            <a:custGeom>
              <a:rect b="b" l="l" r="r" t="t"/>
              <a:pathLst>
                <a:path extrusionOk="0" h="2926" w="1431">
                  <a:moveTo>
                    <a:pt x="41" y="1"/>
                  </a:moveTo>
                  <a:cubicBezTo>
                    <a:pt x="37" y="1"/>
                    <a:pt x="33" y="5"/>
                    <a:pt x="33" y="13"/>
                  </a:cubicBezTo>
                  <a:cubicBezTo>
                    <a:pt x="1" y="65"/>
                    <a:pt x="1" y="114"/>
                    <a:pt x="1" y="166"/>
                  </a:cubicBezTo>
                  <a:lnTo>
                    <a:pt x="1" y="336"/>
                  </a:lnTo>
                  <a:lnTo>
                    <a:pt x="1" y="922"/>
                  </a:lnTo>
                  <a:cubicBezTo>
                    <a:pt x="1" y="1006"/>
                    <a:pt x="17" y="1059"/>
                    <a:pt x="69" y="1124"/>
                  </a:cubicBezTo>
                  <a:cubicBezTo>
                    <a:pt x="271" y="1378"/>
                    <a:pt x="453" y="1649"/>
                    <a:pt x="639" y="1915"/>
                  </a:cubicBezTo>
                  <a:cubicBezTo>
                    <a:pt x="793" y="2134"/>
                    <a:pt x="958" y="2356"/>
                    <a:pt x="1112" y="2574"/>
                  </a:cubicBezTo>
                  <a:cubicBezTo>
                    <a:pt x="1144" y="2606"/>
                    <a:pt x="1180" y="2638"/>
                    <a:pt x="1197" y="2675"/>
                  </a:cubicBezTo>
                  <a:cubicBezTo>
                    <a:pt x="1245" y="2776"/>
                    <a:pt x="1314" y="2861"/>
                    <a:pt x="1399" y="2925"/>
                  </a:cubicBezTo>
                  <a:lnTo>
                    <a:pt x="1415" y="2925"/>
                  </a:lnTo>
                  <a:lnTo>
                    <a:pt x="1415" y="2909"/>
                  </a:lnTo>
                  <a:cubicBezTo>
                    <a:pt x="1431" y="2909"/>
                    <a:pt x="1431" y="2909"/>
                    <a:pt x="1415" y="2893"/>
                  </a:cubicBezTo>
                  <a:cubicBezTo>
                    <a:pt x="1330" y="2840"/>
                    <a:pt x="1261" y="2760"/>
                    <a:pt x="1213" y="2675"/>
                  </a:cubicBezTo>
                  <a:cubicBezTo>
                    <a:pt x="1197" y="2622"/>
                    <a:pt x="1160" y="2590"/>
                    <a:pt x="1144" y="2558"/>
                  </a:cubicBezTo>
                  <a:cubicBezTo>
                    <a:pt x="978" y="2335"/>
                    <a:pt x="825" y="2117"/>
                    <a:pt x="675" y="1899"/>
                  </a:cubicBezTo>
                  <a:cubicBezTo>
                    <a:pt x="490" y="1629"/>
                    <a:pt x="288" y="1362"/>
                    <a:pt x="86" y="1107"/>
                  </a:cubicBezTo>
                  <a:cubicBezTo>
                    <a:pt x="49" y="1059"/>
                    <a:pt x="33" y="990"/>
                    <a:pt x="33" y="922"/>
                  </a:cubicBezTo>
                  <a:lnTo>
                    <a:pt x="33" y="336"/>
                  </a:lnTo>
                  <a:lnTo>
                    <a:pt x="33" y="166"/>
                  </a:lnTo>
                  <a:cubicBezTo>
                    <a:pt x="33" y="114"/>
                    <a:pt x="33" y="65"/>
                    <a:pt x="49" y="33"/>
                  </a:cubicBezTo>
                  <a:cubicBezTo>
                    <a:pt x="69" y="13"/>
                    <a:pt x="49" y="13"/>
                    <a:pt x="49" y="13"/>
                  </a:cubicBezTo>
                  <a:cubicBezTo>
                    <a:pt x="49" y="5"/>
                    <a:pt x="45"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672458" y="1758247"/>
              <a:ext cx="145710" cy="204312"/>
            </a:xfrm>
            <a:custGeom>
              <a:rect b="b" l="l" r="r" t="t"/>
              <a:pathLst>
                <a:path extrusionOk="0" h="2057" w="1467">
                  <a:moveTo>
                    <a:pt x="1398" y="0"/>
                  </a:moveTo>
                  <a:lnTo>
                    <a:pt x="1398" y="20"/>
                  </a:lnTo>
                  <a:cubicBezTo>
                    <a:pt x="1450" y="101"/>
                    <a:pt x="1434" y="186"/>
                    <a:pt x="1434" y="271"/>
                  </a:cubicBezTo>
                  <a:cubicBezTo>
                    <a:pt x="1414" y="323"/>
                    <a:pt x="1414" y="372"/>
                    <a:pt x="1414" y="424"/>
                  </a:cubicBezTo>
                  <a:cubicBezTo>
                    <a:pt x="1434" y="558"/>
                    <a:pt x="1434" y="707"/>
                    <a:pt x="1434" y="845"/>
                  </a:cubicBezTo>
                  <a:lnTo>
                    <a:pt x="1434" y="1148"/>
                  </a:lnTo>
                  <a:cubicBezTo>
                    <a:pt x="1434" y="1232"/>
                    <a:pt x="1398" y="1265"/>
                    <a:pt x="1333" y="1313"/>
                  </a:cubicBezTo>
                  <a:cubicBezTo>
                    <a:pt x="978" y="1499"/>
                    <a:pt x="626" y="1685"/>
                    <a:pt x="287" y="1871"/>
                  </a:cubicBezTo>
                  <a:lnTo>
                    <a:pt x="20" y="2020"/>
                  </a:lnTo>
                  <a:lnTo>
                    <a:pt x="0" y="2040"/>
                  </a:lnTo>
                  <a:lnTo>
                    <a:pt x="0" y="2056"/>
                  </a:lnTo>
                  <a:lnTo>
                    <a:pt x="37" y="2056"/>
                  </a:lnTo>
                  <a:lnTo>
                    <a:pt x="303" y="1903"/>
                  </a:lnTo>
                  <a:cubicBezTo>
                    <a:pt x="642" y="1717"/>
                    <a:pt x="994" y="1515"/>
                    <a:pt x="1333" y="1333"/>
                  </a:cubicBezTo>
                  <a:cubicBezTo>
                    <a:pt x="1414" y="1297"/>
                    <a:pt x="1467" y="1249"/>
                    <a:pt x="1450" y="1148"/>
                  </a:cubicBezTo>
                  <a:lnTo>
                    <a:pt x="1450" y="845"/>
                  </a:lnTo>
                  <a:lnTo>
                    <a:pt x="1450" y="424"/>
                  </a:lnTo>
                  <a:lnTo>
                    <a:pt x="1450" y="271"/>
                  </a:lnTo>
                  <a:cubicBezTo>
                    <a:pt x="1467" y="186"/>
                    <a:pt x="1467" y="85"/>
                    <a:pt x="14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869817" y="3147009"/>
              <a:ext cx="336314" cy="208285"/>
            </a:xfrm>
            <a:custGeom>
              <a:rect b="b" l="l" r="r" t="t"/>
              <a:pathLst>
                <a:path extrusionOk="0" h="2097" w="3386">
                  <a:moveTo>
                    <a:pt x="3371" y="0"/>
                  </a:moveTo>
                  <a:cubicBezTo>
                    <a:pt x="3368" y="0"/>
                    <a:pt x="3366" y="2"/>
                    <a:pt x="3366" y="8"/>
                  </a:cubicBezTo>
                  <a:cubicBezTo>
                    <a:pt x="3184" y="56"/>
                    <a:pt x="2998" y="125"/>
                    <a:pt x="2812" y="193"/>
                  </a:cubicBezTo>
                  <a:cubicBezTo>
                    <a:pt x="2610" y="278"/>
                    <a:pt x="2408" y="343"/>
                    <a:pt x="2222" y="412"/>
                  </a:cubicBezTo>
                  <a:cubicBezTo>
                    <a:pt x="2073" y="460"/>
                    <a:pt x="1936" y="513"/>
                    <a:pt x="1786" y="561"/>
                  </a:cubicBezTo>
                  <a:cubicBezTo>
                    <a:pt x="1483" y="682"/>
                    <a:pt x="1164" y="783"/>
                    <a:pt x="841" y="900"/>
                  </a:cubicBezTo>
                  <a:cubicBezTo>
                    <a:pt x="708" y="933"/>
                    <a:pt x="590" y="985"/>
                    <a:pt x="457" y="1034"/>
                  </a:cubicBezTo>
                  <a:cubicBezTo>
                    <a:pt x="356" y="1066"/>
                    <a:pt x="235" y="1102"/>
                    <a:pt x="118" y="1151"/>
                  </a:cubicBezTo>
                  <a:cubicBezTo>
                    <a:pt x="33" y="1167"/>
                    <a:pt x="1" y="1220"/>
                    <a:pt x="1" y="1321"/>
                  </a:cubicBezTo>
                  <a:lnTo>
                    <a:pt x="1" y="1741"/>
                  </a:lnTo>
                  <a:lnTo>
                    <a:pt x="1" y="1943"/>
                  </a:lnTo>
                  <a:lnTo>
                    <a:pt x="1" y="1975"/>
                  </a:lnTo>
                  <a:cubicBezTo>
                    <a:pt x="1" y="2011"/>
                    <a:pt x="1" y="2060"/>
                    <a:pt x="33" y="2096"/>
                  </a:cubicBezTo>
                  <a:lnTo>
                    <a:pt x="53" y="2096"/>
                  </a:lnTo>
                  <a:lnTo>
                    <a:pt x="53" y="2060"/>
                  </a:lnTo>
                  <a:cubicBezTo>
                    <a:pt x="33" y="2044"/>
                    <a:pt x="33" y="2011"/>
                    <a:pt x="33" y="1975"/>
                  </a:cubicBezTo>
                  <a:lnTo>
                    <a:pt x="33" y="1943"/>
                  </a:lnTo>
                  <a:lnTo>
                    <a:pt x="33" y="1741"/>
                  </a:lnTo>
                  <a:lnTo>
                    <a:pt x="33" y="1321"/>
                  </a:lnTo>
                  <a:cubicBezTo>
                    <a:pt x="33" y="1236"/>
                    <a:pt x="53" y="1203"/>
                    <a:pt x="134" y="1167"/>
                  </a:cubicBezTo>
                  <a:cubicBezTo>
                    <a:pt x="235" y="1135"/>
                    <a:pt x="356" y="1086"/>
                    <a:pt x="473" y="1050"/>
                  </a:cubicBezTo>
                  <a:cubicBezTo>
                    <a:pt x="590" y="1001"/>
                    <a:pt x="724" y="965"/>
                    <a:pt x="841" y="917"/>
                  </a:cubicBezTo>
                  <a:cubicBezTo>
                    <a:pt x="1164" y="816"/>
                    <a:pt x="1483" y="698"/>
                    <a:pt x="1802" y="581"/>
                  </a:cubicBezTo>
                  <a:cubicBezTo>
                    <a:pt x="1936" y="529"/>
                    <a:pt x="2089" y="480"/>
                    <a:pt x="2222" y="444"/>
                  </a:cubicBezTo>
                  <a:cubicBezTo>
                    <a:pt x="2424" y="359"/>
                    <a:pt x="2626" y="294"/>
                    <a:pt x="2812" y="226"/>
                  </a:cubicBezTo>
                  <a:cubicBezTo>
                    <a:pt x="2998" y="157"/>
                    <a:pt x="3184" y="92"/>
                    <a:pt x="3366" y="24"/>
                  </a:cubicBezTo>
                  <a:cubicBezTo>
                    <a:pt x="3386" y="24"/>
                    <a:pt x="3386" y="8"/>
                    <a:pt x="3386" y="8"/>
                  </a:cubicBezTo>
                  <a:cubicBezTo>
                    <a:pt x="3386" y="8"/>
                    <a:pt x="3377" y="0"/>
                    <a:pt x="3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1334459" y="3276529"/>
              <a:ext cx="5364" cy="102007"/>
            </a:xfrm>
            <a:custGeom>
              <a:rect b="b" l="l" r="r" t="t"/>
              <a:pathLst>
                <a:path extrusionOk="0" h="1027" w="54">
                  <a:moveTo>
                    <a:pt x="21" y="0"/>
                  </a:moveTo>
                  <a:cubicBezTo>
                    <a:pt x="1" y="0"/>
                    <a:pt x="1" y="17"/>
                    <a:pt x="1" y="17"/>
                  </a:cubicBezTo>
                  <a:lnTo>
                    <a:pt x="1" y="235"/>
                  </a:lnTo>
                  <a:lnTo>
                    <a:pt x="1" y="873"/>
                  </a:lnTo>
                  <a:lnTo>
                    <a:pt x="1" y="909"/>
                  </a:lnTo>
                  <a:cubicBezTo>
                    <a:pt x="1" y="942"/>
                    <a:pt x="1" y="994"/>
                    <a:pt x="21" y="1026"/>
                  </a:cubicBezTo>
                  <a:lnTo>
                    <a:pt x="37" y="1026"/>
                  </a:lnTo>
                  <a:cubicBezTo>
                    <a:pt x="37" y="1026"/>
                    <a:pt x="53" y="1026"/>
                    <a:pt x="37" y="1010"/>
                  </a:cubicBezTo>
                  <a:cubicBezTo>
                    <a:pt x="21" y="974"/>
                    <a:pt x="37" y="942"/>
                    <a:pt x="37" y="909"/>
                  </a:cubicBezTo>
                  <a:lnTo>
                    <a:pt x="37" y="873"/>
                  </a:lnTo>
                  <a:lnTo>
                    <a:pt x="37" y="235"/>
                  </a:lnTo>
                  <a:lnTo>
                    <a:pt x="37" y="17"/>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1414714" y="3420153"/>
              <a:ext cx="87207" cy="180672"/>
            </a:xfrm>
            <a:custGeom>
              <a:rect b="b" l="l" r="r" t="t"/>
              <a:pathLst>
                <a:path extrusionOk="0" h="1819" w="878">
                  <a:moveTo>
                    <a:pt x="1" y="1"/>
                  </a:moveTo>
                  <a:lnTo>
                    <a:pt x="1" y="17"/>
                  </a:lnTo>
                  <a:cubicBezTo>
                    <a:pt x="170" y="134"/>
                    <a:pt x="324" y="271"/>
                    <a:pt x="473" y="405"/>
                  </a:cubicBezTo>
                  <a:cubicBezTo>
                    <a:pt x="558" y="506"/>
                    <a:pt x="659" y="590"/>
                    <a:pt x="776" y="675"/>
                  </a:cubicBezTo>
                  <a:cubicBezTo>
                    <a:pt x="829" y="724"/>
                    <a:pt x="845" y="792"/>
                    <a:pt x="845" y="877"/>
                  </a:cubicBezTo>
                  <a:lnTo>
                    <a:pt x="845" y="1499"/>
                  </a:lnTo>
                  <a:lnTo>
                    <a:pt x="845" y="1669"/>
                  </a:lnTo>
                  <a:cubicBezTo>
                    <a:pt x="845" y="1701"/>
                    <a:pt x="845" y="1750"/>
                    <a:pt x="808" y="1802"/>
                  </a:cubicBezTo>
                  <a:lnTo>
                    <a:pt x="829" y="1818"/>
                  </a:lnTo>
                  <a:lnTo>
                    <a:pt x="845" y="1802"/>
                  </a:lnTo>
                  <a:cubicBezTo>
                    <a:pt x="877" y="1770"/>
                    <a:pt x="877" y="1717"/>
                    <a:pt x="877" y="1669"/>
                  </a:cubicBezTo>
                  <a:lnTo>
                    <a:pt x="877" y="1499"/>
                  </a:lnTo>
                  <a:cubicBezTo>
                    <a:pt x="877" y="1297"/>
                    <a:pt x="861" y="1079"/>
                    <a:pt x="877" y="877"/>
                  </a:cubicBezTo>
                  <a:cubicBezTo>
                    <a:pt x="877" y="792"/>
                    <a:pt x="861" y="708"/>
                    <a:pt x="792" y="659"/>
                  </a:cubicBezTo>
                  <a:cubicBezTo>
                    <a:pt x="675" y="574"/>
                    <a:pt x="574" y="473"/>
                    <a:pt x="489" y="388"/>
                  </a:cubicBezTo>
                  <a:cubicBezTo>
                    <a:pt x="340" y="255"/>
                    <a:pt x="170" y="11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1182393" y="3156147"/>
              <a:ext cx="6953" cy="93564"/>
            </a:xfrm>
            <a:custGeom>
              <a:rect b="b" l="l" r="r" t="t"/>
              <a:pathLst>
                <a:path extrusionOk="0" h="942" w="70">
                  <a:moveTo>
                    <a:pt x="17" y="0"/>
                  </a:moveTo>
                  <a:lnTo>
                    <a:pt x="1" y="17"/>
                  </a:lnTo>
                  <a:cubicBezTo>
                    <a:pt x="17" y="166"/>
                    <a:pt x="17" y="320"/>
                    <a:pt x="17" y="453"/>
                  </a:cubicBezTo>
                  <a:lnTo>
                    <a:pt x="17" y="724"/>
                  </a:lnTo>
                  <a:lnTo>
                    <a:pt x="17" y="792"/>
                  </a:lnTo>
                  <a:cubicBezTo>
                    <a:pt x="17" y="841"/>
                    <a:pt x="17" y="893"/>
                    <a:pt x="37" y="942"/>
                  </a:cubicBezTo>
                  <a:lnTo>
                    <a:pt x="53" y="942"/>
                  </a:lnTo>
                  <a:cubicBezTo>
                    <a:pt x="53" y="942"/>
                    <a:pt x="69" y="942"/>
                    <a:pt x="53" y="926"/>
                  </a:cubicBezTo>
                  <a:cubicBezTo>
                    <a:pt x="37" y="893"/>
                    <a:pt x="53" y="841"/>
                    <a:pt x="53" y="792"/>
                  </a:cubicBezTo>
                  <a:lnTo>
                    <a:pt x="53" y="724"/>
                  </a:lnTo>
                  <a:lnTo>
                    <a:pt x="53" y="453"/>
                  </a:lnTo>
                  <a:cubicBezTo>
                    <a:pt x="53" y="320"/>
                    <a:pt x="53" y="166"/>
                    <a:pt x="37" y="17"/>
                  </a:cubicBez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746257" y="3311392"/>
              <a:ext cx="4867" cy="80354"/>
            </a:xfrm>
            <a:custGeom>
              <a:rect b="b" l="l" r="r" t="t"/>
              <a:pathLst>
                <a:path extrusionOk="0" h="809" w="49">
                  <a:moveTo>
                    <a:pt x="0" y="1"/>
                  </a:moveTo>
                  <a:lnTo>
                    <a:pt x="0" y="17"/>
                  </a:lnTo>
                  <a:cubicBezTo>
                    <a:pt x="17" y="154"/>
                    <a:pt x="17" y="288"/>
                    <a:pt x="0" y="405"/>
                  </a:cubicBezTo>
                  <a:lnTo>
                    <a:pt x="0" y="659"/>
                  </a:lnTo>
                  <a:cubicBezTo>
                    <a:pt x="17" y="675"/>
                    <a:pt x="0" y="675"/>
                    <a:pt x="0" y="692"/>
                  </a:cubicBezTo>
                  <a:cubicBezTo>
                    <a:pt x="0" y="724"/>
                    <a:pt x="0" y="776"/>
                    <a:pt x="17" y="809"/>
                  </a:cubicBezTo>
                  <a:lnTo>
                    <a:pt x="33" y="809"/>
                  </a:lnTo>
                  <a:cubicBezTo>
                    <a:pt x="49" y="809"/>
                    <a:pt x="49" y="809"/>
                    <a:pt x="49" y="793"/>
                  </a:cubicBezTo>
                  <a:cubicBezTo>
                    <a:pt x="33" y="760"/>
                    <a:pt x="33" y="724"/>
                    <a:pt x="33" y="692"/>
                  </a:cubicBezTo>
                  <a:lnTo>
                    <a:pt x="33" y="659"/>
                  </a:lnTo>
                  <a:lnTo>
                    <a:pt x="33" y="405"/>
                  </a:lnTo>
                  <a:cubicBezTo>
                    <a:pt x="33" y="288"/>
                    <a:pt x="33" y="154"/>
                    <a:pt x="17" y="17"/>
                  </a:cubicBezTo>
                  <a:cubicBezTo>
                    <a:pt x="17" y="1"/>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1135809" y="2494146"/>
              <a:ext cx="4966" cy="86711"/>
            </a:xfrm>
            <a:custGeom>
              <a:rect b="b" l="l" r="r" t="t"/>
              <a:pathLst>
                <a:path extrusionOk="0" h="873" w="50">
                  <a:moveTo>
                    <a:pt x="1" y="0"/>
                  </a:moveTo>
                  <a:cubicBezTo>
                    <a:pt x="33" y="202"/>
                    <a:pt x="17" y="404"/>
                    <a:pt x="17" y="606"/>
                  </a:cubicBezTo>
                  <a:lnTo>
                    <a:pt x="17" y="707"/>
                  </a:lnTo>
                  <a:lnTo>
                    <a:pt x="17" y="792"/>
                  </a:lnTo>
                  <a:cubicBezTo>
                    <a:pt x="33" y="808"/>
                    <a:pt x="33" y="840"/>
                    <a:pt x="33" y="856"/>
                  </a:cubicBezTo>
                  <a:cubicBezTo>
                    <a:pt x="33" y="856"/>
                    <a:pt x="33" y="873"/>
                    <a:pt x="49" y="873"/>
                  </a:cubicBezTo>
                  <a:lnTo>
                    <a:pt x="49" y="856"/>
                  </a:lnTo>
                  <a:lnTo>
                    <a:pt x="49" y="792"/>
                  </a:lnTo>
                  <a:cubicBezTo>
                    <a:pt x="49" y="755"/>
                    <a:pt x="33" y="739"/>
                    <a:pt x="33" y="707"/>
                  </a:cubicBezTo>
                  <a:lnTo>
                    <a:pt x="33" y="606"/>
                  </a:lnTo>
                  <a:cubicBezTo>
                    <a:pt x="49" y="404"/>
                    <a:pt x="49" y="202"/>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2081979" y="3463459"/>
              <a:ext cx="100418" cy="117303"/>
            </a:xfrm>
            <a:custGeom>
              <a:rect b="b" l="l" r="r" t="t"/>
              <a:pathLst>
                <a:path extrusionOk="0" h="1181" w="1011">
                  <a:moveTo>
                    <a:pt x="17" y="1"/>
                  </a:moveTo>
                  <a:cubicBezTo>
                    <a:pt x="17" y="1"/>
                    <a:pt x="1" y="1"/>
                    <a:pt x="1" y="21"/>
                  </a:cubicBezTo>
                  <a:cubicBezTo>
                    <a:pt x="1" y="122"/>
                    <a:pt x="69" y="171"/>
                    <a:pt x="134" y="239"/>
                  </a:cubicBezTo>
                  <a:cubicBezTo>
                    <a:pt x="150" y="255"/>
                    <a:pt x="186" y="272"/>
                    <a:pt x="202" y="304"/>
                  </a:cubicBezTo>
                  <a:cubicBezTo>
                    <a:pt x="404" y="558"/>
                    <a:pt x="639" y="809"/>
                    <a:pt x="841" y="1063"/>
                  </a:cubicBezTo>
                  <a:lnTo>
                    <a:pt x="857" y="1079"/>
                  </a:lnTo>
                  <a:lnTo>
                    <a:pt x="877" y="1096"/>
                  </a:lnTo>
                  <a:cubicBezTo>
                    <a:pt x="909" y="1132"/>
                    <a:pt x="942" y="1180"/>
                    <a:pt x="994" y="1180"/>
                  </a:cubicBezTo>
                  <a:lnTo>
                    <a:pt x="1010" y="1180"/>
                  </a:lnTo>
                  <a:lnTo>
                    <a:pt x="1010" y="1164"/>
                  </a:lnTo>
                  <a:cubicBezTo>
                    <a:pt x="1010" y="1148"/>
                    <a:pt x="1010" y="1148"/>
                    <a:pt x="994" y="1148"/>
                  </a:cubicBezTo>
                  <a:cubicBezTo>
                    <a:pt x="958" y="1148"/>
                    <a:pt x="926" y="1112"/>
                    <a:pt x="893" y="1079"/>
                  </a:cubicBezTo>
                  <a:cubicBezTo>
                    <a:pt x="893" y="1079"/>
                    <a:pt x="893" y="1063"/>
                    <a:pt x="877" y="1063"/>
                  </a:cubicBezTo>
                  <a:lnTo>
                    <a:pt x="877" y="1047"/>
                  </a:lnTo>
                  <a:cubicBezTo>
                    <a:pt x="655" y="793"/>
                    <a:pt x="421" y="542"/>
                    <a:pt x="219" y="288"/>
                  </a:cubicBezTo>
                  <a:cubicBezTo>
                    <a:pt x="202" y="255"/>
                    <a:pt x="170" y="239"/>
                    <a:pt x="150" y="223"/>
                  </a:cubicBezTo>
                  <a:cubicBezTo>
                    <a:pt x="85" y="154"/>
                    <a:pt x="17" y="102"/>
                    <a:pt x="33" y="21"/>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754699" y="1703221"/>
              <a:ext cx="4867" cy="38637"/>
            </a:xfrm>
            <a:custGeom>
              <a:rect b="b" l="l" r="r" t="t"/>
              <a:pathLst>
                <a:path extrusionOk="0" h="389" w="49">
                  <a:moveTo>
                    <a:pt x="16" y="1"/>
                  </a:moveTo>
                  <a:cubicBezTo>
                    <a:pt x="16" y="1"/>
                    <a:pt x="0" y="1"/>
                    <a:pt x="0" y="17"/>
                  </a:cubicBezTo>
                  <a:lnTo>
                    <a:pt x="0" y="150"/>
                  </a:lnTo>
                  <a:cubicBezTo>
                    <a:pt x="0" y="219"/>
                    <a:pt x="0" y="304"/>
                    <a:pt x="16" y="372"/>
                  </a:cubicBezTo>
                  <a:cubicBezTo>
                    <a:pt x="16" y="389"/>
                    <a:pt x="33" y="389"/>
                    <a:pt x="33" y="389"/>
                  </a:cubicBezTo>
                  <a:lnTo>
                    <a:pt x="49" y="372"/>
                  </a:lnTo>
                  <a:cubicBezTo>
                    <a:pt x="33" y="304"/>
                    <a:pt x="33" y="219"/>
                    <a:pt x="33" y="150"/>
                  </a:cubicBezTo>
                  <a:lnTo>
                    <a:pt x="33" y="17"/>
                  </a:ln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1747751" y="1855288"/>
              <a:ext cx="155344" cy="306318"/>
            </a:xfrm>
            <a:custGeom>
              <a:rect b="b" l="l" r="r" t="t"/>
              <a:pathLst>
                <a:path extrusionOk="0" h="3084" w="1564">
                  <a:moveTo>
                    <a:pt x="17" y="1"/>
                  </a:moveTo>
                  <a:lnTo>
                    <a:pt x="0" y="17"/>
                  </a:lnTo>
                  <a:lnTo>
                    <a:pt x="17" y="33"/>
                  </a:lnTo>
                  <a:cubicBezTo>
                    <a:pt x="49" y="33"/>
                    <a:pt x="65" y="70"/>
                    <a:pt x="81" y="102"/>
                  </a:cubicBezTo>
                  <a:lnTo>
                    <a:pt x="101" y="118"/>
                  </a:lnTo>
                  <a:cubicBezTo>
                    <a:pt x="202" y="288"/>
                    <a:pt x="303" y="457"/>
                    <a:pt x="404" y="623"/>
                  </a:cubicBezTo>
                  <a:cubicBezTo>
                    <a:pt x="671" y="1096"/>
                    <a:pt x="974" y="1584"/>
                    <a:pt x="1261" y="2089"/>
                  </a:cubicBezTo>
                  <a:cubicBezTo>
                    <a:pt x="1277" y="2106"/>
                    <a:pt x="1277" y="2122"/>
                    <a:pt x="1293" y="2138"/>
                  </a:cubicBezTo>
                  <a:cubicBezTo>
                    <a:pt x="1330" y="2190"/>
                    <a:pt x="1378" y="2239"/>
                    <a:pt x="1362" y="2308"/>
                  </a:cubicBezTo>
                  <a:lnTo>
                    <a:pt x="1362" y="2526"/>
                  </a:lnTo>
                  <a:lnTo>
                    <a:pt x="1362" y="2679"/>
                  </a:lnTo>
                  <a:cubicBezTo>
                    <a:pt x="1346" y="2845"/>
                    <a:pt x="1414" y="2998"/>
                    <a:pt x="1548" y="3083"/>
                  </a:cubicBezTo>
                  <a:lnTo>
                    <a:pt x="1564" y="3083"/>
                  </a:lnTo>
                  <a:lnTo>
                    <a:pt x="1564" y="3063"/>
                  </a:lnTo>
                  <a:cubicBezTo>
                    <a:pt x="1431" y="2962"/>
                    <a:pt x="1362" y="2845"/>
                    <a:pt x="1378" y="2679"/>
                  </a:cubicBezTo>
                  <a:lnTo>
                    <a:pt x="1378" y="2509"/>
                  </a:lnTo>
                  <a:cubicBezTo>
                    <a:pt x="1378" y="2441"/>
                    <a:pt x="1378" y="2376"/>
                    <a:pt x="1394" y="2308"/>
                  </a:cubicBezTo>
                  <a:cubicBezTo>
                    <a:pt x="1394" y="2239"/>
                    <a:pt x="1362" y="2174"/>
                    <a:pt x="1313" y="2122"/>
                  </a:cubicBezTo>
                  <a:cubicBezTo>
                    <a:pt x="1313" y="2106"/>
                    <a:pt x="1293" y="2089"/>
                    <a:pt x="1277" y="2073"/>
                  </a:cubicBezTo>
                  <a:cubicBezTo>
                    <a:pt x="990" y="1584"/>
                    <a:pt x="707" y="1079"/>
                    <a:pt x="421" y="607"/>
                  </a:cubicBezTo>
                  <a:cubicBezTo>
                    <a:pt x="320" y="437"/>
                    <a:pt x="219" y="272"/>
                    <a:pt x="118" y="102"/>
                  </a:cubicBezTo>
                  <a:lnTo>
                    <a:pt x="118" y="86"/>
                  </a:lnTo>
                  <a:cubicBezTo>
                    <a:pt x="101" y="53"/>
                    <a:pt x="65" y="1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1517019" y="3329867"/>
              <a:ext cx="200736" cy="302643"/>
            </a:xfrm>
            <a:custGeom>
              <a:rect b="b" l="l" r="r" t="t"/>
              <a:pathLst>
                <a:path extrusionOk="0" h="3047" w="2021">
                  <a:moveTo>
                    <a:pt x="1" y="1"/>
                  </a:moveTo>
                  <a:lnTo>
                    <a:pt x="1" y="17"/>
                  </a:lnTo>
                  <a:cubicBezTo>
                    <a:pt x="81" y="102"/>
                    <a:pt x="166" y="170"/>
                    <a:pt x="235" y="255"/>
                  </a:cubicBezTo>
                  <a:cubicBezTo>
                    <a:pt x="405" y="421"/>
                    <a:pt x="586" y="590"/>
                    <a:pt x="772" y="760"/>
                  </a:cubicBezTo>
                  <a:cubicBezTo>
                    <a:pt x="942" y="910"/>
                    <a:pt x="1112" y="1079"/>
                    <a:pt x="1261" y="1229"/>
                  </a:cubicBezTo>
                  <a:cubicBezTo>
                    <a:pt x="1431" y="1382"/>
                    <a:pt x="1580" y="1548"/>
                    <a:pt x="1750" y="1701"/>
                  </a:cubicBezTo>
                  <a:cubicBezTo>
                    <a:pt x="1766" y="1701"/>
                    <a:pt x="1766" y="1718"/>
                    <a:pt x="1782" y="1718"/>
                  </a:cubicBezTo>
                  <a:cubicBezTo>
                    <a:pt x="1798" y="1734"/>
                    <a:pt x="1818" y="1770"/>
                    <a:pt x="1835" y="1770"/>
                  </a:cubicBezTo>
                  <a:cubicBezTo>
                    <a:pt x="1968" y="1851"/>
                    <a:pt x="1984" y="1952"/>
                    <a:pt x="1984" y="2121"/>
                  </a:cubicBezTo>
                  <a:cubicBezTo>
                    <a:pt x="1968" y="2239"/>
                    <a:pt x="1968" y="2356"/>
                    <a:pt x="1968" y="2493"/>
                  </a:cubicBezTo>
                  <a:cubicBezTo>
                    <a:pt x="1968" y="2643"/>
                    <a:pt x="1984" y="2796"/>
                    <a:pt x="1968" y="2946"/>
                  </a:cubicBezTo>
                  <a:cubicBezTo>
                    <a:pt x="1968" y="2982"/>
                    <a:pt x="1968" y="2998"/>
                    <a:pt x="1984" y="3014"/>
                  </a:cubicBezTo>
                  <a:lnTo>
                    <a:pt x="1984" y="3030"/>
                  </a:lnTo>
                  <a:lnTo>
                    <a:pt x="2000" y="3047"/>
                  </a:lnTo>
                  <a:cubicBezTo>
                    <a:pt x="2020" y="3047"/>
                    <a:pt x="2020" y="3030"/>
                    <a:pt x="2020" y="3030"/>
                  </a:cubicBezTo>
                  <a:cubicBezTo>
                    <a:pt x="2020" y="3014"/>
                    <a:pt x="2000" y="3014"/>
                    <a:pt x="2000" y="2998"/>
                  </a:cubicBezTo>
                  <a:cubicBezTo>
                    <a:pt x="2000" y="2982"/>
                    <a:pt x="1984" y="2962"/>
                    <a:pt x="1984" y="2946"/>
                  </a:cubicBezTo>
                  <a:cubicBezTo>
                    <a:pt x="2000" y="2796"/>
                    <a:pt x="2000" y="2643"/>
                    <a:pt x="2000" y="2493"/>
                  </a:cubicBezTo>
                  <a:lnTo>
                    <a:pt x="2000" y="2121"/>
                  </a:lnTo>
                  <a:cubicBezTo>
                    <a:pt x="2020" y="1988"/>
                    <a:pt x="2000" y="1835"/>
                    <a:pt x="1851" y="1750"/>
                  </a:cubicBezTo>
                  <a:cubicBezTo>
                    <a:pt x="1835" y="1734"/>
                    <a:pt x="1818" y="1718"/>
                    <a:pt x="1798" y="1701"/>
                  </a:cubicBezTo>
                  <a:cubicBezTo>
                    <a:pt x="1782" y="1701"/>
                    <a:pt x="1782" y="1685"/>
                    <a:pt x="1766" y="1669"/>
                  </a:cubicBezTo>
                  <a:cubicBezTo>
                    <a:pt x="1596" y="1532"/>
                    <a:pt x="1447" y="1366"/>
                    <a:pt x="1293" y="1213"/>
                  </a:cubicBezTo>
                  <a:cubicBezTo>
                    <a:pt x="1128" y="1063"/>
                    <a:pt x="958" y="893"/>
                    <a:pt x="788" y="740"/>
                  </a:cubicBezTo>
                  <a:cubicBezTo>
                    <a:pt x="607" y="574"/>
                    <a:pt x="421" y="405"/>
                    <a:pt x="251" y="235"/>
                  </a:cubicBezTo>
                  <a:cubicBezTo>
                    <a:pt x="182" y="154"/>
                    <a:pt x="102"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1376573" y="3620790"/>
              <a:ext cx="4966" cy="113628"/>
            </a:xfrm>
            <a:custGeom>
              <a:rect b="b" l="l" r="r" t="t"/>
              <a:pathLst>
                <a:path extrusionOk="0" h="1144" w="50">
                  <a:moveTo>
                    <a:pt x="17" y="0"/>
                  </a:moveTo>
                  <a:cubicBezTo>
                    <a:pt x="1" y="0"/>
                    <a:pt x="1" y="0"/>
                    <a:pt x="1" y="17"/>
                  </a:cubicBezTo>
                  <a:cubicBezTo>
                    <a:pt x="17" y="101"/>
                    <a:pt x="17" y="186"/>
                    <a:pt x="17" y="271"/>
                  </a:cubicBezTo>
                  <a:lnTo>
                    <a:pt x="17" y="388"/>
                  </a:lnTo>
                  <a:lnTo>
                    <a:pt x="17" y="909"/>
                  </a:lnTo>
                  <a:lnTo>
                    <a:pt x="17" y="1127"/>
                  </a:lnTo>
                  <a:cubicBezTo>
                    <a:pt x="17" y="1144"/>
                    <a:pt x="17" y="1144"/>
                    <a:pt x="33" y="1144"/>
                  </a:cubicBezTo>
                  <a:lnTo>
                    <a:pt x="33" y="1127"/>
                  </a:lnTo>
                  <a:lnTo>
                    <a:pt x="33" y="909"/>
                  </a:lnTo>
                  <a:lnTo>
                    <a:pt x="33" y="388"/>
                  </a:lnTo>
                  <a:lnTo>
                    <a:pt x="33" y="271"/>
                  </a:lnTo>
                  <a:cubicBezTo>
                    <a:pt x="49" y="186"/>
                    <a:pt x="4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1923059" y="2102905"/>
              <a:ext cx="140545" cy="327475"/>
            </a:xfrm>
            <a:custGeom>
              <a:rect b="b" l="l" r="r" t="t"/>
              <a:pathLst>
                <a:path extrusionOk="0" h="3297" w="1415">
                  <a:moveTo>
                    <a:pt x="1" y="0"/>
                  </a:moveTo>
                  <a:lnTo>
                    <a:pt x="1" y="16"/>
                  </a:lnTo>
                  <a:cubicBezTo>
                    <a:pt x="33" y="101"/>
                    <a:pt x="33" y="202"/>
                    <a:pt x="17" y="303"/>
                  </a:cubicBezTo>
                  <a:lnTo>
                    <a:pt x="17" y="469"/>
                  </a:lnTo>
                  <a:lnTo>
                    <a:pt x="17" y="489"/>
                  </a:lnTo>
                  <a:cubicBezTo>
                    <a:pt x="33" y="538"/>
                    <a:pt x="33" y="570"/>
                    <a:pt x="69" y="622"/>
                  </a:cubicBezTo>
                  <a:cubicBezTo>
                    <a:pt x="187" y="740"/>
                    <a:pt x="255" y="873"/>
                    <a:pt x="320" y="1010"/>
                  </a:cubicBezTo>
                  <a:cubicBezTo>
                    <a:pt x="356" y="1059"/>
                    <a:pt x="389" y="1127"/>
                    <a:pt x="421" y="1176"/>
                  </a:cubicBezTo>
                  <a:cubicBezTo>
                    <a:pt x="538" y="1378"/>
                    <a:pt x="659" y="1564"/>
                    <a:pt x="760" y="1750"/>
                  </a:cubicBezTo>
                  <a:cubicBezTo>
                    <a:pt x="894" y="2004"/>
                    <a:pt x="1043" y="2238"/>
                    <a:pt x="1197" y="2473"/>
                  </a:cubicBezTo>
                  <a:cubicBezTo>
                    <a:pt x="1281" y="2626"/>
                    <a:pt x="1265" y="2776"/>
                    <a:pt x="1245" y="2913"/>
                  </a:cubicBezTo>
                  <a:cubicBezTo>
                    <a:pt x="1213" y="3095"/>
                    <a:pt x="1298" y="3196"/>
                    <a:pt x="1399" y="3297"/>
                  </a:cubicBezTo>
                  <a:lnTo>
                    <a:pt x="1415" y="3297"/>
                  </a:lnTo>
                  <a:lnTo>
                    <a:pt x="1415" y="3264"/>
                  </a:lnTo>
                  <a:cubicBezTo>
                    <a:pt x="1298" y="3163"/>
                    <a:pt x="1245" y="3079"/>
                    <a:pt x="1265" y="2913"/>
                  </a:cubicBezTo>
                  <a:cubicBezTo>
                    <a:pt x="1298" y="2776"/>
                    <a:pt x="1314" y="2626"/>
                    <a:pt x="1213" y="2456"/>
                  </a:cubicBezTo>
                  <a:cubicBezTo>
                    <a:pt x="1063" y="2222"/>
                    <a:pt x="926" y="1984"/>
                    <a:pt x="793" y="1750"/>
                  </a:cubicBezTo>
                  <a:cubicBezTo>
                    <a:pt x="675" y="1548"/>
                    <a:pt x="558" y="1362"/>
                    <a:pt x="457" y="1160"/>
                  </a:cubicBezTo>
                  <a:cubicBezTo>
                    <a:pt x="421" y="1111"/>
                    <a:pt x="389" y="1043"/>
                    <a:pt x="356" y="994"/>
                  </a:cubicBezTo>
                  <a:cubicBezTo>
                    <a:pt x="271" y="857"/>
                    <a:pt x="203" y="723"/>
                    <a:pt x="102" y="606"/>
                  </a:cubicBezTo>
                  <a:cubicBezTo>
                    <a:pt x="53" y="554"/>
                    <a:pt x="53" y="521"/>
                    <a:pt x="53" y="489"/>
                  </a:cubicBezTo>
                  <a:lnTo>
                    <a:pt x="53" y="469"/>
                  </a:lnTo>
                  <a:cubicBezTo>
                    <a:pt x="33" y="420"/>
                    <a:pt x="53" y="352"/>
                    <a:pt x="53" y="303"/>
                  </a:cubicBezTo>
                  <a:cubicBezTo>
                    <a:pt x="53" y="202"/>
                    <a:pt x="6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791152" y="2813476"/>
              <a:ext cx="5364" cy="78367"/>
            </a:xfrm>
            <a:custGeom>
              <a:rect b="b" l="l" r="r" t="t"/>
              <a:pathLst>
                <a:path extrusionOk="0" h="789" w="54">
                  <a:moveTo>
                    <a:pt x="1" y="1"/>
                  </a:moveTo>
                  <a:cubicBezTo>
                    <a:pt x="17" y="166"/>
                    <a:pt x="17" y="336"/>
                    <a:pt x="17" y="485"/>
                  </a:cubicBezTo>
                  <a:lnTo>
                    <a:pt x="17" y="772"/>
                  </a:lnTo>
                  <a:cubicBezTo>
                    <a:pt x="17" y="788"/>
                    <a:pt x="17" y="788"/>
                    <a:pt x="37" y="788"/>
                  </a:cubicBezTo>
                  <a:lnTo>
                    <a:pt x="37" y="772"/>
                  </a:lnTo>
                  <a:lnTo>
                    <a:pt x="37" y="485"/>
                  </a:lnTo>
                  <a:cubicBezTo>
                    <a:pt x="53" y="320"/>
                    <a:pt x="53" y="166"/>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500328" y="3485608"/>
              <a:ext cx="140545" cy="68236"/>
            </a:xfrm>
            <a:custGeom>
              <a:rect b="b" l="l" r="r" t="t"/>
              <a:pathLst>
                <a:path extrusionOk="0" h="687" w="1415">
                  <a:moveTo>
                    <a:pt x="1329" y="0"/>
                  </a:moveTo>
                  <a:lnTo>
                    <a:pt x="1111" y="81"/>
                  </a:lnTo>
                  <a:cubicBezTo>
                    <a:pt x="877" y="150"/>
                    <a:pt x="622" y="234"/>
                    <a:pt x="388" y="319"/>
                  </a:cubicBezTo>
                  <a:cubicBezTo>
                    <a:pt x="372" y="335"/>
                    <a:pt x="356" y="335"/>
                    <a:pt x="319" y="335"/>
                  </a:cubicBezTo>
                  <a:lnTo>
                    <a:pt x="271" y="335"/>
                  </a:lnTo>
                  <a:lnTo>
                    <a:pt x="271" y="352"/>
                  </a:lnTo>
                  <a:lnTo>
                    <a:pt x="388" y="352"/>
                  </a:lnTo>
                  <a:cubicBezTo>
                    <a:pt x="642" y="267"/>
                    <a:pt x="877" y="182"/>
                    <a:pt x="1111" y="101"/>
                  </a:cubicBezTo>
                  <a:lnTo>
                    <a:pt x="1329" y="32"/>
                  </a:lnTo>
                  <a:cubicBezTo>
                    <a:pt x="1382" y="117"/>
                    <a:pt x="1382" y="117"/>
                    <a:pt x="1349" y="218"/>
                  </a:cubicBezTo>
                  <a:cubicBezTo>
                    <a:pt x="1095" y="283"/>
                    <a:pt x="844" y="368"/>
                    <a:pt x="606" y="452"/>
                  </a:cubicBezTo>
                  <a:cubicBezTo>
                    <a:pt x="404" y="521"/>
                    <a:pt x="202" y="606"/>
                    <a:pt x="0" y="654"/>
                  </a:cubicBezTo>
                  <a:lnTo>
                    <a:pt x="0" y="671"/>
                  </a:lnTo>
                  <a:lnTo>
                    <a:pt x="16" y="687"/>
                  </a:lnTo>
                  <a:cubicBezTo>
                    <a:pt x="218" y="622"/>
                    <a:pt x="420" y="553"/>
                    <a:pt x="622" y="485"/>
                  </a:cubicBezTo>
                  <a:cubicBezTo>
                    <a:pt x="861" y="404"/>
                    <a:pt x="1111" y="319"/>
                    <a:pt x="1366" y="251"/>
                  </a:cubicBezTo>
                  <a:lnTo>
                    <a:pt x="1382" y="234"/>
                  </a:lnTo>
                  <a:cubicBezTo>
                    <a:pt x="1414" y="101"/>
                    <a:pt x="1414" y="101"/>
                    <a:pt x="1349" y="16"/>
                  </a:cubicBezTo>
                  <a:lnTo>
                    <a:pt x="13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670770" y="2137768"/>
              <a:ext cx="147398" cy="172230"/>
            </a:xfrm>
            <a:custGeom>
              <a:rect b="b" l="l" r="r" t="t"/>
              <a:pathLst>
                <a:path extrusionOk="0" h="1734" w="1484">
                  <a:moveTo>
                    <a:pt x="1451" y="1"/>
                  </a:moveTo>
                  <a:cubicBezTo>
                    <a:pt x="1431" y="1"/>
                    <a:pt x="1431" y="1"/>
                    <a:pt x="1431" y="17"/>
                  </a:cubicBezTo>
                  <a:cubicBezTo>
                    <a:pt x="1451" y="187"/>
                    <a:pt x="1451" y="356"/>
                    <a:pt x="1451" y="506"/>
                  </a:cubicBezTo>
                  <a:cubicBezTo>
                    <a:pt x="1451" y="607"/>
                    <a:pt x="1431" y="708"/>
                    <a:pt x="1451" y="809"/>
                  </a:cubicBezTo>
                  <a:lnTo>
                    <a:pt x="1451" y="845"/>
                  </a:lnTo>
                  <a:cubicBezTo>
                    <a:pt x="1451" y="894"/>
                    <a:pt x="1451" y="926"/>
                    <a:pt x="1467" y="978"/>
                  </a:cubicBezTo>
                  <a:lnTo>
                    <a:pt x="17" y="1701"/>
                  </a:lnTo>
                  <a:cubicBezTo>
                    <a:pt x="17" y="1701"/>
                    <a:pt x="1" y="1718"/>
                    <a:pt x="17" y="1718"/>
                  </a:cubicBezTo>
                  <a:lnTo>
                    <a:pt x="17" y="1734"/>
                  </a:lnTo>
                  <a:lnTo>
                    <a:pt x="37" y="1718"/>
                  </a:lnTo>
                  <a:lnTo>
                    <a:pt x="1484" y="995"/>
                  </a:lnTo>
                  <a:lnTo>
                    <a:pt x="1484" y="978"/>
                  </a:lnTo>
                  <a:cubicBezTo>
                    <a:pt x="1467" y="926"/>
                    <a:pt x="1467" y="894"/>
                    <a:pt x="1467" y="845"/>
                  </a:cubicBezTo>
                  <a:lnTo>
                    <a:pt x="1467" y="809"/>
                  </a:lnTo>
                  <a:lnTo>
                    <a:pt x="1467" y="506"/>
                  </a:lnTo>
                  <a:cubicBezTo>
                    <a:pt x="1467" y="356"/>
                    <a:pt x="1484" y="187"/>
                    <a:pt x="1451" y="17"/>
                  </a:cubicBezTo>
                  <a:lnTo>
                    <a:pt x="14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889881" y="1922332"/>
              <a:ext cx="5364" cy="86810"/>
            </a:xfrm>
            <a:custGeom>
              <a:rect b="b" l="l" r="r" t="t"/>
              <a:pathLst>
                <a:path extrusionOk="0" h="874" w="54">
                  <a:moveTo>
                    <a:pt x="17" y="0"/>
                  </a:moveTo>
                  <a:cubicBezTo>
                    <a:pt x="17" y="0"/>
                    <a:pt x="1" y="0"/>
                    <a:pt x="1" y="17"/>
                  </a:cubicBezTo>
                  <a:cubicBezTo>
                    <a:pt x="33" y="150"/>
                    <a:pt x="17" y="287"/>
                    <a:pt x="17" y="421"/>
                  </a:cubicBezTo>
                  <a:lnTo>
                    <a:pt x="17" y="655"/>
                  </a:lnTo>
                  <a:lnTo>
                    <a:pt x="17" y="792"/>
                  </a:lnTo>
                  <a:lnTo>
                    <a:pt x="17" y="857"/>
                  </a:lnTo>
                  <a:lnTo>
                    <a:pt x="33" y="873"/>
                  </a:lnTo>
                  <a:lnTo>
                    <a:pt x="53" y="857"/>
                  </a:lnTo>
                  <a:lnTo>
                    <a:pt x="53" y="792"/>
                  </a:lnTo>
                  <a:lnTo>
                    <a:pt x="53" y="655"/>
                  </a:lnTo>
                  <a:lnTo>
                    <a:pt x="53" y="421"/>
                  </a:lnTo>
                  <a:cubicBezTo>
                    <a:pt x="53" y="287"/>
                    <a:pt x="53" y="13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2081979" y="3592283"/>
              <a:ext cx="102007" cy="110449"/>
            </a:xfrm>
            <a:custGeom>
              <a:rect b="b" l="l" r="r" t="t"/>
              <a:pathLst>
                <a:path extrusionOk="0" h="1112" w="1027">
                  <a:moveTo>
                    <a:pt x="17" y="1"/>
                  </a:moveTo>
                  <a:cubicBezTo>
                    <a:pt x="1" y="1"/>
                    <a:pt x="1" y="1"/>
                    <a:pt x="1" y="17"/>
                  </a:cubicBezTo>
                  <a:cubicBezTo>
                    <a:pt x="17" y="85"/>
                    <a:pt x="69" y="138"/>
                    <a:pt x="101" y="186"/>
                  </a:cubicBezTo>
                  <a:lnTo>
                    <a:pt x="118" y="203"/>
                  </a:lnTo>
                  <a:cubicBezTo>
                    <a:pt x="235" y="320"/>
                    <a:pt x="336" y="441"/>
                    <a:pt x="453" y="558"/>
                  </a:cubicBezTo>
                  <a:cubicBezTo>
                    <a:pt x="590" y="708"/>
                    <a:pt x="740" y="861"/>
                    <a:pt x="877" y="1011"/>
                  </a:cubicBezTo>
                  <a:lnTo>
                    <a:pt x="893" y="1027"/>
                  </a:lnTo>
                  <a:cubicBezTo>
                    <a:pt x="926" y="1063"/>
                    <a:pt x="958" y="1112"/>
                    <a:pt x="1010" y="1112"/>
                  </a:cubicBezTo>
                  <a:cubicBezTo>
                    <a:pt x="1027" y="1112"/>
                    <a:pt x="1027" y="1095"/>
                    <a:pt x="1027" y="1095"/>
                  </a:cubicBezTo>
                  <a:cubicBezTo>
                    <a:pt x="1027" y="1095"/>
                    <a:pt x="1027" y="1079"/>
                    <a:pt x="1010" y="1079"/>
                  </a:cubicBezTo>
                  <a:cubicBezTo>
                    <a:pt x="978" y="1079"/>
                    <a:pt x="942" y="1047"/>
                    <a:pt x="909" y="1011"/>
                  </a:cubicBezTo>
                  <a:lnTo>
                    <a:pt x="893" y="994"/>
                  </a:lnTo>
                  <a:cubicBezTo>
                    <a:pt x="756" y="845"/>
                    <a:pt x="606" y="691"/>
                    <a:pt x="473" y="542"/>
                  </a:cubicBezTo>
                  <a:cubicBezTo>
                    <a:pt x="352" y="421"/>
                    <a:pt x="251" y="304"/>
                    <a:pt x="134" y="186"/>
                  </a:cubicBezTo>
                  <a:lnTo>
                    <a:pt x="118" y="170"/>
                  </a:lnTo>
                  <a:cubicBezTo>
                    <a:pt x="85" y="118"/>
                    <a:pt x="33" y="85"/>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1384619" y="1651473"/>
              <a:ext cx="5364" cy="38637"/>
            </a:xfrm>
            <a:custGeom>
              <a:rect b="b" l="l" r="r" t="t"/>
              <a:pathLst>
                <a:path extrusionOk="0" h="389" w="54">
                  <a:moveTo>
                    <a:pt x="21" y="1"/>
                  </a:moveTo>
                  <a:cubicBezTo>
                    <a:pt x="21" y="1"/>
                    <a:pt x="1" y="17"/>
                    <a:pt x="21" y="17"/>
                  </a:cubicBezTo>
                  <a:cubicBezTo>
                    <a:pt x="37" y="150"/>
                    <a:pt x="37" y="267"/>
                    <a:pt x="21" y="368"/>
                  </a:cubicBezTo>
                  <a:cubicBezTo>
                    <a:pt x="1" y="368"/>
                    <a:pt x="21" y="389"/>
                    <a:pt x="21" y="389"/>
                  </a:cubicBezTo>
                  <a:cubicBezTo>
                    <a:pt x="37" y="389"/>
                    <a:pt x="37" y="368"/>
                    <a:pt x="37" y="368"/>
                  </a:cubicBezTo>
                  <a:cubicBezTo>
                    <a:pt x="53" y="267"/>
                    <a:pt x="53" y="150"/>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1409946" y="1994144"/>
              <a:ext cx="8443" cy="172230"/>
            </a:xfrm>
            <a:custGeom>
              <a:rect b="b" l="l" r="r" t="t"/>
              <a:pathLst>
                <a:path extrusionOk="0" h="1734" w="85">
                  <a:moveTo>
                    <a:pt x="32" y="1"/>
                  </a:moveTo>
                  <a:lnTo>
                    <a:pt x="32" y="17"/>
                  </a:lnTo>
                  <a:cubicBezTo>
                    <a:pt x="49" y="85"/>
                    <a:pt x="32" y="150"/>
                    <a:pt x="32" y="219"/>
                  </a:cubicBezTo>
                  <a:cubicBezTo>
                    <a:pt x="16" y="251"/>
                    <a:pt x="16" y="304"/>
                    <a:pt x="16" y="336"/>
                  </a:cubicBezTo>
                  <a:lnTo>
                    <a:pt x="16" y="538"/>
                  </a:lnTo>
                  <a:cubicBezTo>
                    <a:pt x="0" y="724"/>
                    <a:pt x="0" y="926"/>
                    <a:pt x="16" y="1128"/>
                  </a:cubicBezTo>
                  <a:cubicBezTo>
                    <a:pt x="32" y="1212"/>
                    <a:pt x="32" y="1297"/>
                    <a:pt x="32" y="1382"/>
                  </a:cubicBezTo>
                  <a:cubicBezTo>
                    <a:pt x="32" y="1499"/>
                    <a:pt x="32" y="1600"/>
                    <a:pt x="49" y="1717"/>
                  </a:cubicBezTo>
                  <a:lnTo>
                    <a:pt x="69" y="1734"/>
                  </a:lnTo>
                  <a:cubicBezTo>
                    <a:pt x="85" y="1734"/>
                    <a:pt x="85" y="1717"/>
                    <a:pt x="85" y="1717"/>
                  </a:cubicBezTo>
                  <a:cubicBezTo>
                    <a:pt x="49" y="1600"/>
                    <a:pt x="49" y="1483"/>
                    <a:pt x="49" y="1382"/>
                  </a:cubicBezTo>
                  <a:lnTo>
                    <a:pt x="49" y="1111"/>
                  </a:lnTo>
                  <a:cubicBezTo>
                    <a:pt x="16" y="926"/>
                    <a:pt x="32" y="724"/>
                    <a:pt x="32" y="538"/>
                  </a:cubicBezTo>
                  <a:lnTo>
                    <a:pt x="32" y="336"/>
                  </a:lnTo>
                  <a:cubicBezTo>
                    <a:pt x="32" y="304"/>
                    <a:pt x="49" y="271"/>
                    <a:pt x="49" y="219"/>
                  </a:cubicBezTo>
                  <a:cubicBezTo>
                    <a:pt x="69" y="150"/>
                    <a:pt x="85" y="85"/>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2081979" y="2430280"/>
              <a:ext cx="100418" cy="195968"/>
            </a:xfrm>
            <a:custGeom>
              <a:rect b="b" l="l" r="r" t="t"/>
              <a:pathLst>
                <a:path extrusionOk="0" h="1973" w="1011">
                  <a:moveTo>
                    <a:pt x="49" y="1"/>
                  </a:moveTo>
                  <a:cubicBezTo>
                    <a:pt x="33" y="1"/>
                    <a:pt x="33" y="1"/>
                    <a:pt x="33" y="21"/>
                  </a:cubicBezTo>
                  <a:cubicBezTo>
                    <a:pt x="1" y="203"/>
                    <a:pt x="1" y="425"/>
                    <a:pt x="134" y="643"/>
                  </a:cubicBezTo>
                  <a:cubicBezTo>
                    <a:pt x="303" y="910"/>
                    <a:pt x="473" y="1180"/>
                    <a:pt x="623" y="1451"/>
                  </a:cubicBezTo>
                  <a:cubicBezTo>
                    <a:pt x="707" y="1584"/>
                    <a:pt x="792" y="1738"/>
                    <a:pt x="877" y="1871"/>
                  </a:cubicBezTo>
                  <a:cubicBezTo>
                    <a:pt x="893" y="1871"/>
                    <a:pt x="893" y="1887"/>
                    <a:pt x="893" y="1903"/>
                  </a:cubicBezTo>
                  <a:cubicBezTo>
                    <a:pt x="909" y="1920"/>
                    <a:pt x="926" y="1972"/>
                    <a:pt x="994" y="1972"/>
                  </a:cubicBezTo>
                  <a:cubicBezTo>
                    <a:pt x="994" y="1972"/>
                    <a:pt x="1010" y="1972"/>
                    <a:pt x="1010" y="1956"/>
                  </a:cubicBezTo>
                  <a:lnTo>
                    <a:pt x="994" y="1940"/>
                  </a:lnTo>
                  <a:cubicBezTo>
                    <a:pt x="942" y="1940"/>
                    <a:pt x="942" y="1920"/>
                    <a:pt x="926" y="1887"/>
                  </a:cubicBezTo>
                  <a:cubicBezTo>
                    <a:pt x="909" y="1871"/>
                    <a:pt x="909" y="1871"/>
                    <a:pt x="909" y="1855"/>
                  </a:cubicBezTo>
                  <a:cubicBezTo>
                    <a:pt x="825" y="1718"/>
                    <a:pt x="740" y="1568"/>
                    <a:pt x="655" y="1435"/>
                  </a:cubicBezTo>
                  <a:cubicBezTo>
                    <a:pt x="489" y="1164"/>
                    <a:pt x="320" y="893"/>
                    <a:pt x="150" y="627"/>
                  </a:cubicBezTo>
                  <a:cubicBezTo>
                    <a:pt x="49" y="457"/>
                    <a:pt x="17" y="271"/>
                    <a:pt x="49" y="21"/>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1745764" y="2492458"/>
              <a:ext cx="155742" cy="284169"/>
            </a:xfrm>
            <a:custGeom>
              <a:rect b="b" l="l" r="r" t="t"/>
              <a:pathLst>
                <a:path extrusionOk="0" h="2861" w="1568">
                  <a:moveTo>
                    <a:pt x="0" y="1"/>
                  </a:moveTo>
                  <a:lnTo>
                    <a:pt x="0" y="17"/>
                  </a:lnTo>
                  <a:cubicBezTo>
                    <a:pt x="85" y="49"/>
                    <a:pt x="101" y="102"/>
                    <a:pt x="154" y="166"/>
                  </a:cubicBezTo>
                  <a:cubicBezTo>
                    <a:pt x="154" y="183"/>
                    <a:pt x="170" y="219"/>
                    <a:pt x="186" y="235"/>
                  </a:cubicBezTo>
                  <a:cubicBezTo>
                    <a:pt x="441" y="587"/>
                    <a:pt x="707" y="958"/>
                    <a:pt x="962" y="1314"/>
                  </a:cubicBezTo>
                  <a:lnTo>
                    <a:pt x="1164" y="1617"/>
                  </a:lnTo>
                  <a:cubicBezTo>
                    <a:pt x="1180" y="1633"/>
                    <a:pt x="1196" y="1649"/>
                    <a:pt x="1196" y="1665"/>
                  </a:cubicBezTo>
                  <a:cubicBezTo>
                    <a:pt x="1232" y="1734"/>
                    <a:pt x="1281" y="1782"/>
                    <a:pt x="1313" y="1835"/>
                  </a:cubicBezTo>
                  <a:cubicBezTo>
                    <a:pt x="1382" y="1900"/>
                    <a:pt x="1414" y="1984"/>
                    <a:pt x="1398" y="2085"/>
                  </a:cubicBezTo>
                  <a:lnTo>
                    <a:pt x="1398" y="2287"/>
                  </a:lnTo>
                  <a:cubicBezTo>
                    <a:pt x="1398" y="2388"/>
                    <a:pt x="1414" y="2489"/>
                    <a:pt x="1366" y="2590"/>
                  </a:cubicBezTo>
                  <a:cubicBezTo>
                    <a:pt x="1366" y="2627"/>
                    <a:pt x="1398" y="2691"/>
                    <a:pt x="1414" y="2728"/>
                  </a:cubicBezTo>
                  <a:cubicBezTo>
                    <a:pt x="1451" y="2760"/>
                    <a:pt x="1467" y="2792"/>
                    <a:pt x="1499" y="2829"/>
                  </a:cubicBezTo>
                  <a:cubicBezTo>
                    <a:pt x="1515" y="2829"/>
                    <a:pt x="1535" y="2845"/>
                    <a:pt x="1535" y="2861"/>
                  </a:cubicBezTo>
                  <a:lnTo>
                    <a:pt x="1568" y="2861"/>
                  </a:lnTo>
                  <a:lnTo>
                    <a:pt x="1568" y="2845"/>
                  </a:lnTo>
                  <a:cubicBezTo>
                    <a:pt x="1551" y="2829"/>
                    <a:pt x="1535" y="2808"/>
                    <a:pt x="1515" y="2792"/>
                  </a:cubicBezTo>
                  <a:cubicBezTo>
                    <a:pt x="1499" y="2776"/>
                    <a:pt x="1467" y="2744"/>
                    <a:pt x="1451" y="2707"/>
                  </a:cubicBezTo>
                  <a:cubicBezTo>
                    <a:pt x="1398" y="2659"/>
                    <a:pt x="1382" y="2627"/>
                    <a:pt x="1398" y="2590"/>
                  </a:cubicBezTo>
                  <a:cubicBezTo>
                    <a:pt x="1434" y="2489"/>
                    <a:pt x="1434" y="2388"/>
                    <a:pt x="1434" y="2287"/>
                  </a:cubicBezTo>
                  <a:cubicBezTo>
                    <a:pt x="1414" y="2223"/>
                    <a:pt x="1414" y="2154"/>
                    <a:pt x="1434" y="2085"/>
                  </a:cubicBezTo>
                  <a:cubicBezTo>
                    <a:pt x="1451" y="1984"/>
                    <a:pt x="1414" y="1883"/>
                    <a:pt x="1350" y="1819"/>
                  </a:cubicBezTo>
                  <a:cubicBezTo>
                    <a:pt x="1297" y="1766"/>
                    <a:pt x="1265" y="1718"/>
                    <a:pt x="1232" y="1665"/>
                  </a:cubicBezTo>
                  <a:cubicBezTo>
                    <a:pt x="1212" y="1633"/>
                    <a:pt x="1196" y="1617"/>
                    <a:pt x="1180" y="1597"/>
                  </a:cubicBezTo>
                  <a:lnTo>
                    <a:pt x="978" y="1314"/>
                  </a:lnTo>
                  <a:cubicBezTo>
                    <a:pt x="727" y="942"/>
                    <a:pt x="473" y="570"/>
                    <a:pt x="202" y="219"/>
                  </a:cubicBezTo>
                  <a:cubicBezTo>
                    <a:pt x="186" y="203"/>
                    <a:pt x="186" y="166"/>
                    <a:pt x="170" y="150"/>
                  </a:cubicBezTo>
                  <a:cubicBezTo>
                    <a:pt x="138" y="82"/>
                    <a:pt x="101" y="17"/>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1341313" y="1487388"/>
              <a:ext cx="6853" cy="105582"/>
            </a:xfrm>
            <a:custGeom>
              <a:rect b="b" l="l" r="r" t="t"/>
              <a:pathLst>
                <a:path extrusionOk="0" h="1063" w="69">
                  <a:moveTo>
                    <a:pt x="0" y="0"/>
                  </a:moveTo>
                  <a:cubicBezTo>
                    <a:pt x="16" y="154"/>
                    <a:pt x="16" y="324"/>
                    <a:pt x="16" y="473"/>
                  </a:cubicBezTo>
                  <a:lnTo>
                    <a:pt x="16" y="776"/>
                  </a:lnTo>
                  <a:lnTo>
                    <a:pt x="16" y="861"/>
                  </a:lnTo>
                  <a:cubicBezTo>
                    <a:pt x="16" y="930"/>
                    <a:pt x="0" y="994"/>
                    <a:pt x="53" y="1063"/>
                  </a:cubicBezTo>
                  <a:lnTo>
                    <a:pt x="69" y="1063"/>
                  </a:lnTo>
                  <a:lnTo>
                    <a:pt x="69" y="1047"/>
                  </a:lnTo>
                  <a:cubicBezTo>
                    <a:pt x="33" y="978"/>
                    <a:pt x="33" y="930"/>
                    <a:pt x="33" y="861"/>
                  </a:cubicBezTo>
                  <a:cubicBezTo>
                    <a:pt x="33" y="829"/>
                    <a:pt x="53" y="808"/>
                    <a:pt x="53" y="776"/>
                  </a:cubicBezTo>
                  <a:cubicBezTo>
                    <a:pt x="33" y="675"/>
                    <a:pt x="33" y="574"/>
                    <a:pt x="33" y="473"/>
                  </a:cubicBezTo>
                  <a:cubicBezTo>
                    <a:pt x="53" y="324"/>
                    <a:pt x="53" y="15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1284300" y="3647707"/>
              <a:ext cx="5364" cy="86711"/>
            </a:xfrm>
            <a:custGeom>
              <a:rect b="b" l="l" r="r" t="t"/>
              <a:pathLst>
                <a:path extrusionOk="0" h="873" w="54">
                  <a:moveTo>
                    <a:pt x="21" y="0"/>
                  </a:moveTo>
                  <a:cubicBezTo>
                    <a:pt x="21" y="0"/>
                    <a:pt x="1" y="0"/>
                    <a:pt x="1" y="16"/>
                  </a:cubicBezTo>
                  <a:cubicBezTo>
                    <a:pt x="37" y="150"/>
                    <a:pt x="21" y="287"/>
                    <a:pt x="21" y="420"/>
                  </a:cubicBezTo>
                  <a:lnTo>
                    <a:pt x="21" y="655"/>
                  </a:lnTo>
                  <a:lnTo>
                    <a:pt x="21" y="792"/>
                  </a:lnTo>
                  <a:lnTo>
                    <a:pt x="21" y="856"/>
                  </a:lnTo>
                  <a:cubicBezTo>
                    <a:pt x="21" y="873"/>
                    <a:pt x="37" y="873"/>
                    <a:pt x="37" y="873"/>
                  </a:cubicBezTo>
                  <a:cubicBezTo>
                    <a:pt x="37" y="873"/>
                    <a:pt x="53" y="873"/>
                    <a:pt x="53" y="856"/>
                  </a:cubicBezTo>
                  <a:lnTo>
                    <a:pt x="53" y="792"/>
                  </a:lnTo>
                  <a:lnTo>
                    <a:pt x="53" y="655"/>
                  </a:lnTo>
                  <a:lnTo>
                    <a:pt x="53" y="420"/>
                  </a:lnTo>
                  <a:cubicBezTo>
                    <a:pt x="53" y="287"/>
                    <a:pt x="53" y="150"/>
                    <a:pt x="37" y="16"/>
                  </a:cubicBez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687655" y="2306720"/>
              <a:ext cx="127335" cy="145710"/>
            </a:xfrm>
            <a:custGeom>
              <a:rect b="b" l="l" r="r" t="t"/>
              <a:pathLst>
                <a:path extrusionOk="0" h="1467" w="1282">
                  <a:moveTo>
                    <a:pt x="1261" y="0"/>
                  </a:moveTo>
                  <a:cubicBezTo>
                    <a:pt x="1180" y="17"/>
                    <a:pt x="1112" y="53"/>
                    <a:pt x="1027" y="101"/>
                  </a:cubicBezTo>
                  <a:cubicBezTo>
                    <a:pt x="994" y="118"/>
                    <a:pt x="958" y="134"/>
                    <a:pt x="910" y="154"/>
                  </a:cubicBezTo>
                  <a:cubicBezTo>
                    <a:pt x="655" y="271"/>
                    <a:pt x="388" y="404"/>
                    <a:pt x="134" y="522"/>
                  </a:cubicBezTo>
                  <a:lnTo>
                    <a:pt x="85" y="538"/>
                  </a:lnTo>
                  <a:cubicBezTo>
                    <a:pt x="49" y="574"/>
                    <a:pt x="1" y="606"/>
                    <a:pt x="1" y="675"/>
                  </a:cubicBezTo>
                  <a:lnTo>
                    <a:pt x="1" y="1128"/>
                  </a:lnTo>
                  <a:lnTo>
                    <a:pt x="1" y="1398"/>
                  </a:lnTo>
                  <a:cubicBezTo>
                    <a:pt x="1" y="1414"/>
                    <a:pt x="17" y="1431"/>
                    <a:pt x="17" y="1447"/>
                  </a:cubicBezTo>
                  <a:lnTo>
                    <a:pt x="33" y="1467"/>
                  </a:lnTo>
                  <a:lnTo>
                    <a:pt x="49" y="1467"/>
                  </a:lnTo>
                  <a:lnTo>
                    <a:pt x="49" y="1447"/>
                  </a:lnTo>
                  <a:lnTo>
                    <a:pt x="49" y="1431"/>
                  </a:lnTo>
                  <a:cubicBezTo>
                    <a:pt x="33" y="1414"/>
                    <a:pt x="33" y="1398"/>
                    <a:pt x="33" y="1398"/>
                  </a:cubicBezTo>
                  <a:lnTo>
                    <a:pt x="33" y="1128"/>
                  </a:lnTo>
                  <a:lnTo>
                    <a:pt x="33" y="675"/>
                  </a:lnTo>
                  <a:cubicBezTo>
                    <a:pt x="33" y="606"/>
                    <a:pt x="69" y="590"/>
                    <a:pt x="102" y="574"/>
                  </a:cubicBezTo>
                  <a:lnTo>
                    <a:pt x="150" y="538"/>
                  </a:lnTo>
                  <a:cubicBezTo>
                    <a:pt x="405" y="421"/>
                    <a:pt x="675" y="287"/>
                    <a:pt x="926" y="170"/>
                  </a:cubicBezTo>
                  <a:cubicBezTo>
                    <a:pt x="958" y="154"/>
                    <a:pt x="1011" y="134"/>
                    <a:pt x="1043" y="118"/>
                  </a:cubicBezTo>
                  <a:cubicBezTo>
                    <a:pt x="1112" y="85"/>
                    <a:pt x="1196" y="33"/>
                    <a:pt x="1281" y="33"/>
                  </a:cubicBezTo>
                  <a:lnTo>
                    <a:pt x="1281" y="17"/>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1673952" y="3510440"/>
              <a:ext cx="5264" cy="78765"/>
            </a:xfrm>
            <a:custGeom>
              <a:rect b="b" l="l" r="r" t="t"/>
              <a:pathLst>
                <a:path extrusionOk="0" h="793" w="53">
                  <a:moveTo>
                    <a:pt x="53" y="1"/>
                  </a:moveTo>
                  <a:cubicBezTo>
                    <a:pt x="37" y="1"/>
                    <a:pt x="37" y="1"/>
                    <a:pt x="37" y="17"/>
                  </a:cubicBezTo>
                  <a:cubicBezTo>
                    <a:pt x="16" y="134"/>
                    <a:pt x="16" y="255"/>
                    <a:pt x="16" y="372"/>
                  </a:cubicBezTo>
                  <a:lnTo>
                    <a:pt x="16" y="574"/>
                  </a:lnTo>
                  <a:lnTo>
                    <a:pt x="16" y="639"/>
                  </a:lnTo>
                  <a:cubicBezTo>
                    <a:pt x="16" y="691"/>
                    <a:pt x="16" y="740"/>
                    <a:pt x="0" y="776"/>
                  </a:cubicBezTo>
                  <a:cubicBezTo>
                    <a:pt x="0" y="792"/>
                    <a:pt x="0" y="792"/>
                    <a:pt x="16" y="792"/>
                  </a:cubicBezTo>
                  <a:lnTo>
                    <a:pt x="37" y="792"/>
                  </a:lnTo>
                  <a:cubicBezTo>
                    <a:pt x="53" y="740"/>
                    <a:pt x="53" y="691"/>
                    <a:pt x="53" y="639"/>
                  </a:cubicBezTo>
                  <a:cubicBezTo>
                    <a:pt x="37" y="623"/>
                    <a:pt x="37" y="606"/>
                    <a:pt x="37" y="590"/>
                  </a:cubicBezTo>
                  <a:cubicBezTo>
                    <a:pt x="53" y="505"/>
                    <a:pt x="53" y="437"/>
                    <a:pt x="53" y="372"/>
                  </a:cubicBezTo>
                  <a:cubicBezTo>
                    <a:pt x="37" y="255"/>
                    <a:pt x="37" y="134"/>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1923059" y="2577579"/>
              <a:ext cx="128924" cy="264105"/>
            </a:xfrm>
            <a:custGeom>
              <a:rect b="b" l="l" r="r" t="t"/>
              <a:pathLst>
                <a:path extrusionOk="0" h="2659" w="1298">
                  <a:moveTo>
                    <a:pt x="53" y="0"/>
                  </a:moveTo>
                  <a:cubicBezTo>
                    <a:pt x="53" y="0"/>
                    <a:pt x="33" y="0"/>
                    <a:pt x="33" y="16"/>
                  </a:cubicBezTo>
                  <a:cubicBezTo>
                    <a:pt x="1" y="117"/>
                    <a:pt x="33" y="202"/>
                    <a:pt x="102" y="303"/>
                  </a:cubicBezTo>
                  <a:cubicBezTo>
                    <a:pt x="203" y="420"/>
                    <a:pt x="288" y="538"/>
                    <a:pt x="372" y="675"/>
                  </a:cubicBezTo>
                  <a:cubicBezTo>
                    <a:pt x="389" y="707"/>
                    <a:pt x="421" y="740"/>
                    <a:pt x="437" y="776"/>
                  </a:cubicBezTo>
                  <a:cubicBezTo>
                    <a:pt x="538" y="909"/>
                    <a:pt x="623" y="1043"/>
                    <a:pt x="708" y="1180"/>
                  </a:cubicBezTo>
                  <a:cubicBezTo>
                    <a:pt x="877" y="1414"/>
                    <a:pt x="1027" y="1669"/>
                    <a:pt x="1197" y="1919"/>
                  </a:cubicBezTo>
                  <a:cubicBezTo>
                    <a:pt x="1245" y="1988"/>
                    <a:pt x="1265" y="2036"/>
                    <a:pt x="1265" y="2121"/>
                  </a:cubicBezTo>
                  <a:lnTo>
                    <a:pt x="1265" y="2509"/>
                  </a:lnTo>
                  <a:cubicBezTo>
                    <a:pt x="1265" y="2557"/>
                    <a:pt x="1245" y="2610"/>
                    <a:pt x="1229" y="2642"/>
                  </a:cubicBezTo>
                  <a:lnTo>
                    <a:pt x="1229" y="2658"/>
                  </a:lnTo>
                  <a:lnTo>
                    <a:pt x="1245" y="2658"/>
                  </a:lnTo>
                  <a:cubicBezTo>
                    <a:pt x="1281" y="2610"/>
                    <a:pt x="1298" y="2557"/>
                    <a:pt x="1298" y="2509"/>
                  </a:cubicBezTo>
                  <a:lnTo>
                    <a:pt x="1298" y="2121"/>
                  </a:lnTo>
                  <a:cubicBezTo>
                    <a:pt x="1298" y="2036"/>
                    <a:pt x="1281" y="1972"/>
                    <a:pt x="1229" y="1903"/>
                  </a:cubicBezTo>
                  <a:cubicBezTo>
                    <a:pt x="1063" y="1648"/>
                    <a:pt x="894" y="1398"/>
                    <a:pt x="724" y="1164"/>
                  </a:cubicBezTo>
                  <a:cubicBezTo>
                    <a:pt x="639" y="1026"/>
                    <a:pt x="558" y="893"/>
                    <a:pt x="473" y="760"/>
                  </a:cubicBezTo>
                  <a:cubicBezTo>
                    <a:pt x="437" y="723"/>
                    <a:pt x="421" y="691"/>
                    <a:pt x="389" y="659"/>
                  </a:cubicBezTo>
                  <a:cubicBezTo>
                    <a:pt x="304" y="521"/>
                    <a:pt x="219" y="404"/>
                    <a:pt x="118" y="287"/>
                  </a:cubicBezTo>
                  <a:cubicBezTo>
                    <a:pt x="53" y="202"/>
                    <a:pt x="33" y="117"/>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491885" y="1883794"/>
              <a:ext cx="144121" cy="78765"/>
            </a:xfrm>
            <a:custGeom>
              <a:rect b="b" l="l" r="r" t="t"/>
              <a:pathLst>
                <a:path extrusionOk="0" h="793" w="1451">
                  <a:moveTo>
                    <a:pt x="1434" y="1"/>
                  </a:moveTo>
                  <a:cubicBezTo>
                    <a:pt x="1350" y="49"/>
                    <a:pt x="1265" y="102"/>
                    <a:pt x="1164" y="150"/>
                  </a:cubicBezTo>
                  <a:cubicBezTo>
                    <a:pt x="978" y="271"/>
                    <a:pt x="760" y="388"/>
                    <a:pt x="558" y="489"/>
                  </a:cubicBezTo>
                  <a:cubicBezTo>
                    <a:pt x="505" y="522"/>
                    <a:pt x="457" y="554"/>
                    <a:pt x="388" y="590"/>
                  </a:cubicBezTo>
                  <a:cubicBezTo>
                    <a:pt x="271" y="655"/>
                    <a:pt x="154" y="740"/>
                    <a:pt x="20" y="776"/>
                  </a:cubicBezTo>
                  <a:cubicBezTo>
                    <a:pt x="0" y="776"/>
                    <a:pt x="0" y="776"/>
                    <a:pt x="0" y="792"/>
                  </a:cubicBezTo>
                  <a:lnTo>
                    <a:pt x="20" y="792"/>
                  </a:lnTo>
                  <a:cubicBezTo>
                    <a:pt x="170" y="756"/>
                    <a:pt x="287" y="691"/>
                    <a:pt x="404" y="607"/>
                  </a:cubicBezTo>
                  <a:cubicBezTo>
                    <a:pt x="457" y="574"/>
                    <a:pt x="525" y="538"/>
                    <a:pt x="574" y="506"/>
                  </a:cubicBezTo>
                  <a:cubicBezTo>
                    <a:pt x="776" y="405"/>
                    <a:pt x="978" y="287"/>
                    <a:pt x="1180" y="170"/>
                  </a:cubicBezTo>
                  <a:cubicBezTo>
                    <a:pt x="1265" y="118"/>
                    <a:pt x="1350" y="69"/>
                    <a:pt x="1434" y="33"/>
                  </a:cubicBezTo>
                  <a:lnTo>
                    <a:pt x="1451" y="17"/>
                  </a:ln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1735732" y="3064272"/>
              <a:ext cx="170640" cy="295790"/>
            </a:xfrm>
            <a:custGeom>
              <a:rect b="b" l="l" r="r" t="t"/>
              <a:pathLst>
                <a:path extrusionOk="0" h="2978" w="1718">
                  <a:moveTo>
                    <a:pt x="20" y="0"/>
                  </a:moveTo>
                  <a:cubicBezTo>
                    <a:pt x="0" y="0"/>
                    <a:pt x="0" y="0"/>
                    <a:pt x="0" y="17"/>
                  </a:cubicBezTo>
                  <a:cubicBezTo>
                    <a:pt x="0" y="134"/>
                    <a:pt x="85" y="202"/>
                    <a:pt x="170" y="267"/>
                  </a:cubicBezTo>
                  <a:cubicBezTo>
                    <a:pt x="202" y="283"/>
                    <a:pt x="222" y="320"/>
                    <a:pt x="255" y="352"/>
                  </a:cubicBezTo>
                  <a:cubicBezTo>
                    <a:pt x="542" y="707"/>
                    <a:pt x="845" y="1043"/>
                    <a:pt x="1131" y="1378"/>
                  </a:cubicBezTo>
                  <a:cubicBezTo>
                    <a:pt x="1212" y="1479"/>
                    <a:pt x="1313" y="1580"/>
                    <a:pt x="1398" y="1697"/>
                  </a:cubicBezTo>
                  <a:cubicBezTo>
                    <a:pt x="1414" y="1717"/>
                    <a:pt x="1434" y="1733"/>
                    <a:pt x="1451" y="1750"/>
                  </a:cubicBezTo>
                  <a:cubicBezTo>
                    <a:pt x="1499" y="1818"/>
                    <a:pt x="1568" y="1883"/>
                    <a:pt x="1636" y="1952"/>
                  </a:cubicBezTo>
                  <a:cubicBezTo>
                    <a:pt x="1685" y="2000"/>
                    <a:pt x="1685" y="2053"/>
                    <a:pt x="1685" y="2121"/>
                  </a:cubicBezTo>
                  <a:lnTo>
                    <a:pt x="1685" y="2525"/>
                  </a:lnTo>
                  <a:lnTo>
                    <a:pt x="1685" y="2828"/>
                  </a:lnTo>
                  <a:lnTo>
                    <a:pt x="1685" y="2860"/>
                  </a:lnTo>
                  <a:cubicBezTo>
                    <a:pt x="1701" y="2893"/>
                    <a:pt x="1701" y="2929"/>
                    <a:pt x="1669" y="2961"/>
                  </a:cubicBezTo>
                  <a:lnTo>
                    <a:pt x="1669" y="2978"/>
                  </a:lnTo>
                  <a:lnTo>
                    <a:pt x="1685" y="2978"/>
                  </a:lnTo>
                  <a:cubicBezTo>
                    <a:pt x="1717" y="2945"/>
                    <a:pt x="1717" y="2893"/>
                    <a:pt x="1717" y="2860"/>
                  </a:cubicBezTo>
                  <a:lnTo>
                    <a:pt x="1717" y="2828"/>
                  </a:lnTo>
                  <a:lnTo>
                    <a:pt x="1717" y="2525"/>
                  </a:lnTo>
                  <a:lnTo>
                    <a:pt x="1717" y="2121"/>
                  </a:lnTo>
                  <a:cubicBezTo>
                    <a:pt x="1717" y="2053"/>
                    <a:pt x="1717" y="1984"/>
                    <a:pt x="1652" y="1935"/>
                  </a:cubicBezTo>
                  <a:cubicBezTo>
                    <a:pt x="1584" y="1867"/>
                    <a:pt x="1515" y="1798"/>
                    <a:pt x="1467" y="1733"/>
                  </a:cubicBezTo>
                  <a:cubicBezTo>
                    <a:pt x="1451" y="1717"/>
                    <a:pt x="1434" y="1697"/>
                    <a:pt x="1414" y="1665"/>
                  </a:cubicBezTo>
                  <a:cubicBezTo>
                    <a:pt x="1333" y="1564"/>
                    <a:pt x="1232" y="1463"/>
                    <a:pt x="1148" y="1362"/>
                  </a:cubicBezTo>
                  <a:cubicBezTo>
                    <a:pt x="861" y="1026"/>
                    <a:pt x="558" y="671"/>
                    <a:pt x="271" y="336"/>
                  </a:cubicBezTo>
                  <a:cubicBezTo>
                    <a:pt x="239" y="303"/>
                    <a:pt x="222" y="267"/>
                    <a:pt x="186" y="251"/>
                  </a:cubicBezTo>
                  <a:cubicBezTo>
                    <a:pt x="101" y="182"/>
                    <a:pt x="37" y="11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1970040" y="3100823"/>
              <a:ext cx="4867" cy="38538"/>
            </a:xfrm>
            <a:custGeom>
              <a:rect b="b" l="l" r="r" t="t"/>
              <a:pathLst>
                <a:path extrusionOk="0" h="388" w="49">
                  <a:moveTo>
                    <a:pt x="33" y="0"/>
                  </a:moveTo>
                  <a:cubicBezTo>
                    <a:pt x="33" y="0"/>
                    <a:pt x="17" y="0"/>
                    <a:pt x="17" y="16"/>
                  </a:cubicBezTo>
                  <a:cubicBezTo>
                    <a:pt x="0" y="85"/>
                    <a:pt x="0" y="170"/>
                    <a:pt x="17" y="238"/>
                  </a:cubicBezTo>
                  <a:lnTo>
                    <a:pt x="17" y="372"/>
                  </a:lnTo>
                  <a:cubicBezTo>
                    <a:pt x="0" y="372"/>
                    <a:pt x="17" y="388"/>
                    <a:pt x="17" y="388"/>
                  </a:cubicBezTo>
                  <a:cubicBezTo>
                    <a:pt x="33" y="388"/>
                    <a:pt x="33" y="372"/>
                    <a:pt x="33" y="372"/>
                  </a:cubicBezTo>
                  <a:lnTo>
                    <a:pt x="33" y="238"/>
                  </a:lnTo>
                  <a:cubicBezTo>
                    <a:pt x="33" y="170"/>
                    <a:pt x="33" y="85"/>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1182393" y="3500408"/>
              <a:ext cx="5364" cy="100418"/>
            </a:xfrm>
            <a:custGeom>
              <a:rect b="b" l="l" r="r" t="t"/>
              <a:pathLst>
                <a:path extrusionOk="0" h="1011" w="54">
                  <a:moveTo>
                    <a:pt x="1" y="1"/>
                  </a:moveTo>
                  <a:lnTo>
                    <a:pt x="1" y="17"/>
                  </a:lnTo>
                  <a:cubicBezTo>
                    <a:pt x="17" y="53"/>
                    <a:pt x="17" y="69"/>
                    <a:pt x="17" y="102"/>
                  </a:cubicBezTo>
                  <a:cubicBezTo>
                    <a:pt x="1" y="118"/>
                    <a:pt x="1" y="134"/>
                    <a:pt x="1" y="134"/>
                  </a:cubicBezTo>
                  <a:lnTo>
                    <a:pt x="1" y="437"/>
                  </a:lnTo>
                  <a:cubicBezTo>
                    <a:pt x="17" y="590"/>
                    <a:pt x="17" y="760"/>
                    <a:pt x="1" y="909"/>
                  </a:cubicBezTo>
                  <a:cubicBezTo>
                    <a:pt x="1" y="926"/>
                    <a:pt x="1" y="962"/>
                    <a:pt x="17" y="978"/>
                  </a:cubicBezTo>
                  <a:lnTo>
                    <a:pt x="17" y="994"/>
                  </a:lnTo>
                  <a:lnTo>
                    <a:pt x="37" y="1010"/>
                  </a:lnTo>
                  <a:cubicBezTo>
                    <a:pt x="53" y="1010"/>
                    <a:pt x="53" y="994"/>
                    <a:pt x="53" y="994"/>
                  </a:cubicBezTo>
                  <a:cubicBezTo>
                    <a:pt x="53" y="978"/>
                    <a:pt x="37" y="978"/>
                    <a:pt x="37" y="962"/>
                  </a:cubicBezTo>
                  <a:cubicBezTo>
                    <a:pt x="37" y="942"/>
                    <a:pt x="17" y="926"/>
                    <a:pt x="17" y="909"/>
                  </a:cubicBezTo>
                  <a:cubicBezTo>
                    <a:pt x="37" y="760"/>
                    <a:pt x="37" y="590"/>
                    <a:pt x="37" y="437"/>
                  </a:cubicBezTo>
                  <a:lnTo>
                    <a:pt x="37" y="134"/>
                  </a:lnTo>
                  <a:lnTo>
                    <a:pt x="37" y="118"/>
                  </a:lnTo>
                  <a:cubicBezTo>
                    <a:pt x="37" y="69"/>
                    <a:pt x="53" y="33"/>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794827" y="1976564"/>
              <a:ext cx="4867" cy="94756"/>
            </a:xfrm>
            <a:custGeom>
              <a:rect b="b" l="l" r="r" t="t"/>
              <a:pathLst>
                <a:path extrusionOk="0" h="954" w="49">
                  <a:moveTo>
                    <a:pt x="12" y="1"/>
                  </a:moveTo>
                  <a:cubicBezTo>
                    <a:pt x="9" y="1"/>
                    <a:pt x="6" y="3"/>
                    <a:pt x="0" y="8"/>
                  </a:cubicBezTo>
                  <a:cubicBezTo>
                    <a:pt x="16" y="178"/>
                    <a:pt x="16" y="327"/>
                    <a:pt x="0" y="481"/>
                  </a:cubicBezTo>
                  <a:lnTo>
                    <a:pt x="0" y="784"/>
                  </a:lnTo>
                  <a:lnTo>
                    <a:pt x="0" y="816"/>
                  </a:lnTo>
                  <a:cubicBezTo>
                    <a:pt x="0" y="868"/>
                    <a:pt x="0" y="901"/>
                    <a:pt x="33" y="933"/>
                  </a:cubicBezTo>
                  <a:lnTo>
                    <a:pt x="49" y="953"/>
                  </a:lnTo>
                  <a:lnTo>
                    <a:pt x="49" y="933"/>
                  </a:lnTo>
                  <a:lnTo>
                    <a:pt x="49" y="917"/>
                  </a:lnTo>
                  <a:cubicBezTo>
                    <a:pt x="33" y="901"/>
                    <a:pt x="33" y="868"/>
                    <a:pt x="33" y="816"/>
                  </a:cubicBezTo>
                  <a:lnTo>
                    <a:pt x="33" y="784"/>
                  </a:lnTo>
                  <a:lnTo>
                    <a:pt x="33" y="481"/>
                  </a:lnTo>
                  <a:cubicBezTo>
                    <a:pt x="33" y="327"/>
                    <a:pt x="33" y="178"/>
                    <a:pt x="16" y="8"/>
                  </a:cubicBezTo>
                  <a:cubicBezTo>
                    <a:pt x="16" y="8"/>
                    <a:pt x="16"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2081979" y="3085924"/>
              <a:ext cx="105185" cy="197160"/>
            </a:xfrm>
            <a:custGeom>
              <a:rect b="b" l="l" r="r" t="t"/>
              <a:pathLst>
                <a:path extrusionOk="0" h="1985" w="1059">
                  <a:moveTo>
                    <a:pt x="69" y="1"/>
                  </a:moveTo>
                  <a:cubicBezTo>
                    <a:pt x="49" y="1"/>
                    <a:pt x="49" y="1"/>
                    <a:pt x="49" y="17"/>
                  </a:cubicBezTo>
                  <a:cubicBezTo>
                    <a:pt x="1" y="102"/>
                    <a:pt x="1" y="166"/>
                    <a:pt x="69" y="235"/>
                  </a:cubicBezTo>
                  <a:cubicBezTo>
                    <a:pt x="69" y="235"/>
                    <a:pt x="85" y="251"/>
                    <a:pt x="101" y="267"/>
                  </a:cubicBezTo>
                  <a:cubicBezTo>
                    <a:pt x="118" y="287"/>
                    <a:pt x="134" y="304"/>
                    <a:pt x="150" y="320"/>
                  </a:cubicBezTo>
                  <a:cubicBezTo>
                    <a:pt x="320" y="570"/>
                    <a:pt x="505" y="825"/>
                    <a:pt x="691" y="1059"/>
                  </a:cubicBezTo>
                  <a:cubicBezTo>
                    <a:pt x="740" y="1128"/>
                    <a:pt x="792" y="1196"/>
                    <a:pt x="841" y="1261"/>
                  </a:cubicBezTo>
                  <a:cubicBezTo>
                    <a:pt x="857" y="1277"/>
                    <a:pt x="877" y="1313"/>
                    <a:pt x="909" y="1330"/>
                  </a:cubicBezTo>
                  <a:cubicBezTo>
                    <a:pt x="942" y="1362"/>
                    <a:pt x="994" y="1414"/>
                    <a:pt x="994" y="1463"/>
                  </a:cubicBezTo>
                  <a:cubicBezTo>
                    <a:pt x="1027" y="1616"/>
                    <a:pt x="1043" y="1802"/>
                    <a:pt x="994" y="1968"/>
                  </a:cubicBezTo>
                  <a:lnTo>
                    <a:pt x="994" y="1984"/>
                  </a:lnTo>
                  <a:lnTo>
                    <a:pt x="1010" y="1984"/>
                  </a:lnTo>
                  <a:cubicBezTo>
                    <a:pt x="1059" y="1802"/>
                    <a:pt x="1043" y="1616"/>
                    <a:pt x="1027" y="1463"/>
                  </a:cubicBezTo>
                  <a:cubicBezTo>
                    <a:pt x="1010" y="1398"/>
                    <a:pt x="978" y="1346"/>
                    <a:pt x="926" y="1313"/>
                  </a:cubicBezTo>
                  <a:cubicBezTo>
                    <a:pt x="909" y="1297"/>
                    <a:pt x="877" y="1261"/>
                    <a:pt x="857" y="1245"/>
                  </a:cubicBezTo>
                  <a:cubicBezTo>
                    <a:pt x="808" y="1176"/>
                    <a:pt x="756" y="1111"/>
                    <a:pt x="707" y="1043"/>
                  </a:cubicBezTo>
                  <a:cubicBezTo>
                    <a:pt x="522" y="808"/>
                    <a:pt x="352" y="554"/>
                    <a:pt x="170" y="304"/>
                  </a:cubicBezTo>
                  <a:cubicBezTo>
                    <a:pt x="150" y="287"/>
                    <a:pt x="134" y="267"/>
                    <a:pt x="118" y="235"/>
                  </a:cubicBezTo>
                  <a:cubicBezTo>
                    <a:pt x="101" y="235"/>
                    <a:pt x="85" y="219"/>
                    <a:pt x="85" y="219"/>
                  </a:cubicBezTo>
                  <a:cubicBezTo>
                    <a:pt x="33" y="166"/>
                    <a:pt x="17" y="102"/>
                    <a:pt x="69" y="33"/>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1841216" y="2022650"/>
              <a:ext cx="3377" cy="36651"/>
            </a:xfrm>
            <a:custGeom>
              <a:rect b="b" l="l" r="r" t="t"/>
              <a:pathLst>
                <a:path extrusionOk="0" h="369" w="34">
                  <a:moveTo>
                    <a:pt x="17" y="0"/>
                  </a:moveTo>
                  <a:cubicBezTo>
                    <a:pt x="17" y="0"/>
                    <a:pt x="1" y="0"/>
                    <a:pt x="1" y="17"/>
                  </a:cubicBezTo>
                  <a:lnTo>
                    <a:pt x="1" y="150"/>
                  </a:lnTo>
                  <a:cubicBezTo>
                    <a:pt x="17" y="219"/>
                    <a:pt x="17" y="287"/>
                    <a:pt x="1" y="352"/>
                  </a:cubicBezTo>
                  <a:lnTo>
                    <a:pt x="1" y="368"/>
                  </a:lnTo>
                  <a:lnTo>
                    <a:pt x="17" y="368"/>
                  </a:lnTo>
                  <a:cubicBezTo>
                    <a:pt x="33" y="287"/>
                    <a:pt x="33" y="219"/>
                    <a:pt x="33" y="134"/>
                  </a:cubicBez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505493" y="3664095"/>
              <a:ext cx="130513" cy="38637"/>
            </a:xfrm>
            <a:custGeom>
              <a:rect b="b" l="l" r="r" t="t"/>
              <a:pathLst>
                <a:path extrusionOk="0" h="389" w="1314">
                  <a:moveTo>
                    <a:pt x="1297" y="1"/>
                  </a:moveTo>
                  <a:cubicBezTo>
                    <a:pt x="1160" y="21"/>
                    <a:pt x="1043" y="53"/>
                    <a:pt x="926" y="102"/>
                  </a:cubicBezTo>
                  <a:cubicBezTo>
                    <a:pt x="873" y="122"/>
                    <a:pt x="809" y="138"/>
                    <a:pt x="740" y="154"/>
                  </a:cubicBezTo>
                  <a:cubicBezTo>
                    <a:pt x="639" y="187"/>
                    <a:pt x="554" y="203"/>
                    <a:pt x="469" y="239"/>
                  </a:cubicBezTo>
                  <a:cubicBezTo>
                    <a:pt x="320" y="288"/>
                    <a:pt x="166" y="340"/>
                    <a:pt x="17" y="356"/>
                  </a:cubicBezTo>
                  <a:cubicBezTo>
                    <a:pt x="1" y="356"/>
                    <a:pt x="1" y="372"/>
                    <a:pt x="1" y="372"/>
                  </a:cubicBezTo>
                  <a:cubicBezTo>
                    <a:pt x="1" y="372"/>
                    <a:pt x="1" y="389"/>
                    <a:pt x="17" y="389"/>
                  </a:cubicBezTo>
                  <a:cubicBezTo>
                    <a:pt x="166" y="356"/>
                    <a:pt x="320" y="304"/>
                    <a:pt x="469" y="271"/>
                  </a:cubicBezTo>
                  <a:cubicBezTo>
                    <a:pt x="554" y="239"/>
                    <a:pt x="655" y="203"/>
                    <a:pt x="740" y="187"/>
                  </a:cubicBezTo>
                  <a:cubicBezTo>
                    <a:pt x="809" y="170"/>
                    <a:pt x="873" y="138"/>
                    <a:pt x="942" y="122"/>
                  </a:cubicBezTo>
                  <a:cubicBezTo>
                    <a:pt x="1059" y="86"/>
                    <a:pt x="1176" y="53"/>
                    <a:pt x="1297" y="37"/>
                  </a:cubicBezTo>
                  <a:cubicBezTo>
                    <a:pt x="1314" y="37"/>
                    <a:pt x="1314" y="21"/>
                    <a:pt x="1314" y="21"/>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1087339" y="2514110"/>
              <a:ext cx="6456" cy="88797"/>
            </a:xfrm>
            <a:custGeom>
              <a:rect b="b" l="l" r="r" t="t"/>
              <a:pathLst>
                <a:path extrusionOk="0" h="894" w="65">
                  <a:moveTo>
                    <a:pt x="16" y="1"/>
                  </a:moveTo>
                  <a:lnTo>
                    <a:pt x="0" y="17"/>
                  </a:lnTo>
                  <a:cubicBezTo>
                    <a:pt x="32" y="219"/>
                    <a:pt x="16" y="421"/>
                    <a:pt x="16" y="623"/>
                  </a:cubicBezTo>
                  <a:lnTo>
                    <a:pt x="16" y="740"/>
                  </a:lnTo>
                  <a:lnTo>
                    <a:pt x="16" y="809"/>
                  </a:lnTo>
                  <a:cubicBezTo>
                    <a:pt x="32" y="825"/>
                    <a:pt x="32" y="857"/>
                    <a:pt x="32" y="874"/>
                  </a:cubicBezTo>
                  <a:cubicBezTo>
                    <a:pt x="32" y="874"/>
                    <a:pt x="32" y="894"/>
                    <a:pt x="49" y="894"/>
                  </a:cubicBezTo>
                  <a:lnTo>
                    <a:pt x="65" y="874"/>
                  </a:lnTo>
                  <a:cubicBezTo>
                    <a:pt x="65" y="841"/>
                    <a:pt x="49" y="825"/>
                    <a:pt x="49" y="809"/>
                  </a:cubicBezTo>
                  <a:cubicBezTo>
                    <a:pt x="49" y="793"/>
                    <a:pt x="32" y="756"/>
                    <a:pt x="32" y="740"/>
                  </a:cubicBezTo>
                  <a:cubicBezTo>
                    <a:pt x="32" y="692"/>
                    <a:pt x="49" y="655"/>
                    <a:pt x="49" y="623"/>
                  </a:cubicBezTo>
                  <a:cubicBezTo>
                    <a:pt x="49" y="421"/>
                    <a:pt x="49" y="219"/>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2167002" y="3224781"/>
              <a:ext cx="6953" cy="36552"/>
            </a:xfrm>
            <a:custGeom>
              <a:rect b="b" l="l" r="r" t="t"/>
              <a:pathLst>
                <a:path extrusionOk="0" h="368" w="70">
                  <a:moveTo>
                    <a:pt x="53" y="0"/>
                  </a:moveTo>
                  <a:cubicBezTo>
                    <a:pt x="53" y="0"/>
                    <a:pt x="37" y="0"/>
                    <a:pt x="37" y="16"/>
                  </a:cubicBezTo>
                  <a:cubicBezTo>
                    <a:pt x="21" y="65"/>
                    <a:pt x="21" y="134"/>
                    <a:pt x="21" y="182"/>
                  </a:cubicBezTo>
                  <a:cubicBezTo>
                    <a:pt x="21" y="251"/>
                    <a:pt x="37" y="303"/>
                    <a:pt x="21" y="352"/>
                  </a:cubicBezTo>
                  <a:cubicBezTo>
                    <a:pt x="1" y="368"/>
                    <a:pt x="21" y="368"/>
                    <a:pt x="21" y="368"/>
                  </a:cubicBezTo>
                  <a:lnTo>
                    <a:pt x="37" y="368"/>
                  </a:lnTo>
                  <a:cubicBezTo>
                    <a:pt x="53" y="303"/>
                    <a:pt x="53" y="251"/>
                    <a:pt x="53" y="182"/>
                  </a:cubicBezTo>
                  <a:cubicBezTo>
                    <a:pt x="53" y="134"/>
                    <a:pt x="53" y="65"/>
                    <a:pt x="70" y="16"/>
                  </a:cubicBezTo>
                  <a:cubicBezTo>
                    <a:pt x="70" y="16"/>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700865" y="3179389"/>
              <a:ext cx="5364" cy="78765"/>
            </a:xfrm>
            <a:custGeom>
              <a:rect b="b" l="l" r="r" t="t"/>
              <a:pathLst>
                <a:path extrusionOk="0" h="793" w="54">
                  <a:moveTo>
                    <a:pt x="17" y="1"/>
                  </a:moveTo>
                  <a:cubicBezTo>
                    <a:pt x="17" y="1"/>
                    <a:pt x="1" y="1"/>
                    <a:pt x="1" y="17"/>
                  </a:cubicBezTo>
                  <a:lnTo>
                    <a:pt x="1" y="304"/>
                  </a:lnTo>
                  <a:cubicBezTo>
                    <a:pt x="1" y="457"/>
                    <a:pt x="1" y="623"/>
                    <a:pt x="17" y="776"/>
                  </a:cubicBezTo>
                  <a:cubicBezTo>
                    <a:pt x="17" y="793"/>
                    <a:pt x="17" y="793"/>
                    <a:pt x="37" y="793"/>
                  </a:cubicBezTo>
                  <a:cubicBezTo>
                    <a:pt x="37" y="793"/>
                    <a:pt x="53" y="793"/>
                    <a:pt x="53" y="776"/>
                  </a:cubicBezTo>
                  <a:cubicBezTo>
                    <a:pt x="17" y="623"/>
                    <a:pt x="37" y="457"/>
                    <a:pt x="37" y="304"/>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670770" y="2114526"/>
              <a:ext cx="142233" cy="192293"/>
            </a:xfrm>
            <a:custGeom>
              <a:rect b="b" l="l" r="r" t="t"/>
              <a:pathLst>
                <a:path extrusionOk="0" h="1936" w="1432">
                  <a:moveTo>
                    <a:pt x="1415" y="0"/>
                  </a:moveTo>
                  <a:cubicBezTo>
                    <a:pt x="1249" y="69"/>
                    <a:pt x="1096" y="150"/>
                    <a:pt x="946" y="219"/>
                  </a:cubicBezTo>
                  <a:cubicBezTo>
                    <a:pt x="861" y="271"/>
                    <a:pt x="760" y="320"/>
                    <a:pt x="676" y="372"/>
                  </a:cubicBezTo>
                  <a:cubicBezTo>
                    <a:pt x="542" y="437"/>
                    <a:pt x="421" y="505"/>
                    <a:pt x="304" y="554"/>
                  </a:cubicBezTo>
                  <a:cubicBezTo>
                    <a:pt x="239" y="606"/>
                    <a:pt x="154" y="639"/>
                    <a:pt x="86" y="675"/>
                  </a:cubicBezTo>
                  <a:cubicBezTo>
                    <a:pt x="37" y="707"/>
                    <a:pt x="1" y="724"/>
                    <a:pt x="1" y="792"/>
                  </a:cubicBezTo>
                  <a:cubicBezTo>
                    <a:pt x="17" y="1027"/>
                    <a:pt x="17" y="1281"/>
                    <a:pt x="17" y="1515"/>
                  </a:cubicBezTo>
                  <a:lnTo>
                    <a:pt x="17" y="1887"/>
                  </a:lnTo>
                  <a:lnTo>
                    <a:pt x="17" y="1919"/>
                  </a:lnTo>
                  <a:lnTo>
                    <a:pt x="37" y="1935"/>
                  </a:lnTo>
                  <a:cubicBezTo>
                    <a:pt x="54" y="1935"/>
                    <a:pt x="54" y="1919"/>
                    <a:pt x="54" y="1919"/>
                  </a:cubicBezTo>
                  <a:lnTo>
                    <a:pt x="54" y="1903"/>
                  </a:lnTo>
                  <a:cubicBezTo>
                    <a:pt x="37" y="1903"/>
                    <a:pt x="37" y="1887"/>
                    <a:pt x="37" y="1887"/>
                  </a:cubicBezTo>
                  <a:lnTo>
                    <a:pt x="37" y="1515"/>
                  </a:lnTo>
                  <a:lnTo>
                    <a:pt x="37" y="792"/>
                  </a:lnTo>
                  <a:cubicBezTo>
                    <a:pt x="37" y="740"/>
                    <a:pt x="54" y="724"/>
                    <a:pt x="102" y="707"/>
                  </a:cubicBezTo>
                  <a:cubicBezTo>
                    <a:pt x="171" y="675"/>
                    <a:pt x="239" y="623"/>
                    <a:pt x="304" y="590"/>
                  </a:cubicBezTo>
                  <a:cubicBezTo>
                    <a:pt x="441" y="522"/>
                    <a:pt x="558" y="453"/>
                    <a:pt x="676" y="404"/>
                  </a:cubicBezTo>
                  <a:cubicBezTo>
                    <a:pt x="777" y="352"/>
                    <a:pt x="878" y="303"/>
                    <a:pt x="962" y="251"/>
                  </a:cubicBezTo>
                  <a:cubicBezTo>
                    <a:pt x="1112" y="170"/>
                    <a:pt x="1265" y="85"/>
                    <a:pt x="1415" y="33"/>
                  </a:cubicBezTo>
                  <a:cubicBezTo>
                    <a:pt x="1431" y="33"/>
                    <a:pt x="1431" y="17"/>
                    <a:pt x="1431" y="17"/>
                  </a:cubicBezTo>
                  <a:cubicBezTo>
                    <a:pt x="1431" y="0"/>
                    <a:pt x="1415" y="0"/>
                    <a:pt x="14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1088928" y="3359962"/>
              <a:ext cx="4867" cy="93564"/>
            </a:xfrm>
            <a:custGeom>
              <a:rect b="b" l="l" r="r" t="t"/>
              <a:pathLst>
                <a:path extrusionOk="0" h="942" w="49">
                  <a:moveTo>
                    <a:pt x="16" y="1"/>
                  </a:moveTo>
                  <a:cubicBezTo>
                    <a:pt x="0" y="1"/>
                    <a:pt x="0" y="17"/>
                    <a:pt x="0" y="17"/>
                  </a:cubicBezTo>
                  <a:cubicBezTo>
                    <a:pt x="16" y="134"/>
                    <a:pt x="16" y="271"/>
                    <a:pt x="16" y="388"/>
                  </a:cubicBezTo>
                  <a:lnTo>
                    <a:pt x="16" y="590"/>
                  </a:lnTo>
                  <a:lnTo>
                    <a:pt x="16" y="825"/>
                  </a:lnTo>
                  <a:lnTo>
                    <a:pt x="16" y="926"/>
                  </a:lnTo>
                  <a:cubicBezTo>
                    <a:pt x="16" y="942"/>
                    <a:pt x="16" y="942"/>
                    <a:pt x="33" y="942"/>
                  </a:cubicBezTo>
                  <a:cubicBezTo>
                    <a:pt x="33" y="942"/>
                    <a:pt x="49" y="942"/>
                    <a:pt x="49" y="926"/>
                  </a:cubicBezTo>
                  <a:lnTo>
                    <a:pt x="49" y="825"/>
                  </a:lnTo>
                  <a:lnTo>
                    <a:pt x="49" y="590"/>
                  </a:lnTo>
                  <a:cubicBezTo>
                    <a:pt x="33" y="522"/>
                    <a:pt x="33" y="457"/>
                    <a:pt x="49" y="388"/>
                  </a:cubicBezTo>
                  <a:cubicBezTo>
                    <a:pt x="49" y="271"/>
                    <a:pt x="49" y="13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1921470" y="3600726"/>
              <a:ext cx="78765" cy="133691"/>
            </a:xfrm>
            <a:custGeom>
              <a:rect b="b" l="l" r="r" t="t"/>
              <a:pathLst>
                <a:path extrusionOk="0" h="1346" w="793">
                  <a:moveTo>
                    <a:pt x="49" y="0"/>
                  </a:moveTo>
                  <a:cubicBezTo>
                    <a:pt x="17" y="85"/>
                    <a:pt x="17" y="186"/>
                    <a:pt x="17" y="271"/>
                  </a:cubicBezTo>
                  <a:cubicBezTo>
                    <a:pt x="33" y="320"/>
                    <a:pt x="33" y="372"/>
                    <a:pt x="17" y="421"/>
                  </a:cubicBezTo>
                  <a:cubicBezTo>
                    <a:pt x="1" y="623"/>
                    <a:pt x="69" y="760"/>
                    <a:pt x="219" y="877"/>
                  </a:cubicBezTo>
                  <a:cubicBezTo>
                    <a:pt x="336" y="962"/>
                    <a:pt x="453" y="1079"/>
                    <a:pt x="554" y="1196"/>
                  </a:cubicBezTo>
                  <a:cubicBezTo>
                    <a:pt x="590" y="1228"/>
                    <a:pt x="623" y="1265"/>
                    <a:pt x="655" y="1297"/>
                  </a:cubicBezTo>
                  <a:cubicBezTo>
                    <a:pt x="691" y="1329"/>
                    <a:pt x="724" y="1346"/>
                    <a:pt x="756" y="1346"/>
                  </a:cubicBezTo>
                  <a:lnTo>
                    <a:pt x="776" y="1346"/>
                  </a:lnTo>
                  <a:cubicBezTo>
                    <a:pt x="792" y="1346"/>
                    <a:pt x="792" y="1346"/>
                    <a:pt x="792" y="1329"/>
                  </a:cubicBezTo>
                  <a:cubicBezTo>
                    <a:pt x="792" y="1329"/>
                    <a:pt x="792" y="1313"/>
                    <a:pt x="776" y="1313"/>
                  </a:cubicBezTo>
                  <a:cubicBezTo>
                    <a:pt x="767" y="1318"/>
                    <a:pt x="757" y="1320"/>
                    <a:pt x="748" y="1320"/>
                  </a:cubicBezTo>
                  <a:cubicBezTo>
                    <a:pt x="723" y="1320"/>
                    <a:pt x="699" y="1305"/>
                    <a:pt x="675" y="1281"/>
                  </a:cubicBezTo>
                  <a:cubicBezTo>
                    <a:pt x="639" y="1245"/>
                    <a:pt x="607" y="1212"/>
                    <a:pt x="574" y="1180"/>
                  </a:cubicBezTo>
                  <a:cubicBezTo>
                    <a:pt x="473" y="1063"/>
                    <a:pt x="352" y="942"/>
                    <a:pt x="235" y="861"/>
                  </a:cubicBezTo>
                  <a:cubicBezTo>
                    <a:pt x="85" y="740"/>
                    <a:pt x="33" y="606"/>
                    <a:pt x="49" y="421"/>
                  </a:cubicBezTo>
                  <a:lnTo>
                    <a:pt x="49" y="271"/>
                  </a:lnTo>
                  <a:cubicBezTo>
                    <a:pt x="49" y="186"/>
                    <a:pt x="49" y="101"/>
                    <a:pt x="85" y="17"/>
                  </a:cubicBezTo>
                  <a:cubicBezTo>
                    <a:pt x="85" y="0"/>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869817" y="3492859"/>
              <a:ext cx="332739" cy="199842"/>
            </a:xfrm>
            <a:custGeom>
              <a:rect b="b" l="l" r="r" t="t"/>
              <a:pathLst>
                <a:path extrusionOk="0" h="2012" w="3350">
                  <a:moveTo>
                    <a:pt x="3345" y="1"/>
                  </a:moveTo>
                  <a:cubicBezTo>
                    <a:pt x="3342" y="1"/>
                    <a:pt x="3339" y="2"/>
                    <a:pt x="3333" y="8"/>
                  </a:cubicBezTo>
                  <a:cubicBezTo>
                    <a:pt x="3184" y="44"/>
                    <a:pt x="3014" y="93"/>
                    <a:pt x="2861" y="145"/>
                  </a:cubicBezTo>
                  <a:cubicBezTo>
                    <a:pt x="2509" y="246"/>
                    <a:pt x="2138" y="347"/>
                    <a:pt x="1770" y="464"/>
                  </a:cubicBezTo>
                  <a:lnTo>
                    <a:pt x="1718" y="480"/>
                  </a:lnTo>
                  <a:cubicBezTo>
                    <a:pt x="1265" y="614"/>
                    <a:pt x="792" y="767"/>
                    <a:pt x="320" y="901"/>
                  </a:cubicBezTo>
                  <a:lnTo>
                    <a:pt x="304" y="901"/>
                  </a:lnTo>
                  <a:cubicBezTo>
                    <a:pt x="287" y="917"/>
                    <a:pt x="271" y="917"/>
                    <a:pt x="255" y="917"/>
                  </a:cubicBezTo>
                  <a:cubicBezTo>
                    <a:pt x="33" y="953"/>
                    <a:pt x="1" y="985"/>
                    <a:pt x="1" y="1204"/>
                  </a:cubicBezTo>
                  <a:lnTo>
                    <a:pt x="1" y="1373"/>
                  </a:lnTo>
                  <a:lnTo>
                    <a:pt x="1" y="1862"/>
                  </a:lnTo>
                  <a:lnTo>
                    <a:pt x="1" y="1894"/>
                  </a:lnTo>
                  <a:cubicBezTo>
                    <a:pt x="1" y="1927"/>
                    <a:pt x="1" y="1979"/>
                    <a:pt x="33" y="2012"/>
                  </a:cubicBezTo>
                  <a:lnTo>
                    <a:pt x="53" y="2012"/>
                  </a:lnTo>
                  <a:lnTo>
                    <a:pt x="53" y="1995"/>
                  </a:lnTo>
                  <a:cubicBezTo>
                    <a:pt x="33" y="1963"/>
                    <a:pt x="33" y="1927"/>
                    <a:pt x="33" y="1894"/>
                  </a:cubicBezTo>
                  <a:lnTo>
                    <a:pt x="33" y="1862"/>
                  </a:lnTo>
                  <a:lnTo>
                    <a:pt x="33" y="1373"/>
                  </a:lnTo>
                  <a:lnTo>
                    <a:pt x="33" y="1204"/>
                  </a:lnTo>
                  <a:cubicBezTo>
                    <a:pt x="33" y="1002"/>
                    <a:pt x="53" y="985"/>
                    <a:pt x="255" y="953"/>
                  </a:cubicBezTo>
                  <a:cubicBezTo>
                    <a:pt x="271" y="953"/>
                    <a:pt x="287" y="937"/>
                    <a:pt x="304" y="937"/>
                  </a:cubicBezTo>
                  <a:cubicBezTo>
                    <a:pt x="320" y="937"/>
                    <a:pt x="320" y="917"/>
                    <a:pt x="336" y="917"/>
                  </a:cubicBezTo>
                  <a:cubicBezTo>
                    <a:pt x="809" y="800"/>
                    <a:pt x="1281" y="650"/>
                    <a:pt x="1734" y="497"/>
                  </a:cubicBezTo>
                  <a:lnTo>
                    <a:pt x="1786" y="480"/>
                  </a:lnTo>
                  <a:cubicBezTo>
                    <a:pt x="2138" y="379"/>
                    <a:pt x="2509" y="262"/>
                    <a:pt x="2861" y="161"/>
                  </a:cubicBezTo>
                  <a:cubicBezTo>
                    <a:pt x="3030" y="129"/>
                    <a:pt x="3184" y="77"/>
                    <a:pt x="3350" y="28"/>
                  </a:cubicBezTo>
                  <a:lnTo>
                    <a:pt x="3350" y="8"/>
                  </a:lnTo>
                  <a:cubicBezTo>
                    <a:pt x="3350" y="8"/>
                    <a:pt x="3350" y="1"/>
                    <a:pt x="3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669181" y="2616117"/>
              <a:ext cx="150577" cy="168952"/>
            </a:xfrm>
            <a:custGeom>
              <a:rect b="b" l="l" r="r" t="t"/>
              <a:pathLst>
                <a:path extrusionOk="0" h="1701" w="1516">
                  <a:moveTo>
                    <a:pt x="1467" y="0"/>
                  </a:moveTo>
                  <a:cubicBezTo>
                    <a:pt x="1366" y="49"/>
                    <a:pt x="1265" y="85"/>
                    <a:pt x="1180" y="133"/>
                  </a:cubicBezTo>
                  <a:cubicBezTo>
                    <a:pt x="926" y="234"/>
                    <a:pt x="659" y="352"/>
                    <a:pt x="405" y="489"/>
                  </a:cubicBezTo>
                  <a:cubicBezTo>
                    <a:pt x="372" y="505"/>
                    <a:pt x="320" y="521"/>
                    <a:pt x="288" y="537"/>
                  </a:cubicBezTo>
                  <a:cubicBezTo>
                    <a:pt x="235" y="554"/>
                    <a:pt x="187" y="590"/>
                    <a:pt x="118" y="606"/>
                  </a:cubicBezTo>
                  <a:cubicBezTo>
                    <a:pt x="33" y="655"/>
                    <a:pt x="1" y="707"/>
                    <a:pt x="1" y="824"/>
                  </a:cubicBezTo>
                  <a:cubicBezTo>
                    <a:pt x="17" y="957"/>
                    <a:pt x="17" y="1111"/>
                    <a:pt x="1" y="1244"/>
                  </a:cubicBezTo>
                  <a:lnTo>
                    <a:pt x="1" y="1414"/>
                  </a:lnTo>
                  <a:cubicBezTo>
                    <a:pt x="1" y="1499"/>
                    <a:pt x="1" y="1600"/>
                    <a:pt x="33" y="1685"/>
                  </a:cubicBezTo>
                  <a:lnTo>
                    <a:pt x="33" y="1701"/>
                  </a:lnTo>
                  <a:lnTo>
                    <a:pt x="53" y="1701"/>
                  </a:lnTo>
                  <a:lnTo>
                    <a:pt x="53" y="1685"/>
                  </a:lnTo>
                  <a:cubicBezTo>
                    <a:pt x="17" y="1584"/>
                    <a:pt x="17" y="1499"/>
                    <a:pt x="17" y="1414"/>
                  </a:cubicBezTo>
                  <a:cubicBezTo>
                    <a:pt x="33" y="1361"/>
                    <a:pt x="33" y="1313"/>
                    <a:pt x="33" y="1260"/>
                  </a:cubicBezTo>
                  <a:cubicBezTo>
                    <a:pt x="33" y="1111"/>
                    <a:pt x="53" y="957"/>
                    <a:pt x="33" y="824"/>
                  </a:cubicBezTo>
                  <a:cubicBezTo>
                    <a:pt x="33" y="707"/>
                    <a:pt x="53" y="675"/>
                    <a:pt x="134" y="638"/>
                  </a:cubicBezTo>
                  <a:cubicBezTo>
                    <a:pt x="187" y="606"/>
                    <a:pt x="255" y="590"/>
                    <a:pt x="304" y="554"/>
                  </a:cubicBezTo>
                  <a:cubicBezTo>
                    <a:pt x="336" y="537"/>
                    <a:pt x="372" y="521"/>
                    <a:pt x="405" y="505"/>
                  </a:cubicBezTo>
                  <a:cubicBezTo>
                    <a:pt x="675" y="388"/>
                    <a:pt x="926" y="271"/>
                    <a:pt x="1180" y="150"/>
                  </a:cubicBezTo>
                  <a:cubicBezTo>
                    <a:pt x="1281" y="117"/>
                    <a:pt x="1366" y="69"/>
                    <a:pt x="1467" y="32"/>
                  </a:cubicBezTo>
                  <a:cubicBezTo>
                    <a:pt x="1483" y="49"/>
                    <a:pt x="1483" y="69"/>
                    <a:pt x="1483" y="101"/>
                  </a:cubicBezTo>
                  <a:lnTo>
                    <a:pt x="1483" y="117"/>
                  </a:lnTo>
                  <a:lnTo>
                    <a:pt x="1483" y="352"/>
                  </a:lnTo>
                  <a:lnTo>
                    <a:pt x="1483" y="941"/>
                  </a:lnTo>
                  <a:cubicBezTo>
                    <a:pt x="1483" y="1010"/>
                    <a:pt x="1467" y="1042"/>
                    <a:pt x="1399" y="1079"/>
                  </a:cubicBezTo>
                  <a:cubicBezTo>
                    <a:pt x="1180" y="1159"/>
                    <a:pt x="978" y="1244"/>
                    <a:pt x="760" y="1345"/>
                  </a:cubicBezTo>
                  <a:lnTo>
                    <a:pt x="724" y="1361"/>
                  </a:lnTo>
                  <a:cubicBezTo>
                    <a:pt x="675" y="1382"/>
                    <a:pt x="607" y="1414"/>
                    <a:pt x="558" y="1430"/>
                  </a:cubicBezTo>
                  <a:cubicBezTo>
                    <a:pt x="389" y="1515"/>
                    <a:pt x="235" y="1584"/>
                    <a:pt x="70" y="1632"/>
                  </a:cubicBezTo>
                  <a:cubicBezTo>
                    <a:pt x="53" y="1632"/>
                    <a:pt x="53" y="1632"/>
                    <a:pt x="53" y="1648"/>
                  </a:cubicBezTo>
                  <a:lnTo>
                    <a:pt x="70" y="1648"/>
                  </a:lnTo>
                  <a:cubicBezTo>
                    <a:pt x="235" y="1600"/>
                    <a:pt x="405" y="1531"/>
                    <a:pt x="558" y="1462"/>
                  </a:cubicBezTo>
                  <a:cubicBezTo>
                    <a:pt x="623" y="1430"/>
                    <a:pt x="675" y="1414"/>
                    <a:pt x="740" y="1382"/>
                  </a:cubicBezTo>
                  <a:lnTo>
                    <a:pt x="776" y="1361"/>
                  </a:lnTo>
                  <a:cubicBezTo>
                    <a:pt x="978" y="1281"/>
                    <a:pt x="1197" y="1180"/>
                    <a:pt x="1415" y="1095"/>
                  </a:cubicBezTo>
                  <a:cubicBezTo>
                    <a:pt x="1500" y="1058"/>
                    <a:pt x="1516" y="1010"/>
                    <a:pt x="1516" y="941"/>
                  </a:cubicBezTo>
                  <a:lnTo>
                    <a:pt x="1516" y="352"/>
                  </a:lnTo>
                  <a:lnTo>
                    <a:pt x="1516" y="117"/>
                  </a:lnTo>
                  <a:lnTo>
                    <a:pt x="1516" y="101"/>
                  </a:lnTo>
                  <a:cubicBezTo>
                    <a:pt x="1516" y="69"/>
                    <a:pt x="1516" y="32"/>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2028642" y="2336815"/>
              <a:ext cx="4867" cy="33373"/>
            </a:xfrm>
            <a:custGeom>
              <a:rect b="b" l="l" r="r" t="t"/>
              <a:pathLst>
                <a:path extrusionOk="0" h="336" w="49">
                  <a:moveTo>
                    <a:pt x="33" y="0"/>
                  </a:moveTo>
                  <a:cubicBezTo>
                    <a:pt x="0" y="53"/>
                    <a:pt x="16" y="118"/>
                    <a:pt x="16" y="170"/>
                  </a:cubicBezTo>
                  <a:cubicBezTo>
                    <a:pt x="16" y="219"/>
                    <a:pt x="16" y="271"/>
                    <a:pt x="0" y="320"/>
                  </a:cubicBezTo>
                  <a:cubicBezTo>
                    <a:pt x="0" y="336"/>
                    <a:pt x="0" y="336"/>
                    <a:pt x="16" y="336"/>
                  </a:cubicBezTo>
                  <a:lnTo>
                    <a:pt x="33" y="336"/>
                  </a:lnTo>
                  <a:cubicBezTo>
                    <a:pt x="49" y="287"/>
                    <a:pt x="49" y="219"/>
                    <a:pt x="33" y="170"/>
                  </a:cubicBezTo>
                  <a:cubicBezTo>
                    <a:pt x="33" y="118"/>
                    <a:pt x="33" y="69"/>
                    <a:pt x="49"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2088833" y="2397006"/>
              <a:ext cx="96743" cy="270959"/>
            </a:xfrm>
            <a:custGeom>
              <a:rect b="b" l="l" r="r" t="t"/>
              <a:pathLst>
                <a:path extrusionOk="0" h="2728" w="974">
                  <a:moveTo>
                    <a:pt x="0" y="0"/>
                  </a:moveTo>
                  <a:lnTo>
                    <a:pt x="0" y="17"/>
                  </a:lnTo>
                  <a:cubicBezTo>
                    <a:pt x="81" y="101"/>
                    <a:pt x="150" y="219"/>
                    <a:pt x="218" y="336"/>
                  </a:cubicBezTo>
                  <a:cubicBezTo>
                    <a:pt x="234" y="388"/>
                    <a:pt x="267" y="437"/>
                    <a:pt x="303" y="489"/>
                  </a:cubicBezTo>
                  <a:cubicBezTo>
                    <a:pt x="384" y="623"/>
                    <a:pt x="453" y="760"/>
                    <a:pt x="537" y="893"/>
                  </a:cubicBezTo>
                  <a:cubicBezTo>
                    <a:pt x="655" y="1111"/>
                    <a:pt x="772" y="1329"/>
                    <a:pt x="925" y="1531"/>
                  </a:cubicBezTo>
                  <a:cubicBezTo>
                    <a:pt x="941" y="1568"/>
                    <a:pt x="958" y="1616"/>
                    <a:pt x="941" y="1685"/>
                  </a:cubicBezTo>
                  <a:lnTo>
                    <a:pt x="941" y="1952"/>
                  </a:lnTo>
                  <a:cubicBezTo>
                    <a:pt x="941" y="2073"/>
                    <a:pt x="958" y="2190"/>
                    <a:pt x="925" y="2323"/>
                  </a:cubicBezTo>
                  <a:cubicBezTo>
                    <a:pt x="925" y="2356"/>
                    <a:pt x="925" y="2408"/>
                    <a:pt x="941" y="2457"/>
                  </a:cubicBezTo>
                  <a:lnTo>
                    <a:pt x="941" y="2558"/>
                  </a:lnTo>
                  <a:cubicBezTo>
                    <a:pt x="941" y="2626"/>
                    <a:pt x="941" y="2659"/>
                    <a:pt x="909" y="2711"/>
                  </a:cubicBezTo>
                  <a:lnTo>
                    <a:pt x="909" y="2727"/>
                  </a:lnTo>
                  <a:lnTo>
                    <a:pt x="925" y="2727"/>
                  </a:lnTo>
                  <a:cubicBezTo>
                    <a:pt x="958" y="2679"/>
                    <a:pt x="974" y="2626"/>
                    <a:pt x="974" y="2558"/>
                  </a:cubicBezTo>
                  <a:cubicBezTo>
                    <a:pt x="974" y="2525"/>
                    <a:pt x="974" y="2493"/>
                    <a:pt x="958" y="2457"/>
                  </a:cubicBezTo>
                  <a:cubicBezTo>
                    <a:pt x="958" y="2408"/>
                    <a:pt x="941" y="2356"/>
                    <a:pt x="958" y="2323"/>
                  </a:cubicBezTo>
                  <a:cubicBezTo>
                    <a:pt x="974" y="2206"/>
                    <a:pt x="974" y="2073"/>
                    <a:pt x="974" y="1952"/>
                  </a:cubicBezTo>
                  <a:cubicBezTo>
                    <a:pt x="974" y="1871"/>
                    <a:pt x="958" y="1770"/>
                    <a:pt x="974" y="1685"/>
                  </a:cubicBezTo>
                  <a:cubicBezTo>
                    <a:pt x="974" y="1632"/>
                    <a:pt x="974" y="1568"/>
                    <a:pt x="941" y="1515"/>
                  </a:cubicBezTo>
                  <a:cubicBezTo>
                    <a:pt x="788" y="1313"/>
                    <a:pt x="671" y="1095"/>
                    <a:pt x="554" y="877"/>
                  </a:cubicBezTo>
                  <a:cubicBezTo>
                    <a:pt x="485" y="740"/>
                    <a:pt x="404" y="606"/>
                    <a:pt x="319" y="473"/>
                  </a:cubicBezTo>
                  <a:cubicBezTo>
                    <a:pt x="283" y="421"/>
                    <a:pt x="267" y="372"/>
                    <a:pt x="234" y="320"/>
                  </a:cubicBezTo>
                  <a:cubicBezTo>
                    <a:pt x="166" y="202"/>
                    <a:pt x="117"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1087339" y="1813571"/>
              <a:ext cx="6456" cy="102007"/>
            </a:xfrm>
            <a:custGeom>
              <a:rect b="b" l="l" r="r" t="t"/>
              <a:pathLst>
                <a:path extrusionOk="0" h="1027" w="65">
                  <a:moveTo>
                    <a:pt x="16" y="1"/>
                  </a:moveTo>
                  <a:lnTo>
                    <a:pt x="0" y="17"/>
                  </a:lnTo>
                  <a:lnTo>
                    <a:pt x="0" y="235"/>
                  </a:lnTo>
                  <a:lnTo>
                    <a:pt x="0" y="825"/>
                  </a:lnTo>
                  <a:cubicBezTo>
                    <a:pt x="0" y="893"/>
                    <a:pt x="16" y="958"/>
                    <a:pt x="32" y="1011"/>
                  </a:cubicBezTo>
                  <a:lnTo>
                    <a:pt x="49" y="1027"/>
                  </a:lnTo>
                  <a:cubicBezTo>
                    <a:pt x="49" y="1011"/>
                    <a:pt x="65" y="1011"/>
                    <a:pt x="49" y="1011"/>
                  </a:cubicBezTo>
                  <a:cubicBezTo>
                    <a:pt x="32" y="958"/>
                    <a:pt x="32" y="893"/>
                    <a:pt x="32" y="825"/>
                  </a:cubicBezTo>
                  <a:lnTo>
                    <a:pt x="32" y="235"/>
                  </a:lnTo>
                  <a:lnTo>
                    <a:pt x="32" y="17"/>
                  </a:ln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1256191" y="1418854"/>
              <a:ext cx="244042" cy="251193"/>
            </a:xfrm>
            <a:custGeom>
              <a:rect b="b" l="l" r="r" t="t"/>
              <a:pathLst>
                <a:path extrusionOk="0" h="2529" w="2457">
                  <a:moveTo>
                    <a:pt x="1587" y="0"/>
                  </a:moveTo>
                  <a:cubicBezTo>
                    <a:pt x="1538" y="0"/>
                    <a:pt x="1482" y="18"/>
                    <a:pt x="1415" y="52"/>
                  </a:cubicBezTo>
                  <a:cubicBezTo>
                    <a:pt x="1011" y="287"/>
                    <a:pt x="587" y="525"/>
                    <a:pt x="102" y="791"/>
                  </a:cubicBezTo>
                  <a:cubicBezTo>
                    <a:pt x="33" y="828"/>
                    <a:pt x="1" y="860"/>
                    <a:pt x="1" y="929"/>
                  </a:cubicBezTo>
                  <a:cubicBezTo>
                    <a:pt x="17" y="1163"/>
                    <a:pt x="17" y="1418"/>
                    <a:pt x="17" y="1652"/>
                  </a:cubicBezTo>
                  <a:lnTo>
                    <a:pt x="17" y="2125"/>
                  </a:lnTo>
                  <a:lnTo>
                    <a:pt x="17" y="2189"/>
                  </a:lnTo>
                  <a:lnTo>
                    <a:pt x="33" y="2205"/>
                  </a:lnTo>
                  <a:cubicBezTo>
                    <a:pt x="33" y="2226"/>
                    <a:pt x="33" y="2226"/>
                    <a:pt x="49" y="2226"/>
                  </a:cubicBezTo>
                  <a:lnTo>
                    <a:pt x="49" y="2205"/>
                  </a:lnTo>
                  <a:lnTo>
                    <a:pt x="49" y="2173"/>
                  </a:lnTo>
                  <a:cubicBezTo>
                    <a:pt x="33" y="2157"/>
                    <a:pt x="33" y="2141"/>
                    <a:pt x="33" y="2125"/>
                  </a:cubicBezTo>
                  <a:lnTo>
                    <a:pt x="33" y="1652"/>
                  </a:lnTo>
                  <a:lnTo>
                    <a:pt x="33" y="929"/>
                  </a:lnTo>
                  <a:cubicBezTo>
                    <a:pt x="33" y="876"/>
                    <a:pt x="49" y="844"/>
                    <a:pt x="102" y="812"/>
                  </a:cubicBezTo>
                  <a:cubicBezTo>
                    <a:pt x="587" y="541"/>
                    <a:pt x="1027" y="307"/>
                    <a:pt x="1431" y="68"/>
                  </a:cubicBezTo>
                  <a:cubicBezTo>
                    <a:pt x="1490" y="35"/>
                    <a:pt x="1540" y="17"/>
                    <a:pt x="1582" y="17"/>
                  </a:cubicBezTo>
                  <a:cubicBezTo>
                    <a:pt x="1645" y="17"/>
                    <a:pt x="1693" y="57"/>
                    <a:pt x="1734" y="137"/>
                  </a:cubicBezTo>
                  <a:cubicBezTo>
                    <a:pt x="1936" y="472"/>
                    <a:pt x="2101" y="775"/>
                    <a:pt x="2303" y="1062"/>
                  </a:cubicBezTo>
                  <a:cubicBezTo>
                    <a:pt x="2388" y="1195"/>
                    <a:pt x="2425" y="1333"/>
                    <a:pt x="2425" y="1482"/>
                  </a:cubicBezTo>
                  <a:cubicBezTo>
                    <a:pt x="2404" y="1700"/>
                    <a:pt x="2404" y="1923"/>
                    <a:pt x="2404" y="2125"/>
                  </a:cubicBezTo>
                  <a:lnTo>
                    <a:pt x="2404" y="2375"/>
                  </a:lnTo>
                  <a:cubicBezTo>
                    <a:pt x="2404" y="2428"/>
                    <a:pt x="2404" y="2476"/>
                    <a:pt x="2388" y="2508"/>
                  </a:cubicBezTo>
                  <a:lnTo>
                    <a:pt x="2388" y="2529"/>
                  </a:lnTo>
                  <a:lnTo>
                    <a:pt x="2404" y="2529"/>
                  </a:lnTo>
                  <a:cubicBezTo>
                    <a:pt x="2441" y="2476"/>
                    <a:pt x="2441" y="2428"/>
                    <a:pt x="2441" y="2375"/>
                  </a:cubicBezTo>
                  <a:lnTo>
                    <a:pt x="2441" y="2125"/>
                  </a:lnTo>
                  <a:lnTo>
                    <a:pt x="2441" y="1482"/>
                  </a:lnTo>
                  <a:cubicBezTo>
                    <a:pt x="2457" y="1333"/>
                    <a:pt x="2404" y="1179"/>
                    <a:pt x="2324" y="1062"/>
                  </a:cubicBezTo>
                  <a:cubicBezTo>
                    <a:pt x="2138" y="759"/>
                    <a:pt x="1952" y="456"/>
                    <a:pt x="1766" y="121"/>
                  </a:cubicBezTo>
                  <a:cubicBezTo>
                    <a:pt x="1716" y="39"/>
                    <a:pt x="1659" y="0"/>
                    <a:pt x="1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1135809" y="2323605"/>
              <a:ext cx="4966" cy="86711"/>
            </a:xfrm>
            <a:custGeom>
              <a:rect b="b" l="l" r="r" t="t"/>
              <a:pathLst>
                <a:path extrusionOk="0" h="873" w="50">
                  <a:moveTo>
                    <a:pt x="1" y="0"/>
                  </a:moveTo>
                  <a:lnTo>
                    <a:pt x="1" y="16"/>
                  </a:lnTo>
                  <a:cubicBezTo>
                    <a:pt x="17" y="49"/>
                    <a:pt x="17" y="85"/>
                    <a:pt x="17" y="117"/>
                  </a:cubicBezTo>
                  <a:lnTo>
                    <a:pt x="17" y="150"/>
                  </a:lnTo>
                  <a:lnTo>
                    <a:pt x="17" y="420"/>
                  </a:lnTo>
                  <a:cubicBezTo>
                    <a:pt x="17" y="554"/>
                    <a:pt x="17" y="707"/>
                    <a:pt x="33" y="857"/>
                  </a:cubicBezTo>
                  <a:cubicBezTo>
                    <a:pt x="33" y="857"/>
                    <a:pt x="33" y="873"/>
                    <a:pt x="49" y="873"/>
                  </a:cubicBezTo>
                  <a:lnTo>
                    <a:pt x="49" y="857"/>
                  </a:lnTo>
                  <a:cubicBezTo>
                    <a:pt x="33" y="707"/>
                    <a:pt x="49" y="554"/>
                    <a:pt x="49" y="420"/>
                  </a:cubicBezTo>
                  <a:lnTo>
                    <a:pt x="49" y="150"/>
                  </a:lnTo>
                  <a:lnTo>
                    <a:pt x="49" y="117"/>
                  </a:lnTo>
                  <a:cubicBezTo>
                    <a:pt x="49" y="85"/>
                    <a:pt x="49" y="3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1087339" y="2851617"/>
              <a:ext cx="6456" cy="93961"/>
            </a:xfrm>
            <a:custGeom>
              <a:rect b="b" l="l" r="r" t="t"/>
              <a:pathLst>
                <a:path extrusionOk="0" h="946" w="65">
                  <a:moveTo>
                    <a:pt x="0" y="0"/>
                  </a:moveTo>
                  <a:lnTo>
                    <a:pt x="0" y="21"/>
                  </a:lnTo>
                  <a:cubicBezTo>
                    <a:pt x="16" y="53"/>
                    <a:pt x="16" y="85"/>
                    <a:pt x="16" y="122"/>
                  </a:cubicBezTo>
                  <a:lnTo>
                    <a:pt x="16" y="170"/>
                  </a:lnTo>
                  <a:lnTo>
                    <a:pt x="16" y="457"/>
                  </a:lnTo>
                  <a:cubicBezTo>
                    <a:pt x="16" y="606"/>
                    <a:pt x="16" y="776"/>
                    <a:pt x="32" y="929"/>
                  </a:cubicBezTo>
                  <a:cubicBezTo>
                    <a:pt x="32" y="946"/>
                    <a:pt x="32" y="946"/>
                    <a:pt x="49" y="946"/>
                  </a:cubicBezTo>
                  <a:cubicBezTo>
                    <a:pt x="49" y="946"/>
                    <a:pt x="65" y="946"/>
                    <a:pt x="65" y="929"/>
                  </a:cubicBezTo>
                  <a:cubicBezTo>
                    <a:pt x="32" y="776"/>
                    <a:pt x="49" y="606"/>
                    <a:pt x="49" y="457"/>
                  </a:cubicBezTo>
                  <a:lnTo>
                    <a:pt x="49" y="154"/>
                  </a:lnTo>
                  <a:lnTo>
                    <a:pt x="49" y="122"/>
                  </a:lnTo>
                  <a:cubicBezTo>
                    <a:pt x="49" y="85"/>
                    <a:pt x="49" y="3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1414714" y="1449247"/>
              <a:ext cx="85519" cy="240863"/>
            </a:xfrm>
            <a:custGeom>
              <a:rect b="b" l="l" r="r" t="t"/>
              <a:pathLst>
                <a:path extrusionOk="0" h="2425" w="861">
                  <a:moveTo>
                    <a:pt x="1" y="1"/>
                  </a:moveTo>
                  <a:lnTo>
                    <a:pt x="1" y="17"/>
                  </a:lnTo>
                  <a:cubicBezTo>
                    <a:pt x="85" y="118"/>
                    <a:pt x="154" y="235"/>
                    <a:pt x="223" y="352"/>
                  </a:cubicBezTo>
                  <a:cubicBezTo>
                    <a:pt x="255" y="405"/>
                    <a:pt x="287" y="469"/>
                    <a:pt x="340" y="538"/>
                  </a:cubicBezTo>
                  <a:cubicBezTo>
                    <a:pt x="356" y="586"/>
                    <a:pt x="388" y="639"/>
                    <a:pt x="425" y="687"/>
                  </a:cubicBezTo>
                  <a:cubicBezTo>
                    <a:pt x="457" y="756"/>
                    <a:pt x="489" y="825"/>
                    <a:pt x="542" y="889"/>
                  </a:cubicBezTo>
                  <a:cubicBezTo>
                    <a:pt x="606" y="974"/>
                    <a:pt x="643" y="1075"/>
                    <a:pt x="627" y="1192"/>
                  </a:cubicBezTo>
                  <a:lnTo>
                    <a:pt x="627" y="1479"/>
                  </a:lnTo>
                  <a:cubicBezTo>
                    <a:pt x="627" y="1617"/>
                    <a:pt x="627" y="1766"/>
                    <a:pt x="606" y="1899"/>
                  </a:cubicBezTo>
                  <a:cubicBezTo>
                    <a:pt x="590" y="2000"/>
                    <a:pt x="659" y="2085"/>
                    <a:pt x="728" y="2170"/>
                  </a:cubicBezTo>
                  <a:cubicBezTo>
                    <a:pt x="792" y="2239"/>
                    <a:pt x="829" y="2324"/>
                    <a:pt x="829" y="2404"/>
                  </a:cubicBezTo>
                  <a:lnTo>
                    <a:pt x="845" y="2425"/>
                  </a:lnTo>
                  <a:lnTo>
                    <a:pt x="861" y="2404"/>
                  </a:lnTo>
                  <a:cubicBezTo>
                    <a:pt x="861" y="2303"/>
                    <a:pt x="808" y="2223"/>
                    <a:pt x="744" y="2154"/>
                  </a:cubicBezTo>
                  <a:cubicBezTo>
                    <a:pt x="675" y="2085"/>
                    <a:pt x="606" y="2000"/>
                    <a:pt x="627" y="1899"/>
                  </a:cubicBezTo>
                  <a:cubicBezTo>
                    <a:pt x="659" y="1766"/>
                    <a:pt x="659" y="1617"/>
                    <a:pt x="659" y="1479"/>
                  </a:cubicBezTo>
                  <a:cubicBezTo>
                    <a:pt x="643" y="1378"/>
                    <a:pt x="643" y="1293"/>
                    <a:pt x="659" y="1213"/>
                  </a:cubicBezTo>
                  <a:cubicBezTo>
                    <a:pt x="659" y="1059"/>
                    <a:pt x="643" y="958"/>
                    <a:pt x="558" y="873"/>
                  </a:cubicBezTo>
                  <a:cubicBezTo>
                    <a:pt x="505" y="809"/>
                    <a:pt x="473" y="740"/>
                    <a:pt x="441" y="671"/>
                  </a:cubicBezTo>
                  <a:cubicBezTo>
                    <a:pt x="404" y="623"/>
                    <a:pt x="388" y="570"/>
                    <a:pt x="356" y="522"/>
                  </a:cubicBezTo>
                  <a:cubicBezTo>
                    <a:pt x="304" y="453"/>
                    <a:pt x="271" y="405"/>
                    <a:pt x="239" y="336"/>
                  </a:cubicBezTo>
                  <a:cubicBezTo>
                    <a:pt x="170" y="219"/>
                    <a:pt x="102" y="10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2010167" y="3302950"/>
              <a:ext cx="3278" cy="33870"/>
            </a:xfrm>
            <a:custGeom>
              <a:rect b="b" l="l" r="r" t="t"/>
              <a:pathLst>
                <a:path extrusionOk="0" h="341" w="33">
                  <a:moveTo>
                    <a:pt x="17" y="1"/>
                  </a:moveTo>
                  <a:cubicBezTo>
                    <a:pt x="0" y="54"/>
                    <a:pt x="17" y="86"/>
                    <a:pt x="17" y="138"/>
                  </a:cubicBezTo>
                  <a:cubicBezTo>
                    <a:pt x="17" y="203"/>
                    <a:pt x="17" y="272"/>
                    <a:pt x="0" y="324"/>
                  </a:cubicBezTo>
                  <a:lnTo>
                    <a:pt x="0" y="340"/>
                  </a:lnTo>
                  <a:lnTo>
                    <a:pt x="17" y="340"/>
                  </a:lnTo>
                  <a:cubicBezTo>
                    <a:pt x="33" y="272"/>
                    <a:pt x="33" y="203"/>
                    <a:pt x="33" y="138"/>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1416701" y="1754969"/>
              <a:ext cx="83532" cy="122070"/>
            </a:xfrm>
            <a:custGeom>
              <a:rect b="b" l="l" r="r" t="t"/>
              <a:pathLst>
                <a:path extrusionOk="0" h="1229" w="841">
                  <a:moveTo>
                    <a:pt x="1" y="1"/>
                  </a:moveTo>
                  <a:lnTo>
                    <a:pt x="1" y="33"/>
                  </a:lnTo>
                  <a:cubicBezTo>
                    <a:pt x="102" y="86"/>
                    <a:pt x="166" y="187"/>
                    <a:pt x="235" y="288"/>
                  </a:cubicBezTo>
                  <a:cubicBezTo>
                    <a:pt x="251" y="320"/>
                    <a:pt x="267" y="356"/>
                    <a:pt x="284" y="373"/>
                  </a:cubicBezTo>
                  <a:cubicBezTo>
                    <a:pt x="336" y="457"/>
                    <a:pt x="384" y="538"/>
                    <a:pt x="437" y="607"/>
                  </a:cubicBezTo>
                  <a:cubicBezTo>
                    <a:pt x="522" y="740"/>
                    <a:pt x="607" y="878"/>
                    <a:pt x="708" y="1011"/>
                  </a:cubicBezTo>
                  <a:cubicBezTo>
                    <a:pt x="724" y="1011"/>
                    <a:pt x="724" y="1027"/>
                    <a:pt x="724" y="1027"/>
                  </a:cubicBezTo>
                  <a:cubicBezTo>
                    <a:pt x="772" y="1096"/>
                    <a:pt x="809" y="1144"/>
                    <a:pt x="809" y="1213"/>
                  </a:cubicBezTo>
                  <a:cubicBezTo>
                    <a:pt x="809" y="1229"/>
                    <a:pt x="825" y="1229"/>
                    <a:pt x="825" y="1229"/>
                  </a:cubicBezTo>
                  <a:cubicBezTo>
                    <a:pt x="825" y="1229"/>
                    <a:pt x="841" y="1229"/>
                    <a:pt x="841" y="1213"/>
                  </a:cubicBezTo>
                  <a:cubicBezTo>
                    <a:pt x="841" y="1128"/>
                    <a:pt x="788" y="1080"/>
                    <a:pt x="740" y="1011"/>
                  </a:cubicBezTo>
                  <a:cubicBezTo>
                    <a:pt x="740" y="1011"/>
                    <a:pt x="740" y="995"/>
                    <a:pt x="724" y="995"/>
                  </a:cubicBezTo>
                  <a:cubicBezTo>
                    <a:pt x="639" y="861"/>
                    <a:pt x="554" y="724"/>
                    <a:pt x="453" y="591"/>
                  </a:cubicBezTo>
                  <a:cubicBezTo>
                    <a:pt x="405" y="522"/>
                    <a:pt x="352" y="437"/>
                    <a:pt x="304" y="356"/>
                  </a:cubicBezTo>
                  <a:cubicBezTo>
                    <a:pt x="284" y="336"/>
                    <a:pt x="267" y="304"/>
                    <a:pt x="251" y="272"/>
                  </a:cubicBezTo>
                  <a:cubicBezTo>
                    <a:pt x="183" y="171"/>
                    <a:pt x="134"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2081979" y="2931871"/>
              <a:ext cx="103596" cy="269270"/>
            </a:xfrm>
            <a:custGeom>
              <a:rect b="b" l="l" r="r" t="t"/>
              <a:pathLst>
                <a:path extrusionOk="0" h="2711" w="1043">
                  <a:moveTo>
                    <a:pt x="17" y="0"/>
                  </a:moveTo>
                  <a:cubicBezTo>
                    <a:pt x="1" y="0"/>
                    <a:pt x="1" y="0"/>
                    <a:pt x="1" y="20"/>
                  </a:cubicBezTo>
                  <a:cubicBezTo>
                    <a:pt x="17" y="121"/>
                    <a:pt x="69" y="186"/>
                    <a:pt x="118" y="255"/>
                  </a:cubicBezTo>
                  <a:cubicBezTo>
                    <a:pt x="134" y="271"/>
                    <a:pt x="134" y="287"/>
                    <a:pt x="150" y="303"/>
                  </a:cubicBezTo>
                  <a:cubicBezTo>
                    <a:pt x="320" y="525"/>
                    <a:pt x="489" y="776"/>
                    <a:pt x="639" y="1010"/>
                  </a:cubicBezTo>
                  <a:cubicBezTo>
                    <a:pt x="724" y="1111"/>
                    <a:pt x="792" y="1232"/>
                    <a:pt x="877" y="1333"/>
                  </a:cubicBezTo>
                  <a:cubicBezTo>
                    <a:pt x="877" y="1350"/>
                    <a:pt x="877" y="1350"/>
                    <a:pt x="893" y="1366"/>
                  </a:cubicBezTo>
                  <a:cubicBezTo>
                    <a:pt x="909" y="1398"/>
                    <a:pt x="926" y="1434"/>
                    <a:pt x="978" y="1451"/>
                  </a:cubicBezTo>
                  <a:cubicBezTo>
                    <a:pt x="1010" y="1467"/>
                    <a:pt x="1010" y="1515"/>
                    <a:pt x="1010" y="1568"/>
                  </a:cubicBezTo>
                  <a:lnTo>
                    <a:pt x="1010" y="1786"/>
                  </a:lnTo>
                  <a:cubicBezTo>
                    <a:pt x="1027" y="1919"/>
                    <a:pt x="1027" y="2056"/>
                    <a:pt x="1010" y="2174"/>
                  </a:cubicBezTo>
                  <a:lnTo>
                    <a:pt x="1010" y="2578"/>
                  </a:lnTo>
                  <a:lnTo>
                    <a:pt x="1010" y="2594"/>
                  </a:lnTo>
                  <a:cubicBezTo>
                    <a:pt x="1027" y="2626"/>
                    <a:pt x="1027" y="2662"/>
                    <a:pt x="994" y="2695"/>
                  </a:cubicBezTo>
                  <a:lnTo>
                    <a:pt x="994" y="2711"/>
                  </a:lnTo>
                  <a:lnTo>
                    <a:pt x="1010" y="2711"/>
                  </a:lnTo>
                  <a:cubicBezTo>
                    <a:pt x="1043" y="2679"/>
                    <a:pt x="1043" y="2626"/>
                    <a:pt x="1043" y="2578"/>
                  </a:cubicBezTo>
                  <a:lnTo>
                    <a:pt x="1043" y="2561"/>
                  </a:lnTo>
                  <a:cubicBezTo>
                    <a:pt x="1027" y="2444"/>
                    <a:pt x="1027" y="2307"/>
                    <a:pt x="1043" y="2174"/>
                  </a:cubicBezTo>
                  <a:lnTo>
                    <a:pt x="1043" y="1786"/>
                  </a:lnTo>
                  <a:lnTo>
                    <a:pt x="1043" y="1568"/>
                  </a:lnTo>
                  <a:cubicBezTo>
                    <a:pt x="1043" y="1515"/>
                    <a:pt x="1043" y="1451"/>
                    <a:pt x="978" y="1434"/>
                  </a:cubicBezTo>
                  <a:cubicBezTo>
                    <a:pt x="942" y="1414"/>
                    <a:pt x="926" y="1382"/>
                    <a:pt x="909" y="1350"/>
                  </a:cubicBezTo>
                  <a:cubicBezTo>
                    <a:pt x="909" y="1333"/>
                    <a:pt x="893" y="1333"/>
                    <a:pt x="893" y="1313"/>
                  </a:cubicBezTo>
                  <a:cubicBezTo>
                    <a:pt x="808" y="1212"/>
                    <a:pt x="740" y="1095"/>
                    <a:pt x="675" y="994"/>
                  </a:cubicBezTo>
                  <a:cubicBezTo>
                    <a:pt x="505" y="760"/>
                    <a:pt x="336" y="505"/>
                    <a:pt x="170" y="287"/>
                  </a:cubicBezTo>
                  <a:cubicBezTo>
                    <a:pt x="150" y="271"/>
                    <a:pt x="150" y="255"/>
                    <a:pt x="134" y="239"/>
                  </a:cubicBezTo>
                  <a:cubicBezTo>
                    <a:pt x="85" y="170"/>
                    <a:pt x="33" y="101"/>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1384619" y="1846944"/>
              <a:ext cx="5364" cy="100318"/>
            </a:xfrm>
            <a:custGeom>
              <a:rect b="b" l="l" r="r" t="t"/>
              <a:pathLst>
                <a:path extrusionOk="0" h="1010" w="54">
                  <a:moveTo>
                    <a:pt x="1" y="0"/>
                  </a:moveTo>
                  <a:lnTo>
                    <a:pt x="1" y="16"/>
                  </a:lnTo>
                  <a:cubicBezTo>
                    <a:pt x="21" y="117"/>
                    <a:pt x="21" y="218"/>
                    <a:pt x="21" y="319"/>
                  </a:cubicBezTo>
                  <a:cubicBezTo>
                    <a:pt x="1" y="388"/>
                    <a:pt x="1" y="457"/>
                    <a:pt x="21" y="521"/>
                  </a:cubicBezTo>
                  <a:lnTo>
                    <a:pt x="21" y="691"/>
                  </a:lnTo>
                  <a:cubicBezTo>
                    <a:pt x="1" y="792"/>
                    <a:pt x="1" y="893"/>
                    <a:pt x="21" y="994"/>
                  </a:cubicBezTo>
                  <a:cubicBezTo>
                    <a:pt x="21" y="1010"/>
                    <a:pt x="37" y="1010"/>
                    <a:pt x="37" y="1010"/>
                  </a:cubicBezTo>
                  <a:cubicBezTo>
                    <a:pt x="53" y="1010"/>
                    <a:pt x="53" y="994"/>
                    <a:pt x="53" y="994"/>
                  </a:cubicBezTo>
                  <a:cubicBezTo>
                    <a:pt x="37" y="893"/>
                    <a:pt x="37" y="792"/>
                    <a:pt x="37" y="707"/>
                  </a:cubicBezTo>
                  <a:lnTo>
                    <a:pt x="37" y="521"/>
                  </a:lnTo>
                  <a:lnTo>
                    <a:pt x="37" y="319"/>
                  </a:lnTo>
                  <a:cubicBezTo>
                    <a:pt x="37" y="218"/>
                    <a:pt x="37" y="11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1251026" y="2343669"/>
              <a:ext cx="162198" cy="187029"/>
            </a:xfrm>
            <a:custGeom>
              <a:rect b="b" l="l" r="r" t="t"/>
              <a:pathLst>
                <a:path extrusionOk="0" h="1883" w="1633">
                  <a:moveTo>
                    <a:pt x="1616" y="0"/>
                  </a:moveTo>
                  <a:cubicBezTo>
                    <a:pt x="1483" y="32"/>
                    <a:pt x="1346" y="101"/>
                    <a:pt x="1228" y="166"/>
                  </a:cubicBezTo>
                  <a:cubicBezTo>
                    <a:pt x="1164" y="202"/>
                    <a:pt x="1095" y="234"/>
                    <a:pt x="1026" y="251"/>
                  </a:cubicBezTo>
                  <a:cubicBezTo>
                    <a:pt x="841" y="335"/>
                    <a:pt x="659" y="420"/>
                    <a:pt x="473" y="521"/>
                  </a:cubicBezTo>
                  <a:cubicBezTo>
                    <a:pt x="356" y="570"/>
                    <a:pt x="235" y="622"/>
                    <a:pt x="117" y="691"/>
                  </a:cubicBezTo>
                  <a:cubicBezTo>
                    <a:pt x="69" y="707"/>
                    <a:pt x="17" y="723"/>
                    <a:pt x="17" y="808"/>
                  </a:cubicBezTo>
                  <a:lnTo>
                    <a:pt x="17" y="1297"/>
                  </a:lnTo>
                  <a:cubicBezTo>
                    <a:pt x="17" y="1462"/>
                    <a:pt x="0" y="1632"/>
                    <a:pt x="0" y="1802"/>
                  </a:cubicBezTo>
                  <a:cubicBezTo>
                    <a:pt x="0" y="1818"/>
                    <a:pt x="17" y="1834"/>
                    <a:pt x="17" y="1850"/>
                  </a:cubicBezTo>
                  <a:lnTo>
                    <a:pt x="17" y="1883"/>
                  </a:lnTo>
                  <a:lnTo>
                    <a:pt x="33" y="1883"/>
                  </a:lnTo>
                  <a:cubicBezTo>
                    <a:pt x="218" y="1818"/>
                    <a:pt x="404" y="1749"/>
                    <a:pt x="574" y="1664"/>
                  </a:cubicBezTo>
                  <a:cubicBezTo>
                    <a:pt x="659" y="1632"/>
                    <a:pt x="760" y="1600"/>
                    <a:pt x="841" y="1563"/>
                  </a:cubicBezTo>
                  <a:cubicBezTo>
                    <a:pt x="925" y="1531"/>
                    <a:pt x="1010" y="1499"/>
                    <a:pt x="1079" y="1446"/>
                  </a:cubicBezTo>
                  <a:cubicBezTo>
                    <a:pt x="1265" y="1378"/>
                    <a:pt x="1447" y="1297"/>
                    <a:pt x="1632" y="1228"/>
                  </a:cubicBezTo>
                  <a:lnTo>
                    <a:pt x="1632" y="1212"/>
                  </a:lnTo>
                  <a:lnTo>
                    <a:pt x="1616" y="1212"/>
                  </a:lnTo>
                  <a:cubicBezTo>
                    <a:pt x="1430" y="1277"/>
                    <a:pt x="1245" y="1345"/>
                    <a:pt x="1079" y="1430"/>
                  </a:cubicBezTo>
                  <a:cubicBezTo>
                    <a:pt x="994" y="1462"/>
                    <a:pt x="909" y="1499"/>
                    <a:pt x="824" y="1531"/>
                  </a:cubicBezTo>
                  <a:cubicBezTo>
                    <a:pt x="740" y="1563"/>
                    <a:pt x="659" y="1616"/>
                    <a:pt x="574" y="1648"/>
                  </a:cubicBezTo>
                  <a:cubicBezTo>
                    <a:pt x="404" y="1717"/>
                    <a:pt x="218" y="1802"/>
                    <a:pt x="53" y="1850"/>
                  </a:cubicBezTo>
                  <a:lnTo>
                    <a:pt x="33" y="1850"/>
                  </a:lnTo>
                  <a:lnTo>
                    <a:pt x="33" y="1802"/>
                  </a:lnTo>
                  <a:lnTo>
                    <a:pt x="33" y="1297"/>
                  </a:lnTo>
                  <a:cubicBezTo>
                    <a:pt x="33" y="1127"/>
                    <a:pt x="53" y="974"/>
                    <a:pt x="53" y="808"/>
                  </a:cubicBezTo>
                  <a:cubicBezTo>
                    <a:pt x="53" y="739"/>
                    <a:pt x="69" y="723"/>
                    <a:pt x="134" y="707"/>
                  </a:cubicBezTo>
                  <a:cubicBezTo>
                    <a:pt x="255" y="655"/>
                    <a:pt x="372" y="590"/>
                    <a:pt x="489" y="537"/>
                  </a:cubicBezTo>
                  <a:cubicBezTo>
                    <a:pt x="659" y="453"/>
                    <a:pt x="841" y="352"/>
                    <a:pt x="1043" y="287"/>
                  </a:cubicBezTo>
                  <a:cubicBezTo>
                    <a:pt x="1111" y="251"/>
                    <a:pt x="1180" y="218"/>
                    <a:pt x="1228" y="186"/>
                  </a:cubicBezTo>
                  <a:cubicBezTo>
                    <a:pt x="1366" y="133"/>
                    <a:pt x="1499" y="65"/>
                    <a:pt x="1632" y="32"/>
                  </a:cubicBezTo>
                  <a:lnTo>
                    <a:pt x="1632" y="16"/>
                  </a:lnTo>
                  <a:cubicBezTo>
                    <a:pt x="1632" y="16"/>
                    <a:pt x="1632" y="0"/>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985431" y="2224876"/>
              <a:ext cx="4867" cy="87108"/>
            </a:xfrm>
            <a:custGeom>
              <a:rect b="b" l="l" r="r" t="t"/>
              <a:pathLst>
                <a:path extrusionOk="0" h="877" w="49">
                  <a:moveTo>
                    <a:pt x="0" y="0"/>
                  </a:moveTo>
                  <a:lnTo>
                    <a:pt x="0" y="17"/>
                  </a:lnTo>
                  <a:cubicBezTo>
                    <a:pt x="16" y="150"/>
                    <a:pt x="16" y="303"/>
                    <a:pt x="0" y="453"/>
                  </a:cubicBezTo>
                  <a:lnTo>
                    <a:pt x="0" y="723"/>
                  </a:lnTo>
                  <a:lnTo>
                    <a:pt x="0" y="756"/>
                  </a:lnTo>
                  <a:cubicBezTo>
                    <a:pt x="0" y="792"/>
                    <a:pt x="0" y="841"/>
                    <a:pt x="32" y="877"/>
                  </a:cubicBezTo>
                  <a:lnTo>
                    <a:pt x="49" y="877"/>
                  </a:lnTo>
                  <a:lnTo>
                    <a:pt x="49" y="857"/>
                  </a:lnTo>
                  <a:cubicBezTo>
                    <a:pt x="32" y="824"/>
                    <a:pt x="32" y="792"/>
                    <a:pt x="32" y="756"/>
                  </a:cubicBezTo>
                  <a:lnTo>
                    <a:pt x="32" y="723"/>
                  </a:lnTo>
                  <a:lnTo>
                    <a:pt x="32" y="453"/>
                  </a:lnTo>
                  <a:cubicBezTo>
                    <a:pt x="32" y="303"/>
                    <a:pt x="32" y="15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2080390" y="3329867"/>
              <a:ext cx="108860" cy="148988"/>
            </a:xfrm>
            <a:custGeom>
              <a:rect b="b" l="l" r="r" t="t"/>
              <a:pathLst>
                <a:path extrusionOk="0" h="1500" w="1096">
                  <a:moveTo>
                    <a:pt x="0" y="1"/>
                  </a:moveTo>
                  <a:cubicBezTo>
                    <a:pt x="17" y="102"/>
                    <a:pt x="65" y="170"/>
                    <a:pt x="134" y="219"/>
                  </a:cubicBezTo>
                  <a:cubicBezTo>
                    <a:pt x="150" y="255"/>
                    <a:pt x="166" y="271"/>
                    <a:pt x="186" y="287"/>
                  </a:cubicBezTo>
                  <a:cubicBezTo>
                    <a:pt x="267" y="388"/>
                    <a:pt x="336" y="473"/>
                    <a:pt x="420" y="574"/>
                  </a:cubicBezTo>
                  <a:cubicBezTo>
                    <a:pt x="570" y="776"/>
                    <a:pt x="740" y="994"/>
                    <a:pt x="925" y="1196"/>
                  </a:cubicBezTo>
                  <a:cubicBezTo>
                    <a:pt x="1010" y="1297"/>
                    <a:pt x="1059" y="1366"/>
                    <a:pt x="1010" y="1483"/>
                  </a:cubicBezTo>
                  <a:lnTo>
                    <a:pt x="1010" y="1499"/>
                  </a:lnTo>
                  <a:lnTo>
                    <a:pt x="1026" y="1499"/>
                  </a:lnTo>
                  <a:cubicBezTo>
                    <a:pt x="1095" y="1366"/>
                    <a:pt x="1026" y="1265"/>
                    <a:pt x="942" y="1180"/>
                  </a:cubicBezTo>
                  <a:cubicBezTo>
                    <a:pt x="756" y="978"/>
                    <a:pt x="606" y="760"/>
                    <a:pt x="437" y="558"/>
                  </a:cubicBezTo>
                  <a:cubicBezTo>
                    <a:pt x="352" y="457"/>
                    <a:pt x="287" y="372"/>
                    <a:pt x="202" y="271"/>
                  </a:cubicBezTo>
                  <a:cubicBezTo>
                    <a:pt x="186" y="255"/>
                    <a:pt x="166" y="219"/>
                    <a:pt x="150" y="203"/>
                  </a:cubicBezTo>
                  <a:cubicBezTo>
                    <a:pt x="85" y="154"/>
                    <a:pt x="33" y="102"/>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1088928" y="3702633"/>
              <a:ext cx="4867" cy="31784"/>
            </a:xfrm>
            <a:custGeom>
              <a:rect b="b" l="l" r="r" t="t"/>
              <a:pathLst>
                <a:path extrusionOk="0" h="320" w="49">
                  <a:moveTo>
                    <a:pt x="16" y="1"/>
                  </a:moveTo>
                  <a:cubicBezTo>
                    <a:pt x="0" y="1"/>
                    <a:pt x="0" y="1"/>
                    <a:pt x="0" y="17"/>
                  </a:cubicBezTo>
                  <a:cubicBezTo>
                    <a:pt x="16" y="85"/>
                    <a:pt x="16" y="154"/>
                    <a:pt x="16" y="202"/>
                  </a:cubicBezTo>
                  <a:lnTo>
                    <a:pt x="16" y="303"/>
                  </a:lnTo>
                  <a:cubicBezTo>
                    <a:pt x="16" y="320"/>
                    <a:pt x="16" y="320"/>
                    <a:pt x="33" y="320"/>
                  </a:cubicBezTo>
                  <a:cubicBezTo>
                    <a:pt x="33" y="320"/>
                    <a:pt x="49" y="320"/>
                    <a:pt x="49" y="303"/>
                  </a:cubicBezTo>
                  <a:cubicBezTo>
                    <a:pt x="33" y="271"/>
                    <a:pt x="49" y="239"/>
                    <a:pt x="49" y="202"/>
                  </a:cubicBezTo>
                  <a:cubicBezTo>
                    <a:pt x="49" y="138"/>
                    <a:pt x="49"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1411536" y="2723190"/>
              <a:ext cx="63469" cy="160609"/>
            </a:xfrm>
            <a:custGeom>
              <a:rect b="b" l="l" r="r" t="t"/>
              <a:pathLst>
                <a:path extrusionOk="0" h="1617" w="639">
                  <a:moveTo>
                    <a:pt x="0" y="1"/>
                  </a:moveTo>
                  <a:lnTo>
                    <a:pt x="0" y="17"/>
                  </a:lnTo>
                  <a:cubicBezTo>
                    <a:pt x="16" y="81"/>
                    <a:pt x="69" y="134"/>
                    <a:pt x="117" y="166"/>
                  </a:cubicBezTo>
                  <a:cubicBezTo>
                    <a:pt x="154" y="203"/>
                    <a:pt x="186" y="219"/>
                    <a:pt x="202" y="251"/>
                  </a:cubicBezTo>
                  <a:cubicBezTo>
                    <a:pt x="218" y="267"/>
                    <a:pt x="218" y="283"/>
                    <a:pt x="235" y="304"/>
                  </a:cubicBezTo>
                  <a:cubicBezTo>
                    <a:pt x="303" y="384"/>
                    <a:pt x="372" y="485"/>
                    <a:pt x="473" y="554"/>
                  </a:cubicBezTo>
                  <a:cubicBezTo>
                    <a:pt x="574" y="655"/>
                    <a:pt x="622" y="756"/>
                    <a:pt x="606" y="910"/>
                  </a:cubicBezTo>
                  <a:lnTo>
                    <a:pt x="606" y="1314"/>
                  </a:lnTo>
                  <a:lnTo>
                    <a:pt x="606" y="1447"/>
                  </a:lnTo>
                  <a:lnTo>
                    <a:pt x="606" y="1463"/>
                  </a:lnTo>
                  <a:cubicBezTo>
                    <a:pt x="606" y="1516"/>
                    <a:pt x="606" y="1548"/>
                    <a:pt x="574" y="1596"/>
                  </a:cubicBezTo>
                  <a:cubicBezTo>
                    <a:pt x="574" y="1596"/>
                    <a:pt x="574" y="1617"/>
                    <a:pt x="590" y="1617"/>
                  </a:cubicBezTo>
                  <a:lnTo>
                    <a:pt x="606" y="1617"/>
                  </a:lnTo>
                  <a:cubicBezTo>
                    <a:pt x="638" y="1564"/>
                    <a:pt x="638" y="1516"/>
                    <a:pt x="638" y="1463"/>
                  </a:cubicBezTo>
                  <a:lnTo>
                    <a:pt x="638" y="1447"/>
                  </a:lnTo>
                  <a:cubicBezTo>
                    <a:pt x="638" y="1415"/>
                    <a:pt x="622" y="1362"/>
                    <a:pt x="622" y="1314"/>
                  </a:cubicBezTo>
                  <a:cubicBezTo>
                    <a:pt x="622" y="1176"/>
                    <a:pt x="622" y="1043"/>
                    <a:pt x="638" y="910"/>
                  </a:cubicBezTo>
                  <a:cubicBezTo>
                    <a:pt x="638" y="756"/>
                    <a:pt x="590" y="639"/>
                    <a:pt x="489" y="538"/>
                  </a:cubicBezTo>
                  <a:cubicBezTo>
                    <a:pt x="404" y="453"/>
                    <a:pt x="319" y="368"/>
                    <a:pt x="255" y="283"/>
                  </a:cubicBezTo>
                  <a:cubicBezTo>
                    <a:pt x="255" y="267"/>
                    <a:pt x="235" y="251"/>
                    <a:pt x="218" y="235"/>
                  </a:cubicBezTo>
                  <a:cubicBezTo>
                    <a:pt x="202" y="203"/>
                    <a:pt x="170" y="166"/>
                    <a:pt x="134" y="150"/>
                  </a:cubicBezTo>
                  <a:cubicBezTo>
                    <a:pt x="85" y="118"/>
                    <a:pt x="33" y="65"/>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1719245" y="1631409"/>
              <a:ext cx="8542" cy="76778"/>
            </a:xfrm>
            <a:custGeom>
              <a:rect b="b" l="l" r="r" t="t"/>
              <a:pathLst>
                <a:path extrusionOk="0" h="773" w="86">
                  <a:moveTo>
                    <a:pt x="65" y="1"/>
                  </a:moveTo>
                  <a:cubicBezTo>
                    <a:pt x="17" y="33"/>
                    <a:pt x="17" y="65"/>
                    <a:pt x="17" y="118"/>
                  </a:cubicBezTo>
                  <a:lnTo>
                    <a:pt x="17" y="134"/>
                  </a:lnTo>
                  <a:lnTo>
                    <a:pt x="17" y="607"/>
                  </a:lnTo>
                  <a:lnTo>
                    <a:pt x="17" y="623"/>
                  </a:lnTo>
                  <a:cubicBezTo>
                    <a:pt x="17" y="671"/>
                    <a:pt x="17" y="708"/>
                    <a:pt x="1" y="756"/>
                  </a:cubicBezTo>
                  <a:lnTo>
                    <a:pt x="1" y="772"/>
                  </a:lnTo>
                  <a:lnTo>
                    <a:pt x="17" y="772"/>
                  </a:lnTo>
                  <a:cubicBezTo>
                    <a:pt x="49" y="724"/>
                    <a:pt x="49" y="671"/>
                    <a:pt x="49" y="623"/>
                  </a:cubicBezTo>
                  <a:lnTo>
                    <a:pt x="49" y="607"/>
                  </a:lnTo>
                  <a:lnTo>
                    <a:pt x="49" y="134"/>
                  </a:lnTo>
                  <a:lnTo>
                    <a:pt x="49" y="118"/>
                  </a:lnTo>
                  <a:cubicBezTo>
                    <a:pt x="49" y="65"/>
                    <a:pt x="49" y="49"/>
                    <a:pt x="85" y="33"/>
                  </a:cubicBezTo>
                  <a:lnTo>
                    <a:pt x="85" y="17"/>
                  </a:lnTo>
                  <a:cubicBezTo>
                    <a:pt x="85" y="1"/>
                    <a:pt x="85"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1923059" y="2265003"/>
              <a:ext cx="140545" cy="312675"/>
            </a:xfrm>
            <a:custGeom>
              <a:rect b="b" l="l" r="r" t="t"/>
              <a:pathLst>
                <a:path extrusionOk="0" h="3148" w="1415">
                  <a:moveTo>
                    <a:pt x="69" y="0"/>
                  </a:moveTo>
                  <a:cubicBezTo>
                    <a:pt x="53" y="0"/>
                    <a:pt x="53" y="0"/>
                    <a:pt x="53" y="17"/>
                  </a:cubicBezTo>
                  <a:cubicBezTo>
                    <a:pt x="1" y="150"/>
                    <a:pt x="1" y="271"/>
                    <a:pt x="118" y="404"/>
                  </a:cubicBezTo>
                  <a:cubicBezTo>
                    <a:pt x="219" y="538"/>
                    <a:pt x="288" y="675"/>
                    <a:pt x="372" y="824"/>
                  </a:cubicBezTo>
                  <a:cubicBezTo>
                    <a:pt x="405" y="877"/>
                    <a:pt x="437" y="942"/>
                    <a:pt x="490" y="1010"/>
                  </a:cubicBezTo>
                  <a:cubicBezTo>
                    <a:pt x="659" y="1313"/>
                    <a:pt x="841" y="1600"/>
                    <a:pt x="1027" y="1903"/>
                  </a:cubicBezTo>
                  <a:lnTo>
                    <a:pt x="1043" y="1935"/>
                  </a:lnTo>
                  <a:cubicBezTo>
                    <a:pt x="1112" y="2036"/>
                    <a:pt x="1180" y="2154"/>
                    <a:pt x="1245" y="2254"/>
                  </a:cubicBezTo>
                  <a:cubicBezTo>
                    <a:pt x="1265" y="2271"/>
                    <a:pt x="1265" y="2291"/>
                    <a:pt x="1265" y="2307"/>
                  </a:cubicBezTo>
                  <a:lnTo>
                    <a:pt x="1265" y="2541"/>
                  </a:lnTo>
                  <a:cubicBezTo>
                    <a:pt x="1265" y="2658"/>
                    <a:pt x="1265" y="2759"/>
                    <a:pt x="1245" y="2877"/>
                  </a:cubicBezTo>
                  <a:cubicBezTo>
                    <a:pt x="1229" y="2978"/>
                    <a:pt x="1281" y="3079"/>
                    <a:pt x="1399" y="3147"/>
                  </a:cubicBezTo>
                  <a:lnTo>
                    <a:pt x="1415" y="3147"/>
                  </a:lnTo>
                  <a:cubicBezTo>
                    <a:pt x="1415" y="3131"/>
                    <a:pt x="1415" y="3131"/>
                    <a:pt x="1399" y="3131"/>
                  </a:cubicBezTo>
                  <a:cubicBezTo>
                    <a:pt x="1298" y="3062"/>
                    <a:pt x="1245" y="2961"/>
                    <a:pt x="1265" y="2877"/>
                  </a:cubicBezTo>
                  <a:cubicBezTo>
                    <a:pt x="1298" y="2759"/>
                    <a:pt x="1298" y="2658"/>
                    <a:pt x="1281" y="2541"/>
                  </a:cubicBezTo>
                  <a:cubicBezTo>
                    <a:pt x="1281" y="2473"/>
                    <a:pt x="1281" y="2392"/>
                    <a:pt x="1298" y="2307"/>
                  </a:cubicBezTo>
                  <a:cubicBezTo>
                    <a:pt x="1298" y="2291"/>
                    <a:pt x="1281" y="2254"/>
                    <a:pt x="1265" y="2238"/>
                  </a:cubicBezTo>
                  <a:cubicBezTo>
                    <a:pt x="1197" y="2137"/>
                    <a:pt x="1128" y="2036"/>
                    <a:pt x="1079" y="1919"/>
                  </a:cubicBezTo>
                  <a:lnTo>
                    <a:pt x="1043" y="1887"/>
                  </a:lnTo>
                  <a:cubicBezTo>
                    <a:pt x="861" y="1584"/>
                    <a:pt x="692" y="1297"/>
                    <a:pt x="506" y="994"/>
                  </a:cubicBezTo>
                  <a:cubicBezTo>
                    <a:pt x="473" y="925"/>
                    <a:pt x="437" y="877"/>
                    <a:pt x="389" y="808"/>
                  </a:cubicBezTo>
                  <a:cubicBezTo>
                    <a:pt x="320" y="655"/>
                    <a:pt x="235" y="521"/>
                    <a:pt x="134" y="388"/>
                  </a:cubicBezTo>
                  <a:cubicBezTo>
                    <a:pt x="33" y="271"/>
                    <a:pt x="33" y="150"/>
                    <a:pt x="69" y="17"/>
                  </a:cubicBezTo>
                  <a:cubicBezTo>
                    <a:pt x="86" y="17"/>
                    <a:pt x="69"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851343" y="2432267"/>
              <a:ext cx="358067" cy="274137"/>
            </a:xfrm>
            <a:custGeom>
              <a:rect b="b" l="l" r="r" t="t"/>
              <a:pathLst>
                <a:path extrusionOk="0" h="2760" w="3605">
                  <a:moveTo>
                    <a:pt x="3604" y="1"/>
                  </a:moveTo>
                  <a:cubicBezTo>
                    <a:pt x="3588" y="1"/>
                    <a:pt x="3588" y="17"/>
                    <a:pt x="3588" y="17"/>
                  </a:cubicBezTo>
                  <a:lnTo>
                    <a:pt x="3588" y="639"/>
                  </a:lnTo>
                  <a:lnTo>
                    <a:pt x="3588" y="1092"/>
                  </a:lnTo>
                  <a:cubicBezTo>
                    <a:pt x="3588" y="1160"/>
                    <a:pt x="3588" y="1193"/>
                    <a:pt x="3487" y="1229"/>
                  </a:cubicBezTo>
                  <a:cubicBezTo>
                    <a:pt x="3301" y="1294"/>
                    <a:pt x="3115" y="1378"/>
                    <a:pt x="2946" y="1463"/>
                  </a:cubicBezTo>
                  <a:cubicBezTo>
                    <a:pt x="2845" y="1496"/>
                    <a:pt x="2764" y="1548"/>
                    <a:pt x="2663" y="1580"/>
                  </a:cubicBezTo>
                  <a:cubicBezTo>
                    <a:pt x="2376" y="1718"/>
                    <a:pt x="2089" y="1835"/>
                    <a:pt x="1803" y="1952"/>
                  </a:cubicBezTo>
                  <a:cubicBezTo>
                    <a:pt x="1516" y="2085"/>
                    <a:pt x="1213" y="2203"/>
                    <a:pt x="910" y="2340"/>
                  </a:cubicBezTo>
                  <a:cubicBezTo>
                    <a:pt x="659" y="2441"/>
                    <a:pt x="405" y="2558"/>
                    <a:pt x="154" y="2675"/>
                  </a:cubicBezTo>
                  <a:lnTo>
                    <a:pt x="102" y="2675"/>
                  </a:lnTo>
                  <a:cubicBezTo>
                    <a:pt x="70" y="2691"/>
                    <a:pt x="37" y="2691"/>
                    <a:pt x="1" y="2744"/>
                  </a:cubicBezTo>
                  <a:cubicBezTo>
                    <a:pt x="1" y="2744"/>
                    <a:pt x="1" y="2760"/>
                    <a:pt x="17" y="2760"/>
                  </a:cubicBezTo>
                  <a:lnTo>
                    <a:pt x="37" y="2760"/>
                  </a:lnTo>
                  <a:cubicBezTo>
                    <a:pt x="53" y="2728"/>
                    <a:pt x="70" y="2707"/>
                    <a:pt x="118" y="2707"/>
                  </a:cubicBezTo>
                  <a:cubicBezTo>
                    <a:pt x="138" y="2707"/>
                    <a:pt x="154" y="2707"/>
                    <a:pt x="171" y="2691"/>
                  </a:cubicBezTo>
                  <a:cubicBezTo>
                    <a:pt x="405" y="2590"/>
                    <a:pt x="659" y="2473"/>
                    <a:pt x="926" y="2356"/>
                  </a:cubicBezTo>
                  <a:cubicBezTo>
                    <a:pt x="1229" y="2223"/>
                    <a:pt x="1516" y="2102"/>
                    <a:pt x="1819" y="1984"/>
                  </a:cubicBezTo>
                  <a:cubicBezTo>
                    <a:pt x="2106" y="1851"/>
                    <a:pt x="2392" y="1734"/>
                    <a:pt x="2679" y="1617"/>
                  </a:cubicBezTo>
                  <a:cubicBezTo>
                    <a:pt x="2764" y="1564"/>
                    <a:pt x="2865" y="1532"/>
                    <a:pt x="2946" y="1479"/>
                  </a:cubicBezTo>
                  <a:cubicBezTo>
                    <a:pt x="3132" y="1415"/>
                    <a:pt x="3317" y="1330"/>
                    <a:pt x="3503" y="1261"/>
                  </a:cubicBezTo>
                  <a:cubicBezTo>
                    <a:pt x="3604" y="1213"/>
                    <a:pt x="3604" y="1160"/>
                    <a:pt x="3604" y="1092"/>
                  </a:cubicBezTo>
                  <a:lnTo>
                    <a:pt x="3604" y="639"/>
                  </a:lnTo>
                  <a:lnTo>
                    <a:pt x="3604"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931597" y="3084335"/>
              <a:ext cx="5364" cy="91975"/>
            </a:xfrm>
            <a:custGeom>
              <a:rect b="b" l="l" r="r" t="t"/>
              <a:pathLst>
                <a:path extrusionOk="0" h="926" w="54">
                  <a:moveTo>
                    <a:pt x="37" y="0"/>
                  </a:moveTo>
                  <a:cubicBezTo>
                    <a:pt x="17" y="0"/>
                    <a:pt x="17" y="0"/>
                    <a:pt x="17" y="17"/>
                  </a:cubicBezTo>
                  <a:lnTo>
                    <a:pt x="17" y="202"/>
                  </a:lnTo>
                  <a:cubicBezTo>
                    <a:pt x="17" y="368"/>
                    <a:pt x="1" y="538"/>
                    <a:pt x="1" y="707"/>
                  </a:cubicBezTo>
                  <a:lnTo>
                    <a:pt x="1" y="756"/>
                  </a:lnTo>
                  <a:cubicBezTo>
                    <a:pt x="1" y="808"/>
                    <a:pt x="1" y="873"/>
                    <a:pt x="37" y="925"/>
                  </a:cubicBezTo>
                  <a:lnTo>
                    <a:pt x="53" y="925"/>
                  </a:lnTo>
                  <a:lnTo>
                    <a:pt x="53" y="909"/>
                  </a:lnTo>
                  <a:cubicBezTo>
                    <a:pt x="17" y="857"/>
                    <a:pt x="37" y="808"/>
                    <a:pt x="37" y="756"/>
                  </a:cubicBezTo>
                  <a:lnTo>
                    <a:pt x="37" y="707"/>
                  </a:lnTo>
                  <a:lnTo>
                    <a:pt x="37" y="202"/>
                  </a:lnTo>
                  <a:cubicBezTo>
                    <a:pt x="37" y="134"/>
                    <a:pt x="53" y="65"/>
                    <a:pt x="53" y="17"/>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2080390" y="2649391"/>
              <a:ext cx="108860" cy="250895"/>
            </a:xfrm>
            <a:custGeom>
              <a:rect b="b" l="l" r="r" t="t"/>
              <a:pathLst>
                <a:path extrusionOk="0" h="2526" w="1096">
                  <a:moveTo>
                    <a:pt x="17" y="0"/>
                  </a:moveTo>
                  <a:cubicBezTo>
                    <a:pt x="17" y="17"/>
                    <a:pt x="0" y="17"/>
                    <a:pt x="0" y="17"/>
                  </a:cubicBezTo>
                  <a:cubicBezTo>
                    <a:pt x="33" y="118"/>
                    <a:pt x="65" y="186"/>
                    <a:pt x="117" y="255"/>
                  </a:cubicBezTo>
                  <a:cubicBezTo>
                    <a:pt x="134" y="271"/>
                    <a:pt x="150" y="287"/>
                    <a:pt x="166" y="320"/>
                  </a:cubicBezTo>
                  <a:cubicBezTo>
                    <a:pt x="235" y="420"/>
                    <a:pt x="303" y="542"/>
                    <a:pt x="368" y="643"/>
                  </a:cubicBezTo>
                  <a:cubicBezTo>
                    <a:pt x="505" y="861"/>
                    <a:pt x="655" y="1079"/>
                    <a:pt x="792" y="1297"/>
                  </a:cubicBezTo>
                  <a:cubicBezTo>
                    <a:pt x="808" y="1350"/>
                    <a:pt x="841" y="1398"/>
                    <a:pt x="873" y="1430"/>
                  </a:cubicBezTo>
                  <a:cubicBezTo>
                    <a:pt x="974" y="1552"/>
                    <a:pt x="1075" y="1685"/>
                    <a:pt x="1026" y="1855"/>
                  </a:cubicBezTo>
                  <a:cubicBezTo>
                    <a:pt x="1010" y="1871"/>
                    <a:pt x="1026" y="1871"/>
                    <a:pt x="1026" y="1871"/>
                  </a:cubicBezTo>
                  <a:lnTo>
                    <a:pt x="1026" y="1903"/>
                  </a:lnTo>
                  <a:cubicBezTo>
                    <a:pt x="1043" y="2105"/>
                    <a:pt x="1059" y="2307"/>
                    <a:pt x="1010" y="2509"/>
                  </a:cubicBezTo>
                  <a:lnTo>
                    <a:pt x="1010" y="2525"/>
                  </a:lnTo>
                  <a:lnTo>
                    <a:pt x="1026" y="2525"/>
                  </a:lnTo>
                  <a:cubicBezTo>
                    <a:pt x="1075" y="2307"/>
                    <a:pt x="1059" y="2105"/>
                    <a:pt x="1043" y="1887"/>
                  </a:cubicBezTo>
                  <a:lnTo>
                    <a:pt x="1043" y="1871"/>
                  </a:lnTo>
                  <a:cubicBezTo>
                    <a:pt x="1095" y="1669"/>
                    <a:pt x="994" y="1552"/>
                    <a:pt x="909" y="1414"/>
                  </a:cubicBezTo>
                  <a:cubicBezTo>
                    <a:pt x="873" y="1382"/>
                    <a:pt x="841" y="1329"/>
                    <a:pt x="808" y="1297"/>
                  </a:cubicBezTo>
                  <a:cubicBezTo>
                    <a:pt x="671" y="1063"/>
                    <a:pt x="538" y="845"/>
                    <a:pt x="404" y="622"/>
                  </a:cubicBezTo>
                  <a:cubicBezTo>
                    <a:pt x="319" y="521"/>
                    <a:pt x="251" y="404"/>
                    <a:pt x="186" y="303"/>
                  </a:cubicBezTo>
                  <a:cubicBezTo>
                    <a:pt x="166" y="287"/>
                    <a:pt x="150" y="255"/>
                    <a:pt x="150" y="239"/>
                  </a:cubicBezTo>
                  <a:cubicBezTo>
                    <a:pt x="101" y="170"/>
                    <a:pt x="49" y="101"/>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1737719" y="2771362"/>
              <a:ext cx="172230" cy="311086"/>
            </a:xfrm>
            <a:custGeom>
              <a:rect b="b" l="l" r="r" t="t"/>
              <a:pathLst>
                <a:path extrusionOk="0" h="3132" w="1734">
                  <a:moveTo>
                    <a:pt x="65" y="0"/>
                  </a:moveTo>
                  <a:cubicBezTo>
                    <a:pt x="0" y="101"/>
                    <a:pt x="0" y="202"/>
                    <a:pt x="81" y="303"/>
                  </a:cubicBezTo>
                  <a:cubicBezTo>
                    <a:pt x="182" y="425"/>
                    <a:pt x="283" y="558"/>
                    <a:pt x="384" y="675"/>
                  </a:cubicBezTo>
                  <a:cubicBezTo>
                    <a:pt x="437" y="760"/>
                    <a:pt x="505" y="845"/>
                    <a:pt x="570" y="909"/>
                  </a:cubicBezTo>
                  <a:cubicBezTo>
                    <a:pt x="707" y="1079"/>
                    <a:pt x="841" y="1265"/>
                    <a:pt x="974" y="1435"/>
                  </a:cubicBezTo>
                  <a:cubicBezTo>
                    <a:pt x="1111" y="1600"/>
                    <a:pt x="1229" y="1770"/>
                    <a:pt x="1362" y="1939"/>
                  </a:cubicBezTo>
                  <a:cubicBezTo>
                    <a:pt x="1431" y="2020"/>
                    <a:pt x="1495" y="2121"/>
                    <a:pt x="1479" y="2259"/>
                  </a:cubicBezTo>
                  <a:lnTo>
                    <a:pt x="1479" y="2444"/>
                  </a:lnTo>
                  <a:cubicBezTo>
                    <a:pt x="1479" y="2525"/>
                    <a:pt x="1479" y="2610"/>
                    <a:pt x="1463" y="2695"/>
                  </a:cubicBezTo>
                  <a:cubicBezTo>
                    <a:pt x="1447" y="2747"/>
                    <a:pt x="1479" y="2796"/>
                    <a:pt x="1515" y="2848"/>
                  </a:cubicBezTo>
                  <a:lnTo>
                    <a:pt x="1532" y="2848"/>
                  </a:lnTo>
                  <a:cubicBezTo>
                    <a:pt x="1548" y="2865"/>
                    <a:pt x="1564" y="2881"/>
                    <a:pt x="1580" y="2897"/>
                  </a:cubicBezTo>
                  <a:cubicBezTo>
                    <a:pt x="1632" y="2966"/>
                    <a:pt x="1697" y="3030"/>
                    <a:pt x="1697" y="3115"/>
                  </a:cubicBezTo>
                  <a:cubicBezTo>
                    <a:pt x="1697" y="3131"/>
                    <a:pt x="1697" y="3131"/>
                    <a:pt x="1717" y="3131"/>
                  </a:cubicBezTo>
                  <a:lnTo>
                    <a:pt x="1733" y="3115"/>
                  </a:lnTo>
                  <a:cubicBezTo>
                    <a:pt x="1717" y="3014"/>
                    <a:pt x="1649" y="2949"/>
                    <a:pt x="1596" y="2881"/>
                  </a:cubicBezTo>
                  <a:cubicBezTo>
                    <a:pt x="1580" y="2865"/>
                    <a:pt x="1564" y="2848"/>
                    <a:pt x="1548" y="2828"/>
                  </a:cubicBezTo>
                  <a:cubicBezTo>
                    <a:pt x="1515" y="2780"/>
                    <a:pt x="1479" y="2747"/>
                    <a:pt x="1479" y="2695"/>
                  </a:cubicBezTo>
                  <a:cubicBezTo>
                    <a:pt x="1515" y="2610"/>
                    <a:pt x="1515" y="2525"/>
                    <a:pt x="1515" y="2444"/>
                  </a:cubicBezTo>
                  <a:cubicBezTo>
                    <a:pt x="1515" y="2376"/>
                    <a:pt x="1495" y="2323"/>
                    <a:pt x="1515" y="2275"/>
                  </a:cubicBezTo>
                  <a:cubicBezTo>
                    <a:pt x="1532" y="2121"/>
                    <a:pt x="1463" y="2004"/>
                    <a:pt x="1378" y="1919"/>
                  </a:cubicBezTo>
                  <a:cubicBezTo>
                    <a:pt x="1261" y="1754"/>
                    <a:pt x="1128" y="1584"/>
                    <a:pt x="990" y="1414"/>
                  </a:cubicBezTo>
                  <a:cubicBezTo>
                    <a:pt x="857" y="1249"/>
                    <a:pt x="724" y="1063"/>
                    <a:pt x="586" y="893"/>
                  </a:cubicBezTo>
                  <a:cubicBezTo>
                    <a:pt x="522" y="829"/>
                    <a:pt x="469" y="744"/>
                    <a:pt x="404" y="659"/>
                  </a:cubicBezTo>
                  <a:cubicBezTo>
                    <a:pt x="320" y="542"/>
                    <a:pt x="219" y="404"/>
                    <a:pt x="101" y="287"/>
                  </a:cubicBezTo>
                  <a:cubicBezTo>
                    <a:pt x="33" y="202"/>
                    <a:pt x="17" y="101"/>
                    <a:pt x="81" y="21"/>
                  </a:cubicBezTo>
                  <a:lnTo>
                    <a:pt x="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1189246" y="1760234"/>
              <a:ext cx="4867" cy="100418"/>
            </a:xfrm>
            <a:custGeom>
              <a:rect b="b" l="l" r="r" t="t"/>
              <a:pathLst>
                <a:path extrusionOk="0" h="1011" w="49">
                  <a:moveTo>
                    <a:pt x="0" y="0"/>
                  </a:moveTo>
                  <a:lnTo>
                    <a:pt x="0" y="17"/>
                  </a:lnTo>
                  <a:cubicBezTo>
                    <a:pt x="16" y="182"/>
                    <a:pt x="16" y="352"/>
                    <a:pt x="0" y="522"/>
                  </a:cubicBezTo>
                  <a:lnTo>
                    <a:pt x="0" y="841"/>
                  </a:lnTo>
                  <a:lnTo>
                    <a:pt x="0" y="889"/>
                  </a:lnTo>
                  <a:cubicBezTo>
                    <a:pt x="0" y="926"/>
                    <a:pt x="0" y="974"/>
                    <a:pt x="33" y="1010"/>
                  </a:cubicBezTo>
                  <a:lnTo>
                    <a:pt x="49" y="1010"/>
                  </a:lnTo>
                  <a:lnTo>
                    <a:pt x="49" y="990"/>
                  </a:lnTo>
                  <a:cubicBezTo>
                    <a:pt x="33" y="958"/>
                    <a:pt x="33" y="926"/>
                    <a:pt x="33" y="889"/>
                  </a:cubicBezTo>
                  <a:lnTo>
                    <a:pt x="33" y="841"/>
                  </a:lnTo>
                  <a:lnTo>
                    <a:pt x="33" y="522"/>
                  </a:lnTo>
                  <a:cubicBezTo>
                    <a:pt x="33" y="352"/>
                    <a:pt x="33" y="182"/>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851343" y="2948657"/>
              <a:ext cx="358067" cy="259338"/>
            </a:xfrm>
            <a:custGeom>
              <a:rect b="b" l="l" r="r" t="t"/>
              <a:pathLst>
                <a:path extrusionOk="0" h="2611" w="3605">
                  <a:moveTo>
                    <a:pt x="3588" y="1"/>
                  </a:moveTo>
                  <a:cubicBezTo>
                    <a:pt x="3552" y="86"/>
                    <a:pt x="3552" y="187"/>
                    <a:pt x="3552" y="272"/>
                  </a:cubicBezTo>
                  <a:cubicBezTo>
                    <a:pt x="3552" y="288"/>
                    <a:pt x="3572" y="304"/>
                    <a:pt x="3572" y="336"/>
                  </a:cubicBezTo>
                  <a:lnTo>
                    <a:pt x="3572" y="760"/>
                  </a:lnTo>
                  <a:lnTo>
                    <a:pt x="3572" y="1213"/>
                  </a:lnTo>
                  <a:cubicBezTo>
                    <a:pt x="3572" y="1282"/>
                    <a:pt x="3536" y="1298"/>
                    <a:pt x="3487" y="1314"/>
                  </a:cubicBezTo>
                  <a:cubicBezTo>
                    <a:pt x="3301" y="1383"/>
                    <a:pt x="3099" y="1447"/>
                    <a:pt x="2913" y="1516"/>
                  </a:cubicBezTo>
                  <a:cubicBezTo>
                    <a:pt x="2764" y="1585"/>
                    <a:pt x="2610" y="1633"/>
                    <a:pt x="2461" y="1686"/>
                  </a:cubicBezTo>
                  <a:cubicBezTo>
                    <a:pt x="2275" y="1750"/>
                    <a:pt x="2089" y="1819"/>
                    <a:pt x="1904" y="1887"/>
                  </a:cubicBezTo>
                  <a:cubicBezTo>
                    <a:pt x="1819" y="1920"/>
                    <a:pt x="1718" y="1952"/>
                    <a:pt x="1617" y="2005"/>
                  </a:cubicBezTo>
                  <a:cubicBezTo>
                    <a:pt x="1128" y="2174"/>
                    <a:pt x="643" y="2356"/>
                    <a:pt x="171" y="2542"/>
                  </a:cubicBezTo>
                  <a:lnTo>
                    <a:pt x="17" y="2594"/>
                  </a:lnTo>
                  <a:cubicBezTo>
                    <a:pt x="1" y="2594"/>
                    <a:pt x="1" y="2594"/>
                    <a:pt x="1" y="2611"/>
                  </a:cubicBezTo>
                  <a:lnTo>
                    <a:pt x="17" y="2611"/>
                  </a:lnTo>
                  <a:lnTo>
                    <a:pt x="171" y="2558"/>
                  </a:lnTo>
                  <a:cubicBezTo>
                    <a:pt x="659" y="2376"/>
                    <a:pt x="1148" y="2207"/>
                    <a:pt x="1633" y="2021"/>
                  </a:cubicBezTo>
                  <a:cubicBezTo>
                    <a:pt x="1718" y="1988"/>
                    <a:pt x="1819" y="1952"/>
                    <a:pt x="1920" y="1920"/>
                  </a:cubicBezTo>
                  <a:cubicBezTo>
                    <a:pt x="2106" y="1851"/>
                    <a:pt x="2291" y="1770"/>
                    <a:pt x="2461" y="1718"/>
                  </a:cubicBezTo>
                  <a:cubicBezTo>
                    <a:pt x="2627" y="1649"/>
                    <a:pt x="2780" y="1601"/>
                    <a:pt x="2930" y="1548"/>
                  </a:cubicBezTo>
                  <a:cubicBezTo>
                    <a:pt x="3115" y="1484"/>
                    <a:pt x="3301" y="1415"/>
                    <a:pt x="3487" y="1346"/>
                  </a:cubicBezTo>
                  <a:cubicBezTo>
                    <a:pt x="3536" y="1330"/>
                    <a:pt x="3604" y="1298"/>
                    <a:pt x="3604" y="1213"/>
                  </a:cubicBezTo>
                  <a:cubicBezTo>
                    <a:pt x="3588" y="1063"/>
                    <a:pt x="3588" y="910"/>
                    <a:pt x="3588" y="760"/>
                  </a:cubicBezTo>
                  <a:cubicBezTo>
                    <a:pt x="3588" y="623"/>
                    <a:pt x="3604" y="474"/>
                    <a:pt x="3588" y="336"/>
                  </a:cubicBezTo>
                  <a:lnTo>
                    <a:pt x="3588" y="272"/>
                  </a:lnTo>
                  <a:cubicBezTo>
                    <a:pt x="3588" y="187"/>
                    <a:pt x="3572" y="102"/>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746257" y="3472795"/>
              <a:ext cx="3278" cy="87903"/>
            </a:xfrm>
            <a:custGeom>
              <a:rect b="b" l="l" r="r" t="t"/>
              <a:pathLst>
                <a:path extrusionOk="0" h="885" w="33">
                  <a:moveTo>
                    <a:pt x="12" y="1"/>
                  </a:moveTo>
                  <a:cubicBezTo>
                    <a:pt x="9" y="1"/>
                    <a:pt x="6" y="2"/>
                    <a:pt x="0" y="8"/>
                  </a:cubicBezTo>
                  <a:cubicBezTo>
                    <a:pt x="17" y="145"/>
                    <a:pt x="17" y="295"/>
                    <a:pt x="17" y="432"/>
                  </a:cubicBezTo>
                  <a:cubicBezTo>
                    <a:pt x="0" y="497"/>
                    <a:pt x="0" y="581"/>
                    <a:pt x="0" y="666"/>
                  </a:cubicBezTo>
                  <a:cubicBezTo>
                    <a:pt x="17" y="715"/>
                    <a:pt x="17" y="751"/>
                    <a:pt x="17" y="800"/>
                  </a:cubicBezTo>
                  <a:cubicBezTo>
                    <a:pt x="0" y="816"/>
                    <a:pt x="0" y="852"/>
                    <a:pt x="0" y="868"/>
                  </a:cubicBezTo>
                  <a:lnTo>
                    <a:pt x="17" y="884"/>
                  </a:lnTo>
                  <a:cubicBezTo>
                    <a:pt x="33" y="884"/>
                    <a:pt x="33" y="868"/>
                    <a:pt x="33" y="868"/>
                  </a:cubicBezTo>
                  <a:lnTo>
                    <a:pt x="33" y="800"/>
                  </a:lnTo>
                  <a:lnTo>
                    <a:pt x="33" y="666"/>
                  </a:lnTo>
                  <a:lnTo>
                    <a:pt x="33" y="432"/>
                  </a:lnTo>
                  <a:cubicBezTo>
                    <a:pt x="33" y="295"/>
                    <a:pt x="33" y="14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749435" y="2667866"/>
              <a:ext cx="3377" cy="77076"/>
            </a:xfrm>
            <a:custGeom>
              <a:rect b="b" l="l" r="r" t="t"/>
              <a:pathLst>
                <a:path extrusionOk="0" h="776" w="34">
                  <a:moveTo>
                    <a:pt x="17" y="0"/>
                  </a:moveTo>
                  <a:cubicBezTo>
                    <a:pt x="1" y="0"/>
                    <a:pt x="1" y="0"/>
                    <a:pt x="1" y="16"/>
                  </a:cubicBezTo>
                  <a:lnTo>
                    <a:pt x="1" y="303"/>
                  </a:lnTo>
                  <a:cubicBezTo>
                    <a:pt x="1" y="457"/>
                    <a:pt x="1" y="606"/>
                    <a:pt x="17" y="776"/>
                  </a:cubicBezTo>
                  <a:lnTo>
                    <a:pt x="33" y="776"/>
                  </a:lnTo>
                  <a:cubicBezTo>
                    <a:pt x="17" y="606"/>
                    <a:pt x="17" y="457"/>
                    <a:pt x="33" y="303"/>
                  </a:cubicBezTo>
                  <a:lnTo>
                    <a:pt x="33" y="16"/>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528735" y="2529009"/>
              <a:ext cx="110449" cy="55423"/>
            </a:xfrm>
            <a:custGeom>
              <a:rect b="b" l="l" r="r" t="t"/>
              <a:pathLst>
                <a:path extrusionOk="0" h="558" w="1112">
                  <a:moveTo>
                    <a:pt x="1096" y="0"/>
                  </a:moveTo>
                  <a:cubicBezTo>
                    <a:pt x="1043" y="53"/>
                    <a:pt x="995" y="69"/>
                    <a:pt x="942" y="101"/>
                  </a:cubicBezTo>
                  <a:cubicBezTo>
                    <a:pt x="910" y="101"/>
                    <a:pt x="894" y="118"/>
                    <a:pt x="861" y="118"/>
                  </a:cubicBezTo>
                  <a:lnTo>
                    <a:pt x="255" y="421"/>
                  </a:lnTo>
                  <a:cubicBezTo>
                    <a:pt x="171" y="457"/>
                    <a:pt x="102" y="489"/>
                    <a:pt x="17" y="542"/>
                  </a:cubicBezTo>
                  <a:cubicBezTo>
                    <a:pt x="17" y="542"/>
                    <a:pt x="1" y="542"/>
                    <a:pt x="17" y="558"/>
                  </a:cubicBezTo>
                  <a:lnTo>
                    <a:pt x="33" y="558"/>
                  </a:lnTo>
                  <a:cubicBezTo>
                    <a:pt x="102" y="522"/>
                    <a:pt x="187" y="489"/>
                    <a:pt x="255" y="441"/>
                  </a:cubicBezTo>
                  <a:cubicBezTo>
                    <a:pt x="457" y="356"/>
                    <a:pt x="676" y="255"/>
                    <a:pt x="878" y="154"/>
                  </a:cubicBezTo>
                  <a:cubicBezTo>
                    <a:pt x="910" y="138"/>
                    <a:pt x="926" y="138"/>
                    <a:pt x="962" y="118"/>
                  </a:cubicBezTo>
                  <a:cubicBezTo>
                    <a:pt x="1011" y="101"/>
                    <a:pt x="1063" y="69"/>
                    <a:pt x="1112" y="37"/>
                  </a:cubicBezTo>
                  <a:lnTo>
                    <a:pt x="11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528735" y="3030998"/>
              <a:ext cx="110449" cy="136870"/>
            </a:xfrm>
            <a:custGeom>
              <a:rect b="b" l="l" r="r" t="t"/>
              <a:pathLst>
                <a:path extrusionOk="0" h="1378" w="1112">
                  <a:moveTo>
                    <a:pt x="1080" y="0"/>
                  </a:moveTo>
                  <a:cubicBezTo>
                    <a:pt x="1075" y="0"/>
                    <a:pt x="1071" y="4"/>
                    <a:pt x="1063" y="12"/>
                  </a:cubicBezTo>
                  <a:lnTo>
                    <a:pt x="1063" y="32"/>
                  </a:lnTo>
                  <a:cubicBezTo>
                    <a:pt x="1096" y="65"/>
                    <a:pt x="1096" y="113"/>
                    <a:pt x="1096" y="150"/>
                  </a:cubicBezTo>
                  <a:lnTo>
                    <a:pt x="1096" y="234"/>
                  </a:lnTo>
                  <a:lnTo>
                    <a:pt x="1096" y="820"/>
                  </a:lnTo>
                  <a:cubicBezTo>
                    <a:pt x="1096" y="905"/>
                    <a:pt x="1063" y="958"/>
                    <a:pt x="1011" y="974"/>
                  </a:cubicBezTo>
                  <a:lnTo>
                    <a:pt x="894" y="1022"/>
                  </a:lnTo>
                  <a:cubicBezTo>
                    <a:pt x="623" y="1123"/>
                    <a:pt x="373" y="1224"/>
                    <a:pt x="102" y="1345"/>
                  </a:cubicBezTo>
                  <a:lnTo>
                    <a:pt x="17" y="1345"/>
                  </a:lnTo>
                  <a:cubicBezTo>
                    <a:pt x="17" y="1345"/>
                    <a:pt x="1" y="1345"/>
                    <a:pt x="1" y="1361"/>
                  </a:cubicBezTo>
                  <a:lnTo>
                    <a:pt x="17" y="1361"/>
                  </a:lnTo>
                  <a:cubicBezTo>
                    <a:pt x="33" y="1361"/>
                    <a:pt x="33" y="1378"/>
                    <a:pt x="53" y="1378"/>
                  </a:cubicBezTo>
                  <a:lnTo>
                    <a:pt x="86" y="1378"/>
                  </a:lnTo>
                  <a:cubicBezTo>
                    <a:pt x="102" y="1378"/>
                    <a:pt x="102" y="1378"/>
                    <a:pt x="118" y="1361"/>
                  </a:cubicBezTo>
                  <a:cubicBezTo>
                    <a:pt x="373" y="1244"/>
                    <a:pt x="639" y="1143"/>
                    <a:pt x="894" y="1042"/>
                  </a:cubicBezTo>
                  <a:lnTo>
                    <a:pt x="1011" y="1006"/>
                  </a:lnTo>
                  <a:cubicBezTo>
                    <a:pt x="1080" y="974"/>
                    <a:pt x="1112" y="921"/>
                    <a:pt x="1112" y="820"/>
                  </a:cubicBezTo>
                  <a:lnTo>
                    <a:pt x="1112" y="234"/>
                  </a:lnTo>
                  <a:lnTo>
                    <a:pt x="1112" y="150"/>
                  </a:lnTo>
                  <a:cubicBezTo>
                    <a:pt x="1112" y="97"/>
                    <a:pt x="1112" y="65"/>
                    <a:pt x="1096" y="12"/>
                  </a:cubicBezTo>
                  <a:cubicBezTo>
                    <a:pt x="1088" y="4"/>
                    <a:pt x="1084" y="0"/>
                    <a:pt x="1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1521886" y="3684159"/>
              <a:ext cx="3278" cy="50258"/>
            </a:xfrm>
            <a:custGeom>
              <a:rect b="b" l="l" r="r" t="t"/>
              <a:pathLst>
                <a:path extrusionOk="0" h="506" w="33">
                  <a:moveTo>
                    <a:pt x="32" y="1"/>
                  </a:moveTo>
                  <a:cubicBezTo>
                    <a:pt x="16" y="1"/>
                    <a:pt x="16" y="21"/>
                    <a:pt x="16" y="21"/>
                  </a:cubicBezTo>
                  <a:cubicBezTo>
                    <a:pt x="0" y="138"/>
                    <a:pt x="0" y="255"/>
                    <a:pt x="0" y="372"/>
                  </a:cubicBezTo>
                  <a:lnTo>
                    <a:pt x="0" y="489"/>
                  </a:lnTo>
                  <a:lnTo>
                    <a:pt x="0" y="506"/>
                  </a:lnTo>
                  <a:cubicBezTo>
                    <a:pt x="16" y="506"/>
                    <a:pt x="16" y="506"/>
                    <a:pt x="16" y="489"/>
                  </a:cubicBezTo>
                  <a:lnTo>
                    <a:pt x="16" y="372"/>
                  </a:lnTo>
                  <a:cubicBezTo>
                    <a:pt x="16" y="255"/>
                    <a:pt x="16" y="138"/>
                    <a:pt x="32" y="21"/>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500328" y="3167768"/>
              <a:ext cx="138856" cy="155344"/>
            </a:xfrm>
            <a:custGeom>
              <a:rect b="b" l="l" r="r" t="t"/>
              <a:pathLst>
                <a:path extrusionOk="0" h="1564" w="1398">
                  <a:moveTo>
                    <a:pt x="1366" y="1"/>
                  </a:moveTo>
                  <a:lnTo>
                    <a:pt x="0" y="489"/>
                  </a:lnTo>
                  <a:lnTo>
                    <a:pt x="0" y="506"/>
                  </a:lnTo>
                  <a:cubicBezTo>
                    <a:pt x="0" y="522"/>
                    <a:pt x="0" y="522"/>
                    <a:pt x="16" y="522"/>
                  </a:cubicBezTo>
                  <a:lnTo>
                    <a:pt x="1366" y="17"/>
                  </a:lnTo>
                  <a:cubicBezTo>
                    <a:pt x="1382" y="304"/>
                    <a:pt x="1382" y="574"/>
                    <a:pt x="1382" y="825"/>
                  </a:cubicBezTo>
                  <a:lnTo>
                    <a:pt x="1382" y="1160"/>
                  </a:lnTo>
                  <a:lnTo>
                    <a:pt x="404" y="1532"/>
                  </a:lnTo>
                  <a:cubicBezTo>
                    <a:pt x="388" y="1532"/>
                    <a:pt x="388" y="1548"/>
                    <a:pt x="388" y="1548"/>
                  </a:cubicBezTo>
                  <a:lnTo>
                    <a:pt x="404" y="1564"/>
                  </a:lnTo>
                  <a:lnTo>
                    <a:pt x="1398" y="1196"/>
                  </a:lnTo>
                  <a:lnTo>
                    <a:pt x="1398" y="1180"/>
                  </a:lnTo>
                  <a:lnTo>
                    <a:pt x="1398" y="825"/>
                  </a:lnTo>
                  <a:cubicBezTo>
                    <a:pt x="1398" y="554"/>
                    <a:pt x="1398" y="287"/>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791152" y="2970410"/>
              <a:ext cx="5364" cy="93961"/>
            </a:xfrm>
            <a:custGeom>
              <a:rect b="b" l="l" r="r" t="t"/>
              <a:pathLst>
                <a:path extrusionOk="0" h="946" w="54">
                  <a:moveTo>
                    <a:pt x="17" y="0"/>
                  </a:moveTo>
                  <a:cubicBezTo>
                    <a:pt x="1" y="0"/>
                    <a:pt x="1" y="16"/>
                    <a:pt x="1" y="16"/>
                  </a:cubicBezTo>
                  <a:cubicBezTo>
                    <a:pt x="17" y="202"/>
                    <a:pt x="17" y="388"/>
                    <a:pt x="17" y="558"/>
                  </a:cubicBezTo>
                  <a:cubicBezTo>
                    <a:pt x="17" y="590"/>
                    <a:pt x="17" y="622"/>
                    <a:pt x="1" y="675"/>
                  </a:cubicBezTo>
                  <a:cubicBezTo>
                    <a:pt x="1" y="760"/>
                    <a:pt x="1" y="844"/>
                    <a:pt x="17" y="925"/>
                  </a:cubicBezTo>
                  <a:cubicBezTo>
                    <a:pt x="17" y="925"/>
                    <a:pt x="17" y="945"/>
                    <a:pt x="37" y="945"/>
                  </a:cubicBezTo>
                  <a:lnTo>
                    <a:pt x="37" y="925"/>
                  </a:lnTo>
                  <a:lnTo>
                    <a:pt x="37" y="675"/>
                  </a:lnTo>
                  <a:lnTo>
                    <a:pt x="37" y="558"/>
                  </a:lnTo>
                  <a:cubicBezTo>
                    <a:pt x="53" y="388"/>
                    <a:pt x="53" y="202"/>
                    <a:pt x="37" y="16"/>
                  </a:cubicBezTo>
                  <a:cubicBezTo>
                    <a:pt x="17" y="16"/>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1582077" y="3592283"/>
              <a:ext cx="6853" cy="77176"/>
            </a:xfrm>
            <a:custGeom>
              <a:rect b="b" l="l" r="r" t="t"/>
              <a:pathLst>
                <a:path extrusionOk="0" h="777" w="69">
                  <a:moveTo>
                    <a:pt x="53" y="1"/>
                  </a:moveTo>
                  <a:cubicBezTo>
                    <a:pt x="53" y="1"/>
                    <a:pt x="32" y="1"/>
                    <a:pt x="32" y="17"/>
                  </a:cubicBezTo>
                  <a:cubicBezTo>
                    <a:pt x="16" y="138"/>
                    <a:pt x="16" y="271"/>
                    <a:pt x="16" y="388"/>
                  </a:cubicBezTo>
                  <a:cubicBezTo>
                    <a:pt x="16" y="473"/>
                    <a:pt x="32" y="558"/>
                    <a:pt x="16" y="643"/>
                  </a:cubicBezTo>
                  <a:lnTo>
                    <a:pt x="16" y="675"/>
                  </a:lnTo>
                  <a:cubicBezTo>
                    <a:pt x="32" y="708"/>
                    <a:pt x="32" y="744"/>
                    <a:pt x="16" y="760"/>
                  </a:cubicBezTo>
                  <a:cubicBezTo>
                    <a:pt x="0" y="776"/>
                    <a:pt x="16" y="776"/>
                    <a:pt x="16" y="776"/>
                  </a:cubicBezTo>
                  <a:lnTo>
                    <a:pt x="32" y="776"/>
                  </a:lnTo>
                  <a:cubicBezTo>
                    <a:pt x="53" y="744"/>
                    <a:pt x="53" y="708"/>
                    <a:pt x="53" y="675"/>
                  </a:cubicBezTo>
                  <a:lnTo>
                    <a:pt x="53" y="643"/>
                  </a:lnTo>
                  <a:lnTo>
                    <a:pt x="53" y="388"/>
                  </a:lnTo>
                  <a:cubicBezTo>
                    <a:pt x="53" y="271"/>
                    <a:pt x="53" y="13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1037180" y="2378532"/>
              <a:ext cx="3278" cy="78765"/>
            </a:xfrm>
            <a:custGeom>
              <a:rect b="b" l="l" r="r" t="t"/>
              <a:pathLst>
                <a:path extrusionOk="0" h="793" w="33">
                  <a:moveTo>
                    <a:pt x="16" y="1"/>
                  </a:moveTo>
                  <a:cubicBezTo>
                    <a:pt x="0" y="1"/>
                    <a:pt x="0" y="17"/>
                    <a:pt x="0" y="17"/>
                  </a:cubicBezTo>
                  <a:lnTo>
                    <a:pt x="0" y="304"/>
                  </a:lnTo>
                  <a:cubicBezTo>
                    <a:pt x="0" y="457"/>
                    <a:pt x="0" y="623"/>
                    <a:pt x="16" y="776"/>
                  </a:cubicBezTo>
                  <a:lnTo>
                    <a:pt x="16" y="792"/>
                  </a:lnTo>
                  <a:lnTo>
                    <a:pt x="33" y="792"/>
                  </a:lnTo>
                  <a:lnTo>
                    <a:pt x="33" y="776"/>
                  </a:lnTo>
                  <a:cubicBezTo>
                    <a:pt x="16" y="623"/>
                    <a:pt x="16" y="457"/>
                    <a:pt x="16" y="304"/>
                  </a:cubicBezTo>
                  <a:cubicBezTo>
                    <a:pt x="33" y="203"/>
                    <a:pt x="33" y="118"/>
                    <a:pt x="16"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1252616" y="2166274"/>
              <a:ext cx="160609" cy="189115"/>
            </a:xfrm>
            <a:custGeom>
              <a:rect b="b" l="l" r="r" t="t"/>
              <a:pathLst>
                <a:path extrusionOk="0" h="1904" w="1617">
                  <a:moveTo>
                    <a:pt x="1616" y="1"/>
                  </a:moveTo>
                  <a:cubicBezTo>
                    <a:pt x="1532" y="1"/>
                    <a:pt x="1451" y="33"/>
                    <a:pt x="1382" y="69"/>
                  </a:cubicBezTo>
                  <a:cubicBezTo>
                    <a:pt x="1382" y="85"/>
                    <a:pt x="1366" y="85"/>
                    <a:pt x="1350" y="102"/>
                  </a:cubicBezTo>
                  <a:cubicBezTo>
                    <a:pt x="1128" y="219"/>
                    <a:pt x="893" y="320"/>
                    <a:pt x="659" y="421"/>
                  </a:cubicBezTo>
                  <a:cubicBezTo>
                    <a:pt x="489" y="506"/>
                    <a:pt x="303" y="590"/>
                    <a:pt x="118" y="691"/>
                  </a:cubicBezTo>
                  <a:cubicBezTo>
                    <a:pt x="37" y="724"/>
                    <a:pt x="17" y="760"/>
                    <a:pt x="17" y="841"/>
                  </a:cubicBezTo>
                  <a:cubicBezTo>
                    <a:pt x="17" y="1043"/>
                    <a:pt x="17" y="1245"/>
                    <a:pt x="1" y="1431"/>
                  </a:cubicBezTo>
                  <a:lnTo>
                    <a:pt x="1" y="1734"/>
                  </a:lnTo>
                  <a:lnTo>
                    <a:pt x="1" y="1835"/>
                  </a:lnTo>
                  <a:cubicBezTo>
                    <a:pt x="1" y="1851"/>
                    <a:pt x="1" y="1871"/>
                    <a:pt x="17" y="1887"/>
                  </a:cubicBezTo>
                  <a:lnTo>
                    <a:pt x="17" y="1903"/>
                  </a:lnTo>
                  <a:lnTo>
                    <a:pt x="53" y="1903"/>
                  </a:lnTo>
                  <a:cubicBezTo>
                    <a:pt x="85" y="1887"/>
                    <a:pt x="118" y="1887"/>
                    <a:pt x="154" y="1871"/>
                  </a:cubicBezTo>
                  <a:cubicBezTo>
                    <a:pt x="421" y="1734"/>
                    <a:pt x="724" y="1600"/>
                    <a:pt x="994" y="1467"/>
                  </a:cubicBezTo>
                  <a:cubicBezTo>
                    <a:pt x="1180" y="1382"/>
                    <a:pt x="1366" y="1313"/>
                    <a:pt x="1532" y="1229"/>
                  </a:cubicBezTo>
                  <a:cubicBezTo>
                    <a:pt x="1552" y="1213"/>
                    <a:pt x="1568" y="1213"/>
                    <a:pt x="1568" y="1213"/>
                  </a:cubicBezTo>
                  <a:lnTo>
                    <a:pt x="1600" y="1213"/>
                  </a:lnTo>
                  <a:lnTo>
                    <a:pt x="1616" y="1196"/>
                  </a:lnTo>
                  <a:cubicBezTo>
                    <a:pt x="1600" y="1196"/>
                    <a:pt x="1600" y="1180"/>
                    <a:pt x="1600" y="1180"/>
                  </a:cubicBezTo>
                  <a:cubicBezTo>
                    <a:pt x="1584" y="1180"/>
                    <a:pt x="1584" y="1180"/>
                    <a:pt x="1568" y="1196"/>
                  </a:cubicBezTo>
                  <a:lnTo>
                    <a:pt x="1515" y="1196"/>
                  </a:lnTo>
                  <a:cubicBezTo>
                    <a:pt x="1350" y="1281"/>
                    <a:pt x="1164" y="1366"/>
                    <a:pt x="994" y="1447"/>
                  </a:cubicBezTo>
                  <a:cubicBezTo>
                    <a:pt x="707" y="1584"/>
                    <a:pt x="421" y="1717"/>
                    <a:pt x="138" y="1851"/>
                  </a:cubicBezTo>
                  <a:cubicBezTo>
                    <a:pt x="101" y="1871"/>
                    <a:pt x="85" y="1871"/>
                    <a:pt x="53" y="1871"/>
                  </a:cubicBezTo>
                  <a:lnTo>
                    <a:pt x="37" y="1871"/>
                  </a:lnTo>
                  <a:lnTo>
                    <a:pt x="37" y="1835"/>
                  </a:lnTo>
                  <a:lnTo>
                    <a:pt x="37" y="1734"/>
                  </a:lnTo>
                  <a:lnTo>
                    <a:pt x="37" y="1431"/>
                  </a:lnTo>
                  <a:lnTo>
                    <a:pt x="37" y="841"/>
                  </a:lnTo>
                  <a:cubicBezTo>
                    <a:pt x="37" y="776"/>
                    <a:pt x="69" y="740"/>
                    <a:pt x="138" y="708"/>
                  </a:cubicBezTo>
                  <a:cubicBezTo>
                    <a:pt x="303" y="623"/>
                    <a:pt x="489" y="538"/>
                    <a:pt x="675" y="457"/>
                  </a:cubicBezTo>
                  <a:cubicBezTo>
                    <a:pt x="909" y="336"/>
                    <a:pt x="1128" y="235"/>
                    <a:pt x="1366" y="118"/>
                  </a:cubicBezTo>
                  <a:cubicBezTo>
                    <a:pt x="1382" y="118"/>
                    <a:pt x="1382" y="102"/>
                    <a:pt x="1398" y="102"/>
                  </a:cubicBezTo>
                  <a:cubicBezTo>
                    <a:pt x="1467" y="69"/>
                    <a:pt x="1532" y="17"/>
                    <a:pt x="1616" y="17"/>
                  </a:cubicBezTo>
                  <a:lnTo>
                    <a:pt x="16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2026655" y="3702633"/>
              <a:ext cx="5264" cy="31784"/>
            </a:xfrm>
            <a:custGeom>
              <a:rect b="b" l="l" r="r" t="t"/>
              <a:pathLst>
                <a:path extrusionOk="0" h="320" w="53">
                  <a:moveTo>
                    <a:pt x="20" y="1"/>
                  </a:moveTo>
                  <a:cubicBezTo>
                    <a:pt x="0" y="69"/>
                    <a:pt x="0" y="138"/>
                    <a:pt x="0" y="202"/>
                  </a:cubicBezTo>
                  <a:lnTo>
                    <a:pt x="0" y="303"/>
                  </a:lnTo>
                  <a:cubicBezTo>
                    <a:pt x="0" y="320"/>
                    <a:pt x="20" y="320"/>
                    <a:pt x="20" y="320"/>
                  </a:cubicBezTo>
                  <a:cubicBezTo>
                    <a:pt x="20" y="320"/>
                    <a:pt x="36" y="320"/>
                    <a:pt x="36" y="303"/>
                  </a:cubicBezTo>
                  <a:lnTo>
                    <a:pt x="36" y="186"/>
                  </a:lnTo>
                  <a:cubicBezTo>
                    <a:pt x="36" y="138"/>
                    <a:pt x="20" y="69"/>
                    <a:pt x="53" y="17"/>
                  </a:cubicBezTo>
                  <a:cubicBezTo>
                    <a:pt x="53" y="1"/>
                    <a:pt x="36" y="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1254205" y="1607373"/>
              <a:ext cx="164184" cy="219608"/>
            </a:xfrm>
            <a:custGeom>
              <a:rect b="b" l="l" r="r" t="t"/>
              <a:pathLst>
                <a:path extrusionOk="0" h="2211" w="1653">
                  <a:moveTo>
                    <a:pt x="1574" y="0"/>
                  </a:moveTo>
                  <a:cubicBezTo>
                    <a:pt x="1542" y="0"/>
                    <a:pt x="1513" y="20"/>
                    <a:pt x="1483" y="41"/>
                  </a:cubicBezTo>
                  <a:lnTo>
                    <a:pt x="1467" y="41"/>
                  </a:lnTo>
                  <a:cubicBezTo>
                    <a:pt x="1213" y="174"/>
                    <a:pt x="962" y="307"/>
                    <a:pt x="728" y="445"/>
                  </a:cubicBezTo>
                  <a:cubicBezTo>
                    <a:pt x="659" y="493"/>
                    <a:pt x="574" y="530"/>
                    <a:pt x="506" y="578"/>
                  </a:cubicBezTo>
                  <a:cubicBezTo>
                    <a:pt x="473" y="594"/>
                    <a:pt x="425" y="610"/>
                    <a:pt x="388" y="647"/>
                  </a:cubicBezTo>
                  <a:cubicBezTo>
                    <a:pt x="304" y="695"/>
                    <a:pt x="203" y="748"/>
                    <a:pt x="122" y="780"/>
                  </a:cubicBezTo>
                  <a:cubicBezTo>
                    <a:pt x="53" y="812"/>
                    <a:pt x="21" y="865"/>
                    <a:pt x="21" y="934"/>
                  </a:cubicBezTo>
                  <a:lnTo>
                    <a:pt x="21" y="1200"/>
                  </a:lnTo>
                  <a:cubicBezTo>
                    <a:pt x="37" y="1471"/>
                    <a:pt x="37" y="1758"/>
                    <a:pt x="21" y="2024"/>
                  </a:cubicBezTo>
                  <a:cubicBezTo>
                    <a:pt x="1" y="2093"/>
                    <a:pt x="21" y="2145"/>
                    <a:pt x="37" y="2194"/>
                  </a:cubicBezTo>
                  <a:lnTo>
                    <a:pt x="53" y="2210"/>
                  </a:lnTo>
                  <a:cubicBezTo>
                    <a:pt x="69" y="2194"/>
                    <a:pt x="69" y="2194"/>
                    <a:pt x="69" y="2178"/>
                  </a:cubicBezTo>
                  <a:cubicBezTo>
                    <a:pt x="53" y="2145"/>
                    <a:pt x="37" y="2093"/>
                    <a:pt x="37" y="2024"/>
                  </a:cubicBezTo>
                  <a:cubicBezTo>
                    <a:pt x="53" y="1758"/>
                    <a:pt x="53" y="1471"/>
                    <a:pt x="53" y="1200"/>
                  </a:cubicBezTo>
                  <a:lnTo>
                    <a:pt x="53" y="934"/>
                  </a:lnTo>
                  <a:cubicBezTo>
                    <a:pt x="53" y="865"/>
                    <a:pt x="69" y="833"/>
                    <a:pt x="122" y="812"/>
                  </a:cubicBezTo>
                  <a:cubicBezTo>
                    <a:pt x="223" y="764"/>
                    <a:pt x="304" y="711"/>
                    <a:pt x="405" y="663"/>
                  </a:cubicBezTo>
                  <a:cubicBezTo>
                    <a:pt x="441" y="647"/>
                    <a:pt x="473" y="610"/>
                    <a:pt x="526" y="594"/>
                  </a:cubicBezTo>
                  <a:cubicBezTo>
                    <a:pt x="590" y="562"/>
                    <a:pt x="659" y="509"/>
                    <a:pt x="744" y="477"/>
                  </a:cubicBezTo>
                  <a:cubicBezTo>
                    <a:pt x="978" y="344"/>
                    <a:pt x="1233" y="206"/>
                    <a:pt x="1483" y="73"/>
                  </a:cubicBezTo>
                  <a:lnTo>
                    <a:pt x="1499" y="57"/>
                  </a:lnTo>
                  <a:cubicBezTo>
                    <a:pt x="1529" y="39"/>
                    <a:pt x="1552" y="25"/>
                    <a:pt x="1572" y="25"/>
                  </a:cubicBezTo>
                  <a:cubicBezTo>
                    <a:pt x="1588" y="25"/>
                    <a:pt x="1602" y="34"/>
                    <a:pt x="1617" y="57"/>
                  </a:cubicBezTo>
                  <a:cubicBezTo>
                    <a:pt x="1600" y="89"/>
                    <a:pt x="1584" y="142"/>
                    <a:pt x="1600" y="174"/>
                  </a:cubicBezTo>
                  <a:cubicBezTo>
                    <a:pt x="1600" y="275"/>
                    <a:pt x="1568" y="307"/>
                    <a:pt x="1483" y="360"/>
                  </a:cubicBezTo>
                  <a:cubicBezTo>
                    <a:pt x="1196" y="493"/>
                    <a:pt x="930" y="647"/>
                    <a:pt x="659" y="796"/>
                  </a:cubicBezTo>
                  <a:cubicBezTo>
                    <a:pt x="506" y="865"/>
                    <a:pt x="372" y="950"/>
                    <a:pt x="239" y="1014"/>
                  </a:cubicBezTo>
                  <a:cubicBezTo>
                    <a:pt x="170" y="1051"/>
                    <a:pt x="154" y="1099"/>
                    <a:pt x="154" y="1168"/>
                  </a:cubicBezTo>
                  <a:cubicBezTo>
                    <a:pt x="170" y="1285"/>
                    <a:pt x="170" y="1418"/>
                    <a:pt x="170" y="1539"/>
                  </a:cubicBezTo>
                  <a:lnTo>
                    <a:pt x="170" y="1907"/>
                  </a:lnTo>
                  <a:cubicBezTo>
                    <a:pt x="170" y="1923"/>
                    <a:pt x="154" y="1943"/>
                    <a:pt x="154" y="1960"/>
                  </a:cubicBezTo>
                  <a:cubicBezTo>
                    <a:pt x="154" y="2008"/>
                    <a:pt x="154" y="2061"/>
                    <a:pt x="170" y="2109"/>
                  </a:cubicBezTo>
                  <a:cubicBezTo>
                    <a:pt x="186" y="2125"/>
                    <a:pt x="186" y="2125"/>
                    <a:pt x="203" y="2125"/>
                  </a:cubicBezTo>
                  <a:lnTo>
                    <a:pt x="203" y="2109"/>
                  </a:lnTo>
                  <a:cubicBezTo>
                    <a:pt x="170" y="2061"/>
                    <a:pt x="186" y="2008"/>
                    <a:pt x="186" y="1976"/>
                  </a:cubicBezTo>
                  <a:lnTo>
                    <a:pt x="186" y="1907"/>
                  </a:lnTo>
                  <a:lnTo>
                    <a:pt x="186" y="1539"/>
                  </a:lnTo>
                  <a:lnTo>
                    <a:pt x="186" y="1168"/>
                  </a:lnTo>
                  <a:cubicBezTo>
                    <a:pt x="186" y="1099"/>
                    <a:pt x="203" y="1067"/>
                    <a:pt x="255" y="1034"/>
                  </a:cubicBezTo>
                  <a:cubicBezTo>
                    <a:pt x="388" y="966"/>
                    <a:pt x="526" y="897"/>
                    <a:pt x="659" y="812"/>
                  </a:cubicBezTo>
                  <a:cubicBezTo>
                    <a:pt x="930" y="679"/>
                    <a:pt x="1213" y="530"/>
                    <a:pt x="1499" y="376"/>
                  </a:cubicBezTo>
                  <a:cubicBezTo>
                    <a:pt x="1584" y="344"/>
                    <a:pt x="1637" y="291"/>
                    <a:pt x="1617" y="174"/>
                  </a:cubicBezTo>
                  <a:cubicBezTo>
                    <a:pt x="1617" y="126"/>
                    <a:pt x="1637" y="89"/>
                    <a:pt x="1653" y="57"/>
                  </a:cubicBezTo>
                  <a:lnTo>
                    <a:pt x="1653" y="41"/>
                  </a:lnTo>
                  <a:cubicBezTo>
                    <a:pt x="1624" y="11"/>
                    <a:pt x="1598" y="0"/>
                    <a:pt x="15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1286287" y="3293017"/>
              <a:ext cx="4966" cy="100318"/>
            </a:xfrm>
            <a:custGeom>
              <a:rect b="b" l="l" r="r" t="t"/>
              <a:pathLst>
                <a:path extrusionOk="0" h="1010" w="50">
                  <a:moveTo>
                    <a:pt x="17" y="0"/>
                  </a:moveTo>
                  <a:cubicBezTo>
                    <a:pt x="17" y="0"/>
                    <a:pt x="1" y="0"/>
                    <a:pt x="1" y="20"/>
                  </a:cubicBezTo>
                  <a:lnTo>
                    <a:pt x="1" y="222"/>
                  </a:lnTo>
                  <a:lnTo>
                    <a:pt x="1" y="860"/>
                  </a:lnTo>
                  <a:lnTo>
                    <a:pt x="1" y="893"/>
                  </a:lnTo>
                  <a:cubicBezTo>
                    <a:pt x="1" y="929"/>
                    <a:pt x="1" y="978"/>
                    <a:pt x="33" y="1010"/>
                  </a:cubicBezTo>
                  <a:lnTo>
                    <a:pt x="49" y="1010"/>
                  </a:lnTo>
                  <a:lnTo>
                    <a:pt x="49" y="994"/>
                  </a:lnTo>
                  <a:cubicBezTo>
                    <a:pt x="17" y="961"/>
                    <a:pt x="33" y="929"/>
                    <a:pt x="33" y="893"/>
                  </a:cubicBezTo>
                  <a:lnTo>
                    <a:pt x="33" y="860"/>
                  </a:lnTo>
                  <a:lnTo>
                    <a:pt x="33" y="222"/>
                  </a:lnTo>
                  <a:lnTo>
                    <a:pt x="33" y="20"/>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1292743" y="1514305"/>
              <a:ext cx="6953" cy="105582"/>
            </a:xfrm>
            <a:custGeom>
              <a:rect b="b" l="l" r="r" t="t"/>
              <a:pathLst>
                <a:path extrusionOk="0" h="1063" w="70">
                  <a:moveTo>
                    <a:pt x="0" y="0"/>
                  </a:moveTo>
                  <a:cubicBezTo>
                    <a:pt x="17" y="170"/>
                    <a:pt x="17" y="319"/>
                    <a:pt x="17" y="473"/>
                  </a:cubicBezTo>
                  <a:lnTo>
                    <a:pt x="17" y="776"/>
                  </a:lnTo>
                  <a:lnTo>
                    <a:pt x="17" y="861"/>
                  </a:lnTo>
                  <a:cubicBezTo>
                    <a:pt x="17" y="925"/>
                    <a:pt x="0" y="994"/>
                    <a:pt x="53" y="1063"/>
                  </a:cubicBezTo>
                  <a:lnTo>
                    <a:pt x="69" y="1063"/>
                  </a:lnTo>
                  <a:lnTo>
                    <a:pt x="69" y="1042"/>
                  </a:lnTo>
                  <a:cubicBezTo>
                    <a:pt x="37" y="978"/>
                    <a:pt x="37" y="925"/>
                    <a:pt x="37" y="861"/>
                  </a:cubicBezTo>
                  <a:cubicBezTo>
                    <a:pt x="53" y="824"/>
                    <a:pt x="53" y="808"/>
                    <a:pt x="53" y="776"/>
                  </a:cubicBezTo>
                  <a:cubicBezTo>
                    <a:pt x="37" y="675"/>
                    <a:pt x="37" y="574"/>
                    <a:pt x="53" y="473"/>
                  </a:cubicBezTo>
                  <a:cubicBezTo>
                    <a:pt x="53" y="319"/>
                    <a:pt x="53" y="15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940040" y="1903858"/>
              <a:ext cx="5364" cy="87207"/>
            </a:xfrm>
            <a:custGeom>
              <a:rect b="b" l="l" r="r" t="t"/>
              <a:pathLst>
                <a:path extrusionOk="0" h="878" w="54">
                  <a:moveTo>
                    <a:pt x="17" y="1"/>
                  </a:moveTo>
                  <a:cubicBezTo>
                    <a:pt x="1" y="1"/>
                    <a:pt x="1" y="17"/>
                    <a:pt x="1" y="17"/>
                  </a:cubicBezTo>
                  <a:lnTo>
                    <a:pt x="1" y="203"/>
                  </a:lnTo>
                  <a:lnTo>
                    <a:pt x="1" y="740"/>
                  </a:lnTo>
                  <a:lnTo>
                    <a:pt x="1" y="756"/>
                  </a:lnTo>
                  <a:cubicBezTo>
                    <a:pt x="1" y="792"/>
                    <a:pt x="1" y="841"/>
                    <a:pt x="17" y="877"/>
                  </a:cubicBezTo>
                  <a:lnTo>
                    <a:pt x="33" y="877"/>
                  </a:lnTo>
                  <a:cubicBezTo>
                    <a:pt x="33" y="877"/>
                    <a:pt x="53" y="877"/>
                    <a:pt x="33" y="857"/>
                  </a:cubicBezTo>
                  <a:cubicBezTo>
                    <a:pt x="17" y="825"/>
                    <a:pt x="33" y="792"/>
                    <a:pt x="33" y="756"/>
                  </a:cubicBezTo>
                  <a:lnTo>
                    <a:pt x="33" y="740"/>
                  </a:lnTo>
                  <a:lnTo>
                    <a:pt x="33" y="203"/>
                  </a:lnTo>
                  <a:lnTo>
                    <a:pt x="33"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1924649" y="2298277"/>
              <a:ext cx="122170" cy="256060"/>
            </a:xfrm>
            <a:custGeom>
              <a:rect b="b" l="l" r="r" t="t"/>
              <a:pathLst>
                <a:path extrusionOk="0" h="2578" w="1230">
                  <a:moveTo>
                    <a:pt x="37" y="1"/>
                  </a:moveTo>
                  <a:cubicBezTo>
                    <a:pt x="37" y="1"/>
                    <a:pt x="17" y="1"/>
                    <a:pt x="17" y="17"/>
                  </a:cubicBezTo>
                  <a:cubicBezTo>
                    <a:pt x="1" y="154"/>
                    <a:pt x="1" y="287"/>
                    <a:pt x="1" y="421"/>
                  </a:cubicBezTo>
                  <a:lnTo>
                    <a:pt x="1" y="659"/>
                  </a:lnTo>
                  <a:cubicBezTo>
                    <a:pt x="1" y="708"/>
                    <a:pt x="17" y="724"/>
                    <a:pt x="37" y="724"/>
                  </a:cubicBezTo>
                  <a:cubicBezTo>
                    <a:pt x="53" y="744"/>
                    <a:pt x="53" y="744"/>
                    <a:pt x="70" y="760"/>
                  </a:cubicBezTo>
                  <a:lnTo>
                    <a:pt x="304" y="1148"/>
                  </a:lnTo>
                  <a:cubicBezTo>
                    <a:pt x="575" y="1600"/>
                    <a:pt x="861" y="2057"/>
                    <a:pt x="1148" y="2509"/>
                  </a:cubicBezTo>
                  <a:lnTo>
                    <a:pt x="1197" y="2562"/>
                  </a:lnTo>
                  <a:lnTo>
                    <a:pt x="1213" y="2562"/>
                  </a:lnTo>
                  <a:lnTo>
                    <a:pt x="1213" y="2578"/>
                  </a:lnTo>
                  <a:lnTo>
                    <a:pt x="1229" y="2562"/>
                  </a:lnTo>
                  <a:lnTo>
                    <a:pt x="1229" y="2542"/>
                  </a:lnTo>
                  <a:cubicBezTo>
                    <a:pt x="1229" y="2542"/>
                    <a:pt x="1213" y="2542"/>
                    <a:pt x="1213" y="2525"/>
                  </a:cubicBezTo>
                  <a:cubicBezTo>
                    <a:pt x="1197" y="2525"/>
                    <a:pt x="1181" y="2509"/>
                    <a:pt x="1164" y="2493"/>
                  </a:cubicBezTo>
                  <a:cubicBezTo>
                    <a:pt x="878" y="2037"/>
                    <a:pt x="607" y="1584"/>
                    <a:pt x="320" y="1128"/>
                  </a:cubicBezTo>
                  <a:lnTo>
                    <a:pt x="86" y="744"/>
                  </a:lnTo>
                  <a:lnTo>
                    <a:pt x="53" y="708"/>
                  </a:lnTo>
                  <a:cubicBezTo>
                    <a:pt x="37" y="691"/>
                    <a:pt x="37" y="691"/>
                    <a:pt x="37" y="675"/>
                  </a:cubicBezTo>
                  <a:lnTo>
                    <a:pt x="37" y="405"/>
                  </a:lnTo>
                  <a:cubicBezTo>
                    <a:pt x="37" y="287"/>
                    <a:pt x="17" y="15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747846" y="2831553"/>
              <a:ext cx="4966" cy="77076"/>
            </a:xfrm>
            <a:custGeom>
              <a:rect b="b" l="l" r="r" t="t"/>
              <a:pathLst>
                <a:path extrusionOk="0" h="776" w="50">
                  <a:moveTo>
                    <a:pt x="17" y="0"/>
                  </a:moveTo>
                  <a:cubicBezTo>
                    <a:pt x="17" y="0"/>
                    <a:pt x="1" y="0"/>
                    <a:pt x="1" y="21"/>
                  </a:cubicBezTo>
                  <a:cubicBezTo>
                    <a:pt x="17" y="170"/>
                    <a:pt x="17" y="324"/>
                    <a:pt x="17" y="489"/>
                  </a:cubicBezTo>
                  <a:lnTo>
                    <a:pt x="17" y="776"/>
                  </a:lnTo>
                  <a:lnTo>
                    <a:pt x="49" y="776"/>
                  </a:lnTo>
                  <a:cubicBezTo>
                    <a:pt x="33" y="675"/>
                    <a:pt x="49" y="574"/>
                    <a:pt x="49" y="489"/>
                  </a:cubicBezTo>
                  <a:cubicBezTo>
                    <a:pt x="49" y="324"/>
                    <a:pt x="49" y="170"/>
                    <a:pt x="33" y="21"/>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1518608" y="3505672"/>
              <a:ext cx="205603" cy="228745"/>
            </a:xfrm>
            <a:custGeom>
              <a:rect b="b" l="l" r="r" t="t"/>
              <a:pathLst>
                <a:path extrusionOk="0" h="2303" w="2070">
                  <a:moveTo>
                    <a:pt x="1" y="0"/>
                  </a:moveTo>
                  <a:lnTo>
                    <a:pt x="1" y="16"/>
                  </a:lnTo>
                  <a:cubicBezTo>
                    <a:pt x="33" y="32"/>
                    <a:pt x="49" y="49"/>
                    <a:pt x="65" y="81"/>
                  </a:cubicBezTo>
                  <a:cubicBezTo>
                    <a:pt x="65" y="117"/>
                    <a:pt x="86" y="133"/>
                    <a:pt x="118" y="150"/>
                  </a:cubicBezTo>
                  <a:cubicBezTo>
                    <a:pt x="320" y="335"/>
                    <a:pt x="522" y="521"/>
                    <a:pt x="724" y="707"/>
                  </a:cubicBezTo>
                  <a:cubicBezTo>
                    <a:pt x="841" y="788"/>
                    <a:pt x="942" y="889"/>
                    <a:pt x="1059" y="990"/>
                  </a:cubicBezTo>
                  <a:cubicBezTo>
                    <a:pt x="1176" y="1091"/>
                    <a:pt x="1314" y="1212"/>
                    <a:pt x="1447" y="1313"/>
                  </a:cubicBezTo>
                  <a:cubicBezTo>
                    <a:pt x="1479" y="1361"/>
                    <a:pt x="1532" y="1394"/>
                    <a:pt x="1580" y="1430"/>
                  </a:cubicBezTo>
                  <a:cubicBezTo>
                    <a:pt x="1601" y="1446"/>
                    <a:pt x="1617" y="1462"/>
                    <a:pt x="1633" y="1479"/>
                  </a:cubicBezTo>
                  <a:cubicBezTo>
                    <a:pt x="1835" y="1648"/>
                    <a:pt x="2037" y="1818"/>
                    <a:pt x="1952" y="2121"/>
                  </a:cubicBezTo>
                  <a:lnTo>
                    <a:pt x="1952" y="2238"/>
                  </a:lnTo>
                  <a:lnTo>
                    <a:pt x="1952" y="2286"/>
                  </a:lnTo>
                  <a:lnTo>
                    <a:pt x="1952" y="2303"/>
                  </a:lnTo>
                  <a:cubicBezTo>
                    <a:pt x="1968" y="2303"/>
                    <a:pt x="1968" y="2303"/>
                    <a:pt x="1968" y="2286"/>
                  </a:cubicBezTo>
                  <a:lnTo>
                    <a:pt x="1968" y="2238"/>
                  </a:lnTo>
                  <a:cubicBezTo>
                    <a:pt x="1968" y="2202"/>
                    <a:pt x="1984" y="2169"/>
                    <a:pt x="1984" y="2137"/>
                  </a:cubicBezTo>
                  <a:cubicBezTo>
                    <a:pt x="2069" y="1798"/>
                    <a:pt x="1851" y="1632"/>
                    <a:pt x="1649" y="1462"/>
                  </a:cubicBezTo>
                  <a:cubicBezTo>
                    <a:pt x="1633" y="1446"/>
                    <a:pt x="1617" y="1430"/>
                    <a:pt x="1601" y="1414"/>
                  </a:cubicBezTo>
                  <a:cubicBezTo>
                    <a:pt x="1548" y="1378"/>
                    <a:pt x="1500" y="1329"/>
                    <a:pt x="1463" y="1293"/>
                  </a:cubicBezTo>
                  <a:cubicBezTo>
                    <a:pt x="1330" y="1192"/>
                    <a:pt x="1197" y="1075"/>
                    <a:pt x="1075" y="974"/>
                  </a:cubicBezTo>
                  <a:cubicBezTo>
                    <a:pt x="958" y="873"/>
                    <a:pt x="857" y="772"/>
                    <a:pt x="740" y="671"/>
                  </a:cubicBezTo>
                  <a:cubicBezTo>
                    <a:pt x="538" y="505"/>
                    <a:pt x="336" y="319"/>
                    <a:pt x="134" y="133"/>
                  </a:cubicBezTo>
                  <a:cubicBezTo>
                    <a:pt x="102" y="117"/>
                    <a:pt x="102" y="101"/>
                    <a:pt x="86" y="65"/>
                  </a:cubicBezTo>
                  <a:cubicBezTo>
                    <a:pt x="65" y="49"/>
                    <a:pt x="49"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480264" y="1705307"/>
              <a:ext cx="158920" cy="96743"/>
            </a:xfrm>
            <a:custGeom>
              <a:rect b="b" l="l" r="r" t="t"/>
              <a:pathLst>
                <a:path extrusionOk="0" h="974" w="1600">
                  <a:moveTo>
                    <a:pt x="1592" y="0"/>
                  </a:moveTo>
                  <a:cubicBezTo>
                    <a:pt x="1588" y="0"/>
                    <a:pt x="1584" y="4"/>
                    <a:pt x="1584" y="12"/>
                  </a:cubicBezTo>
                  <a:lnTo>
                    <a:pt x="1414" y="97"/>
                  </a:lnTo>
                  <a:cubicBezTo>
                    <a:pt x="1297" y="182"/>
                    <a:pt x="1164" y="250"/>
                    <a:pt x="1046" y="331"/>
                  </a:cubicBezTo>
                  <a:cubicBezTo>
                    <a:pt x="808" y="469"/>
                    <a:pt x="574" y="618"/>
                    <a:pt x="339" y="755"/>
                  </a:cubicBezTo>
                  <a:lnTo>
                    <a:pt x="16" y="957"/>
                  </a:lnTo>
                  <a:cubicBezTo>
                    <a:pt x="16" y="957"/>
                    <a:pt x="0" y="957"/>
                    <a:pt x="16" y="974"/>
                  </a:cubicBezTo>
                  <a:lnTo>
                    <a:pt x="37" y="974"/>
                  </a:lnTo>
                  <a:lnTo>
                    <a:pt x="356" y="788"/>
                  </a:lnTo>
                  <a:cubicBezTo>
                    <a:pt x="590" y="634"/>
                    <a:pt x="824" y="501"/>
                    <a:pt x="1063" y="351"/>
                  </a:cubicBezTo>
                  <a:cubicBezTo>
                    <a:pt x="1180" y="283"/>
                    <a:pt x="1313" y="198"/>
                    <a:pt x="1430" y="129"/>
                  </a:cubicBezTo>
                  <a:lnTo>
                    <a:pt x="1600" y="28"/>
                  </a:lnTo>
                  <a:lnTo>
                    <a:pt x="1600" y="12"/>
                  </a:lnTo>
                  <a:cubicBezTo>
                    <a:pt x="1600" y="4"/>
                    <a:pt x="1596" y="0"/>
                    <a:pt x="1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1269501" y="1446565"/>
              <a:ext cx="142134" cy="184943"/>
            </a:xfrm>
            <a:custGeom>
              <a:rect b="b" l="l" r="r" t="t"/>
              <a:pathLst>
                <a:path extrusionOk="0" h="1862" w="1431">
                  <a:moveTo>
                    <a:pt x="1418" y="0"/>
                  </a:moveTo>
                  <a:cubicBezTo>
                    <a:pt x="1416" y="0"/>
                    <a:pt x="1414" y="2"/>
                    <a:pt x="1414" y="8"/>
                  </a:cubicBezTo>
                  <a:cubicBezTo>
                    <a:pt x="1297" y="28"/>
                    <a:pt x="1196" y="92"/>
                    <a:pt x="1095" y="161"/>
                  </a:cubicBezTo>
                  <a:cubicBezTo>
                    <a:pt x="1026" y="193"/>
                    <a:pt x="978" y="230"/>
                    <a:pt x="909" y="262"/>
                  </a:cubicBezTo>
                  <a:cubicBezTo>
                    <a:pt x="723" y="347"/>
                    <a:pt x="554" y="464"/>
                    <a:pt x="388" y="565"/>
                  </a:cubicBezTo>
                  <a:cubicBezTo>
                    <a:pt x="303" y="613"/>
                    <a:pt x="202" y="666"/>
                    <a:pt x="117" y="714"/>
                  </a:cubicBezTo>
                  <a:cubicBezTo>
                    <a:pt x="49" y="751"/>
                    <a:pt x="16" y="783"/>
                    <a:pt x="16" y="852"/>
                  </a:cubicBezTo>
                  <a:lnTo>
                    <a:pt x="16" y="1458"/>
                  </a:lnTo>
                  <a:lnTo>
                    <a:pt x="16" y="1745"/>
                  </a:lnTo>
                  <a:lnTo>
                    <a:pt x="16" y="1761"/>
                  </a:lnTo>
                  <a:cubicBezTo>
                    <a:pt x="0" y="1793"/>
                    <a:pt x="0" y="1825"/>
                    <a:pt x="32" y="1862"/>
                  </a:cubicBezTo>
                  <a:lnTo>
                    <a:pt x="69" y="1862"/>
                  </a:lnTo>
                  <a:lnTo>
                    <a:pt x="49" y="1846"/>
                  </a:lnTo>
                  <a:cubicBezTo>
                    <a:pt x="32" y="1825"/>
                    <a:pt x="32" y="1793"/>
                    <a:pt x="32" y="1761"/>
                  </a:cubicBezTo>
                  <a:lnTo>
                    <a:pt x="32" y="1745"/>
                  </a:lnTo>
                  <a:lnTo>
                    <a:pt x="32" y="1458"/>
                  </a:lnTo>
                  <a:cubicBezTo>
                    <a:pt x="49" y="1256"/>
                    <a:pt x="49" y="1054"/>
                    <a:pt x="49" y="852"/>
                  </a:cubicBezTo>
                  <a:cubicBezTo>
                    <a:pt x="49" y="799"/>
                    <a:pt x="69" y="767"/>
                    <a:pt x="117" y="735"/>
                  </a:cubicBezTo>
                  <a:cubicBezTo>
                    <a:pt x="218" y="682"/>
                    <a:pt x="303" y="634"/>
                    <a:pt x="404" y="581"/>
                  </a:cubicBezTo>
                  <a:cubicBezTo>
                    <a:pt x="574" y="480"/>
                    <a:pt x="739" y="379"/>
                    <a:pt x="925" y="278"/>
                  </a:cubicBezTo>
                  <a:cubicBezTo>
                    <a:pt x="978" y="262"/>
                    <a:pt x="1042" y="209"/>
                    <a:pt x="1095" y="177"/>
                  </a:cubicBezTo>
                  <a:cubicBezTo>
                    <a:pt x="1196" y="129"/>
                    <a:pt x="1297" y="60"/>
                    <a:pt x="1414" y="28"/>
                  </a:cubicBezTo>
                  <a:cubicBezTo>
                    <a:pt x="1430" y="28"/>
                    <a:pt x="1430" y="8"/>
                    <a:pt x="1430" y="8"/>
                  </a:cubicBezTo>
                  <a:cubicBezTo>
                    <a:pt x="1430" y="8"/>
                    <a:pt x="1423"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2136906" y="3055829"/>
              <a:ext cx="5364" cy="26619"/>
            </a:xfrm>
            <a:custGeom>
              <a:rect b="b" l="l" r="r" t="t"/>
              <a:pathLst>
                <a:path extrusionOk="0" h="268" w="54">
                  <a:moveTo>
                    <a:pt x="21" y="1"/>
                  </a:moveTo>
                  <a:cubicBezTo>
                    <a:pt x="1" y="49"/>
                    <a:pt x="1" y="118"/>
                    <a:pt x="1" y="166"/>
                  </a:cubicBezTo>
                  <a:lnTo>
                    <a:pt x="1" y="251"/>
                  </a:lnTo>
                  <a:cubicBezTo>
                    <a:pt x="1" y="251"/>
                    <a:pt x="1" y="267"/>
                    <a:pt x="21" y="267"/>
                  </a:cubicBezTo>
                  <a:cubicBezTo>
                    <a:pt x="21" y="267"/>
                    <a:pt x="37" y="267"/>
                    <a:pt x="37" y="251"/>
                  </a:cubicBezTo>
                  <a:lnTo>
                    <a:pt x="37" y="166"/>
                  </a:lnTo>
                  <a:cubicBezTo>
                    <a:pt x="21" y="118"/>
                    <a:pt x="21" y="65"/>
                    <a:pt x="37" y="17"/>
                  </a:cubicBezTo>
                  <a:cubicBezTo>
                    <a:pt x="53" y="17"/>
                    <a:pt x="37"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747846" y="2987195"/>
              <a:ext cx="4966" cy="91975"/>
            </a:xfrm>
            <a:custGeom>
              <a:rect b="b" l="l" r="r" t="t"/>
              <a:pathLst>
                <a:path extrusionOk="0" h="926" w="50">
                  <a:moveTo>
                    <a:pt x="17" y="1"/>
                  </a:moveTo>
                  <a:cubicBezTo>
                    <a:pt x="17" y="1"/>
                    <a:pt x="1" y="1"/>
                    <a:pt x="1" y="17"/>
                  </a:cubicBezTo>
                  <a:cubicBezTo>
                    <a:pt x="17" y="134"/>
                    <a:pt x="17" y="271"/>
                    <a:pt x="17" y="405"/>
                  </a:cubicBezTo>
                  <a:lnTo>
                    <a:pt x="17" y="607"/>
                  </a:lnTo>
                  <a:lnTo>
                    <a:pt x="17" y="825"/>
                  </a:lnTo>
                  <a:lnTo>
                    <a:pt x="17" y="926"/>
                  </a:lnTo>
                  <a:lnTo>
                    <a:pt x="49" y="926"/>
                  </a:lnTo>
                  <a:lnTo>
                    <a:pt x="49" y="825"/>
                  </a:lnTo>
                  <a:lnTo>
                    <a:pt x="49" y="607"/>
                  </a:lnTo>
                  <a:lnTo>
                    <a:pt x="49" y="405"/>
                  </a:lnTo>
                  <a:cubicBezTo>
                    <a:pt x="49" y="271"/>
                    <a:pt x="49"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1339724" y="1677297"/>
              <a:ext cx="8443" cy="103099"/>
            </a:xfrm>
            <a:custGeom>
              <a:rect b="b" l="l" r="r" t="t"/>
              <a:pathLst>
                <a:path extrusionOk="0" h="1038" w="85">
                  <a:moveTo>
                    <a:pt x="20" y="0"/>
                  </a:moveTo>
                  <a:cubicBezTo>
                    <a:pt x="18" y="0"/>
                    <a:pt x="16" y="2"/>
                    <a:pt x="16" y="7"/>
                  </a:cubicBezTo>
                  <a:cubicBezTo>
                    <a:pt x="0" y="7"/>
                    <a:pt x="0" y="7"/>
                    <a:pt x="0" y="28"/>
                  </a:cubicBezTo>
                  <a:cubicBezTo>
                    <a:pt x="32" y="129"/>
                    <a:pt x="32" y="246"/>
                    <a:pt x="32" y="347"/>
                  </a:cubicBezTo>
                  <a:cubicBezTo>
                    <a:pt x="16" y="395"/>
                    <a:pt x="16" y="448"/>
                    <a:pt x="16" y="480"/>
                  </a:cubicBezTo>
                  <a:lnTo>
                    <a:pt x="16" y="633"/>
                  </a:lnTo>
                  <a:cubicBezTo>
                    <a:pt x="0" y="767"/>
                    <a:pt x="0" y="900"/>
                    <a:pt x="69" y="1037"/>
                  </a:cubicBezTo>
                  <a:lnTo>
                    <a:pt x="85" y="1037"/>
                  </a:lnTo>
                  <a:lnTo>
                    <a:pt x="85" y="1017"/>
                  </a:lnTo>
                  <a:cubicBezTo>
                    <a:pt x="32" y="900"/>
                    <a:pt x="32" y="767"/>
                    <a:pt x="49" y="633"/>
                  </a:cubicBezTo>
                  <a:lnTo>
                    <a:pt x="49" y="480"/>
                  </a:lnTo>
                  <a:lnTo>
                    <a:pt x="49" y="347"/>
                  </a:lnTo>
                  <a:cubicBezTo>
                    <a:pt x="69" y="246"/>
                    <a:pt x="69" y="129"/>
                    <a:pt x="32" y="7"/>
                  </a:cubicBezTo>
                  <a:cubicBezTo>
                    <a:pt x="32" y="7"/>
                    <a:pt x="25"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869817" y="2462362"/>
              <a:ext cx="336314" cy="232421"/>
            </a:xfrm>
            <a:custGeom>
              <a:rect b="b" l="l" r="r" t="t"/>
              <a:pathLst>
                <a:path extrusionOk="0" h="2340" w="3386">
                  <a:moveTo>
                    <a:pt x="3366" y="1"/>
                  </a:moveTo>
                  <a:cubicBezTo>
                    <a:pt x="3265" y="17"/>
                    <a:pt x="3184" y="49"/>
                    <a:pt x="3099" y="102"/>
                  </a:cubicBezTo>
                  <a:cubicBezTo>
                    <a:pt x="3063" y="118"/>
                    <a:pt x="3030" y="134"/>
                    <a:pt x="2982" y="150"/>
                  </a:cubicBezTo>
                  <a:cubicBezTo>
                    <a:pt x="2578" y="336"/>
                    <a:pt x="2174" y="522"/>
                    <a:pt x="1786" y="708"/>
                  </a:cubicBezTo>
                  <a:cubicBezTo>
                    <a:pt x="1584" y="789"/>
                    <a:pt x="1366" y="890"/>
                    <a:pt x="1164" y="991"/>
                  </a:cubicBezTo>
                  <a:lnTo>
                    <a:pt x="1043" y="1043"/>
                  </a:lnTo>
                  <a:cubicBezTo>
                    <a:pt x="760" y="1176"/>
                    <a:pt x="457" y="1314"/>
                    <a:pt x="170" y="1431"/>
                  </a:cubicBezTo>
                  <a:cubicBezTo>
                    <a:pt x="33" y="1479"/>
                    <a:pt x="1" y="1548"/>
                    <a:pt x="1" y="1665"/>
                  </a:cubicBezTo>
                  <a:cubicBezTo>
                    <a:pt x="17" y="1782"/>
                    <a:pt x="1" y="1900"/>
                    <a:pt x="1" y="2021"/>
                  </a:cubicBezTo>
                  <a:lnTo>
                    <a:pt x="1" y="2186"/>
                  </a:lnTo>
                  <a:lnTo>
                    <a:pt x="1" y="2223"/>
                  </a:lnTo>
                  <a:cubicBezTo>
                    <a:pt x="1" y="2255"/>
                    <a:pt x="1" y="2303"/>
                    <a:pt x="33" y="2340"/>
                  </a:cubicBezTo>
                  <a:lnTo>
                    <a:pt x="53" y="2340"/>
                  </a:lnTo>
                  <a:lnTo>
                    <a:pt x="53" y="2324"/>
                  </a:lnTo>
                  <a:cubicBezTo>
                    <a:pt x="33" y="2287"/>
                    <a:pt x="33" y="2255"/>
                    <a:pt x="33" y="2223"/>
                  </a:cubicBezTo>
                  <a:lnTo>
                    <a:pt x="33" y="2186"/>
                  </a:lnTo>
                  <a:lnTo>
                    <a:pt x="33" y="2021"/>
                  </a:lnTo>
                  <a:lnTo>
                    <a:pt x="33" y="1665"/>
                  </a:lnTo>
                  <a:cubicBezTo>
                    <a:pt x="17" y="1548"/>
                    <a:pt x="53" y="1496"/>
                    <a:pt x="170" y="1447"/>
                  </a:cubicBezTo>
                  <a:cubicBezTo>
                    <a:pt x="473" y="1330"/>
                    <a:pt x="776" y="1193"/>
                    <a:pt x="1063" y="1059"/>
                  </a:cubicBezTo>
                  <a:lnTo>
                    <a:pt x="1180" y="1011"/>
                  </a:lnTo>
                  <a:cubicBezTo>
                    <a:pt x="1382" y="926"/>
                    <a:pt x="1584" y="825"/>
                    <a:pt x="1786" y="724"/>
                  </a:cubicBezTo>
                  <a:cubicBezTo>
                    <a:pt x="2190" y="538"/>
                    <a:pt x="2594" y="352"/>
                    <a:pt x="2998" y="183"/>
                  </a:cubicBezTo>
                  <a:cubicBezTo>
                    <a:pt x="3030" y="167"/>
                    <a:pt x="3083" y="150"/>
                    <a:pt x="3115" y="118"/>
                  </a:cubicBezTo>
                  <a:cubicBezTo>
                    <a:pt x="3184" y="82"/>
                    <a:pt x="3285" y="33"/>
                    <a:pt x="3366" y="33"/>
                  </a:cubicBezTo>
                  <a:cubicBezTo>
                    <a:pt x="3386" y="33"/>
                    <a:pt x="3386" y="17"/>
                    <a:pt x="3386" y="17"/>
                  </a:cubicBezTo>
                  <a:cubicBezTo>
                    <a:pt x="3386" y="1"/>
                    <a:pt x="3386" y="1"/>
                    <a:pt x="3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851343" y="2784970"/>
              <a:ext cx="361245" cy="257351"/>
            </a:xfrm>
            <a:custGeom>
              <a:rect b="b" l="l" r="r" t="t"/>
              <a:pathLst>
                <a:path extrusionOk="0" h="2591" w="3637">
                  <a:moveTo>
                    <a:pt x="3552" y="1"/>
                  </a:moveTo>
                  <a:lnTo>
                    <a:pt x="3552" y="17"/>
                  </a:lnTo>
                  <a:cubicBezTo>
                    <a:pt x="3604" y="65"/>
                    <a:pt x="3604" y="134"/>
                    <a:pt x="3588" y="203"/>
                  </a:cubicBezTo>
                  <a:cubicBezTo>
                    <a:pt x="3572" y="235"/>
                    <a:pt x="3572" y="267"/>
                    <a:pt x="3572" y="288"/>
                  </a:cubicBezTo>
                  <a:lnTo>
                    <a:pt x="3572" y="1043"/>
                  </a:lnTo>
                  <a:cubicBezTo>
                    <a:pt x="3572" y="1128"/>
                    <a:pt x="3552" y="1160"/>
                    <a:pt x="3487" y="1197"/>
                  </a:cubicBezTo>
                  <a:cubicBezTo>
                    <a:pt x="2897" y="1415"/>
                    <a:pt x="2340" y="1633"/>
                    <a:pt x="1871" y="1819"/>
                  </a:cubicBezTo>
                  <a:cubicBezTo>
                    <a:pt x="1601" y="1920"/>
                    <a:pt x="1350" y="2021"/>
                    <a:pt x="1096" y="2122"/>
                  </a:cubicBezTo>
                  <a:cubicBezTo>
                    <a:pt x="926" y="2186"/>
                    <a:pt x="760" y="2271"/>
                    <a:pt x="574" y="2340"/>
                  </a:cubicBezTo>
                  <a:cubicBezTo>
                    <a:pt x="522" y="2356"/>
                    <a:pt x="457" y="2372"/>
                    <a:pt x="405" y="2408"/>
                  </a:cubicBezTo>
                  <a:cubicBezTo>
                    <a:pt x="271" y="2441"/>
                    <a:pt x="138" y="2489"/>
                    <a:pt x="17" y="2558"/>
                  </a:cubicBezTo>
                  <a:lnTo>
                    <a:pt x="1" y="2574"/>
                  </a:lnTo>
                  <a:lnTo>
                    <a:pt x="17" y="2590"/>
                  </a:lnTo>
                  <a:cubicBezTo>
                    <a:pt x="154" y="2526"/>
                    <a:pt x="288" y="2473"/>
                    <a:pt x="405" y="2425"/>
                  </a:cubicBezTo>
                  <a:cubicBezTo>
                    <a:pt x="473" y="2408"/>
                    <a:pt x="522" y="2388"/>
                    <a:pt x="591" y="2356"/>
                  </a:cubicBezTo>
                  <a:cubicBezTo>
                    <a:pt x="760" y="2287"/>
                    <a:pt x="926" y="2223"/>
                    <a:pt x="1112" y="2154"/>
                  </a:cubicBezTo>
                  <a:lnTo>
                    <a:pt x="1871" y="1851"/>
                  </a:lnTo>
                  <a:cubicBezTo>
                    <a:pt x="2340" y="1649"/>
                    <a:pt x="2913" y="1431"/>
                    <a:pt x="3487" y="1213"/>
                  </a:cubicBezTo>
                  <a:cubicBezTo>
                    <a:pt x="3588" y="1176"/>
                    <a:pt x="3604" y="1128"/>
                    <a:pt x="3604" y="1043"/>
                  </a:cubicBezTo>
                  <a:lnTo>
                    <a:pt x="3604" y="288"/>
                  </a:lnTo>
                  <a:lnTo>
                    <a:pt x="3604" y="203"/>
                  </a:lnTo>
                  <a:cubicBezTo>
                    <a:pt x="3620" y="134"/>
                    <a:pt x="3637" y="65"/>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697687" y="3552156"/>
              <a:ext cx="4966" cy="20163"/>
            </a:xfrm>
            <a:custGeom>
              <a:rect b="b" l="l" r="r" t="t"/>
              <a:pathLst>
                <a:path extrusionOk="0" h="203" w="50">
                  <a:moveTo>
                    <a:pt x="17" y="1"/>
                  </a:moveTo>
                  <a:lnTo>
                    <a:pt x="17" y="17"/>
                  </a:lnTo>
                  <a:lnTo>
                    <a:pt x="17" y="69"/>
                  </a:lnTo>
                  <a:cubicBezTo>
                    <a:pt x="1" y="118"/>
                    <a:pt x="1" y="154"/>
                    <a:pt x="17" y="186"/>
                  </a:cubicBezTo>
                  <a:lnTo>
                    <a:pt x="33" y="203"/>
                  </a:lnTo>
                  <a:lnTo>
                    <a:pt x="49" y="203"/>
                  </a:lnTo>
                  <a:lnTo>
                    <a:pt x="49" y="186"/>
                  </a:lnTo>
                  <a:cubicBezTo>
                    <a:pt x="33" y="154"/>
                    <a:pt x="33" y="118"/>
                    <a:pt x="33" y="69"/>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687655" y="2473288"/>
              <a:ext cx="128924" cy="146107"/>
            </a:xfrm>
            <a:custGeom>
              <a:rect b="b" l="l" r="r" t="t"/>
              <a:pathLst>
                <a:path extrusionOk="0" h="1471" w="1298">
                  <a:moveTo>
                    <a:pt x="1275" y="1"/>
                  </a:moveTo>
                  <a:cubicBezTo>
                    <a:pt x="1272" y="1"/>
                    <a:pt x="1268" y="3"/>
                    <a:pt x="1261" y="8"/>
                  </a:cubicBezTo>
                  <a:lnTo>
                    <a:pt x="1043" y="109"/>
                  </a:lnTo>
                  <a:cubicBezTo>
                    <a:pt x="857" y="194"/>
                    <a:pt x="675" y="258"/>
                    <a:pt x="506" y="343"/>
                  </a:cubicBezTo>
                  <a:cubicBezTo>
                    <a:pt x="421" y="396"/>
                    <a:pt x="336" y="428"/>
                    <a:pt x="251" y="460"/>
                  </a:cubicBezTo>
                  <a:cubicBezTo>
                    <a:pt x="203" y="497"/>
                    <a:pt x="150" y="513"/>
                    <a:pt x="102" y="545"/>
                  </a:cubicBezTo>
                  <a:cubicBezTo>
                    <a:pt x="49" y="561"/>
                    <a:pt x="1" y="598"/>
                    <a:pt x="1" y="662"/>
                  </a:cubicBezTo>
                  <a:lnTo>
                    <a:pt x="1" y="949"/>
                  </a:lnTo>
                  <a:cubicBezTo>
                    <a:pt x="1" y="1119"/>
                    <a:pt x="1" y="1285"/>
                    <a:pt x="17" y="1454"/>
                  </a:cubicBezTo>
                  <a:cubicBezTo>
                    <a:pt x="17" y="1470"/>
                    <a:pt x="17" y="1470"/>
                    <a:pt x="33" y="1470"/>
                  </a:cubicBezTo>
                  <a:cubicBezTo>
                    <a:pt x="33" y="1470"/>
                    <a:pt x="49" y="1470"/>
                    <a:pt x="49" y="1454"/>
                  </a:cubicBezTo>
                  <a:cubicBezTo>
                    <a:pt x="17" y="1285"/>
                    <a:pt x="33" y="1119"/>
                    <a:pt x="33" y="949"/>
                  </a:cubicBezTo>
                  <a:lnTo>
                    <a:pt x="33" y="662"/>
                  </a:lnTo>
                  <a:cubicBezTo>
                    <a:pt x="33" y="614"/>
                    <a:pt x="69" y="578"/>
                    <a:pt x="118" y="561"/>
                  </a:cubicBezTo>
                  <a:cubicBezTo>
                    <a:pt x="170" y="545"/>
                    <a:pt x="219" y="513"/>
                    <a:pt x="271" y="497"/>
                  </a:cubicBezTo>
                  <a:cubicBezTo>
                    <a:pt x="352" y="460"/>
                    <a:pt x="421" y="412"/>
                    <a:pt x="506" y="376"/>
                  </a:cubicBezTo>
                  <a:cubicBezTo>
                    <a:pt x="691" y="295"/>
                    <a:pt x="877" y="210"/>
                    <a:pt x="1059" y="125"/>
                  </a:cubicBezTo>
                  <a:lnTo>
                    <a:pt x="1281" y="24"/>
                  </a:lnTo>
                  <a:cubicBezTo>
                    <a:pt x="1281" y="24"/>
                    <a:pt x="1297" y="8"/>
                    <a:pt x="1281" y="8"/>
                  </a:cubicBezTo>
                  <a:cubicBezTo>
                    <a:pt x="1281" y="8"/>
                    <a:pt x="1281"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1923059" y="3712665"/>
              <a:ext cx="20163" cy="21752"/>
            </a:xfrm>
            <a:custGeom>
              <a:rect b="b" l="l" r="r" t="t"/>
              <a:pathLst>
                <a:path extrusionOk="0" h="219" w="203">
                  <a:moveTo>
                    <a:pt x="1" y="1"/>
                  </a:moveTo>
                  <a:lnTo>
                    <a:pt x="1" y="17"/>
                  </a:lnTo>
                  <a:lnTo>
                    <a:pt x="69" y="219"/>
                  </a:lnTo>
                  <a:lnTo>
                    <a:pt x="203" y="219"/>
                  </a:lnTo>
                  <a:lnTo>
                    <a:pt x="203" y="202"/>
                  </a:lnTo>
                  <a:lnTo>
                    <a:pt x="203" y="186"/>
                  </a:lnTo>
                  <a:lnTo>
                    <a:pt x="86" y="186"/>
                  </a:lnTo>
                  <a:lnTo>
                    <a:pt x="17" y="17"/>
                  </a:ln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505493" y="2875256"/>
              <a:ext cx="130513" cy="56715"/>
            </a:xfrm>
            <a:custGeom>
              <a:rect b="b" l="l" r="r" t="t"/>
              <a:pathLst>
                <a:path extrusionOk="0" h="571" w="1314">
                  <a:moveTo>
                    <a:pt x="1297" y="1"/>
                  </a:moveTo>
                  <a:lnTo>
                    <a:pt x="1043" y="102"/>
                  </a:lnTo>
                  <a:cubicBezTo>
                    <a:pt x="825" y="203"/>
                    <a:pt x="607" y="304"/>
                    <a:pt x="368" y="405"/>
                  </a:cubicBezTo>
                  <a:cubicBezTo>
                    <a:pt x="287" y="437"/>
                    <a:pt x="203" y="469"/>
                    <a:pt x="118" y="506"/>
                  </a:cubicBezTo>
                  <a:cubicBezTo>
                    <a:pt x="85" y="522"/>
                    <a:pt x="49" y="538"/>
                    <a:pt x="1" y="538"/>
                  </a:cubicBezTo>
                  <a:lnTo>
                    <a:pt x="1" y="570"/>
                  </a:lnTo>
                  <a:lnTo>
                    <a:pt x="17" y="570"/>
                  </a:lnTo>
                  <a:cubicBezTo>
                    <a:pt x="49" y="554"/>
                    <a:pt x="102" y="538"/>
                    <a:pt x="134" y="522"/>
                  </a:cubicBezTo>
                  <a:cubicBezTo>
                    <a:pt x="219" y="490"/>
                    <a:pt x="304" y="453"/>
                    <a:pt x="388" y="421"/>
                  </a:cubicBezTo>
                  <a:cubicBezTo>
                    <a:pt x="607" y="320"/>
                    <a:pt x="841" y="235"/>
                    <a:pt x="1059" y="134"/>
                  </a:cubicBezTo>
                  <a:lnTo>
                    <a:pt x="1297" y="33"/>
                  </a:lnTo>
                  <a:cubicBezTo>
                    <a:pt x="1314" y="33"/>
                    <a:pt x="1314" y="17"/>
                    <a:pt x="1314" y="17"/>
                  </a:cubicBezTo>
                  <a:cubicBezTo>
                    <a:pt x="1314" y="1"/>
                    <a:pt x="1297" y="1"/>
                    <a:pt x="1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787973" y="3619200"/>
              <a:ext cx="4966" cy="100418"/>
            </a:xfrm>
            <a:custGeom>
              <a:rect b="b" l="l" r="r" t="t"/>
              <a:pathLst>
                <a:path extrusionOk="0" h="1011" w="50">
                  <a:moveTo>
                    <a:pt x="17" y="0"/>
                  </a:moveTo>
                  <a:cubicBezTo>
                    <a:pt x="17" y="0"/>
                    <a:pt x="1" y="0"/>
                    <a:pt x="1" y="16"/>
                  </a:cubicBezTo>
                  <a:cubicBezTo>
                    <a:pt x="33" y="218"/>
                    <a:pt x="17" y="404"/>
                    <a:pt x="17" y="606"/>
                  </a:cubicBezTo>
                  <a:lnTo>
                    <a:pt x="17" y="723"/>
                  </a:lnTo>
                  <a:lnTo>
                    <a:pt x="17" y="792"/>
                  </a:lnTo>
                  <a:cubicBezTo>
                    <a:pt x="17" y="857"/>
                    <a:pt x="17" y="925"/>
                    <a:pt x="1" y="994"/>
                  </a:cubicBezTo>
                  <a:cubicBezTo>
                    <a:pt x="1" y="1010"/>
                    <a:pt x="17" y="1010"/>
                    <a:pt x="17" y="1010"/>
                  </a:cubicBezTo>
                  <a:cubicBezTo>
                    <a:pt x="33" y="1010"/>
                    <a:pt x="33" y="1010"/>
                    <a:pt x="33" y="994"/>
                  </a:cubicBezTo>
                  <a:lnTo>
                    <a:pt x="33" y="792"/>
                  </a:lnTo>
                  <a:lnTo>
                    <a:pt x="33" y="723"/>
                  </a:lnTo>
                  <a:cubicBezTo>
                    <a:pt x="49" y="691"/>
                    <a:pt x="49" y="639"/>
                    <a:pt x="49" y="606"/>
                  </a:cubicBez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487019" y="1711664"/>
              <a:ext cx="153854" cy="108860"/>
            </a:xfrm>
            <a:custGeom>
              <a:rect b="b" l="l" r="r" t="t"/>
              <a:pathLst>
                <a:path extrusionOk="0" h="1096" w="1549">
                  <a:moveTo>
                    <a:pt x="1516" y="1"/>
                  </a:moveTo>
                  <a:cubicBezTo>
                    <a:pt x="1500" y="1"/>
                    <a:pt x="1500" y="1"/>
                    <a:pt x="1500" y="17"/>
                  </a:cubicBezTo>
                  <a:cubicBezTo>
                    <a:pt x="1532" y="166"/>
                    <a:pt x="1532" y="166"/>
                    <a:pt x="1399" y="251"/>
                  </a:cubicBezTo>
                  <a:lnTo>
                    <a:pt x="1382" y="251"/>
                  </a:lnTo>
                  <a:cubicBezTo>
                    <a:pt x="1079" y="421"/>
                    <a:pt x="793" y="607"/>
                    <a:pt x="490" y="772"/>
                  </a:cubicBezTo>
                  <a:cubicBezTo>
                    <a:pt x="336" y="857"/>
                    <a:pt x="203" y="942"/>
                    <a:pt x="49" y="1043"/>
                  </a:cubicBezTo>
                  <a:cubicBezTo>
                    <a:pt x="49" y="1043"/>
                    <a:pt x="33" y="1043"/>
                    <a:pt x="17" y="1059"/>
                  </a:cubicBezTo>
                  <a:lnTo>
                    <a:pt x="1" y="1059"/>
                  </a:lnTo>
                  <a:lnTo>
                    <a:pt x="1" y="1075"/>
                  </a:lnTo>
                  <a:lnTo>
                    <a:pt x="17" y="1095"/>
                  </a:lnTo>
                  <a:lnTo>
                    <a:pt x="33" y="1075"/>
                  </a:lnTo>
                  <a:cubicBezTo>
                    <a:pt x="49" y="1075"/>
                    <a:pt x="49" y="1059"/>
                    <a:pt x="69" y="1059"/>
                  </a:cubicBezTo>
                  <a:cubicBezTo>
                    <a:pt x="219" y="974"/>
                    <a:pt x="352" y="893"/>
                    <a:pt x="506" y="809"/>
                  </a:cubicBezTo>
                  <a:cubicBezTo>
                    <a:pt x="793" y="623"/>
                    <a:pt x="1096" y="453"/>
                    <a:pt x="1399" y="267"/>
                  </a:cubicBezTo>
                  <a:cubicBezTo>
                    <a:pt x="1548" y="186"/>
                    <a:pt x="1548" y="166"/>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1643857" y="3485608"/>
              <a:ext cx="6853" cy="76679"/>
            </a:xfrm>
            <a:custGeom>
              <a:rect b="b" l="l" r="r" t="t"/>
              <a:pathLst>
                <a:path extrusionOk="0" h="772" w="69">
                  <a:moveTo>
                    <a:pt x="37" y="0"/>
                  </a:moveTo>
                  <a:cubicBezTo>
                    <a:pt x="16" y="133"/>
                    <a:pt x="16" y="267"/>
                    <a:pt x="16" y="384"/>
                  </a:cubicBezTo>
                  <a:lnTo>
                    <a:pt x="16" y="622"/>
                  </a:lnTo>
                  <a:lnTo>
                    <a:pt x="16" y="671"/>
                  </a:lnTo>
                  <a:cubicBezTo>
                    <a:pt x="16" y="707"/>
                    <a:pt x="37" y="723"/>
                    <a:pt x="16" y="755"/>
                  </a:cubicBezTo>
                  <a:cubicBezTo>
                    <a:pt x="0" y="755"/>
                    <a:pt x="0" y="772"/>
                    <a:pt x="16" y="772"/>
                  </a:cubicBezTo>
                  <a:lnTo>
                    <a:pt x="37" y="772"/>
                  </a:lnTo>
                  <a:cubicBezTo>
                    <a:pt x="53" y="739"/>
                    <a:pt x="53" y="707"/>
                    <a:pt x="53" y="671"/>
                  </a:cubicBezTo>
                  <a:lnTo>
                    <a:pt x="53" y="622"/>
                  </a:lnTo>
                  <a:lnTo>
                    <a:pt x="53" y="384"/>
                  </a:lnTo>
                  <a:cubicBezTo>
                    <a:pt x="53" y="267"/>
                    <a:pt x="53" y="133"/>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1737719" y="2907835"/>
              <a:ext cx="170640" cy="307014"/>
            </a:xfrm>
            <a:custGeom>
              <a:rect b="b" l="l" r="r" t="t"/>
              <a:pathLst>
                <a:path extrusionOk="0" h="3091" w="1718">
                  <a:moveTo>
                    <a:pt x="12" y="1"/>
                  </a:moveTo>
                  <a:cubicBezTo>
                    <a:pt x="9" y="1"/>
                    <a:pt x="6" y="3"/>
                    <a:pt x="0" y="8"/>
                  </a:cubicBezTo>
                  <a:lnTo>
                    <a:pt x="0" y="24"/>
                  </a:lnTo>
                  <a:cubicBezTo>
                    <a:pt x="0" y="40"/>
                    <a:pt x="0" y="61"/>
                    <a:pt x="17" y="77"/>
                  </a:cubicBezTo>
                  <a:cubicBezTo>
                    <a:pt x="17" y="109"/>
                    <a:pt x="33" y="162"/>
                    <a:pt x="65" y="178"/>
                  </a:cubicBezTo>
                  <a:cubicBezTo>
                    <a:pt x="202" y="311"/>
                    <a:pt x="336" y="464"/>
                    <a:pt x="437" y="614"/>
                  </a:cubicBezTo>
                  <a:cubicBezTo>
                    <a:pt x="505" y="683"/>
                    <a:pt x="554" y="747"/>
                    <a:pt x="606" y="816"/>
                  </a:cubicBezTo>
                  <a:cubicBezTo>
                    <a:pt x="841" y="1103"/>
                    <a:pt x="1059" y="1390"/>
                    <a:pt x="1277" y="1656"/>
                  </a:cubicBezTo>
                  <a:cubicBezTo>
                    <a:pt x="1394" y="1810"/>
                    <a:pt x="1515" y="1943"/>
                    <a:pt x="1632" y="2097"/>
                  </a:cubicBezTo>
                  <a:cubicBezTo>
                    <a:pt x="1649" y="2097"/>
                    <a:pt x="1649" y="2097"/>
                    <a:pt x="1649" y="2113"/>
                  </a:cubicBezTo>
                  <a:cubicBezTo>
                    <a:pt x="1665" y="2129"/>
                    <a:pt x="1697" y="2145"/>
                    <a:pt x="1681" y="2198"/>
                  </a:cubicBezTo>
                  <a:cubicBezTo>
                    <a:pt x="1665" y="2347"/>
                    <a:pt x="1665" y="2517"/>
                    <a:pt x="1665" y="2666"/>
                  </a:cubicBezTo>
                  <a:cubicBezTo>
                    <a:pt x="1665" y="2751"/>
                    <a:pt x="1681" y="2852"/>
                    <a:pt x="1665" y="2937"/>
                  </a:cubicBezTo>
                  <a:cubicBezTo>
                    <a:pt x="1665" y="2969"/>
                    <a:pt x="1665" y="3022"/>
                    <a:pt x="1649" y="3054"/>
                  </a:cubicBezTo>
                  <a:lnTo>
                    <a:pt x="1649" y="3070"/>
                  </a:lnTo>
                  <a:lnTo>
                    <a:pt x="1665" y="3090"/>
                  </a:lnTo>
                  <a:lnTo>
                    <a:pt x="1665" y="3070"/>
                  </a:lnTo>
                  <a:cubicBezTo>
                    <a:pt x="1697" y="3038"/>
                    <a:pt x="1697" y="2989"/>
                    <a:pt x="1697" y="2937"/>
                  </a:cubicBezTo>
                  <a:lnTo>
                    <a:pt x="1697" y="2666"/>
                  </a:lnTo>
                  <a:cubicBezTo>
                    <a:pt x="1697" y="2517"/>
                    <a:pt x="1697" y="2347"/>
                    <a:pt x="1717" y="2198"/>
                  </a:cubicBezTo>
                  <a:cubicBezTo>
                    <a:pt x="1717" y="2145"/>
                    <a:pt x="1697" y="2113"/>
                    <a:pt x="1665" y="2097"/>
                  </a:cubicBezTo>
                  <a:cubicBezTo>
                    <a:pt x="1665" y="2080"/>
                    <a:pt x="1665" y="2080"/>
                    <a:pt x="1649" y="2080"/>
                  </a:cubicBezTo>
                  <a:cubicBezTo>
                    <a:pt x="1532" y="1927"/>
                    <a:pt x="1431" y="1794"/>
                    <a:pt x="1313" y="1640"/>
                  </a:cubicBezTo>
                  <a:cubicBezTo>
                    <a:pt x="1091" y="1373"/>
                    <a:pt x="857" y="1087"/>
                    <a:pt x="623" y="800"/>
                  </a:cubicBezTo>
                  <a:cubicBezTo>
                    <a:pt x="570" y="731"/>
                    <a:pt x="522" y="666"/>
                    <a:pt x="469" y="598"/>
                  </a:cubicBezTo>
                  <a:cubicBezTo>
                    <a:pt x="352" y="444"/>
                    <a:pt x="235" y="295"/>
                    <a:pt x="81" y="162"/>
                  </a:cubicBezTo>
                  <a:cubicBezTo>
                    <a:pt x="49" y="141"/>
                    <a:pt x="49" y="109"/>
                    <a:pt x="33" y="61"/>
                  </a:cubicBezTo>
                  <a:cubicBezTo>
                    <a:pt x="33" y="40"/>
                    <a:pt x="33" y="24"/>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2116842" y="3291329"/>
              <a:ext cx="5364" cy="27016"/>
            </a:xfrm>
            <a:custGeom>
              <a:rect b="b" l="l" r="r" t="t"/>
              <a:pathLst>
                <a:path extrusionOk="0" h="272" w="54">
                  <a:moveTo>
                    <a:pt x="53" y="1"/>
                  </a:moveTo>
                  <a:cubicBezTo>
                    <a:pt x="37" y="1"/>
                    <a:pt x="37" y="1"/>
                    <a:pt x="37" y="17"/>
                  </a:cubicBezTo>
                  <a:cubicBezTo>
                    <a:pt x="1" y="70"/>
                    <a:pt x="21" y="118"/>
                    <a:pt x="21" y="171"/>
                  </a:cubicBezTo>
                  <a:lnTo>
                    <a:pt x="21" y="255"/>
                  </a:lnTo>
                  <a:cubicBezTo>
                    <a:pt x="21" y="272"/>
                    <a:pt x="21" y="272"/>
                    <a:pt x="37" y="272"/>
                  </a:cubicBezTo>
                  <a:lnTo>
                    <a:pt x="37" y="255"/>
                  </a:lnTo>
                  <a:cubicBezTo>
                    <a:pt x="53" y="239"/>
                    <a:pt x="37" y="203"/>
                    <a:pt x="37" y="171"/>
                  </a:cubicBezTo>
                  <a:cubicBezTo>
                    <a:pt x="37" y="118"/>
                    <a:pt x="37" y="70"/>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2155381" y="3336720"/>
              <a:ext cx="5364" cy="33373"/>
            </a:xfrm>
            <a:custGeom>
              <a:rect b="b" l="l" r="r" t="t"/>
              <a:pathLst>
                <a:path extrusionOk="0" h="336" w="54">
                  <a:moveTo>
                    <a:pt x="37" y="0"/>
                  </a:moveTo>
                  <a:lnTo>
                    <a:pt x="17" y="16"/>
                  </a:lnTo>
                  <a:cubicBezTo>
                    <a:pt x="1" y="85"/>
                    <a:pt x="1" y="150"/>
                    <a:pt x="1" y="202"/>
                  </a:cubicBezTo>
                  <a:lnTo>
                    <a:pt x="1" y="319"/>
                  </a:lnTo>
                  <a:lnTo>
                    <a:pt x="17" y="336"/>
                  </a:lnTo>
                  <a:lnTo>
                    <a:pt x="37" y="319"/>
                  </a:lnTo>
                  <a:lnTo>
                    <a:pt x="37" y="202"/>
                  </a:lnTo>
                  <a:cubicBezTo>
                    <a:pt x="37" y="134"/>
                    <a:pt x="37" y="85"/>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1409946" y="1639852"/>
              <a:ext cx="71911" cy="190704"/>
            </a:xfrm>
            <a:custGeom>
              <a:rect b="b" l="l" r="r" t="t"/>
              <a:pathLst>
                <a:path extrusionOk="0" h="1920" w="724">
                  <a:moveTo>
                    <a:pt x="0" y="1"/>
                  </a:moveTo>
                  <a:lnTo>
                    <a:pt x="0" y="17"/>
                  </a:lnTo>
                  <a:cubicBezTo>
                    <a:pt x="117" y="134"/>
                    <a:pt x="186" y="267"/>
                    <a:pt x="271" y="384"/>
                  </a:cubicBezTo>
                  <a:cubicBezTo>
                    <a:pt x="303" y="437"/>
                    <a:pt x="319" y="485"/>
                    <a:pt x="352" y="522"/>
                  </a:cubicBezTo>
                  <a:cubicBezTo>
                    <a:pt x="372" y="554"/>
                    <a:pt x="404" y="586"/>
                    <a:pt x="420" y="639"/>
                  </a:cubicBezTo>
                  <a:cubicBezTo>
                    <a:pt x="473" y="724"/>
                    <a:pt x="537" y="808"/>
                    <a:pt x="606" y="889"/>
                  </a:cubicBezTo>
                  <a:cubicBezTo>
                    <a:pt x="691" y="1010"/>
                    <a:pt x="675" y="1144"/>
                    <a:pt x="675" y="1277"/>
                  </a:cubicBezTo>
                  <a:cubicBezTo>
                    <a:pt x="654" y="1293"/>
                    <a:pt x="654" y="1313"/>
                    <a:pt x="654" y="1330"/>
                  </a:cubicBezTo>
                  <a:cubicBezTo>
                    <a:pt x="638" y="1479"/>
                    <a:pt x="638" y="1633"/>
                    <a:pt x="654" y="1782"/>
                  </a:cubicBezTo>
                  <a:cubicBezTo>
                    <a:pt x="654" y="1818"/>
                    <a:pt x="638" y="1835"/>
                    <a:pt x="638" y="1867"/>
                  </a:cubicBezTo>
                  <a:cubicBezTo>
                    <a:pt x="638" y="1867"/>
                    <a:pt x="622" y="1883"/>
                    <a:pt x="622" y="1899"/>
                  </a:cubicBezTo>
                  <a:lnTo>
                    <a:pt x="622" y="1919"/>
                  </a:lnTo>
                  <a:lnTo>
                    <a:pt x="638" y="1919"/>
                  </a:lnTo>
                  <a:lnTo>
                    <a:pt x="638" y="1899"/>
                  </a:lnTo>
                  <a:cubicBezTo>
                    <a:pt x="654" y="1899"/>
                    <a:pt x="654" y="1883"/>
                    <a:pt x="654" y="1867"/>
                  </a:cubicBezTo>
                  <a:cubicBezTo>
                    <a:pt x="675" y="1851"/>
                    <a:pt x="691" y="1818"/>
                    <a:pt x="675" y="1782"/>
                  </a:cubicBezTo>
                  <a:cubicBezTo>
                    <a:pt x="675" y="1633"/>
                    <a:pt x="675" y="1479"/>
                    <a:pt x="691" y="1346"/>
                  </a:cubicBezTo>
                  <a:lnTo>
                    <a:pt x="691" y="1277"/>
                  </a:lnTo>
                  <a:cubicBezTo>
                    <a:pt x="707" y="1144"/>
                    <a:pt x="723" y="1010"/>
                    <a:pt x="622" y="873"/>
                  </a:cubicBezTo>
                  <a:cubicBezTo>
                    <a:pt x="553" y="808"/>
                    <a:pt x="489" y="707"/>
                    <a:pt x="436" y="623"/>
                  </a:cubicBezTo>
                  <a:cubicBezTo>
                    <a:pt x="420" y="586"/>
                    <a:pt x="404" y="538"/>
                    <a:pt x="372" y="506"/>
                  </a:cubicBezTo>
                  <a:cubicBezTo>
                    <a:pt x="352" y="469"/>
                    <a:pt x="319" y="421"/>
                    <a:pt x="287" y="368"/>
                  </a:cubicBezTo>
                  <a:cubicBezTo>
                    <a:pt x="218" y="251"/>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978578" y="3395322"/>
              <a:ext cx="6953" cy="91975"/>
            </a:xfrm>
            <a:custGeom>
              <a:rect b="b" l="l" r="r" t="t"/>
              <a:pathLst>
                <a:path extrusionOk="0" h="926" w="70">
                  <a:moveTo>
                    <a:pt x="17" y="0"/>
                  </a:moveTo>
                  <a:cubicBezTo>
                    <a:pt x="17" y="0"/>
                    <a:pt x="0" y="0"/>
                    <a:pt x="0" y="16"/>
                  </a:cubicBezTo>
                  <a:cubicBezTo>
                    <a:pt x="17" y="166"/>
                    <a:pt x="17" y="319"/>
                    <a:pt x="17" y="469"/>
                  </a:cubicBezTo>
                  <a:lnTo>
                    <a:pt x="17" y="772"/>
                  </a:lnTo>
                  <a:lnTo>
                    <a:pt x="17" y="808"/>
                  </a:lnTo>
                  <a:cubicBezTo>
                    <a:pt x="17" y="840"/>
                    <a:pt x="17" y="889"/>
                    <a:pt x="49" y="925"/>
                  </a:cubicBezTo>
                  <a:lnTo>
                    <a:pt x="69" y="925"/>
                  </a:lnTo>
                  <a:lnTo>
                    <a:pt x="69" y="909"/>
                  </a:lnTo>
                  <a:cubicBezTo>
                    <a:pt x="33" y="873"/>
                    <a:pt x="49" y="840"/>
                    <a:pt x="49" y="808"/>
                  </a:cubicBezTo>
                  <a:lnTo>
                    <a:pt x="49" y="772"/>
                  </a:lnTo>
                  <a:lnTo>
                    <a:pt x="49" y="469"/>
                  </a:lnTo>
                  <a:cubicBezTo>
                    <a:pt x="49" y="319"/>
                    <a:pt x="49" y="166"/>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888292" y="2829964"/>
              <a:ext cx="4867" cy="20163"/>
            </a:xfrm>
            <a:custGeom>
              <a:rect b="b" l="l" r="r" t="t"/>
              <a:pathLst>
                <a:path extrusionOk="0" h="203" w="49">
                  <a:moveTo>
                    <a:pt x="17" y="0"/>
                  </a:moveTo>
                  <a:lnTo>
                    <a:pt x="17" y="16"/>
                  </a:lnTo>
                  <a:lnTo>
                    <a:pt x="17" y="69"/>
                  </a:lnTo>
                  <a:cubicBezTo>
                    <a:pt x="0" y="117"/>
                    <a:pt x="0" y="154"/>
                    <a:pt x="17" y="202"/>
                  </a:cubicBezTo>
                  <a:lnTo>
                    <a:pt x="33" y="202"/>
                  </a:lnTo>
                  <a:cubicBezTo>
                    <a:pt x="49" y="202"/>
                    <a:pt x="49" y="186"/>
                    <a:pt x="49" y="186"/>
                  </a:cubicBezTo>
                  <a:cubicBezTo>
                    <a:pt x="33" y="154"/>
                    <a:pt x="33" y="117"/>
                    <a:pt x="33" y="69"/>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1409946" y="1646308"/>
              <a:ext cx="6853" cy="160609"/>
            </a:xfrm>
            <a:custGeom>
              <a:rect b="b" l="l" r="r" t="t"/>
              <a:pathLst>
                <a:path extrusionOk="0" h="1617" w="69">
                  <a:moveTo>
                    <a:pt x="49" y="0"/>
                  </a:moveTo>
                  <a:cubicBezTo>
                    <a:pt x="16" y="37"/>
                    <a:pt x="16" y="53"/>
                    <a:pt x="16" y="101"/>
                  </a:cubicBezTo>
                  <a:lnTo>
                    <a:pt x="16" y="372"/>
                  </a:lnTo>
                  <a:cubicBezTo>
                    <a:pt x="0" y="574"/>
                    <a:pt x="0" y="776"/>
                    <a:pt x="16" y="978"/>
                  </a:cubicBezTo>
                  <a:cubicBezTo>
                    <a:pt x="32" y="1147"/>
                    <a:pt x="32" y="1313"/>
                    <a:pt x="32" y="1467"/>
                  </a:cubicBezTo>
                  <a:lnTo>
                    <a:pt x="32" y="1483"/>
                  </a:lnTo>
                  <a:cubicBezTo>
                    <a:pt x="49" y="1531"/>
                    <a:pt x="49" y="1568"/>
                    <a:pt x="16" y="1600"/>
                  </a:cubicBezTo>
                  <a:lnTo>
                    <a:pt x="16" y="1616"/>
                  </a:lnTo>
                  <a:lnTo>
                    <a:pt x="32" y="1616"/>
                  </a:lnTo>
                  <a:cubicBezTo>
                    <a:pt x="69" y="1584"/>
                    <a:pt x="69" y="1531"/>
                    <a:pt x="69" y="1483"/>
                  </a:cubicBezTo>
                  <a:lnTo>
                    <a:pt x="69" y="1467"/>
                  </a:lnTo>
                  <a:cubicBezTo>
                    <a:pt x="69" y="1313"/>
                    <a:pt x="49" y="1147"/>
                    <a:pt x="49" y="978"/>
                  </a:cubicBezTo>
                  <a:cubicBezTo>
                    <a:pt x="32" y="776"/>
                    <a:pt x="32" y="574"/>
                    <a:pt x="32" y="372"/>
                  </a:cubicBezTo>
                  <a:lnTo>
                    <a:pt x="32" y="101"/>
                  </a:lnTo>
                  <a:cubicBezTo>
                    <a:pt x="32" y="69"/>
                    <a:pt x="49"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487019" y="2031093"/>
              <a:ext cx="153854" cy="203914"/>
            </a:xfrm>
            <a:custGeom>
              <a:rect b="b" l="l" r="r" t="t"/>
              <a:pathLst>
                <a:path extrusionOk="0" h="2053" w="1549">
                  <a:moveTo>
                    <a:pt x="1500" y="0"/>
                  </a:moveTo>
                  <a:lnTo>
                    <a:pt x="1500" y="16"/>
                  </a:lnTo>
                  <a:cubicBezTo>
                    <a:pt x="1516" y="101"/>
                    <a:pt x="1516" y="182"/>
                    <a:pt x="1516" y="267"/>
                  </a:cubicBezTo>
                  <a:cubicBezTo>
                    <a:pt x="1500" y="319"/>
                    <a:pt x="1500" y="368"/>
                    <a:pt x="1500" y="420"/>
                  </a:cubicBezTo>
                  <a:cubicBezTo>
                    <a:pt x="1516" y="586"/>
                    <a:pt x="1516" y="772"/>
                    <a:pt x="1516" y="941"/>
                  </a:cubicBezTo>
                  <a:lnTo>
                    <a:pt x="1516" y="1160"/>
                  </a:lnTo>
                  <a:cubicBezTo>
                    <a:pt x="1516" y="1228"/>
                    <a:pt x="1516" y="1244"/>
                    <a:pt x="1447" y="1277"/>
                  </a:cubicBezTo>
                  <a:cubicBezTo>
                    <a:pt x="1079" y="1463"/>
                    <a:pt x="724" y="1665"/>
                    <a:pt x="352" y="1850"/>
                  </a:cubicBezTo>
                  <a:cubicBezTo>
                    <a:pt x="251" y="1919"/>
                    <a:pt x="134" y="1968"/>
                    <a:pt x="17" y="2036"/>
                  </a:cubicBezTo>
                  <a:cubicBezTo>
                    <a:pt x="17" y="2036"/>
                    <a:pt x="1" y="2052"/>
                    <a:pt x="17" y="2052"/>
                  </a:cubicBezTo>
                  <a:lnTo>
                    <a:pt x="33" y="2052"/>
                  </a:lnTo>
                  <a:cubicBezTo>
                    <a:pt x="150" y="2000"/>
                    <a:pt x="251" y="1935"/>
                    <a:pt x="372" y="1883"/>
                  </a:cubicBezTo>
                  <a:cubicBezTo>
                    <a:pt x="724" y="1681"/>
                    <a:pt x="1096" y="1495"/>
                    <a:pt x="1463" y="1313"/>
                  </a:cubicBezTo>
                  <a:cubicBezTo>
                    <a:pt x="1532" y="1261"/>
                    <a:pt x="1532" y="1228"/>
                    <a:pt x="1532" y="1160"/>
                  </a:cubicBezTo>
                  <a:lnTo>
                    <a:pt x="1532" y="941"/>
                  </a:lnTo>
                  <a:cubicBezTo>
                    <a:pt x="1532" y="772"/>
                    <a:pt x="1548" y="586"/>
                    <a:pt x="1532" y="404"/>
                  </a:cubicBezTo>
                  <a:lnTo>
                    <a:pt x="1532" y="267"/>
                  </a:lnTo>
                  <a:cubicBezTo>
                    <a:pt x="1548" y="182"/>
                    <a:pt x="1548" y="81"/>
                    <a:pt x="15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523967" y="2699550"/>
              <a:ext cx="113628" cy="51848"/>
            </a:xfrm>
            <a:custGeom>
              <a:rect b="b" l="l" r="r" t="t"/>
              <a:pathLst>
                <a:path extrusionOk="0" h="522" w="1144">
                  <a:moveTo>
                    <a:pt x="1128" y="0"/>
                  </a:moveTo>
                  <a:cubicBezTo>
                    <a:pt x="1027" y="16"/>
                    <a:pt x="942" y="53"/>
                    <a:pt x="873" y="101"/>
                  </a:cubicBezTo>
                  <a:cubicBezTo>
                    <a:pt x="825" y="117"/>
                    <a:pt x="788" y="138"/>
                    <a:pt x="756" y="154"/>
                  </a:cubicBezTo>
                  <a:cubicBezTo>
                    <a:pt x="570" y="239"/>
                    <a:pt x="404" y="319"/>
                    <a:pt x="235" y="388"/>
                  </a:cubicBezTo>
                  <a:cubicBezTo>
                    <a:pt x="150" y="420"/>
                    <a:pt x="81" y="457"/>
                    <a:pt x="17" y="489"/>
                  </a:cubicBezTo>
                  <a:cubicBezTo>
                    <a:pt x="0" y="489"/>
                    <a:pt x="0" y="505"/>
                    <a:pt x="0" y="505"/>
                  </a:cubicBezTo>
                  <a:lnTo>
                    <a:pt x="17" y="521"/>
                  </a:lnTo>
                  <a:cubicBezTo>
                    <a:pt x="101" y="489"/>
                    <a:pt x="166" y="457"/>
                    <a:pt x="235" y="420"/>
                  </a:cubicBezTo>
                  <a:cubicBezTo>
                    <a:pt x="404" y="340"/>
                    <a:pt x="586" y="255"/>
                    <a:pt x="772" y="186"/>
                  </a:cubicBezTo>
                  <a:cubicBezTo>
                    <a:pt x="808" y="170"/>
                    <a:pt x="841" y="138"/>
                    <a:pt x="873" y="117"/>
                  </a:cubicBezTo>
                  <a:cubicBezTo>
                    <a:pt x="958" y="85"/>
                    <a:pt x="1043" y="37"/>
                    <a:pt x="1128" y="37"/>
                  </a:cubicBezTo>
                  <a:lnTo>
                    <a:pt x="1144" y="16"/>
                  </a:lnTo>
                  <a:cubicBezTo>
                    <a:pt x="1144" y="0"/>
                    <a:pt x="1128" y="0"/>
                    <a:pt x="1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513936" y="3508850"/>
              <a:ext cx="126937" cy="122070"/>
            </a:xfrm>
            <a:custGeom>
              <a:rect b="b" l="l" r="r" t="t"/>
              <a:pathLst>
                <a:path extrusionOk="0" h="1229" w="1278">
                  <a:moveTo>
                    <a:pt x="1245" y="0"/>
                  </a:moveTo>
                  <a:cubicBezTo>
                    <a:pt x="1229" y="0"/>
                    <a:pt x="1229" y="17"/>
                    <a:pt x="1229" y="17"/>
                  </a:cubicBezTo>
                  <a:cubicBezTo>
                    <a:pt x="1245" y="186"/>
                    <a:pt x="1245" y="352"/>
                    <a:pt x="1245" y="521"/>
                  </a:cubicBezTo>
                  <a:cubicBezTo>
                    <a:pt x="1245" y="606"/>
                    <a:pt x="1229" y="691"/>
                    <a:pt x="1245" y="792"/>
                  </a:cubicBezTo>
                  <a:cubicBezTo>
                    <a:pt x="1245" y="841"/>
                    <a:pt x="1212" y="857"/>
                    <a:pt x="1144" y="877"/>
                  </a:cubicBezTo>
                  <a:cubicBezTo>
                    <a:pt x="825" y="978"/>
                    <a:pt x="469" y="1079"/>
                    <a:pt x="134" y="1180"/>
                  </a:cubicBezTo>
                  <a:cubicBezTo>
                    <a:pt x="101" y="1196"/>
                    <a:pt x="65" y="1196"/>
                    <a:pt x="49" y="1196"/>
                  </a:cubicBezTo>
                  <a:cubicBezTo>
                    <a:pt x="33" y="1196"/>
                    <a:pt x="17" y="1212"/>
                    <a:pt x="0" y="1212"/>
                  </a:cubicBezTo>
                  <a:lnTo>
                    <a:pt x="0" y="1228"/>
                  </a:lnTo>
                  <a:lnTo>
                    <a:pt x="49" y="1228"/>
                  </a:lnTo>
                  <a:cubicBezTo>
                    <a:pt x="81" y="1228"/>
                    <a:pt x="101" y="1212"/>
                    <a:pt x="134" y="1212"/>
                  </a:cubicBezTo>
                  <a:cubicBezTo>
                    <a:pt x="485" y="1095"/>
                    <a:pt x="841" y="994"/>
                    <a:pt x="1144" y="909"/>
                  </a:cubicBezTo>
                  <a:cubicBezTo>
                    <a:pt x="1192" y="893"/>
                    <a:pt x="1261" y="857"/>
                    <a:pt x="1261" y="792"/>
                  </a:cubicBezTo>
                  <a:lnTo>
                    <a:pt x="1261" y="521"/>
                  </a:lnTo>
                  <a:cubicBezTo>
                    <a:pt x="1261" y="352"/>
                    <a:pt x="1277" y="186"/>
                    <a:pt x="1245" y="17"/>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1262647" y="2901776"/>
              <a:ext cx="147398" cy="152563"/>
            </a:xfrm>
            <a:custGeom>
              <a:rect b="b" l="l" r="r" t="t"/>
              <a:pathLst>
                <a:path extrusionOk="0" h="1536" w="1484">
                  <a:moveTo>
                    <a:pt x="1467" y="0"/>
                  </a:moveTo>
                  <a:cubicBezTo>
                    <a:pt x="1063" y="138"/>
                    <a:pt x="659" y="287"/>
                    <a:pt x="271" y="441"/>
                  </a:cubicBezTo>
                  <a:lnTo>
                    <a:pt x="255" y="457"/>
                  </a:lnTo>
                  <a:cubicBezTo>
                    <a:pt x="170" y="457"/>
                    <a:pt x="85" y="473"/>
                    <a:pt x="37" y="542"/>
                  </a:cubicBezTo>
                  <a:cubicBezTo>
                    <a:pt x="0" y="606"/>
                    <a:pt x="17" y="675"/>
                    <a:pt x="17" y="744"/>
                  </a:cubicBezTo>
                  <a:lnTo>
                    <a:pt x="17" y="808"/>
                  </a:lnTo>
                  <a:lnTo>
                    <a:pt x="17" y="1047"/>
                  </a:lnTo>
                  <a:cubicBezTo>
                    <a:pt x="17" y="1196"/>
                    <a:pt x="17" y="1366"/>
                    <a:pt x="37" y="1515"/>
                  </a:cubicBezTo>
                  <a:cubicBezTo>
                    <a:pt x="37" y="1535"/>
                    <a:pt x="53" y="1535"/>
                    <a:pt x="53" y="1535"/>
                  </a:cubicBezTo>
                  <a:cubicBezTo>
                    <a:pt x="53" y="1535"/>
                    <a:pt x="69" y="1535"/>
                    <a:pt x="69" y="1515"/>
                  </a:cubicBezTo>
                  <a:cubicBezTo>
                    <a:pt x="53" y="1366"/>
                    <a:pt x="53" y="1196"/>
                    <a:pt x="53" y="1047"/>
                  </a:cubicBezTo>
                  <a:lnTo>
                    <a:pt x="53" y="808"/>
                  </a:lnTo>
                  <a:lnTo>
                    <a:pt x="53" y="744"/>
                  </a:lnTo>
                  <a:cubicBezTo>
                    <a:pt x="37" y="675"/>
                    <a:pt x="37" y="606"/>
                    <a:pt x="69" y="558"/>
                  </a:cubicBezTo>
                  <a:cubicBezTo>
                    <a:pt x="101" y="489"/>
                    <a:pt x="186" y="489"/>
                    <a:pt x="255" y="473"/>
                  </a:cubicBezTo>
                  <a:lnTo>
                    <a:pt x="287" y="473"/>
                  </a:lnTo>
                  <a:cubicBezTo>
                    <a:pt x="659" y="323"/>
                    <a:pt x="1063" y="154"/>
                    <a:pt x="1467" y="21"/>
                  </a:cubicBezTo>
                  <a:cubicBezTo>
                    <a:pt x="1483" y="21"/>
                    <a:pt x="1483" y="21"/>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1553570" y="3229548"/>
              <a:ext cx="5264" cy="78765"/>
            </a:xfrm>
            <a:custGeom>
              <a:rect b="b" l="l" r="r" t="t"/>
              <a:pathLst>
                <a:path extrusionOk="0" h="793" w="53">
                  <a:moveTo>
                    <a:pt x="37" y="1"/>
                  </a:moveTo>
                  <a:lnTo>
                    <a:pt x="37" y="17"/>
                  </a:lnTo>
                  <a:cubicBezTo>
                    <a:pt x="0" y="134"/>
                    <a:pt x="16" y="271"/>
                    <a:pt x="16" y="405"/>
                  </a:cubicBezTo>
                  <a:lnTo>
                    <a:pt x="16" y="639"/>
                  </a:lnTo>
                  <a:lnTo>
                    <a:pt x="16" y="675"/>
                  </a:lnTo>
                  <a:cubicBezTo>
                    <a:pt x="16" y="708"/>
                    <a:pt x="16" y="740"/>
                    <a:pt x="0" y="776"/>
                  </a:cubicBezTo>
                  <a:lnTo>
                    <a:pt x="0" y="793"/>
                  </a:lnTo>
                  <a:lnTo>
                    <a:pt x="16" y="793"/>
                  </a:lnTo>
                  <a:lnTo>
                    <a:pt x="16" y="776"/>
                  </a:lnTo>
                  <a:cubicBezTo>
                    <a:pt x="53" y="740"/>
                    <a:pt x="37" y="708"/>
                    <a:pt x="37" y="675"/>
                  </a:cubicBezTo>
                  <a:lnTo>
                    <a:pt x="37" y="639"/>
                  </a:lnTo>
                  <a:lnTo>
                    <a:pt x="37" y="405"/>
                  </a:lnTo>
                  <a:cubicBezTo>
                    <a:pt x="37" y="271"/>
                    <a:pt x="37" y="154"/>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511949" y="2228054"/>
              <a:ext cx="124057" cy="63965"/>
            </a:xfrm>
            <a:custGeom>
              <a:rect b="b" l="l" r="r" t="t"/>
              <a:pathLst>
                <a:path extrusionOk="0" h="644" w="1249">
                  <a:moveTo>
                    <a:pt x="1232" y="1"/>
                  </a:moveTo>
                  <a:cubicBezTo>
                    <a:pt x="1131" y="17"/>
                    <a:pt x="1047" y="69"/>
                    <a:pt x="978" y="118"/>
                  </a:cubicBezTo>
                  <a:cubicBezTo>
                    <a:pt x="929" y="138"/>
                    <a:pt x="893" y="170"/>
                    <a:pt x="845" y="187"/>
                  </a:cubicBezTo>
                  <a:cubicBezTo>
                    <a:pt x="643" y="288"/>
                    <a:pt x="441" y="389"/>
                    <a:pt x="255" y="490"/>
                  </a:cubicBezTo>
                  <a:cubicBezTo>
                    <a:pt x="170" y="542"/>
                    <a:pt x="85" y="574"/>
                    <a:pt x="0" y="623"/>
                  </a:cubicBezTo>
                  <a:lnTo>
                    <a:pt x="0" y="643"/>
                  </a:lnTo>
                  <a:lnTo>
                    <a:pt x="20" y="643"/>
                  </a:lnTo>
                  <a:cubicBezTo>
                    <a:pt x="101" y="607"/>
                    <a:pt x="186" y="558"/>
                    <a:pt x="271" y="522"/>
                  </a:cubicBezTo>
                  <a:cubicBezTo>
                    <a:pt x="457" y="405"/>
                    <a:pt x="659" y="304"/>
                    <a:pt x="861" y="219"/>
                  </a:cubicBezTo>
                  <a:cubicBezTo>
                    <a:pt x="909" y="187"/>
                    <a:pt x="946" y="170"/>
                    <a:pt x="978" y="138"/>
                  </a:cubicBezTo>
                  <a:cubicBezTo>
                    <a:pt x="1063" y="86"/>
                    <a:pt x="1148" y="53"/>
                    <a:pt x="1232" y="37"/>
                  </a:cubicBezTo>
                  <a:cubicBezTo>
                    <a:pt x="1249" y="37"/>
                    <a:pt x="1249" y="37"/>
                    <a:pt x="1249" y="17"/>
                  </a:cubicBezTo>
                  <a:lnTo>
                    <a:pt x="12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1909849" y="1960870"/>
              <a:ext cx="165376" cy="369191"/>
            </a:xfrm>
            <a:custGeom>
              <a:rect b="b" l="l" r="r" t="t"/>
              <a:pathLst>
                <a:path extrusionOk="0" h="3717" w="1665">
                  <a:moveTo>
                    <a:pt x="0" y="0"/>
                  </a:moveTo>
                  <a:lnTo>
                    <a:pt x="0" y="16"/>
                  </a:lnTo>
                  <a:cubicBezTo>
                    <a:pt x="33" y="33"/>
                    <a:pt x="49" y="65"/>
                    <a:pt x="85" y="101"/>
                  </a:cubicBezTo>
                  <a:lnTo>
                    <a:pt x="85" y="134"/>
                  </a:lnTo>
                  <a:cubicBezTo>
                    <a:pt x="352" y="586"/>
                    <a:pt x="606" y="1059"/>
                    <a:pt x="857" y="1515"/>
                  </a:cubicBezTo>
                  <a:lnTo>
                    <a:pt x="1043" y="1834"/>
                  </a:lnTo>
                  <a:cubicBezTo>
                    <a:pt x="1095" y="1919"/>
                    <a:pt x="1128" y="1984"/>
                    <a:pt x="1176" y="2069"/>
                  </a:cubicBezTo>
                  <a:cubicBezTo>
                    <a:pt x="1297" y="2287"/>
                    <a:pt x="1431" y="2525"/>
                    <a:pt x="1564" y="2759"/>
                  </a:cubicBezTo>
                  <a:cubicBezTo>
                    <a:pt x="1564" y="2776"/>
                    <a:pt x="1564" y="2776"/>
                    <a:pt x="1580" y="2792"/>
                  </a:cubicBezTo>
                  <a:cubicBezTo>
                    <a:pt x="1616" y="2844"/>
                    <a:pt x="1633" y="2877"/>
                    <a:pt x="1564" y="2909"/>
                  </a:cubicBezTo>
                  <a:cubicBezTo>
                    <a:pt x="1548" y="2929"/>
                    <a:pt x="1564" y="2945"/>
                    <a:pt x="1564" y="2961"/>
                  </a:cubicBezTo>
                  <a:lnTo>
                    <a:pt x="1564" y="2978"/>
                  </a:lnTo>
                  <a:lnTo>
                    <a:pt x="1564" y="3264"/>
                  </a:lnTo>
                  <a:cubicBezTo>
                    <a:pt x="1548" y="3414"/>
                    <a:pt x="1532" y="3567"/>
                    <a:pt x="1580" y="3717"/>
                  </a:cubicBezTo>
                  <a:lnTo>
                    <a:pt x="1600" y="3717"/>
                  </a:lnTo>
                  <a:cubicBezTo>
                    <a:pt x="1616" y="3717"/>
                    <a:pt x="1616" y="3717"/>
                    <a:pt x="1616" y="3701"/>
                  </a:cubicBezTo>
                  <a:cubicBezTo>
                    <a:pt x="1564" y="3567"/>
                    <a:pt x="1564" y="3414"/>
                    <a:pt x="1580" y="3264"/>
                  </a:cubicBezTo>
                  <a:cubicBezTo>
                    <a:pt x="1580" y="3163"/>
                    <a:pt x="1600" y="3062"/>
                    <a:pt x="1580" y="2961"/>
                  </a:cubicBezTo>
                  <a:lnTo>
                    <a:pt x="1580" y="2945"/>
                  </a:lnTo>
                  <a:cubicBezTo>
                    <a:pt x="1665" y="2877"/>
                    <a:pt x="1633" y="2808"/>
                    <a:pt x="1600" y="2776"/>
                  </a:cubicBezTo>
                  <a:cubicBezTo>
                    <a:pt x="1600" y="2759"/>
                    <a:pt x="1580" y="2759"/>
                    <a:pt x="1580" y="2743"/>
                  </a:cubicBezTo>
                  <a:cubicBezTo>
                    <a:pt x="1463" y="2505"/>
                    <a:pt x="1330" y="2271"/>
                    <a:pt x="1196" y="2052"/>
                  </a:cubicBezTo>
                  <a:cubicBezTo>
                    <a:pt x="1160" y="1968"/>
                    <a:pt x="1111" y="1899"/>
                    <a:pt x="1075" y="1834"/>
                  </a:cubicBezTo>
                  <a:lnTo>
                    <a:pt x="893" y="1495"/>
                  </a:lnTo>
                  <a:cubicBezTo>
                    <a:pt x="639" y="1043"/>
                    <a:pt x="368" y="570"/>
                    <a:pt x="118" y="117"/>
                  </a:cubicBezTo>
                  <a:lnTo>
                    <a:pt x="101" y="101"/>
                  </a:lnTo>
                  <a:cubicBezTo>
                    <a:pt x="85" y="49"/>
                    <a:pt x="65"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891470" y="1738680"/>
              <a:ext cx="6953" cy="26420"/>
            </a:xfrm>
            <a:custGeom>
              <a:rect b="b" l="l" r="r" t="t"/>
              <a:pathLst>
                <a:path extrusionOk="0" h="266" w="70">
                  <a:moveTo>
                    <a:pt x="19" y="0"/>
                  </a:moveTo>
                  <a:cubicBezTo>
                    <a:pt x="17" y="0"/>
                    <a:pt x="17" y="5"/>
                    <a:pt x="17" y="15"/>
                  </a:cubicBezTo>
                  <a:cubicBezTo>
                    <a:pt x="1" y="15"/>
                    <a:pt x="1" y="15"/>
                    <a:pt x="1" y="32"/>
                  </a:cubicBezTo>
                  <a:cubicBezTo>
                    <a:pt x="37" y="80"/>
                    <a:pt x="37" y="133"/>
                    <a:pt x="37" y="181"/>
                  </a:cubicBezTo>
                  <a:lnTo>
                    <a:pt x="37" y="250"/>
                  </a:lnTo>
                  <a:cubicBezTo>
                    <a:pt x="37" y="250"/>
                    <a:pt x="37" y="266"/>
                    <a:pt x="53" y="266"/>
                  </a:cubicBezTo>
                  <a:lnTo>
                    <a:pt x="53" y="250"/>
                  </a:lnTo>
                  <a:lnTo>
                    <a:pt x="53" y="181"/>
                  </a:lnTo>
                  <a:cubicBezTo>
                    <a:pt x="53" y="133"/>
                    <a:pt x="69" y="64"/>
                    <a:pt x="37" y="15"/>
                  </a:cubicBezTo>
                  <a:cubicBezTo>
                    <a:pt x="27" y="5"/>
                    <a:pt x="22"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1411536" y="3259644"/>
              <a:ext cx="90386" cy="179083"/>
            </a:xfrm>
            <a:custGeom>
              <a:rect b="b" l="l" r="r" t="t"/>
              <a:pathLst>
                <a:path extrusionOk="0" h="1803" w="910">
                  <a:moveTo>
                    <a:pt x="33" y="1"/>
                  </a:moveTo>
                  <a:cubicBezTo>
                    <a:pt x="0" y="33"/>
                    <a:pt x="0" y="69"/>
                    <a:pt x="0" y="102"/>
                  </a:cubicBezTo>
                  <a:lnTo>
                    <a:pt x="0" y="118"/>
                  </a:lnTo>
                  <a:lnTo>
                    <a:pt x="0" y="910"/>
                  </a:lnTo>
                  <a:lnTo>
                    <a:pt x="0" y="926"/>
                  </a:lnTo>
                  <a:cubicBezTo>
                    <a:pt x="0" y="978"/>
                    <a:pt x="0" y="1027"/>
                    <a:pt x="85" y="1063"/>
                  </a:cubicBezTo>
                  <a:cubicBezTo>
                    <a:pt x="154" y="1079"/>
                    <a:pt x="186" y="1128"/>
                    <a:pt x="235" y="1180"/>
                  </a:cubicBezTo>
                  <a:cubicBezTo>
                    <a:pt x="255" y="1196"/>
                    <a:pt x="271" y="1213"/>
                    <a:pt x="303" y="1229"/>
                  </a:cubicBezTo>
                  <a:cubicBezTo>
                    <a:pt x="473" y="1398"/>
                    <a:pt x="659" y="1548"/>
                    <a:pt x="840" y="1701"/>
                  </a:cubicBezTo>
                  <a:cubicBezTo>
                    <a:pt x="861" y="1718"/>
                    <a:pt x="861" y="1734"/>
                    <a:pt x="877" y="1770"/>
                  </a:cubicBezTo>
                  <a:cubicBezTo>
                    <a:pt x="877" y="1770"/>
                    <a:pt x="877" y="1786"/>
                    <a:pt x="893" y="1802"/>
                  </a:cubicBezTo>
                  <a:lnTo>
                    <a:pt x="909" y="1802"/>
                  </a:lnTo>
                  <a:lnTo>
                    <a:pt x="909" y="1786"/>
                  </a:lnTo>
                  <a:cubicBezTo>
                    <a:pt x="909" y="1786"/>
                    <a:pt x="909" y="1770"/>
                    <a:pt x="893" y="1750"/>
                  </a:cubicBezTo>
                  <a:cubicBezTo>
                    <a:pt x="893" y="1734"/>
                    <a:pt x="877" y="1701"/>
                    <a:pt x="861" y="1685"/>
                  </a:cubicBezTo>
                  <a:cubicBezTo>
                    <a:pt x="675" y="1532"/>
                    <a:pt x="489" y="1366"/>
                    <a:pt x="319" y="1213"/>
                  </a:cubicBezTo>
                  <a:cubicBezTo>
                    <a:pt x="303" y="1196"/>
                    <a:pt x="271" y="1180"/>
                    <a:pt x="255" y="1164"/>
                  </a:cubicBezTo>
                  <a:cubicBezTo>
                    <a:pt x="202" y="1095"/>
                    <a:pt x="154" y="1043"/>
                    <a:pt x="101" y="1027"/>
                  </a:cubicBezTo>
                  <a:cubicBezTo>
                    <a:pt x="16" y="1011"/>
                    <a:pt x="16" y="978"/>
                    <a:pt x="16" y="926"/>
                  </a:cubicBezTo>
                  <a:lnTo>
                    <a:pt x="16" y="910"/>
                  </a:lnTo>
                  <a:lnTo>
                    <a:pt x="16" y="118"/>
                  </a:lnTo>
                  <a:lnTo>
                    <a:pt x="16" y="102"/>
                  </a:lnTo>
                  <a:cubicBezTo>
                    <a:pt x="16" y="69"/>
                    <a:pt x="16" y="33"/>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930008" y="3411015"/>
              <a:ext cx="5364" cy="92670"/>
            </a:xfrm>
            <a:custGeom>
              <a:rect b="b" l="l" r="r" t="t"/>
              <a:pathLst>
                <a:path extrusionOk="0" h="933" w="54">
                  <a:moveTo>
                    <a:pt x="5" y="1"/>
                  </a:moveTo>
                  <a:cubicBezTo>
                    <a:pt x="2" y="1"/>
                    <a:pt x="1" y="2"/>
                    <a:pt x="1" y="8"/>
                  </a:cubicBezTo>
                  <a:lnTo>
                    <a:pt x="1" y="24"/>
                  </a:lnTo>
                  <a:cubicBezTo>
                    <a:pt x="17" y="60"/>
                    <a:pt x="17" y="109"/>
                    <a:pt x="17" y="161"/>
                  </a:cubicBezTo>
                  <a:lnTo>
                    <a:pt x="17" y="396"/>
                  </a:lnTo>
                  <a:lnTo>
                    <a:pt x="17" y="783"/>
                  </a:lnTo>
                  <a:cubicBezTo>
                    <a:pt x="1" y="816"/>
                    <a:pt x="17" y="852"/>
                    <a:pt x="17" y="884"/>
                  </a:cubicBezTo>
                  <a:lnTo>
                    <a:pt x="17" y="917"/>
                  </a:lnTo>
                  <a:cubicBezTo>
                    <a:pt x="17" y="933"/>
                    <a:pt x="33" y="933"/>
                    <a:pt x="33" y="933"/>
                  </a:cubicBezTo>
                  <a:cubicBezTo>
                    <a:pt x="53" y="933"/>
                    <a:pt x="53" y="933"/>
                    <a:pt x="53" y="917"/>
                  </a:cubicBezTo>
                  <a:cubicBezTo>
                    <a:pt x="53" y="901"/>
                    <a:pt x="53" y="884"/>
                    <a:pt x="33" y="868"/>
                  </a:cubicBezTo>
                  <a:lnTo>
                    <a:pt x="33" y="783"/>
                  </a:lnTo>
                  <a:cubicBezTo>
                    <a:pt x="53" y="650"/>
                    <a:pt x="53" y="513"/>
                    <a:pt x="53" y="396"/>
                  </a:cubicBezTo>
                  <a:lnTo>
                    <a:pt x="53" y="161"/>
                  </a:lnTo>
                  <a:cubicBezTo>
                    <a:pt x="53" y="109"/>
                    <a:pt x="53" y="60"/>
                    <a:pt x="17" y="8"/>
                  </a:cubicBezTo>
                  <a:cubicBezTo>
                    <a:pt x="17" y="8"/>
                    <a:pt x="10"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2008578" y="2724779"/>
              <a:ext cx="3278" cy="33473"/>
            </a:xfrm>
            <a:custGeom>
              <a:rect b="b" l="l" r="r" t="t"/>
              <a:pathLst>
                <a:path extrusionOk="0" h="337" w="33">
                  <a:moveTo>
                    <a:pt x="33" y="1"/>
                  </a:moveTo>
                  <a:cubicBezTo>
                    <a:pt x="16" y="1"/>
                    <a:pt x="16" y="17"/>
                    <a:pt x="16" y="17"/>
                  </a:cubicBezTo>
                  <a:cubicBezTo>
                    <a:pt x="0" y="86"/>
                    <a:pt x="0" y="150"/>
                    <a:pt x="0" y="203"/>
                  </a:cubicBezTo>
                  <a:lnTo>
                    <a:pt x="0" y="320"/>
                  </a:lnTo>
                  <a:cubicBezTo>
                    <a:pt x="0" y="320"/>
                    <a:pt x="0" y="336"/>
                    <a:pt x="16" y="336"/>
                  </a:cubicBezTo>
                  <a:lnTo>
                    <a:pt x="33" y="320"/>
                  </a:lnTo>
                  <a:lnTo>
                    <a:pt x="33" y="203"/>
                  </a:lnTo>
                  <a:cubicBezTo>
                    <a:pt x="16" y="134"/>
                    <a:pt x="16" y="86"/>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1291154" y="1895415"/>
              <a:ext cx="5264" cy="102007"/>
            </a:xfrm>
            <a:custGeom>
              <a:rect b="b" l="l" r="r" t="t"/>
              <a:pathLst>
                <a:path extrusionOk="0" h="1027" w="53">
                  <a:moveTo>
                    <a:pt x="0" y="1"/>
                  </a:moveTo>
                  <a:cubicBezTo>
                    <a:pt x="16" y="170"/>
                    <a:pt x="16" y="336"/>
                    <a:pt x="0" y="490"/>
                  </a:cubicBezTo>
                  <a:lnTo>
                    <a:pt x="0" y="809"/>
                  </a:lnTo>
                  <a:lnTo>
                    <a:pt x="0" y="861"/>
                  </a:lnTo>
                  <a:cubicBezTo>
                    <a:pt x="0" y="926"/>
                    <a:pt x="0" y="978"/>
                    <a:pt x="33" y="1027"/>
                  </a:cubicBezTo>
                  <a:lnTo>
                    <a:pt x="53" y="1027"/>
                  </a:lnTo>
                  <a:lnTo>
                    <a:pt x="53" y="1011"/>
                  </a:lnTo>
                  <a:cubicBezTo>
                    <a:pt x="16" y="962"/>
                    <a:pt x="33" y="926"/>
                    <a:pt x="33" y="861"/>
                  </a:cubicBezTo>
                  <a:lnTo>
                    <a:pt x="33" y="809"/>
                  </a:lnTo>
                  <a:lnTo>
                    <a:pt x="33" y="490"/>
                  </a:lnTo>
                  <a:cubicBezTo>
                    <a:pt x="33" y="336"/>
                    <a:pt x="33" y="170"/>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2010167" y="3420153"/>
              <a:ext cx="4867" cy="18574"/>
            </a:xfrm>
            <a:custGeom>
              <a:rect b="b" l="l" r="r" t="t"/>
              <a:pathLst>
                <a:path extrusionOk="0" h="187" w="49">
                  <a:moveTo>
                    <a:pt x="49" y="1"/>
                  </a:moveTo>
                  <a:cubicBezTo>
                    <a:pt x="33" y="1"/>
                    <a:pt x="33" y="1"/>
                    <a:pt x="33" y="17"/>
                  </a:cubicBezTo>
                  <a:cubicBezTo>
                    <a:pt x="0" y="53"/>
                    <a:pt x="0" y="85"/>
                    <a:pt x="17" y="118"/>
                  </a:cubicBezTo>
                  <a:lnTo>
                    <a:pt x="17" y="186"/>
                  </a:lnTo>
                  <a:lnTo>
                    <a:pt x="33" y="186"/>
                  </a:lnTo>
                  <a:lnTo>
                    <a:pt x="33" y="118"/>
                  </a:lnTo>
                  <a:cubicBezTo>
                    <a:pt x="33" y="85"/>
                    <a:pt x="33" y="53"/>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1441631" y="3468723"/>
              <a:ext cx="3278" cy="78765"/>
            </a:xfrm>
            <a:custGeom>
              <a:rect b="b" l="l" r="r" t="t"/>
              <a:pathLst>
                <a:path extrusionOk="0" h="793" w="33">
                  <a:moveTo>
                    <a:pt x="16" y="0"/>
                  </a:moveTo>
                  <a:cubicBezTo>
                    <a:pt x="16" y="0"/>
                    <a:pt x="0" y="0"/>
                    <a:pt x="0" y="17"/>
                  </a:cubicBezTo>
                  <a:lnTo>
                    <a:pt x="0" y="776"/>
                  </a:lnTo>
                  <a:lnTo>
                    <a:pt x="16" y="792"/>
                  </a:lnTo>
                  <a:lnTo>
                    <a:pt x="33" y="776"/>
                  </a:lnTo>
                  <a:lnTo>
                    <a:pt x="33" y="17"/>
                  </a:ln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869817" y="3321424"/>
              <a:ext cx="332739" cy="199147"/>
            </a:xfrm>
            <a:custGeom>
              <a:rect b="b" l="l" r="r" t="t"/>
              <a:pathLst>
                <a:path extrusionOk="0" h="2005" w="3350">
                  <a:moveTo>
                    <a:pt x="3333" y="1"/>
                  </a:moveTo>
                  <a:cubicBezTo>
                    <a:pt x="3184" y="17"/>
                    <a:pt x="3014" y="86"/>
                    <a:pt x="2861" y="138"/>
                  </a:cubicBezTo>
                  <a:cubicBezTo>
                    <a:pt x="2828" y="138"/>
                    <a:pt x="2796" y="154"/>
                    <a:pt x="2780" y="170"/>
                  </a:cubicBezTo>
                  <a:lnTo>
                    <a:pt x="2643" y="203"/>
                  </a:lnTo>
                  <a:cubicBezTo>
                    <a:pt x="2053" y="405"/>
                    <a:pt x="1467" y="607"/>
                    <a:pt x="877" y="776"/>
                  </a:cubicBezTo>
                  <a:cubicBezTo>
                    <a:pt x="724" y="825"/>
                    <a:pt x="574" y="877"/>
                    <a:pt x="437" y="926"/>
                  </a:cubicBezTo>
                  <a:cubicBezTo>
                    <a:pt x="336" y="962"/>
                    <a:pt x="255" y="995"/>
                    <a:pt x="154" y="1027"/>
                  </a:cubicBezTo>
                  <a:cubicBezTo>
                    <a:pt x="33" y="1063"/>
                    <a:pt x="1" y="1112"/>
                    <a:pt x="1" y="1229"/>
                  </a:cubicBezTo>
                  <a:cubicBezTo>
                    <a:pt x="17" y="1350"/>
                    <a:pt x="1" y="1451"/>
                    <a:pt x="1" y="1568"/>
                  </a:cubicBezTo>
                  <a:cubicBezTo>
                    <a:pt x="1" y="1702"/>
                    <a:pt x="1" y="1855"/>
                    <a:pt x="17" y="2005"/>
                  </a:cubicBezTo>
                  <a:lnTo>
                    <a:pt x="53" y="2005"/>
                  </a:lnTo>
                  <a:cubicBezTo>
                    <a:pt x="33" y="1855"/>
                    <a:pt x="33" y="1702"/>
                    <a:pt x="33" y="1568"/>
                  </a:cubicBezTo>
                  <a:lnTo>
                    <a:pt x="33" y="1229"/>
                  </a:lnTo>
                  <a:cubicBezTo>
                    <a:pt x="17" y="1112"/>
                    <a:pt x="69" y="1079"/>
                    <a:pt x="154" y="1047"/>
                  </a:cubicBezTo>
                  <a:cubicBezTo>
                    <a:pt x="255" y="1011"/>
                    <a:pt x="356" y="995"/>
                    <a:pt x="437" y="962"/>
                  </a:cubicBezTo>
                  <a:lnTo>
                    <a:pt x="893" y="809"/>
                  </a:lnTo>
                  <a:cubicBezTo>
                    <a:pt x="1483" y="623"/>
                    <a:pt x="2073" y="421"/>
                    <a:pt x="2643" y="239"/>
                  </a:cubicBezTo>
                  <a:lnTo>
                    <a:pt x="2780" y="187"/>
                  </a:lnTo>
                  <a:cubicBezTo>
                    <a:pt x="2812" y="187"/>
                    <a:pt x="2845" y="170"/>
                    <a:pt x="2881" y="154"/>
                  </a:cubicBezTo>
                  <a:cubicBezTo>
                    <a:pt x="3030" y="102"/>
                    <a:pt x="3184" y="53"/>
                    <a:pt x="3350" y="17"/>
                  </a:cubicBezTo>
                  <a:lnTo>
                    <a:pt x="33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1921470" y="3575795"/>
              <a:ext cx="132102" cy="158622"/>
            </a:xfrm>
            <a:custGeom>
              <a:rect b="b" l="l" r="r" t="t"/>
              <a:pathLst>
                <a:path extrusionOk="0" h="1597" w="1330">
                  <a:moveTo>
                    <a:pt x="69" y="1"/>
                  </a:moveTo>
                  <a:cubicBezTo>
                    <a:pt x="69" y="1"/>
                    <a:pt x="49" y="1"/>
                    <a:pt x="49" y="17"/>
                  </a:cubicBezTo>
                  <a:cubicBezTo>
                    <a:pt x="1" y="134"/>
                    <a:pt x="33" y="219"/>
                    <a:pt x="134" y="304"/>
                  </a:cubicBezTo>
                  <a:cubicBezTo>
                    <a:pt x="372" y="522"/>
                    <a:pt x="590" y="756"/>
                    <a:pt x="809" y="975"/>
                  </a:cubicBezTo>
                  <a:cubicBezTo>
                    <a:pt x="893" y="1059"/>
                    <a:pt x="978" y="1144"/>
                    <a:pt x="1059" y="1229"/>
                  </a:cubicBezTo>
                  <a:cubicBezTo>
                    <a:pt x="1079" y="1245"/>
                    <a:pt x="1095" y="1261"/>
                    <a:pt x="1112" y="1278"/>
                  </a:cubicBezTo>
                  <a:cubicBezTo>
                    <a:pt x="1144" y="1314"/>
                    <a:pt x="1180" y="1346"/>
                    <a:pt x="1213" y="1379"/>
                  </a:cubicBezTo>
                  <a:cubicBezTo>
                    <a:pt x="1281" y="1431"/>
                    <a:pt x="1297" y="1479"/>
                    <a:pt x="1297" y="1580"/>
                  </a:cubicBezTo>
                  <a:cubicBezTo>
                    <a:pt x="1297" y="1597"/>
                    <a:pt x="1297" y="1597"/>
                    <a:pt x="1314" y="1597"/>
                  </a:cubicBezTo>
                  <a:lnTo>
                    <a:pt x="1314" y="1580"/>
                  </a:lnTo>
                  <a:cubicBezTo>
                    <a:pt x="1330" y="1516"/>
                    <a:pt x="1330" y="1431"/>
                    <a:pt x="1229" y="1362"/>
                  </a:cubicBezTo>
                  <a:cubicBezTo>
                    <a:pt x="1196" y="1330"/>
                    <a:pt x="1160" y="1294"/>
                    <a:pt x="1128" y="1261"/>
                  </a:cubicBezTo>
                  <a:cubicBezTo>
                    <a:pt x="1112" y="1245"/>
                    <a:pt x="1095" y="1229"/>
                    <a:pt x="1095" y="1213"/>
                  </a:cubicBezTo>
                  <a:cubicBezTo>
                    <a:pt x="994" y="1128"/>
                    <a:pt x="910" y="1043"/>
                    <a:pt x="825" y="958"/>
                  </a:cubicBezTo>
                  <a:cubicBezTo>
                    <a:pt x="607" y="724"/>
                    <a:pt x="388" y="506"/>
                    <a:pt x="150" y="284"/>
                  </a:cubicBezTo>
                  <a:cubicBezTo>
                    <a:pt x="69" y="203"/>
                    <a:pt x="17" y="134"/>
                    <a:pt x="85"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936861" y="2246529"/>
              <a:ext cx="6456" cy="21752"/>
            </a:xfrm>
            <a:custGeom>
              <a:rect b="b" l="l" r="r" t="t"/>
              <a:pathLst>
                <a:path extrusionOk="0" h="219" w="65">
                  <a:moveTo>
                    <a:pt x="16" y="1"/>
                  </a:moveTo>
                  <a:cubicBezTo>
                    <a:pt x="0" y="1"/>
                    <a:pt x="0" y="17"/>
                    <a:pt x="16" y="17"/>
                  </a:cubicBezTo>
                  <a:cubicBezTo>
                    <a:pt x="33" y="69"/>
                    <a:pt x="33" y="118"/>
                    <a:pt x="33" y="170"/>
                  </a:cubicBezTo>
                  <a:lnTo>
                    <a:pt x="33" y="219"/>
                  </a:lnTo>
                  <a:lnTo>
                    <a:pt x="65" y="219"/>
                  </a:lnTo>
                  <a:lnTo>
                    <a:pt x="65" y="170"/>
                  </a:lnTo>
                  <a:cubicBezTo>
                    <a:pt x="65" y="118"/>
                    <a:pt x="65" y="5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511949" y="1562776"/>
              <a:ext cx="124057" cy="77176"/>
            </a:xfrm>
            <a:custGeom>
              <a:rect b="b" l="l" r="r" t="t"/>
              <a:pathLst>
                <a:path extrusionOk="0" h="777" w="1249">
                  <a:moveTo>
                    <a:pt x="1232" y="1"/>
                  </a:moveTo>
                  <a:cubicBezTo>
                    <a:pt x="1063" y="86"/>
                    <a:pt x="909" y="187"/>
                    <a:pt x="760" y="272"/>
                  </a:cubicBezTo>
                  <a:lnTo>
                    <a:pt x="558" y="421"/>
                  </a:lnTo>
                  <a:cubicBezTo>
                    <a:pt x="424" y="490"/>
                    <a:pt x="287" y="575"/>
                    <a:pt x="170" y="639"/>
                  </a:cubicBezTo>
                  <a:cubicBezTo>
                    <a:pt x="121" y="676"/>
                    <a:pt x="69" y="724"/>
                    <a:pt x="0" y="756"/>
                  </a:cubicBezTo>
                  <a:lnTo>
                    <a:pt x="0" y="777"/>
                  </a:lnTo>
                  <a:lnTo>
                    <a:pt x="20" y="777"/>
                  </a:lnTo>
                  <a:cubicBezTo>
                    <a:pt x="69" y="740"/>
                    <a:pt x="138" y="708"/>
                    <a:pt x="186" y="676"/>
                  </a:cubicBezTo>
                  <a:cubicBezTo>
                    <a:pt x="303" y="591"/>
                    <a:pt x="441" y="506"/>
                    <a:pt x="558" y="437"/>
                  </a:cubicBezTo>
                  <a:cubicBezTo>
                    <a:pt x="643" y="389"/>
                    <a:pt x="707" y="336"/>
                    <a:pt x="776" y="304"/>
                  </a:cubicBezTo>
                  <a:cubicBezTo>
                    <a:pt x="929" y="203"/>
                    <a:pt x="1079" y="102"/>
                    <a:pt x="1232" y="33"/>
                  </a:cubicBezTo>
                  <a:cubicBezTo>
                    <a:pt x="1249" y="33"/>
                    <a:pt x="1249" y="17"/>
                    <a:pt x="1249" y="17"/>
                  </a:cubicBezTo>
                  <a:cubicBezTo>
                    <a:pt x="1249" y="1"/>
                    <a:pt x="1232" y="1"/>
                    <a:pt x="1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1742487" y="1965638"/>
              <a:ext cx="140545" cy="322707"/>
            </a:xfrm>
            <a:custGeom>
              <a:rect b="b" l="l" r="r" t="t"/>
              <a:pathLst>
                <a:path extrusionOk="0" h="3249" w="1415">
                  <a:moveTo>
                    <a:pt x="53" y="1"/>
                  </a:moveTo>
                  <a:cubicBezTo>
                    <a:pt x="17" y="33"/>
                    <a:pt x="1" y="69"/>
                    <a:pt x="1" y="118"/>
                  </a:cubicBezTo>
                  <a:cubicBezTo>
                    <a:pt x="17" y="288"/>
                    <a:pt x="17" y="473"/>
                    <a:pt x="1" y="639"/>
                  </a:cubicBezTo>
                  <a:lnTo>
                    <a:pt x="1" y="1011"/>
                  </a:lnTo>
                  <a:cubicBezTo>
                    <a:pt x="1" y="1079"/>
                    <a:pt x="17" y="1128"/>
                    <a:pt x="53" y="1180"/>
                  </a:cubicBezTo>
                  <a:cubicBezTo>
                    <a:pt x="538" y="1952"/>
                    <a:pt x="926" y="2558"/>
                    <a:pt x="1282" y="3132"/>
                  </a:cubicBezTo>
                  <a:cubicBezTo>
                    <a:pt x="1282" y="3132"/>
                    <a:pt x="1282" y="3148"/>
                    <a:pt x="1298" y="3164"/>
                  </a:cubicBezTo>
                  <a:cubicBezTo>
                    <a:pt x="1314" y="3200"/>
                    <a:pt x="1330" y="3233"/>
                    <a:pt x="1399" y="3249"/>
                  </a:cubicBezTo>
                  <a:cubicBezTo>
                    <a:pt x="1399" y="3249"/>
                    <a:pt x="1399" y="3233"/>
                    <a:pt x="1415" y="3233"/>
                  </a:cubicBezTo>
                  <a:lnTo>
                    <a:pt x="1399" y="3216"/>
                  </a:lnTo>
                  <a:cubicBezTo>
                    <a:pt x="1346" y="3216"/>
                    <a:pt x="1330" y="3184"/>
                    <a:pt x="1314" y="3148"/>
                  </a:cubicBezTo>
                  <a:cubicBezTo>
                    <a:pt x="1314" y="3132"/>
                    <a:pt x="1298" y="3132"/>
                    <a:pt x="1298" y="3115"/>
                  </a:cubicBezTo>
                  <a:cubicBezTo>
                    <a:pt x="942" y="2542"/>
                    <a:pt x="558" y="1952"/>
                    <a:pt x="70" y="1164"/>
                  </a:cubicBezTo>
                  <a:cubicBezTo>
                    <a:pt x="33" y="1112"/>
                    <a:pt x="33" y="1079"/>
                    <a:pt x="33" y="1011"/>
                  </a:cubicBezTo>
                  <a:cubicBezTo>
                    <a:pt x="17" y="894"/>
                    <a:pt x="33" y="760"/>
                    <a:pt x="33" y="639"/>
                  </a:cubicBezTo>
                  <a:cubicBezTo>
                    <a:pt x="33" y="473"/>
                    <a:pt x="53" y="288"/>
                    <a:pt x="33" y="102"/>
                  </a:cubicBezTo>
                  <a:cubicBezTo>
                    <a:pt x="17" y="86"/>
                    <a:pt x="33" y="5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1378162" y="3262922"/>
              <a:ext cx="3377" cy="103993"/>
            </a:xfrm>
            <a:custGeom>
              <a:rect b="b" l="l" r="r" t="t"/>
              <a:pathLst>
                <a:path extrusionOk="0" h="1047" w="34">
                  <a:moveTo>
                    <a:pt x="17" y="0"/>
                  </a:moveTo>
                  <a:cubicBezTo>
                    <a:pt x="1" y="0"/>
                    <a:pt x="1" y="20"/>
                    <a:pt x="1" y="20"/>
                  </a:cubicBezTo>
                  <a:lnTo>
                    <a:pt x="1" y="238"/>
                  </a:lnTo>
                  <a:lnTo>
                    <a:pt x="1" y="877"/>
                  </a:lnTo>
                  <a:lnTo>
                    <a:pt x="1" y="978"/>
                  </a:lnTo>
                  <a:cubicBezTo>
                    <a:pt x="1" y="994"/>
                    <a:pt x="1" y="1010"/>
                    <a:pt x="17" y="1030"/>
                  </a:cubicBezTo>
                  <a:lnTo>
                    <a:pt x="17" y="1046"/>
                  </a:lnTo>
                  <a:cubicBezTo>
                    <a:pt x="33" y="1046"/>
                    <a:pt x="33" y="1046"/>
                    <a:pt x="33" y="1030"/>
                  </a:cubicBezTo>
                  <a:lnTo>
                    <a:pt x="33" y="978"/>
                  </a:lnTo>
                  <a:cubicBezTo>
                    <a:pt x="33" y="945"/>
                    <a:pt x="17" y="909"/>
                    <a:pt x="17" y="877"/>
                  </a:cubicBezTo>
                  <a:lnTo>
                    <a:pt x="17" y="238"/>
                  </a:lnTo>
                  <a:lnTo>
                    <a:pt x="17" y="20"/>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1033505" y="3716241"/>
              <a:ext cx="5364" cy="18176"/>
            </a:xfrm>
            <a:custGeom>
              <a:rect b="b" l="l" r="r" t="t"/>
              <a:pathLst>
                <a:path extrusionOk="0" h="183" w="54">
                  <a:moveTo>
                    <a:pt x="21" y="1"/>
                  </a:moveTo>
                  <a:cubicBezTo>
                    <a:pt x="1" y="1"/>
                    <a:pt x="1" y="1"/>
                    <a:pt x="1" y="17"/>
                  </a:cubicBezTo>
                  <a:lnTo>
                    <a:pt x="37" y="166"/>
                  </a:lnTo>
                  <a:cubicBezTo>
                    <a:pt x="37" y="183"/>
                    <a:pt x="37" y="183"/>
                    <a:pt x="53" y="183"/>
                  </a:cubicBezTo>
                  <a:lnTo>
                    <a:pt x="53" y="166"/>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1735732" y="2925415"/>
              <a:ext cx="174216" cy="304232"/>
            </a:xfrm>
            <a:custGeom>
              <a:rect b="b" l="l" r="r" t="t"/>
              <a:pathLst>
                <a:path extrusionOk="0" h="3063" w="1754">
                  <a:moveTo>
                    <a:pt x="69" y="1"/>
                  </a:moveTo>
                  <a:cubicBezTo>
                    <a:pt x="37" y="33"/>
                    <a:pt x="37" y="65"/>
                    <a:pt x="37" y="102"/>
                  </a:cubicBezTo>
                  <a:lnTo>
                    <a:pt x="37" y="118"/>
                  </a:lnTo>
                  <a:cubicBezTo>
                    <a:pt x="37" y="186"/>
                    <a:pt x="53" y="251"/>
                    <a:pt x="53" y="320"/>
                  </a:cubicBezTo>
                  <a:cubicBezTo>
                    <a:pt x="53" y="469"/>
                    <a:pt x="69" y="639"/>
                    <a:pt x="37" y="772"/>
                  </a:cubicBezTo>
                  <a:cubicBezTo>
                    <a:pt x="0" y="994"/>
                    <a:pt x="101" y="1112"/>
                    <a:pt x="202" y="1229"/>
                  </a:cubicBezTo>
                  <a:lnTo>
                    <a:pt x="222" y="1245"/>
                  </a:lnTo>
                  <a:cubicBezTo>
                    <a:pt x="404" y="1447"/>
                    <a:pt x="574" y="1649"/>
                    <a:pt x="760" y="1851"/>
                  </a:cubicBezTo>
                  <a:cubicBezTo>
                    <a:pt x="861" y="1984"/>
                    <a:pt x="978" y="2121"/>
                    <a:pt x="1079" y="2255"/>
                  </a:cubicBezTo>
                  <a:cubicBezTo>
                    <a:pt x="1281" y="2473"/>
                    <a:pt x="1467" y="2691"/>
                    <a:pt x="1652" y="2893"/>
                  </a:cubicBezTo>
                  <a:cubicBezTo>
                    <a:pt x="1685" y="2929"/>
                    <a:pt x="1685" y="2962"/>
                    <a:pt x="1701" y="2994"/>
                  </a:cubicBezTo>
                  <a:cubicBezTo>
                    <a:pt x="1701" y="3014"/>
                    <a:pt x="1717" y="3047"/>
                    <a:pt x="1717" y="3063"/>
                  </a:cubicBezTo>
                  <a:lnTo>
                    <a:pt x="1737" y="3063"/>
                  </a:lnTo>
                  <a:cubicBezTo>
                    <a:pt x="1737" y="3063"/>
                    <a:pt x="1753" y="3063"/>
                    <a:pt x="1753" y="3047"/>
                  </a:cubicBezTo>
                  <a:cubicBezTo>
                    <a:pt x="1737" y="3030"/>
                    <a:pt x="1737" y="3014"/>
                    <a:pt x="1717" y="2994"/>
                  </a:cubicBezTo>
                  <a:cubicBezTo>
                    <a:pt x="1717" y="2962"/>
                    <a:pt x="1701" y="2913"/>
                    <a:pt x="1669" y="2877"/>
                  </a:cubicBezTo>
                  <a:cubicBezTo>
                    <a:pt x="1483" y="2675"/>
                    <a:pt x="1297" y="2457"/>
                    <a:pt x="1111" y="2239"/>
                  </a:cubicBezTo>
                  <a:cubicBezTo>
                    <a:pt x="994" y="2105"/>
                    <a:pt x="877" y="1968"/>
                    <a:pt x="776" y="1835"/>
                  </a:cubicBezTo>
                  <a:cubicBezTo>
                    <a:pt x="590" y="1633"/>
                    <a:pt x="424" y="1431"/>
                    <a:pt x="239" y="1229"/>
                  </a:cubicBezTo>
                  <a:lnTo>
                    <a:pt x="222" y="1213"/>
                  </a:lnTo>
                  <a:cubicBezTo>
                    <a:pt x="121" y="1075"/>
                    <a:pt x="37" y="974"/>
                    <a:pt x="69" y="792"/>
                  </a:cubicBezTo>
                  <a:cubicBezTo>
                    <a:pt x="85" y="639"/>
                    <a:pt x="85" y="469"/>
                    <a:pt x="69" y="320"/>
                  </a:cubicBezTo>
                  <a:lnTo>
                    <a:pt x="69" y="118"/>
                  </a:lnTo>
                  <a:lnTo>
                    <a:pt x="69" y="102"/>
                  </a:lnTo>
                  <a:cubicBezTo>
                    <a:pt x="69" y="65"/>
                    <a:pt x="69"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1189246" y="1405544"/>
              <a:ext cx="4867" cy="78765"/>
            </a:xfrm>
            <a:custGeom>
              <a:rect b="b" l="l" r="r" t="t"/>
              <a:pathLst>
                <a:path extrusionOk="0" h="793" w="49">
                  <a:moveTo>
                    <a:pt x="0" y="0"/>
                  </a:moveTo>
                  <a:lnTo>
                    <a:pt x="0" y="17"/>
                  </a:lnTo>
                  <a:cubicBezTo>
                    <a:pt x="16" y="154"/>
                    <a:pt x="16" y="271"/>
                    <a:pt x="0" y="404"/>
                  </a:cubicBezTo>
                  <a:lnTo>
                    <a:pt x="0" y="622"/>
                  </a:lnTo>
                  <a:lnTo>
                    <a:pt x="0" y="675"/>
                  </a:lnTo>
                  <a:cubicBezTo>
                    <a:pt x="0" y="707"/>
                    <a:pt x="0" y="744"/>
                    <a:pt x="16" y="776"/>
                  </a:cubicBezTo>
                  <a:lnTo>
                    <a:pt x="33" y="792"/>
                  </a:lnTo>
                  <a:cubicBezTo>
                    <a:pt x="49" y="792"/>
                    <a:pt x="49" y="776"/>
                    <a:pt x="49" y="776"/>
                  </a:cubicBezTo>
                  <a:cubicBezTo>
                    <a:pt x="33" y="744"/>
                    <a:pt x="33" y="707"/>
                    <a:pt x="33" y="675"/>
                  </a:cubicBezTo>
                  <a:lnTo>
                    <a:pt x="33" y="622"/>
                  </a:lnTo>
                  <a:lnTo>
                    <a:pt x="33" y="404"/>
                  </a:lnTo>
                  <a:cubicBezTo>
                    <a:pt x="33" y="271"/>
                    <a:pt x="33" y="154"/>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2165412" y="2572712"/>
              <a:ext cx="5364" cy="26619"/>
            </a:xfrm>
            <a:custGeom>
              <a:rect b="b" l="l" r="r" t="t"/>
              <a:pathLst>
                <a:path extrusionOk="0" h="268" w="54">
                  <a:moveTo>
                    <a:pt x="37" y="1"/>
                  </a:moveTo>
                  <a:cubicBezTo>
                    <a:pt x="1" y="49"/>
                    <a:pt x="17" y="82"/>
                    <a:pt x="17" y="134"/>
                  </a:cubicBezTo>
                  <a:cubicBezTo>
                    <a:pt x="17" y="166"/>
                    <a:pt x="17" y="219"/>
                    <a:pt x="1" y="251"/>
                  </a:cubicBezTo>
                  <a:lnTo>
                    <a:pt x="1" y="267"/>
                  </a:lnTo>
                  <a:lnTo>
                    <a:pt x="17" y="267"/>
                  </a:lnTo>
                  <a:cubicBezTo>
                    <a:pt x="53" y="219"/>
                    <a:pt x="37" y="166"/>
                    <a:pt x="37" y="134"/>
                  </a:cubicBezTo>
                  <a:cubicBezTo>
                    <a:pt x="37" y="82"/>
                    <a:pt x="37" y="49"/>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1409946" y="3055829"/>
              <a:ext cx="4867" cy="21752"/>
            </a:xfrm>
            <a:custGeom>
              <a:rect b="b" l="l" r="r" t="t"/>
              <a:pathLst>
                <a:path extrusionOk="0" h="219" w="49">
                  <a:moveTo>
                    <a:pt x="16" y="1"/>
                  </a:moveTo>
                  <a:cubicBezTo>
                    <a:pt x="0" y="1"/>
                    <a:pt x="0" y="1"/>
                    <a:pt x="0" y="17"/>
                  </a:cubicBezTo>
                  <a:cubicBezTo>
                    <a:pt x="16" y="65"/>
                    <a:pt x="32" y="134"/>
                    <a:pt x="0" y="203"/>
                  </a:cubicBezTo>
                  <a:cubicBezTo>
                    <a:pt x="0" y="219"/>
                    <a:pt x="0" y="219"/>
                    <a:pt x="16" y="219"/>
                  </a:cubicBezTo>
                  <a:lnTo>
                    <a:pt x="32" y="219"/>
                  </a:lnTo>
                  <a:cubicBezTo>
                    <a:pt x="49" y="150"/>
                    <a:pt x="32" y="65"/>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1737719" y="3080760"/>
              <a:ext cx="150577" cy="259238"/>
            </a:xfrm>
            <a:custGeom>
              <a:rect b="b" l="l" r="r" t="t"/>
              <a:pathLst>
                <a:path extrusionOk="0" h="2610" w="1516">
                  <a:moveTo>
                    <a:pt x="49" y="0"/>
                  </a:moveTo>
                  <a:cubicBezTo>
                    <a:pt x="33" y="0"/>
                    <a:pt x="33" y="0"/>
                    <a:pt x="33" y="16"/>
                  </a:cubicBezTo>
                  <a:cubicBezTo>
                    <a:pt x="17" y="117"/>
                    <a:pt x="0" y="202"/>
                    <a:pt x="101" y="319"/>
                  </a:cubicBezTo>
                  <a:cubicBezTo>
                    <a:pt x="384" y="606"/>
                    <a:pt x="639" y="925"/>
                    <a:pt x="909" y="1228"/>
                  </a:cubicBezTo>
                  <a:cubicBezTo>
                    <a:pt x="1010" y="1349"/>
                    <a:pt x="1111" y="1466"/>
                    <a:pt x="1192" y="1584"/>
                  </a:cubicBezTo>
                  <a:cubicBezTo>
                    <a:pt x="1229" y="1600"/>
                    <a:pt x="1245" y="1632"/>
                    <a:pt x="1277" y="1668"/>
                  </a:cubicBezTo>
                  <a:cubicBezTo>
                    <a:pt x="1330" y="1733"/>
                    <a:pt x="1394" y="1802"/>
                    <a:pt x="1463" y="1870"/>
                  </a:cubicBezTo>
                  <a:cubicBezTo>
                    <a:pt x="1495" y="1903"/>
                    <a:pt x="1495" y="1935"/>
                    <a:pt x="1479" y="1971"/>
                  </a:cubicBezTo>
                  <a:lnTo>
                    <a:pt x="1479" y="2339"/>
                  </a:lnTo>
                  <a:lnTo>
                    <a:pt x="1479" y="2440"/>
                  </a:lnTo>
                  <a:lnTo>
                    <a:pt x="1479" y="2460"/>
                  </a:lnTo>
                  <a:cubicBezTo>
                    <a:pt x="1479" y="2509"/>
                    <a:pt x="1479" y="2541"/>
                    <a:pt x="1463" y="2593"/>
                  </a:cubicBezTo>
                  <a:cubicBezTo>
                    <a:pt x="1447" y="2593"/>
                    <a:pt x="1463" y="2610"/>
                    <a:pt x="1463" y="2610"/>
                  </a:cubicBezTo>
                  <a:lnTo>
                    <a:pt x="1479" y="2610"/>
                  </a:lnTo>
                  <a:cubicBezTo>
                    <a:pt x="1515" y="2561"/>
                    <a:pt x="1515" y="2509"/>
                    <a:pt x="1515" y="2460"/>
                  </a:cubicBezTo>
                  <a:lnTo>
                    <a:pt x="1515" y="2440"/>
                  </a:lnTo>
                  <a:lnTo>
                    <a:pt x="1515" y="2339"/>
                  </a:lnTo>
                  <a:lnTo>
                    <a:pt x="1515" y="1971"/>
                  </a:lnTo>
                  <a:cubicBezTo>
                    <a:pt x="1515" y="1935"/>
                    <a:pt x="1515" y="1903"/>
                    <a:pt x="1479" y="1854"/>
                  </a:cubicBezTo>
                  <a:cubicBezTo>
                    <a:pt x="1414" y="1786"/>
                    <a:pt x="1346" y="1717"/>
                    <a:pt x="1293" y="1652"/>
                  </a:cubicBezTo>
                  <a:cubicBezTo>
                    <a:pt x="1261" y="1616"/>
                    <a:pt x="1245" y="1584"/>
                    <a:pt x="1229" y="1567"/>
                  </a:cubicBezTo>
                  <a:cubicBezTo>
                    <a:pt x="1128" y="1450"/>
                    <a:pt x="1027" y="1329"/>
                    <a:pt x="926" y="1212"/>
                  </a:cubicBezTo>
                  <a:cubicBezTo>
                    <a:pt x="671" y="909"/>
                    <a:pt x="404" y="590"/>
                    <a:pt x="118" y="303"/>
                  </a:cubicBezTo>
                  <a:cubicBezTo>
                    <a:pt x="33" y="202"/>
                    <a:pt x="33" y="117"/>
                    <a:pt x="49" y="16"/>
                  </a:cubicBezTo>
                  <a:cubicBezTo>
                    <a:pt x="65" y="16"/>
                    <a:pt x="4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1409946" y="2905352"/>
              <a:ext cx="91975" cy="187128"/>
            </a:xfrm>
            <a:custGeom>
              <a:rect b="b" l="l" r="r" t="t"/>
              <a:pathLst>
                <a:path extrusionOk="0" h="1884" w="926">
                  <a:moveTo>
                    <a:pt x="32" y="1"/>
                  </a:moveTo>
                  <a:lnTo>
                    <a:pt x="32" y="17"/>
                  </a:lnTo>
                  <a:cubicBezTo>
                    <a:pt x="0" y="336"/>
                    <a:pt x="0" y="639"/>
                    <a:pt x="32" y="942"/>
                  </a:cubicBezTo>
                  <a:lnTo>
                    <a:pt x="32" y="958"/>
                  </a:lnTo>
                  <a:cubicBezTo>
                    <a:pt x="32" y="994"/>
                    <a:pt x="32" y="1027"/>
                    <a:pt x="69" y="1043"/>
                  </a:cubicBezTo>
                  <a:cubicBezTo>
                    <a:pt x="251" y="1144"/>
                    <a:pt x="388" y="1297"/>
                    <a:pt x="521" y="1447"/>
                  </a:cubicBezTo>
                  <a:cubicBezTo>
                    <a:pt x="590" y="1532"/>
                    <a:pt x="675" y="1617"/>
                    <a:pt x="755" y="1701"/>
                  </a:cubicBezTo>
                  <a:cubicBezTo>
                    <a:pt x="776" y="1701"/>
                    <a:pt x="776" y="1718"/>
                    <a:pt x="792" y="1718"/>
                  </a:cubicBezTo>
                  <a:cubicBezTo>
                    <a:pt x="840" y="1766"/>
                    <a:pt x="893" y="1802"/>
                    <a:pt x="893" y="1883"/>
                  </a:cubicBezTo>
                  <a:lnTo>
                    <a:pt x="909" y="1883"/>
                  </a:lnTo>
                  <a:cubicBezTo>
                    <a:pt x="909" y="1883"/>
                    <a:pt x="925" y="1883"/>
                    <a:pt x="925" y="1867"/>
                  </a:cubicBezTo>
                  <a:cubicBezTo>
                    <a:pt x="909" y="1802"/>
                    <a:pt x="856" y="1750"/>
                    <a:pt x="808" y="1701"/>
                  </a:cubicBezTo>
                  <a:cubicBezTo>
                    <a:pt x="792" y="1701"/>
                    <a:pt x="792" y="1681"/>
                    <a:pt x="776" y="1681"/>
                  </a:cubicBezTo>
                  <a:cubicBezTo>
                    <a:pt x="691" y="1600"/>
                    <a:pt x="606" y="1516"/>
                    <a:pt x="537" y="1431"/>
                  </a:cubicBezTo>
                  <a:cubicBezTo>
                    <a:pt x="404" y="1277"/>
                    <a:pt x="271" y="1112"/>
                    <a:pt x="69" y="1011"/>
                  </a:cubicBezTo>
                  <a:cubicBezTo>
                    <a:pt x="49" y="1011"/>
                    <a:pt x="49" y="994"/>
                    <a:pt x="49" y="958"/>
                  </a:cubicBezTo>
                  <a:lnTo>
                    <a:pt x="49" y="942"/>
                  </a:lnTo>
                  <a:cubicBezTo>
                    <a:pt x="32" y="639"/>
                    <a:pt x="32" y="336"/>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1256191" y="1192691"/>
              <a:ext cx="237287" cy="121077"/>
            </a:xfrm>
            <a:custGeom>
              <a:rect b="b" l="l" r="r" t="t"/>
              <a:pathLst>
                <a:path extrusionOk="0" h="1219" w="2389">
                  <a:moveTo>
                    <a:pt x="1589" y="0"/>
                  </a:moveTo>
                  <a:cubicBezTo>
                    <a:pt x="1547" y="0"/>
                    <a:pt x="1502" y="15"/>
                    <a:pt x="1463" y="39"/>
                  </a:cubicBezTo>
                  <a:lnTo>
                    <a:pt x="1144" y="241"/>
                  </a:lnTo>
                  <a:cubicBezTo>
                    <a:pt x="789" y="443"/>
                    <a:pt x="437" y="665"/>
                    <a:pt x="102" y="867"/>
                  </a:cubicBezTo>
                  <a:cubicBezTo>
                    <a:pt x="49" y="899"/>
                    <a:pt x="17" y="931"/>
                    <a:pt x="17" y="984"/>
                  </a:cubicBezTo>
                  <a:cubicBezTo>
                    <a:pt x="1" y="1000"/>
                    <a:pt x="17" y="1000"/>
                    <a:pt x="17" y="1000"/>
                  </a:cubicBezTo>
                  <a:lnTo>
                    <a:pt x="33" y="1000"/>
                  </a:lnTo>
                  <a:cubicBezTo>
                    <a:pt x="49" y="948"/>
                    <a:pt x="65" y="915"/>
                    <a:pt x="102" y="899"/>
                  </a:cubicBezTo>
                  <a:cubicBezTo>
                    <a:pt x="453" y="681"/>
                    <a:pt x="809" y="479"/>
                    <a:pt x="1160" y="261"/>
                  </a:cubicBezTo>
                  <a:lnTo>
                    <a:pt x="1479" y="75"/>
                  </a:lnTo>
                  <a:cubicBezTo>
                    <a:pt x="1518" y="48"/>
                    <a:pt x="1555" y="32"/>
                    <a:pt x="1586" y="32"/>
                  </a:cubicBezTo>
                  <a:cubicBezTo>
                    <a:pt x="1597" y="32"/>
                    <a:pt x="1607" y="34"/>
                    <a:pt x="1617" y="39"/>
                  </a:cubicBezTo>
                  <a:cubicBezTo>
                    <a:pt x="1665" y="39"/>
                    <a:pt x="1698" y="75"/>
                    <a:pt x="1734" y="124"/>
                  </a:cubicBezTo>
                  <a:cubicBezTo>
                    <a:pt x="1766" y="208"/>
                    <a:pt x="1819" y="293"/>
                    <a:pt x="1867" y="378"/>
                  </a:cubicBezTo>
                  <a:cubicBezTo>
                    <a:pt x="1952" y="544"/>
                    <a:pt x="2053" y="697"/>
                    <a:pt x="2154" y="867"/>
                  </a:cubicBezTo>
                  <a:cubicBezTo>
                    <a:pt x="2170" y="899"/>
                    <a:pt x="2186" y="931"/>
                    <a:pt x="2202" y="968"/>
                  </a:cubicBezTo>
                  <a:cubicBezTo>
                    <a:pt x="2239" y="1069"/>
                    <a:pt x="2287" y="1150"/>
                    <a:pt x="2372" y="1218"/>
                  </a:cubicBezTo>
                  <a:lnTo>
                    <a:pt x="2388" y="1218"/>
                  </a:lnTo>
                  <a:lnTo>
                    <a:pt x="2388" y="1202"/>
                  </a:lnTo>
                  <a:cubicBezTo>
                    <a:pt x="2303" y="1133"/>
                    <a:pt x="2271" y="1049"/>
                    <a:pt x="2223" y="968"/>
                  </a:cubicBezTo>
                  <a:cubicBezTo>
                    <a:pt x="2202" y="915"/>
                    <a:pt x="2186" y="883"/>
                    <a:pt x="2170" y="847"/>
                  </a:cubicBezTo>
                  <a:cubicBezTo>
                    <a:pt x="2069" y="681"/>
                    <a:pt x="1984" y="528"/>
                    <a:pt x="1883" y="362"/>
                  </a:cubicBezTo>
                  <a:cubicBezTo>
                    <a:pt x="1851" y="277"/>
                    <a:pt x="1799" y="208"/>
                    <a:pt x="1750" y="124"/>
                  </a:cubicBezTo>
                  <a:cubicBezTo>
                    <a:pt x="1718" y="59"/>
                    <a:pt x="1665" y="23"/>
                    <a:pt x="1633" y="6"/>
                  </a:cubicBezTo>
                  <a:cubicBezTo>
                    <a:pt x="1619" y="2"/>
                    <a:pt x="1604" y="0"/>
                    <a:pt x="1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928419" y="3577484"/>
              <a:ext cx="4867" cy="100418"/>
            </a:xfrm>
            <a:custGeom>
              <a:rect b="b" l="l" r="r" t="t"/>
              <a:pathLst>
                <a:path extrusionOk="0" h="1011" w="49">
                  <a:moveTo>
                    <a:pt x="0" y="0"/>
                  </a:moveTo>
                  <a:lnTo>
                    <a:pt x="0" y="16"/>
                  </a:lnTo>
                  <a:cubicBezTo>
                    <a:pt x="17" y="133"/>
                    <a:pt x="17" y="251"/>
                    <a:pt x="17" y="352"/>
                  </a:cubicBezTo>
                  <a:lnTo>
                    <a:pt x="17" y="521"/>
                  </a:lnTo>
                  <a:lnTo>
                    <a:pt x="17" y="857"/>
                  </a:lnTo>
                  <a:lnTo>
                    <a:pt x="17" y="1010"/>
                  </a:lnTo>
                  <a:lnTo>
                    <a:pt x="33" y="1010"/>
                  </a:lnTo>
                  <a:lnTo>
                    <a:pt x="33" y="857"/>
                  </a:lnTo>
                  <a:lnTo>
                    <a:pt x="33" y="521"/>
                  </a:lnTo>
                  <a:lnTo>
                    <a:pt x="33" y="352"/>
                  </a:lnTo>
                  <a:cubicBezTo>
                    <a:pt x="33" y="234"/>
                    <a:pt x="49" y="133"/>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670770" y="1450836"/>
              <a:ext cx="145809" cy="192293"/>
            </a:xfrm>
            <a:custGeom>
              <a:rect b="b" l="l" r="r" t="t"/>
              <a:pathLst>
                <a:path extrusionOk="0" h="1936" w="1468">
                  <a:moveTo>
                    <a:pt x="1431" y="1"/>
                  </a:moveTo>
                  <a:cubicBezTo>
                    <a:pt x="1415" y="1"/>
                    <a:pt x="1415" y="1"/>
                    <a:pt x="1415" y="17"/>
                  </a:cubicBezTo>
                  <a:lnTo>
                    <a:pt x="1415" y="267"/>
                  </a:lnTo>
                  <a:cubicBezTo>
                    <a:pt x="1431" y="506"/>
                    <a:pt x="1431" y="756"/>
                    <a:pt x="1451" y="995"/>
                  </a:cubicBezTo>
                  <a:cubicBezTo>
                    <a:pt x="1451" y="1043"/>
                    <a:pt x="1415" y="1059"/>
                    <a:pt x="1383" y="1096"/>
                  </a:cubicBezTo>
                  <a:lnTo>
                    <a:pt x="1366" y="1096"/>
                  </a:lnTo>
                  <a:cubicBezTo>
                    <a:pt x="1181" y="1197"/>
                    <a:pt x="995" y="1314"/>
                    <a:pt x="809" y="1431"/>
                  </a:cubicBezTo>
                  <a:cubicBezTo>
                    <a:pt x="558" y="1580"/>
                    <a:pt x="288" y="1750"/>
                    <a:pt x="37" y="1883"/>
                  </a:cubicBezTo>
                  <a:cubicBezTo>
                    <a:pt x="17" y="1904"/>
                    <a:pt x="17" y="1904"/>
                    <a:pt x="17" y="1920"/>
                  </a:cubicBezTo>
                  <a:cubicBezTo>
                    <a:pt x="1" y="1936"/>
                    <a:pt x="17" y="1936"/>
                    <a:pt x="17" y="1936"/>
                  </a:cubicBezTo>
                  <a:lnTo>
                    <a:pt x="37" y="1936"/>
                  </a:lnTo>
                  <a:lnTo>
                    <a:pt x="37" y="1920"/>
                  </a:lnTo>
                  <a:lnTo>
                    <a:pt x="54" y="1920"/>
                  </a:lnTo>
                  <a:cubicBezTo>
                    <a:pt x="304" y="1766"/>
                    <a:pt x="575" y="1617"/>
                    <a:pt x="825" y="1447"/>
                  </a:cubicBezTo>
                  <a:cubicBezTo>
                    <a:pt x="995" y="1346"/>
                    <a:pt x="1197" y="1229"/>
                    <a:pt x="1383" y="1112"/>
                  </a:cubicBezTo>
                  <a:cubicBezTo>
                    <a:pt x="1431" y="1096"/>
                    <a:pt x="1467" y="1059"/>
                    <a:pt x="1467" y="995"/>
                  </a:cubicBezTo>
                  <a:cubicBezTo>
                    <a:pt x="1467" y="756"/>
                    <a:pt x="1451" y="506"/>
                    <a:pt x="1451" y="267"/>
                  </a:cubicBezTo>
                  <a:lnTo>
                    <a:pt x="1451" y="17"/>
                  </a:lnTo>
                  <a:cubicBezTo>
                    <a:pt x="1451" y="1"/>
                    <a:pt x="1431" y="1"/>
                    <a:pt x="1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1338035" y="1870584"/>
              <a:ext cx="6555" cy="103596"/>
            </a:xfrm>
            <a:custGeom>
              <a:rect b="b" l="l" r="r" t="t"/>
              <a:pathLst>
                <a:path extrusionOk="0" h="1043" w="66">
                  <a:moveTo>
                    <a:pt x="17" y="0"/>
                  </a:moveTo>
                  <a:lnTo>
                    <a:pt x="1" y="17"/>
                  </a:lnTo>
                  <a:cubicBezTo>
                    <a:pt x="33" y="182"/>
                    <a:pt x="17" y="336"/>
                    <a:pt x="17" y="505"/>
                  </a:cubicBezTo>
                  <a:lnTo>
                    <a:pt x="17" y="808"/>
                  </a:lnTo>
                  <a:lnTo>
                    <a:pt x="17" y="873"/>
                  </a:lnTo>
                  <a:cubicBezTo>
                    <a:pt x="17" y="925"/>
                    <a:pt x="17" y="974"/>
                    <a:pt x="49" y="1043"/>
                  </a:cubicBezTo>
                  <a:lnTo>
                    <a:pt x="66" y="1043"/>
                  </a:lnTo>
                  <a:lnTo>
                    <a:pt x="66" y="1026"/>
                  </a:lnTo>
                  <a:cubicBezTo>
                    <a:pt x="33" y="974"/>
                    <a:pt x="49" y="925"/>
                    <a:pt x="49" y="873"/>
                  </a:cubicBezTo>
                  <a:lnTo>
                    <a:pt x="49" y="808"/>
                  </a:lnTo>
                  <a:lnTo>
                    <a:pt x="49" y="505"/>
                  </a:lnTo>
                  <a:cubicBezTo>
                    <a:pt x="49" y="336"/>
                    <a:pt x="49" y="166"/>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1643857" y="3318246"/>
              <a:ext cx="6853" cy="78765"/>
            </a:xfrm>
            <a:custGeom>
              <a:rect b="b" l="l" r="r" t="t"/>
              <a:pathLst>
                <a:path extrusionOk="0" h="793" w="69">
                  <a:moveTo>
                    <a:pt x="53" y="1"/>
                  </a:moveTo>
                  <a:cubicBezTo>
                    <a:pt x="53" y="1"/>
                    <a:pt x="37" y="1"/>
                    <a:pt x="37" y="17"/>
                  </a:cubicBezTo>
                  <a:cubicBezTo>
                    <a:pt x="16" y="134"/>
                    <a:pt x="16" y="271"/>
                    <a:pt x="16" y="388"/>
                  </a:cubicBezTo>
                  <a:lnTo>
                    <a:pt x="16" y="623"/>
                  </a:lnTo>
                  <a:lnTo>
                    <a:pt x="16" y="675"/>
                  </a:lnTo>
                  <a:cubicBezTo>
                    <a:pt x="16" y="707"/>
                    <a:pt x="37" y="740"/>
                    <a:pt x="16" y="776"/>
                  </a:cubicBezTo>
                  <a:cubicBezTo>
                    <a:pt x="0" y="776"/>
                    <a:pt x="0" y="776"/>
                    <a:pt x="16" y="792"/>
                  </a:cubicBezTo>
                  <a:lnTo>
                    <a:pt x="37" y="776"/>
                  </a:lnTo>
                  <a:cubicBezTo>
                    <a:pt x="53" y="740"/>
                    <a:pt x="53" y="707"/>
                    <a:pt x="53" y="675"/>
                  </a:cubicBezTo>
                  <a:lnTo>
                    <a:pt x="53" y="623"/>
                  </a:lnTo>
                  <a:lnTo>
                    <a:pt x="53" y="388"/>
                  </a:lnTo>
                  <a:cubicBezTo>
                    <a:pt x="53" y="27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2081979" y="2505767"/>
              <a:ext cx="105185" cy="199047"/>
            </a:xfrm>
            <a:custGeom>
              <a:rect b="b" l="l" r="r" t="t"/>
              <a:pathLst>
                <a:path extrusionOk="0" h="2004" w="1059">
                  <a:moveTo>
                    <a:pt x="17" y="0"/>
                  </a:moveTo>
                  <a:cubicBezTo>
                    <a:pt x="17" y="0"/>
                    <a:pt x="1" y="0"/>
                    <a:pt x="1" y="16"/>
                  </a:cubicBezTo>
                  <a:cubicBezTo>
                    <a:pt x="1" y="133"/>
                    <a:pt x="69" y="218"/>
                    <a:pt x="118" y="303"/>
                  </a:cubicBezTo>
                  <a:cubicBezTo>
                    <a:pt x="150" y="335"/>
                    <a:pt x="170" y="372"/>
                    <a:pt x="202" y="404"/>
                  </a:cubicBezTo>
                  <a:cubicBezTo>
                    <a:pt x="372" y="707"/>
                    <a:pt x="554" y="994"/>
                    <a:pt x="724" y="1281"/>
                  </a:cubicBezTo>
                  <a:cubicBezTo>
                    <a:pt x="776" y="1345"/>
                    <a:pt x="825" y="1430"/>
                    <a:pt x="877" y="1499"/>
                  </a:cubicBezTo>
                  <a:cubicBezTo>
                    <a:pt x="893" y="1531"/>
                    <a:pt x="909" y="1547"/>
                    <a:pt x="909" y="1564"/>
                  </a:cubicBezTo>
                  <a:cubicBezTo>
                    <a:pt x="978" y="1648"/>
                    <a:pt x="1027" y="1733"/>
                    <a:pt x="1010" y="1850"/>
                  </a:cubicBezTo>
                  <a:lnTo>
                    <a:pt x="1010" y="1866"/>
                  </a:lnTo>
                  <a:cubicBezTo>
                    <a:pt x="1010" y="1903"/>
                    <a:pt x="1010" y="1951"/>
                    <a:pt x="994" y="1988"/>
                  </a:cubicBezTo>
                  <a:lnTo>
                    <a:pt x="994" y="2004"/>
                  </a:lnTo>
                  <a:lnTo>
                    <a:pt x="1010" y="2004"/>
                  </a:lnTo>
                  <a:lnTo>
                    <a:pt x="1010" y="1988"/>
                  </a:lnTo>
                  <a:cubicBezTo>
                    <a:pt x="1027" y="1951"/>
                    <a:pt x="1043" y="1903"/>
                    <a:pt x="1043" y="1866"/>
                  </a:cubicBezTo>
                  <a:lnTo>
                    <a:pt x="1043" y="1850"/>
                  </a:lnTo>
                  <a:cubicBezTo>
                    <a:pt x="1059" y="1733"/>
                    <a:pt x="994" y="1632"/>
                    <a:pt x="942" y="1547"/>
                  </a:cubicBezTo>
                  <a:cubicBezTo>
                    <a:pt x="926" y="1531"/>
                    <a:pt x="909" y="1515"/>
                    <a:pt x="893" y="1483"/>
                  </a:cubicBezTo>
                  <a:cubicBezTo>
                    <a:pt x="841" y="1414"/>
                    <a:pt x="808" y="1345"/>
                    <a:pt x="756" y="1261"/>
                  </a:cubicBezTo>
                  <a:cubicBezTo>
                    <a:pt x="574" y="978"/>
                    <a:pt x="388" y="691"/>
                    <a:pt x="219" y="388"/>
                  </a:cubicBezTo>
                  <a:cubicBezTo>
                    <a:pt x="202" y="352"/>
                    <a:pt x="170" y="319"/>
                    <a:pt x="150" y="287"/>
                  </a:cubicBezTo>
                  <a:cubicBezTo>
                    <a:pt x="85" y="202"/>
                    <a:pt x="17" y="117"/>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1672363" y="3189421"/>
              <a:ext cx="5264" cy="13409"/>
            </a:xfrm>
            <a:custGeom>
              <a:rect b="b" l="l" r="r" t="t"/>
              <a:pathLst>
                <a:path extrusionOk="0" h="135" w="53">
                  <a:moveTo>
                    <a:pt x="16" y="1"/>
                  </a:moveTo>
                  <a:cubicBezTo>
                    <a:pt x="0" y="33"/>
                    <a:pt x="0" y="69"/>
                    <a:pt x="0" y="86"/>
                  </a:cubicBezTo>
                  <a:lnTo>
                    <a:pt x="0" y="118"/>
                  </a:lnTo>
                  <a:cubicBezTo>
                    <a:pt x="0" y="134"/>
                    <a:pt x="16" y="134"/>
                    <a:pt x="16" y="134"/>
                  </a:cubicBezTo>
                  <a:lnTo>
                    <a:pt x="32" y="134"/>
                  </a:lnTo>
                  <a:lnTo>
                    <a:pt x="32" y="86"/>
                  </a:lnTo>
                  <a:cubicBezTo>
                    <a:pt x="32" y="69"/>
                    <a:pt x="32" y="33"/>
                    <a:pt x="53"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1409946" y="3590694"/>
              <a:ext cx="4867" cy="143723"/>
            </a:xfrm>
            <a:custGeom>
              <a:rect b="b" l="l" r="r" t="t"/>
              <a:pathLst>
                <a:path extrusionOk="0" h="1447" w="49">
                  <a:moveTo>
                    <a:pt x="16" y="0"/>
                  </a:moveTo>
                  <a:cubicBezTo>
                    <a:pt x="0" y="0"/>
                    <a:pt x="0" y="17"/>
                    <a:pt x="0" y="17"/>
                  </a:cubicBezTo>
                  <a:lnTo>
                    <a:pt x="0" y="271"/>
                  </a:lnTo>
                  <a:cubicBezTo>
                    <a:pt x="16" y="457"/>
                    <a:pt x="16" y="659"/>
                    <a:pt x="16" y="861"/>
                  </a:cubicBezTo>
                  <a:lnTo>
                    <a:pt x="16" y="1027"/>
                  </a:lnTo>
                  <a:cubicBezTo>
                    <a:pt x="16" y="1164"/>
                    <a:pt x="16" y="1297"/>
                    <a:pt x="0" y="1430"/>
                  </a:cubicBezTo>
                  <a:cubicBezTo>
                    <a:pt x="0" y="1447"/>
                    <a:pt x="0" y="1447"/>
                    <a:pt x="16" y="1447"/>
                  </a:cubicBezTo>
                  <a:cubicBezTo>
                    <a:pt x="16" y="1447"/>
                    <a:pt x="32" y="1447"/>
                    <a:pt x="32" y="1430"/>
                  </a:cubicBezTo>
                  <a:cubicBezTo>
                    <a:pt x="49" y="1297"/>
                    <a:pt x="49" y="1164"/>
                    <a:pt x="32" y="1027"/>
                  </a:cubicBezTo>
                  <a:lnTo>
                    <a:pt x="32" y="861"/>
                  </a:lnTo>
                  <a:lnTo>
                    <a:pt x="32" y="271"/>
                  </a:lnTo>
                  <a:lnTo>
                    <a:pt x="32" y="17"/>
                  </a:ln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1739308" y="2616117"/>
              <a:ext cx="148988" cy="277713"/>
            </a:xfrm>
            <a:custGeom>
              <a:rect b="b" l="l" r="r" t="t"/>
              <a:pathLst>
                <a:path extrusionOk="0" h="2796" w="1500">
                  <a:moveTo>
                    <a:pt x="49" y="0"/>
                  </a:moveTo>
                  <a:cubicBezTo>
                    <a:pt x="17" y="49"/>
                    <a:pt x="1" y="101"/>
                    <a:pt x="1" y="170"/>
                  </a:cubicBezTo>
                  <a:cubicBezTo>
                    <a:pt x="1" y="218"/>
                    <a:pt x="17" y="271"/>
                    <a:pt x="65" y="287"/>
                  </a:cubicBezTo>
                  <a:cubicBezTo>
                    <a:pt x="150" y="372"/>
                    <a:pt x="235" y="473"/>
                    <a:pt x="304" y="574"/>
                  </a:cubicBezTo>
                  <a:cubicBezTo>
                    <a:pt x="336" y="622"/>
                    <a:pt x="368" y="675"/>
                    <a:pt x="405" y="723"/>
                  </a:cubicBezTo>
                  <a:cubicBezTo>
                    <a:pt x="554" y="909"/>
                    <a:pt x="691" y="1111"/>
                    <a:pt x="825" y="1297"/>
                  </a:cubicBezTo>
                  <a:cubicBezTo>
                    <a:pt x="926" y="1430"/>
                    <a:pt x="1043" y="1584"/>
                    <a:pt x="1144" y="1717"/>
                  </a:cubicBezTo>
                  <a:lnTo>
                    <a:pt x="1160" y="1733"/>
                  </a:lnTo>
                  <a:cubicBezTo>
                    <a:pt x="1463" y="2137"/>
                    <a:pt x="1463" y="2137"/>
                    <a:pt x="1463" y="2626"/>
                  </a:cubicBezTo>
                  <a:cubicBezTo>
                    <a:pt x="1463" y="2695"/>
                    <a:pt x="1447" y="2727"/>
                    <a:pt x="1431" y="2759"/>
                  </a:cubicBezTo>
                  <a:lnTo>
                    <a:pt x="1431" y="2796"/>
                  </a:lnTo>
                  <a:lnTo>
                    <a:pt x="1447" y="2796"/>
                  </a:lnTo>
                  <a:lnTo>
                    <a:pt x="1447" y="2775"/>
                  </a:lnTo>
                  <a:cubicBezTo>
                    <a:pt x="1479" y="2743"/>
                    <a:pt x="1499" y="2695"/>
                    <a:pt x="1499" y="2626"/>
                  </a:cubicBezTo>
                  <a:cubicBezTo>
                    <a:pt x="1499" y="2137"/>
                    <a:pt x="1499" y="2137"/>
                    <a:pt x="1176" y="1717"/>
                  </a:cubicBezTo>
                  <a:lnTo>
                    <a:pt x="1160" y="1701"/>
                  </a:lnTo>
                  <a:cubicBezTo>
                    <a:pt x="1059" y="1563"/>
                    <a:pt x="958" y="1414"/>
                    <a:pt x="857" y="1281"/>
                  </a:cubicBezTo>
                  <a:cubicBezTo>
                    <a:pt x="708" y="1095"/>
                    <a:pt x="570" y="893"/>
                    <a:pt x="421" y="707"/>
                  </a:cubicBezTo>
                  <a:cubicBezTo>
                    <a:pt x="388" y="655"/>
                    <a:pt x="352" y="606"/>
                    <a:pt x="320" y="554"/>
                  </a:cubicBezTo>
                  <a:cubicBezTo>
                    <a:pt x="251" y="453"/>
                    <a:pt x="186" y="352"/>
                    <a:pt x="85" y="271"/>
                  </a:cubicBezTo>
                  <a:cubicBezTo>
                    <a:pt x="49" y="251"/>
                    <a:pt x="33" y="202"/>
                    <a:pt x="17" y="170"/>
                  </a:cubicBezTo>
                  <a:cubicBezTo>
                    <a:pt x="17" y="101"/>
                    <a:pt x="33" y="49"/>
                    <a:pt x="65" y="16"/>
                  </a:cubicBezTo>
                  <a:lnTo>
                    <a:pt x="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669181" y="3266497"/>
              <a:ext cx="148988" cy="159019"/>
            </a:xfrm>
            <a:custGeom>
              <a:rect b="b" l="l" r="r" t="t"/>
              <a:pathLst>
                <a:path extrusionOk="0" h="1601" w="1500">
                  <a:moveTo>
                    <a:pt x="1483" y="0"/>
                  </a:moveTo>
                  <a:cubicBezTo>
                    <a:pt x="1330" y="33"/>
                    <a:pt x="1180" y="85"/>
                    <a:pt x="1027" y="150"/>
                  </a:cubicBezTo>
                  <a:cubicBezTo>
                    <a:pt x="962" y="166"/>
                    <a:pt x="894" y="186"/>
                    <a:pt x="825" y="219"/>
                  </a:cubicBezTo>
                  <a:cubicBezTo>
                    <a:pt x="639" y="287"/>
                    <a:pt x="437" y="352"/>
                    <a:pt x="235" y="421"/>
                  </a:cubicBezTo>
                  <a:lnTo>
                    <a:pt x="102" y="469"/>
                  </a:lnTo>
                  <a:cubicBezTo>
                    <a:pt x="53" y="489"/>
                    <a:pt x="1" y="522"/>
                    <a:pt x="1" y="622"/>
                  </a:cubicBezTo>
                  <a:lnTo>
                    <a:pt x="1" y="1430"/>
                  </a:lnTo>
                  <a:lnTo>
                    <a:pt x="1" y="1499"/>
                  </a:lnTo>
                  <a:cubicBezTo>
                    <a:pt x="17" y="1531"/>
                    <a:pt x="33" y="1548"/>
                    <a:pt x="1" y="1580"/>
                  </a:cubicBezTo>
                  <a:lnTo>
                    <a:pt x="1" y="1600"/>
                  </a:lnTo>
                  <a:lnTo>
                    <a:pt x="17" y="1600"/>
                  </a:lnTo>
                  <a:cubicBezTo>
                    <a:pt x="53" y="1564"/>
                    <a:pt x="53" y="1515"/>
                    <a:pt x="33" y="1479"/>
                  </a:cubicBezTo>
                  <a:cubicBezTo>
                    <a:pt x="33" y="1463"/>
                    <a:pt x="17" y="1447"/>
                    <a:pt x="17" y="1430"/>
                  </a:cubicBezTo>
                  <a:cubicBezTo>
                    <a:pt x="33" y="1160"/>
                    <a:pt x="33" y="893"/>
                    <a:pt x="17" y="622"/>
                  </a:cubicBezTo>
                  <a:cubicBezTo>
                    <a:pt x="17" y="538"/>
                    <a:pt x="53" y="522"/>
                    <a:pt x="118" y="505"/>
                  </a:cubicBezTo>
                  <a:lnTo>
                    <a:pt x="255" y="453"/>
                  </a:lnTo>
                  <a:cubicBezTo>
                    <a:pt x="437" y="388"/>
                    <a:pt x="639" y="303"/>
                    <a:pt x="841" y="235"/>
                  </a:cubicBezTo>
                  <a:cubicBezTo>
                    <a:pt x="910" y="219"/>
                    <a:pt x="978" y="202"/>
                    <a:pt x="1027" y="166"/>
                  </a:cubicBezTo>
                  <a:lnTo>
                    <a:pt x="1483" y="17"/>
                  </a:lnTo>
                  <a:lnTo>
                    <a:pt x="1500" y="17"/>
                  </a:lnTo>
                  <a:cubicBezTo>
                    <a:pt x="1500"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2078801" y="3107577"/>
              <a:ext cx="108364" cy="212357"/>
            </a:xfrm>
            <a:custGeom>
              <a:rect b="b" l="l" r="r" t="t"/>
              <a:pathLst>
                <a:path extrusionOk="0" h="2138" w="1091">
                  <a:moveTo>
                    <a:pt x="81" y="1"/>
                  </a:moveTo>
                  <a:lnTo>
                    <a:pt x="81" y="17"/>
                  </a:lnTo>
                  <a:cubicBezTo>
                    <a:pt x="65" y="49"/>
                    <a:pt x="65" y="69"/>
                    <a:pt x="65" y="102"/>
                  </a:cubicBezTo>
                  <a:cubicBezTo>
                    <a:pt x="33" y="304"/>
                    <a:pt x="0" y="506"/>
                    <a:pt x="150" y="691"/>
                  </a:cubicBezTo>
                  <a:cubicBezTo>
                    <a:pt x="384" y="978"/>
                    <a:pt x="622" y="1281"/>
                    <a:pt x="840" y="1584"/>
                  </a:cubicBezTo>
                  <a:lnTo>
                    <a:pt x="958" y="1734"/>
                  </a:lnTo>
                  <a:cubicBezTo>
                    <a:pt x="974" y="1750"/>
                    <a:pt x="990" y="1750"/>
                    <a:pt x="990" y="1766"/>
                  </a:cubicBezTo>
                  <a:cubicBezTo>
                    <a:pt x="1026" y="1786"/>
                    <a:pt x="1059" y="1802"/>
                    <a:pt x="1042" y="1851"/>
                  </a:cubicBezTo>
                  <a:lnTo>
                    <a:pt x="1042" y="1952"/>
                  </a:lnTo>
                  <a:cubicBezTo>
                    <a:pt x="1042" y="2004"/>
                    <a:pt x="1042" y="2069"/>
                    <a:pt x="1010" y="2122"/>
                  </a:cubicBezTo>
                  <a:lnTo>
                    <a:pt x="1010" y="2138"/>
                  </a:lnTo>
                  <a:lnTo>
                    <a:pt x="1026" y="2138"/>
                  </a:lnTo>
                  <a:cubicBezTo>
                    <a:pt x="1075" y="2069"/>
                    <a:pt x="1075" y="2004"/>
                    <a:pt x="1075" y="1952"/>
                  </a:cubicBezTo>
                  <a:lnTo>
                    <a:pt x="1075" y="1851"/>
                  </a:lnTo>
                  <a:cubicBezTo>
                    <a:pt x="1091" y="1786"/>
                    <a:pt x="1042" y="1766"/>
                    <a:pt x="1010" y="1750"/>
                  </a:cubicBezTo>
                  <a:cubicBezTo>
                    <a:pt x="990" y="1734"/>
                    <a:pt x="990" y="1718"/>
                    <a:pt x="974" y="1718"/>
                  </a:cubicBezTo>
                  <a:lnTo>
                    <a:pt x="857" y="1564"/>
                  </a:lnTo>
                  <a:cubicBezTo>
                    <a:pt x="638" y="1261"/>
                    <a:pt x="420" y="958"/>
                    <a:pt x="182" y="675"/>
                  </a:cubicBezTo>
                  <a:cubicBezTo>
                    <a:pt x="33" y="489"/>
                    <a:pt x="65" y="304"/>
                    <a:pt x="81" y="102"/>
                  </a:cubicBezTo>
                  <a:cubicBezTo>
                    <a:pt x="101" y="86"/>
                    <a:pt x="101" y="49"/>
                    <a:pt x="101" y="17"/>
                  </a:cubicBezTo>
                  <a:cubicBezTo>
                    <a:pt x="101" y="17"/>
                    <a:pt x="101" y="1"/>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1518608" y="3518882"/>
              <a:ext cx="140545" cy="215535"/>
            </a:xfrm>
            <a:custGeom>
              <a:rect b="b" l="l" r="r" t="t"/>
              <a:pathLst>
                <a:path extrusionOk="0" h="2170" w="1415">
                  <a:moveTo>
                    <a:pt x="65" y="0"/>
                  </a:moveTo>
                  <a:cubicBezTo>
                    <a:pt x="1" y="49"/>
                    <a:pt x="17" y="134"/>
                    <a:pt x="33" y="186"/>
                  </a:cubicBezTo>
                  <a:lnTo>
                    <a:pt x="33" y="271"/>
                  </a:lnTo>
                  <a:cubicBezTo>
                    <a:pt x="17" y="437"/>
                    <a:pt x="17" y="606"/>
                    <a:pt x="33" y="776"/>
                  </a:cubicBezTo>
                  <a:lnTo>
                    <a:pt x="33" y="994"/>
                  </a:lnTo>
                  <a:cubicBezTo>
                    <a:pt x="33" y="1043"/>
                    <a:pt x="33" y="1079"/>
                    <a:pt x="65" y="1111"/>
                  </a:cubicBezTo>
                  <a:cubicBezTo>
                    <a:pt x="522" y="1499"/>
                    <a:pt x="942" y="1834"/>
                    <a:pt x="1330" y="2153"/>
                  </a:cubicBezTo>
                  <a:cubicBezTo>
                    <a:pt x="1346" y="2170"/>
                    <a:pt x="1362" y="2170"/>
                    <a:pt x="1378" y="2170"/>
                  </a:cubicBezTo>
                  <a:lnTo>
                    <a:pt x="1415" y="2170"/>
                  </a:lnTo>
                  <a:lnTo>
                    <a:pt x="1415" y="2137"/>
                  </a:lnTo>
                  <a:lnTo>
                    <a:pt x="1346" y="2137"/>
                  </a:lnTo>
                  <a:cubicBezTo>
                    <a:pt x="958" y="1818"/>
                    <a:pt x="538" y="1463"/>
                    <a:pt x="86" y="1095"/>
                  </a:cubicBezTo>
                  <a:cubicBezTo>
                    <a:pt x="49" y="1059"/>
                    <a:pt x="49" y="1043"/>
                    <a:pt x="49" y="994"/>
                  </a:cubicBezTo>
                  <a:lnTo>
                    <a:pt x="49" y="776"/>
                  </a:lnTo>
                  <a:cubicBezTo>
                    <a:pt x="49" y="606"/>
                    <a:pt x="49" y="437"/>
                    <a:pt x="65" y="271"/>
                  </a:cubicBezTo>
                  <a:cubicBezTo>
                    <a:pt x="65" y="235"/>
                    <a:pt x="49" y="218"/>
                    <a:pt x="49" y="186"/>
                  </a:cubicBezTo>
                  <a:cubicBezTo>
                    <a:pt x="49" y="117"/>
                    <a:pt x="33" y="69"/>
                    <a:pt x="86" y="17"/>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978578" y="3560599"/>
              <a:ext cx="4867" cy="102007"/>
            </a:xfrm>
            <a:custGeom>
              <a:rect b="b" l="l" r="r" t="t"/>
              <a:pathLst>
                <a:path extrusionOk="0" h="1027" w="49">
                  <a:moveTo>
                    <a:pt x="17" y="0"/>
                  </a:moveTo>
                  <a:cubicBezTo>
                    <a:pt x="17" y="17"/>
                    <a:pt x="0" y="17"/>
                    <a:pt x="0" y="17"/>
                  </a:cubicBezTo>
                  <a:cubicBezTo>
                    <a:pt x="17" y="118"/>
                    <a:pt x="17" y="202"/>
                    <a:pt x="17" y="303"/>
                  </a:cubicBezTo>
                  <a:lnTo>
                    <a:pt x="17" y="388"/>
                  </a:lnTo>
                  <a:cubicBezTo>
                    <a:pt x="17" y="421"/>
                    <a:pt x="0" y="473"/>
                    <a:pt x="0" y="505"/>
                  </a:cubicBezTo>
                  <a:cubicBezTo>
                    <a:pt x="0" y="675"/>
                    <a:pt x="0" y="841"/>
                    <a:pt x="17" y="1010"/>
                  </a:cubicBezTo>
                  <a:lnTo>
                    <a:pt x="33" y="1027"/>
                  </a:lnTo>
                  <a:lnTo>
                    <a:pt x="49" y="1010"/>
                  </a:lnTo>
                  <a:cubicBezTo>
                    <a:pt x="17" y="841"/>
                    <a:pt x="33" y="675"/>
                    <a:pt x="33" y="522"/>
                  </a:cubicBezTo>
                  <a:lnTo>
                    <a:pt x="33" y="388"/>
                  </a:lnTo>
                  <a:lnTo>
                    <a:pt x="33" y="303"/>
                  </a:lnTo>
                  <a:cubicBezTo>
                    <a:pt x="49" y="202"/>
                    <a:pt x="49" y="118"/>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2136906" y="2918562"/>
              <a:ext cx="3774" cy="13409"/>
            </a:xfrm>
            <a:custGeom>
              <a:rect b="b" l="l" r="r" t="t"/>
              <a:pathLst>
                <a:path extrusionOk="0" h="135" w="38">
                  <a:moveTo>
                    <a:pt x="21" y="1"/>
                  </a:moveTo>
                  <a:cubicBezTo>
                    <a:pt x="1" y="33"/>
                    <a:pt x="1" y="54"/>
                    <a:pt x="1" y="86"/>
                  </a:cubicBezTo>
                  <a:lnTo>
                    <a:pt x="1" y="118"/>
                  </a:lnTo>
                  <a:cubicBezTo>
                    <a:pt x="1" y="118"/>
                    <a:pt x="1" y="134"/>
                    <a:pt x="21" y="134"/>
                  </a:cubicBezTo>
                  <a:cubicBezTo>
                    <a:pt x="21" y="134"/>
                    <a:pt x="37" y="134"/>
                    <a:pt x="37" y="118"/>
                  </a:cubicBezTo>
                  <a:lnTo>
                    <a:pt x="37" y="86"/>
                  </a:lnTo>
                  <a:cubicBezTo>
                    <a:pt x="21" y="54"/>
                    <a:pt x="21" y="33"/>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2078801" y="3244844"/>
              <a:ext cx="102007" cy="166965"/>
            </a:xfrm>
            <a:custGeom>
              <a:rect b="b" l="l" r="r" t="t"/>
              <a:pathLst>
                <a:path extrusionOk="0" h="1681" w="1027">
                  <a:moveTo>
                    <a:pt x="81" y="0"/>
                  </a:moveTo>
                  <a:lnTo>
                    <a:pt x="81" y="16"/>
                  </a:lnTo>
                  <a:cubicBezTo>
                    <a:pt x="33" y="267"/>
                    <a:pt x="0" y="505"/>
                    <a:pt x="218" y="723"/>
                  </a:cubicBezTo>
                  <a:cubicBezTo>
                    <a:pt x="384" y="925"/>
                    <a:pt x="537" y="1127"/>
                    <a:pt x="707" y="1329"/>
                  </a:cubicBezTo>
                  <a:cubicBezTo>
                    <a:pt x="772" y="1430"/>
                    <a:pt x="857" y="1515"/>
                    <a:pt x="925" y="1616"/>
                  </a:cubicBezTo>
                  <a:cubicBezTo>
                    <a:pt x="941" y="1632"/>
                    <a:pt x="958" y="1648"/>
                    <a:pt x="990" y="1665"/>
                  </a:cubicBezTo>
                  <a:lnTo>
                    <a:pt x="1010" y="1681"/>
                  </a:lnTo>
                  <a:lnTo>
                    <a:pt x="1026" y="1681"/>
                  </a:lnTo>
                  <a:lnTo>
                    <a:pt x="1026" y="1665"/>
                  </a:lnTo>
                  <a:lnTo>
                    <a:pt x="1010" y="1648"/>
                  </a:lnTo>
                  <a:cubicBezTo>
                    <a:pt x="974" y="1632"/>
                    <a:pt x="958" y="1616"/>
                    <a:pt x="958" y="1596"/>
                  </a:cubicBezTo>
                  <a:cubicBezTo>
                    <a:pt x="873" y="1495"/>
                    <a:pt x="788" y="1414"/>
                    <a:pt x="723" y="1313"/>
                  </a:cubicBezTo>
                  <a:cubicBezTo>
                    <a:pt x="570" y="1111"/>
                    <a:pt x="404" y="909"/>
                    <a:pt x="234" y="707"/>
                  </a:cubicBezTo>
                  <a:cubicBezTo>
                    <a:pt x="33" y="505"/>
                    <a:pt x="49" y="267"/>
                    <a:pt x="101" y="16"/>
                  </a:cubicBezTo>
                  <a:cubicBezTo>
                    <a:pt x="101" y="16"/>
                    <a:pt x="101"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1408258" y="2880123"/>
              <a:ext cx="66746" cy="175805"/>
            </a:xfrm>
            <a:custGeom>
              <a:rect b="b" l="l" r="r" t="t"/>
              <a:pathLst>
                <a:path extrusionOk="0" h="1770" w="672">
                  <a:moveTo>
                    <a:pt x="17" y="0"/>
                  </a:moveTo>
                  <a:cubicBezTo>
                    <a:pt x="1" y="0"/>
                    <a:pt x="1" y="16"/>
                    <a:pt x="1" y="16"/>
                  </a:cubicBezTo>
                  <a:cubicBezTo>
                    <a:pt x="33" y="69"/>
                    <a:pt x="33" y="117"/>
                    <a:pt x="1" y="202"/>
                  </a:cubicBezTo>
                  <a:lnTo>
                    <a:pt x="1" y="218"/>
                  </a:lnTo>
                  <a:cubicBezTo>
                    <a:pt x="150" y="340"/>
                    <a:pt x="288" y="489"/>
                    <a:pt x="405" y="622"/>
                  </a:cubicBezTo>
                  <a:cubicBezTo>
                    <a:pt x="469" y="691"/>
                    <a:pt x="538" y="760"/>
                    <a:pt x="607" y="824"/>
                  </a:cubicBezTo>
                  <a:cubicBezTo>
                    <a:pt x="623" y="861"/>
                    <a:pt x="639" y="893"/>
                    <a:pt x="639" y="925"/>
                  </a:cubicBezTo>
                  <a:lnTo>
                    <a:pt x="639" y="1329"/>
                  </a:lnTo>
                  <a:lnTo>
                    <a:pt x="639" y="1652"/>
                  </a:lnTo>
                  <a:cubicBezTo>
                    <a:pt x="639" y="1685"/>
                    <a:pt x="623" y="1701"/>
                    <a:pt x="623" y="1717"/>
                  </a:cubicBezTo>
                  <a:cubicBezTo>
                    <a:pt x="623" y="1733"/>
                    <a:pt x="623" y="1733"/>
                    <a:pt x="607" y="1753"/>
                  </a:cubicBezTo>
                  <a:cubicBezTo>
                    <a:pt x="607" y="1753"/>
                    <a:pt x="607" y="1770"/>
                    <a:pt x="623" y="1770"/>
                  </a:cubicBezTo>
                  <a:lnTo>
                    <a:pt x="639" y="1753"/>
                  </a:lnTo>
                  <a:lnTo>
                    <a:pt x="639" y="1733"/>
                  </a:lnTo>
                  <a:cubicBezTo>
                    <a:pt x="655" y="1701"/>
                    <a:pt x="655" y="1685"/>
                    <a:pt x="655" y="1652"/>
                  </a:cubicBezTo>
                  <a:lnTo>
                    <a:pt x="655" y="1329"/>
                  </a:lnTo>
                  <a:cubicBezTo>
                    <a:pt x="655" y="1196"/>
                    <a:pt x="655" y="1063"/>
                    <a:pt x="671" y="925"/>
                  </a:cubicBezTo>
                  <a:cubicBezTo>
                    <a:pt x="671" y="877"/>
                    <a:pt x="655" y="844"/>
                    <a:pt x="623" y="808"/>
                  </a:cubicBezTo>
                  <a:cubicBezTo>
                    <a:pt x="554" y="743"/>
                    <a:pt x="490" y="675"/>
                    <a:pt x="421" y="606"/>
                  </a:cubicBezTo>
                  <a:cubicBezTo>
                    <a:pt x="304" y="473"/>
                    <a:pt x="187" y="319"/>
                    <a:pt x="33" y="202"/>
                  </a:cubicBezTo>
                  <a:cubicBezTo>
                    <a:pt x="49" y="154"/>
                    <a:pt x="86" y="85"/>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1332870" y="3632411"/>
              <a:ext cx="5264" cy="102007"/>
            </a:xfrm>
            <a:custGeom>
              <a:rect b="b" l="l" r="r" t="t"/>
              <a:pathLst>
                <a:path extrusionOk="0" h="1027" w="53">
                  <a:moveTo>
                    <a:pt x="17" y="1"/>
                  </a:moveTo>
                  <a:cubicBezTo>
                    <a:pt x="0" y="1"/>
                    <a:pt x="0" y="17"/>
                    <a:pt x="0" y="17"/>
                  </a:cubicBezTo>
                  <a:cubicBezTo>
                    <a:pt x="37" y="102"/>
                    <a:pt x="17" y="186"/>
                    <a:pt x="17" y="271"/>
                  </a:cubicBezTo>
                  <a:cubicBezTo>
                    <a:pt x="17" y="320"/>
                    <a:pt x="0" y="356"/>
                    <a:pt x="0" y="388"/>
                  </a:cubicBezTo>
                  <a:lnTo>
                    <a:pt x="0" y="825"/>
                  </a:lnTo>
                  <a:lnTo>
                    <a:pt x="0" y="1010"/>
                  </a:lnTo>
                  <a:cubicBezTo>
                    <a:pt x="0" y="1027"/>
                    <a:pt x="17" y="1027"/>
                    <a:pt x="17" y="1027"/>
                  </a:cubicBezTo>
                  <a:cubicBezTo>
                    <a:pt x="17" y="1027"/>
                    <a:pt x="37" y="1027"/>
                    <a:pt x="37" y="1010"/>
                  </a:cubicBezTo>
                  <a:lnTo>
                    <a:pt x="37" y="825"/>
                  </a:lnTo>
                  <a:lnTo>
                    <a:pt x="37" y="388"/>
                  </a:lnTo>
                  <a:lnTo>
                    <a:pt x="37" y="287"/>
                  </a:lnTo>
                  <a:cubicBezTo>
                    <a:pt x="53" y="186"/>
                    <a:pt x="53" y="102"/>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690833" y="1629820"/>
              <a:ext cx="122170" cy="70322"/>
            </a:xfrm>
            <a:custGeom>
              <a:rect b="b" l="l" r="r" t="t"/>
              <a:pathLst>
                <a:path extrusionOk="0" h="708" w="1230">
                  <a:moveTo>
                    <a:pt x="1213" y="1"/>
                  </a:moveTo>
                  <a:cubicBezTo>
                    <a:pt x="1080" y="33"/>
                    <a:pt x="979" y="118"/>
                    <a:pt x="861" y="182"/>
                  </a:cubicBezTo>
                  <a:cubicBezTo>
                    <a:pt x="809" y="203"/>
                    <a:pt x="777" y="235"/>
                    <a:pt x="744" y="251"/>
                  </a:cubicBezTo>
                  <a:cubicBezTo>
                    <a:pt x="558" y="352"/>
                    <a:pt x="389" y="453"/>
                    <a:pt x="219" y="554"/>
                  </a:cubicBezTo>
                  <a:cubicBezTo>
                    <a:pt x="154" y="607"/>
                    <a:pt x="70" y="639"/>
                    <a:pt x="1" y="687"/>
                  </a:cubicBezTo>
                  <a:lnTo>
                    <a:pt x="1" y="708"/>
                  </a:lnTo>
                  <a:lnTo>
                    <a:pt x="17" y="708"/>
                  </a:lnTo>
                  <a:cubicBezTo>
                    <a:pt x="86" y="655"/>
                    <a:pt x="171" y="623"/>
                    <a:pt x="239" y="570"/>
                  </a:cubicBezTo>
                  <a:lnTo>
                    <a:pt x="744" y="267"/>
                  </a:lnTo>
                  <a:cubicBezTo>
                    <a:pt x="793" y="251"/>
                    <a:pt x="825" y="219"/>
                    <a:pt x="878" y="203"/>
                  </a:cubicBezTo>
                  <a:cubicBezTo>
                    <a:pt x="979" y="134"/>
                    <a:pt x="1096" y="65"/>
                    <a:pt x="1213" y="17"/>
                  </a:cubicBezTo>
                  <a:cubicBezTo>
                    <a:pt x="1229" y="17"/>
                    <a:pt x="1229" y="17"/>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1137498" y="1786753"/>
              <a:ext cx="6456" cy="102007"/>
            </a:xfrm>
            <a:custGeom>
              <a:rect b="b" l="l" r="r" t="t"/>
              <a:pathLst>
                <a:path extrusionOk="0" h="1027" w="65">
                  <a:moveTo>
                    <a:pt x="16" y="0"/>
                  </a:moveTo>
                  <a:cubicBezTo>
                    <a:pt x="0" y="0"/>
                    <a:pt x="0" y="16"/>
                    <a:pt x="0" y="16"/>
                  </a:cubicBezTo>
                  <a:cubicBezTo>
                    <a:pt x="16" y="186"/>
                    <a:pt x="16" y="356"/>
                    <a:pt x="16" y="521"/>
                  </a:cubicBezTo>
                  <a:lnTo>
                    <a:pt x="16" y="844"/>
                  </a:lnTo>
                  <a:lnTo>
                    <a:pt x="16" y="893"/>
                  </a:lnTo>
                  <a:cubicBezTo>
                    <a:pt x="16" y="925"/>
                    <a:pt x="0" y="978"/>
                    <a:pt x="49" y="1010"/>
                  </a:cubicBezTo>
                  <a:lnTo>
                    <a:pt x="49" y="1026"/>
                  </a:lnTo>
                  <a:lnTo>
                    <a:pt x="65" y="1010"/>
                  </a:lnTo>
                  <a:lnTo>
                    <a:pt x="65" y="994"/>
                  </a:lnTo>
                  <a:cubicBezTo>
                    <a:pt x="32" y="962"/>
                    <a:pt x="32" y="925"/>
                    <a:pt x="32" y="893"/>
                  </a:cubicBezTo>
                  <a:cubicBezTo>
                    <a:pt x="32" y="877"/>
                    <a:pt x="49" y="861"/>
                    <a:pt x="32" y="844"/>
                  </a:cubicBezTo>
                  <a:lnTo>
                    <a:pt x="32" y="521"/>
                  </a:lnTo>
                  <a:cubicBezTo>
                    <a:pt x="49" y="356"/>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1261058" y="3608473"/>
              <a:ext cx="150577" cy="125944"/>
            </a:xfrm>
            <a:custGeom>
              <a:rect b="b" l="l" r="r" t="t"/>
              <a:pathLst>
                <a:path extrusionOk="0" h="1268" w="1516">
                  <a:moveTo>
                    <a:pt x="1503" y="0"/>
                  </a:moveTo>
                  <a:cubicBezTo>
                    <a:pt x="1501" y="0"/>
                    <a:pt x="1499" y="2"/>
                    <a:pt x="1499" y="7"/>
                  </a:cubicBezTo>
                  <a:cubicBezTo>
                    <a:pt x="1398" y="23"/>
                    <a:pt x="1297" y="56"/>
                    <a:pt x="1196" y="92"/>
                  </a:cubicBezTo>
                  <a:cubicBezTo>
                    <a:pt x="925" y="157"/>
                    <a:pt x="639" y="242"/>
                    <a:pt x="356" y="326"/>
                  </a:cubicBezTo>
                  <a:cubicBezTo>
                    <a:pt x="336" y="326"/>
                    <a:pt x="303" y="343"/>
                    <a:pt x="287" y="343"/>
                  </a:cubicBezTo>
                  <a:cubicBezTo>
                    <a:pt x="244" y="356"/>
                    <a:pt x="203" y="383"/>
                    <a:pt x="152" y="383"/>
                  </a:cubicBezTo>
                  <a:cubicBezTo>
                    <a:pt x="141" y="383"/>
                    <a:pt x="130" y="382"/>
                    <a:pt x="117" y="379"/>
                  </a:cubicBezTo>
                  <a:cubicBezTo>
                    <a:pt x="85" y="379"/>
                    <a:pt x="69" y="395"/>
                    <a:pt x="53" y="411"/>
                  </a:cubicBezTo>
                  <a:cubicBezTo>
                    <a:pt x="16" y="444"/>
                    <a:pt x="0" y="480"/>
                    <a:pt x="0" y="528"/>
                  </a:cubicBezTo>
                  <a:cubicBezTo>
                    <a:pt x="16" y="698"/>
                    <a:pt x="16" y="884"/>
                    <a:pt x="16" y="1050"/>
                  </a:cubicBezTo>
                  <a:lnTo>
                    <a:pt x="16" y="1251"/>
                  </a:lnTo>
                  <a:lnTo>
                    <a:pt x="16" y="1268"/>
                  </a:lnTo>
                  <a:cubicBezTo>
                    <a:pt x="33" y="1268"/>
                    <a:pt x="33" y="1268"/>
                    <a:pt x="33" y="1251"/>
                  </a:cubicBezTo>
                  <a:lnTo>
                    <a:pt x="33" y="1050"/>
                  </a:lnTo>
                  <a:cubicBezTo>
                    <a:pt x="33" y="884"/>
                    <a:pt x="53" y="698"/>
                    <a:pt x="33" y="528"/>
                  </a:cubicBezTo>
                  <a:cubicBezTo>
                    <a:pt x="33" y="480"/>
                    <a:pt x="53" y="444"/>
                    <a:pt x="69" y="427"/>
                  </a:cubicBezTo>
                  <a:cubicBezTo>
                    <a:pt x="85" y="411"/>
                    <a:pt x="101" y="411"/>
                    <a:pt x="117" y="411"/>
                  </a:cubicBezTo>
                  <a:cubicBezTo>
                    <a:pt x="186" y="411"/>
                    <a:pt x="235" y="395"/>
                    <a:pt x="287" y="379"/>
                  </a:cubicBezTo>
                  <a:cubicBezTo>
                    <a:pt x="319" y="359"/>
                    <a:pt x="336" y="359"/>
                    <a:pt x="372" y="343"/>
                  </a:cubicBezTo>
                  <a:cubicBezTo>
                    <a:pt x="639" y="278"/>
                    <a:pt x="925" y="193"/>
                    <a:pt x="1212" y="108"/>
                  </a:cubicBezTo>
                  <a:cubicBezTo>
                    <a:pt x="1297" y="92"/>
                    <a:pt x="1398" y="56"/>
                    <a:pt x="1499" y="23"/>
                  </a:cubicBezTo>
                  <a:cubicBezTo>
                    <a:pt x="1515" y="23"/>
                    <a:pt x="1515" y="23"/>
                    <a:pt x="1515" y="7"/>
                  </a:cubicBezTo>
                  <a:cubicBezTo>
                    <a:pt x="1515" y="7"/>
                    <a:pt x="1508"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1582077" y="3259644"/>
              <a:ext cx="6853" cy="77176"/>
            </a:xfrm>
            <a:custGeom>
              <a:rect b="b" l="l" r="r" t="t"/>
              <a:pathLst>
                <a:path extrusionOk="0" h="777" w="69">
                  <a:moveTo>
                    <a:pt x="53" y="1"/>
                  </a:moveTo>
                  <a:cubicBezTo>
                    <a:pt x="53" y="1"/>
                    <a:pt x="32" y="1"/>
                    <a:pt x="32" y="17"/>
                  </a:cubicBezTo>
                  <a:cubicBezTo>
                    <a:pt x="16" y="134"/>
                    <a:pt x="16" y="271"/>
                    <a:pt x="16" y="389"/>
                  </a:cubicBezTo>
                  <a:cubicBezTo>
                    <a:pt x="16" y="473"/>
                    <a:pt x="32" y="558"/>
                    <a:pt x="16" y="639"/>
                  </a:cubicBezTo>
                  <a:lnTo>
                    <a:pt x="16" y="675"/>
                  </a:lnTo>
                  <a:cubicBezTo>
                    <a:pt x="32" y="708"/>
                    <a:pt x="32" y="740"/>
                    <a:pt x="16" y="760"/>
                  </a:cubicBezTo>
                  <a:cubicBezTo>
                    <a:pt x="0" y="776"/>
                    <a:pt x="16" y="776"/>
                    <a:pt x="16" y="776"/>
                  </a:cubicBezTo>
                  <a:lnTo>
                    <a:pt x="32" y="776"/>
                  </a:lnTo>
                  <a:cubicBezTo>
                    <a:pt x="53" y="740"/>
                    <a:pt x="53" y="708"/>
                    <a:pt x="53" y="675"/>
                  </a:cubicBezTo>
                  <a:lnTo>
                    <a:pt x="53" y="639"/>
                  </a:lnTo>
                  <a:lnTo>
                    <a:pt x="53" y="389"/>
                  </a:lnTo>
                  <a:cubicBezTo>
                    <a:pt x="53" y="271"/>
                    <a:pt x="53" y="134"/>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1924649" y="3010537"/>
              <a:ext cx="127335" cy="235996"/>
            </a:xfrm>
            <a:custGeom>
              <a:rect b="b" l="l" r="r" t="t"/>
              <a:pathLst>
                <a:path extrusionOk="0" h="2376" w="1282">
                  <a:moveTo>
                    <a:pt x="17" y="0"/>
                  </a:moveTo>
                  <a:cubicBezTo>
                    <a:pt x="1" y="117"/>
                    <a:pt x="1" y="238"/>
                    <a:pt x="102" y="339"/>
                  </a:cubicBezTo>
                  <a:cubicBezTo>
                    <a:pt x="255" y="521"/>
                    <a:pt x="389" y="707"/>
                    <a:pt x="522" y="877"/>
                  </a:cubicBezTo>
                  <a:cubicBezTo>
                    <a:pt x="591" y="962"/>
                    <a:pt x="643" y="1026"/>
                    <a:pt x="692" y="1095"/>
                  </a:cubicBezTo>
                  <a:cubicBezTo>
                    <a:pt x="744" y="1164"/>
                    <a:pt x="793" y="1228"/>
                    <a:pt x="861" y="1297"/>
                  </a:cubicBezTo>
                  <a:cubicBezTo>
                    <a:pt x="962" y="1430"/>
                    <a:pt x="1080" y="1584"/>
                    <a:pt x="1181" y="1717"/>
                  </a:cubicBezTo>
                  <a:cubicBezTo>
                    <a:pt x="1229" y="1786"/>
                    <a:pt x="1265" y="1854"/>
                    <a:pt x="1249" y="1919"/>
                  </a:cubicBezTo>
                  <a:lnTo>
                    <a:pt x="1249" y="2089"/>
                  </a:lnTo>
                  <a:cubicBezTo>
                    <a:pt x="1249" y="2173"/>
                    <a:pt x="1265" y="2274"/>
                    <a:pt x="1229" y="2359"/>
                  </a:cubicBezTo>
                  <a:cubicBezTo>
                    <a:pt x="1213" y="2359"/>
                    <a:pt x="1229" y="2375"/>
                    <a:pt x="1229" y="2375"/>
                  </a:cubicBezTo>
                  <a:lnTo>
                    <a:pt x="1249" y="2359"/>
                  </a:lnTo>
                  <a:cubicBezTo>
                    <a:pt x="1282" y="2274"/>
                    <a:pt x="1282" y="2173"/>
                    <a:pt x="1282" y="2089"/>
                  </a:cubicBezTo>
                  <a:cubicBezTo>
                    <a:pt x="1282" y="2036"/>
                    <a:pt x="1265" y="1988"/>
                    <a:pt x="1282" y="1919"/>
                  </a:cubicBezTo>
                  <a:cubicBezTo>
                    <a:pt x="1282" y="1834"/>
                    <a:pt x="1265" y="1769"/>
                    <a:pt x="1213" y="1701"/>
                  </a:cubicBezTo>
                  <a:cubicBezTo>
                    <a:pt x="1096" y="1567"/>
                    <a:pt x="979" y="1414"/>
                    <a:pt x="878" y="1281"/>
                  </a:cubicBezTo>
                  <a:cubicBezTo>
                    <a:pt x="825" y="1212"/>
                    <a:pt x="777" y="1147"/>
                    <a:pt x="724" y="1079"/>
                  </a:cubicBezTo>
                  <a:cubicBezTo>
                    <a:pt x="659" y="1010"/>
                    <a:pt x="607" y="945"/>
                    <a:pt x="558" y="861"/>
                  </a:cubicBezTo>
                  <a:cubicBezTo>
                    <a:pt x="405" y="691"/>
                    <a:pt x="272" y="505"/>
                    <a:pt x="118" y="319"/>
                  </a:cubicBezTo>
                  <a:cubicBezTo>
                    <a:pt x="17" y="218"/>
                    <a:pt x="17" y="117"/>
                    <a:pt x="53" y="16"/>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1735732" y="3570630"/>
              <a:ext cx="98828" cy="163787"/>
            </a:xfrm>
            <a:custGeom>
              <a:rect b="b" l="l" r="r" t="t"/>
              <a:pathLst>
                <a:path extrusionOk="0" h="1649" w="995">
                  <a:moveTo>
                    <a:pt x="53" y="0"/>
                  </a:moveTo>
                  <a:cubicBezTo>
                    <a:pt x="37" y="0"/>
                    <a:pt x="37" y="0"/>
                    <a:pt x="37" y="17"/>
                  </a:cubicBezTo>
                  <a:cubicBezTo>
                    <a:pt x="0" y="271"/>
                    <a:pt x="0" y="522"/>
                    <a:pt x="0" y="724"/>
                  </a:cubicBezTo>
                  <a:cubicBezTo>
                    <a:pt x="0" y="776"/>
                    <a:pt x="20" y="808"/>
                    <a:pt x="69" y="841"/>
                  </a:cubicBezTo>
                  <a:cubicBezTo>
                    <a:pt x="271" y="1027"/>
                    <a:pt x="489" y="1229"/>
                    <a:pt x="691" y="1414"/>
                  </a:cubicBezTo>
                  <a:cubicBezTo>
                    <a:pt x="776" y="1483"/>
                    <a:pt x="845" y="1548"/>
                    <a:pt x="893" y="1616"/>
                  </a:cubicBezTo>
                  <a:cubicBezTo>
                    <a:pt x="929" y="1649"/>
                    <a:pt x="946" y="1649"/>
                    <a:pt x="962" y="1649"/>
                  </a:cubicBezTo>
                  <a:lnTo>
                    <a:pt x="978" y="1649"/>
                  </a:lnTo>
                  <a:cubicBezTo>
                    <a:pt x="978" y="1649"/>
                    <a:pt x="994" y="1649"/>
                    <a:pt x="994" y="1632"/>
                  </a:cubicBezTo>
                  <a:lnTo>
                    <a:pt x="978" y="1616"/>
                  </a:lnTo>
                  <a:cubicBezTo>
                    <a:pt x="946" y="1616"/>
                    <a:pt x="929" y="1616"/>
                    <a:pt x="909" y="1600"/>
                  </a:cubicBezTo>
                  <a:cubicBezTo>
                    <a:pt x="861" y="1531"/>
                    <a:pt x="792" y="1467"/>
                    <a:pt x="707" y="1398"/>
                  </a:cubicBezTo>
                  <a:cubicBezTo>
                    <a:pt x="505" y="1212"/>
                    <a:pt x="287" y="1010"/>
                    <a:pt x="85" y="825"/>
                  </a:cubicBezTo>
                  <a:cubicBezTo>
                    <a:pt x="53" y="808"/>
                    <a:pt x="37" y="776"/>
                    <a:pt x="37" y="724"/>
                  </a:cubicBezTo>
                  <a:cubicBezTo>
                    <a:pt x="37" y="522"/>
                    <a:pt x="37" y="271"/>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1416701" y="1611346"/>
              <a:ext cx="81943" cy="249306"/>
            </a:xfrm>
            <a:custGeom>
              <a:rect b="b" l="l" r="r" t="t"/>
              <a:pathLst>
                <a:path extrusionOk="0" h="2510" w="825">
                  <a:moveTo>
                    <a:pt x="17" y="1"/>
                  </a:moveTo>
                  <a:cubicBezTo>
                    <a:pt x="1" y="1"/>
                    <a:pt x="1" y="17"/>
                    <a:pt x="1" y="17"/>
                  </a:cubicBezTo>
                  <a:cubicBezTo>
                    <a:pt x="1" y="17"/>
                    <a:pt x="1" y="33"/>
                    <a:pt x="17" y="33"/>
                  </a:cubicBezTo>
                  <a:cubicBezTo>
                    <a:pt x="49" y="33"/>
                    <a:pt x="65" y="49"/>
                    <a:pt x="82" y="86"/>
                  </a:cubicBezTo>
                  <a:lnTo>
                    <a:pt x="102" y="102"/>
                  </a:lnTo>
                  <a:cubicBezTo>
                    <a:pt x="284" y="405"/>
                    <a:pt x="469" y="692"/>
                    <a:pt x="655" y="974"/>
                  </a:cubicBezTo>
                  <a:lnTo>
                    <a:pt x="788" y="1213"/>
                  </a:lnTo>
                  <a:lnTo>
                    <a:pt x="788" y="2340"/>
                  </a:lnTo>
                  <a:lnTo>
                    <a:pt x="788" y="2372"/>
                  </a:lnTo>
                  <a:cubicBezTo>
                    <a:pt x="788" y="2388"/>
                    <a:pt x="809" y="2408"/>
                    <a:pt x="788" y="2425"/>
                  </a:cubicBezTo>
                  <a:cubicBezTo>
                    <a:pt x="788" y="2441"/>
                    <a:pt x="788" y="2441"/>
                    <a:pt x="772" y="2457"/>
                  </a:cubicBezTo>
                  <a:lnTo>
                    <a:pt x="772" y="2489"/>
                  </a:lnTo>
                  <a:lnTo>
                    <a:pt x="772" y="2509"/>
                  </a:lnTo>
                  <a:lnTo>
                    <a:pt x="788" y="2509"/>
                  </a:lnTo>
                  <a:lnTo>
                    <a:pt x="788" y="2489"/>
                  </a:lnTo>
                  <a:lnTo>
                    <a:pt x="809" y="2473"/>
                  </a:lnTo>
                  <a:cubicBezTo>
                    <a:pt x="809" y="2457"/>
                    <a:pt x="825" y="2441"/>
                    <a:pt x="825" y="2425"/>
                  </a:cubicBezTo>
                  <a:lnTo>
                    <a:pt x="825" y="2356"/>
                  </a:lnTo>
                  <a:lnTo>
                    <a:pt x="825" y="2340"/>
                  </a:lnTo>
                  <a:lnTo>
                    <a:pt x="825" y="1213"/>
                  </a:lnTo>
                  <a:lnTo>
                    <a:pt x="825" y="1196"/>
                  </a:lnTo>
                  <a:lnTo>
                    <a:pt x="671" y="958"/>
                  </a:lnTo>
                  <a:cubicBezTo>
                    <a:pt x="485" y="671"/>
                    <a:pt x="304" y="389"/>
                    <a:pt x="118" y="86"/>
                  </a:cubicBezTo>
                  <a:lnTo>
                    <a:pt x="102" y="65"/>
                  </a:lnTo>
                  <a:cubicBezTo>
                    <a:pt x="8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941629" y="1711664"/>
              <a:ext cx="5364" cy="102007"/>
            </a:xfrm>
            <a:custGeom>
              <a:rect b="b" l="l" r="r" t="t"/>
              <a:pathLst>
                <a:path extrusionOk="0" h="1027" w="54">
                  <a:moveTo>
                    <a:pt x="17" y="1"/>
                  </a:moveTo>
                  <a:cubicBezTo>
                    <a:pt x="1" y="1"/>
                    <a:pt x="1" y="17"/>
                    <a:pt x="1" y="17"/>
                  </a:cubicBezTo>
                  <a:cubicBezTo>
                    <a:pt x="17" y="134"/>
                    <a:pt x="17" y="251"/>
                    <a:pt x="17" y="352"/>
                  </a:cubicBezTo>
                  <a:lnTo>
                    <a:pt x="17" y="538"/>
                  </a:lnTo>
                  <a:lnTo>
                    <a:pt x="17" y="857"/>
                  </a:lnTo>
                  <a:lnTo>
                    <a:pt x="17" y="1011"/>
                  </a:lnTo>
                  <a:lnTo>
                    <a:pt x="17" y="1027"/>
                  </a:lnTo>
                  <a:cubicBezTo>
                    <a:pt x="37" y="1027"/>
                    <a:pt x="37" y="1011"/>
                    <a:pt x="37" y="1011"/>
                  </a:cubicBezTo>
                  <a:lnTo>
                    <a:pt x="37" y="857"/>
                  </a:lnTo>
                  <a:lnTo>
                    <a:pt x="37" y="538"/>
                  </a:lnTo>
                  <a:lnTo>
                    <a:pt x="37" y="352"/>
                  </a:lnTo>
                  <a:cubicBezTo>
                    <a:pt x="37" y="251"/>
                    <a:pt x="53" y="134"/>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1332870" y="3453427"/>
              <a:ext cx="5264" cy="100418"/>
            </a:xfrm>
            <a:custGeom>
              <a:rect b="b" l="l" r="r" t="t"/>
              <a:pathLst>
                <a:path extrusionOk="0" h="1011" w="53">
                  <a:moveTo>
                    <a:pt x="17" y="1"/>
                  </a:moveTo>
                  <a:cubicBezTo>
                    <a:pt x="0" y="1"/>
                    <a:pt x="0" y="21"/>
                    <a:pt x="0" y="21"/>
                  </a:cubicBezTo>
                  <a:cubicBezTo>
                    <a:pt x="17" y="138"/>
                    <a:pt x="17" y="255"/>
                    <a:pt x="17" y="356"/>
                  </a:cubicBezTo>
                  <a:lnTo>
                    <a:pt x="17" y="542"/>
                  </a:lnTo>
                  <a:lnTo>
                    <a:pt x="17" y="861"/>
                  </a:lnTo>
                  <a:lnTo>
                    <a:pt x="17" y="1011"/>
                  </a:lnTo>
                  <a:lnTo>
                    <a:pt x="53" y="1011"/>
                  </a:lnTo>
                  <a:lnTo>
                    <a:pt x="53" y="861"/>
                  </a:lnTo>
                  <a:lnTo>
                    <a:pt x="53" y="542"/>
                  </a:lnTo>
                  <a:cubicBezTo>
                    <a:pt x="37" y="474"/>
                    <a:pt x="53" y="425"/>
                    <a:pt x="53" y="356"/>
                  </a:cubicBezTo>
                  <a:cubicBezTo>
                    <a:pt x="53" y="255"/>
                    <a:pt x="53" y="138"/>
                    <a:pt x="37" y="21"/>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669181" y="2450344"/>
              <a:ext cx="150577" cy="180672"/>
            </a:xfrm>
            <a:custGeom>
              <a:rect b="b" l="l" r="r" t="t"/>
              <a:pathLst>
                <a:path extrusionOk="0" h="1819" w="1516">
                  <a:moveTo>
                    <a:pt x="1467" y="1"/>
                  </a:moveTo>
                  <a:lnTo>
                    <a:pt x="1467" y="21"/>
                  </a:lnTo>
                  <a:cubicBezTo>
                    <a:pt x="1483" y="37"/>
                    <a:pt x="1483" y="69"/>
                    <a:pt x="1483" y="102"/>
                  </a:cubicBezTo>
                  <a:lnTo>
                    <a:pt x="1483" y="122"/>
                  </a:lnTo>
                  <a:lnTo>
                    <a:pt x="1483" y="388"/>
                  </a:lnTo>
                  <a:lnTo>
                    <a:pt x="1483" y="978"/>
                  </a:lnTo>
                  <a:cubicBezTo>
                    <a:pt x="1483" y="1079"/>
                    <a:pt x="1467" y="1112"/>
                    <a:pt x="1382" y="1148"/>
                  </a:cubicBezTo>
                  <a:cubicBezTo>
                    <a:pt x="1027" y="1297"/>
                    <a:pt x="692" y="1467"/>
                    <a:pt x="372" y="1617"/>
                  </a:cubicBezTo>
                  <a:cubicBezTo>
                    <a:pt x="255" y="1669"/>
                    <a:pt x="134" y="1738"/>
                    <a:pt x="17" y="1786"/>
                  </a:cubicBezTo>
                  <a:lnTo>
                    <a:pt x="1" y="1802"/>
                  </a:lnTo>
                  <a:lnTo>
                    <a:pt x="1" y="1819"/>
                  </a:lnTo>
                  <a:lnTo>
                    <a:pt x="33" y="1819"/>
                  </a:lnTo>
                  <a:lnTo>
                    <a:pt x="33" y="1802"/>
                  </a:lnTo>
                  <a:cubicBezTo>
                    <a:pt x="154" y="1754"/>
                    <a:pt x="271" y="1701"/>
                    <a:pt x="372" y="1653"/>
                  </a:cubicBezTo>
                  <a:cubicBezTo>
                    <a:pt x="708" y="1483"/>
                    <a:pt x="1043" y="1334"/>
                    <a:pt x="1382" y="1180"/>
                  </a:cubicBezTo>
                  <a:cubicBezTo>
                    <a:pt x="1483" y="1132"/>
                    <a:pt x="1516" y="1095"/>
                    <a:pt x="1516" y="978"/>
                  </a:cubicBezTo>
                  <a:lnTo>
                    <a:pt x="1516" y="388"/>
                  </a:lnTo>
                  <a:lnTo>
                    <a:pt x="1516" y="122"/>
                  </a:lnTo>
                  <a:lnTo>
                    <a:pt x="1516" y="102"/>
                  </a:lnTo>
                  <a:cubicBezTo>
                    <a:pt x="1516" y="69"/>
                    <a:pt x="1516" y="3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669181" y="1452922"/>
              <a:ext cx="142134" cy="187029"/>
            </a:xfrm>
            <a:custGeom>
              <a:rect b="b" l="l" r="r" t="t"/>
              <a:pathLst>
                <a:path extrusionOk="0" h="1883" w="1431">
                  <a:moveTo>
                    <a:pt x="1423" y="0"/>
                  </a:moveTo>
                  <a:cubicBezTo>
                    <a:pt x="1419" y="0"/>
                    <a:pt x="1415" y="4"/>
                    <a:pt x="1415" y="12"/>
                  </a:cubicBezTo>
                  <a:lnTo>
                    <a:pt x="1346" y="44"/>
                  </a:lnTo>
                  <a:cubicBezTo>
                    <a:pt x="1011" y="246"/>
                    <a:pt x="675" y="469"/>
                    <a:pt x="336" y="671"/>
                  </a:cubicBezTo>
                  <a:cubicBezTo>
                    <a:pt x="320" y="671"/>
                    <a:pt x="320" y="687"/>
                    <a:pt x="320" y="687"/>
                  </a:cubicBezTo>
                  <a:lnTo>
                    <a:pt x="304" y="687"/>
                  </a:lnTo>
                  <a:cubicBezTo>
                    <a:pt x="17" y="772"/>
                    <a:pt x="1" y="990"/>
                    <a:pt x="17" y="1192"/>
                  </a:cubicBezTo>
                  <a:cubicBezTo>
                    <a:pt x="33" y="1309"/>
                    <a:pt x="33" y="1442"/>
                    <a:pt x="33" y="1559"/>
                  </a:cubicBezTo>
                  <a:lnTo>
                    <a:pt x="33" y="1729"/>
                  </a:lnTo>
                  <a:lnTo>
                    <a:pt x="33" y="1761"/>
                  </a:lnTo>
                  <a:cubicBezTo>
                    <a:pt x="17" y="1798"/>
                    <a:pt x="17" y="1846"/>
                    <a:pt x="53" y="1883"/>
                  </a:cubicBezTo>
                  <a:lnTo>
                    <a:pt x="70" y="1883"/>
                  </a:lnTo>
                  <a:lnTo>
                    <a:pt x="70" y="1862"/>
                  </a:lnTo>
                  <a:cubicBezTo>
                    <a:pt x="53" y="1830"/>
                    <a:pt x="53" y="1798"/>
                    <a:pt x="53" y="1761"/>
                  </a:cubicBezTo>
                  <a:lnTo>
                    <a:pt x="53" y="1729"/>
                  </a:lnTo>
                  <a:lnTo>
                    <a:pt x="53" y="1559"/>
                  </a:lnTo>
                  <a:cubicBezTo>
                    <a:pt x="53" y="1442"/>
                    <a:pt x="70" y="1309"/>
                    <a:pt x="53" y="1192"/>
                  </a:cubicBezTo>
                  <a:cubicBezTo>
                    <a:pt x="17" y="921"/>
                    <a:pt x="102" y="788"/>
                    <a:pt x="320" y="719"/>
                  </a:cubicBezTo>
                  <a:lnTo>
                    <a:pt x="336" y="703"/>
                  </a:lnTo>
                  <a:lnTo>
                    <a:pt x="336" y="687"/>
                  </a:lnTo>
                  <a:cubicBezTo>
                    <a:pt x="692" y="485"/>
                    <a:pt x="1027" y="267"/>
                    <a:pt x="1366" y="65"/>
                  </a:cubicBezTo>
                  <a:lnTo>
                    <a:pt x="1431" y="28"/>
                  </a:lnTo>
                  <a:lnTo>
                    <a:pt x="1431" y="12"/>
                  </a:lnTo>
                  <a:cubicBezTo>
                    <a:pt x="1431" y="4"/>
                    <a:pt x="1427" y="0"/>
                    <a:pt x="14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1443220" y="2771362"/>
              <a:ext cx="5264" cy="77176"/>
            </a:xfrm>
            <a:custGeom>
              <a:rect b="b" l="l" r="r" t="t"/>
              <a:pathLst>
                <a:path extrusionOk="0" h="777" w="53">
                  <a:moveTo>
                    <a:pt x="37" y="0"/>
                  </a:moveTo>
                  <a:cubicBezTo>
                    <a:pt x="17" y="138"/>
                    <a:pt x="17" y="271"/>
                    <a:pt x="17" y="388"/>
                  </a:cubicBezTo>
                  <a:lnTo>
                    <a:pt x="17" y="627"/>
                  </a:lnTo>
                  <a:lnTo>
                    <a:pt x="17" y="675"/>
                  </a:lnTo>
                  <a:cubicBezTo>
                    <a:pt x="17" y="707"/>
                    <a:pt x="17" y="728"/>
                    <a:pt x="0" y="760"/>
                  </a:cubicBezTo>
                  <a:lnTo>
                    <a:pt x="0" y="776"/>
                  </a:lnTo>
                  <a:lnTo>
                    <a:pt x="37" y="776"/>
                  </a:lnTo>
                  <a:cubicBezTo>
                    <a:pt x="53" y="744"/>
                    <a:pt x="53" y="707"/>
                    <a:pt x="53" y="675"/>
                  </a:cubicBezTo>
                  <a:cubicBezTo>
                    <a:pt x="37" y="659"/>
                    <a:pt x="37" y="643"/>
                    <a:pt x="37" y="627"/>
                  </a:cubicBezTo>
                  <a:cubicBezTo>
                    <a:pt x="53" y="558"/>
                    <a:pt x="53" y="473"/>
                    <a:pt x="37" y="388"/>
                  </a:cubicBezTo>
                  <a:cubicBezTo>
                    <a:pt x="37" y="271"/>
                    <a:pt x="37" y="138"/>
                    <a:pt x="53" y="21"/>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1735732" y="3385290"/>
              <a:ext cx="154152" cy="244042"/>
            </a:xfrm>
            <a:custGeom>
              <a:rect b="b" l="l" r="r" t="t"/>
              <a:pathLst>
                <a:path extrusionOk="0" h="2457" w="1552">
                  <a:moveTo>
                    <a:pt x="53" y="0"/>
                  </a:moveTo>
                  <a:cubicBezTo>
                    <a:pt x="0" y="133"/>
                    <a:pt x="0" y="218"/>
                    <a:pt x="121" y="335"/>
                  </a:cubicBezTo>
                  <a:cubicBezTo>
                    <a:pt x="457" y="638"/>
                    <a:pt x="776" y="974"/>
                    <a:pt x="1095" y="1293"/>
                  </a:cubicBezTo>
                  <a:cubicBezTo>
                    <a:pt x="1212" y="1430"/>
                    <a:pt x="1350" y="1547"/>
                    <a:pt x="1467" y="1681"/>
                  </a:cubicBezTo>
                  <a:cubicBezTo>
                    <a:pt x="1499" y="1697"/>
                    <a:pt x="1515" y="1733"/>
                    <a:pt x="1515" y="1765"/>
                  </a:cubicBezTo>
                  <a:lnTo>
                    <a:pt x="1515" y="2020"/>
                  </a:lnTo>
                  <a:lnTo>
                    <a:pt x="1515" y="2323"/>
                  </a:lnTo>
                  <a:cubicBezTo>
                    <a:pt x="1515" y="2355"/>
                    <a:pt x="1499" y="2371"/>
                    <a:pt x="1499" y="2388"/>
                  </a:cubicBezTo>
                  <a:cubicBezTo>
                    <a:pt x="1483" y="2404"/>
                    <a:pt x="1483" y="2424"/>
                    <a:pt x="1483" y="2440"/>
                  </a:cubicBezTo>
                  <a:cubicBezTo>
                    <a:pt x="1467" y="2440"/>
                    <a:pt x="1483" y="2440"/>
                    <a:pt x="1483" y="2456"/>
                  </a:cubicBezTo>
                  <a:lnTo>
                    <a:pt x="1499" y="2440"/>
                  </a:lnTo>
                  <a:cubicBezTo>
                    <a:pt x="1499" y="2424"/>
                    <a:pt x="1515" y="2424"/>
                    <a:pt x="1515" y="2404"/>
                  </a:cubicBezTo>
                  <a:cubicBezTo>
                    <a:pt x="1535" y="2388"/>
                    <a:pt x="1535" y="2355"/>
                    <a:pt x="1535" y="2323"/>
                  </a:cubicBezTo>
                  <a:cubicBezTo>
                    <a:pt x="1552" y="2222"/>
                    <a:pt x="1552" y="2121"/>
                    <a:pt x="1552" y="2020"/>
                  </a:cubicBezTo>
                  <a:lnTo>
                    <a:pt x="1552" y="1765"/>
                  </a:lnTo>
                  <a:cubicBezTo>
                    <a:pt x="1552" y="1717"/>
                    <a:pt x="1515" y="1681"/>
                    <a:pt x="1483" y="1648"/>
                  </a:cubicBezTo>
                  <a:cubicBezTo>
                    <a:pt x="1366" y="1531"/>
                    <a:pt x="1232" y="1414"/>
                    <a:pt x="1111" y="1277"/>
                  </a:cubicBezTo>
                  <a:cubicBezTo>
                    <a:pt x="792" y="958"/>
                    <a:pt x="473" y="622"/>
                    <a:pt x="138" y="319"/>
                  </a:cubicBezTo>
                  <a:cubicBezTo>
                    <a:pt x="37" y="202"/>
                    <a:pt x="37" y="133"/>
                    <a:pt x="69" y="16"/>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1413125" y="1194876"/>
              <a:ext cx="88797" cy="306219"/>
            </a:xfrm>
            <a:custGeom>
              <a:rect b="b" l="l" r="r" t="t"/>
              <a:pathLst>
                <a:path extrusionOk="0" h="3083" w="894">
                  <a:moveTo>
                    <a:pt x="37" y="1"/>
                  </a:moveTo>
                  <a:lnTo>
                    <a:pt x="17" y="17"/>
                  </a:lnTo>
                  <a:cubicBezTo>
                    <a:pt x="0" y="287"/>
                    <a:pt x="53" y="506"/>
                    <a:pt x="202" y="707"/>
                  </a:cubicBezTo>
                  <a:cubicBezTo>
                    <a:pt x="356" y="909"/>
                    <a:pt x="473" y="1128"/>
                    <a:pt x="590" y="1350"/>
                  </a:cubicBezTo>
                  <a:cubicBezTo>
                    <a:pt x="643" y="1467"/>
                    <a:pt x="707" y="1584"/>
                    <a:pt x="776" y="1701"/>
                  </a:cubicBezTo>
                  <a:cubicBezTo>
                    <a:pt x="824" y="1770"/>
                    <a:pt x="824" y="1818"/>
                    <a:pt x="824" y="1887"/>
                  </a:cubicBezTo>
                  <a:lnTo>
                    <a:pt x="824" y="2174"/>
                  </a:lnTo>
                  <a:cubicBezTo>
                    <a:pt x="824" y="2360"/>
                    <a:pt x="845" y="2542"/>
                    <a:pt x="824" y="2727"/>
                  </a:cubicBezTo>
                  <a:lnTo>
                    <a:pt x="824" y="2796"/>
                  </a:lnTo>
                  <a:cubicBezTo>
                    <a:pt x="824" y="2897"/>
                    <a:pt x="808" y="2982"/>
                    <a:pt x="861" y="3083"/>
                  </a:cubicBezTo>
                  <a:lnTo>
                    <a:pt x="877" y="3083"/>
                  </a:lnTo>
                  <a:cubicBezTo>
                    <a:pt x="893" y="3083"/>
                    <a:pt x="893" y="3083"/>
                    <a:pt x="877" y="3067"/>
                  </a:cubicBezTo>
                  <a:cubicBezTo>
                    <a:pt x="845" y="2982"/>
                    <a:pt x="845" y="2897"/>
                    <a:pt x="861" y="2796"/>
                  </a:cubicBezTo>
                  <a:lnTo>
                    <a:pt x="861" y="2743"/>
                  </a:lnTo>
                  <a:lnTo>
                    <a:pt x="861" y="2174"/>
                  </a:lnTo>
                  <a:lnTo>
                    <a:pt x="861" y="1887"/>
                  </a:lnTo>
                  <a:cubicBezTo>
                    <a:pt x="861" y="1818"/>
                    <a:pt x="845" y="1754"/>
                    <a:pt x="808" y="1685"/>
                  </a:cubicBezTo>
                  <a:cubicBezTo>
                    <a:pt x="744" y="1568"/>
                    <a:pt x="675" y="1451"/>
                    <a:pt x="606" y="1330"/>
                  </a:cubicBezTo>
                  <a:cubicBezTo>
                    <a:pt x="489" y="1111"/>
                    <a:pt x="372" y="893"/>
                    <a:pt x="219" y="691"/>
                  </a:cubicBezTo>
                  <a:cubicBezTo>
                    <a:pt x="85" y="489"/>
                    <a:pt x="37" y="287"/>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869817" y="2634492"/>
              <a:ext cx="336314" cy="224077"/>
            </a:xfrm>
            <a:custGeom>
              <a:rect b="b" l="l" r="r" t="t"/>
              <a:pathLst>
                <a:path extrusionOk="0" h="2256" w="3386">
                  <a:moveTo>
                    <a:pt x="3366" y="1"/>
                  </a:moveTo>
                  <a:cubicBezTo>
                    <a:pt x="3047" y="118"/>
                    <a:pt x="2711" y="268"/>
                    <a:pt x="2291" y="453"/>
                  </a:cubicBezTo>
                  <a:cubicBezTo>
                    <a:pt x="1952" y="607"/>
                    <a:pt x="1617" y="740"/>
                    <a:pt x="1281" y="873"/>
                  </a:cubicBezTo>
                  <a:lnTo>
                    <a:pt x="1128" y="942"/>
                  </a:lnTo>
                  <a:cubicBezTo>
                    <a:pt x="893" y="1043"/>
                    <a:pt x="659" y="1144"/>
                    <a:pt x="421" y="1229"/>
                  </a:cubicBezTo>
                  <a:cubicBezTo>
                    <a:pt x="320" y="1277"/>
                    <a:pt x="203" y="1330"/>
                    <a:pt x="85" y="1378"/>
                  </a:cubicBezTo>
                  <a:cubicBezTo>
                    <a:pt x="53" y="1399"/>
                    <a:pt x="1" y="1415"/>
                    <a:pt x="1" y="1479"/>
                  </a:cubicBezTo>
                  <a:lnTo>
                    <a:pt x="1" y="1867"/>
                  </a:lnTo>
                  <a:lnTo>
                    <a:pt x="1" y="2207"/>
                  </a:lnTo>
                  <a:cubicBezTo>
                    <a:pt x="1" y="2223"/>
                    <a:pt x="17" y="2223"/>
                    <a:pt x="33" y="2239"/>
                  </a:cubicBezTo>
                  <a:lnTo>
                    <a:pt x="33" y="2255"/>
                  </a:lnTo>
                  <a:lnTo>
                    <a:pt x="53" y="2255"/>
                  </a:lnTo>
                  <a:cubicBezTo>
                    <a:pt x="69" y="2239"/>
                    <a:pt x="69" y="2239"/>
                    <a:pt x="53" y="2239"/>
                  </a:cubicBezTo>
                  <a:lnTo>
                    <a:pt x="53" y="2223"/>
                  </a:lnTo>
                  <a:lnTo>
                    <a:pt x="33" y="2207"/>
                  </a:lnTo>
                  <a:lnTo>
                    <a:pt x="33" y="1867"/>
                  </a:lnTo>
                  <a:lnTo>
                    <a:pt x="33" y="1479"/>
                  </a:lnTo>
                  <a:cubicBezTo>
                    <a:pt x="33" y="1447"/>
                    <a:pt x="53" y="1415"/>
                    <a:pt x="85" y="1399"/>
                  </a:cubicBezTo>
                  <a:cubicBezTo>
                    <a:pt x="203" y="1346"/>
                    <a:pt x="320" y="1314"/>
                    <a:pt x="437" y="1261"/>
                  </a:cubicBezTo>
                  <a:cubicBezTo>
                    <a:pt x="675" y="1160"/>
                    <a:pt x="910" y="1059"/>
                    <a:pt x="1144" y="974"/>
                  </a:cubicBezTo>
                  <a:lnTo>
                    <a:pt x="1297" y="910"/>
                  </a:lnTo>
                  <a:cubicBezTo>
                    <a:pt x="1617" y="772"/>
                    <a:pt x="1972" y="623"/>
                    <a:pt x="2291" y="490"/>
                  </a:cubicBezTo>
                  <a:cubicBezTo>
                    <a:pt x="2727" y="288"/>
                    <a:pt x="3063" y="150"/>
                    <a:pt x="3366" y="17"/>
                  </a:cubicBezTo>
                  <a:cubicBezTo>
                    <a:pt x="3386" y="17"/>
                    <a:pt x="3386" y="17"/>
                    <a:pt x="3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1923059" y="3418564"/>
              <a:ext cx="147398" cy="245631"/>
            </a:xfrm>
            <a:custGeom>
              <a:rect b="b" l="l" r="r" t="t"/>
              <a:pathLst>
                <a:path extrusionOk="0" h="2473" w="1484">
                  <a:moveTo>
                    <a:pt x="1" y="0"/>
                  </a:moveTo>
                  <a:lnTo>
                    <a:pt x="1" y="17"/>
                  </a:lnTo>
                  <a:cubicBezTo>
                    <a:pt x="17" y="118"/>
                    <a:pt x="86" y="186"/>
                    <a:pt x="154" y="251"/>
                  </a:cubicBezTo>
                  <a:cubicBezTo>
                    <a:pt x="457" y="574"/>
                    <a:pt x="740" y="877"/>
                    <a:pt x="1027" y="1196"/>
                  </a:cubicBezTo>
                  <a:cubicBezTo>
                    <a:pt x="1128" y="1297"/>
                    <a:pt x="1229" y="1414"/>
                    <a:pt x="1330" y="1515"/>
                  </a:cubicBezTo>
                  <a:cubicBezTo>
                    <a:pt x="1415" y="1600"/>
                    <a:pt x="1447" y="1685"/>
                    <a:pt x="1447" y="1802"/>
                  </a:cubicBezTo>
                  <a:cubicBezTo>
                    <a:pt x="1431" y="1919"/>
                    <a:pt x="1431" y="2036"/>
                    <a:pt x="1431" y="2154"/>
                  </a:cubicBezTo>
                  <a:cubicBezTo>
                    <a:pt x="1431" y="2206"/>
                    <a:pt x="1447" y="2271"/>
                    <a:pt x="1431" y="2323"/>
                  </a:cubicBezTo>
                  <a:cubicBezTo>
                    <a:pt x="1431" y="2339"/>
                    <a:pt x="1447" y="2356"/>
                    <a:pt x="1447" y="2356"/>
                  </a:cubicBezTo>
                  <a:cubicBezTo>
                    <a:pt x="1447" y="2392"/>
                    <a:pt x="1447" y="2424"/>
                    <a:pt x="1415" y="2457"/>
                  </a:cubicBezTo>
                  <a:lnTo>
                    <a:pt x="1415" y="2473"/>
                  </a:lnTo>
                  <a:lnTo>
                    <a:pt x="1431" y="2473"/>
                  </a:lnTo>
                  <a:cubicBezTo>
                    <a:pt x="1467" y="2440"/>
                    <a:pt x="1467" y="2392"/>
                    <a:pt x="1467" y="2356"/>
                  </a:cubicBezTo>
                  <a:lnTo>
                    <a:pt x="1467" y="2323"/>
                  </a:lnTo>
                  <a:lnTo>
                    <a:pt x="1467" y="2154"/>
                  </a:lnTo>
                  <a:lnTo>
                    <a:pt x="1467" y="1802"/>
                  </a:lnTo>
                  <a:cubicBezTo>
                    <a:pt x="1483" y="1685"/>
                    <a:pt x="1431" y="1584"/>
                    <a:pt x="1346" y="1499"/>
                  </a:cubicBezTo>
                  <a:cubicBezTo>
                    <a:pt x="1245" y="1382"/>
                    <a:pt x="1144" y="1281"/>
                    <a:pt x="1043" y="1180"/>
                  </a:cubicBezTo>
                  <a:cubicBezTo>
                    <a:pt x="760" y="857"/>
                    <a:pt x="473" y="554"/>
                    <a:pt x="187" y="235"/>
                  </a:cubicBezTo>
                  <a:cubicBezTo>
                    <a:pt x="118" y="170"/>
                    <a:pt x="53"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1732455" y="3231138"/>
              <a:ext cx="159019" cy="250895"/>
            </a:xfrm>
            <a:custGeom>
              <a:rect b="b" l="l" r="r" t="t"/>
              <a:pathLst>
                <a:path extrusionOk="0" h="2526" w="1601">
                  <a:moveTo>
                    <a:pt x="102" y="1"/>
                  </a:moveTo>
                  <a:cubicBezTo>
                    <a:pt x="86" y="1"/>
                    <a:pt x="86" y="1"/>
                    <a:pt x="86" y="17"/>
                  </a:cubicBezTo>
                  <a:cubicBezTo>
                    <a:pt x="53" y="86"/>
                    <a:pt x="1" y="203"/>
                    <a:pt x="102" y="288"/>
                  </a:cubicBezTo>
                  <a:cubicBezTo>
                    <a:pt x="288" y="474"/>
                    <a:pt x="474" y="676"/>
                    <a:pt x="639" y="861"/>
                  </a:cubicBezTo>
                  <a:cubicBezTo>
                    <a:pt x="861" y="1096"/>
                    <a:pt x="1063" y="1330"/>
                    <a:pt x="1282" y="1532"/>
                  </a:cubicBezTo>
                  <a:cubicBezTo>
                    <a:pt x="1500" y="1734"/>
                    <a:pt x="1568" y="1956"/>
                    <a:pt x="1532" y="2239"/>
                  </a:cubicBezTo>
                  <a:lnTo>
                    <a:pt x="1532" y="2259"/>
                  </a:lnTo>
                  <a:lnTo>
                    <a:pt x="1532" y="2360"/>
                  </a:lnTo>
                  <a:cubicBezTo>
                    <a:pt x="1548" y="2392"/>
                    <a:pt x="1532" y="2425"/>
                    <a:pt x="1532" y="2461"/>
                  </a:cubicBezTo>
                  <a:cubicBezTo>
                    <a:pt x="1516" y="2477"/>
                    <a:pt x="1516" y="2493"/>
                    <a:pt x="1516" y="2510"/>
                  </a:cubicBezTo>
                  <a:cubicBezTo>
                    <a:pt x="1500" y="2526"/>
                    <a:pt x="1516" y="2526"/>
                    <a:pt x="1516" y="2526"/>
                  </a:cubicBezTo>
                  <a:lnTo>
                    <a:pt x="1532" y="2526"/>
                  </a:lnTo>
                  <a:cubicBezTo>
                    <a:pt x="1532" y="2510"/>
                    <a:pt x="1548" y="2493"/>
                    <a:pt x="1548" y="2477"/>
                  </a:cubicBezTo>
                  <a:cubicBezTo>
                    <a:pt x="1568" y="2441"/>
                    <a:pt x="1585" y="2392"/>
                    <a:pt x="1568" y="2340"/>
                  </a:cubicBezTo>
                  <a:cubicBezTo>
                    <a:pt x="1548" y="2324"/>
                    <a:pt x="1548" y="2291"/>
                    <a:pt x="1568" y="2259"/>
                  </a:cubicBezTo>
                  <a:lnTo>
                    <a:pt x="1568" y="2239"/>
                  </a:lnTo>
                  <a:cubicBezTo>
                    <a:pt x="1601" y="1956"/>
                    <a:pt x="1516" y="1718"/>
                    <a:pt x="1298" y="1516"/>
                  </a:cubicBezTo>
                  <a:cubicBezTo>
                    <a:pt x="1080" y="1298"/>
                    <a:pt x="878" y="1079"/>
                    <a:pt x="676" y="845"/>
                  </a:cubicBezTo>
                  <a:cubicBezTo>
                    <a:pt x="490" y="659"/>
                    <a:pt x="304" y="457"/>
                    <a:pt x="118" y="255"/>
                  </a:cubicBezTo>
                  <a:cubicBezTo>
                    <a:pt x="53" y="203"/>
                    <a:pt x="53" y="138"/>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687655" y="2111348"/>
              <a:ext cx="135380" cy="185440"/>
            </a:xfrm>
            <a:custGeom>
              <a:rect b="b" l="l" r="r" t="t"/>
              <a:pathLst>
                <a:path extrusionOk="0" h="1867" w="1363">
                  <a:moveTo>
                    <a:pt x="1281" y="0"/>
                  </a:moveTo>
                  <a:cubicBezTo>
                    <a:pt x="1261" y="16"/>
                    <a:pt x="1261" y="16"/>
                    <a:pt x="1261" y="32"/>
                  </a:cubicBezTo>
                  <a:cubicBezTo>
                    <a:pt x="1330" y="234"/>
                    <a:pt x="1180" y="303"/>
                    <a:pt x="1043" y="352"/>
                  </a:cubicBezTo>
                  <a:cubicBezTo>
                    <a:pt x="857" y="436"/>
                    <a:pt x="691" y="537"/>
                    <a:pt x="522" y="622"/>
                  </a:cubicBezTo>
                  <a:cubicBezTo>
                    <a:pt x="372" y="707"/>
                    <a:pt x="235" y="772"/>
                    <a:pt x="85" y="840"/>
                  </a:cubicBezTo>
                  <a:cubicBezTo>
                    <a:pt x="33" y="873"/>
                    <a:pt x="1" y="909"/>
                    <a:pt x="1" y="958"/>
                  </a:cubicBezTo>
                  <a:lnTo>
                    <a:pt x="1" y="1818"/>
                  </a:lnTo>
                  <a:cubicBezTo>
                    <a:pt x="1" y="1834"/>
                    <a:pt x="17" y="1850"/>
                    <a:pt x="17" y="1850"/>
                  </a:cubicBezTo>
                  <a:lnTo>
                    <a:pt x="33" y="1866"/>
                  </a:lnTo>
                  <a:lnTo>
                    <a:pt x="49" y="1866"/>
                  </a:lnTo>
                  <a:lnTo>
                    <a:pt x="49" y="1850"/>
                  </a:lnTo>
                  <a:lnTo>
                    <a:pt x="49" y="1834"/>
                  </a:lnTo>
                  <a:cubicBezTo>
                    <a:pt x="33" y="1834"/>
                    <a:pt x="33" y="1818"/>
                    <a:pt x="33" y="1818"/>
                  </a:cubicBezTo>
                  <a:lnTo>
                    <a:pt x="33" y="958"/>
                  </a:lnTo>
                  <a:cubicBezTo>
                    <a:pt x="33" y="925"/>
                    <a:pt x="49" y="889"/>
                    <a:pt x="85" y="873"/>
                  </a:cubicBezTo>
                  <a:cubicBezTo>
                    <a:pt x="235" y="808"/>
                    <a:pt x="388" y="723"/>
                    <a:pt x="538" y="638"/>
                  </a:cubicBezTo>
                  <a:cubicBezTo>
                    <a:pt x="708" y="554"/>
                    <a:pt x="877" y="453"/>
                    <a:pt x="1059" y="384"/>
                  </a:cubicBezTo>
                  <a:cubicBezTo>
                    <a:pt x="1196" y="319"/>
                    <a:pt x="1362" y="251"/>
                    <a:pt x="1297" y="32"/>
                  </a:cubicBezTo>
                  <a:lnTo>
                    <a:pt x="1297" y="16"/>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1378162" y="3441806"/>
              <a:ext cx="4966" cy="98828"/>
            </a:xfrm>
            <a:custGeom>
              <a:rect b="b" l="l" r="r" t="t"/>
              <a:pathLst>
                <a:path extrusionOk="0" h="995" w="50">
                  <a:moveTo>
                    <a:pt x="17" y="1"/>
                  </a:moveTo>
                  <a:cubicBezTo>
                    <a:pt x="1" y="1"/>
                    <a:pt x="1" y="1"/>
                    <a:pt x="1" y="17"/>
                  </a:cubicBezTo>
                  <a:lnTo>
                    <a:pt x="1" y="219"/>
                  </a:lnTo>
                  <a:lnTo>
                    <a:pt x="1" y="809"/>
                  </a:lnTo>
                  <a:cubicBezTo>
                    <a:pt x="1" y="877"/>
                    <a:pt x="1" y="946"/>
                    <a:pt x="17" y="994"/>
                  </a:cubicBezTo>
                  <a:lnTo>
                    <a:pt x="33" y="994"/>
                  </a:lnTo>
                  <a:cubicBezTo>
                    <a:pt x="49" y="994"/>
                    <a:pt x="49" y="994"/>
                    <a:pt x="49" y="978"/>
                  </a:cubicBezTo>
                  <a:cubicBezTo>
                    <a:pt x="33" y="926"/>
                    <a:pt x="17" y="877"/>
                    <a:pt x="17" y="809"/>
                  </a:cubicBezTo>
                  <a:lnTo>
                    <a:pt x="17" y="219"/>
                  </a:lnTo>
                  <a:lnTo>
                    <a:pt x="1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1744175" y="2950346"/>
              <a:ext cx="147299" cy="242452"/>
            </a:xfrm>
            <a:custGeom>
              <a:rect b="b" l="l" r="r" t="t"/>
              <a:pathLst>
                <a:path extrusionOk="0" h="2441" w="1483">
                  <a:moveTo>
                    <a:pt x="16" y="0"/>
                  </a:moveTo>
                  <a:lnTo>
                    <a:pt x="0" y="16"/>
                  </a:lnTo>
                  <a:lnTo>
                    <a:pt x="0" y="36"/>
                  </a:lnTo>
                  <a:cubicBezTo>
                    <a:pt x="16" y="36"/>
                    <a:pt x="16" y="53"/>
                    <a:pt x="36" y="53"/>
                  </a:cubicBezTo>
                  <a:cubicBezTo>
                    <a:pt x="53" y="69"/>
                    <a:pt x="85" y="85"/>
                    <a:pt x="101" y="101"/>
                  </a:cubicBezTo>
                  <a:cubicBezTo>
                    <a:pt x="218" y="255"/>
                    <a:pt x="339" y="404"/>
                    <a:pt x="457" y="558"/>
                  </a:cubicBezTo>
                  <a:lnTo>
                    <a:pt x="1212" y="1467"/>
                  </a:lnTo>
                  <a:cubicBezTo>
                    <a:pt x="1382" y="1669"/>
                    <a:pt x="1450" y="1854"/>
                    <a:pt x="1414" y="2056"/>
                  </a:cubicBezTo>
                  <a:lnTo>
                    <a:pt x="1414" y="2238"/>
                  </a:lnTo>
                  <a:lnTo>
                    <a:pt x="1414" y="2291"/>
                  </a:lnTo>
                  <a:cubicBezTo>
                    <a:pt x="1414" y="2323"/>
                    <a:pt x="1414" y="2375"/>
                    <a:pt x="1398" y="2424"/>
                  </a:cubicBezTo>
                  <a:cubicBezTo>
                    <a:pt x="1382" y="2424"/>
                    <a:pt x="1398" y="2424"/>
                    <a:pt x="1398" y="2440"/>
                  </a:cubicBezTo>
                  <a:lnTo>
                    <a:pt x="1414" y="2424"/>
                  </a:lnTo>
                  <a:cubicBezTo>
                    <a:pt x="1450" y="2392"/>
                    <a:pt x="1450" y="2339"/>
                    <a:pt x="1450" y="2291"/>
                  </a:cubicBezTo>
                  <a:lnTo>
                    <a:pt x="1450" y="2238"/>
                  </a:lnTo>
                  <a:cubicBezTo>
                    <a:pt x="1430" y="2173"/>
                    <a:pt x="1430" y="2121"/>
                    <a:pt x="1450" y="2056"/>
                  </a:cubicBezTo>
                  <a:cubicBezTo>
                    <a:pt x="1483" y="1834"/>
                    <a:pt x="1414" y="1652"/>
                    <a:pt x="1248" y="1450"/>
                  </a:cubicBezTo>
                  <a:cubicBezTo>
                    <a:pt x="978" y="1147"/>
                    <a:pt x="723" y="844"/>
                    <a:pt x="473" y="541"/>
                  </a:cubicBezTo>
                  <a:cubicBezTo>
                    <a:pt x="356" y="388"/>
                    <a:pt x="238" y="238"/>
                    <a:pt x="117" y="85"/>
                  </a:cubicBezTo>
                  <a:cubicBezTo>
                    <a:pt x="101" y="69"/>
                    <a:pt x="69" y="53"/>
                    <a:pt x="53" y="36"/>
                  </a:cubicBezTo>
                  <a:cubicBezTo>
                    <a:pt x="36" y="16"/>
                    <a:pt x="36" y="16"/>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2083569" y="2283478"/>
              <a:ext cx="98828" cy="227156"/>
            </a:xfrm>
            <a:custGeom>
              <a:rect b="b" l="l" r="r" t="t"/>
              <a:pathLst>
                <a:path extrusionOk="0" h="2287" w="995">
                  <a:moveTo>
                    <a:pt x="53" y="0"/>
                  </a:moveTo>
                  <a:cubicBezTo>
                    <a:pt x="17" y="33"/>
                    <a:pt x="17" y="65"/>
                    <a:pt x="17" y="85"/>
                  </a:cubicBezTo>
                  <a:lnTo>
                    <a:pt x="17" y="267"/>
                  </a:lnTo>
                  <a:cubicBezTo>
                    <a:pt x="17" y="368"/>
                    <a:pt x="17" y="469"/>
                    <a:pt x="1" y="570"/>
                  </a:cubicBezTo>
                  <a:cubicBezTo>
                    <a:pt x="1" y="671"/>
                    <a:pt x="53" y="756"/>
                    <a:pt x="85" y="840"/>
                  </a:cubicBezTo>
                  <a:lnTo>
                    <a:pt x="102" y="840"/>
                  </a:lnTo>
                  <a:cubicBezTo>
                    <a:pt x="320" y="1244"/>
                    <a:pt x="590" y="1717"/>
                    <a:pt x="861" y="2186"/>
                  </a:cubicBezTo>
                  <a:cubicBezTo>
                    <a:pt x="877" y="2186"/>
                    <a:pt x="877" y="2206"/>
                    <a:pt x="877" y="2206"/>
                  </a:cubicBezTo>
                  <a:cubicBezTo>
                    <a:pt x="893" y="2238"/>
                    <a:pt x="910" y="2287"/>
                    <a:pt x="978" y="2287"/>
                  </a:cubicBezTo>
                  <a:cubicBezTo>
                    <a:pt x="978" y="2287"/>
                    <a:pt x="994" y="2287"/>
                    <a:pt x="994" y="2270"/>
                  </a:cubicBezTo>
                  <a:lnTo>
                    <a:pt x="978" y="2254"/>
                  </a:lnTo>
                  <a:cubicBezTo>
                    <a:pt x="926" y="2254"/>
                    <a:pt x="926" y="2238"/>
                    <a:pt x="910" y="2206"/>
                  </a:cubicBezTo>
                  <a:cubicBezTo>
                    <a:pt x="893" y="2186"/>
                    <a:pt x="893" y="2186"/>
                    <a:pt x="893" y="2169"/>
                  </a:cubicBezTo>
                  <a:cubicBezTo>
                    <a:pt x="607" y="1701"/>
                    <a:pt x="336" y="1228"/>
                    <a:pt x="118" y="840"/>
                  </a:cubicBezTo>
                  <a:lnTo>
                    <a:pt x="118" y="824"/>
                  </a:lnTo>
                  <a:cubicBezTo>
                    <a:pt x="69" y="739"/>
                    <a:pt x="17" y="655"/>
                    <a:pt x="33" y="570"/>
                  </a:cubicBezTo>
                  <a:lnTo>
                    <a:pt x="33" y="267"/>
                  </a:lnTo>
                  <a:lnTo>
                    <a:pt x="33" y="85"/>
                  </a:lnTo>
                  <a:cubicBezTo>
                    <a:pt x="33" y="49"/>
                    <a:pt x="53" y="3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1923059" y="2604397"/>
              <a:ext cx="147398" cy="282580"/>
            </a:xfrm>
            <a:custGeom>
              <a:rect b="b" l="l" r="r" t="t"/>
              <a:pathLst>
                <a:path extrusionOk="0" h="2845" w="1484">
                  <a:moveTo>
                    <a:pt x="53" y="1"/>
                  </a:moveTo>
                  <a:cubicBezTo>
                    <a:pt x="53" y="1"/>
                    <a:pt x="33" y="1"/>
                    <a:pt x="33" y="17"/>
                  </a:cubicBezTo>
                  <a:cubicBezTo>
                    <a:pt x="17" y="86"/>
                    <a:pt x="17" y="167"/>
                    <a:pt x="17" y="235"/>
                  </a:cubicBezTo>
                  <a:cubicBezTo>
                    <a:pt x="17" y="288"/>
                    <a:pt x="33" y="352"/>
                    <a:pt x="17" y="405"/>
                  </a:cubicBezTo>
                  <a:cubicBezTo>
                    <a:pt x="1" y="591"/>
                    <a:pt x="53" y="756"/>
                    <a:pt x="187" y="926"/>
                  </a:cubicBezTo>
                  <a:cubicBezTo>
                    <a:pt x="336" y="1144"/>
                    <a:pt x="490" y="1362"/>
                    <a:pt x="639" y="1580"/>
                  </a:cubicBezTo>
                  <a:cubicBezTo>
                    <a:pt x="793" y="1803"/>
                    <a:pt x="942" y="2021"/>
                    <a:pt x="1096" y="2239"/>
                  </a:cubicBezTo>
                  <a:cubicBezTo>
                    <a:pt x="1128" y="2271"/>
                    <a:pt x="1144" y="2324"/>
                    <a:pt x="1180" y="2372"/>
                  </a:cubicBezTo>
                  <a:cubicBezTo>
                    <a:pt x="1229" y="2457"/>
                    <a:pt x="1298" y="2558"/>
                    <a:pt x="1399" y="2627"/>
                  </a:cubicBezTo>
                  <a:cubicBezTo>
                    <a:pt x="1415" y="2659"/>
                    <a:pt x="1431" y="2712"/>
                    <a:pt x="1431" y="2760"/>
                  </a:cubicBezTo>
                  <a:cubicBezTo>
                    <a:pt x="1447" y="2776"/>
                    <a:pt x="1447" y="2813"/>
                    <a:pt x="1447" y="2829"/>
                  </a:cubicBezTo>
                  <a:lnTo>
                    <a:pt x="1467" y="2845"/>
                  </a:lnTo>
                  <a:cubicBezTo>
                    <a:pt x="1483" y="2845"/>
                    <a:pt x="1483" y="2829"/>
                    <a:pt x="1483" y="2829"/>
                  </a:cubicBezTo>
                  <a:cubicBezTo>
                    <a:pt x="1467" y="2792"/>
                    <a:pt x="1467" y="2776"/>
                    <a:pt x="1467" y="2760"/>
                  </a:cubicBezTo>
                  <a:cubicBezTo>
                    <a:pt x="1447" y="2691"/>
                    <a:pt x="1447" y="2643"/>
                    <a:pt x="1415" y="2611"/>
                  </a:cubicBezTo>
                  <a:cubicBezTo>
                    <a:pt x="1314" y="2542"/>
                    <a:pt x="1265" y="2441"/>
                    <a:pt x="1197" y="2356"/>
                  </a:cubicBezTo>
                  <a:cubicBezTo>
                    <a:pt x="1180" y="2308"/>
                    <a:pt x="1144" y="2255"/>
                    <a:pt x="1112" y="2223"/>
                  </a:cubicBezTo>
                  <a:cubicBezTo>
                    <a:pt x="962" y="2005"/>
                    <a:pt x="809" y="1782"/>
                    <a:pt x="659" y="1564"/>
                  </a:cubicBezTo>
                  <a:cubicBezTo>
                    <a:pt x="506" y="1346"/>
                    <a:pt x="356" y="1128"/>
                    <a:pt x="203" y="910"/>
                  </a:cubicBezTo>
                  <a:cubicBezTo>
                    <a:pt x="69" y="740"/>
                    <a:pt x="33" y="591"/>
                    <a:pt x="53" y="405"/>
                  </a:cubicBezTo>
                  <a:lnTo>
                    <a:pt x="53" y="235"/>
                  </a:lnTo>
                  <a:cubicBezTo>
                    <a:pt x="53" y="167"/>
                    <a:pt x="53" y="86"/>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1414714" y="1833635"/>
              <a:ext cx="82340" cy="212357"/>
            </a:xfrm>
            <a:custGeom>
              <a:rect b="b" l="l" r="r" t="t"/>
              <a:pathLst>
                <a:path extrusionOk="0" h="2138" w="829">
                  <a:moveTo>
                    <a:pt x="1" y="1"/>
                  </a:moveTo>
                  <a:lnTo>
                    <a:pt x="1" y="17"/>
                  </a:lnTo>
                  <a:cubicBezTo>
                    <a:pt x="85" y="102"/>
                    <a:pt x="154" y="203"/>
                    <a:pt x="203" y="304"/>
                  </a:cubicBezTo>
                  <a:cubicBezTo>
                    <a:pt x="255" y="372"/>
                    <a:pt x="287" y="437"/>
                    <a:pt x="340" y="490"/>
                  </a:cubicBezTo>
                  <a:cubicBezTo>
                    <a:pt x="372" y="538"/>
                    <a:pt x="404" y="591"/>
                    <a:pt x="425" y="639"/>
                  </a:cubicBezTo>
                  <a:cubicBezTo>
                    <a:pt x="473" y="708"/>
                    <a:pt x="505" y="776"/>
                    <a:pt x="558" y="825"/>
                  </a:cubicBezTo>
                  <a:cubicBezTo>
                    <a:pt x="590" y="877"/>
                    <a:pt x="606" y="926"/>
                    <a:pt x="606" y="978"/>
                  </a:cubicBezTo>
                  <a:lnTo>
                    <a:pt x="606" y="1196"/>
                  </a:lnTo>
                  <a:cubicBezTo>
                    <a:pt x="606" y="1346"/>
                    <a:pt x="606" y="1499"/>
                    <a:pt x="590" y="1649"/>
                  </a:cubicBezTo>
                  <a:cubicBezTo>
                    <a:pt x="558" y="1867"/>
                    <a:pt x="659" y="2004"/>
                    <a:pt x="808" y="2138"/>
                  </a:cubicBezTo>
                  <a:lnTo>
                    <a:pt x="829" y="2138"/>
                  </a:lnTo>
                  <a:lnTo>
                    <a:pt x="829" y="2122"/>
                  </a:lnTo>
                  <a:cubicBezTo>
                    <a:pt x="691" y="1988"/>
                    <a:pt x="590" y="1867"/>
                    <a:pt x="627" y="1649"/>
                  </a:cubicBezTo>
                  <a:cubicBezTo>
                    <a:pt x="643" y="1499"/>
                    <a:pt x="643" y="1346"/>
                    <a:pt x="627" y="1196"/>
                  </a:cubicBezTo>
                  <a:lnTo>
                    <a:pt x="627" y="978"/>
                  </a:lnTo>
                  <a:cubicBezTo>
                    <a:pt x="627" y="926"/>
                    <a:pt x="627" y="857"/>
                    <a:pt x="574" y="809"/>
                  </a:cubicBezTo>
                  <a:cubicBezTo>
                    <a:pt x="526" y="756"/>
                    <a:pt x="489" y="691"/>
                    <a:pt x="457" y="623"/>
                  </a:cubicBezTo>
                  <a:cubicBezTo>
                    <a:pt x="425" y="574"/>
                    <a:pt x="388" y="522"/>
                    <a:pt x="356" y="473"/>
                  </a:cubicBezTo>
                  <a:cubicBezTo>
                    <a:pt x="304" y="421"/>
                    <a:pt x="271" y="352"/>
                    <a:pt x="239" y="288"/>
                  </a:cubicBezTo>
                  <a:cubicBezTo>
                    <a:pt x="170" y="187"/>
                    <a:pt x="102" y="86"/>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608990" y="1746626"/>
              <a:ext cx="5364" cy="77076"/>
            </a:xfrm>
            <a:custGeom>
              <a:rect b="b" l="l" r="r" t="t"/>
              <a:pathLst>
                <a:path extrusionOk="0" h="776" w="54">
                  <a:moveTo>
                    <a:pt x="1" y="0"/>
                  </a:moveTo>
                  <a:lnTo>
                    <a:pt x="1" y="16"/>
                  </a:lnTo>
                  <a:cubicBezTo>
                    <a:pt x="17" y="137"/>
                    <a:pt x="17" y="255"/>
                    <a:pt x="17" y="372"/>
                  </a:cubicBezTo>
                  <a:cubicBezTo>
                    <a:pt x="17" y="440"/>
                    <a:pt x="1" y="505"/>
                    <a:pt x="17" y="590"/>
                  </a:cubicBezTo>
                  <a:lnTo>
                    <a:pt x="17" y="642"/>
                  </a:lnTo>
                  <a:cubicBezTo>
                    <a:pt x="1" y="691"/>
                    <a:pt x="1" y="723"/>
                    <a:pt x="33" y="776"/>
                  </a:cubicBezTo>
                  <a:lnTo>
                    <a:pt x="53" y="776"/>
                  </a:lnTo>
                  <a:lnTo>
                    <a:pt x="53" y="760"/>
                  </a:lnTo>
                  <a:cubicBezTo>
                    <a:pt x="33" y="723"/>
                    <a:pt x="33" y="691"/>
                    <a:pt x="33" y="642"/>
                  </a:cubicBezTo>
                  <a:lnTo>
                    <a:pt x="33" y="590"/>
                  </a:lnTo>
                  <a:lnTo>
                    <a:pt x="33" y="372"/>
                  </a:lnTo>
                  <a:cubicBezTo>
                    <a:pt x="33" y="255"/>
                    <a:pt x="33" y="137"/>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1921470" y="2893731"/>
              <a:ext cx="148988" cy="255663"/>
            </a:xfrm>
            <a:custGeom>
              <a:rect b="b" l="l" r="r" t="t"/>
              <a:pathLst>
                <a:path extrusionOk="0" h="2574" w="1500">
                  <a:moveTo>
                    <a:pt x="69" y="1"/>
                  </a:moveTo>
                  <a:cubicBezTo>
                    <a:pt x="17" y="304"/>
                    <a:pt x="1" y="623"/>
                    <a:pt x="251" y="909"/>
                  </a:cubicBezTo>
                  <a:cubicBezTo>
                    <a:pt x="453" y="1144"/>
                    <a:pt x="655" y="1414"/>
                    <a:pt x="841" y="1665"/>
                  </a:cubicBezTo>
                  <a:cubicBezTo>
                    <a:pt x="926" y="1782"/>
                    <a:pt x="1011" y="1899"/>
                    <a:pt x="1112" y="2020"/>
                  </a:cubicBezTo>
                  <a:cubicBezTo>
                    <a:pt x="1196" y="2138"/>
                    <a:pt x="1281" y="2239"/>
                    <a:pt x="1398" y="2372"/>
                  </a:cubicBezTo>
                  <a:cubicBezTo>
                    <a:pt x="1431" y="2404"/>
                    <a:pt x="1431" y="2457"/>
                    <a:pt x="1447" y="2505"/>
                  </a:cubicBezTo>
                  <a:cubicBezTo>
                    <a:pt x="1463" y="2525"/>
                    <a:pt x="1463" y="2541"/>
                    <a:pt x="1463" y="2574"/>
                  </a:cubicBezTo>
                  <a:lnTo>
                    <a:pt x="1483" y="2574"/>
                  </a:lnTo>
                  <a:cubicBezTo>
                    <a:pt x="1499" y="2574"/>
                    <a:pt x="1499" y="2558"/>
                    <a:pt x="1499" y="2558"/>
                  </a:cubicBezTo>
                  <a:cubicBezTo>
                    <a:pt x="1483" y="2541"/>
                    <a:pt x="1483" y="2525"/>
                    <a:pt x="1483" y="2489"/>
                  </a:cubicBezTo>
                  <a:cubicBezTo>
                    <a:pt x="1463" y="2440"/>
                    <a:pt x="1447" y="2388"/>
                    <a:pt x="1415" y="2356"/>
                  </a:cubicBezTo>
                  <a:cubicBezTo>
                    <a:pt x="1314" y="2222"/>
                    <a:pt x="1213" y="2121"/>
                    <a:pt x="1128" y="2000"/>
                  </a:cubicBezTo>
                  <a:cubicBezTo>
                    <a:pt x="1043" y="1883"/>
                    <a:pt x="942" y="1766"/>
                    <a:pt x="857" y="1649"/>
                  </a:cubicBezTo>
                  <a:cubicBezTo>
                    <a:pt x="675" y="1394"/>
                    <a:pt x="473" y="1128"/>
                    <a:pt x="271" y="889"/>
                  </a:cubicBezTo>
                  <a:cubicBezTo>
                    <a:pt x="17" y="606"/>
                    <a:pt x="33" y="304"/>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086747" y="2696372"/>
              <a:ext cx="95650" cy="133691"/>
            </a:xfrm>
            <a:custGeom>
              <a:rect b="b" l="l" r="r" t="t"/>
              <a:pathLst>
                <a:path extrusionOk="0" h="1346" w="963">
                  <a:moveTo>
                    <a:pt x="1" y="0"/>
                  </a:moveTo>
                  <a:cubicBezTo>
                    <a:pt x="1" y="16"/>
                    <a:pt x="1" y="16"/>
                    <a:pt x="21" y="16"/>
                  </a:cubicBezTo>
                  <a:cubicBezTo>
                    <a:pt x="70" y="48"/>
                    <a:pt x="102" y="101"/>
                    <a:pt x="138" y="170"/>
                  </a:cubicBezTo>
                  <a:cubicBezTo>
                    <a:pt x="154" y="186"/>
                    <a:pt x="154" y="218"/>
                    <a:pt x="171" y="234"/>
                  </a:cubicBezTo>
                  <a:cubicBezTo>
                    <a:pt x="223" y="319"/>
                    <a:pt x="272" y="404"/>
                    <a:pt x="340" y="489"/>
                  </a:cubicBezTo>
                  <a:cubicBezTo>
                    <a:pt x="457" y="675"/>
                    <a:pt x="591" y="893"/>
                    <a:pt x="728" y="1079"/>
                  </a:cubicBezTo>
                  <a:cubicBezTo>
                    <a:pt x="744" y="1111"/>
                    <a:pt x="760" y="1127"/>
                    <a:pt x="777" y="1159"/>
                  </a:cubicBezTo>
                  <a:cubicBezTo>
                    <a:pt x="809" y="1228"/>
                    <a:pt x="845" y="1313"/>
                    <a:pt x="930" y="1345"/>
                  </a:cubicBezTo>
                  <a:lnTo>
                    <a:pt x="946" y="1345"/>
                  </a:lnTo>
                  <a:cubicBezTo>
                    <a:pt x="962" y="1329"/>
                    <a:pt x="946" y="1329"/>
                    <a:pt x="946" y="1313"/>
                  </a:cubicBezTo>
                  <a:cubicBezTo>
                    <a:pt x="861" y="1297"/>
                    <a:pt x="829" y="1228"/>
                    <a:pt x="793" y="1143"/>
                  </a:cubicBezTo>
                  <a:cubicBezTo>
                    <a:pt x="777" y="1127"/>
                    <a:pt x="777" y="1095"/>
                    <a:pt x="744" y="1058"/>
                  </a:cubicBezTo>
                  <a:cubicBezTo>
                    <a:pt x="607" y="877"/>
                    <a:pt x="490" y="675"/>
                    <a:pt x="356" y="473"/>
                  </a:cubicBezTo>
                  <a:cubicBezTo>
                    <a:pt x="304" y="388"/>
                    <a:pt x="255" y="303"/>
                    <a:pt x="187" y="218"/>
                  </a:cubicBezTo>
                  <a:cubicBezTo>
                    <a:pt x="187" y="202"/>
                    <a:pt x="171" y="170"/>
                    <a:pt x="154" y="149"/>
                  </a:cubicBezTo>
                  <a:cubicBezTo>
                    <a:pt x="122" y="101"/>
                    <a:pt x="102" y="32"/>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515525" y="2375353"/>
              <a:ext cx="122070" cy="57013"/>
            </a:xfrm>
            <a:custGeom>
              <a:rect b="b" l="l" r="r" t="t"/>
              <a:pathLst>
                <a:path extrusionOk="0" h="574" w="1229">
                  <a:moveTo>
                    <a:pt x="1213" y="0"/>
                  </a:moveTo>
                  <a:cubicBezTo>
                    <a:pt x="958" y="101"/>
                    <a:pt x="724" y="218"/>
                    <a:pt x="489" y="336"/>
                  </a:cubicBezTo>
                  <a:cubicBezTo>
                    <a:pt x="421" y="372"/>
                    <a:pt x="352" y="404"/>
                    <a:pt x="287" y="437"/>
                  </a:cubicBezTo>
                  <a:cubicBezTo>
                    <a:pt x="251" y="453"/>
                    <a:pt x="235" y="473"/>
                    <a:pt x="219" y="489"/>
                  </a:cubicBezTo>
                  <a:cubicBezTo>
                    <a:pt x="163" y="515"/>
                    <a:pt x="120" y="542"/>
                    <a:pt x="60" y="542"/>
                  </a:cubicBezTo>
                  <a:cubicBezTo>
                    <a:pt x="47" y="542"/>
                    <a:pt x="32" y="541"/>
                    <a:pt x="17" y="538"/>
                  </a:cubicBezTo>
                  <a:lnTo>
                    <a:pt x="1" y="554"/>
                  </a:lnTo>
                  <a:cubicBezTo>
                    <a:pt x="1" y="554"/>
                    <a:pt x="17" y="554"/>
                    <a:pt x="17" y="574"/>
                  </a:cubicBezTo>
                  <a:lnTo>
                    <a:pt x="65" y="574"/>
                  </a:lnTo>
                  <a:cubicBezTo>
                    <a:pt x="134" y="574"/>
                    <a:pt x="186" y="538"/>
                    <a:pt x="235" y="505"/>
                  </a:cubicBezTo>
                  <a:cubicBezTo>
                    <a:pt x="251" y="489"/>
                    <a:pt x="267" y="473"/>
                    <a:pt x="287" y="473"/>
                  </a:cubicBezTo>
                  <a:cubicBezTo>
                    <a:pt x="368" y="437"/>
                    <a:pt x="437" y="404"/>
                    <a:pt x="506" y="352"/>
                  </a:cubicBezTo>
                  <a:cubicBezTo>
                    <a:pt x="740" y="251"/>
                    <a:pt x="974" y="117"/>
                    <a:pt x="1229" y="16"/>
                  </a:cubicBezTo>
                  <a:lnTo>
                    <a:pt x="12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1523475" y="3533682"/>
              <a:ext cx="178984" cy="200736"/>
            </a:xfrm>
            <a:custGeom>
              <a:rect b="b" l="l" r="r" t="t"/>
              <a:pathLst>
                <a:path extrusionOk="0" h="2021" w="1802">
                  <a:moveTo>
                    <a:pt x="16" y="1"/>
                  </a:moveTo>
                  <a:lnTo>
                    <a:pt x="0" y="21"/>
                  </a:lnTo>
                  <a:cubicBezTo>
                    <a:pt x="0" y="37"/>
                    <a:pt x="16" y="37"/>
                    <a:pt x="16" y="37"/>
                  </a:cubicBezTo>
                  <a:cubicBezTo>
                    <a:pt x="69" y="37"/>
                    <a:pt x="85" y="69"/>
                    <a:pt x="117" y="86"/>
                  </a:cubicBezTo>
                  <a:cubicBezTo>
                    <a:pt x="138" y="102"/>
                    <a:pt x="138" y="102"/>
                    <a:pt x="154" y="122"/>
                  </a:cubicBezTo>
                  <a:cubicBezTo>
                    <a:pt x="271" y="223"/>
                    <a:pt x="388" y="340"/>
                    <a:pt x="521" y="457"/>
                  </a:cubicBezTo>
                  <a:cubicBezTo>
                    <a:pt x="893" y="793"/>
                    <a:pt x="1265" y="1132"/>
                    <a:pt x="1653" y="1467"/>
                  </a:cubicBezTo>
                  <a:cubicBezTo>
                    <a:pt x="1753" y="1552"/>
                    <a:pt x="1770" y="1653"/>
                    <a:pt x="1753" y="1754"/>
                  </a:cubicBezTo>
                  <a:lnTo>
                    <a:pt x="1753" y="1920"/>
                  </a:lnTo>
                  <a:lnTo>
                    <a:pt x="1753" y="2004"/>
                  </a:lnTo>
                  <a:cubicBezTo>
                    <a:pt x="1753" y="2021"/>
                    <a:pt x="1753" y="2021"/>
                    <a:pt x="1770" y="2021"/>
                  </a:cubicBezTo>
                  <a:lnTo>
                    <a:pt x="1770" y="2004"/>
                  </a:lnTo>
                  <a:lnTo>
                    <a:pt x="1770" y="1920"/>
                  </a:lnTo>
                  <a:cubicBezTo>
                    <a:pt x="1786" y="1871"/>
                    <a:pt x="1786" y="1803"/>
                    <a:pt x="1786" y="1754"/>
                  </a:cubicBezTo>
                  <a:cubicBezTo>
                    <a:pt x="1802" y="1617"/>
                    <a:pt x="1770" y="1536"/>
                    <a:pt x="1669" y="1435"/>
                  </a:cubicBezTo>
                  <a:cubicBezTo>
                    <a:pt x="1281" y="1112"/>
                    <a:pt x="909" y="760"/>
                    <a:pt x="542" y="441"/>
                  </a:cubicBezTo>
                  <a:cubicBezTo>
                    <a:pt x="420" y="324"/>
                    <a:pt x="287" y="203"/>
                    <a:pt x="170" y="86"/>
                  </a:cubicBezTo>
                  <a:cubicBezTo>
                    <a:pt x="154" y="86"/>
                    <a:pt x="154" y="86"/>
                    <a:pt x="138" y="69"/>
                  </a:cubicBezTo>
                  <a:cubicBezTo>
                    <a:pt x="101" y="37"/>
                    <a:pt x="69"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886702" y="3589105"/>
              <a:ext cx="3278" cy="98828"/>
            </a:xfrm>
            <a:custGeom>
              <a:rect b="b" l="l" r="r" t="t"/>
              <a:pathLst>
                <a:path extrusionOk="0" h="995" w="33">
                  <a:moveTo>
                    <a:pt x="0" y="0"/>
                  </a:moveTo>
                  <a:lnTo>
                    <a:pt x="0" y="218"/>
                  </a:lnTo>
                  <a:lnTo>
                    <a:pt x="0" y="841"/>
                  </a:lnTo>
                  <a:lnTo>
                    <a:pt x="0" y="877"/>
                  </a:lnTo>
                  <a:cubicBezTo>
                    <a:pt x="0" y="909"/>
                    <a:pt x="0" y="942"/>
                    <a:pt x="16" y="978"/>
                  </a:cubicBezTo>
                  <a:lnTo>
                    <a:pt x="33" y="994"/>
                  </a:lnTo>
                  <a:lnTo>
                    <a:pt x="33" y="978"/>
                  </a:lnTo>
                  <a:cubicBezTo>
                    <a:pt x="16" y="942"/>
                    <a:pt x="16" y="909"/>
                    <a:pt x="33" y="877"/>
                  </a:cubicBezTo>
                  <a:lnTo>
                    <a:pt x="33" y="841"/>
                  </a:lnTo>
                  <a:lnTo>
                    <a:pt x="33" y="218"/>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1923059" y="3460280"/>
              <a:ext cx="147398" cy="217621"/>
            </a:xfrm>
            <a:custGeom>
              <a:rect b="b" l="l" r="r" t="t"/>
              <a:pathLst>
                <a:path extrusionOk="0" h="2191" w="1484">
                  <a:moveTo>
                    <a:pt x="53" y="1"/>
                  </a:moveTo>
                  <a:cubicBezTo>
                    <a:pt x="53" y="1"/>
                    <a:pt x="33" y="1"/>
                    <a:pt x="33" y="17"/>
                  </a:cubicBezTo>
                  <a:cubicBezTo>
                    <a:pt x="1" y="170"/>
                    <a:pt x="1" y="304"/>
                    <a:pt x="1" y="457"/>
                  </a:cubicBezTo>
                  <a:cubicBezTo>
                    <a:pt x="17" y="506"/>
                    <a:pt x="17" y="574"/>
                    <a:pt x="17" y="623"/>
                  </a:cubicBezTo>
                  <a:cubicBezTo>
                    <a:pt x="17" y="659"/>
                    <a:pt x="33" y="691"/>
                    <a:pt x="69" y="724"/>
                  </a:cubicBezTo>
                  <a:lnTo>
                    <a:pt x="86" y="724"/>
                  </a:lnTo>
                  <a:cubicBezTo>
                    <a:pt x="154" y="792"/>
                    <a:pt x="203" y="861"/>
                    <a:pt x="271" y="926"/>
                  </a:cubicBezTo>
                  <a:cubicBezTo>
                    <a:pt x="457" y="1128"/>
                    <a:pt x="639" y="1330"/>
                    <a:pt x="841" y="1515"/>
                  </a:cubicBezTo>
                  <a:cubicBezTo>
                    <a:pt x="910" y="1584"/>
                    <a:pt x="978" y="1669"/>
                    <a:pt x="1043" y="1734"/>
                  </a:cubicBezTo>
                  <a:cubicBezTo>
                    <a:pt x="1164" y="1851"/>
                    <a:pt x="1281" y="1972"/>
                    <a:pt x="1399" y="2089"/>
                  </a:cubicBezTo>
                  <a:cubicBezTo>
                    <a:pt x="1415" y="2105"/>
                    <a:pt x="1431" y="2121"/>
                    <a:pt x="1431" y="2154"/>
                  </a:cubicBezTo>
                  <a:cubicBezTo>
                    <a:pt x="1447" y="2154"/>
                    <a:pt x="1447" y="2174"/>
                    <a:pt x="1447" y="2190"/>
                  </a:cubicBezTo>
                  <a:lnTo>
                    <a:pt x="1467" y="2190"/>
                  </a:lnTo>
                  <a:cubicBezTo>
                    <a:pt x="1483" y="2190"/>
                    <a:pt x="1483" y="2190"/>
                    <a:pt x="1483" y="2174"/>
                  </a:cubicBezTo>
                  <a:cubicBezTo>
                    <a:pt x="1467" y="2154"/>
                    <a:pt x="1467" y="2154"/>
                    <a:pt x="1467" y="2138"/>
                  </a:cubicBezTo>
                  <a:cubicBezTo>
                    <a:pt x="1447" y="2105"/>
                    <a:pt x="1447" y="2089"/>
                    <a:pt x="1415" y="2073"/>
                  </a:cubicBezTo>
                  <a:cubicBezTo>
                    <a:pt x="1298" y="1952"/>
                    <a:pt x="1180" y="1835"/>
                    <a:pt x="1063" y="1717"/>
                  </a:cubicBezTo>
                  <a:cubicBezTo>
                    <a:pt x="995" y="1649"/>
                    <a:pt x="926" y="1568"/>
                    <a:pt x="861" y="1499"/>
                  </a:cubicBezTo>
                  <a:cubicBezTo>
                    <a:pt x="659" y="1297"/>
                    <a:pt x="473" y="1111"/>
                    <a:pt x="288" y="909"/>
                  </a:cubicBezTo>
                  <a:cubicBezTo>
                    <a:pt x="219" y="841"/>
                    <a:pt x="170" y="776"/>
                    <a:pt x="102" y="707"/>
                  </a:cubicBezTo>
                  <a:lnTo>
                    <a:pt x="86" y="707"/>
                  </a:lnTo>
                  <a:cubicBezTo>
                    <a:pt x="69" y="675"/>
                    <a:pt x="33" y="659"/>
                    <a:pt x="33" y="623"/>
                  </a:cubicBezTo>
                  <a:lnTo>
                    <a:pt x="33" y="457"/>
                  </a:lnTo>
                  <a:cubicBezTo>
                    <a:pt x="33" y="320"/>
                    <a:pt x="33"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2080390" y="3480344"/>
              <a:ext cx="102007" cy="187526"/>
            </a:xfrm>
            <a:custGeom>
              <a:rect b="b" l="l" r="r" t="t"/>
              <a:pathLst>
                <a:path extrusionOk="0" h="1888" w="1027">
                  <a:moveTo>
                    <a:pt x="85" y="1"/>
                  </a:moveTo>
                  <a:cubicBezTo>
                    <a:pt x="65" y="1"/>
                    <a:pt x="65" y="1"/>
                    <a:pt x="65" y="17"/>
                  </a:cubicBezTo>
                  <a:cubicBezTo>
                    <a:pt x="17" y="69"/>
                    <a:pt x="33" y="134"/>
                    <a:pt x="33" y="203"/>
                  </a:cubicBezTo>
                  <a:cubicBezTo>
                    <a:pt x="49" y="255"/>
                    <a:pt x="49" y="304"/>
                    <a:pt x="33" y="356"/>
                  </a:cubicBezTo>
                  <a:lnTo>
                    <a:pt x="33" y="421"/>
                  </a:lnTo>
                  <a:lnTo>
                    <a:pt x="33" y="473"/>
                  </a:lnTo>
                  <a:cubicBezTo>
                    <a:pt x="0" y="740"/>
                    <a:pt x="65" y="926"/>
                    <a:pt x="251" y="1095"/>
                  </a:cubicBezTo>
                  <a:cubicBezTo>
                    <a:pt x="404" y="1245"/>
                    <a:pt x="554" y="1414"/>
                    <a:pt x="691" y="1568"/>
                  </a:cubicBezTo>
                  <a:cubicBezTo>
                    <a:pt x="756" y="1649"/>
                    <a:pt x="824" y="1717"/>
                    <a:pt x="909" y="1802"/>
                  </a:cubicBezTo>
                  <a:lnTo>
                    <a:pt x="909" y="1818"/>
                  </a:lnTo>
                  <a:cubicBezTo>
                    <a:pt x="942" y="1835"/>
                    <a:pt x="974" y="1871"/>
                    <a:pt x="1010" y="1887"/>
                  </a:cubicBezTo>
                  <a:lnTo>
                    <a:pt x="1026" y="1887"/>
                  </a:lnTo>
                  <a:lnTo>
                    <a:pt x="1026" y="1871"/>
                  </a:lnTo>
                  <a:lnTo>
                    <a:pt x="1026" y="1851"/>
                  </a:lnTo>
                  <a:cubicBezTo>
                    <a:pt x="974" y="1851"/>
                    <a:pt x="958" y="1818"/>
                    <a:pt x="942" y="1802"/>
                  </a:cubicBezTo>
                  <a:lnTo>
                    <a:pt x="925" y="1786"/>
                  </a:lnTo>
                  <a:cubicBezTo>
                    <a:pt x="857" y="1701"/>
                    <a:pt x="772" y="1633"/>
                    <a:pt x="707" y="1548"/>
                  </a:cubicBezTo>
                  <a:cubicBezTo>
                    <a:pt x="570" y="1398"/>
                    <a:pt x="420" y="1229"/>
                    <a:pt x="267" y="1079"/>
                  </a:cubicBezTo>
                  <a:cubicBezTo>
                    <a:pt x="101" y="926"/>
                    <a:pt x="33" y="724"/>
                    <a:pt x="49" y="473"/>
                  </a:cubicBezTo>
                  <a:cubicBezTo>
                    <a:pt x="65" y="457"/>
                    <a:pt x="65" y="437"/>
                    <a:pt x="49" y="421"/>
                  </a:cubicBezTo>
                  <a:cubicBezTo>
                    <a:pt x="49" y="405"/>
                    <a:pt x="49" y="388"/>
                    <a:pt x="65" y="356"/>
                  </a:cubicBezTo>
                  <a:cubicBezTo>
                    <a:pt x="85" y="304"/>
                    <a:pt x="65" y="255"/>
                    <a:pt x="65" y="203"/>
                  </a:cubicBezTo>
                  <a:cubicBezTo>
                    <a:pt x="49" y="134"/>
                    <a:pt x="49" y="85"/>
                    <a:pt x="85" y="33"/>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575716" y="1770266"/>
              <a:ext cx="6555" cy="76778"/>
            </a:xfrm>
            <a:custGeom>
              <a:rect b="b" l="l" r="r" t="t"/>
              <a:pathLst>
                <a:path extrusionOk="0" h="773" w="66">
                  <a:moveTo>
                    <a:pt x="17" y="0"/>
                  </a:moveTo>
                  <a:cubicBezTo>
                    <a:pt x="17" y="0"/>
                    <a:pt x="1" y="0"/>
                    <a:pt x="17" y="17"/>
                  </a:cubicBezTo>
                  <a:cubicBezTo>
                    <a:pt x="33" y="134"/>
                    <a:pt x="33" y="251"/>
                    <a:pt x="17" y="384"/>
                  </a:cubicBezTo>
                  <a:lnTo>
                    <a:pt x="17" y="606"/>
                  </a:lnTo>
                  <a:lnTo>
                    <a:pt x="17" y="655"/>
                  </a:lnTo>
                  <a:cubicBezTo>
                    <a:pt x="17" y="687"/>
                    <a:pt x="17" y="724"/>
                    <a:pt x="33" y="756"/>
                  </a:cubicBezTo>
                  <a:lnTo>
                    <a:pt x="49" y="772"/>
                  </a:lnTo>
                  <a:lnTo>
                    <a:pt x="65" y="756"/>
                  </a:lnTo>
                  <a:cubicBezTo>
                    <a:pt x="49" y="724"/>
                    <a:pt x="49" y="687"/>
                    <a:pt x="49" y="655"/>
                  </a:cubicBezTo>
                  <a:lnTo>
                    <a:pt x="49" y="606"/>
                  </a:lnTo>
                  <a:lnTo>
                    <a:pt x="49" y="384"/>
                  </a:lnTo>
                  <a:cubicBezTo>
                    <a:pt x="49" y="251"/>
                    <a:pt x="49"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1923059" y="3560599"/>
              <a:ext cx="148988" cy="173819"/>
            </a:xfrm>
            <a:custGeom>
              <a:rect b="b" l="l" r="r" t="t"/>
              <a:pathLst>
                <a:path extrusionOk="0" h="1750" w="1500">
                  <a:moveTo>
                    <a:pt x="1" y="0"/>
                  </a:moveTo>
                  <a:lnTo>
                    <a:pt x="1" y="17"/>
                  </a:lnTo>
                  <a:cubicBezTo>
                    <a:pt x="17" y="85"/>
                    <a:pt x="53" y="134"/>
                    <a:pt x="118" y="202"/>
                  </a:cubicBezTo>
                  <a:cubicBezTo>
                    <a:pt x="372" y="437"/>
                    <a:pt x="623" y="691"/>
                    <a:pt x="861" y="926"/>
                  </a:cubicBezTo>
                  <a:cubicBezTo>
                    <a:pt x="1027" y="1095"/>
                    <a:pt x="1180" y="1245"/>
                    <a:pt x="1330" y="1414"/>
                  </a:cubicBezTo>
                  <a:cubicBezTo>
                    <a:pt x="1431" y="1515"/>
                    <a:pt x="1483" y="1616"/>
                    <a:pt x="1447" y="1733"/>
                  </a:cubicBezTo>
                  <a:cubicBezTo>
                    <a:pt x="1447" y="1750"/>
                    <a:pt x="1467" y="1750"/>
                    <a:pt x="1467" y="1750"/>
                  </a:cubicBezTo>
                  <a:cubicBezTo>
                    <a:pt x="1467" y="1750"/>
                    <a:pt x="1483" y="1750"/>
                    <a:pt x="1483" y="1733"/>
                  </a:cubicBezTo>
                  <a:cubicBezTo>
                    <a:pt x="1500" y="1616"/>
                    <a:pt x="1467" y="1499"/>
                    <a:pt x="1346" y="1398"/>
                  </a:cubicBezTo>
                  <a:cubicBezTo>
                    <a:pt x="1197" y="1229"/>
                    <a:pt x="1043" y="1079"/>
                    <a:pt x="877" y="909"/>
                  </a:cubicBezTo>
                  <a:cubicBezTo>
                    <a:pt x="639" y="675"/>
                    <a:pt x="389" y="421"/>
                    <a:pt x="134" y="170"/>
                  </a:cubicBezTo>
                  <a:cubicBezTo>
                    <a:pt x="69" y="118"/>
                    <a:pt x="33"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667591" y="3427007"/>
              <a:ext cx="155444" cy="155344"/>
            </a:xfrm>
            <a:custGeom>
              <a:rect b="b" l="l" r="r" t="t"/>
              <a:pathLst>
                <a:path extrusionOk="0" h="1564" w="1565">
                  <a:moveTo>
                    <a:pt x="1499" y="0"/>
                  </a:moveTo>
                  <a:cubicBezTo>
                    <a:pt x="1112" y="117"/>
                    <a:pt x="724" y="251"/>
                    <a:pt x="352" y="368"/>
                  </a:cubicBezTo>
                  <a:cubicBezTo>
                    <a:pt x="336" y="368"/>
                    <a:pt x="336" y="368"/>
                    <a:pt x="336" y="388"/>
                  </a:cubicBezTo>
                  <a:lnTo>
                    <a:pt x="287" y="388"/>
                  </a:lnTo>
                  <a:cubicBezTo>
                    <a:pt x="203" y="404"/>
                    <a:pt x="102" y="420"/>
                    <a:pt x="33" y="505"/>
                  </a:cubicBezTo>
                  <a:cubicBezTo>
                    <a:pt x="1" y="554"/>
                    <a:pt x="1" y="639"/>
                    <a:pt x="17" y="723"/>
                  </a:cubicBezTo>
                  <a:lnTo>
                    <a:pt x="17" y="808"/>
                  </a:lnTo>
                  <a:lnTo>
                    <a:pt x="17" y="1329"/>
                  </a:lnTo>
                  <a:lnTo>
                    <a:pt x="17" y="1564"/>
                  </a:lnTo>
                  <a:lnTo>
                    <a:pt x="33" y="1564"/>
                  </a:lnTo>
                  <a:cubicBezTo>
                    <a:pt x="134" y="1564"/>
                    <a:pt x="235" y="1531"/>
                    <a:pt x="336" y="1499"/>
                  </a:cubicBezTo>
                  <a:cubicBezTo>
                    <a:pt x="372" y="1499"/>
                    <a:pt x="405" y="1479"/>
                    <a:pt x="437" y="1463"/>
                  </a:cubicBezTo>
                  <a:cubicBezTo>
                    <a:pt x="607" y="1430"/>
                    <a:pt x="776" y="1378"/>
                    <a:pt x="926" y="1329"/>
                  </a:cubicBezTo>
                  <a:cubicBezTo>
                    <a:pt x="1095" y="1261"/>
                    <a:pt x="1261" y="1212"/>
                    <a:pt x="1431" y="1160"/>
                  </a:cubicBezTo>
                  <a:cubicBezTo>
                    <a:pt x="1548" y="1143"/>
                    <a:pt x="1564" y="1075"/>
                    <a:pt x="1548" y="994"/>
                  </a:cubicBezTo>
                  <a:lnTo>
                    <a:pt x="1548" y="691"/>
                  </a:lnTo>
                  <a:cubicBezTo>
                    <a:pt x="1564" y="538"/>
                    <a:pt x="1564" y="368"/>
                    <a:pt x="1548" y="218"/>
                  </a:cubicBezTo>
                  <a:lnTo>
                    <a:pt x="1532" y="202"/>
                  </a:lnTo>
                  <a:cubicBezTo>
                    <a:pt x="1516" y="202"/>
                    <a:pt x="1516" y="218"/>
                    <a:pt x="1516" y="218"/>
                  </a:cubicBezTo>
                  <a:cubicBezTo>
                    <a:pt x="1532" y="368"/>
                    <a:pt x="1532" y="538"/>
                    <a:pt x="1532" y="691"/>
                  </a:cubicBezTo>
                  <a:lnTo>
                    <a:pt x="1532" y="994"/>
                  </a:lnTo>
                  <a:cubicBezTo>
                    <a:pt x="1532" y="1075"/>
                    <a:pt x="1516" y="1111"/>
                    <a:pt x="1415" y="1143"/>
                  </a:cubicBezTo>
                  <a:cubicBezTo>
                    <a:pt x="1245" y="1196"/>
                    <a:pt x="1079" y="1244"/>
                    <a:pt x="926" y="1297"/>
                  </a:cubicBezTo>
                  <a:cubicBezTo>
                    <a:pt x="756" y="1345"/>
                    <a:pt x="590" y="1398"/>
                    <a:pt x="437" y="1446"/>
                  </a:cubicBezTo>
                  <a:cubicBezTo>
                    <a:pt x="388" y="1463"/>
                    <a:pt x="352" y="1463"/>
                    <a:pt x="320" y="1479"/>
                  </a:cubicBezTo>
                  <a:cubicBezTo>
                    <a:pt x="235" y="1515"/>
                    <a:pt x="150" y="1531"/>
                    <a:pt x="49" y="1547"/>
                  </a:cubicBezTo>
                  <a:cubicBezTo>
                    <a:pt x="49" y="1479"/>
                    <a:pt x="33" y="1398"/>
                    <a:pt x="33" y="1329"/>
                  </a:cubicBezTo>
                  <a:cubicBezTo>
                    <a:pt x="33" y="1160"/>
                    <a:pt x="33" y="994"/>
                    <a:pt x="49" y="808"/>
                  </a:cubicBezTo>
                  <a:cubicBezTo>
                    <a:pt x="49" y="772"/>
                    <a:pt x="33" y="740"/>
                    <a:pt x="33" y="723"/>
                  </a:cubicBezTo>
                  <a:cubicBezTo>
                    <a:pt x="33" y="639"/>
                    <a:pt x="17" y="570"/>
                    <a:pt x="69" y="521"/>
                  </a:cubicBezTo>
                  <a:cubicBezTo>
                    <a:pt x="102" y="453"/>
                    <a:pt x="203" y="437"/>
                    <a:pt x="304" y="420"/>
                  </a:cubicBezTo>
                  <a:cubicBezTo>
                    <a:pt x="320" y="420"/>
                    <a:pt x="320" y="404"/>
                    <a:pt x="336" y="404"/>
                  </a:cubicBezTo>
                  <a:lnTo>
                    <a:pt x="352" y="404"/>
                  </a:lnTo>
                  <a:lnTo>
                    <a:pt x="352" y="388"/>
                  </a:lnTo>
                  <a:cubicBezTo>
                    <a:pt x="740" y="267"/>
                    <a:pt x="1128" y="150"/>
                    <a:pt x="1499" y="33"/>
                  </a:cubicBezTo>
                  <a:cubicBezTo>
                    <a:pt x="1516" y="33"/>
                    <a:pt x="1516" y="16"/>
                    <a:pt x="1516" y="16"/>
                  </a:cubicBezTo>
                  <a:cubicBezTo>
                    <a:pt x="1516" y="0"/>
                    <a:pt x="1499" y="0"/>
                    <a:pt x="1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1735732" y="3107577"/>
              <a:ext cx="174216" cy="267780"/>
            </a:xfrm>
            <a:custGeom>
              <a:rect b="b" l="l" r="r" t="t"/>
              <a:pathLst>
                <a:path extrusionOk="0" h="2696" w="1754">
                  <a:moveTo>
                    <a:pt x="69" y="1"/>
                  </a:moveTo>
                  <a:cubicBezTo>
                    <a:pt x="53" y="1"/>
                    <a:pt x="53" y="1"/>
                    <a:pt x="53" y="17"/>
                  </a:cubicBezTo>
                  <a:cubicBezTo>
                    <a:pt x="20" y="118"/>
                    <a:pt x="37" y="203"/>
                    <a:pt x="37" y="304"/>
                  </a:cubicBezTo>
                  <a:lnTo>
                    <a:pt x="37" y="522"/>
                  </a:lnTo>
                  <a:cubicBezTo>
                    <a:pt x="0" y="675"/>
                    <a:pt x="53" y="809"/>
                    <a:pt x="186" y="942"/>
                  </a:cubicBezTo>
                  <a:cubicBezTo>
                    <a:pt x="473" y="1245"/>
                    <a:pt x="744" y="1548"/>
                    <a:pt x="994" y="1835"/>
                  </a:cubicBezTo>
                  <a:cubicBezTo>
                    <a:pt x="1131" y="1968"/>
                    <a:pt x="1249" y="2122"/>
                    <a:pt x="1382" y="2271"/>
                  </a:cubicBezTo>
                  <a:cubicBezTo>
                    <a:pt x="1414" y="2307"/>
                    <a:pt x="1451" y="2340"/>
                    <a:pt x="1483" y="2372"/>
                  </a:cubicBezTo>
                  <a:cubicBezTo>
                    <a:pt x="1584" y="2473"/>
                    <a:pt x="1669" y="2558"/>
                    <a:pt x="1737" y="2675"/>
                  </a:cubicBezTo>
                  <a:lnTo>
                    <a:pt x="1753" y="2695"/>
                  </a:lnTo>
                  <a:lnTo>
                    <a:pt x="1753" y="2675"/>
                  </a:lnTo>
                  <a:cubicBezTo>
                    <a:pt x="1701" y="2542"/>
                    <a:pt x="1600" y="2457"/>
                    <a:pt x="1515" y="2356"/>
                  </a:cubicBezTo>
                  <a:cubicBezTo>
                    <a:pt x="1467" y="2323"/>
                    <a:pt x="1434" y="2291"/>
                    <a:pt x="1398" y="2255"/>
                  </a:cubicBezTo>
                  <a:cubicBezTo>
                    <a:pt x="1281" y="2105"/>
                    <a:pt x="1148" y="1952"/>
                    <a:pt x="1010" y="1819"/>
                  </a:cubicBezTo>
                  <a:cubicBezTo>
                    <a:pt x="760" y="1516"/>
                    <a:pt x="489" y="1213"/>
                    <a:pt x="202" y="926"/>
                  </a:cubicBezTo>
                  <a:cubicBezTo>
                    <a:pt x="85" y="792"/>
                    <a:pt x="37" y="675"/>
                    <a:pt x="53" y="522"/>
                  </a:cubicBezTo>
                  <a:cubicBezTo>
                    <a:pt x="69" y="453"/>
                    <a:pt x="53" y="372"/>
                    <a:pt x="53" y="304"/>
                  </a:cubicBezTo>
                  <a:cubicBezTo>
                    <a:pt x="53" y="219"/>
                    <a:pt x="53" y="118"/>
                    <a:pt x="69" y="17"/>
                  </a:cubicBezTo>
                  <a:cubicBezTo>
                    <a:pt x="85" y="17"/>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869817" y="2116115"/>
              <a:ext cx="339592" cy="247717"/>
            </a:xfrm>
            <a:custGeom>
              <a:rect b="b" l="l" r="r" t="t"/>
              <a:pathLst>
                <a:path extrusionOk="0" h="2494" w="3419">
                  <a:moveTo>
                    <a:pt x="3402" y="1"/>
                  </a:moveTo>
                  <a:cubicBezTo>
                    <a:pt x="3232" y="69"/>
                    <a:pt x="3063" y="134"/>
                    <a:pt x="2913" y="219"/>
                  </a:cubicBezTo>
                  <a:cubicBezTo>
                    <a:pt x="2861" y="255"/>
                    <a:pt x="2812" y="271"/>
                    <a:pt x="2760" y="304"/>
                  </a:cubicBezTo>
                  <a:cubicBezTo>
                    <a:pt x="2558" y="405"/>
                    <a:pt x="2340" y="489"/>
                    <a:pt x="2138" y="590"/>
                  </a:cubicBezTo>
                  <a:cubicBezTo>
                    <a:pt x="1936" y="691"/>
                    <a:pt x="1718" y="792"/>
                    <a:pt x="1516" y="893"/>
                  </a:cubicBezTo>
                  <a:cubicBezTo>
                    <a:pt x="1095" y="1095"/>
                    <a:pt x="675" y="1297"/>
                    <a:pt x="271" y="1499"/>
                  </a:cubicBezTo>
                  <a:lnTo>
                    <a:pt x="33" y="1617"/>
                  </a:lnTo>
                  <a:cubicBezTo>
                    <a:pt x="33" y="1617"/>
                    <a:pt x="17" y="1617"/>
                    <a:pt x="17" y="1633"/>
                  </a:cubicBezTo>
                  <a:lnTo>
                    <a:pt x="1" y="1649"/>
                  </a:lnTo>
                  <a:cubicBezTo>
                    <a:pt x="17" y="1786"/>
                    <a:pt x="17" y="1919"/>
                    <a:pt x="17" y="2053"/>
                  </a:cubicBezTo>
                  <a:cubicBezTo>
                    <a:pt x="17" y="2206"/>
                    <a:pt x="17" y="2340"/>
                    <a:pt x="33" y="2493"/>
                  </a:cubicBezTo>
                  <a:lnTo>
                    <a:pt x="69" y="2493"/>
                  </a:lnTo>
                  <a:cubicBezTo>
                    <a:pt x="33" y="2340"/>
                    <a:pt x="53" y="2206"/>
                    <a:pt x="53" y="2053"/>
                  </a:cubicBezTo>
                  <a:cubicBezTo>
                    <a:pt x="53" y="1919"/>
                    <a:pt x="53" y="1786"/>
                    <a:pt x="33" y="1649"/>
                  </a:cubicBezTo>
                  <a:lnTo>
                    <a:pt x="53" y="1633"/>
                  </a:lnTo>
                  <a:lnTo>
                    <a:pt x="287" y="1516"/>
                  </a:lnTo>
                  <a:cubicBezTo>
                    <a:pt x="691" y="1330"/>
                    <a:pt x="1112" y="1112"/>
                    <a:pt x="1532" y="926"/>
                  </a:cubicBezTo>
                  <a:cubicBezTo>
                    <a:pt x="1734" y="825"/>
                    <a:pt x="1936" y="724"/>
                    <a:pt x="2154" y="623"/>
                  </a:cubicBezTo>
                  <a:lnTo>
                    <a:pt x="2760" y="320"/>
                  </a:lnTo>
                  <a:cubicBezTo>
                    <a:pt x="2828" y="304"/>
                    <a:pt x="2881" y="271"/>
                    <a:pt x="2929" y="235"/>
                  </a:cubicBezTo>
                  <a:cubicBezTo>
                    <a:pt x="3083" y="170"/>
                    <a:pt x="3232" y="85"/>
                    <a:pt x="3402" y="33"/>
                  </a:cubicBezTo>
                  <a:cubicBezTo>
                    <a:pt x="3402" y="17"/>
                    <a:pt x="3418" y="17"/>
                    <a:pt x="3418"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1923059" y="2418659"/>
              <a:ext cx="147398" cy="322707"/>
            </a:xfrm>
            <a:custGeom>
              <a:rect b="b" l="l" r="r" t="t"/>
              <a:pathLst>
                <a:path extrusionOk="0" h="3249" w="1484">
                  <a:moveTo>
                    <a:pt x="53" y="1"/>
                  </a:moveTo>
                  <a:lnTo>
                    <a:pt x="33" y="17"/>
                  </a:lnTo>
                  <a:cubicBezTo>
                    <a:pt x="1" y="154"/>
                    <a:pt x="33" y="255"/>
                    <a:pt x="134" y="405"/>
                  </a:cubicBezTo>
                  <a:cubicBezTo>
                    <a:pt x="271" y="590"/>
                    <a:pt x="389" y="792"/>
                    <a:pt x="522" y="994"/>
                  </a:cubicBezTo>
                  <a:cubicBezTo>
                    <a:pt x="574" y="1063"/>
                    <a:pt x="623" y="1148"/>
                    <a:pt x="675" y="1229"/>
                  </a:cubicBezTo>
                  <a:cubicBezTo>
                    <a:pt x="724" y="1297"/>
                    <a:pt x="776" y="1382"/>
                    <a:pt x="809" y="1451"/>
                  </a:cubicBezTo>
                  <a:cubicBezTo>
                    <a:pt x="942" y="1653"/>
                    <a:pt x="1079" y="1871"/>
                    <a:pt x="1213" y="2073"/>
                  </a:cubicBezTo>
                  <a:cubicBezTo>
                    <a:pt x="1245" y="2121"/>
                    <a:pt x="1265" y="2174"/>
                    <a:pt x="1265" y="2239"/>
                  </a:cubicBezTo>
                  <a:lnTo>
                    <a:pt x="1265" y="2441"/>
                  </a:lnTo>
                  <a:cubicBezTo>
                    <a:pt x="1265" y="2562"/>
                    <a:pt x="1265" y="2679"/>
                    <a:pt x="1245" y="2796"/>
                  </a:cubicBezTo>
                  <a:cubicBezTo>
                    <a:pt x="1229" y="2844"/>
                    <a:pt x="1245" y="2913"/>
                    <a:pt x="1330" y="2982"/>
                  </a:cubicBezTo>
                  <a:cubicBezTo>
                    <a:pt x="1399" y="3046"/>
                    <a:pt x="1431" y="3131"/>
                    <a:pt x="1447" y="3232"/>
                  </a:cubicBezTo>
                  <a:cubicBezTo>
                    <a:pt x="1447" y="3248"/>
                    <a:pt x="1467" y="3248"/>
                    <a:pt x="1467" y="3248"/>
                  </a:cubicBezTo>
                  <a:cubicBezTo>
                    <a:pt x="1483" y="3248"/>
                    <a:pt x="1483" y="3248"/>
                    <a:pt x="1483" y="3232"/>
                  </a:cubicBezTo>
                  <a:cubicBezTo>
                    <a:pt x="1467" y="3131"/>
                    <a:pt x="1415" y="3046"/>
                    <a:pt x="1346" y="2966"/>
                  </a:cubicBezTo>
                  <a:cubicBezTo>
                    <a:pt x="1298" y="2929"/>
                    <a:pt x="1245" y="2865"/>
                    <a:pt x="1265" y="2796"/>
                  </a:cubicBezTo>
                  <a:cubicBezTo>
                    <a:pt x="1298" y="2679"/>
                    <a:pt x="1298" y="2562"/>
                    <a:pt x="1298" y="2441"/>
                  </a:cubicBezTo>
                  <a:cubicBezTo>
                    <a:pt x="1281" y="2376"/>
                    <a:pt x="1281" y="2307"/>
                    <a:pt x="1298" y="2239"/>
                  </a:cubicBezTo>
                  <a:cubicBezTo>
                    <a:pt x="1298" y="2174"/>
                    <a:pt x="1281" y="2105"/>
                    <a:pt x="1229" y="2057"/>
                  </a:cubicBezTo>
                  <a:cubicBezTo>
                    <a:pt x="1096" y="1855"/>
                    <a:pt x="962" y="1633"/>
                    <a:pt x="841" y="1431"/>
                  </a:cubicBezTo>
                  <a:cubicBezTo>
                    <a:pt x="793" y="1366"/>
                    <a:pt x="740" y="1297"/>
                    <a:pt x="692" y="1212"/>
                  </a:cubicBezTo>
                  <a:cubicBezTo>
                    <a:pt x="639" y="1128"/>
                    <a:pt x="591" y="1063"/>
                    <a:pt x="538" y="978"/>
                  </a:cubicBezTo>
                  <a:cubicBezTo>
                    <a:pt x="421" y="776"/>
                    <a:pt x="288" y="574"/>
                    <a:pt x="154" y="388"/>
                  </a:cubicBezTo>
                  <a:cubicBezTo>
                    <a:pt x="53" y="255"/>
                    <a:pt x="33" y="154"/>
                    <a:pt x="69" y="17"/>
                  </a:cubicBezTo>
                  <a:cubicBezTo>
                    <a:pt x="69" y="17"/>
                    <a:pt x="53" y="17"/>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080390" y="3065861"/>
              <a:ext cx="105185" cy="162198"/>
            </a:xfrm>
            <a:custGeom>
              <a:rect b="b" l="l" r="r" t="t"/>
              <a:pathLst>
                <a:path extrusionOk="0" h="1633" w="1059">
                  <a:moveTo>
                    <a:pt x="17" y="1"/>
                  </a:moveTo>
                  <a:lnTo>
                    <a:pt x="0" y="17"/>
                  </a:lnTo>
                  <a:cubicBezTo>
                    <a:pt x="33" y="166"/>
                    <a:pt x="134" y="287"/>
                    <a:pt x="218" y="388"/>
                  </a:cubicBezTo>
                  <a:cubicBezTo>
                    <a:pt x="267" y="437"/>
                    <a:pt x="319" y="506"/>
                    <a:pt x="368" y="554"/>
                  </a:cubicBezTo>
                  <a:cubicBezTo>
                    <a:pt x="437" y="691"/>
                    <a:pt x="538" y="825"/>
                    <a:pt x="639" y="942"/>
                  </a:cubicBezTo>
                  <a:cubicBezTo>
                    <a:pt x="707" y="1027"/>
                    <a:pt x="772" y="1128"/>
                    <a:pt x="841" y="1229"/>
                  </a:cubicBezTo>
                  <a:cubicBezTo>
                    <a:pt x="857" y="1261"/>
                    <a:pt x="893" y="1277"/>
                    <a:pt x="909" y="1313"/>
                  </a:cubicBezTo>
                  <a:cubicBezTo>
                    <a:pt x="958" y="1346"/>
                    <a:pt x="994" y="1378"/>
                    <a:pt x="1010" y="1447"/>
                  </a:cubicBezTo>
                  <a:cubicBezTo>
                    <a:pt x="1026" y="1499"/>
                    <a:pt x="1026" y="1548"/>
                    <a:pt x="1010" y="1600"/>
                  </a:cubicBezTo>
                  <a:lnTo>
                    <a:pt x="1010" y="1633"/>
                  </a:lnTo>
                  <a:lnTo>
                    <a:pt x="1026" y="1633"/>
                  </a:lnTo>
                  <a:lnTo>
                    <a:pt x="1026" y="1616"/>
                  </a:lnTo>
                  <a:cubicBezTo>
                    <a:pt x="1059" y="1548"/>
                    <a:pt x="1059" y="1499"/>
                    <a:pt x="1043" y="1431"/>
                  </a:cubicBezTo>
                  <a:cubicBezTo>
                    <a:pt x="1010" y="1362"/>
                    <a:pt x="974" y="1330"/>
                    <a:pt x="925" y="1297"/>
                  </a:cubicBezTo>
                  <a:cubicBezTo>
                    <a:pt x="909" y="1261"/>
                    <a:pt x="893" y="1245"/>
                    <a:pt x="857" y="1212"/>
                  </a:cubicBezTo>
                  <a:cubicBezTo>
                    <a:pt x="792" y="1111"/>
                    <a:pt x="723" y="1027"/>
                    <a:pt x="655" y="926"/>
                  </a:cubicBezTo>
                  <a:cubicBezTo>
                    <a:pt x="554" y="808"/>
                    <a:pt x="469" y="671"/>
                    <a:pt x="388" y="554"/>
                  </a:cubicBezTo>
                  <a:cubicBezTo>
                    <a:pt x="336" y="489"/>
                    <a:pt x="287" y="421"/>
                    <a:pt x="251" y="368"/>
                  </a:cubicBezTo>
                  <a:cubicBezTo>
                    <a:pt x="150" y="267"/>
                    <a:pt x="65" y="166"/>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1923059" y="2724779"/>
              <a:ext cx="128924" cy="252484"/>
            </a:xfrm>
            <a:custGeom>
              <a:rect b="b" l="l" r="r" t="t"/>
              <a:pathLst>
                <a:path extrusionOk="0" h="2542" w="1298">
                  <a:moveTo>
                    <a:pt x="53" y="1"/>
                  </a:moveTo>
                  <a:cubicBezTo>
                    <a:pt x="1" y="118"/>
                    <a:pt x="17" y="219"/>
                    <a:pt x="118" y="336"/>
                  </a:cubicBezTo>
                  <a:cubicBezTo>
                    <a:pt x="235" y="469"/>
                    <a:pt x="320" y="623"/>
                    <a:pt x="421" y="756"/>
                  </a:cubicBezTo>
                  <a:cubicBezTo>
                    <a:pt x="437" y="793"/>
                    <a:pt x="473" y="809"/>
                    <a:pt x="490" y="841"/>
                  </a:cubicBezTo>
                  <a:cubicBezTo>
                    <a:pt x="574" y="958"/>
                    <a:pt x="659" y="1096"/>
                    <a:pt x="740" y="1213"/>
                  </a:cubicBezTo>
                  <a:cubicBezTo>
                    <a:pt x="894" y="1431"/>
                    <a:pt x="1063" y="1665"/>
                    <a:pt x="1213" y="1883"/>
                  </a:cubicBezTo>
                  <a:cubicBezTo>
                    <a:pt x="1265" y="1952"/>
                    <a:pt x="1265" y="1984"/>
                    <a:pt x="1265" y="2053"/>
                  </a:cubicBezTo>
                  <a:lnTo>
                    <a:pt x="1265" y="2255"/>
                  </a:lnTo>
                  <a:lnTo>
                    <a:pt x="1265" y="2388"/>
                  </a:lnTo>
                  <a:lnTo>
                    <a:pt x="1265" y="2425"/>
                  </a:lnTo>
                  <a:cubicBezTo>
                    <a:pt x="1265" y="2457"/>
                    <a:pt x="1265" y="2489"/>
                    <a:pt x="1229" y="2526"/>
                  </a:cubicBezTo>
                  <a:lnTo>
                    <a:pt x="1229" y="2542"/>
                  </a:lnTo>
                  <a:lnTo>
                    <a:pt x="1245" y="2542"/>
                  </a:lnTo>
                  <a:cubicBezTo>
                    <a:pt x="1298" y="2509"/>
                    <a:pt x="1298" y="2457"/>
                    <a:pt x="1298" y="2425"/>
                  </a:cubicBezTo>
                  <a:lnTo>
                    <a:pt x="1298" y="2388"/>
                  </a:lnTo>
                  <a:lnTo>
                    <a:pt x="1298" y="2255"/>
                  </a:lnTo>
                  <a:lnTo>
                    <a:pt x="1298" y="2053"/>
                  </a:lnTo>
                  <a:cubicBezTo>
                    <a:pt x="1298" y="1984"/>
                    <a:pt x="1281" y="1936"/>
                    <a:pt x="1245" y="1867"/>
                  </a:cubicBezTo>
                  <a:cubicBezTo>
                    <a:pt x="1079" y="1649"/>
                    <a:pt x="926" y="1431"/>
                    <a:pt x="760" y="1197"/>
                  </a:cubicBezTo>
                  <a:cubicBezTo>
                    <a:pt x="675" y="1075"/>
                    <a:pt x="591" y="942"/>
                    <a:pt x="506" y="825"/>
                  </a:cubicBezTo>
                  <a:cubicBezTo>
                    <a:pt x="490" y="793"/>
                    <a:pt x="473" y="772"/>
                    <a:pt x="457" y="740"/>
                  </a:cubicBezTo>
                  <a:cubicBezTo>
                    <a:pt x="356" y="607"/>
                    <a:pt x="255" y="453"/>
                    <a:pt x="134" y="320"/>
                  </a:cubicBezTo>
                  <a:cubicBezTo>
                    <a:pt x="53" y="219"/>
                    <a:pt x="17" y="118"/>
                    <a:pt x="69" y="17"/>
                  </a:cubicBezTo>
                  <a:cubicBezTo>
                    <a:pt x="86" y="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669181" y="2440312"/>
              <a:ext cx="152166" cy="187526"/>
            </a:xfrm>
            <a:custGeom>
              <a:rect b="b" l="l" r="r" t="t"/>
              <a:pathLst>
                <a:path extrusionOk="0" h="1888" w="1532">
                  <a:moveTo>
                    <a:pt x="1516" y="1"/>
                  </a:moveTo>
                  <a:cubicBezTo>
                    <a:pt x="1516" y="1"/>
                    <a:pt x="1500" y="1"/>
                    <a:pt x="1500" y="21"/>
                  </a:cubicBezTo>
                  <a:cubicBezTo>
                    <a:pt x="1483" y="53"/>
                    <a:pt x="1467" y="86"/>
                    <a:pt x="1431" y="102"/>
                  </a:cubicBezTo>
                  <a:cubicBezTo>
                    <a:pt x="1164" y="203"/>
                    <a:pt x="910" y="324"/>
                    <a:pt x="659" y="441"/>
                  </a:cubicBezTo>
                  <a:cubicBezTo>
                    <a:pt x="490" y="526"/>
                    <a:pt x="304" y="627"/>
                    <a:pt x="134" y="691"/>
                  </a:cubicBezTo>
                  <a:cubicBezTo>
                    <a:pt x="53" y="728"/>
                    <a:pt x="17" y="792"/>
                    <a:pt x="17" y="877"/>
                  </a:cubicBezTo>
                  <a:lnTo>
                    <a:pt x="17" y="1435"/>
                  </a:lnTo>
                  <a:cubicBezTo>
                    <a:pt x="1" y="1568"/>
                    <a:pt x="1" y="1685"/>
                    <a:pt x="1" y="1802"/>
                  </a:cubicBezTo>
                  <a:cubicBezTo>
                    <a:pt x="1" y="1819"/>
                    <a:pt x="17" y="1839"/>
                    <a:pt x="17" y="1855"/>
                  </a:cubicBezTo>
                  <a:cubicBezTo>
                    <a:pt x="17" y="1871"/>
                    <a:pt x="17" y="1871"/>
                    <a:pt x="33" y="1871"/>
                  </a:cubicBezTo>
                  <a:lnTo>
                    <a:pt x="33" y="1887"/>
                  </a:lnTo>
                  <a:lnTo>
                    <a:pt x="53" y="1887"/>
                  </a:lnTo>
                  <a:lnTo>
                    <a:pt x="53" y="1871"/>
                  </a:lnTo>
                  <a:cubicBezTo>
                    <a:pt x="53" y="1855"/>
                    <a:pt x="53" y="1855"/>
                    <a:pt x="33" y="1839"/>
                  </a:cubicBezTo>
                  <a:lnTo>
                    <a:pt x="33" y="1802"/>
                  </a:lnTo>
                  <a:lnTo>
                    <a:pt x="33" y="1451"/>
                  </a:lnTo>
                  <a:cubicBezTo>
                    <a:pt x="53" y="1249"/>
                    <a:pt x="53" y="1063"/>
                    <a:pt x="53" y="877"/>
                  </a:cubicBezTo>
                  <a:cubicBezTo>
                    <a:pt x="53" y="792"/>
                    <a:pt x="70" y="744"/>
                    <a:pt x="134" y="728"/>
                  </a:cubicBezTo>
                  <a:cubicBezTo>
                    <a:pt x="320" y="643"/>
                    <a:pt x="506" y="558"/>
                    <a:pt x="675" y="473"/>
                  </a:cubicBezTo>
                  <a:cubicBezTo>
                    <a:pt x="926" y="356"/>
                    <a:pt x="1180" y="223"/>
                    <a:pt x="1431" y="122"/>
                  </a:cubicBezTo>
                  <a:cubicBezTo>
                    <a:pt x="1500" y="102"/>
                    <a:pt x="1516" y="69"/>
                    <a:pt x="1532" y="21"/>
                  </a:cubicBezTo>
                  <a:cubicBezTo>
                    <a:pt x="1532" y="21"/>
                    <a:pt x="1532" y="1"/>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687655" y="3124463"/>
              <a:ext cx="128924" cy="140545"/>
            </a:xfrm>
            <a:custGeom>
              <a:rect b="b" l="l" r="r" t="t"/>
              <a:pathLst>
                <a:path extrusionOk="0" h="1415" w="1298">
                  <a:moveTo>
                    <a:pt x="1281" y="0"/>
                  </a:moveTo>
                  <a:lnTo>
                    <a:pt x="1027" y="101"/>
                  </a:lnTo>
                  <a:cubicBezTo>
                    <a:pt x="708" y="218"/>
                    <a:pt x="388" y="336"/>
                    <a:pt x="85" y="453"/>
                  </a:cubicBezTo>
                  <a:cubicBezTo>
                    <a:pt x="33" y="469"/>
                    <a:pt x="1" y="485"/>
                    <a:pt x="1" y="538"/>
                  </a:cubicBezTo>
                  <a:lnTo>
                    <a:pt x="1" y="857"/>
                  </a:lnTo>
                  <a:cubicBezTo>
                    <a:pt x="1" y="1043"/>
                    <a:pt x="1" y="1228"/>
                    <a:pt x="17" y="1394"/>
                  </a:cubicBezTo>
                  <a:cubicBezTo>
                    <a:pt x="17" y="1414"/>
                    <a:pt x="17" y="1414"/>
                    <a:pt x="33" y="1414"/>
                  </a:cubicBezTo>
                  <a:cubicBezTo>
                    <a:pt x="33" y="1414"/>
                    <a:pt x="49" y="1414"/>
                    <a:pt x="49" y="1394"/>
                  </a:cubicBezTo>
                  <a:cubicBezTo>
                    <a:pt x="17" y="1212"/>
                    <a:pt x="33" y="1043"/>
                    <a:pt x="33" y="857"/>
                  </a:cubicBezTo>
                  <a:lnTo>
                    <a:pt x="33" y="538"/>
                  </a:lnTo>
                  <a:cubicBezTo>
                    <a:pt x="33" y="505"/>
                    <a:pt x="49" y="485"/>
                    <a:pt x="85" y="485"/>
                  </a:cubicBezTo>
                  <a:cubicBezTo>
                    <a:pt x="405" y="368"/>
                    <a:pt x="724" y="235"/>
                    <a:pt x="1027" y="117"/>
                  </a:cubicBezTo>
                  <a:lnTo>
                    <a:pt x="1297" y="17"/>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669181" y="2288543"/>
              <a:ext cx="150577" cy="177196"/>
            </a:xfrm>
            <a:custGeom>
              <a:rect b="b" l="l" r="r" t="t"/>
              <a:pathLst>
                <a:path extrusionOk="0" h="1784" w="1516">
                  <a:moveTo>
                    <a:pt x="1426" y="1"/>
                  </a:moveTo>
                  <a:cubicBezTo>
                    <a:pt x="1400" y="1"/>
                    <a:pt x="1354" y="28"/>
                    <a:pt x="1281" y="66"/>
                  </a:cubicBezTo>
                  <a:cubicBezTo>
                    <a:pt x="926" y="236"/>
                    <a:pt x="558" y="418"/>
                    <a:pt x="134" y="620"/>
                  </a:cubicBezTo>
                  <a:cubicBezTo>
                    <a:pt x="53" y="656"/>
                    <a:pt x="17" y="705"/>
                    <a:pt x="17" y="789"/>
                  </a:cubicBezTo>
                  <a:cubicBezTo>
                    <a:pt x="33" y="943"/>
                    <a:pt x="33" y="1076"/>
                    <a:pt x="33" y="1226"/>
                  </a:cubicBezTo>
                  <a:lnTo>
                    <a:pt x="33" y="1682"/>
                  </a:lnTo>
                  <a:cubicBezTo>
                    <a:pt x="33" y="1698"/>
                    <a:pt x="17" y="1715"/>
                    <a:pt x="17" y="1731"/>
                  </a:cubicBezTo>
                  <a:cubicBezTo>
                    <a:pt x="1" y="1731"/>
                    <a:pt x="1" y="1751"/>
                    <a:pt x="1" y="1767"/>
                  </a:cubicBezTo>
                  <a:cubicBezTo>
                    <a:pt x="1" y="1767"/>
                    <a:pt x="1" y="1783"/>
                    <a:pt x="17" y="1783"/>
                  </a:cubicBezTo>
                  <a:cubicBezTo>
                    <a:pt x="17" y="1783"/>
                    <a:pt x="17" y="1767"/>
                    <a:pt x="33" y="1767"/>
                  </a:cubicBezTo>
                  <a:lnTo>
                    <a:pt x="33" y="1731"/>
                  </a:lnTo>
                  <a:cubicBezTo>
                    <a:pt x="53" y="1731"/>
                    <a:pt x="53" y="1715"/>
                    <a:pt x="53" y="1682"/>
                  </a:cubicBezTo>
                  <a:lnTo>
                    <a:pt x="53" y="1226"/>
                  </a:lnTo>
                  <a:lnTo>
                    <a:pt x="53" y="789"/>
                  </a:lnTo>
                  <a:cubicBezTo>
                    <a:pt x="53" y="705"/>
                    <a:pt x="70" y="672"/>
                    <a:pt x="134" y="640"/>
                  </a:cubicBezTo>
                  <a:cubicBezTo>
                    <a:pt x="558" y="438"/>
                    <a:pt x="942" y="252"/>
                    <a:pt x="1281" y="82"/>
                  </a:cubicBezTo>
                  <a:lnTo>
                    <a:pt x="1298" y="82"/>
                  </a:lnTo>
                  <a:cubicBezTo>
                    <a:pt x="1365" y="57"/>
                    <a:pt x="1410" y="28"/>
                    <a:pt x="1433" y="28"/>
                  </a:cubicBezTo>
                  <a:cubicBezTo>
                    <a:pt x="1439" y="28"/>
                    <a:pt x="1444" y="30"/>
                    <a:pt x="1447" y="34"/>
                  </a:cubicBezTo>
                  <a:cubicBezTo>
                    <a:pt x="1467" y="34"/>
                    <a:pt x="1467" y="99"/>
                    <a:pt x="1467" y="183"/>
                  </a:cubicBezTo>
                  <a:lnTo>
                    <a:pt x="1467" y="200"/>
                  </a:lnTo>
                  <a:lnTo>
                    <a:pt x="1467" y="216"/>
                  </a:lnTo>
                  <a:cubicBezTo>
                    <a:pt x="1500" y="369"/>
                    <a:pt x="1500" y="519"/>
                    <a:pt x="1483" y="672"/>
                  </a:cubicBezTo>
                  <a:lnTo>
                    <a:pt x="1483" y="959"/>
                  </a:lnTo>
                  <a:cubicBezTo>
                    <a:pt x="1483" y="1008"/>
                    <a:pt x="1467" y="1024"/>
                    <a:pt x="1431" y="1060"/>
                  </a:cubicBezTo>
                  <a:cubicBezTo>
                    <a:pt x="1366" y="1109"/>
                    <a:pt x="1314" y="1125"/>
                    <a:pt x="1245" y="1161"/>
                  </a:cubicBezTo>
                  <a:cubicBezTo>
                    <a:pt x="1213" y="1177"/>
                    <a:pt x="1180" y="1177"/>
                    <a:pt x="1164" y="1193"/>
                  </a:cubicBezTo>
                  <a:cubicBezTo>
                    <a:pt x="894" y="1327"/>
                    <a:pt x="623" y="1448"/>
                    <a:pt x="356" y="1565"/>
                  </a:cubicBezTo>
                  <a:cubicBezTo>
                    <a:pt x="255" y="1614"/>
                    <a:pt x="154" y="1666"/>
                    <a:pt x="70" y="1715"/>
                  </a:cubicBezTo>
                  <a:cubicBezTo>
                    <a:pt x="53" y="1715"/>
                    <a:pt x="53" y="1715"/>
                    <a:pt x="53" y="1731"/>
                  </a:cubicBezTo>
                  <a:lnTo>
                    <a:pt x="70" y="1731"/>
                  </a:lnTo>
                  <a:cubicBezTo>
                    <a:pt x="170" y="1682"/>
                    <a:pt x="271" y="1650"/>
                    <a:pt x="372" y="1597"/>
                  </a:cubicBezTo>
                  <a:cubicBezTo>
                    <a:pt x="623" y="1480"/>
                    <a:pt x="910" y="1347"/>
                    <a:pt x="1164" y="1226"/>
                  </a:cubicBezTo>
                  <a:cubicBezTo>
                    <a:pt x="1197" y="1210"/>
                    <a:pt x="1229" y="1193"/>
                    <a:pt x="1265" y="1177"/>
                  </a:cubicBezTo>
                  <a:cubicBezTo>
                    <a:pt x="1314" y="1161"/>
                    <a:pt x="1382" y="1125"/>
                    <a:pt x="1447" y="1092"/>
                  </a:cubicBezTo>
                  <a:cubicBezTo>
                    <a:pt x="1500" y="1044"/>
                    <a:pt x="1516" y="1008"/>
                    <a:pt x="1516" y="959"/>
                  </a:cubicBezTo>
                  <a:cubicBezTo>
                    <a:pt x="1500" y="858"/>
                    <a:pt x="1516" y="773"/>
                    <a:pt x="1516" y="672"/>
                  </a:cubicBezTo>
                  <a:cubicBezTo>
                    <a:pt x="1516" y="519"/>
                    <a:pt x="1516" y="369"/>
                    <a:pt x="1483" y="200"/>
                  </a:cubicBezTo>
                  <a:lnTo>
                    <a:pt x="1483" y="183"/>
                  </a:lnTo>
                  <a:cubicBezTo>
                    <a:pt x="1483" y="82"/>
                    <a:pt x="1483" y="34"/>
                    <a:pt x="1447" y="14"/>
                  </a:cubicBezTo>
                  <a:cubicBezTo>
                    <a:pt x="1443" y="5"/>
                    <a:pt x="1436" y="1"/>
                    <a:pt x="1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515525" y="3323609"/>
              <a:ext cx="125348" cy="149981"/>
            </a:xfrm>
            <a:custGeom>
              <a:rect b="b" l="l" r="r" t="t"/>
              <a:pathLst>
                <a:path extrusionOk="0" h="1510" w="1262">
                  <a:moveTo>
                    <a:pt x="1247" y="0"/>
                  </a:moveTo>
                  <a:cubicBezTo>
                    <a:pt x="1245" y="0"/>
                    <a:pt x="1245" y="5"/>
                    <a:pt x="1245" y="15"/>
                  </a:cubicBezTo>
                  <a:cubicBezTo>
                    <a:pt x="1176" y="96"/>
                    <a:pt x="1196" y="217"/>
                    <a:pt x="1213" y="298"/>
                  </a:cubicBezTo>
                  <a:cubicBezTo>
                    <a:pt x="1229" y="435"/>
                    <a:pt x="1229" y="569"/>
                    <a:pt x="1213" y="702"/>
                  </a:cubicBezTo>
                  <a:cubicBezTo>
                    <a:pt x="1213" y="803"/>
                    <a:pt x="1213" y="904"/>
                    <a:pt x="1229" y="1025"/>
                  </a:cubicBezTo>
                  <a:cubicBezTo>
                    <a:pt x="1229" y="1074"/>
                    <a:pt x="1213" y="1106"/>
                    <a:pt x="1144" y="1126"/>
                  </a:cubicBezTo>
                  <a:cubicBezTo>
                    <a:pt x="772" y="1227"/>
                    <a:pt x="405" y="1360"/>
                    <a:pt x="102" y="1478"/>
                  </a:cubicBezTo>
                  <a:lnTo>
                    <a:pt x="17" y="1478"/>
                  </a:lnTo>
                  <a:cubicBezTo>
                    <a:pt x="17" y="1478"/>
                    <a:pt x="1" y="1478"/>
                    <a:pt x="1" y="1494"/>
                  </a:cubicBezTo>
                  <a:lnTo>
                    <a:pt x="17" y="1494"/>
                  </a:lnTo>
                  <a:cubicBezTo>
                    <a:pt x="33" y="1494"/>
                    <a:pt x="33" y="1510"/>
                    <a:pt x="49" y="1510"/>
                  </a:cubicBezTo>
                  <a:lnTo>
                    <a:pt x="65" y="1510"/>
                  </a:lnTo>
                  <a:cubicBezTo>
                    <a:pt x="85" y="1510"/>
                    <a:pt x="102" y="1510"/>
                    <a:pt x="102" y="1494"/>
                  </a:cubicBezTo>
                  <a:cubicBezTo>
                    <a:pt x="421" y="1393"/>
                    <a:pt x="772" y="1259"/>
                    <a:pt x="1160" y="1158"/>
                  </a:cubicBezTo>
                  <a:cubicBezTo>
                    <a:pt x="1229" y="1126"/>
                    <a:pt x="1261" y="1090"/>
                    <a:pt x="1245" y="1025"/>
                  </a:cubicBezTo>
                  <a:lnTo>
                    <a:pt x="1245" y="702"/>
                  </a:lnTo>
                  <a:cubicBezTo>
                    <a:pt x="1245" y="569"/>
                    <a:pt x="1245" y="435"/>
                    <a:pt x="1229" y="298"/>
                  </a:cubicBezTo>
                  <a:lnTo>
                    <a:pt x="1229" y="282"/>
                  </a:lnTo>
                  <a:cubicBezTo>
                    <a:pt x="1229" y="217"/>
                    <a:pt x="1213" y="116"/>
                    <a:pt x="1261" y="31"/>
                  </a:cubicBezTo>
                  <a:lnTo>
                    <a:pt x="1261" y="15"/>
                  </a:lnTo>
                  <a:cubicBezTo>
                    <a:pt x="1253" y="5"/>
                    <a:pt x="1249"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497050" y="2693094"/>
              <a:ext cx="147398" cy="88399"/>
            </a:xfrm>
            <a:custGeom>
              <a:rect b="b" l="l" r="r" t="t"/>
              <a:pathLst>
                <a:path extrusionOk="0" h="890" w="1484">
                  <a:moveTo>
                    <a:pt x="1447" y="1"/>
                  </a:moveTo>
                  <a:cubicBezTo>
                    <a:pt x="1431" y="1"/>
                    <a:pt x="1431" y="1"/>
                    <a:pt x="1431" y="17"/>
                  </a:cubicBezTo>
                  <a:cubicBezTo>
                    <a:pt x="1415" y="17"/>
                    <a:pt x="1415" y="33"/>
                    <a:pt x="1415" y="33"/>
                  </a:cubicBezTo>
                  <a:cubicBezTo>
                    <a:pt x="1399" y="49"/>
                    <a:pt x="1399" y="65"/>
                    <a:pt x="1399" y="102"/>
                  </a:cubicBezTo>
                  <a:cubicBezTo>
                    <a:pt x="1447" y="219"/>
                    <a:pt x="1382" y="267"/>
                    <a:pt x="1261" y="320"/>
                  </a:cubicBezTo>
                  <a:cubicBezTo>
                    <a:pt x="958" y="453"/>
                    <a:pt x="639" y="586"/>
                    <a:pt x="352" y="724"/>
                  </a:cubicBezTo>
                  <a:cubicBezTo>
                    <a:pt x="235" y="772"/>
                    <a:pt x="118" y="825"/>
                    <a:pt x="17" y="873"/>
                  </a:cubicBezTo>
                  <a:cubicBezTo>
                    <a:pt x="1" y="873"/>
                    <a:pt x="1" y="873"/>
                    <a:pt x="1" y="889"/>
                  </a:cubicBezTo>
                  <a:lnTo>
                    <a:pt x="17" y="889"/>
                  </a:lnTo>
                  <a:lnTo>
                    <a:pt x="372" y="740"/>
                  </a:lnTo>
                  <a:cubicBezTo>
                    <a:pt x="655" y="607"/>
                    <a:pt x="958" y="469"/>
                    <a:pt x="1261" y="336"/>
                  </a:cubicBezTo>
                  <a:cubicBezTo>
                    <a:pt x="1362" y="283"/>
                    <a:pt x="1483" y="251"/>
                    <a:pt x="1431" y="81"/>
                  </a:cubicBezTo>
                  <a:cubicBezTo>
                    <a:pt x="1415" y="81"/>
                    <a:pt x="1431" y="65"/>
                    <a:pt x="1431" y="49"/>
                  </a:cubicBezTo>
                  <a:cubicBezTo>
                    <a:pt x="1447" y="33"/>
                    <a:pt x="1447" y="33"/>
                    <a:pt x="1447" y="17"/>
                  </a:cubicBezTo>
                  <a:lnTo>
                    <a:pt x="14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1735732" y="2801458"/>
              <a:ext cx="147299" cy="237585"/>
            </a:xfrm>
            <a:custGeom>
              <a:rect b="b" l="l" r="r" t="t"/>
              <a:pathLst>
                <a:path extrusionOk="0" h="2392" w="1483">
                  <a:moveTo>
                    <a:pt x="85" y="0"/>
                  </a:moveTo>
                  <a:cubicBezTo>
                    <a:pt x="69" y="21"/>
                    <a:pt x="37" y="37"/>
                    <a:pt x="37" y="85"/>
                  </a:cubicBezTo>
                  <a:cubicBezTo>
                    <a:pt x="37" y="101"/>
                    <a:pt x="37" y="101"/>
                    <a:pt x="53" y="122"/>
                  </a:cubicBezTo>
                  <a:cubicBezTo>
                    <a:pt x="53" y="138"/>
                    <a:pt x="53" y="170"/>
                    <a:pt x="37" y="186"/>
                  </a:cubicBezTo>
                  <a:cubicBezTo>
                    <a:pt x="0" y="505"/>
                    <a:pt x="85" y="760"/>
                    <a:pt x="303" y="1010"/>
                  </a:cubicBezTo>
                  <a:cubicBezTo>
                    <a:pt x="590" y="1313"/>
                    <a:pt x="845" y="1653"/>
                    <a:pt x="1095" y="1972"/>
                  </a:cubicBezTo>
                  <a:cubicBezTo>
                    <a:pt x="1196" y="2089"/>
                    <a:pt x="1297" y="2222"/>
                    <a:pt x="1398" y="2360"/>
                  </a:cubicBezTo>
                  <a:cubicBezTo>
                    <a:pt x="1414" y="2376"/>
                    <a:pt x="1434" y="2392"/>
                    <a:pt x="1467" y="2392"/>
                  </a:cubicBezTo>
                  <a:lnTo>
                    <a:pt x="1483" y="2392"/>
                  </a:lnTo>
                  <a:lnTo>
                    <a:pt x="1483" y="2376"/>
                  </a:lnTo>
                  <a:lnTo>
                    <a:pt x="1467" y="2376"/>
                  </a:lnTo>
                  <a:cubicBezTo>
                    <a:pt x="1451" y="2376"/>
                    <a:pt x="1434" y="2360"/>
                    <a:pt x="1414" y="2343"/>
                  </a:cubicBezTo>
                  <a:cubicBezTo>
                    <a:pt x="1313" y="2206"/>
                    <a:pt x="1212" y="2073"/>
                    <a:pt x="1111" y="1956"/>
                  </a:cubicBezTo>
                  <a:cubicBezTo>
                    <a:pt x="861" y="1636"/>
                    <a:pt x="606" y="1297"/>
                    <a:pt x="323" y="994"/>
                  </a:cubicBezTo>
                  <a:cubicBezTo>
                    <a:pt x="121" y="744"/>
                    <a:pt x="37" y="505"/>
                    <a:pt x="69" y="186"/>
                  </a:cubicBezTo>
                  <a:lnTo>
                    <a:pt x="69" y="122"/>
                  </a:lnTo>
                  <a:lnTo>
                    <a:pt x="69" y="85"/>
                  </a:lnTo>
                  <a:cubicBezTo>
                    <a:pt x="69" y="53"/>
                    <a:pt x="85" y="37"/>
                    <a:pt x="101" y="21"/>
                  </a:cubicBezTo>
                  <a:lnTo>
                    <a:pt x="1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460201" y="2206402"/>
              <a:ext cx="177394" cy="90386"/>
            </a:xfrm>
            <a:custGeom>
              <a:rect b="b" l="l" r="r" t="t"/>
              <a:pathLst>
                <a:path extrusionOk="0" h="910" w="1786">
                  <a:moveTo>
                    <a:pt x="1770" y="1"/>
                  </a:moveTo>
                  <a:cubicBezTo>
                    <a:pt x="1584" y="69"/>
                    <a:pt x="1414" y="154"/>
                    <a:pt x="1248" y="255"/>
                  </a:cubicBezTo>
                  <a:cubicBezTo>
                    <a:pt x="1180" y="287"/>
                    <a:pt x="1111" y="320"/>
                    <a:pt x="1026" y="372"/>
                  </a:cubicBezTo>
                  <a:cubicBezTo>
                    <a:pt x="792" y="489"/>
                    <a:pt x="541" y="607"/>
                    <a:pt x="303" y="740"/>
                  </a:cubicBezTo>
                  <a:lnTo>
                    <a:pt x="0" y="893"/>
                  </a:lnTo>
                  <a:lnTo>
                    <a:pt x="0" y="909"/>
                  </a:lnTo>
                  <a:lnTo>
                    <a:pt x="16" y="909"/>
                  </a:lnTo>
                  <a:lnTo>
                    <a:pt x="319" y="760"/>
                  </a:lnTo>
                  <a:cubicBezTo>
                    <a:pt x="558" y="639"/>
                    <a:pt x="792" y="506"/>
                    <a:pt x="1046" y="388"/>
                  </a:cubicBezTo>
                  <a:cubicBezTo>
                    <a:pt x="1111" y="356"/>
                    <a:pt x="1196" y="304"/>
                    <a:pt x="1265" y="271"/>
                  </a:cubicBezTo>
                  <a:cubicBezTo>
                    <a:pt x="1430" y="186"/>
                    <a:pt x="1600" y="85"/>
                    <a:pt x="1786" y="17"/>
                  </a:cubicBezTo>
                  <a:lnTo>
                    <a:pt x="1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1257880" y="1074494"/>
              <a:ext cx="158920" cy="209178"/>
            </a:xfrm>
            <a:custGeom>
              <a:rect b="b" l="l" r="r" t="t"/>
              <a:pathLst>
                <a:path extrusionOk="0" h="2106" w="1600">
                  <a:moveTo>
                    <a:pt x="1580" y="1"/>
                  </a:moveTo>
                  <a:lnTo>
                    <a:pt x="1244" y="203"/>
                  </a:lnTo>
                  <a:cubicBezTo>
                    <a:pt x="957" y="388"/>
                    <a:pt x="671" y="574"/>
                    <a:pt x="368" y="760"/>
                  </a:cubicBezTo>
                  <a:cubicBezTo>
                    <a:pt x="303" y="809"/>
                    <a:pt x="202" y="861"/>
                    <a:pt x="101" y="926"/>
                  </a:cubicBezTo>
                  <a:cubicBezTo>
                    <a:pt x="32" y="962"/>
                    <a:pt x="16" y="1011"/>
                    <a:pt x="16" y="1095"/>
                  </a:cubicBezTo>
                  <a:cubicBezTo>
                    <a:pt x="0" y="1229"/>
                    <a:pt x="0" y="1366"/>
                    <a:pt x="16" y="1499"/>
                  </a:cubicBezTo>
                  <a:cubicBezTo>
                    <a:pt x="16" y="1669"/>
                    <a:pt x="32" y="1835"/>
                    <a:pt x="0" y="1988"/>
                  </a:cubicBezTo>
                  <a:cubicBezTo>
                    <a:pt x="0" y="2020"/>
                    <a:pt x="16" y="2057"/>
                    <a:pt x="32" y="2073"/>
                  </a:cubicBezTo>
                  <a:lnTo>
                    <a:pt x="32" y="2089"/>
                  </a:lnTo>
                  <a:lnTo>
                    <a:pt x="48" y="2105"/>
                  </a:lnTo>
                  <a:lnTo>
                    <a:pt x="48" y="2089"/>
                  </a:lnTo>
                  <a:cubicBezTo>
                    <a:pt x="65" y="2089"/>
                    <a:pt x="65" y="2089"/>
                    <a:pt x="65" y="2073"/>
                  </a:cubicBezTo>
                  <a:cubicBezTo>
                    <a:pt x="65" y="2073"/>
                    <a:pt x="48" y="2073"/>
                    <a:pt x="48" y="2057"/>
                  </a:cubicBezTo>
                  <a:cubicBezTo>
                    <a:pt x="32" y="2037"/>
                    <a:pt x="32" y="2020"/>
                    <a:pt x="32" y="1988"/>
                  </a:cubicBezTo>
                  <a:cubicBezTo>
                    <a:pt x="48" y="1835"/>
                    <a:pt x="48" y="1669"/>
                    <a:pt x="32" y="1499"/>
                  </a:cubicBezTo>
                  <a:lnTo>
                    <a:pt x="32" y="1095"/>
                  </a:lnTo>
                  <a:cubicBezTo>
                    <a:pt x="48" y="1027"/>
                    <a:pt x="65" y="978"/>
                    <a:pt x="117" y="946"/>
                  </a:cubicBezTo>
                  <a:cubicBezTo>
                    <a:pt x="218" y="893"/>
                    <a:pt x="303" y="845"/>
                    <a:pt x="388" y="792"/>
                  </a:cubicBezTo>
                  <a:cubicBezTo>
                    <a:pt x="691" y="607"/>
                    <a:pt x="974" y="421"/>
                    <a:pt x="1260" y="239"/>
                  </a:cubicBezTo>
                  <a:lnTo>
                    <a:pt x="1600" y="37"/>
                  </a:lnTo>
                  <a:lnTo>
                    <a:pt x="1600" y="17"/>
                  </a:lnTo>
                  <a:cubicBezTo>
                    <a:pt x="1600" y="1"/>
                    <a:pt x="1580" y="1"/>
                    <a:pt x="1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1919881" y="3154558"/>
              <a:ext cx="143723" cy="248809"/>
            </a:xfrm>
            <a:custGeom>
              <a:rect b="b" l="l" r="r" t="t"/>
              <a:pathLst>
                <a:path extrusionOk="0" h="2505" w="1447">
                  <a:moveTo>
                    <a:pt x="85" y="0"/>
                  </a:moveTo>
                  <a:lnTo>
                    <a:pt x="65" y="16"/>
                  </a:lnTo>
                  <a:cubicBezTo>
                    <a:pt x="0" y="101"/>
                    <a:pt x="49" y="202"/>
                    <a:pt x="85" y="235"/>
                  </a:cubicBezTo>
                  <a:cubicBezTo>
                    <a:pt x="235" y="384"/>
                    <a:pt x="368" y="538"/>
                    <a:pt x="489" y="707"/>
                  </a:cubicBezTo>
                  <a:cubicBezTo>
                    <a:pt x="554" y="788"/>
                    <a:pt x="639" y="889"/>
                    <a:pt x="724" y="990"/>
                  </a:cubicBezTo>
                  <a:cubicBezTo>
                    <a:pt x="808" y="1091"/>
                    <a:pt x="909" y="1212"/>
                    <a:pt x="994" y="1329"/>
                  </a:cubicBezTo>
                  <a:cubicBezTo>
                    <a:pt x="1075" y="1414"/>
                    <a:pt x="1160" y="1515"/>
                    <a:pt x="1229" y="1596"/>
                  </a:cubicBezTo>
                  <a:cubicBezTo>
                    <a:pt x="1277" y="1665"/>
                    <a:pt x="1297" y="1717"/>
                    <a:pt x="1297" y="1798"/>
                  </a:cubicBezTo>
                  <a:lnTo>
                    <a:pt x="1297" y="2036"/>
                  </a:lnTo>
                  <a:cubicBezTo>
                    <a:pt x="1297" y="2121"/>
                    <a:pt x="1297" y="2222"/>
                    <a:pt x="1277" y="2303"/>
                  </a:cubicBezTo>
                  <a:cubicBezTo>
                    <a:pt x="1277" y="2388"/>
                    <a:pt x="1346" y="2440"/>
                    <a:pt x="1398" y="2473"/>
                  </a:cubicBezTo>
                  <a:cubicBezTo>
                    <a:pt x="1398" y="2489"/>
                    <a:pt x="1414" y="2489"/>
                    <a:pt x="1431" y="2505"/>
                  </a:cubicBezTo>
                  <a:lnTo>
                    <a:pt x="1447" y="2489"/>
                  </a:lnTo>
                  <a:lnTo>
                    <a:pt x="1447" y="2473"/>
                  </a:lnTo>
                  <a:cubicBezTo>
                    <a:pt x="1431" y="2473"/>
                    <a:pt x="1414" y="2456"/>
                    <a:pt x="1414" y="2456"/>
                  </a:cubicBezTo>
                  <a:cubicBezTo>
                    <a:pt x="1362" y="2404"/>
                    <a:pt x="1313" y="2372"/>
                    <a:pt x="1313" y="2323"/>
                  </a:cubicBezTo>
                  <a:cubicBezTo>
                    <a:pt x="1330" y="2222"/>
                    <a:pt x="1330" y="2121"/>
                    <a:pt x="1330" y="2036"/>
                  </a:cubicBezTo>
                  <a:cubicBezTo>
                    <a:pt x="1313" y="1951"/>
                    <a:pt x="1313" y="1883"/>
                    <a:pt x="1330" y="1798"/>
                  </a:cubicBezTo>
                  <a:cubicBezTo>
                    <a:pt x="1330" y="1717"/>
                    <a:pt x="1313" y="1649"/>
                    <a:pt x="1261" y="1580"/>
                  </a:cubicBezTo>
                  <a:cubicBezTo>
                    <a:pt x="1176" y="1495"/>
                    <a:pt x="1095" y="1394"/>
                    <a:pt x="1027" y="1313"/>
                  </a:cubicBezTo>
                  <a:cubicBezTo>
                    <a:pt x="926" y="1192"/>
                    <a:pt x="841" y="1075"/>
                    <a:pt x="740" y="974"/>
                  </a:cubicBezTo>
                  <a:cubicBezTo>
                    <a:pt x="655" y="873"/>
                    <a:pt x="590" y="772"/>
                    <a:pt x="505" y="687"/>
                  </a:cubicBezTo>
                  <a:cubicBezTo>
                    <a:pt x="388" y="521"/>
                    <a:pt x="251" y="368"/>
                    <a:pt x="101" y="218"/>
                  </a:cubicBezTo>
                  <a:cubicBezTo>
                    <a:pt x="65" y="182"/>
                    <a:pt x="33" y="101"/>
                    <a:pt x="85" y="33"/>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1416701" y="2114526"/>
              <a:ext cx="56715" cy="67144"/>
            </a:xfrm>
            <a:custGeom>
              <a:rect b="b" l="l" r="r" t="t"/>
              <a:pathLst>
                <a:path extrusionOk="0" h="676" w="571">
                  <a:moveTo>
                    <a:pt x="17" y="0"/>
                  </a:moveTo>
                  <a:cubicBezTo>
                    <a:pt x="17" y="0"/>
                    <a:pt x="1" y="0"/>
                    <a:pt x="1" y="17"/>
                  </a:cubicBezTo>
                  <a:cubicBezTo>
                    <a:pt x="1" y="17"/>
                    <a:pt x="1" y="33"/>
                    <a:pt x="17" y="33"/>
                  </a:cubicBezTo>
                  <a:cubicBezTo>
                    <a:pt x="102" y="69"/>
                    <a:pt x="150" y="134"/>
                    <a:pt x="183" y="202"/>
                  </a:cubicBezTo>
                  <a:cubicBezTo>
                    <a:pt x="219" y="235"/>
                    <a:pt x="235" y="271"/>
                    <a:pt x="251" y="303"/>
                  </a:cubicBezTo>
                  <a:cubicBezTo>
                    <a:pt x="304" y="352"/>
                    <a:pt x="336" y="404"/>
                    <a:pt x="368" y="453"/>
                  </a:cubicBezTo>
                  <a:cubicBezTo>
                    <a:pt x="421" y="538"/>
                    <a:pt x="469" y="606"/>
                    <a:pt x="538" y="675"/>
                  </a:cubicBezTo>
                  <a:lnTo>
                    <a:pt x="570" y="675"/>
                  </a:lnTo>
                  <a:lnTo>
                    <a:pt x="554" y="655"/>
                  </a:lnTo>
                  <a:cubicBezTo>
                    <a:pt x="485" y="590"/>
                    <a:pt x="437" y="522"/>
                    <a:pt x="384" y="437"/>
                  </a:cubicBezTo>
                  <a:cubicBezTo>
                    <a:pt x="352" y="388"/>
                    <a:pt x="320" y="336"/>
                    <a:pt x="284" y="287"/>
                  </a:cubicBezTo>
                  <a:cubicBezTo>
                    <a:pt x="251" y="271"/>
                    <a:pt x="235" y="235"/>
                    <a:pt x="219" y="202"/>
                  </a:cubicBezTo>
                  <a:cubicBezTo>
                    <a:pt x="166"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1414714" y="3082349"/>
              <a:ext cx="60290" cy="150577"/>
            </a:xfrm>
            <a:custGeom>
              <a:rect b="b" l="l" r="r" t="t"/>
              <a:pathLst>
                <a:path extrusionOk="0" h="1516" w="607">
                  <a:moveTo>
                    <a:pt x="1" y="0"/>
                  </a:moveTo>
                  <a:lnTo>
                    <a:pt x="1" y="20"/>
                  </a:lnTo>
                  <a:lnTo>
                    <a:pt x="138" y="154"/>
                  </a:lnTo>
                  <a:cubicBezTo>
                    <a:pt x="271" y="287"/>
                    <a:pt x="404" y="424"/>
                    <a:pt x="542" y="558"/>
                  </a:cubicBezTo>
                  <a:cubicBezTo>
                    <a:pt x="558" y="574"/>
                    <a:pt x="574" y="606"/>
                    <a:pt x="574" y="642"/>
                  </a:cubicBezTo>
                  <a:lnTo>
                    <a:pt x="574" y="1046"/>
                  </a:lnTo>
                  <a:lnTo>
                    <a:pt x="574" y="1398"/>
                  </a:lnTo>
                  <a:cubicBezTo>
                    <a:pt x="574" y="1434"/>
                    <a:pt x="558" y="1450"/>
                    <a:pt x="558" y="1467"/>
                  </a:cubicBezTo>
                  <a:cubicBezTo>
                    <a:pt x="558" y="1483"/>
                    <a:pt x="558" y="1483"/>
                    <a:pt x="542" y="1499"/>
                  </a:cubicBezTo>
                  <a:cubicBezTo>
                    <a:pt x="542" y="1499"/>
                    <a:pt x="542" y="1515"/>
                    <a:pt x="558" y="1515"/>
                  </a:cubicBezTo>
                  <a:lnTo>
                    <a:pt x="574" y="1499"/>
                  </a:lnTo>
                  <a:lnTo>
                    <a:pt x="574" y="1483"/>
                  </a:lnTo>
                  <a:cubicBezTo>
                    <a:pt x="590" y="1450"/>
                    <a:pt x="590" y="1434"/>
                    <a:pt x="590" y="1398"/>
                  </a:cubicBezTo>
                  <a:lnTo>
                    <a:pt x="590" y="1046"/>
                  </a:lnTo>
                  <a:cubicBezTo>
                    <a:pt x="590" y="909"/>
                    <a:pt x="606" y="776"/>
                    <a:pt x="606" y="642"/>
                  </a:cubicBezTo>
                  <a:cubicBezTo>
                    <a:pt x="606" y="590"/>
                    <a:pt x="590" y="558"/>
                    <a:pt x="558" y="525"/>
                  </a:cubicBezTo>
                  <a:cubicBezTo>
                    <a:pt x="425" y="404"/>
                    <a:pt x="287" y="271"/>
                    <a:pt x="154" y="138"/>
                  </a:cubicBez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985431" y="2398595"/>
              <a:ext cx="4867" cy="81943"/>
            </a:xfrm>
            <a:custGeom>
              <a:rect b="b" l="l" r="r" t="t"/>
              <a:pathLst>
                <a:path extrusionOk="0" h="825" w="49">
                  <a:moveTo>
                    <a:pt x="0" y="1"/>
                  </a:moveTo>
                  <a:cubicBezTo>
                    <a:pt x="16" y="186"/>
                    <a:pt x="16" y="372"/>
                    <a:pt x="0" y="542"/>
                  </a:cubicBezTo>
                  <a:lnTo>
                    <a:pt x="0" y="724"/>
                  </a:lnTo>
                  <a:cubicBezTo>
                    <a:pt x="0" y="744"/>
                    <a:pt x="0" y="760"/>
                    <a:pt x="16" y="776"/>
                  </a:cubicBezTo>
                  <a:lnTo>
                    <a:pt x="16" y="809"/>
                  </a:lnTo>
                  <a:lnTo>
                    <a:pt x="32" y="809"/>
                  </a:lnTo>
                  <a:lnTo>
                    <a:pt x="32" y="825"/>
                  </a:lnTo>
                  <a:lnTo>
                    <a:pt x="49" y="809"/>
                  </a:lnTo>
                  <a:cubicBezTo>
                    <a:pt x="49" y="792"/>
                    <a:pt x="49" y="776"/>
                    <a:pt x="32" y="760"/>
                  </a:cubicBezTo>
                  <a:lnTo>
                    <a:pt x="32" y="724"/>
                  </a:lnTo>
                  <a:lnTo>
                    <a:pt x="32" y="542"/>
                  </a:lnTo>
                  <a:cubicBezTo>
                    <a:pt x="32" y="372"/>
                    <a:pt x="49" y="18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1612172" y="3619200"/>
              <a:ext cx="5264" cy="75090"/>
            </a:xfrm>
            <a:custGeom>
              <a:rect b="b" l="l" r="r" t="t"/>
              <a:pathLst>
                <a:path extrusionOk="0" h="756" w="53">
                  <a:moveTo>
                    <a:pt x="53" y="0"/>
                  </a:moveTo>
                  <a:cubicBezTo>
                    <a:pt x="32" y="0"/>
                    <a:pt x="32" y="0"/>
                    <a:pt x="32" y="16"/>
                  </a:cubicBezTo>
                  <a:cubicBezTo>
                    <a:pt x="16" y="134"/>
                    <a:pt x="16" y="251"/>
                    <a:pt x="16" y="372"/>
                  </a:cubicBezTo>
                  <a:lnTo>
                    <a:pt x="16" y="606"/>
                  </a:lnTo>
                  <a:lnTo>
                    <a:pt x="16" y="655"/>
                  </a:lnTo>
                  <a:cubicBezTo>
                    <a:pt x="16" y="675"/>
                    <a:pt x="16" y="707"/>
                    <a:pt x="0" y="740"/>
                  </a:cubicBezTo>
                  <a:cubicBezTo>
                    <a:pt x="0" y="740"/>
                    <a:pt x="0" y="756"/>
                    <a:pt x="16" y="756"/>
                  </a:cubicBezTo>
                  <a:lnTo>
                    <a:pt x="32" y="756"/>
                  </a:lnTo>
                  <a:cubicBezTo>
                    <a:pt x="53" y="723"/>
                    <a:pt x="53" y="691"/>
                    <a:pt x="53" y="655"/>
                  </a:cubicBezTo>
                  <a:lnTo>
                    <a:pt x="53" y="606"/>
                  </a:lnTo>
                  <a:lnTo>
                    <a:pt x="53" y="372"/>
                  </a:lnTo>
                  <a:cubicBezTo>
                    <a:pt x="32" y="251"/>
                    <a:pt x="32"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1267912" y="1830456"/>
              <a:ext cx="143723" cy="178686"/>
            </a:xfrm>
            <a:custGeom>
              <a:rect b="b" l="l" r="r" t="t"/>
              <a:pathLst>
                <a:path extrusionOk="0" h="1799" w="1447">
                  <a:moveTo>
                    <a:pt x="1430" y="0"/>
                  </a:moveTo>
                  <a:cubicBezTo>
                    <a:pt x="1313" y="49"/>
                    <a:pt x="1196" y="118"/>
                    <a:pt x="1095" y="166"/>
                  </a:cubicBezTo>
                  <a:cubicBezTo>
                    <a:pt x="772" y="336"/>
                    <a:pt x="452" y="485"/>
                    <a:pt x="133" y="655"/>
                  </a:cubicBezTo>
                  <a:cubicBezTo>
                    <a:pt x="48" y="687"/>
                    <a:pt x="0" y="756"/>
                    <a:pt x="16" y="857"/>
                  </a:cubicBezTo>
                  <a:lnTo>
                    <a:pt x="16" y="1479"/>
                  </a:lnTo>
                  <a:lnTo>
                    <a:pt x="16" y="1616"/>
                  </a:lnTo>
                  <a:cubicBezTo>
                    <a:pt x="16" y="1681"/>
                    <a:pt x="16" y="1733"/>
                    <a:pt x="32" y="1782"/>
                  </a:cubicBezTo>
                  <a:lnTo>
                    <a:pt x="48" y="1798"/>
                  </a:lnTo>
                  <a:cubicBezTo>
                    <a:pt x="65" y="1798"/>
                    <a:pt x="65" y="1782"/>
                    <a:pt x="65" y="1782"/>
                  </a:cubicBezTo>
                  <a:cubicBezTo>
                    <a:pt x="32" y="1733"/>
                    <a:pt x="32" y="1665"/>
                    <a:pt x="32" y="1616"/>
                  </a:cubicBezTo>
                  <a:lnTo>
                    <a:pt x="32" y="1479"/>
                  </a:lnTo>
                  <a:cubicBezTo>
                    <a:pt x="32" y="1277"/>
                    <a:pt x="48" y="1059"/>
                    <a:pt x="32" y="857"/>
                  </a:cubicBezTo>
                  <a:cubicBezTo>
                    <a:pt x="32" y="772"/>
                    <a:pt x="65" y="723"/>
                    <a:pt x="149" y="671"/>
                  </a:cubicBezTo>
                  <a:cubicBezTo>
                    <a:pt x="469" y="522"/>
                    <a:pt x="792" y="352"/>
                    <a:pt x="1111" y="202"/>
                  </a:cubicBezTo>
                  <a:cubicBezTo>
                    <a:pt x="1212" y="134"/>
                    <a:pt x="1329" y="81"/>
                    <a:pt x="1430" y="33"/>
                  </a:cubicBezTo>
                  <a:cubicBezTo>
                    <a:pt x="1446" y="17"/>
                    <a:pt x="1446" y="17"/>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1923059" y="2753285"/>
              <a:ext cx="257748" cy="412993"/>
            </a:xfrm>
            <a:custGeom>
              <a:rect b="b" l="l" r="r" t="t"/>
              <a:pathLst>
                <a:path extrusionOk="0" h="4158" w="2595">
                  <a:moveTo>
                    <a:pt x="69" y="1"/>
                  </a:moveTo>
                  <a:cubicBezTo>
                    <a:pt x="53" y="1"/>
                    <a:pt x="53" y="1"/>
                    <a:pt x="53" y="17"/>
                  </a:cubicBezTo>
                  <a:cubicBezTo>
                    <a:pt x="1" y="219"/>
                    <a:pt x="1" y="437"/>
                    <a:pt x="53" y="639"/>
                  </a:cubicBezTo>
                  <a:cubicBezTo>
                    <a:pt x="69" y="740"/>
                    <a:pt x="134" y="809"/>
                    <a:pt x="203" y="889"/>
                  </a:cubicBezTo>
                  <a:cubicBezTo>
                    <a:pt x="219" y="926"/>
                    <a:pt x="255" y="958"/>
                    <a:pt x="271" y="974"/>
                  </a:cubicBezTo>
                  <a:cubicBezTo>
                    <a:pt x="336" y="1091"/>
                    <a:pt x="421" y="1192"/>
                    <a:pt x="506" y="1314"/>
                  </a:cubicBezTo>
                  <a:cubicBezTo>
                    <a:pt x="692" y="1580"/>
                    <a:pt x="894" y="1867"/>
                    <a:pt x="1112" y="2138"/>
                  </a:cubicBezTo>
                  <a:cubicBezTo>
                    <a:pt x="1298" y="2388"/>
                    <a:pt x="1467" y="2643"/>
                    <a:pt x="1649" y="2893"/>
                  </a:cubicBezTo>
                  <a:cubicBezTo>
                    <a:pt x="1851" y="3196"/>
                    <a:pt x="2073" y="3499"/>
                    <a:pt x="2307" y="3786"/>
                  </a:cubicBezTo>
                  <a:cubicBezTo>
                    <a:pt x="2340" y="3838"/>
                    <a:pt x="2376" y="3871"/>
                    <a:pt x="2392" y="3919"/>
                  </a:cubicBezTo>
                  <a:cubicBezTo>
                    <a:pt x="2441" y="4004"/>
                    <a:pt x="2493" y="4089"/>
                    <a:pt x="2578" y="4157"/>
                  </a:cubicBezTo>
                  <a:lnTo>
                    <a:pt x="2594" y="4157"/>
                  </a:lnTo>
                  <a:lnTo>
                    <a:pt x="2594" y="4141"/>
                  </a:lnTo>
                  <a:lnTo>
                    <a:pt x="2594" y="4121"/>
                  </a:lnTo>
                  <a:cubicBezTo>
                    <a:pt x="2509" y="4073"/>
                    <a:pt x="2457" y="3988"/>
                    <a:pt x="2425" y="3903"/>
                  </a:cubicBezTo>
                  <a:cubicBezTo>
                    <a:pt x="2392" y="3871"/>
                    <a:pt x="2356" y="3818"/>
                    <a:pt x="2324" y="3770"/>
                  </a:cubicBezTo>
                  <a:cubicBezTo>
                    <a:pt x="2089" y="3483"/>
                    <a:pt x="1871" y="3180"/>
                    <a:pt x="1669" y="2877"/>
                  </a:cubicBezTo>
                  <a:cubicBezTo>
                    <a:pt x="1500" y="2626"/>
                    <a:pt x="1314" y="2372"/>
                    <a:pt x="1128" y="2121"/>
                  </a:cubicBezTo>
                  <a:cubicBezTo>
                    <a:pt x="910" y="1851"/>
                    <a:pt x="708" y="1564"/>
                    <a:pt x="522" y="1293"/>
                  </a:cubicBezTo>
                  <a:cubicBezTo>
                    <a:pt x="437" y="1176"/>
                    <a:pt x="372" y="1075"/>
                    <a:pt x="288" y="974"/>
                  </a:cubicBezTo>
                  <a:cubicBezTo>
                    <a:pt x="271" y="942"/>
                    <a:pt x="235" y="910"/>
                    <a:pt x="219" y="873"/>
                  </a:cubicBezTo>
                  <a:cubicBezTo>
                    <a:pt x="154" y="809"/>
                    <a:pt x="86" y="724"/>
                    <a:pt x="69" y="639"/>
                  </a:cubicBezTo>
                  <a:cubicBezTo>
                    <a:pt x="17" y="437"/>
                    <a:pt x="17" y="219"/>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871406" y="1902268"/>
              <a:ext cx="348035" cy="304232"/>
            </a:xfrm>
            <a:custGeom>
              <a:rect b="b" l="l" r="r" t="t"/>
              <a:pathLst>
                <a:path extrusionOk="0" h="3063" w="3504">
                  <a:moveTo>
                    <a:pt x="3402" y="0"/>
                  </a:moveTo>
                  <a:lnTo>
                    <a:pt x="3402" y="17"/>
                  </a:lnTo>
                  <a:cubicBezTo>
                    <a:pt x="3402" y="33"/>
                    <a:pt x="3386" y="49"/>
                    <a:pt x="3402" y="65"/>
                  </a:cubicBezTo>
                  <a:cubicBezTo>
                    <a:pt x="3471" y="267"/>
                    <a:pt x="3334" y="352"/>
                    <a:pt x="3168" y="437"/>
                  </a:cubicBezTo>
                  <a:cubicBezTo>
                    <a:pt x="2493" y="756"/>
                    <a:pt x="1819" y="1111"/>
                    <a:pt x="1164" y="1463"/>
                  </a:cubicBezTo>
                  <a:cubicBezTo>
                    <a:pt x="995" y="1548"/>
                    <a:pt x="845" y="1616"/>
                    <a:pt x="692" y="1701"/>
                  </a:cubicBezTo>
                  <a:lnTo>
                    <a:pt x="643" y="1734"/>
                  </a:lnTo>
                  <a:cubicBezTo>
                    <a:pt x="473" y="1818"/>
                    <a:pt x="304" y="1903"/>
                    <a:pt x="138" y="1968"/>
                  </a:cubicBezTo>
                  <a:cubicBezTo>
                    <a:pt x="37" y="2004"/>
                    <a:pt x="1" y="2069"/>
                    <a:pt x="1" y="2186"/>
                  </a:cubicBezTo>
                  <a:lnTo>
                    <a:pt x="1" y="2541"/>
                  </a:lnTo>
                  <a:cubicBezTo>
                    <a:pt x="1" y="2711"/>
                    <a:pt x="1" y="2877"/>
                    <a:pt x="17" y="3046"/>
                  </a:cubicBezTo>
                  <a:cubicBezTo>
                    <a:pt x="17" y="3046"/>
                    <a:pt x="17" y="3063"/>
                    <a:pt x="37" y="3063"/>
                  </a:cubicBezTo>
                  <a:lnTo>
                    <a:pt x="53" y="3046"/>
                  </a:lnTo>
                  <a:cubicBezTo>
                    <a:pt x="17" y="2877"/>
                    <a:pt x="37" y="2711"/>
                    <a:pt x="37" y="2541"/>
                  </a:cubicBezTo>
                  <a:lnTo>
                    <a:pt x="37" y="2186"/>
                  </a:lnTo>
                  <a:cubicBezTo>
                    <a:pt x="17" y="2085"/>
                    <a:pt x="69" y="2020"/>
                    <a:pt x="138" y="1984"/>
                  </a:cubicBezTo>
                  <a:cubicBezTo>
                    <a:pt x="320" y="1919"/>
                    <a:pt x="490" y="1835"/>
                    <a:pt x="659" y="1750"/>
                  </a:cubicBezTo>
                  <a:lnTo>
                    <a:pt x="692" y="1734"/>
                  </a:lnTo>
                  <a:cubicBezTo>
                    <a:pt x="861" y="1649"/>
                    <a:pt x="1011" y="1564"/>
                    <a:pt x="1164" y="1479"/>
                  </a:cubicBezTo>
                  <a:cubicBezTo>
                    <a:pt x="1819" y="1144"/>
                    <a:pt x="2493" y="792"/>
                    <a:pt x="3184" y="469"/>
                  </a:cubicBezTo>
                  <a:cubicBezTo>
                    <a:pt x="3350" y="388"/>
                    <a:pt x="3503" y="287"/>
                    <a:pt x="3418" y="49"/>
                  </a:cubicBezTo>
                  <a:cubicBezTo>
                    <a:pt x="3418" y="49"/>
                    <a:pt x="3418" y="33"/>
                    <a:pt x="3435" y="33"/>
                  </a:cubicBezTo>
                  <a:lnTo>
                    <a:pt x="3435" y="17"/>
                  </a:lnTo>
                  <a:cubicBezTo>
                    <a:pt x="3435" y="0"/>
                    <a:pt x="3435" y="0"/>
                    <a:pt x="3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1553570" y="3401679"/>
              <a:ext cx="5264" cy="73997"/>
            </a:xfrm>
            <a:custGeom>
              <a:rect b="b" l="l" r="r" t="t"/>
              <a:pathLst>
                <a:path extrusionOk="0" h="745" w="53">
                  <a:moveTo>
                    <a:pt x="37" y="1"/>
                  </a:moveTo>
                  <a:cubicBezTo>
                    <a:pt x="16" y="1"/>
                    <a:pt x="16" y="1"/>
                    <a:pt x="16" y="17"/>
                  </a:cubicBezTo>
                  <a:cubicBezTo>
                    <a:pt x="0" y="102"/>
                    <a:pt x="16" y="203"/>
                    <a:pt x="16" y="288"/>
                  </a:cubicBezTo>
                  <a:cubicBezTo>
                    <a:pt x="16" y="441"/>
                    <a:pt x="16" y="574"/>
                    <a:pt x="0" y="724"/>
                  </a:cubicBezTo>
                  <a:cubicBezTo>
                    <a:pt x="0" y="744"/>
                    <a:pt x="0" y="744"/>
                    <a:pt x="16" y="744"/>
                  </a:cubicBezTo>
                  <a:lnTo>
                    <a:pt x="16" y="724"/>
                  </a:lnTo>
                  <a:cubicBezTo>
                    <a:pt x="53" y="591"/>
                    <a:pt x="37" y="441"/>
                    <a:pt x="37" y="288"/>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1413125" y="1943985"/>
              <a:ext cx="90386" cy="287844"/>
            </a:xfrm>
            <a:custGeom>
              <a:rect b="b" l="l" r="r" t="t"/>
              <a:pathLst>
                <a:path extrusionOk="0" h="2898" w="910">
                  <a:moveTo>
                    <a:pt x="53" y="1"/>
                  </a:moveTo>
                  <a:cubicBezTo>
                    <a:pt x="53" y="1"/>
                    <a:pt x="37" y="1"/>
                    <a:pt x="37" y="17"/>
                  </a:cubicBezTo>
                  <a:cubicBezTo>
                    <a:pt x="0" y="118"/>
                    <a:pt x="0" y="219"/>
                    <a:pt x="17" y="304"/>
                  </a:cubicBezTo>
                  <a:lnTo>
                    <a:pt x="17" y="405"/>
                  </a:lnTo>
                  <a:cubicBezTo>
                    <a:pt x="17" y="453"/>
                    <a:pt x="53" y="453"/>
                    <a:pt x="69" y="473"/>
                  </a:cubicBezTo>
                  <a:cubicBezTo>
                    <a:pt x="85" y="489"/>
                    <a:pt x="101" y="489"/>
                    <a:pt x="101" y="506"/>
                  </a:cubicBezTo>
                  <a:cubicBezTo>
                    <a:pt x="340" y="825"/>
                    <a:pt x="558" y="1144"/>
                    <a:pt x="792" y="1463"/>
                  </a:cubicBezTo>
                  <a:lnTo>
                    <a:pt x="845" y="1548"/>
                  </a:lnTo>
                  <a:cubicBezTo>
                    <a:pt x="861" y="1584"/>
                    <a:pt x="861" y="1600"/>
                    <a:pt x="861" y="1633"/>
                  </a:cubicBezTo>
                  <a:lnTo>
                    <a:pt x="861" y="1649"/>
                  </a:lnTo>
                  <a:cubicBezTo>
                    <a:pt x="861" y="2020"/>
                    <a:pt x="861" y="2340"/>
                    <a:pt x="824" y="2675"/>
                  </a:cubicBezTo>
                  <a:cubicBezTo>
                    <a:pt x="824" y="2727"/>
                    <a:pt x="845" y="2776"/>
                    <a:pt x="861" y="2828"/>
                  </a:cubicBezTo>
                  <a:cubicBezTo>
                    <a:pt x="877" y="2845"/>
                    <a:pt x="877" y="2861"/>
                    <a:pt x="893" y="2877"/>
                  </a:cubicBezTo>
                  <a:lnTo>
                    <a:pt x="893" y="2897"/>
                  </a:lnTo>
                  <a:lnTo>
                    <a:pt x="909" y="2897"/>
                  </a:lnTo>
                  <a:lnTo>
                    <a:pt x="909" y="2877"/>
                  </a:lnTo>
                  <a:cubicBezTo>
                    <a:pt x="909" y="2861"/>
                    <a:pt x="893" y="2828"/>
                    <a:pt x="893" y="2812"/>
                  </a:cubicBezTo>
                  <a:cubicBezTo>
                    <a:pt x="877" y="2760"/>
                    <a:pt x="861" y="2727"/>
                    <a:pt x="861" y="2675"/>
                  </a:cubicBezTo>
                  <a:cubicBezTo>
                    <a:pt x="877" y="2340"/>
                    <a:pt x="877" y="2020"/>
                    <a:pt x="877" y="1649"/>
                  </a:cubicBezTo>
                  <a:cubicBezTo>
                    <a:pt x="893" y="1649"/>
                    <a:pt x="893" y="1633"/>
                    <a:pt x="893" y="1633"/>
                  </a:cubicBezTo>
                  <a:cubicBezTo>
                    <a:pt x="893" y="1600"/>
                    <a:pt x="893" y="1564"/>
                    <a:pt x="877" y="1532"/>
                  </a:cubicBezTo>
                  <a:lnTo>
                    <a:pt x="808" y="1447"/>
                  </a:lnTo>
                  <a:cubicBezTo>
                    <a:pt x="590" y="1128"/>
                    <a:pt x="356" y="809"/>
                    <a:pt x="138" y="489"/>
                  </a:cubicBezTo>
                  <a:cubicBezTo>
                    <a:pt x="118" y="473"/>
                    <a:pt x="101" y="453"/>
                    <a:pt x="85" y="453"/>
                  </a:cubicBezTo>
                  <a:cubicBezTo>
                    <a:pt x="69" y="437"/>
                    <a:pt x="53" y="437"/>
                    <a:pt x="53" y="405"/>
                  </a:cubicBezTo>
                  <a:cubicBezTo>
                    <a:pt x="53" y="372"/>
                    <a:pt x="37" y="336"/>
                    <a:pt x="37" y="304"/>
                  </a:cubicBezTo>
                  <a:cubicBezTo>
                    <a:pt x="37" y="203"/>
                    <a:pt x="17"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1673952" y="3346752"/>
              <a:ext cx="5264" cy="76679"/>
            </a:xfrm>
            <a:custGeom>
              <a:rect b="b" l="l" r="r" t="t"/>
              <a:pathLst>
                <a:path extrusionOk="0" h="772" w="53">
                  <a:moveTo>
                    <a:pt x="53" y="0"/>
                  </a:moveTo>
                  <a:cubicBezTo>
                    <a:pt x="37" y="0"/>
                    <a:pt x="37" y="0"/>
                    <a:pt x="37" y="16"/>
                  </a:cubicBezTo>
                  <a:cubicBezTo>
                    <a:pt x="16" y="134"/>
                    <a:pt x="16" y="251"/>
                    <a:pt x="16" y="352"/>
                  </a:cubicBezTo>
                  <a:lnTo>
                    <a:pt x="16" y="590"/>
                  </a:lnTo>
                  <a:lnTo>
                    <a:pt x="16" y="639"/>
                  </a:lnTo>
                  <a:cubicBezTo>
                    <a:pt x="16" y="671"/>
                    <a:pt x="16" y="723"/>
                    <a:pt x="0" y="756"/>
                  </a:cubicBezTo>
                  <a:lnTo>
                    <a:pt x="16" y="772"/>
                  </a:lnTo>
                  <a:lnTo>
                    <a:pt x="37" y="756"/>
                  </a:lnTo>
                  <a:cubicBezTo>
                    <a:pt x="53" y="723"/>
                    <a:pt x="53" y="671"/>
                    <a:pt x="53" y="639"/>
                  </a:cubicBezTo>
                  <a:cubicBezTo>
                    <a:pt x="37" y="622"/>
                    <a:pt x="37" y="606"/>
                    <a:pt x="37" y="590"/>
                  </a:cubicBezTo>
                  <a:cubicBezTo>
                    <a:pt x="53" y="505"/>
                    <a:pt x="53" y="437"/>
                    <a:pt x="53" y="352"/>
                  </a:cubicBezTo>
                  <a:cubicBezTo>
                    <a:pt x="37" y="251"/>
                    <a:pt x="37"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1923059" y="2450344"/>
              <a:ext cx="123759" cy="246127"/>
            </a:xfrm>
            <a:custGeom>
              <a:rect b="b" l="l" r="r" t="t"/>
              <a:pathLst>
                <a:path extrusionOk="0" h="2478" w="1246">
                  <a:moveTo>
                    <a:pt x="53" y="1"/>
                  </a:moveTo>
                  <a:cubicBezTo>
                    <a:pt x="17" y="86"/>
                    <a:pt x="17" y="170"/>
                    <a:pt x="17" y="239"/>
                  </a:cubicBezTo>
                  <a:lnTo>
                    <a:pt x="17" y="356"/>
                  </a:lnTo>
                  <a:cubicBezTo>
                    <a:pt x="1" y="574"/>
                    <a:pt x="53" y="760"/>
                    <a:pt x="187" y="946"/>
                  </a:cubicBezTo>
                  <a:cubicBezTo>
                    <a:pt x="473" y="1350"/>
                    <a:pt x="760" y="1802"/>
                    <a:pt x="1128" y="2360"/>
                  </a:cubicBezTo>
                  <a:cubicBezTo>
                    <a:pt x="1164" y="2408"/>
                    <a:pt x="1197" y="2445"/>
                    <a:pt x="1229" y="2477"/>
                  </a:cubicBezTo>
                  <a:lnTo>
                    <a:pt x="1245" y="2461"/>
                  </a:lnTo>
                  <a:lnTo>
                    <a:pt x="1245" y="2445"/>
                  </a:lnTo>
                  <a:cubicBezTo>
                    <a:pt x="1213" y="2424"/>
                    <a:pt x="1180" y="2392"/>
                    <a:pt x="1144" y="2344"/>
                  </a:cubicBezTo>
                  <a:cubicBezTo>
                    <a:pt x="793" y="1786"/>
                    <a:pt x="490" y="1334"/>
                    <a:pt x="219" y="930"/>
                  </a:cubicBezTo>
                  <a:cubicBezTo>
                    <a:pt x="86" y="744"/>
                    <a:pt x="33" y="558"/>
                    <a:pt x="53" y="356"/>
                  </a:cubicBezTo>
                  <a:lnTo>
                    <a:pt x="53" y="239"/>
                  </a:lnTo>
                  <a:cubicBezTo>
                    <a:pt x="33" y="154"/>
                    <a:pt x="33" y="86"/>
                    <a:pt x="69" y="21"/>
                  </a:cubicBezTo>
                  <a:cubicBezTo>
                    <a:pt x="86" y="2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1643857" y="3646018"/>
              <a:ext cx="6853" cy="75189"/>
            </a:xfrm>
            <a:custGeom>
              <a:rect b="b" l="l" r="r" t="t"/>
              <a:pathLst>
                <a:path extrusionOk="0" h="757" w="69">
                  <a:moveTo>
                    <a:pt x="53" y="1"/>
                  </a:moveTo>
                  <a:cubicBezTo>
                    <a:pt x="53" y="1"/>
                    <a:pt x="37" y="1"/>
                    <a:pt x="37" y="17"/>
                  </a:cubicBezTo>
                  <a:cubicBezTo>
                    <a:pt x="16" y="134"/>
                    <a:pt x="16" y="251"/>
                    <a:pt x="16" y="369"/>
                  </a:cubicBezTo>
                  <a:lnTo>
                    <a:pt x="16" y="607"/>
                  </a:lnTo>
                  <a:lnTo>
                    <a:pt x="16" y="655"/>
                  </a:lnTo>
                  <a:cubicBezTo>
                    <a:pt x="16" y="688"/>
                    <a:pt x="37" y="708"/>
                    <a:pt x="16" y="740"/>
                  </a:cubicBezTo>
                  <a:cubicBezTo>
                    <a:pt x="0" y="740"/>
                    <a:pt x="0" y="756"/>
                    <a:pt x="16" y="756"/>
                  </a:cubicBezTo>
                  <a:lnTo>
                    <a:pt x="37" y="756"/>
                  </a:lnTo>
                  <a:cubicBezTo>
                    <a:pt x="53" y="724"/>
                    <a:pt x="53" y="672"/>
                    <a:pt x="53" y="655"/>
                  </a:cubicBezTo>
                  <a:lnTo>
                    <a:pt x="53" y="607"/>
                  </a:lnTo>
                  <a:lnTo>
                    <a:pt x="53" y="369"/>
                  </a:lnTo>
                  <a:cubicBezTo>
                    <a:pt x="53" y="25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574127" y="2903762"/>
              <a:ext cx="4867" cy="71911"/>
            </a:xfrm>
            <a:custGeom>
              <a:rect b="b" l="l" r="r" t="t"/>
              <a:pathLst>
                <a:path extrusionOk="0" h="724" w="49">
                  <a:moveTo>
                    <a:pt x="17" y="1"/>
                  </a:moveTo>
                  <a:cubicBezTo>
                    <a:pt x="0" y="1"/>
                    <a:pt x="0" y="17"/>
                    <a:pt x="0" y="17"/>
                  </a:cubicBezTo>
                  <a:cubicBezTo>
                    <a:pt x="17" y="134"/>
                    <a:pt x="17" y="251"/>
                    <a:pt x="17" y="368"/>
                  </a:cubicBezTo>
                  <a:lnTo>
                    <a:pt x="17" y="570"/>
                  </a:lnTo>
                  <a:lnTo>
                    <a:pt x="17" y="606"/>
                  </a:lnTo>
                  <a:cubicBezTo>
                    <a:pt x="17" y="655"/>
                    <a:pt x="17" y="687"/>
                    <a:pt x="33" y="724"/>
                  </a:cubicBezTo>
                  <a:lnTo>
                    <a:pt x="49" y="724"/>
                  </a:lnTo>
                  <a:lnTo>
                    <a:pt x="49" y="707"/>
                  </a:lnTo>
                  <a:cubicBezTo>
                    <a:pt x="33" y="687"/>
                    <a:pt x="33" y="655"/>
                    <a:pt x="33" y="606"/>
                  </a:cubicBezTo>
                  <a:lnTo>
                    <a:pt x="33" y="570"/>
                  </a:lnTo>
                  <a:lnTo>
                    <a:pt x="33" y="368"/>
                  </a:lnTo>
                  <a:cubicBezTo>
                    <a:pt x="33" y="251"/>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508671" y="3005670"/>
              <a:ext cx="133791" cy="75189"/>
            </a:xfrm>
            <a:custGeom>
              <a:rect b="b" l="l" r="r" t="t"/>
              <a:pathLst>
                <a:path extrusionOk="0" h="757" w="1347">
                  <a:moveTo>
                    <a:pt x="1265" y="1"/>
                  </a:moveTo>
                  <a:cubicBezTo>
                    <a:pt x="1197" y="33"/>
                    <a:pt x="1128" y="65"/>
                    <a:pt x="1063" y="85"/>
                  </a:cubicBezTo>
                  <a:cubicBezTo>
                    <a:pt x="894" y="150"/>
                    <a:pt x="708" y="219"/>
                    <a:pt x="538" y="287"/>
                  </a:cubicBezTo>
                  <a:cubicBezTo>
                    <a:pt x="490" y="304"/>
                    <a:pt x="437" y="320"/>
                    <a:pt x="389" y="352"/>
                  </a:cubicBezTo>
                  <a:cubicBezTo>
                    <a:pt x="304" y="388"/>
                    <a:pt x="203" y="421"/>
                    <a:pt x="118" y="453"/>
                  </a:cubicBezTo>
                  <a:cubicBezTo>
                    <a:pt x="102" y="453"/>
                    <a:pt x="102" y="453"/>
                    <a:pt x="102" y="469"/>
                  </a:cubicBezTo>
                  <a:lnTo>
                    <a:pt x="118" y="469"/>
                  </a:lnTo>
                  <a:cubicBezTo>
                    <a:pt x="219" y="453"/>
                    <a:pt x="304" y="421"/>
                    <a:pt x="405" y="368"/>
                  </a:cubicBezTo>
                  <a:cubicBezTo>
                    <a:pt x="457" y="352"/>
                    <a:pt x="506" y="336"/>
                    <a:pt x="558" y="304"/>
                  </a:cubicBezTo>
                  <a:cubicBezTo>
                    <a:pt x="724" y="251"/>
                    <a:pt x="894" y="186"/>
                    <a:pt x="1063" y="118"/>
                  </a:cubicBezTo>
                  <a:cubicBezTo>
                    <a:pt x="1128" y="85"/>
                    <a:pt x="1197" y="65"/>
                    <a:pt x="1265" y="33"/>
                  </a:cubicBezTo>
                  <a:cubicBezTo>
                    <a:pt x="1265" y="49"/>
                    <a:pt x="1282" y="49"/>
                    <a:pt x="1282" y="65"/>
                  </a:cubicBezTo>
                  <a:cubicBezTo>
                    <a:pt x="1298" y="150"/>
                    <a:pt x="1314" y="219"/>
                    <a:pt x="1229" y="251"/>
                  </a:cubicBezTo>
                  <a:cubicBezTo>
                    <a:pt x="942" y="368"/>
                    <a:pt x="639" y="489"/>
                    <a:pt x="336" y="607"/>
                  </a:cubicBezTo>
                  <a:cubicBezTo>
                    <a:pt x="235" y="639"/>
                    <a:pt x="118" y="691"/>
                    <a:pt x="17" y="740"/>
                  </a:cubicBezTo>
                  <a:cubicBezTo>
                    <a:pt x="17" y="740"/>
                    <a:pt x="1" y="740"/>
                    <a:pt x="1" y="756"/>
                  </a:cubicBezTo>
                  <a:lnTo>
                    <a:pt x="17" y="756"/>
                  </a:lnTo>
                  <a:cubicBezTo>
                    <a:pt x="134" y="708"/>
                    <a:pt x="255" y="671"/>
                    <a:pt x="356" y="623"/>
                  </a:cubicBezTo>
                  <a:cubicBezTo>
                    <a:pt x="639" y="506"/>
                    <a:pt x="942" y="388"/>
                    <a:pt x="1245" y="267"/>
                  </a:cubicBezTo>
                  <a:cubicBezTo>
                    <a:pt x="1346" y="219"/>
                    <a:pt x="1330" y="134"/>
                    <a:pt x="1298" y="49"/>
                  </a:cubicBezTo>
                  <a:cubicBezTo>
                    <a:pt x="1298" y="49"/>
                    <a:pt x="1298" y="33"/>
                    <a:pt x="1282" y="17"/>
                  </a:cubicBezTo>
                  <a:lnTo>
                    <a:pt x="12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856607" y="1534369"/>
              <a:ext cx="357570" cy="326283"/>
            </a:xfrm>
            <a:custGeom>
              <a:rect b="b" l="l" r="r" t="t"/>
              <a:pathLst>
                <a:path extrusionOk="0" h="3285" w="3600">
                  <a:moveTo>
                    <a:pt x="3567" y="0"/>
                  </a:moveTo>
                  <a:cubicBezTo>
                    <a:pt x="3567" y="0"/>
                    <a:pt x="3551" y="0"/>
                    <a:pt x="3551" y="16"/>
                  </a:cubicBezTo>
                  <a:cubicBezTo>
                    <a:pt x="3584" y="101"/>
                    <a:pt x="3584" y="186"/>
                    <a:pt x="3567" y="271"/>
                  </a:cubicBezTo>
                  <a:lnTo>
                    <a:pt x="3567" y="420"/>
                  </a:lnTo>
                  <a:lnTo>
                    <a:pt x="3567" y="978"/>
                  </a:lnTo>
                  <a:lnTo>
                    <a:pt x="3567" y="1281"/>
                  </a:lnTo>
                  <a:cubicBezTo>
                    <a:pt x="3567" y="1313"/>
                    <a:pt x="3567" y="1329"/>
                    <a:pt x="3519" y="1345"/>
                  </a:cubicBezTo>
                  <a:cubicBezTo>
                    <a:pt x="3398" y="1414"/>
                    <a:pt x="3281" y="1483"/>
                    <a:pt x="3147" y="1547"/>
                  </a:cubicBezTo>
                  <a:cubicBezTo>
                    <a:pt x="2743" y="1769"/>
                    <a:pt x="2323" y="1988"/>
                    <a:pt x="1919" y="2222"/>
                  </a:cubicBezTo>
                  <a:cubicBezTo>
                    <a:pt x="1362" y="2525"/>
                    <a:pt x="808" y="2828"/>
                    <a:pt x="352" y="3082"/>
                  </a:cubicBezTo>
                  <a:cubicBezTo>
                    <a:pt x="267" y="3115"/>
                    <a:pt x="202" y="3163"/>
                    <a:pt x="118" y="3200"/>
                  </a:cubicBezTo>
                  <a:cubicBezTo>
                    <a:pt x="85" y="3216"/>
                    <a:pt x="49" y="3232"/>
                    <a:pt x="17" y="3248"/>
                  </a:cubicBezTo>
                  <a:cubicBezTo>
                    <a:pt x="0" y="3248"/>
                    <a:pt x="0" y="3264"/>
                    <a:pt x="0" y="3264"/>
                  </a:cubicBezTo>
                  <a:lnTo>
                    <a:pt x="17" y="3284"/>
                  </a:lnTo>
                  <a:cubicBezTo>
                    <a:pt x="65" y="3248"/>
                    <a:pt x="101" y="3232"/>
                    <a:pt x="134" y="3216"/>
                  </a:cubicBezTo>
                  <a:cubicBezTo>
                    <a:pt x="202" y="3183"/>
                    <a:pt x="287" y="3147"/>
                    <a:pt x="368" y="3099"/>
                  </a:cubicBezTo>
                  <a:cubicBezTo>
                    <a:pt x="824" y="2844"/>
                    <a:pt x="1378" y="2557"/>
                    <a:pt x="1935" y="2238"/>
                  </a:cubicBezTo>
                  <a:cubicBezTo>
                    <a:pt x="2339" y="2004"/>
                    <a:pt x="2759" y="1786"/>
                    <a:pt x="3163" y="1568"/>
                  </a:cubicBezTo>
                  <a:cubicBezTo>
                    <a:pt x="3281" y="1499"/>
                    <a:pt x="3418" y="1430"/>
                    <a:pt x="3535" y="1366"/>
                  </a:cubicBezTo>
                  <a:cubicBezTo>
                    <a:pt x="3584" y="1345"/>
                    <a:pt x="3600" y="1329"/>
                    <a:pt x="3600" y="1281"/>
                  </a:cubicBezTo>
                  <a:lnTo>
                    <a:pt x="3600" y="978"/>
                  </a:lnTo>
                  <a:lnTo>
                    <a:pt x="3600" y="420"/>
                  </a:lnTo>
                  <a:lnTo>
                    <a:pt x="3600" y="271"/>
                  </a:lnTo>
                  <a:cubicBezTo>
                    <a:pt x="3600" y="186"/>
                    <a:pt x="3600" y="101"/>
                    <a:pt x="3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1409946" y="2520567"/>
              <a:ext cx="91975" cy="225964"/>
            </a:xfrm>
            <a:custGeom>
              <a:rect b="b" l="l" r="r" t="t"/>
              <a:pathLst>
                <a:path extrusionOk="0" h="2275" w="926">
                  <a:moveTo>
                    <a:pt x="85" y="1"/>
                  </a:moveTo>
                  <a:lnTo>
                    <a:pt x="69" y="21"/>
                  </a:lnTo>
                  <a:cubicBezTo>
                    <a:pt x="32" y="37"/>
                    <a:pt x="16" y="53"/>
                    <a:pt x="16" y="85"/>
                  </a:cubicBezTo>
                  <a:cubicBezTo>
                    <a:pt x="32" y="186"/>
                    <a:pt x="16" y="287"/>
                    <a:pt x="16" y="388"/>
                  </a:cubicBezTo>
                  <a:lnTo>
                    <a:pt x="16" y="590"/>
                  </a:lnTo>
                  <a:lnTo>
                    <a:pt x="16" y="708"/>
                  </a:lnTo>
                  <a:cubicBezTo>
                    <a:pt x="16" y="877"/>
                    <a:pt x="16" y="1063"/>
                    <a:pt x="0" y="1249"/>
                  </a:cubicBezTo>
                  <a:cubicBezTo>
                    <a:pt x="0" y="1265"/>
                    <a:pt x="0" y="1265"/>
                    <a:pt x="16" y="1265"/>
                  </a:cubicBezTo>
                  <a:cubicBezTo>
                    <a:pt x="16" y="1265"/>
                    <a:pt x="32" y="1265"/>
                    <a:pt x="32" y="1249"/>
                  </a:cubicBezTo>
                  <a:cubicBezTo>
                    <a:pt x="49" y="1063"/>
                    <a:pt x="49" y="877"/>
                    <a:pt x="32" y="708"/>
                  </a:cubicBezTo>
                  <a:lnTo>
                    <a:pt x="32" y="590"/>
                  </a:lnTo>
                  <a:cubicBezTo>
                    <a:pt x="32" y="526"/>
                    <a:pt x="32" y="457"/>
                    <a:pt x="49" y="388"/>
                  </a:cubicBezTo>
                  <a:cubicBezTo>
                    <a:pt x="49" y="287"/>
                    <a:pt x="49" y="186"/>
                    <a:pt x="32" y="69"/>
                  </a:cubicBezTo>
                  <a:cubicBezTo>
                    <a:pt x="32" y="53"/>
                    <a:pt x="49" y="53"/>
                    <a:pt x="69" y="37"/>
                  </a:cubicBezTo>
                  <a:lnTo>
                    <a:pt x="85" y="37"/>
                  </a:lnTo>
                  <a:cubicBezTo>
                    <a:pt x="150" y="102"/>
                    <a:pt x="202" y="170"/>
                    <a:pt x="251" y="239"/>
                  </a:cubicBezTo>
                  <a:cubicBezTo>
                    <a:pt x="372" y="405"/>
                    <a:pt x="505" y="574"/>
                    <a:pt x="654" y="728"/>
                  </a:cubicBezTo>
                  <a:cubicBezTo>
                    <a:pt x="824" y="910"/>
                    <a:pt x="893" y="1095"/>
                    <a:pt x="877" y="1366"/>
                  </a:cubicBezTo>
                  <a:lnTo>
                    <a:pt x="877" y="1855"/>
                  </a:lnTo>
                  <a:lnTo>
                    <a:pt x="877" y="2004"/>
                  </a:lnTo>
                  <a:lnTo>
                    <a:pt x="877" y="2089"/>
                  </a:lnTo>
                  <a:cubicBezTo>
                    <a:pt x="856" y="2158"/>
                    <a:pt x="840" y="2206"/>
                    <a:pt x="877" y="2275"/>
                  </a:cubicBezTo>
                  <a:lnTo>
                    <a:pt x="893" y="2275"/>
                  </a:lnTo>
                  <a:cubicBezTo>
                    <a:pt x="909" y="2275"/>
                    <a:pt x="909" y="2259"/>
                    <a:pt x="909" y="2259"/>
                  </a:cubicBezTo>
                  <a:cubicBezTo>
                    <a:pt x="877" y="2206"/>
                    <a:pt x="877" y="2158"/>
                    <a:pt x="893" y="2105"/>
                  </a:cubicBezTo>
                  <a:cubicBezTo>
                    <a:pt x="893" y="2073"/>
                    <a:pt x="909" y="2041"/>
                    <a:pt x="909" y="2004"/>
                  </a:cubicBezTo>
                  <a:lnTo>
                    <a:pt x="909" y="1855"/>
                  </a:lnTo>
                  <a:cubicBezTo>
                    <a:pt x="893" y="1685"/>
                    <a:pt x="893" y="1536"/>
                    <a:pt x="909" y="1382"/>
                  </a:cubicBezTo>
                  <a:cubicBezTo>
                    <a:pt x="925" y="1095"/>
                    <a:pt x="856" y="893"/>
                    <a:pt x="675" y="708"/>
                  </a:cubicBezTo>
                  <a:cubicBezTo>
                    <a:pt x="521" y="558"/>
                    <a:pt x="404" y="388"/>
                    <a:pt x="271" y="223"/>
                  </a:cubicBezTo>
                  <a:cubicBezTo>
                    <a:pt x="218" y="154"/>
                    <a:pt x="150" y="85"/>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1292743" y="1348929"/>
              <a:ext cx="5264" cy="73600"/>
            </a:xfrm>
            <a:custGeom>
              <a:rect b="b" l="l" r="r" t="t"/>
              <a:pathLst>
                <a:path extrusionOk="0" h="741" w="53">
                  <a:moveTo>
                    <a:pt x="17" y="1"/>
                  </a:moveTo>
                  <a:cubicBezTo>
                    <a:pt x="0" y="1"/>
                    <a:pt x="0" y="1"/>
                    <a:pt x="0" y="17"/>
                  </a:cubicBezTo>
                  <a:cubicBezTo>
                    <a:pt x="17" y="134"/>
                    <a:pt x="17" y="251"/>
                    <a:pt x="17" y="368"/>
                  </a:cubicBezTo>
                  <a:lnTo>
                    <a:pt x="17" y="570"/>
                  </a:lnTo>
                  <a:lnTo>
                    <a:pt x="17" y="623"/>
                  </a:lnTo>
                  <a:cubicBezTo>
                    <a:pt x="17" y="655"/>
                    <a:pt x="17" y="688"/>
                    <a:pt x="37" y="740"/>
                  </a:cubicBezTo>
                  <a:lnTo>
                    <a:pt x="53" y="740"/>
                  </a:lnTo>
                  <a:lnTo>
                    <a:pt x="53" y="724"/>
                  </a:lnTo>
                  <a:cubicBezTo>
                    <a:pt x="37" y="688"/>
                    <a:pt x="37" y="655"/>
                    <a:pt x="53" y="623"/>
                  </a:cubicBezTo>
                  <a:lnTo>
                    <a:pt x="53" y="570"/>
                  </a:lnTo>
                  <a:cubicBezTo>
                    <a:pt x="37" y="506"/>
                    <a:pt x="37" y="437"/>
                    <a:pt x="53" y="368"/>
                  </a:cubicBezTo>
                  <a:cubicBezTo>
                    <a:pt x="53" y="251"/>
                    <a:pt x="53" y="134"/>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1921470" y="3296593"/>
              <a:ext cx="132102" cy="225567"/>
            </a:xfrm>
            <a:custGeom>
              <a:rect b="b" l="l" r="r" t="t"/>
              <a:pathLst>
                <a:path extrusionOk="0" h="2271" w="1330">
                  <a:moveTo>
                    <a:pt x="69" y="0"/>
                  </a:moveTo>
                  <a:cubicBezTo>
                    <a:pt x="69" y="0"/>
                    <a:pt x="49" y="0"/>
                    <a:pt x="49" y="17"/>
                  </a:cubicBezTo>
                  <a:cubicBezTo>
                    <a:pt x="1" y="134"/>
                    <a:pt x="49" y="219"/>
                    <a:pt x="118" y="303"/>
                  </a:cubicBezTo>
                  <a:cubicBezTo>
                    <a:pt x="287" y="489"/>
                    <a:pt x="473" y="671"/>
                    <a:pt x="623" y="873"/>
                  </a:cubicBezTo>
                  <a:lnTo>
                    <a:pt x="776" y="1026"/>
                  </a:lnTo>
                  <a:cubicBezTo>
                    <a:pt x="825" y="1095"/>
                    <a:pt x="893" y="1176"/>
                    <a:pt x="958" y="1245"/>
                  </a:cubicBezTo>
                  <a:cubicBezTo>
                    <a:pt x="1043" y="1346"/>
                    <a:pt x="1128" y="1447"/>
                    <a:pt x="1213" y="1548"/>
                  </a:cubicBezTo>
                  <a:cubicBezTo>
                    <a:pt x="1281" y="1616"/>
                    <a:pt x="1297" y="1681"/>
                    <a:pt x="1297" y="1766"/>
                  </a:cubicBezTo>
                  <a:lnTo>
                    <a:pt x="1297" y="1952"/>
                  </a:lnTo>
                  <a:cubicBezTo>
                    <a:pt x="1297" y="2053"/>
                    <a:pt x="1297" y="2154"/>
                    <a:pt x="1261" y="2255"/>
                  </a:cubicBezTo>
                  <a:cubicBezTo>
                    <a:pt x="1261" y="2255"/>
                    <a:pt x="1261" y="2271"/>
                    <a:pt x="1281" y="2271"/>
                  </a:cubicBezTo>
                  <a:lnTo>
                    <a:pt x="1297" y="2255"/>
                  </a:lnTo>
                  <a:cubicBezTo>
                    <a:pt x="1330" y="2154"/>
                    <a:pt x="1330" y="2053"/>
                    <a:pt x="1314" y="1952"/>
                  </a:cubicBezTo>
                  <a:lnTo>
                    <a:pt x="1314" y="1766"/>
                  </a:lnTo>
                  <a:cubicBezTo>
                    <a:pt x="1330" y="1665"/>
                    <a:pt x="1297" y="1600"/>
                    <a:pt x="1229" y="1515"/>
                  </a:cubicBezTo>
                  <a:cubicBezTo>
                    <a:pt x="1144" y="1430"/>
                    <a:pt x="1059" y="1329"/>
                    <a:pt x="978" y="1228"/>
                  </a:cubicBezTo>
                  <a:cubicBezTo>
                    <a:pt x="910" y="1160"/>
                    <a:pt x="857" y="1075"/>
                    <a:pt x="792" y="1010"/>
                  </a:cubicBezTo>
                  <a:cubicBezTo>
                    <a:pt x="740" y="958"/>
                    <a:pt x="691" y="909"/>
                    <a:pt x="655" y="857"/>
                  </a:cubicBezTo>
                  <a:cubicBezTo>
                    <a:pt x="489" y="655"/>
                    <a:pt x="320" y="469"/>
                    <a:pt x="134" y="287"/>
                  </a:cubicBezTo>
                  <a:cubicBezTo>
                    <a:pt x="69" y="202"/>
                    <a:pt x="33" y="134"/>
                    <a:pt x="85"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669181" y="2935447"/>
              <a:ext cx="145809" cy="179083"/>
            </a:xfrm>
            <a:custGeom>
              <a:rect b="b" l="l" r="r" t="t"/>
              <a:pathLst>
                <a:path extrusionOk="0" h="1803" w="1468">
                  <a:moveTo>
                    <a:pt x="1447" y="1"/>
                  </a:moveTo>
                  <a:cubicBezTo>
                    <a:pt x="1346" y="49"/>
                    <a:pt x="1229" y="102"/>
                    <a:pt x="1112" y="134"/>
                  </a:cubicBezTo>
                  <a:cubicBezTo>
                    <a:pt x="841" y="235"/>
                    <a:pt x="591" y="336"/>
                    <a:pt x="320" y="437"/>
                  </a:cubicBezTo>
                  <a:cubicBezTo>
                    <a:pt x="1" y="554"/>
                    <a:pt x="1" y="570"/>
                    <a:pt x="1" y="910"/>
                  </a:cubicBezTo>
                  <a:lnTo>
                    <a:pt x="1" y="1516"/>
                  </a:lnTo>
                  <a:lnTo>
                    <a:pt x="1" y="1782"/>
                  </a:lnTo>
                  <a:cubicBezTo>
                    <a:pt x="1" y="1802"/>
                    <a:pt x="1" y="1802"/>
                    <a:pt x="17" y="1802"/>
                  </a:cubicBezTo>
                  <a:cubicBezTo>
                    <a:pt x="17" y="1802"/>
                    <a:pt x="33" y="1802"/>
                    <a:pt x="33" y="1782"/>
                  </a:cubicBezTo>
                  <a:lnTo>
                    <a:pt x="17" y="1516"/>
                  </a:lnTo>
                  <a:cubicBezTo>
                    <a:pt x="17" y="1314"/>
                    <a:pt x="17" y="1112"/>
                    <a:pt x="33" y="910"/>
                  </a:cubicBezTo>
                  <a:cubicBezTo>
                    <a:pt x="33" y="590"/>
                    <a:pt x="33" y="590"/>
                    <a:pt x="320" y="469"/>
                  </a:cubicBezTo>
                  <a:cubicBezTo>
                    <a:pt x="591" y="368"/>
                    <a:pt x="861" y="267"/>
                    <a:pt x="1112" y="166"/>
                  </a:cubicBezTo>
                  <a:cubicBezTo>
                    <a:pt x="1229" y="118"/>
                    <a:pt x="1346" y="85"/>
                    <a:pt x="1467" y="33"/>
                  </a:cubicBezTo>
                  <a:lnTo>
                    <a:pt x="1467" y="17"/>
                  </a:lnTo>
                  <a:cubicBezTo>
                    <a:pt x="1467" y="17"/>
                    <a:pt x="1467" y="1"/>
                    <a:pt x="14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1444810" y="1703221"/>
              <a:ext cx="3675" cy="75189"/>
            </a:xfrm>
            <a:custGeom>
              <a:rect b="b" l="l" r="r" t="t"/>
              <a:pathLst>
                <a:path extrusionOk="0" h="757" w="37">
                  <a:moveTo>
                    <a:pt x="21" y="1"/>
                  </a:moveTo>
                  <a:cubicBezTo>
                    <a:pt x="1" y="170"/>
                    <a:pt x="1" y="320"/>
                    <a:pt x="1" y="473"/>
                  </a:cubicBezTo>
                  <a:lnTo>
                    <a:pt x="1" y="740"/>
                  </a:lnTo>
                  <a:cubicBezTo>
                    <a:pt x="1" y="740"/>
                    <a:pt x="1" y="756"/>
                    <a:pt x="21" y="756"/>
                  </a:cubicBezTo>
                  <a:lnTo>
                    <a:pt x="21" y="740"/>
                  </a:lnTo>
                  <a:cubicBezTo>
                    <a:pt x="37" y="639"/>
                    <a:pt x="37" y="554"/>
                    <a:pt x="21" y="473"/>
                  </a:cubicBezTo>
                  <a:cubicBezTo>
                    <a:pt x="21" y="320"/>
                    <a:pt x="21" y="170"/>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1443220" y="2241761"/>
              <a:ext cx="5264" cy="75090"/>
            </a:xfrm>
            <a:custGeom>
              <a:rect b="b" l="l" r="r" t="t"/>
              <a:pathLst>
                <a:path extrusionOk="0" h="756" w="53">
                  <a:moveTo>
                    <a:pt x="53" y="0"/>
                  </a:moveTo>
                  <a:cubicBezTo>
                    <a:pt x="37" y="0"/>
                    <a:pt x="37" y="16"/>
                    <a:pt x="37" y="16"/>
                  </a:cubicBezTo>
                  <a:cubicBezTo>
                    <a:pt x="17" y="133"/>
                    <a:pt x="17" y="251"/>
                    <a:pt x="17" y="368"/>
                  </a:cubicBezTo>
                  <a:lnTo>
                    <a:pt x="17" y="606"/>
                  </a:lnTo>
                  <a:lnTo>
                    <a:pt x="17" y="654"/>
                  </a:lnTo>
                  <a:cubicBezTo>
                    <a:pt x="17" y="687"/>
                    <a:pt x="17" y="707"/>
                    <a:pt x="0" y="739"/>
                  </a:cubicBezTo>
                  <a:lnTo>
                    <a:pt x="0" y="755"/>
                  </a:lnTo>
                  <a:lnTo>
                    <a:pt x="37" y="755"/>
                  </a:lnTo>
                  <a:cubicBezTo>
                    <a:pt x="53" y="723"/>
                    <a:pt x="53" y="687"/>
                    <a:pt x="37" y="638"/>
                  </a:cubicBezTo>
                  <a:lnTo>
                    <a:pt x="37" y="606"/>
                  </a:lnTo>
                  <a:cubicBezTo>
                    <a:pt x="53" y="521"/>
                    <a:pt x="53" y="453"/>
                    <a:pt x="37" y="368"/>
                  </a:cubicBezTo>
                  <a:cubicBezTo>
                    <a:pt x="37" y="251"/>
                    <a:pt x="37" y="133"/>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1794334" y="3625955"/>
              <a:ext cx="6853" cy="72011"/>
            </a:xfrm>
            <a:custGeom>
              <a:rect b="b" l="l" r="r" t="t"/>
              <a:pathLst>
                <a:path extrusionOk="0" h="725" w="69">
                  <a:moveTo>
                    <a:pt x="53" y="1"/>
                  </a:moveTo>
                  <a:cubicBezTo>
                    <a:pt x="36" y="1"/>
                    <a:pt x="36" y="1"/>
                    <a:pt x="36" y="17"/>
                  </a:cubicBezTo>
                  <a:cubicBezTo>
                    <a:pt x="16" y="118"/>
                    <a:pt x="16" y="235"/>
                    <a:pt x="16" y="336"/>
                  </a:cubicBezTo>
                  <a:lnTo>
                    <a:pt x="16" y="538"/>
                  </a:lnTo>
                  <a:lnTo>
                    <a:pt x="16" y="587"/>
                  </a:lnTo>
                  <a:cubicBezTo>
                    <a:pt x="16" y="623"/>
                    <a:pt x="36" y="655"/>
                    <a:pt x="0" y="688"/>
                  </a:cubicBezTo>
                  <a:cubicBezTo>
                    <a:pt x="0" y="708"/>
                    <a:pt x="0" y="708"/>
                    <a:pt x="16" y="708"/>
                  </a:cubicBezTo>
                  <a:lnTo>
                    <a:pt x="16" y="724"/>
                  </a:lnTo>
                  <a:lnTo>
                    <a:pt x="36" y="708"/>
                  </a:lnTo>
                  <a:cubicBezTo>
                    <a:pt x="53" y="672"/>
                    <a:pt x="53" y="623"/>
                    <a:pt x="53" y="587"/>
                  </a:cubicBezTo>
                  <a:lnTo>
                    <a:pt x="53" y="538"/>
                  </a:lnTo>
                  <a:lnTo>
                    <a:pt x="53" y="336"/>
                  </a:lnTo>
                  <a:cubicBezTo>
                    <a:pt x="53" y="235"/>
                    <a:pt x="36"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669181" y="2778216"/>
              <a:ext cx="150577" cy="162198"/>
            </a:xfrm>
            <a:custGeom>
              <a:rect b="b" l="l" r="r" t="t"/>
              <a:pathLst>
                <a:path extrusionOk="0" h="1633" w="1516">
                  <a:moveTo>
                    <a:pt x="1447" y="0"/>
                  </a:moveTo>
                  <a:cubicBezTo>
                    <a:pt x="1265" y="53"/>
                    <a:pt x="1079" y="133"/>
                    <a:pt x="894" y="218"/>
                  </a:cubicBezTo>
                  <a:cubicBezTo>
                    <a:pt x="740" y="287"/>
                    <a:pt x="607" y="356"/>
                    <a:pt x="457" y="404"/>
                  </a:cubicBezTo>
                  <a:cubicBezTo>
                    <a:pt x="389" y="420"/>
                    <a:pt x="336" y="457"/>
                    <a:pt x="271" y="489"/>
                  </a:cubicBezTo>
                  <a:cubicBezTo>
                    <a:pt x="219" y="505"/>
                    <a:pt x="170" y="537"/>
                    <a:pt x="102" y="558"/>
                  </a:cubicBezTo>
                  <a:cubicBezTo>
                    <a:pt x="33" y="590"/>
                    <a:pt x="1" y="622"/>
                    <a:pt x="1" y="691"/>
                  </a:cubicBezTo>
                  <a:lnTo>
                    <a:pt x="1" y="1515"/>
                  </a:lnTo>
                  <a:cubicBezTo>
                    <a:pt x="1" y="1547"/>
                    <a:pt x="17" y="1584"/>
                    <a:pt x="33" y="1632"/>
                  </a:cubicBezTo>
                  <a:lnTo>
                    <a:pt x="53" y="1632"/>
                  </a:lnTo>
                  <a:lnTo>
                    <a:pt x="235" y="1567"/>
                  </a:lnTo>
                  <a:cubicBezTo>
                    <a:pt x="372" y="1515"/>
                    <a:pt x="506" y="1446"/>
                    <a:pt x="659" y="1398"/>
                  </a:cubicBezTo>
                  <a:cubicBezTo>
                    <a:pt x="724" y="1366"/>
                    <a:pt x="809" y="1329"/>
                    <a:pt x="877" y="1313"/>
                  </a:cubicBezTo>
                  <a:cubicBezTo>
                    <a:pt x="1043" y="1228"/>
                    <a:pt x="1213" y="1164"/>
                    <a:pt x="1382" y="1111"/>
                  </a:cubicBezTo>
                  <a:cubicBezTo>
                    <a:pt x="1483" y="1079"/>
                    <a:pt x="1516" y="1026"/>
                    <a:pt x="1516" y="909"/>
                  </a:cubicBezTo>
                  <a:lnTo>
                    <a:pt x="1516" y="638"/>
                  </a:lnTo>
                  <a:cubicBezTo>
                    <a:pt x="1516" y="505"/>
                    <a:pt x="1516" y="372"/>
                    <a:pt x="1500" y="234"/>
                  </a:cubicBezTo>
                  <a:cubicBezTo>
                    <a:pt x="1500" y="234"/>
                    <a:pt x="1500" y="218"/>
                    <a:pt x="1483" y="218"/>
                  </a:cubicBezTo>
                  <a:lnTo>
                    <a:pt x="1467" y="234"/>
                  </a:lnTo>
                  <a:cubicBezTo>
                    <a:pt x="1483" y="372"/>
                    <a:pt x="1483" y="505"/>
                    <a:pt x="1483" y="638"/>
                  </a:cubicBezTo>
                  <a:lnTo>
                    <a:pt x="1483" y="909"/>
                  </a:lnTo>
                  <a:cubicBezTo>
                    <a:pt x="1500" y="1010"/>
                    <a:pt x="1467" y="1042"/>
                    <a:pt x="1382" y="1079"/>
                  </a:cubicBezTo>
                  <a:cubicBezTo>
                    <a:pt x="1197" y="1143"/>
                    <a:pt x="1027" y="1212"/>
                    <a:pt x="877" y="1281"/>
                  </a:cubicBezTo>
                  <a:cubicBezTo>
                    <a:pt x="793" y="1313"/>
                    <a:pt x="724" y="1345"/>
                    <a:pt x="639" y="1382"/>
                  </a:cubicBezTo>
                  <a:cubicBezTo>
                    <a:pt x="506" y="1430"/>
                    <a:pt x="356" y="1483"/>
                    <a:pt x="219" y="1547"/>
                  </a:cubicBezTo>
                  <a:lnTo>
                    <a:pt x="53" y="1616"/>
                  </a:lnTo>
                  <a:cubicBezTo>
                    <a:pt x="33" y="1567"/>
                    <a:pt x="17" y="1547"/>
                    <a:pt x="17" y="1515"/>
                  </a:cubicBezTo>
                  <a:cubicBezTo>
                    <a:pt x="33" y="1228"/>
                    <a:pt x="33" y="962"/>
                    <a:pt x="17" y="691"/>
                  </a:cubicBezTo>
                  <a:cubicBezTo>
                    <a:pt x="17" y="638"/>
                    <a:pt x="53" y="606"/>
                    <a:pt x="118" y="590"/>
                  </a:cubicBezTo>
                  <a:cubicBezTo>
                    <a:pt x="170" y="558"/>
                    <a:pt x="235" y="537"/>
                    <a:pt x="288" y="505"/>
                  </a:cubicBezTo>
                  <a:cubicBezTo>
                    <a:pt x="336" y="473"/>
                    <a:pt x="405" y="457"/>
                    <a:pt x="473" y="420"/>
                  </a:cubicBezTo>
                  <a:cubicBezTo>
                    <a:pt x="607" y="372"/>
                    <a:pt x="760" y="303"/>
                    <a:pt x="894" y="255"/>
                  </a:cubicBezTo>
                  <a:cubicBezTo>
                    <a:pt x="1079" y="170"/>
                    <a:pt x="1265" y="85"/>
                    <a:pt x="1467" y="16"/>
                  </a:cubicBezTo>
                  <a:lnTo>
                    <a:pt x="14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1643857" y="3160220"/>
              <a:ext cx="6853" cy="72706"/>
            </a:xfrm>
            <a:custGeom>
              <a:rect b="b" l="l" r="r" t="t"/>
              <a:pathLst>
                <a:path extrusionOk="0" h="732" w="69">
                  <a:moveTo>
                    <a:pt x="49" y="1"/>
                  </a:moveTo>
                  <a:cubicBezTo>
                    <a:pt x="44" y="1"/>
                    <a:pt x="37" y="8"/>
                    <a:pt x="37" y="8"/>
                  </a:cubicBezTo>
                  <a:cubicBezTo>
                    <a:pt x="16" y="125"/>
                    <a:pt x="16" y="246"/>
                    <a:pt x="16" y="363"/>
                  </a:cubicBezTo>
                  <a:lnTo>
                    <a:pt x="16" y="582"/>
                  </a:lnTo>
                  <a:lnTo>
                    <a:pt x="16" y="630"/>
                  </a:lnTo>
                  <a:cubicBezTo>
                    <a:pt x="16" y="650"/>
                    <a:pt x="37" y="683"/>
                    <a:pt x="16" y="715"/>
                  </a:cubicBezTo>
                  <a:cubicBezTo>
                    <a:pt x="0" y="715"/>
                    <a:pt x="0" y="715"/>
                    <a:pt x="16" y="731"/>
                  </a:cubicBezTo>
                  <a:lnTo>
                    <a:pt x="37" y="715"/>
                  </a:lnTo>
                  <a:cubicBezTo>
                    <a:pt x="53" y="683"/>
                    <a:pt x="53" y="650"/>
                    <a:pt x="53" y="614"/>
                  </a:cubicBezTo>
                  <a:lnTo>
                    <a:pt x="53" y="582"/>
                  </a:lnTo>
                  <a:lnTo>
                    <a:pt x="53" y="363"/>
                  </a:lnTo>
                  <a:cubicBezTo>
                    <a:pt x="53" y="246"/>
                    <a:pt x="53" y="125"/>
                    <a:pt x="69" y="8"/>
                  </a:cubicBezTo>
                  <a:lnTo>
                    <a:pt x="53" y="8"/>
                  </a:lnTo>
                  <a:cubicBezTo>
                    <a:pt x="53" y="3"/>
                    <a:pt x="51"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1443220" y="2602808"/>
              <a:ext cx="5264" cy="71911"/>
            </a:xfrm>
            <a:custGeom>
              <a:rect b="b" l="l" r="r" t="t"/>
              <a:pathLst>
                <a:path extrusionOk="0" h="724" w="53">
                  <a:moveTo>
                    <a:pt x="17" y="1"/>
                  </a:moveTo>
                  <a:lnTo>
                    <a:pt x="17" y="267"/>
                  </a:lnTo>
                  <a:cubicBezTo>
                    <a:pt x="17" y="421"/>
                    <a:pt x="17" y="554"/>
                    <a:pt x="0" y="708"/>
                  </a:cubicBezTo>
                  <a:cubicBezTo>
                    <a:pt x="0" y="708"/>
                    <a:pt x="0" y="724"/>
                    <a:pt x="17" y="724"/>
                  </a:cubicBezTo>
                  <a:cubicBezTo>
                    <a:pt x="17" y="724"/>
                    <a:pt x="37" y="724"/>
                    <a:pt x="37" y="708"/>
                  </a:cubicBezTo>
                  <a:cubicBezTo>
                    <a:pt x="53" y="554"/>
                    <a:pt x="53" y="421"/>
                    <a:pt x="37" y="26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687655" y="1933953"/>
              <a:ext cx="132102" cy="192293"/>
            </a:xfrm>
            <a:custGeom>
              <a:rect b="b" l="l" r="r" t="t"/>
              <a:pathLst>
                <a:path extrusionOk="0" h="1936" w="1330">
                  <a:moveTo>
                    <a:pt x="1261" y="1"/>
                  </a:moveTo>
                  <a:lnTo>
                    <a:pt x="1261" y="17"/>
                  </a:lnTo>
                  <a:cubicBezTo>
                    <a:pt x="1297" y="219"/>
                    <a:pt x="1297" y="251"/>
                    <a:pt x="1160" y="320"/>
                  </a:cubicBezTo>
                  <a:cubicBezTo>
                    <a:pt x="1059" y="372"/>
                    <a:pt x="958" y="437"/>
                    <a:pt x="857" y="489"/>
                  </a:cubicBezTo>
                  <a:cubicBezTo>
                    <a:pt x="691" y="590"/>
                    <a:pt x="506" y="691"/>
                    <a:pt x="320" y="776"/>
                  </a:cubicBezTo>
                  <a:cubicBezTo>
                    <a:pt x="304" y="792"/>
                    <a:pt x="271" y="809"/>
                    <a:pt x="251" y="825"/>
                  </a:cubicBezTo>
                  <a:cubicBezTo>
                    <a:pt x="203" y="857"/>
                    <a:pt x="170" y="877"/>
                    <a:pt x="102" y="893"/>
                  </a:cubicBezTo>
                  <a:cubicBezTo>
                    <a:pt x="49" y="910"/>
                    <a:pt x="1" y="942"/>
                    <a:pt x="1" y="1027"/>
                  </a:cubicBezTo>
                  <a:lnTo>
                    <a:pt x="1" y="1362"/>
                  </a:lnTo>
                  <a:cubicBezTo>
                    <a:pt x="1" y="1548"/>
                    <a:pt x="1" y="1750"/>
                    <a:pt x="17" y="1936"/>
                  </a:cubicBezTo>
                  <a:lnTo>
                    <a:pt x="49" y="1936"/>
                  </a:lnTo>
                  <a:cubicBezTo>
                    <a:pt x="17" y="1750"/>
                    <a:pt x="33" y="1548"/>
                    <a:pt x="33" y="1362"/>
                  </a:cubicBezTo>
                  <a:lnTo>
                    <a:pt x="33" y="1027"/>
                  </a:lnTo>
                  <a:cubicBezTo>
                    <a:pt x="33" y="958"/>
                    <a:pt x="69" y="926"/>
                    <a:pt x="118" y="926"/>
                  </a:cubicBezTo>
                  <a:cubicBezTo>
                    <a:pt x="170" y="910"/>
                    <a:pt x="219" y="877"/>
                    <a:pt x="271" y="841"/>
                  </a:cubicBezTo>
                  <a:cubicBezTo>
                    <a:pt x="287" y="825"/>
                    <a:pt x="304" y="825"/>
                    <a:pt x="336" y="809"/>
                  </a:cubicBezTo>
                  <a:cubicBezTo>
                    <a:pt x="522" y="708"/>
                    <a:pt x="708" y="607"/>
                    <a:pt x="877" y="506"/>
                  </a:cubicBezTo>
                  <a:lnTo>
                    <a:pt x="1180" y="352"/>
                  </a:lnTo>
                  <a:cubicBezTo>
                    <a:pt x="1314" y="271"/>
                    <a:pt x="1330" y="235"/>
                    <a:pt x="1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2080390" y="2529009"/>
              <a:ext cx="106774" cy="279401"/>
            </a:xfrm>
            <a:custGeom>
              <a:rect b="b" l="l" r="r" t="t"/>
              <a:pathLst>
                <a:path extrusionOk="0" h="2813" w="1075">
                  <a:moveTo>
                    <a:pt x="65" y="0"/>
                  </a:moveTo>
                  <a:cubicBezTo>
                    <a:pt x="33" y="37"/>
                    <a:pt x="33" y="69"/>
                    <a:pt x="33" y="101"/>
                  </a:cubicBezTo>
                  <a:lnTo>
                    <a:pt x="33" y="118"/>
                  </a:lnTo>
                  <a:lnTo>
                    <a:pt x="33" y="255"/>
                  </a:lnTo>
                  <a:cubicBezTo>
                    <a:pt x="33" y="320"/>
                    <a:pt x="49" y="388"/>
                    <a:pt x="33" y="457"/>
                  </a:cubicBezTo>
                  <a:cubicBezTo>
                    <a:pt x="0" y="744"/>
                    <a:pt x="65" y="994"/>
                    <a:pt x="251" y="1265"/>
                  </a:cubicBezTo>
                  <a:cubicBezTo>
                    <a:pt x="368" y="1431"/>
                    <a:pt x="489" y="1616"/>
                    <a:pt x="590" y="1802"/>
                  </a:cubicBezTo>
                  <a:cubicBezTo>
                    <a:pt x="707" y="1988"/>
                    <a:pt x="824" y="2174"/>
                    <a:pt x="942" y="2339"/>
                  </a:cubicBezTo>
                  <a:cubicBezTo>
                    <a:pt x="1043" y="2493"/>
                    <a:pt x="1043" y="2626"/>
                    <a:pt x="1010" y="2796"/>
                  </a:cubicBezTo>
                  <a:lnTo>
                    <a:pt x="1010" y="2812"/>
                  </a:lnTo>
                  <a:lnTo>
                    <a:pt x="1026" y="2812"/>
                  </a:lnTo>
                  <a:cubicBezTo>
                    <a:pt x="1075" y="2626"/>
                    <a:pt x="1075" y="2493"/>
                    <a:pt x="958" y="2323"/>
                  </a:cubicBezTo>
                  <a:cubicBezTo>
                    <a:pt x="841" y="2158"/>
                    <a:pt x="723" y="1972"/>
                    <a:pt x="622" y="1786"/>
                  </a:cubicBezTo>
                  <a:cubicBezTo>
                    <a:pt x="505" y="1600"/>
                    <a:pt x="388" y="1414"/>
                    <a:pt x="267" y="1249"/>
                  </a:cubicBezTo>
                  <a:cubicBezTo>
                    <a:pt x="85" y="978"/>
                    <a:pt x="17" y="724"/>
                    <a:pt x="65" y="473"/>
                  </a:cubicBezTo>
                  <a:lnTo>
                    <a:pt x="65" y="255"/>
                  </a:lnTo>
                  <a:cubicBezTo>
                    <a:pt x="65" y="219"/>
                    <a:pt x="49" y="170"/>
                    <a:pt x="65" y="118"/>
                  </a:cubicBezTo>
                  <a:lnTo>
                    <a:pt x="65" y="101"/>
                  </a:lnTo>
                  <a:cubicBezTo>
                    <a:pt x="49" y="69"/>
                    <a:pt x="49" y="37"/>
                    <a:pt x="85" y="17"/>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1264237" y="3251797"/>
              <a:ext cx="210768" cy="153656"/>
            </a:xfrm>
            <a:custGeom>
              <a:rect b="b" l="l" r="r" t="t"/>
              <a:pathLst>
                <a:path extrusionOk="0" h="1547" w="2122">
                  <a:moveTo>
                    <a:pt x="1438" y="1"/>
                  </a:moveTo>
                  <a:cubicBezTo>
                    <a:pt x="1421" y="1"/>
                    <a:pt x="1403" y="5"/>
                    <a:pt x="1382" y="11"/>
                  </a:cubicBezTo>
                  <a:lnTo>
                    <a:pt x="1148" y="80"/>
                  </a:lnTo>
                  <a:cubicBezTo>
                    <a:pt x="809" y="197"/>
                    <a:pt x="457" y="314"/>
                    <a:pt x="102" y="435"/>
                  </a:cubicBezTo>
                  <a:cubicBezTo>
                    <a:pt x="21" y="451"/>
                    <a:pt x="1" y="516"/>
                    <a:pt x="1" y="585"/>
                  </a:cubicBezTo>
                  <a:lnTo>
                    <a:pt x="1" y="1223"/>
                  </a:lnTo>
                  <a:lnTo>
                    <a:pt x="1" y="1477"/>
                  </a:lnTo>
                  <a:lnTo>
                    <a:pt x="37" y="1477"/>
                  </a:lnTo>
                  <a:lnTo>
                    <a:pt x="37" y="1223"/>
                  </a:lnTo>
                  <a:lnTo>
                    <a:pt x="37" y="585"/>
                  </a:lnTo>
                  <a:cubicBezTo>
                    <a:pt x="37" y="516"/>
                    <a:pt x="53" y="484"/>
                    <a:pt x="122" y="451"/>
                  </a:cubicBezTo>
                  <a:cubicBezTo>
                    <a:pt x="473" y="350"/>
                    <a:pt x="829" y="233"/>
                    <a:pt x="1164" y="112"/>
                  </a:cubicBezTo>
                  <a:lnTo>
                    <a:pt x="1382" y="31"/>
                  </a:lnTo>
                  <a:cubicBezTo>
                    <a:pt x="1435" y="31"/>
                    <a:pt x="1467" y="31"/>
                    <a:pt x="1499" y="64"/>
                  </a:cubicBezTo>
                  <a:cubicBezTo>
                    <a:pt x="1617" y="148"/>
                    <a:pt x="1738" y="266"/>
                    <a:pt x="1839" y="367"/>
                  </a:cubicBezTo>
                  <a:cubicBezTo>
                    <a:pt x="1903" y="451"/>
                    <a:pt x="1988" y="536"/>
                    <a:pt x="2073" y="601"/>
                  </a:cubicBezTo>
                  <a:cubicBezTo>
                    <a:pt x="2089" y="617"/>
                    <a:pt x="2089" y="637"/>
                    <a:pt x="2089" y="670"/>
                  </a:cubicBezTo>
                  <a:lnTo>
                    <a:pt x="2089" y="920"/>
                  </a:lnTo>
                  <a:lnTo>
                    <a:pt x="2089" y="1425"/>
                  </a:lnTo>
                  <a:cubicBezTo>
                    <a:pt x="2089" y="1445"/>
                    <a:pt x="2073" y="1461"/>
                    <a:pt x="2073" y="1494"/>
                  </a:cubicBezTo>
                  <a:cubicBezTo>
                    <a:pt x="2073" y="1494"/>
                    <a:pt x="2073" y="1510"/>
                    <a:pt x="2057" y="1526"/>
                  </a:cubicBezTo>
                  <a:lnTo>
                    <a:pt x="2073" y="1546"/>
                  </a:lnTo>
                  <a:lnTo>
                    <a:pt x="2089" y="1526"/>
                  </a:lnTo>
                  <a:lnTo>
                    <a:pt x="2089" y="1494"/>
                  </a:lnTo>
                  <a:cubicBezTo>
                    <a:pt x="2105" y="1477"/>
                    <a:pt x="2105" y="1461"/>
                    <a:pt x="2105" y="1425"/>
                  </a:cubicBezTo>
                  <a:cubicBezTo>
                    <a:pt x="2121" y="1259"/>
                    <a:pt x="2121" y="1090"/>
                    <a:pt x="2121" y="920"/>
                  </a:cubicBezTo>
                  <a:lnTo>
                    <a:pt x="2121" y="670"/>
                  </a:lnTo>
                  <a:cubicBezTo>
                    <a:pt x="2121" y="637"/>
                    <a:pt x="2121" y="601"/>
                    <a:pt x="2089" y="585"/>
                  </a:cubicBezTo>
                  <a:cubicBezTo>
                    <a:pt x="2004" y="500"/>
                    <a:pt x="1919" y="435"/>
                    <a:pt x="1855" y="350"/>
                  </a:cubicBezTo>
                  <a:cubicBezTo>
                    <a:pt x="1754" y="249"/>
                    <a:pt x="1637" y="132"/>
                    <a:pt x="1516" y="31"/>
                  </a:cubicBezTo>
                  <a:cubicBezTo>
                    <a:pt x="1486" y="9"/>
                    <a:pt x="1463" y="1"/>
                    <a:pt x="1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610678" y="3050664"/>
              <a:ext cx="1689" cy="75487"/>
            </a:xfrm>
            <a:custGeom>
              <a:rect b="b" l="l" r="r" t="t"/>
              <a:pathLst>
                <a:path extrusionOk="0" h="760" w="17">
                  <a:moveTo>
                    <a:pt x="0" y="0"/>
                  </a:moveTo>
                  <a:lnTo>
                    <a:pt x="0" y="743"/>
                  </a:lnTo>
                  <a:lnTo>
                    <a:pt x="0" y="760"/>
                  </a:lnTo>
                  <a:cubicBezTo>
                    <a:pt x="16" y="760"/>
                    <a:pt x="16" y="743"/>
                    <a:pt x="16" y="743"/>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2081979" y="3370888"/>
              <a:ext cx="105185" cy="358762"/>
            </a:xfrm>
            <a:custGeom>
              <a:rect b="b" l="l" r="r" t="t"/>
              <a:pathLst>
                <a:path extrusionOk="0" h="3612" w="1059">
                  <a:moveTo>
                    <a:pt x="55" y="1"/>
                  </a:moveTo>
                  <a:cubicBezTo>
                    <a:pt x="49" y="1"/>
                    <a:pt x="49" y="8"/>
                    <a:pt x="49" y="8"/>
                  </a:cubicBezTo>
                  <a:cubicBezTo>
                    <a:pt x="1" y="125"/>
                    <a:pt x="17" y="262"/>
                    <a:pt x="17" y="379"/>
                  </a:cubicBezTo>
                  <a:lnTo>
                    <a:pt x="17" y="581"/>
                  </a:lnTo>
                  <a:cubicBezTo>
                    <a:pt x="17" y="614"/>
                    <a:pt x="33" y="630"/>
                    <a:pt x="69" y="666"/>
                  </a:cubicBezTo>
                  <a:lnTo>
                    <a:pt x="170" y="783"/>
                  </a:lnTo>
                  <a:cubicBezTo>
                    <a:pt x="372" y="1018"/>
                    <a:pt x="590" y="1272"/>
                    <a:pt x="792" y="1507"/>
                  </a:cubicBezTo>
                  <a:cubicBezTo>
                    <a:pt x="808" y="1523"/>
                    <a:pt x="825" y="1559"/>
                    <a:pt x="841" y="1575"/>
                  </a:cubicBezTo>
                  <a:cubicBezTo>
                    <a:pt x="893" y="1624"/>
                    <a:pt x="926" y="1692"/>
                    <a:pt x="994" y="1725"/>
                  </a:cubicBezTo>
                  <a:cubicBezTo>
                    <a:pt x="1010" y="1741"/>
                    <a:pt x="1010" y="1761"/>
                    <a:pt x="1010" y="1793"/>
                  </a:cubicBezTo>
                  <a:cubicBezTo>
                    <a:pt x="1010" y="1979"/>
                    <a:pt x="1027" y="2145"/>
                    <a:pt x="1027" y="2331"/>
                  </a:cubicBezTo>
                  <a:lnTo>
                    <a:pt x="1027" y="2872"/>
                  </a:lnTo>
                  <a:lnTo>
                    <a:pt x="1027" y="3207"/>
                  </a:lnTo>
                  <a:lnTo>
                    <a:pt x="1027" y="3409"/>
                  </a:lnTo>
                  <a:lnTo>
                    <a:pt x="1027" y="3425"/>
                  </a:lnTo>
                  <a:cubicBezTo>
                    <a:pt x="1027" y="3494"/>
                    <a:pt x="1027" y="3542"/>
                    <a:pt x="978" y="3579"/>
                  </a:cubicBezTo>
                  <a:lnTo>
                    <a:pt x="978" y="3611"/>
                  </a:lnTo>
                  <a:lnTo>
                    <a:pt x="994" y="3611"/>
                  </a:lnTo>
                  <a:cubicBezTo>
                    <a:pt x="1059" y="3559"/>
                    <a:pt x="1059" y="3494"/>
                    <a:pt x="1059" y="3425"/>
                  </a:cubicBezTo>
                  <a:lnTo>
                    <a:pt x="1059" y="3409"/>
                  </a:lnTo>
                  <a:lnTo>
                    <a:pt x="1059" y="3207"/>
                  </a:lnTo>
                  <a:lnTo>
                    <a:pt x="1059" y="2872"/>
                  </a:lnTo>
                  <a:cubicBezTo>
                    <a:pt x="1059" y="2702"/>
                    <a:pt x="1043" y="2516"/>
                    <a:pt x="1043" y="2331"/>
                  </a:cubicBezTo>
                  <a:lnTo>
                    <a:pt x="1043" y="1793"/>
                  </a:lnTo>
                  <a:cubicBezTo>
                    <a:pt x="1043" y="1777"/>
                    <a:pt x="1043" y="1725"/>
                    <a:pt x="1010" y="1708"/>
                  </a:cubicBezTo>
                  <a:cubicBezTo>
                    <a:pt x="942" y="1676"/>
                    <a:pt x="909" y="1624"/>
                    <a:pt x="857" y="1559"/>
                  </a:cubicBezTo>
                  <a:cubicBezTo>
                    <a:pt x="841" y="1539"/>
                    <a:pt x="825" y="1507"/>
                    <a:pt x="808" y="1490"/>
                  </a:cubicBezTo>
                  <a:cubicBezTo>
                    <a:pt x="606" y="1256"/>
                    <a:pt x="388" y="1002"/>
                    <a:pt x="186" y="767"/>
                  </a:cubicBezTo>
                  <a:lnTo>
                    <a:pt x="101" y="650"/>
                  </a:lnTo>
                  <a:lnTo>
                    <a:pt x="85" y="630"/>
                  </a:lnTo>
                  <a:cubicBezTo>
                    <a:pt x="69" y="614"/>
                    <a:pt x="49" y="598"/>
                    <a:pt x="49" y="581"/>
                  </a:cubicBezTo>
                  <a:lnTo>
                    <a:pt x="49" y="379"/>
                  </a:lnTo>
                  <a:cubicBezTo>
                    <a:pt x="33" y="262"/>
                    <a:pt x="33" y="145"/>
                    <a:pt x="69" y="24"/>
                  </a:cubicBezTo>
                  <a:lnTo>
                    <a:pt x="69" y="8"/>
                  </a:lnTo>
                  <a:cubicBezTo>
                    <a:pt x="62" y="2"/>
                    <a:pt x="58" y="1"/>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1819563" y="3650885"/>
              <a:ext cx="4966" cy="70322"/>
            </a:xfrm>
            <a:custGeom>
              <a:rect b="b" l="l" r="r" t="t"/>
              <a:pathLst>
                <a:path extrusionOk="0" h="708" w="50">
                  <a:moveTo>
                    <a:pt x="33" y="0"/>
                  </a:moveTo>
                  <a:lnTo>
                    <a:pt x="17" y="17"/>
                  </a:lnTo>
                  <a:cubicBezTo>
                    <a:pt x="1" y="118"/>
                    <a:pt x="1" y="235"/>
                    <a:pt x="17" y="356"/>
                  </a:cubicBezTo>
                  <a:lnTo>
                    <a:pt x="17" y="558"/>
                  </a:lnTo>
                  <a:lnTo>
                    <a:pt x="17" y="606"/>
                  </a:lnTo>
                  <a:cubicBezTo>
                    <a:pt x="17" y="639"/>
                    <a:pt x="17" y="659"/>
                    <a:pt x="1" y="691"/>
                  </a:cubicBezTo>
                  <a:lnTo>
                    <a:pt x="1" y="707"/>
                  </a:lnTo>
                  <a:lnTo>
                    <a:pt x="17" y="707"/>
                  </a:lnTo>
                  <a:cubicBezTo>
                    <a:pt x="49" y="675"/>
                    <a:pt x="33" y="639"/>
                    <a:pt x="33" y="606"/>
                  </a:cubicBezTo>
                  <a:lnTo>
                    <a:pt x="33" y="558"/>
                  </a:lnTo>
                  <a:lnTo>
                    <a:pt x="33" y="356"/>
                  </a:lnTo>
                  <a:cubicBezTo>
                    <a:pt x="33" y="235"/>
                    <a:pt x="33" y="134"/>
                    <a:pt x="49" y="17"/>
                  </a:cubicBezTo>
                  <a:cubicBezTo>
                    <a:pt x="49" y="17"/>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687655" y="3609169"/>
              <a:ext cx="132102" cy="125249"/>
            </a:xfrm>
            <a:custGeom>
              <a:rect b="b" l="l" r="r" t="t"/>
              <a:pathLst>
                <a:path extrusionOk="0" h="1261" w="1330">
                  <a:moveTo>
                    <a:pt x="1314" y="0"/>
                  </a:moveTo>
                  <a:cubicBezTo>
                    <a:pt x="857" y="117"/>
                    <a:pt x="437" y="235"/>
                    <a:pt x="17" y="388"/>
                  </a:cubicBezTo>
                  <a:lnTo>
                    <a:pt x="1" y="388"/>
                  </a:lnTo>
                  <a:lnTo>
                    <a:pt x="1" y="1244"/>
                  </a:lnTo>
                  <a:cubicBezTo>
                    <a:pt x="1" y="1261"/>
                    <a:pt x="17" y="1261"/>
                    <a:pt x="17" y="1261"/>
                  </a:cubicBezTo>
                  <a:cubicBezTo>
                    <a:pt x="17" y="1261"/>
                    <a:pt x="33" y="1261"/>
                    <a:pt x="33" y="1244"/>
                  </a:cubicBezTo>
                  <a:lnTo>
                    <a:pt x="33" y="404"/>
                  </a:lnTo>
                  <a:cubicBezTo>
                    <a:pt x="453" y="271"/>
                    <a:pt x="877" y="134"/>
                    <a:pt x="1314" y="16"/>
                  </a:cubicBezTo>
                  <a:cubicBezTo>
                    <a:pt x="1330" y="16"/>
                    <a:pt x="1330" y="16"/>
                    <a:pt x="1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1739308" y="2644524"/>
              <a:ext cx="162198" cy="274137"/>
            </a:xfrm>
            <a:custGeom>
              <a:rect b="b" l="l" r="r" t="t"/>
              <a:pathLst>
                <a:path extrusionOk="0" h="2760" w="1633">
                  <a:moveTo>
                    <a:pt x="49" y="1"/>
                  </a:moveTo>
                  <a:cubicBezTo>
                    <a:pt x="1" y="33"/>
                    <a:pt x="1" y="86"/>
                    <a:pt x="1" y="134"/>
                  </a:cubicBezTo>
                  <a:lnTo>
                    <a:pt x="1" y="150"/>
                  </a:lnTo>
                  <a:cubicBezTo>
                    <a:pt x="1" y="692"/>
                    <a:pt x="1" y="708"/>
                    <a:pt x="336" y="1112"/>
                  </a:cubicBezTo>
                  <a:lnTo>
                    <a:pt x="352" y="1128"/>
                  </a:lnTo>
                  <a:cubicBezTo>
                    <a:pt x="469" y="1298"/>
                    <a:pt x="607" y="1479"/>
                    <a:pt x="740" y="1649"/>
                  </a:cubicBezTo>
                  <a:cubicBezTo>
                    <a:pt x="910" y="1867"/>
                    <a:pt x="1095" y="2106"/>
                    <a:pt x="1277" y="2340"/>
                  </a:cubicBezTo>
                  <a:cubicBezTo>
                    <a:pt x="1314" y="2372"/>
                    <a:pt x="1346" y="2425"/>
                    <a:pt x="1378" y="2473"/>
                  </a:cubicBezTo>
                  <a:cubicBezTo>
                    <a:pt x="1447" y="2574"/>
                    <a:pt x="1516" y="2675"/>
                    <a:pt x="1616" y="2760"/>
                  </a:cubicBezTo>
                  <a:lnTo>
                    <a:pt x="1633" y="2760"/>
                  </a:lnTo>
                  <a:lnTo>
                    <a:pt x="1633" y="2744"/>
                  </a:lnTo>
                  <a:cubicBezTo>
                    <a:pt x="1532" y="2659"/>
                    <a:pt x="1463" y="2558"/>
                    <a:pt x="1398" y="2457"/>
                  </a:cubicBezTo>
                  <a:cubicBezTo>
                    <a:pt x="1362" y="2409"/>
                    <a:pt x="1330" y="2356"/>
                    <a:pt x="1297" y="2324"/>
                  </a:cubicBezTo>
                  <a:cubicBezTo>
                    <a:pt x="1112" y="2085"/>
                    <a:pt x="926" y="1851"/>
                    <a:pt x="756" y="1633"/>
                  </a:cubicBezTo>
                  <a:cubicBezTo>
                    <a:pt x="639" y="1463"/>
                    <a:pt x="506" y="1277"/>
                    <a:pt x="368" y="1112"/>
                  </a:cubicBezTo>
                  <a:lnTo>
                    <a:pt x="352" y="1096"/>
                  </a:lnTo>
                  <a:cubicBezTo>
                    <a:pt x="33" y="692"/>
                    <a:pt x="33" y="692"/>
                    <a:pt x="33" y="150"/>
                  </a:cubicBezTo>
                  <a:lnTo>
                    <a:pt x="33" y="134"/>
                  </a:lnTo>
                  <a:cubicBezTo>
                    <a:pt x="33" y="86"/>
                    <a:pt x="33" y="49"/>
                    <a:pt x="65" y="33"/>
                  </a:cubicBezTo>
                  <a:lnTo>
                    <a:pt x="65" y="17"/>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1518608" y="3670253"/>
              <a:ext cx="76778" cy="64164"/>
            </a:xfrm>
            <a:custGeom>
              <a:rect b="b" l="l" r="r" t="t"/>
              <a:pathLst>
                <a:path extrusionOk="0" h="646" w="773">
                  <a:moveTo>
                    <a:pt x="18" y="0"/>
                  </a:moveTo>
                  <a:cubicBezTo>
                    <a:pt x="17" y="0"/>
                    <a:pt x="17" y="2"/>
                    <a:pt x="17" y="7"/>
                  </a:cubicBezTo>
                  <a:cubicBezTo>
                    <a:pt x="1" y="7"/>
                    <a:pt x="1" y="7"/>
                    <a:pt x="1" y="24"/>
                  </a:cubicBezTo>
                  <a:cubicBezTo>
                    <a:pt x="17" y="92"/>
                    <a:pt x="65" y="141"/>
                    <a:pt x="134" y="193"/>
                  </a:cubicBezTo>
                  <a:cubicBezTo>
                    <a:pt x="304" y="310"/>
                    <a:pt x="469" y="444"/>
                    <a:pt x="623" y="581"/>
                  </a:cubicBezTo>
                  <a:lnTo>
                    <a:pt x="655" y="613"/>
                  </a:lnTo>
                  <a:cubicBezTo>
                    <a:pt x="692" y="646"/>
                    <a:pt x="708" y="646"/>
                    <a:pt x="740" y="646"/>
                  </a:cubicBezTo>
                  <a:lnTo>
                    <a:pt x="756" y="646"/>
                  </a:lnTo>
                  <a:cubicBezTo>
                    <a:pt x="756" y="646"/>
                    <a:pt x="772" y="646"/>
                    <a:pt x="772" y="629"/>
                  </a:cubicBezTo>
                  <a:lnTo>
                    <a:pt x="756" y="613"/>
                  </a:lnTo>
                  <a:lnTo>
                    <a:pt x="740" y="613"/>
                  </a:lnTo>
                  <a:cubicBezTo>
                    <a:pt x="724" y="613"/>
                    <a:pt x="708" y="613"/>
                    <a:pt x="692" y="597"/>
                  </a:cubicBezTo>
                  <a:lnTo>
                    <a:pt x="639" y="565"/>
                  </a:lnTo>
                  <a:cubicBezTo>
                    <a:pt x="490" y="428"/>
                    <a:pt x="320" y="278"/>
                    <a:pt x="150" y="177"/>
                  </a:cubicBezTo>
                  <a:cubicBezTo>
                    <a:pt x="86" y="125"/>
                    <a:pt x="49" y="76"/>
                    <a:pt x="33" y="7"/>
                  </a:cubicBezTo>
                  <a:cubicBezTo>
                    <a:pt x="22" y="7"/>
                    <a:pt x="19"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517114" y="2199548"/>
              <a:ext cx="123759" cy="185936"/>
            </a:xfrm>
            <a:custGeom>
              <a:rect b="b" l="l" r="r" t="t"/>
              <a:pathLst>
                <a:path extrusionOk="0" h="1872" w="1246">
                  <a:moveTo>
                    <a:pt x="1229" y="1"/>
                  </a:moveTo>
                  <a:cubicBezTo>
                    <a:pt x="1160" y="122"/>
                    <a:pt x="1180" y="255"/>
                    <a:pt x="1197" y="324"/>
                  </a:cubicBezTo>
                  <a:cubicBezTo>
                    <a:pt x="1213" y="490"/>
                    <a:pt x="1213" y="643"/>
                    <a:pt x="1197" y="793"/>
                  </a:cubicBezTo>
                  <a:cubicBezTo>
                    <a:pt x="1197" y="930"/>
                    <a:pt x="1197" y="1063"/>
                    <a:pt x="1213" y="1197"/>
                  </a:cubicBezTo>
                  <a:cubicBezTo>
                    <a:pt x="1213" y="1249"/>
                    <a:pt x="1197" y="1281"/>
                    <a:pt x="1144" y="1298"/>
                  </a:cubicBezTo>
                  <a:cubicBezTo>
                    <a:pt x="910" y="1399"/>
                    <a:pt x="675" y="1516"/>
                    <a:pt x="453" y="1637"/>
                  </a:cubicBezTo>
                  <a:cubicBezTo>
                    <a:pt x="320" y="1702"/>
                    <a:pt x="170" y="1786"/>
                    <a:pt x="17" y="1855"/>
                  </a:cubicBezTo>
                  <a:cubicBezTo>
                    <a:pt x="1" y="1855"/>
                    <a:pt x="1" y="1855"/>
                    <a:pt x="1" y="1871"/>
                  </a:cubicBezTo>
                  <a:lnTo>
                    <a:pt x="17" y="1871"/>
                  </a:lnTo>
                  <a:cubicBezTo>
                    <a:pt x="170" y="1803"/>
                    <a:pt x="320" y="1718"/>
                    <a:pt x="473" y="1653"/>
                  </a:cubicBezTo>
                  <a:cubicBezTo>
                    <a:pt x="692" y="1536"/>
                    <a:pt x="926" y="1415"/>
                    <a:pt x="1160" y="1314"/>
                  </a:cubicBezTo>
                  <a:cubicBezTo>
                    <a:pt x="1213" y="1298"/>
                    <a:pt x="1245" y="1249"/>
                    <a:pt x="1229" y="1197"/>
                  </a:cubicBezTo>
                  <a:lnTo>
                    <a:pt x="1229" y="809"/>
                  </a:lnTo>
                  <a:cubicBezTo>
                    <a:pt x="1229" y="643"/>
                    <a:pt x="1229" y="474"/>
                    <a:pt x="1213" y="324"/>
                  </a:cubicBezTo>
                  <a:cubicBezTo>
                    <a:pt x="1213" y="255"/>
                    <a:pt x="1197" y="122"/>
                    <a:pt x="1245" y="21"/>
                  </a:cubicBezTo>
                  <a:lnTo>
                    <a:pt x="12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574127" y="2748120"/>
              <a:ext cx="4867" cy="71911"/>
            </a:xfrm>
            <a:custGeom>
              <a:rect b="b" l="l" r="r" t="t"/>
              <a:pathLst>
                <a:path extrusionOk="0" h="724" w="49">
                  <a:moveTo>
                    <a:pt x="17" y="0"/>
                  </a:moveTo>
                  <a:cubicBezTo>
                    <a:pt x="0" y="0"/>
                    <a:pt x="0" y="16"/>
                    <a:pt x="0" y="16"/>
                  </a:cubicBezTo>
                  <a:cubicBezTo>
                    <a:pt x="17" y="133"/>
                    <a:pt x="17" y="255"/>
                    <a:pt x="17" y="356"/>
                  </a:cubicBezTo>
                  <a:lnTo>
                    <a:pt x="17" y="574"/>
                  </a:lnTo>
                  <a:lnTo>
                    <a:pt x="17" y="606"/>
                  </a:lnTo>
                  <a:cubicBezTo>
                    <a:pt x="17" y="638"/>
                    <a:pt x="17" y="691"/>
                    <a:pt x="33" y="723"/>
                  </a:cubicBezTo>
                  <a:lnTo>
                    <a:pt x="49" y="723"/>
                  </a:lnTo>
                  <a:lnTo>
                    <a:pt x="49" y="707"/>
                  </a:lnTo>
                  <a:cubicBezTo>
                    <a:pt x="33" y="675"/>
                    <a:pt x="33" y="638"/>
                    <a:pt x="33" y="606"/>
                  </a:cubicBezTo>
                  <a:lnTo>
                    <a:pt x="33" y="574"/>
                  </a:lnTo>
                  <a:lnTo>
                    <a:pt x="33" y="356"/>
                  </a:lnTo>
                  <a:cubicBezTo>
                    <a:pt x="33" y="255"/>
                    <a:pt x="49" y="133"/>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1411536" y="2164387"/>
              <a:ext cx="90386" cy="239572"/>
            </a:xfrm>
            <a:custGeom>
              <a:rect b="b" l="l" r="r" t="t"/>
              <a:pathLst>
                <a:path extrusionOk="0" h="2412" w="910">
                  <a:moveTo>
                    <a:pt x="49" y="0"/>
                  </a:moveTo>
                  <a:cubicBezTo>
                    <a:pt x="38" y="0"/>
                    <a:pt x="28" y="1"/>
                    <a:pt x="16" y="3"/>
                  </a:cubicBezTo>
                  <a:cubicBezTo>
                    <a:pt x="16" y="3"/>
                    <a:pt x="0" y="20"/>
                    <a:pt x="16" y="20"/>
                  </a:cubicBezTo>
                  <a:lnTo>
                    <a:pt x="16" y="238"/>
                  </a:lnTo>
                  <a:cubicBezTo>
                    <a:pt x="0" y="274"/>
                    <a:pt x="0" y="323"/>
                    <a:pt x="0" y="355"/>
                  </a:cubicBezTo>
                  <a:lnTo>
                    <a:pt x="0" y="710"/>
                  </a:lnTo>
                  <a:lnTo>
                    <a:pt x="0" y="1131"/>
                  </a:lnTo>
                  <a:cubicBezTo>
                    <a:pt x="0" y="1232"/>
                    <a:pt x="16" y="1300"/>
                    <a:pt x="69" y="1332"/>
                  </a:cubicBezTo>
                  <a:cubicBezTo>
                    <a:pt x="134" y="1365"/>
                    <a:pt x="170" y="1417"/>
                    <a:pt x="202" y="1466"/>
                  </a:cubicBezTo>
                  <a:cubicBezTo>
                    <a:pt x="218" y="1486"/>
                    <a:pt x="235" y="1502"/>
                    <a:pt x="255" y="1518"/>
                  </a:cubicBezTo>
                  <a:cubicBezTo>
                    <a:pt x="303" y="1567"/>
                    <a:pt x="336" y="1619"/>
                    <a:pt x="372" y="1668"/>
                  </a:cubicBezTo>
                  <a:cubicBezTo>
                    <a:pt x="436" y="1769"/>
                    <a:pt x="489" y="1854"/>
                    <a:pt x="590" y="1922"/>
                  </a:cubicBezTo>
                  <a:lnTo>
                    <a:pt x="606" y="1922"/>
                  </a:lnTo>
                  <a:lnTo>
                    <a:pt x="606" y="1890"/>
                  </a:lnTo>
                  <a:cubicBezTo>
                    <a:pt x="505" y="1837"/>
                    <a:pt x="457" y="1753"/>
                    <a:pt x="388" y="1668"/>
                  </a:cubicBezTo>
                  <a:cubicBezTo>
                    <a:pt x="356" y="1603"/>
                    <a:pt x="319" y="1551"/>
                    <a:pt x="271" y="1502"/>
                  </a:cubicBezTo>
                  <a:lnTo>
                    <a:pt x="218" y="1450"/>
                  </a:lnTo>
                  <a:cubicBezTo>
                    <a:pt x="186" y="1401"/>
                    <a:pt x="154" y="1349"/>
                    <a:pt x="85" y="1316"/>
                  </a:cubicBezTo>
                  <a:cubicBezTo>
                    <a:pt x="53" y="1284"/>
                    <a:pt x="16" y="1215"/>
                    <a:pt x="16" y="1131"/>
                  </a:cubicBezTo>
                  <a:cubicBezTo>
                    <a:pt x="33" y="997"/>
                    <a:pt x="33" y="844"/>
                    <a:pt x="33" y="710"/>
                  </a:cubicBezTo>
                  <a:lnTo>
                    <a:pt x="33" y="355"/>
                  </a:lnTo>
                  <a:lnTo>
                    <a:pt x="33" y="238"/>
                  </a:lnTo>
                  <a:cubicBezTo>
                    <a:pt x="33" y="173"/>
                    <a:pt x="53" y="104"/>
                    <a:pt x="33" y="36"/>
                  </a:cubicBezTo>
                  <a:cubicBezTo>
                    <a:pt x="45" y="33"/>
                    <a:pt x="56" y="32"/>
                    <a:pt x="65" y="32"/>
                  </a:cubicBezTo>
                  <a:cubicBezTo>
                    <a:pt x="112" y="32"/>
                    <a:pt x="137" y="61"/>
                    <a:pt x="154" y="104"/>
                  </a:cubicBezTo>
                  <a:lnTo>
                    <a:pt x="170" y="104"/>
                  </a:lnTo>
                  <a:cubicBezTo>
                    <a:pt x="271" y="254"/>
                    <a:pt x="388" y="407"/>
                    <a:pt x="489" y="557"/>
                  </a:cubicBezTo>
                  <a:cubicBezTo>
                    <a:pt x="590" y="710"/>
                    <a:pt x="707" y="860"/>
                    <a:pt x="808" y="1013"/>
                  </a:cubicBezTo>
                  <a:cubicBezTo>
                    <a:pt x="840" y="1046"/>
                    <a:pt x="861" y="1082"/>
                    <a:pt x="861" y="1114"/>
                  </a:cubicBezTo>
                  <a:lnTo>
                    <a:pt x="861" y="1466"/>
                  </a:lnTo>
                  <a:cubicBezTo>
                    <a:pt x="861" y="1668"/>
                    <a:pt x="877" y="1890"/>
                    <a:pt x="840" y="2108"/>
                  </a:cubicBezTo>
                  <a:cubicBezTo>
                    <a:pt x="840" y="2193"/>
                    <a:pt x="824" y="2294"/>
                    <a:pt x="877" y="2395"/>
                  </a:cubicBezTo>
                  <a:lnTo>
                    <a:pt x="893" y="2411"/>
                  </a:lnTo>
                  <a:cubicBezTo>
                    <a:pt x="893" y="2395"/>
                    <a:pt x="909" y="2395"/>
                    <a:pt x="893" y="2395"/>
                  </a:cubicBezTo>
                  <a:cubicBezTo>
                    <a:pt x="861" y="2294"/>
                    <a:pt x="861" y="2193"/>
                    <a:pt x="877" y="2108"/>
                  </a:cubicBezTo>
                  <a:cubicBezTo>
                    <a:pt x="893" y="1890"/>
                    <a:pt x="893" y="1668"/>
                    <a:pt x="893" y="1466"/>
                  </a:cubicBezTo>
                  <a:lnTo>
                    <a:pt x="893" y="1131"/>
                  </a:lnTo>
                  <a:cubicBezTo>
                    <a:pt x="893" y="1062"/>
                    <a:pt x="861" y="1030"/>
                    <a:pt x="824" y="997"/>
                  </a:cubicBezTo>
                  <a:cubicBezTo>
                    <a:pt x="723" y="844"/>
                    <a:pt x="622" y="694"/>
                    <a:pt x="505" y="541"/>
                  </a:cubicBezTo>
                  <a:cubicBezTo>
                    <a:pt x="404" y="391"/>
                    <a:pt x="287" y="238"/>
                    <a:pt x="186" y="88"/>
                  </a:cubicBezTo>
                  <a:cubicBezTo>
                    <a:pt x="158" y="43"/>
                    <a:pt x="115"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487019" y="1731727"/>
              <a:ext cx="153854" cy="172230"/>
            </a:xfrm>
            <a:custGeom>
              <a:rect b="b" l="l" r="r" t="t"/>
              <a:pathLst>
                <a:path extrusionOk="0" h="1734" w="1549">
                  <a:moveTo>
                    <a:pt x="1516" y="1"/>
                  </a:moveTo>
                  <a:lnTo>
                    <a:pt x="1500" y="17"/>
                  </a:lnTo>
                  <a:cubicBezTo>
                    <a:pt x="1516" y="186"/>
                    <a:pt x="1516" y="352"/>
                    <a:pt x="1516" y="522"/>
                  </a:cubicBezTo>
                  <a:cubicBezTo>
                    <a:pt x="1516" y="607"/>
                    <a:pt x="1500" y="691"/>
                    <a:pt x="1516" y="772"/>
                  </a:cubicBezTo>
                  <a:cubicBezTo>
                    <a:pt x="1516" y="825"/>
                    <a:pt x="1463" y="857"/>
                    <a:pt x="1415" y="873"/>
                  </a:cubicBezTo>
                  <a:lnTo>
                    <a:pt x="1415" y="893"/>
                  </a:lnTo>
                  <a:cubicBezTo>
                    <a:pt x="1043" y="1095"/>
                    <a:pt x="692" y="1314"/>
                    <a:pt x="336" y="1516"/>
                  </a:cubicBezTo>
                  <a:lnTo>
                    <a:pt x="1" y="1717"/>
                  </a:lnTo>
                  <a:lnTo>
                    <a:pt x="1" y="1734"/>
                  </a:lnTo>
                  <a:lnTo>
                    <a:pt x="17" y="1734"/>
                  </a:lnTo>
                  <a:lnTo>
                    <a:pt x="352" y="1548"/>
                  </a:lnTo>
                  <a:cubicBezTo>
                    <a:pt x="708" y="1330"/>
                    <a:pt x="1059" y="1128"/>
                    <a:pt x="1415" y="910"/>
                  </a:cubicBezTo>
                  <a:lnTo>
                    <a:pt x="1431" y="910"/>
                  </a:lnTo>
                  <a:cubicBezTo>
                    <a:pt x="1483" y="873"/>
                    <a:pt x="1532" y="841"/>
                    <a:pt x="1532" y="772"/>
                  </a:cubicBezTo>
                  <a:lnTo>
                    <a:pt x="1532" y="522"/>
                  </a:lnTo>
                  <a:cubicBezTo>
                    <a:pt x="1532" y="352"/>
                    <a:pt x="1548" y="186"/>
                    <a:pt x="1516" y="17"/>
                  </a:cubicBezTo>
                  <a:lnTo>
                    <a:pt x="15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610678" y="3358373"/>
              <a:ext cx="3675" cy="73500"/>
            </a:xfrm>
            <a:custGeom>
              <a:rect b="b" l="l" r="r" t="t"/>
              <a:pathLst>
                <a:path extrusionOk="0" h="740" w="37">
                  <a:moveTo>
                    <a:pt x="0" y="0"/>
                  </a:moveTo>
                  <a:lnTo>
                    <a:pt x="0" y="17"/>
                  </a:lnTo>
                  <a:cubicBezTo>
                    <a:pt x="16" y="303"/>
                    <a:pt x="16" y="522"/>
                    <a:pt x="0" y="724"/>
                  </a:cubicBezTo>
                  <a:lnTo>
                    <a:pt x="0" y="740"/>
                  </a:lnTo>
                  <a:cubicBezTo>
                    <a:pt x="16" y="740"/>
                    <a:pt x="16" y="724"/>
                    <a:pt x="16" y="724"/>
                  </a:cubicBezTo>
                  <a:cubicBezTo>
                    <a:pt x="36" y="522"/>
                    <a:pt x="36" y="303"/>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794827" y="2319930"/>
              <a:ext cx="3278" cy="70322"/>
            </a:xfrm>
            <a:custGeom>
              <a:rect b="b" l="l" r="r" t="t"/>
              <a:pathLst>
                <a:path extrusionOk="0" h="708" w="33">
                  <a:moveTo>
                    <a:pt x="0" y="1"/>
                  </a:moveTo>
                  <a:lnTo>
                    <a:pt x="0" y="21"/>
                  </a:lnTo>
                  <a:cubicBezTo>
                    <a:pt x="16" y="154"/>
                    <a:pt x="16" y="304"/>
                    <a:pt x="0" y="441"/>
                  </a:cubicBezTo>
                  <a:lnTo>
                    <a:pt x="0" y="692"/>
                  </a:lnTo>
                  <a:lnTo>
                    <a:pt x="16" y="708"/>
                  </a:lnTo>
                  <a:cubicBezTo>
                    <a:pt x="33" y="708"/>
                    <a:pt x="33" y="692"/>
                    <a:pt x="33" y="692"/>
                  </a:cubicBezTo>
                  <a:lnTo>
                    <a:pt x="33" y="441"/>
                  </a:lnTo>
                  <a:cubicBezTo>
                    <a:pt x="33" y="304"/>
                    <a:pt x="33" y="154"/>
                    <a:pt x="16" y="21"/>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1921470" y="3437038"/>
              <a:ext cx="132102" cy="212357"/>
            </a:xfrm>
            <a:custGeom>
              <a:rect b="b" l="l" r="r" t="t"/>
              <a:pathLst>
                <a:path extrusionOk="0" h="2138" w="1330">
                  <a:moveTo>
                    <a:pt x="49" y="0"/>
                  </a:moveTo>
                  <a:cubicBezTo>
                    <a:pt x="1" y="85"/>
                    <a:pt x="17" y="166"/>
                    <a:pt x="85" y="235"/>
                  </a:cubicBezTo>
                  <a:cubicBezTo>
                    <a:pt x="522" y="707"/>
                    <a:pt x="893" y="1111"/>
                    <a:pt x="1245" y="1479"/>
                  </a:cubicBezTo>
                  <a:lnTo>
                    <a:pt x="1261" y="1499"/>
                  </a:lnTo>
                  <a:cubicBezTo>
                    <a:pt x="1281" y="1499"/>
                    <a:pt x="1281" y="1515"/>
                    <a:pt x="1281" y="1531"/>
                  </a:cubicBezTo>
                  <a:lnTo>
                    <a:pt x="1281" y="1616"/>
                  </a:lnTo>
                  <a:cubicBezTo>
                    <a:pt x="1297" y="1782"/>
                    <a:pt x="1314" y="1951"/>
                    <a:pt x="1261" y="2121"/>
                  </a:cubicBezTo>
                  <a:lnTo>
                    <a:pt x="1281" y="2137"/>
                  </a:lnTo>
                  <a:lnTo>
                    <a:pt x="1297" y="2121"/>
                  </a:lnTo>
                  <a:cubicBezTo>
                    <a:pt x="1330" y="1951"/>
                    <a:pt x="1330" y="1782"/>
                    <a:pt x="1314" y="1616"/>
                  </a:cubicBezTo>
                  <a:lnTo>
                    <a:pt x="1314" y="1515"/>
                  </a:lnTo>
                  <a:cubicBezTo>
                    <a:pt x="1314" y="1499"/>
                    <a:pt x="1297" y="1479"/>
                    <a:pt x="1281" y="1463"/>
                  </a:cubicBezTo>
                  <a:lnTo>
                    <a:pt x="1261" y="1463"/>
                  </a:lnTo>
                  <a:cubicBezTo>
                    <a:pt x="910" y="1095"/>
                    <a:pt x="538" y="691"/>
                    <a:pt x="102" y="218"/>
                  </a:cubicBezTo>
                  <a:cubicBezTo>
                    <a:pt x="33" y="150"/>
                    <a:pt x="33" y="85"/>
                    <a:pt x="69" y="16"/>
                  </a:cubicBezTo>
                  <a:cubicBezTo>
                    <a:pt x="85" y="16"/>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856607" y="2612840"/>
              <a:ext cx="354392" cy="254073"/>
            </a:xfrm>
            <a:custGeom>
              <a:rect b="b" l="l" r="r" t="t"/>
              <a:pathLst>
                <a:path extrusionOk="0" h="2558" w="3568">
                  <a:moveTo>
                    <a:pt x="3519" y="1"/>
                  </a:moveTo>
                  <a:cubicBezTo>
                    <a:pt x="3499" y="1"/>
                    <a:pt x="3499" y="17"/>
                    <a:pt x="3499" y="17"/>
                  </a:cubicBezTo>
                  <a:cubicBezTo>
                    <a:pt x="3551" y="82"/>
                    <a:pt x="3535" y="150"/>
                    <a:pt x="3535" y="235"/>
                  </a:cubicBezTo>
                  <a:cubicBezTo>
                    <a:pt x="3519" y="267"/>
                    <a:pt x="3519" y="320"/>
                    <a:pt x="3519" y="352"/>
                  </a:cubicBezTo>
                  <a:cubicBezTo>
                    <a:pt x="3535" y="486"/>
                    <a:pt x="3535" y="623"/>
                    <a:pt x="3535" y="756"/>
                  </a:cubicBezTo>
                  <a:lnTo>
                    <a:pt x="3535" y="990"/>
                  </a:lnTo>
                  <a:cubicBezTo>
                    <a:pt x="3535" y="1091"/>
                    <a:pt x="3499" y="1128"/>
                    <a:pt x="3418" y="1160"/>
                  </a:cubicBezTo>
                  <a:cubicBezTo>
                    <a:pt x="2776" y="1415"/>
                    <a:pt x="2121" y="1681"/>
                    <a:pt x="1479" y="1936"/>
                  </a:cubicBezTo>
                  <a:cubicBezTo>
                    <a:pt x="1277" y="2021"/>
                    <a:pt x="1075" y="2101"/>
                    <a:pt x="873" y="2186"/>
                  </a:cubicBezTo>
                  <a:cubicBezTo>
                    <a:pt x="606" y="2303"/>
                    <a:pt x="319" y="2404"/>
                    <a:pt x="33" y="2526"/>
                  </a:cubicBezTo>
                  <a:lnTo>
                    <a:pt x="0" y="2526"/>
                  </a:lnTo>
                  <a:lnTo>
                    <a:pt x="0" y="2542"/>
                  </a:lnTo>
                  <a:lnTo>
                    <a:pt x="0" y="2558"/>
                  </a:lnTo>
                  <a:lnTo>
                    <a:pt x="49" y="2558"/>
                  </a:lnTo>
                  <a:cubicBezTo>
                    <a:pt x="336" y="2441"/>
                    <a:pt x="606" y="2324"/>
                    <a:pt x="893" y="2223"/>
                  </a:cubicBezTo>
                  <a:cubicBezTo>
                    <a:pt x="1095" y="2138"/>
                    <a:pt x="1297" y="2053"/>
                    <a:pt x="1499" y="1968"/>
                  </a:cubicBezTo>
                  <a:cubicBezTo>
                    <a:pt x="2121" y="1718"/>
                    <a:pt x="2776" y="1447"/>
                    <a:pt x="3434" y="1192"/>
                  </a:cubicBezTo>
                  <a:cubicBezTo>
                    <a:pt x="3535" y="1144"/>
                    <a:pt x="3567" y="1091"/>
                    <a:pt x="3551" y="990"/>
                  </a:cubicBezTo>
                  <a:cubicBezTo>
                    <a:pt x="3551" y="926"/>
                    <a:pt x="3551" y="841"/>
                    <a:pt x="3567" y="756"/>
                  </a:cubicBezTo>
                  <a:cubicBezTo>
                    <a:pt x="3567" y="623"/>
                    <a:pt x="3567" y="486"/>
                    <a:pt x="3551" y="352"/>
                  </a:cubicBezTo>
                  <a:lnTo>
                    <a:pt x="3551" y="235"/>
                  </a:lnTo>
                  <a:cubicBezTo>
                    <a:pt x="3567" y="150"/>
                    <a:pt x="3567" y="82"/>
                    <a:pt x="35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670770" y="1595454"/>
              <a:ext cx="147398" cy="198153"/>
            </a:xfrm>
            <a:custGeom>
              <a:rect b="b" l="l" r="r" t="t"/>
              <a:pathLst>
                <a:path extrusionOk="0" h="1995" w="1484">
                  <a:moveTo>
                    <a:pt x="1467" y="0"/>
                  </a:moveTo>
                  <a:cubicBezTo>
                    <a:pt x="1466" y="0"/>
                    <a:pt x="1462" y="7"/>
                    <a:pt x="1451" y="7"/>
                  </a:cubicBezTo>
                  <a:cubicBezTo>
                    <a:pt x="1451" y="60"/>
                    <a:pt x="1431" y="76"/>
                    <a:pt x="1399" y="92"/>
                  </a:cubicBezTo>
                  <a:cubicBezTo>
                    <a:pt x="1128" y="225"/>
                    <a:pt x="878" y="379"/>
                    <a:pt x="623" y="549"/>
                  </a:cubicBezTo>
                  <a:cubicBezTo>
                    <a:pt x="457" y="650"/>
                    <a:pt x="272" y="751"/>
                    <a:pt x="102" y="852"/>
                  </a:cubicBezTo>
                  <a:cubicBezTo>
                    <a:pt x="54" y="884"/>
                    <a:pt x="1" y="916"/>
                    <a:pt x="1" y="985"/>
                  </a:cubicBezTo>
                  <a:cubicBezTo>
                    <a:pt x="17" y="1171"/>
                    <a:pt x="17" y="1356"/>
                    <a:pt x="17" y="1538"/>
                  </a:cubicBezTo>
                  <a:lnTo>
                    <a:pt x="17" y="1910"/>
                  </a:lnTo>
                  <a:cubicBezTo>
                    <a:pt x="17" y="1926"/>
                    <a:pt x="17" y="1942"/>
                    <a:pt x="37" y="1962"/>
                  </a:cubicBezTo>
                  <a:lnTo>
                    <a:pt x="37" y="1979"/>
                  </a:lnTo>
                  <a:lnTo>
                    <a:pt x="54" y="1995"/>
                  </a:lnTo>
                  <a:lnTo>
                    <a:pt x="54" y="1979"/>
                  </a:lnTo>
                  <a:cubicBezTo>
                    <a:pt x="70" y="1979"/>
                    <a:pt x="70" y="1979"/>
                    <a:pt x="70" y="1962"/>
                  </a:cubicBezTo>
                  <a:cubicBezTo>
                    <a:pt x="54" y="1962"/>
                    <a:pt x="54" y="1962"/>
                    <a:pt x="54" y="1942"/>
                  </a:cubicBezTo>
                  <a:cubicBezTo>
                    <a:pt x="54" y="1926"/>
                    <a:pt x="37" y="1910"/>
                    <a:pt x="37" y="1910"/>
                  </a:cubicBezTo>
                  <a:lnTo>
                    <a:pt x="37" y="1538"/>
                  </a:lnTo>
                  <a:lnTo>
                    <a:pt x="37" y="985"/>
                  </a:lnTo>
                  <a:cubicBezTo>
                    <a:pt x="37" y="916"/>
                    <a:pt x="70" y="900"/>
                    <a:pt x="118" y="884"/>
                  </a:cubicBezTo>
                  <a:cubicBezTo>
                    <a:pt x="288" y="783"/>
                    <a:pt x="474" y="666"/>
                    <a:pt x="643" y="565"/>
                  </a:cubicBezTo>
                  <a:cubicBezTo>
                    <a:pt x="878" y="411"/>
                    <a:pt x="1148" y="246"/>
                    <a:pt x="1415" y="124"/>
                  </a:cubicBezTo>
                  <a:cubicBezTo>
                    <a:pt x="1451" y="92"/>
                    <a:pt x="1467" y="60"/>
                    <a:pt x="1484" y="23"/>
                  </a:cubicBezTo>
                  <a:cubicBezTo>
                    <a:pt x="1484" y="7"/>
                    <a:pt x="1484" y="7"/>
                    <a:pt x="1467" y="7"/>
                  </a:cubicBezTo>
                  <a:cubicBezTo>
                    <a:pt x="1467" y="2"/>
                    <a:pt x="1467" y="0"/>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935272" y="2584333"/>
              <a:ext cx="6456" cy="73600"/>
            </a:xfrm>
            <a:custGeom>
              <a:rect b="b" l="l" r="r" t="t"/>
              <a:pathLst>
                <a:path extrusionOk="0" h="741" w="65">
                  <a:moveTo>
                    <a:pt x="16" y="1"/>
                  </a:moveTo>
                  <a:lnTo>
                    <a:pt x="16" y="17"/>
                  </a:lnTo>
                  <a:lnTo>
                    <a:pt x="16" y="118"/>
                  </a:lnTo>
                  <a:cubicBezTo>
                    <a:pt x="32" y="320"/>
                    <a:pt x="49" y="522"/>
                    <a:pt x="0" y="724"/>
                  </a:cubicBezTo>
                  <a:lnTo>
                    <a:pt x="0" y="740"/>
                  </a:lnTo>
                  <a:lnTo>
                    <a:pt x="16" y="740"/>
                  </a:lnTo>
                  <a:cubicBezTo>
                    <a:pt x="65" y="522"/>
                    <a:pt x="49" y="320"/>
                    <a:pt x="49" y="118"/>
                  </a:cubicBezTo>
                  <a:cubicBezTo>
                    <a:pt x="32" y="86"/>
                    <a:pt x="32" y="49"/>
                    <a:pt x="32" y="17"/>
                  </a:cubicBezTo>
                  <a:cubicBezTo>
                    <a:pt x="32" y="1"/>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1413125" y="3007259"/>
              <a:ext cx="88797" cy="250895"/>
            </a:xfrm>
            <a:custGeom>
              <a:rect b="b" l="l" r="r" t="t"/>
              <a:pathLst>
                <a:path extrusionOk="0" h="2526" w="894">
                  <a:moveTo>
                    <a:pt x="37" y="1"/>
                  </a:moveTo>
                  <a:cubicBezTo>
                    <a:pt x="37" y="1"/>
                    <a:pt x="17" y="1"/>
                    <a:pt x="17" y="17"/>
                  </a:cubicBezTo>
                  <a:cubicBezTo>
                    <a:pt x="0" y="86"/>
                    <a:pt x="0" y="170"/>
                    <a:pt x="0" y="251"/>
                  </a:cubicBezTo>
                  <a:cubicBezTo>
                    <a:pt x="17" y="304"/>
                    <a:pt x="17" y="352"/>
                    <a:pt x="0" y="405"/>
                  </a:cubicBezTo>
                  <a:cubicBezTo>
                    <a:pt x="0" y="453"/>
                    <a:pt x="37" y="490"/>
                    <a:pt x="69" y="506"/>
                  </a:cubicBezTo>
                  <a:cubicBezTo>
                    <a:pt x="69" y="506"/>
                    <a:pt x="69" y="522"/>
                    <a:pt x="85" y="522"/>
                  </a:cubicBezTo>
                  <a:cubicBezTo>
                    <a:pt x="356" y="793"/>
                    <a:pt x="574" y="1011"/>
                    <a:pt x="776" y="1213"/>
                  </a:cubicBezTo>
                  <a:cubicBezTo>
                    <a:pt x="808" y="1245"/>
                    <a:pt x="845" y="1297"/>
                    <a:pt x="845" y="1362"/>
                  </a:cubicBezTo>
                  <a:cubicBezTo>
                    <a:pt x="845" y="1685"/>
                    <a:pt x="861" y="2021"/>
                    <a:pt x="861" y="2425"/>
                  </a:cubicBezTo>
                  <a:cubicBezTo>
                    <a:pt x="861" y="2457"/>
                    <a:pt x="861" y="2493"/>
                    <a:pt x="845" y="2509"/>
                  </a:cubicBezTo>
                  <a:lnTo>
                    <a:pt x="845" y="2526"/>
                  </a:lnTo>
                  <a:lnTo>
                    <a:pt x="861" y="2526"/>
                  </a:lnTo>
                  <a:cubicBezTo>
                    <a:pt x="877" y="2493"/>
                    <a:pt x="893" y="2473"/>
                    <a:pt x="893" y="2425"/>
                  </a:cubicBezTo>
                  <a:cubicBezTo>
                    <a:pt x="877" y="2021"/>
                    <a:pt x="877" y="1685"/>
                    <a:pt x="877" y="1362"/>
                  </a:cubicBezTo>
                  <a:cubicBezTo>
                    <a:pt x="877" y="1281"/>
                    <a:pt x="824" y="1229"/>
                    <a:pt x="792" y="1197"/>
                  </a:cubicBezTo>
                  <a:cubicBezTo>
                    <a:pt x="590" y="995"/>
                    <a:pt x="372" y="776"/>
                    <a:pt x="101" y="506"/>
                  </a:cubicBezTo>
                  <a:lnTo>
                    <a:pt x="85" y="490"/>
                  </a:lnTo>
                  <a:cubicBezTo>
                    <a:pt x="53" y="453"/>
                    <a:pt x="37" y="437"/>
                    <a:pt x="37" y="405"/>
                  </a:cubicBezTo>
                  <a:lnTo>
                    <a:pt x="37" y="251"/>
                  </a:lnTo>
                  <a:cubicBezTo>
                    <a:pt x="37" y="170"/>
                    <a:pt x="37" y="1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1670675" y="2870091"/>
              <a:ext cx="6953" cy="70322"/>
            </a:xfrm>
            <a:custGeom>
              <a:rect b="b" l="l" r="r" t="t"/>
              <a:pathLst>
                <a:path extrusionOk="0" h="708" w="70">
                  <a:moveTo>
                    <a:pt x="49" y="0"/>
                  </a:moveTo>
                  <a:cubicBezTo>
                    <a:pt x="49" y="0"/>
                    <a:pt x="33" y="0"/>
                    <a:pt x="33" y="16"/>
                  </a:cubicBezTo>
                  <a:cubicBezTo>
                    <a:pt x="17" y="117"/>
                    <a:pt x="17" y="239"/>
                    <a:pt x="17" y="340"/>
                  </a:cubicBezTo>
                  <a:cubicBezTo>
                    <a:pt x="17" y="404"/>
                    <a:pt x="33" y="473"/>
                    <a:pt x="17" y="542"/>
                  </a:cubicBezTo>
                  <a:lnTo>
                    <a:pt x="17" y="590"/>
                  </a:lnTo>
                  <a:cubicBezTo>
                    <a:pt x="33" y="622"/>
                    <a:pt x="33" y="659"/>
                    <a:pt x="17" y="691"/>
                  </a:cubicBezTo>
                  <a:cubicBezTo>
                    <a:pt x="1" y="691"/>
                    <a:pt x="17" y="707"/>
                    <a:pt x="17" y="707"/>
                  </a:cubicBezTo>
                  <a:lnTo>
                    <a:pt x="33" y="691"/>
                  </a:lnTo>
                  <a:cubicBezTo>
                    <a:pt x="49" y="659"/>
                    <a:pt x="49" y="622"/>
                    <a:pt x="49" y="590"/>
                  </a:cubicBezTo>
                  <a:lnTo>
                    <a:pt x="49" y="542"/>
                  </a:lnTo>
                  <a:lnTo>
                    <a:pt x="49" y="340"/>
                  </a:lnTo>
                  <a:cubicBezTo>
                    <a:pt x="49" y="239"/>
                    <a:pt x="49" y="117"/>
                    <a:pt x="70"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5"/>
            <p:cNvSpPr/>
            <p:nvPr/>
          </p:nvSpPr>
          <p:spPr>
            <a:xfrm>
              <a:off x="1443220" y="2071220"/>
              <a:ext cx="5264" cy="68236"/>
            </a:xfrm>
            <a:custGeom>
              <a:rect b="b" l="l" r="r" t="t"/>
              <a:pathLst>
                <a:path extrusionOk="0" h="687" w="53">
                  <a:moveTo>
                    <a:pt x="37" y="0"/>
                  </a:moveTo>
                  <a:cubicBezTo>
                    <a:pt x="17" y="117"/>
                    <a:pt x="17" y="234"/>
                    <a:pt x="17" y="335"/>
                  </a:cubicBezTo>
                  <a:lnTo>
                    <a:pt x="17" y="554"/>
                  </a:lnTo>
                  <a:lnTo>
                    <a:pt x="17" y="586"/>
                  </a:lnTo>
                  <a:cubicBezTo>
                    <a:pt x="17" y="622"/>
                    <a:pt x="17" y="655"/>
                    <a:pt x="0" y="671"/>
                  </a:cubicBezTo>
                  <a:lnTo>
                    <a:pt x="0" y="687"/>
                  </a:lnTo>
                  <a:lnTo>
                    <a:pt x="37" y="687"/>
                  </a:lnTo>
                  <a:cubicBezTo>
                    <a:pt x="53" y="655"/>
                    <a:pt x="53" y="622"/>
                    <a:pt x="53" y="586"/>
                  </a:cubicBezTo>
                  <a:cubicBezTo>
                    <a:pt x="37" y="570"/>
                    <a:pt x="37" y="554"/>
                    <a:pt x="37" y="554"/>
                  </a:cubicBezTo>
                  <a:cubicBezTo>
                    <a:pt x="53" y="469"/>
                    <a:pt x="53" y="404"/>
                    <a:pt x="37" y="335"/>
                  </a:cubicBezTo>
                  <a:cubicBezTo>
                    <a:pt x="37" y="234"/>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672458" y="3286561"/>
              <a:ext cx="150577" cy="135281"/>
            </a:xfrm>
            <a:custGeom>
              <a:rect b="b" l="l" r="r" t="t"/>
              <a:pathLst>
                <a:path extrusionOk="0" h="1362" w="1516">
                  <a:moveTo>
                    <a:pt x="1483" y="0"/>
                  </a:moveTo>
                  <a:cubicBezTo>
                    <a:pt x="1467" y="0"/>
                    <a:pt x="1467" y="0"/>
                    <a:pt x="1467" y="17"/>
                  </a:cubicBezTo>
                  <a:cubicBezTo>
                    <a:pt x="1483" y="186"/>
                    <a:pt x="1483" y="352"/>
                    <a:pt x="1483" y="521"/>
                  </a:cubicBezTo>
                  <a:lnTo>
                    <a:pt x="1483" y="792"/>
                  </a:lnTo>
                  <a:cubicBezTo>
                    <a:pt x="1483" y="841"/>
                    <a:pt x="1467" y="857"/>
                    <a:pt x="1414" y="873"/>
                  </a:cubicBezTo>
                  <a:cubicBezTo>
                    <a:pt x="1265" y="925"/>
                    <a:pt x="1131" y="974"/>
                    <a:pt x="994" y="1026"/>
                  </a:cubicBezTo>
                  <a:cubicBezTo>
                    <a:pt x="776" y="1095"/>
                    <a:pt x="558" y="1160"/>
                    <a:pt x="323" y="1228"/>
                  </a:cubicBezTo>
                  <a:cubicBezTo>
                    <a:pt x="255" y="1245"/>
                    <a:pt x="186" y="1277"/>
                    <a:pt x="121" y="1297"/>
                  </a:cubicBezTo>
                  <a:cubicBezTo>
                    <a:pt x="85" y="1313"/>
                    <a:pt x="53" y="1329"/>
                    <a:pt x="20" y="1329"/>
                  </a:cubicBezTo>
                  <a:lnTo>
                    <a:pt x="0" y="1346"/>
                  </a:lnTo>
                  <a:lnTo>
                    <a:pt x="20" y="1362"/>
                  </a:lnTo>
                  <a:cubicBezTo>
                    <a:pt x="53" y="1346"/>
                    <a:pt x="85" y="1346"/>
                    <a:pt x="121" y="1329"/>
                  </a:cubicBezTo>
                  <a:cubicBezTo>
                    <a:pt x="186" y="1297"/>
                    <a:pt x="271" y="1277"/>
                    <a:pt x="339" y="1261"/>
                  </a:cubicBezTo>
                  <a:cubicBezTo>
                    <a:pt x="558" y="1196"/>
                    <a:pt x="792" y="1111"/>
                    <a:pt x="994" y="1043"/>
                  </a:cubicBezTo>
                  <a:cubicBezTo>
                    <a:pt x="1147" y="994"/>
                    <a:pt x="1281" y="942"/>
                    <a:pt x="1414" y="909"/>
                  </a:cubicBezTo>
                  <a:cubicBezTo>
                    <a:pt x="1483" y="893"/>
                    <a:pt x="1499" y="857"/>
                    <a:pt x="1499" y="792"/>
                  </a:cubicBezTo>
                  <a:lnTo>
                    <a:pt x="1499" y="521"/>
                  </a:lnTo>
                  <a:cubicBezTo>
                    <a:pt x="1515" y="352"/>
                    <a:pt x="1515" y="186"/>
                    <a:pt x="1499" y="17"/>
                  </a:cubicBezTo>
                  <a:cubicBezTo>
                    <a:pt x="1499"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1416701" y="2350026"/>
              <a:ext cx="83532" cy="207589"/>
            </a:xfrm>
            <a:custGeom>
              <a:rect b="b" l="l" r="r" t="t"/>
              <a:pathLst>
                <a:path extrusionOk="0" h="2090" w="841">
                  <a:moveTo>
                    <a:pt x="1" y="1"/>
                  </a:moveTo>
                  <a:lnTo>
                    <a:pt x="1" y="21"/>
                  </a:lnTo>
                  <a:cubicBezTo>
                    <a:pt x="17" y="37"/>
                    <a:pt x="17" y="37"/>
                    <a:pt x="33" y="37"/>
                  </a:cubicBezTo>
                  <a:cubicBezTo>
                    <a:pt x="49" y="53"/>
                    <a:pt x="65" y="69"/>
                    <a:pt x="82" y="86"/>
                  </a:cubicBezTo>
                  <a:cubicBezTo>
                    <a:pt x="304" y="372"/>
                    <a:pt x="538" y="659"/>
                    <a:pt x="772" y="962"/>
                  </a:cubicBezTo>
                  <a:cubicBezTo>
                    <a:pt x="809" y="1011"/>
                    <a:pt x="809" y="1079"/>
                    <a:pt x="809" y="1132"/>
                  </a:cubicBezTo>
                  <a:lnTo>
                    <a:pt x="809" y="1940"/>
                  </a:lnTo>
                  <a:cubicBezTo>
                    <a:pt x="809" y="1988"/>
                    <a:pt x="809" y="2041"/>
                    <a:pt x="788" y="2073"/>
                  </a:cubicBezTo>
                  <a:cubicBezTo>
                    <a:pt x="772" y="2089"/>
                    <a:pt x="788" y="2089"/>
                    <a:pt x="788" y="2089"/>
                  </a:cubicBezTo>
                  <a:lnTo>
                    <a:pt x="809" y="2089"/>
                  </a:lnTo>
                  <a:cubicBezTo>
                    <a:pt x="825" y="2041"/>
                    <a:pt x="841" y="1988"/>
                    <a:pt x="841" y="1940"/>
                  </a:cubicBezTo>
                  <a:lnTo>
                    <a:pt x="841" y="1132"/>
                  </a:lnTo>
                  <a:cubicBezTo>
                    <a:pt x="841" y="1063"/>
                    <a:pt x="841" y="995"/>
                    <a:pt x="788" y="946"/>
                  </a:cubicBezTo>
                  <a:cubicBezTo>
                    <a:pt x="554" y="643"/>
                    <a:pt x="320" y="356"/>
                    <a:pt x="102" y="69"/>
                  </a:cubicBezTo>
                  <a:lnTo>
                    <a:pt x="49" y="21"/>
                  </a:lnTo>
                  <a:cubicBezTo>
                    <a:pt x="33" y="2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1919881" y="3179389"/>
              <a:ext cx="126937" cy="206000"/>
            </a:xfrm>
            <a:custGeom>
              <a:rect b="b" l="l" r="r" t="t"/>
              <a:pathLst>
                <a:path extrusionOk="0" h="2074" w="1278">
                  <a:moveTo>
                    <a:pt x="65" y="1"/>
                  </a:moveTo>
                  <a:cubicBezTo>
                    <a:pt x="33" y="53"/>
                    <a:pt x="33" y="102"/>
                    <a:pt x="49" y="154"/>
                  </a:cubicBezTo>
                  <a:cubicBezTo>
                    <a:pt x="49" y="187"/>
                    <a:pt x="65" y="219"/>
                    <a:pt x="49" y="255"/>
                  </a:cubicBezTo>
                  <a:cubicBezTo>
                    <a:pt x="0" y="591"/>
                    <a:pt x="166" y="825"/>
                    <a:pt x="320" y="995"/>
                  </a:cubicBezTo>
                  <a:cubicBezTo>
                    <a:pt x="538" y="1213"/>
                    <a:pt x="740" y="1467"/>
                    <a:pt x="926" y="1701"/>
                  </a:cubicBezTo>
                  <a:cubicBezTo>
                    <a:pt x="1027" y="1802"/>
                    <a:pt x="1111" y="1903"/>
                    <a:pt x="1212" y="2021"/>
                  </a:cubicBezTo>
                  <a:cubicBezTo>
                    <a:pt x="1212" y="2037"/>
                    <a:pt x="1229" y="2037"/>
                    <a:pt x="1245" y="2053"/>
                  </a:cubicBezTo>
                  <a:lnTo>
                    <a:pt x="1261" y="2053"/>
                  </a:lnTo>
                  <a:lnTo>
                    <a:pt x="1261" y="2073"/>
                  </a:lnTo>
                  <a:lnTo>
                    <a:pt x="1277" y="2053"/>
                  </a:lnTo>
                  <a:lnTo>
                    <a:pt x="1277" y="2037"/>
                  </a:lnTo>
                  <a:cubicBezTo>
                    <a:pt x="1277" y="2037"/>
                    <a:pt x="1261" y="2037"/>
                    <a:pt x="1261" y="2021"/>
                  </a:cubicBezTo>
                  <a:cubicBezTo>
                    <a:pt x="1245" y="2021"/>
                    <a:pt x="1229" y="2004"/>
                    <a:pt x="1229" y="2004"/>
                  </a:cubicBezTo>
                  <a:cubicBezTo>
                    <a:pt x="1128" y="1887"/>
                    <a:pt x="1043" y="1786"/>
                    <a:pt x="958" y="1685"/>
                  </a:cubicBezTo>
                  <a:cubicBezTo>
                    <a:pt x="756" y="1447"/>
                    <a:pt x="554" y="1197"/>
                    <a:pt x="336" y="978"/>
                  </a:cubicBezTo>
                  <a:cubicBezTo>
                    <a:pt x="118" y="724"/>
                    <a:pt x="33" y="506"/>
                    <a:pt x="85" y="255"/>
                  </a:cubicBezTo>
                  <a:cubicBezTo>
                    <a:pt x="85" y="219"/>
                    <a:pt x="85" y="187"/>
                    <a:pt x="65" y="154"/>
                  </a:cubicBezTo>
                  <a:cubicBezTo>
                    <a:pt x="65" y="102"/>
                    <a:pt x="49" y="6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1386605" y="1290327"/>
              <a:ext cx="6555" cy="73600"/>
            </a:xfrm>
            <a:custGeom>
              <a:rect b="b" l="l" r="r" t="t"/>
              <a:pathLst>
                <a:path extrusionOk="0" h="741" w="66">
                  <a:moveTo>
                    <a:pt x="17" y="1"/>
                  </a:moveTo>
                  <a:lnTo>
                    <a:pt x="1" y="17"/>
                  </a:lnTo>
                  <a:cubicBezTo>
                    <a:pt x="17" y="134"/>
                    <a:pt x="17" y="235"/>
                    <a:pt x="17" y="352"/>
                  </a:cubicBezTo>
                  <a:lnTo>
                    <a:pt x="17" y="554"/>
                  </a:lnTo>
                  <a:lnTo>
                    <a:pt x="17" y="623"/>
                  </a:lnTo>
                  <a:cubicBezTo>
                    <a:pt x="17" y="655"/>
                    <a:pt x="17" y="708"/>
                    <a:pt x="33" y="740"/>
                  </a:cubicBezTo>
                  <a:lnTo>
                    <a:pt x="49" y="740"/>
                  </a:lnTo>
                  <a:cubicBezTo>
                    <a:pt x="65" y="740"/>
                    <a:pt x="65" y="740"/>
                    <a:pt x="49" y="724"/>
                  </a:cubicBezTo>
                  <a:cubicBezTo>
                    <a:pt x="33" y="692"/>
                    <a:pt x="33" y="655"/>
                    <a:pt x="49" y="623"/>
                  </a:cubicBezTo>
                  <a:lnTo>
                    <a:pt x="49" y="554"/>
                  </a:lnTo>
                  <a:lnTo>
                    <a:pt x="49" y="352"/>
                  </a:lnTo>
                  <a:cubicBezTo>
                    <a:pt x="49" y="235"/>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1670675" y="3034176"/>
              <a:ext cx="6953" cy="70322"/>
            </a:xfrm>
            <a:custGeom>
              <a:rect b="b" l="l" r="r" t="t"/>
              <a:pathLst>
                <a:path extrusionOk="0" h="708" w="70">
                  <a:moveTo>
                    <a:pt x="49" y="0"/>
                  </a:moveTo>
                  <a:cubicBezTo>
                    <a:pt x="49" y="0"/>
                    <a:pt x="33" y="0"/>
                    <a:pt x="33" y="17"/>
                  </a:cubicBezTo>
                  <a:cubicBezTo>
                    <a:pt x="17" y="118"/>
                    <a:pt x="17" y="235"/>
                    <a:pt x="17" y="336"/>
                  </a:cubicBezTo>
                  <a:cubicBezTo>
                    <a:pt x="17" y="404"/>
                    <a:pt x="33" y="469"/>
                    <a:pt x="17" y="538"/>
                  </a:cubicBezTo>
                  <a:lnTo>
                    <a:pt x="17" y="586"/>
                  </a:lnTo>
                  <a:cubicBezTo>
                    <a:pt x="33" y="623"/>
                    <a:pt x="33" y="655"/>
                    <a:pt x="17" y="687"/>
                  </a:cubicBezTo>
                  <a:cubicBezTo>
                    <a:pt x="1" y="687"/>
                    <a:pt x="17" y="687"/>
                    <a:pt x="17" y="707"/>
                  </a:cubicBezTo>
                  <a:lnTo>
                    <a:pt x="33" y="687"/>
                  </a:lnTo>
                  <a:cubicBezTo>
                    <a:pt x="49" y="655"/>
                    <a:pt x="49" y="623"/>
                    <a:pt x="49" y="586"/>
                  </a:cubicBezTo>
                  <a:lnTo>
                    <a:pt x="49" y="538"/>
                  </a:lnTo>
                  <a:lnTo>
                    <a:pt x="49" y="336"/>
                  </a:lnTo>
                  <a:cubicBezTo>
                    <a:pt x="49" y="235"/>
                    <a:pt x="49" y="118"/>
                    <a:pt x="70"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1037180" y="2207991"/>
              <a:ext cx="1689" cy="68733"/>
            </a:xfrm>
            <a:custGeom>
              <a:rect b="b" l="l" r="r" t="t"/>
              <a:pathLst>
                <a:path extrusionOk="0" h="692" w="17">
                  <a:moveTo>
                    <a:pt x="0" y="1"/>
                  </a:moveTo>
                  <a:lnTo>
                    <a:pt x="0" y="692"/>
                  </a:lnTo>
                  <a:lnTo>
                    <a:pt x="16" y="692"/>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461790" y="2019075"/>
              <a:ext cx="179083" cy="102404"/>
            </a:xfrm>
            <a:custGeom>
              <a:rect b="b" l="l" r="r" t="t"/>
              <a:pathLst>
                <a:path extrusionOk="0" h="1031" w="1803">
                  <a:moveTo>
                    <a:pt x="1786" y="0"/>
                  </a:moveTo>
                  <a:cubicBezTo>
                    <a:pt x="1770" y="20"/>
                    <a:pt x="1770" y="36"/>
                    <a:pt x="1754" y="53"/>
                  </a:cubicBezTo>
                  <a:cubicBezTo>
                    <a:pt x="1754" y="69"/>
                    <a:pt x="1754" y="85"/>
                    <a:pt x="1717" y="101"/>
                  </a:cubicBezTo>
                  <a:cubicBezTo>
                    <a:pt x="1467" y="238"/>
                    <a:pt x="1212" y="372"/>
                    <a:pt x="962" y="505"/>
                  </a:cubicBezTo>
                  <a:cubicBezTo>
                    <a:pt x="893" y="541"/>
                    <a:pt x="828" y="574"/>
                    <a:pt x="776" y="606"/>
                  </a:cubicBezTo>
                  <a:cubicBezTo>
                    <a:pt x="590" y="691"/>
                    <a:pt x="424" y="792"/>
                    <a:pt x="255" y="877"/>
                  </a:cubicBezTo>
                  <a:lnTo>
                    <a:pt x="21" y="1010"/>
                  </a:lnTo>
                  <a:cubicBezTo>
                    <a:pt x="0" y="1010"/>
                    <a:pt x="0" y="1010"/>
                    <a:pt x="0" y="1030"/>
                  </a:cubicBezTo>
                  <a:lnTo>
                    <a:pt x="21" y="1030"/>
                  </a:lnTo>
                  <a:lnTo>
                    <a:pt x="271" y="909"/>
                  </a:lnTo>
                  <a:cubicBezTo>
                    <a:pt x="441" y="808"/>
                    <a:pt x="606" y="727"/>
                    <a:pt x="776" y="626"/>
                  </a:cubicBezTo>
                  <a:cubicBezTo>
                    <a:pt x="845" y="590"/>
                    <a:pt x="909" y="558"/>
                    <a:pt x="978" y="525"/>
                  </a:cubicBezTo>
                  <a:cubicBezTo>
                    <a:pt x="1212" y="388"/>
                    <a:pt x="1483" y="255"/>
                    <a:pt x="1737" y="137"/>
                  </a:cubicBezTo>
                  <a:cubicBezTo>
                    <a:pt x="1770" y="101"/>
                    <a:pt x="1786" y="85"/>
                    <a:pt x="1786" y="53"/>
                  </a:cubicBezTo>
                  <a:cubicBezTo>
                    <a:pt x="1786" y="53"/>
                    <a:pt x="1786" y="36"/>
                    <a:pt x="1802" y="36"/>
                  </a:cubicBezTo>
                  <a:lnTo>
                    <a:pt x="18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5"/>
            <p:cNvSpPr/>
            <p:nvPr/>
          </p:nvSpPr>
          <p:spPr>
            <a:xfrm>
              <a:off x="1669085" y="2054335"/>
              <a:ext cx="4966" cy="70322"/>
            </a:xfrm>
            <a:custGeom>
              <a:rect b="b" l="l" r="r" t="t"/>
              <a:pathLst>
                <a:path extrusionOk="0" h="708" w="50">
                  <a:moveTo>
                    <a:pt x="33" y="1"/>
                  </a:moveTo>
                  <a:lnTo>
                    <a:pt x="33" y="17"/>
                  </a:lnTo>
                  <a:cubicBezTo>
                    <a:pt x="1" y="118"/>
                    <a:pt x="17" y="235"/>
                    <a:pt x="17" y="336"/>
                  </a:cubicBezTo>
                  <a:lnTo>
                    <a:pt x="17" y="538"/>
                  </a:lnTo>
                  <a:lnTo>
                    <a:pt x="17" y="590"/>
                  </a:lnTo>
                  <a:cubicBezTo>
                    <a:pt x="17" y="623"/>
                    <a:pt x="17" y="655"/>
                    <a:pt x="1" y="691"/>
                  </a:cubicBezTo>
                  <a:lnTo>
                    <a:pt x="1" y="707"/>
                  </a:lnTo>
                  <a:lnTo>
                    <a:pt x="17" y="707"/>
                  </a:lnTo>
                  <a:lnTo>
                    <a:pt x="17" y="691"/>
                  </a:lnTo>
                  <a:cubicBezTo>
                    <a:pt x="49" y="655"/>
                    <a:pt x="33" y="623"/>
                    <a:pt x="33" y="590"/>
                  </a:cubicBezTo>
                  <a:lnTo>
                    <a:pt x="33" y="538"/>
                  </a:lnTo>
                  <a:lnTo>
                    <a:pt x="33" y="336"/>
                  </a:lnTo>
                  <a:cubicBezTo>
                    <a:pt x="33" y="235"/>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687655" y="3423332"/>
              <a:ext cx="137366" cy="152563"/>
            </a:xfrm>
            <a:custGeom>
              <a:rect b="b" l="l" r="r" t="t"/>
              <a:pathLst>
                <a:path extrusionOk="0" h="1536" w="1383">
                  <a:moveTo>
                    <a:pt x="1330" y="1"/>
                  </a:moveTo>
                  <a:cubicBezTo>
                    <a:pt x="1314" y="37"/>
                    <a:pt x="1314" y="86"/>
                    <a:pt x="1330" y="122"/>
                  </a:cubicBezTo>
                  <a:cubicBezTo>
                    <a:pt x="1330" y="171"/>
                    <a:pt x="1346" y="203"/>
                    <a:pt x="1297" y="223"/>
                  </a:cubicBezTo>
                  <a:cubicBezTo>
                    <a:pt x="1261" y="255"/>
                    <a:pt x="1213" y="255"/>
                    <a:pt x="1160" y="272"/>
                  </a:cubicBezTo>
                  <a:cubicBezTo>
                    <a:pt x="1144" y="288"/>
                    <a:pt x="1112" y="288"/>
                    <a:pt x="1079" y="304"/>
                  </a:cubicBezTo>
                  <a:cubicBezTo>
                    <a:pt x="825" y="389"/>
                    <a:pt x="554" y="474"/>
                    <a:pt x="287" y="575"/>
                  </a:cubicBezTo>
                  <a:lnTo>
                    <a:pt x="17" y="659"/>
                  </a:lnTo>
                  <a:lnTo>
                    <a:pt x="1" y="676"/>
                  </a:lnTo>
                  <a:lnTo>
                    <a:pt x="1" y="1011"/>
                  </a:lnTo>
                  <a:cubicBezTo>
                    <a:pt x="1" y="1180"/>
                    <a:pt x="1" y="1350"/>
                    <a:pt x="17" y="1536"/>
                  </a:cubicBezTo>
                  <a:lnTo>
                    <a:pt x="33" y="1536"/>
                  </a:lnTo>
                  <a:cubicBezTo>
                    <a:pt x="33" y="1536"/>
                    <a:pt x="49" y="1536"/>
                    <a:pt x="49" y="1516"/>
                  </a:cubicBezTo>
                  <a:cubicBezTo>
                    <a:pt x="17" y="1350"/>
                    <a:pt x="33" y="1180"/>
                    <a:pt x="33" y="1011"/>
                  </a:cubicBezTo>
                  <a:lnTo>
                    <a:pt x="33" y="692"/>
                  </a:lnTo>
                  <a:lnTo>
                    <a:pt x="304" y="591"/>
                  </a:lnTo>
                  <a:cubicBezTo>
                    <a:pt x="574" y="506"/>
                    <a:pt x="825" y="405"/>
                    <a:pt x="1095" y="324"/>
                  </a:cubicBezTo>
                  <a:cubicBezTo>
                    <a:pt x="1112" y="304"/>
                    <a:pt x="1144" y="304"/>
                    <a:pt x="1180" y="304"/>
                  </a:cubicBezTo>
                  <a:cubicBezTo>
                    <a:pt x="1229" y="288"/>
                    <a:pt x="1281" y="272"/>
                    <a:pt x="1314" y="255"/>
                  </a:cubicBezTo>
                  <a:cubicBezTo>
                    <a:pt x="1382" y="223"/>
                    <a:pt x="1362" y="171"/>
                    <a:pt x="1346" y="122"/>
                  </a:cubicBezTo>
                  <a:cubicBezTo>
                    <a:pt x="1346" y="86"/>
                    <a:pt x="1330" y="53"/>
                    <a:pt x="1346" y="21"/>
                  </a:cubicBezTo>
                  <a:cubicBezTo>
                    <a:pt x="1362" y="21"/>
                    <a:pt x="1346"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669181" y="3593873"/>
              <a:ext cx="148988" cy="140545"/>
            </a:xfrm>
            <a:custGeom>
              <a:rect b="b" l="l" r="r" t="t"/>
              <a:pathLst>
                <a:path extrusionOk="0" h="1415" w="1500">
                  <a:moveTo>
                    <a:pt x="1483" y="1"/>
                  </a:moveTo>
                  <a:lnTo>
                    <a:pt x="1197" y="69"/>
                  </a:lnTo>
                  <a:cubicBezTo>
                    <a:pt x="978" y="138"/>
                    <a:pt x="740" y="203"/>
                    <a:pt x="506" y="271"/>
                  </a:cubicBezTo>
                  <a:cubicBezTo>
                    <a:pt x="437" y="288"/>
                    <a:pt x="372" y="304"/>
                    <a:pt x="304" y="340"/>
                  </a:cubicBezTo>
                  <a:cubicBezTo>
                    <a:pt x="235" y="356"/>
                    <a:pt x="187" y="372"/>
                    <a:pt x="118" y="389"/>
                  </a:cubicBezTo>
                  <a:cubicBezTo>
                    <a:pt x="33" y="425"/>
                    <a:pt x="1" y="457"/>
                    <a:pt x="1" y="558"/>
                  </a:cubicBezTo>
                  <a:lnTo>
                    <a:pt x="1" y="1164"/>
                  </a:lnTo>
                  <a:lnTo>
                    <a:pt x="1" y="1398"/>
                  </a:lnTo>
                  <a:cubicBezTo>
                    <a:pt x="1" y="1415"/>
                    <a:pt x="1" y="1415"/>
                    <a:pt x="17" y="1415"/>
                  </a:cubicBezTo>
                  <a:cubicBezTo>
                    <a:pt x="17" y="1415"/>
                    <a:pt x="33" y="1415"/>
                    <a:pt x="33" y="1398"/>
                  </a:cubicBezTo>
                  <a:lnTo>
                    <a:pt x="33" y="1164"/>
                  </a:lnTo>
                  <a:cubicBezTo>
                    <a:pt x="33" y="962"/>
                    <a:pt x="33" y="760"/>
                    <a:pt x="17" y="558"/>
                  </a:cubicBezTo>
                  <a:cubicBezTo>
                    <a:pt x="17" y="473"/>
                    <a:pt x="53" y="441"/>
                    <a:pt x="118" y="425"/>
                  </a:cubicBezTo>
                  <a:cubicBezTo>
                    <a:pt x="187" y="389"/>
                    <a:pt x="255" y="372"/>
                    <a:pt x="304" y="356"/>
                  </a:cubicBezTo>
                  <a:cubicBezTo>
                    <a:pt x="372" y="340"/>
                    <a:pt x="457" y="324"/>
                    <a:pt x="522" y="288"/>
                  </a:cubicBezTo>
                  <a:cubicBezTo>
                    <a:pt x="740" y="239"/>
                    <a:pt x="978" y="170"/>
                    <a:pt x="1213" y="102"/>
                  </a:cubicBezTo>
                  <a:lnTo>
                    <a:pt x="1483" y="21"/>
                  </a:lnTo>
                  <a:cubicBezTo>
                    <a:pt x="1500" y="21"/>
                    <a:pt x="1500" y="21"/>
                    <a:pt x="1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1257880" y="1940111"/>
              <a:ext cx="215535" cy="75785"/>
            </a:xfrm>
            <a:custGeom>
              <a:rect b="b" l="l" r="r" t="t"/>
              <a:pathLst>
                <a:path extrusionOk="0" h="763" w="2170">
                  <a:moveTo>
                    <a:pt x="1547" y="0"/>
                  </a:moveTo>
                  <a:cubicBezTo>
                    <a:pt x="1507" y="0"/>
                    <a:pt x="1464" y="14"/>
                    <a:pt x="1414" y="40"/>
                  </a:cubicBezTo>
                  <a:cubicBezTo>
                    <a:pt x="1228" y="157"/>
                    <a:pt x="1026" y="258"/>
                    <a:pt x="824" y="343"/>
                  </a:cubicBezTo>
                  <a:cubicBezTo>
                    <a:pt x="755" y="391"/>
                    <a:pt x="671" y="427"/>
                    <a:pt x="590" y="460"/>
                  </a:cubicBezTo>
                  <a:cubicBezTo>
                    <a:pt x="537" y="492"/>
                    <a:pt x="489" y="512"/>
                    <a:pt x="420" y="545"/>
                  </a:cubicBezTo>
                  <a:cubicBezTo>
                    <a:pt x="287" y="613"/>
                    <a:pt x="149" y="694"/>
                    <a:pt x="16" y="730"/>
                  </a:cubicBezTo>
                  <a:cubicBezTo>
                    <a:pt x="0" y="730"/>
                    <a:pt x="0" y="747"/>
                    <a:pt x="0" y="747"/>
                  </a:cubicBezTo>
                  <a:lnTo>
                    <a:pt x="16" y="763"/>
                  </a:lnTo>
                  <a:cubicBezTo>
                    <a:pt x="166" y="714"/>
                    <a:pt x="303" y="646"/>
                    <a:pt x="436" y="577"/>
                  </a:cubicBezTo>
                  <a:cubicBezTo>
                    <a:pt x="489" y="545"/>
                    <a:pt x="553" y="512"/>
                    <a:pt x="606" y="476"/>
                  </a:cubicBezTo>
                  <a:cubicBezTo>
                    <a:pt x="691" y="444"/>
                    <a:pt x="755" y="411"/>
                    <a:pt x="840" y="375"/>
                  </a:cubicBezTo>
                  <a:cubicBezTo>
                    <a:pt x="1042" y="274"/>
                    <a:pt x="1244" y="189"/>
                    <a:pt x="1430" y="72"/>
                  </a:cubicBezTo>
                  <a:cubicBezTo>
                    <a:pt x="1475" y="47"/>
                    <a:pt x="1515" y="34"/>
                    <a:pt x="1552" y="34"/>
                  </a:cubicBezTo>
                  <a:cubicBezTo>
                    <a:pt x="1612" y="34"/>
                    <a:pt x="1664" y="68"/>
                    <a:pt x="1717" y="141"/>
                  </a:cubicBezTo>
                  <a:cubicBezTo>
                    <a:pt x="1850" y="326"/>
                    <a:pt x="1951" y="460"/>
                    <a:pt x="2036" y="613"/>
                  </a:cubicBezTo>
                  <a:cubicBezTo>
                    <a:pt x="2068" y="662"/>
                    <a:pt x="2105" y="694"/>
                    <a:pt x="2137" y="714"/>
                  </a:cubicBezTo>
                  <a:lnTo>
                    <a:pt x="2169" y="714"/>
                  </a:lnTo>
                  <a:lnTo>
                    <a:pt x="2153" y="694"/>
                  </a:lnTo>
                  <a:cubicBezTo>
                    <a:pt x="2121" y="662"/>
                    <a:pt x="2105" y="646"/>
                    <a:pt x="2068" y="593"/>
                  </a:cubicBezTo>
                  <a:cubicBezTo>
                    <a:pt x="1967" y="444"/>
                    <a:pt x="1866" y="310"/>
                    <a:pt x="1733" y="124"/>
                  </a:cubicBezTo>
                  <a:cubicBezTo>
                    <a:pt x="1670" y="39"/>
                    <a:pt x="1613"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1643857" y="2838407"/>
              <a:ext cx="6853" cy="70223"/>
            </a:xfrm>
            <a:custGeom>
              <a:rect b="b" l="l" r="r" t="t"/>
              <a:pathLst>
                <a:path extrusionOk="0" h="707" w="69">
                  <a:moveTo>
                    <a:pt x="53" y="0"/>
                  </a:moveTo>
                  <a:cubicBezTo>
                    <a:pt x="53" y="0"/>
                    <a:pt x="37" y="0"/>
                    <a:pt x="37" y="16"/>
                  </a:cubicBezTo>
                  <a:cubicBezTo>
                    <a:pt x="16" y="117"/>
                    <a:pt x="16" y="234"/>
                    <a:pt x="16" y="335"/>
                  </a:cubicBezTo>
                  <a:lnTo>
                    <a:pt x="16" y="558"/>
                  </a:lnTo>
                  <a:lnTo>
                    <a:pt x="16" y="590"/>
                  </a:lnTo>
                  <a:cubicBezTo>
                    <a:pt x="16" y="622"/>
                    <a:pt x="37" y="659"/>
                    <a:pt x="16" y="675"/>
                  </a:cubicBezTo>
                  <a:cubicBezTo>
                    <a:pt x="0" y="691"/>
                    <a:pt x="0" y="691"/>
                    <a:pt x="16" y="691"/>
                  </a:cubicBezTo>
                  <a:lnTo>
                    <a:pt x="16" y="707"/>
                  </a:lnTo>
                  <a:lnTo>
                    <a:pt x="37" y="691"/>
                  </a:lnTo>
                  <a:cubicBezTo>
                    <a:pt x="53" y="659"/>
                    <a:pt x="53" y="622"/>
                    <a:pt x="53" y="590"/>
                  </a:cubicBezTo>
                  <a:lnTo>
                    <a:pt x="53" y="558"/>
                  </a:lnTo>
                  <a:lnTo>
                    <a:pt x="53" y="335"/>
                  </a:lnTo>
                  <a:cubicBezTo>
                    <a:pt x="53" y="234"/>
                    <a:pt x="53" y="117"/>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2086747" y="2838407"/>
              <a:ext cx="95650" cy="130414"/>
            </a:xfrm>
            <a:custGeom>
              <a:rect b="b" l="l" r="r" t="t"/>
              <a:pathLst>
                <a:path extrusionOk="0" h="1313" w="963">
                  <a:moveTo>
                    <a:pt x="1" y="0"/>
                  </a:moveTo>
                  <a:cubicBezTo>
                    <a:pt x="1" y="16"/>
                    <a:pt x="1" y="16"/>
                    <a:pt x="21" y="16"/>
                  </a:cubicBezTo>
                  <a:cubicBezTo>
                    <a:pt x="53" y="32"/>
                    <a:pt x="70" y="69"/>
                    <a:pt x="86" y="101"/>
                  </a:cubicBezTo>
                  <a:cubicBezTo>
                    <a:pt x="102" y="101"/>
                    <a:pt x="102" y="101"/>
                    <a:pt x="102" y="117"/>
                  </a:cubicBezTo>
                  <a:cubicBezTo>
                    <a:pt x="187" y="218"/>
                    <a:pt x="255" y="335"/>
                    <a:pt x="340" y="457"/>
                  </a:cubicBezTo>
                  <a:cubicBezTo>
                    <a:pt x="457" y="659"/>
                    <a:pt x="591" y="840"/>
                    <a:pt x="728" y="1042"/>
                  </a:cubicBezTo>
                  <a:cubicBezTo>
                    <a:pt x="744" y="1062"/>
                    <a:pt x="760" y="1095"/>
                    <a:pt x="777" y="1127"/>
                  </a:cubicBezTo>
                  <a:cubicBezTo>
                    <a:pt x="809" y="1196"/>
                    <a:pt x="861" y="1281"/>
                    <a:pt x="946" y="1313"/>
                  </a:cubicBezTo>
                  <a:lnTo>
                    <a:pt x="962" y="1313"/>
                  </a:lnTo>
                  <a:lnTo>
                    <a:pt x="962" y="1297"/>
                  </a:lnTo>
                  <a:lnTo>
                    <a:pt x="962" y="1281"/>
                  </a:lnTo>
                  <a:cubicBezTo>
                    <a:pt x="878" y="1264"/>
                    <a:pt x="845" y="1196"/>
                    <a:pt x="793" y="1111"/>
                  </a:cubicBezTo>
                  <a:cubicBezTo>
                    <a:pt x="793" y="1079"/>
                    <a:pt x="777" y="1062"/>
                    <a:pt x="760" y="1026"/>
                  </a:cubicBezTo>
                  <a:cubicBezTo>
                    <a:pt x="607" y="840"/>
                    <a:pt x="490" y="638"/>
                    <a:pt x="356" y="436"/>
                  </a:cubicBezTo>
                  <a:cubicBezTo>
                    <a:pt x="272" y="319"/>
                    <a:pt x="203" y="218"/>
                    <a:pt x="122" y="101"/>
                  </a:cubicBezTo>
                  <a:lnTo>
                    <a:pt x="122" y="85"/>
                  </a:lnTo>
                  <a:cubicBezTo>
                    <a:pt x="86" y="53"/>
                    <a:pt x="70"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511949" y="2368500"/>
              <a:ext cx="128924" cy="170640"/>
            </a:xfrm>
            <a:custGeom>
              <a:rect b="b" l="l" r="r" t="t"/>
              <a:pathLst>
                <a:path extrusionOk="0" h="1718" w="1298">
                  <a:moveTo>
                    <a:pt x="1281" y="1"/>
                  </a:moveTo>
                  <a:cubicBezTo>
                    <a:pt x="1212" y="85"/>
                    <a:pt x="1232" y="186"/>
                    <a:pt x="1249" y="271"/>
                  </a:cubicBezTo>
                  <a:cubicBezTo>
                    <a:pt x="1265" y="405"/>
                    <a:pt x="1265" y="558"/>
                    <a:pt x="1249" y="691"/>
                  </a:cubicBezTo>
                  <a:cubicBezTo>
                    <a:pt x="1249" y="809"/>
                    <a:pt x="1249" y="926"/>
                    <a:pt x="1265" y="1047"/>
                  </a:cubicBezTo>
                  <a:cubicBezTo>
                    <a:pt x="1265" y="1095"/>
                    <a:pt x="1232" y="1112"/>
                    <a:pt x="1196" y="1128"/>
                  </a:cubicBezTo>
                  <a:lnTo>
                    <a:pt x="1164" y="1128"/>
                  </a:lnTo>
                  <a:cubicBezTo>
                    <a:pt x="877" y="1281"/>
                    <a:pt x="574" y="1431"/>
                    <a:pt x="271" y="1568"/>
                  </a:cubicBezTo>
                  <a:lnTo>
                    <a:pt x="0" y="1685"/>
                  </a:lnTo>
                  <a:lnTo>
                    <a:pt x="0" y="1701"/>
                  </a:lnTo>
                  <a:lnTo>
                    <a:pt x="20" y="1717"/>
                  </a:lnTo>
                  <a:lnTo>
                    <a:pt x="271" y="1600"/>
                  </a:lnTo>
                  <a:cubicBezTo>
                    <a:pt x="574" y="1451"/>
                    <a:pt x="877" y="1297"/>
                    <a:pt x="1180" y="1164"/>
                  </a:cubicBezTo>
                  <a:cubicBezTo>
                    <a:pt x="1196" y="1164"/>
                    <a:pt x="1196" y="1148"/>
                    <a:pt x="1196" y="1148"/>
                  </a:cubicBezTo>
                  <a:cubicBezTo>
                    <a:pt x="1249" y="1128"/>
                    <a:pt x="1297" y="1112"/>
                    <a:pt x="1281" y="1047"/>
                  </a:cubicBezTo>
                  <a:lnTo>
                    <a:pt x="1281" y="691"/>
                  </a:lnTo>
                  <a:cubicBezTo>
                    <a:pt x="1281" y="558"/>
                    <a:pt x="1281" y="405"/>
                    <a:pt x="1265" y="271"/>
                  </a:cubicBezTo>
                  <a:lnTo>
                    <a:pt x="1265" y="255"/>
                  </a:lnTo>
                  <a:cubicBezTo>
                    <a:pt x="1265" y="203"/>
                    <a:pt x="1249" y="85"/>
                    <a:pt x="1297" y="17"/>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1257880" y="1358961"/>
              <a:ext cx="155344" cy="93663"/>
            </a:xfrm>
            <a:custGeom>
              <a:rect b="b" l="l" r="r" t="t"/>
              <a:pathLst>
                <a:path extrusionOk="0" h="943" w="1564">
                  <a:moveTo>
                    <a:pt x="1547" y="1"/>
                  </a:moveTo>
                  <a:cubicBezTo>
                    <a:pt x="1398" y="49"/>
                    <a:pt x="1260" y="134"/>
                    <a:pt x="1127" y="219"/>
                  </a:cubicBezTo>
                  <a:cubicBezTo>
                    <a:pt x="1075" y="251"/>
                    <a:pt x="1010" y="304"/>
                    <a:pt x="941" y="336"/>
                  </a:cubicBezTo>
                  <a:cubicBezTo>
                    <a:pt x="808" y="405"/>
                    <a:pt x="671" y="486"/>
                    <a:pt x="537" y="570"/>
                  </a:cubicBezTo>
                  <a:cubicBezTo>
                    <a:pt x="404" y="655"/>
                    <a:pt x="250" y="740"/>
                    <a:pt x="101" y="825"/>
                  </a:cubicBezTo>
                  <a:cubicBezTo>
                    <a:pt x="48" y="857"/>
                    <a:pt x="32" y="890"/>
                    <a:pt x="0" y="926"/>
                  </a:cubicBezTo>
                  <a:cubicBezTo>
                    <a:pt x="0" y="942"/>
                    <a:pt x="0" y="942"/>
                    <a:pt x="16" y="942"/>
                  </a:cubicBezTo>
                  <a:lnTo>
                    <a:pt x="32" y="942"/>
                  </a:lnTo>
                  <a:cubicBezTo>
                    <a:pt x="48" y="910"/>
                    <a:pt x="65" y="873"/>
                    <a:pt x="117" y="841"/>
                  </a:cubicBezTo>
                  <a:cubicBezTo>
                    <a:pt x="267" y="772"/>
                    <a:pt x="404" y="671"/>
                    <a:pt x="553" y="587"/>
                  </a:cubicBezTo>
                  <a:cubicBezTo>
                    <a:pt x="691" y="522"/>
                    <a:pt x="824" y="437"/>
                    <a:pt x="957" y="352"/>
                  </a:cubicBezTo>
                  <a:cubicBezTo>
                    <a:pt x="1026" y="320"/>
                    <a:pt x="1075" y="284"/>
                    <a:pt x="1143" y="235"/>
                  </a:cubicBezTo>
                  <a:cubicBezTo>
                    <a:pt x="1260" y="166"/>
                    <a:pt x="1398" y="82"/>
                    <a:pt x="1547" y="33"/>
                  </a:cubicBezTo>
                  <a:lnTo>
                    <a:pt x="1563" y="17"/>
                  </a:lnTo>
                  <a:lnTo>
                    <a:pt x="15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1189246" y="1948852"/>
              <a:ext cx="3278" cy="73898"/>
            </a:xfrm>
            <a:custGeom>
              <a:rect b="b" l="l" r="r" t="t"/>
              <a:pathLst>
                <a:path extrusionOk="0" h="744" w="33">
                  <a:moveTo>
                    <a:pt x="0" y="0"/>
                  </a:moveTo>
                  <a:lnTo>
                    <a:pt x="0" y="20"/>
                  </a:lnTo>
                  <a:cubicBezTo>
                    <a:pt x="16" y="170"/>
                    <a:pt x="16" y="323"/>
                    <a:pt x="0" y="457"/>
                  </a:cubicBezTo>
                  <a:lnTo>
                    <a:pt x="0" y="727"/>
                  </a:lnTo>
                  <a:lnTo>
                    <a:pt x="16" y="743"/>
                  </a:lnTo>
                  <a:cubicBezTo>
                    <a:pt x="33" y="743"/>
                    <a:pt x="33" y="727"/>
                    <a:pt x="33" y="727"/>
                  </a:cubicBezTo>
                  <a:lnTo>
                    <a:pt x="33" y="457"/>
                  </a:lnTo>
                  <a:cubicBezTo>
                    <a:pt x="33" y="323"/>
                    <a:pt x="33" y="170"/>
                    <a:pt x="16" y="20"/>
                  </a:cubicBezTo>
                  <a:cubicBezTo>
                    <a:pt x="16" y="2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456923" y="1855288"/>
              <a:ext cx="182261" cy="223978"/>
            </a:xfrm>
            <a:custGeom>
              <a:rect b="b" l="l" r="r" t="t"/>
              <a:pathLst>
                <a:path extrusionOk="0" h="2255" w="1835">
                  <a:moveTo>
                    <a:pt x="1766" y="1"/>
                  </a:moveTo>
                  <a:lnTo>
                    <a:pt x="1665" y="70"/>
                  </a:lnTo>
                  <a:cubicBezTo>
                    <a:pt x="1601" y="102"/>
                    <a:pt x="1532" y="134"/>
                    <a:pt x="1447" y="187"/>
                  </a:cubicBezTo>
                  <a:lnTo>
                    <a:pt x="473" y="740"/>
                  </a:lnTo>
                  <a:cubicBezTo>
                    <a:pt x="453" y="740"/>
                    <a:pt x="453" y="740"/>
                    <a:pt x="473" y="760"/>
                  </a:cubicBezTo>
                  <a:lnTo>
                    <a:pt x="490" y="760"/>
                  </a:lnTo>
                  <a:lnTo>
                    <a:pt x="1463" y="203"/>
                  </a:lnTo>
                  <a:cubicBezTo>
                    <a:pt x="1532" y="171"/>
                    <a:pt x="1617" y="118"/>
                    <a:pt x="1685" y="86"/>
                  </a:cubicBezTo>
                  <a:lnTo>
                    <a:pt x="1786" y="33"/>
                  </a:lnTo>
                  <a:cubicBezTo>
                    <a:pt x="1819" y="70"/>
                    <a:pt x="1819" y="102"/>
                    <a:pt x="1819" y="134"/>
                  </a:cubicBezTo>
                  <a:lnTo>
                    <a:pt x="1819" y="154"/>
                  </a:lnTo>
                  <a:lnTo>
                    <a:pt x="1819" y="437"/>
                  </a:lnTo>
                  <a:lnTo>
                    <a:pt x="1819" y="1164"/>
                  </a:lnTo>
                  <a:cubicBezTo>
                    <a:pt x="1819" y="1213"/>
                    <a:pt x="1803" y="1245"/>
                    <a:pt x="1734" y="1281"/>
                  </a:cubicBezTo>
                  <a:cubicBezTo>
                    <a:pt x="1382" y="1467"/>
                    <a:pt x="1027" y="1669"/>
                    <a:pt x="692" y="1871"/>
                  </a:cubicBezTo>
                  <a:cubicBezTo>
                    <a:pt x="538" y="1936"/>
                    <a:pt x="405" y="2021"/>
                    <a:pt x="272" y="2106"/>
                  </a:cubicBezTo>
                  <a:cubicBezTo>
                    <a:pt x="203" y="2138"/>
                    <a:pt x="150" y="2174"/>
                    <a:pt x="86" y="2190"/>
                  </a:cubicBezTo>
                  <a:cubicBezTo>
                    <a:pt x="70" y="2207"/>
                    <a:pt x="33" y="2223"/>
                    <a:pt x="17" y="2239"/>
                  </a:cubicBezTo>
                  <a:cubicBezTo>
                    <a:pt x="1" y="2239"/>
                    <a:pt x="1" y="2255"/>
                    <a:pt x="1" y="2255"/>
                  </a:cubicBezTo>
                  <a:lnTo>
                    <a:pt x="17" y="2255"/>
                  </a:lnTo>
                  <a:cubicBezTo>
                    <a:pt x="49" y="2239"/>
                    <a:pt x="70" y="2239"/>
                    <a:pt x="102" y="2223"/>
                  </a:cubicBezTo>
                  <a:cubicBezTo>
                    <a:pt x="171" y="2190"/>
                    <a:pt x="219" y="2154"/>
                    <a:pt x="288" y="2122"/>
                  </a:cubicBezTo>
                  <a:cubicBezTo>
                    <a:pt x="421" y="2053"/>
                    <a:pt x="554" y="1972"/>
                    <a:pt x="692" y="1887"/>
                  </a:cubicBezTo>
                  <a:cubicBezTo>
                    <a:pt x="1043" y="1702"/>
                    <a:pt x="1399" y="1500"/>
                    <a:pt x="1750" y="1298"/>
                  </a:cubicBezTo>
                  <a:cubicBezTo>
                    <a:pt x="1819" y="1265"/>
                    <a:pt x="1835" y="1229"/>
                    <a:pt x="1835" y="1164"/>
                  </a:cubicBezTo>
                  <a:lnTo>
                    <a:pt x="1835" y="437"/>
                  </a:lnTo>
                  <a:lnTo>
                    <a:pt x="1835" y="154"/>
                  </a:lnTo>
                  <a:lnTo>
                    <a:pt x="1835" y="134"/>
                  </a:lnTo>
                  <a:cubicBezTo>
                    <a:pt x="1835" y="86"/>
                    <a:pt x="1835" y="33"/>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888292" y="2616117"/>
              <a:ext cx="6953" cy="71911"/>
            </a:xfrm>
            <a:custGeom>
              <a:rect b="b" l="l" r="r" t="t"/>
              <a:pathLst>
                <a:path extrusionOk="0" h="724" w="70">
                  <a:moveTo>
                    <a:pt x="17" y="0"/>
                  </a:moveTo>
                  <a:lnTo>
                    <a:pt x="17" y="133"/>
                  </a:lnTo>
                  <a:lnTo>
                    <a:pt x="17" y="420"/>
                  </a:lnTo>
                  <a:lnTo>
                    <a:pt x="17" y="473"/>
                  </a:lnTo>
                  <a:cubicBezTo>
                    <a:pt x="0" y="554"/>
                    <a:pt x="0" y="638"/>
                    <a:pt x="33" y="707"/>
                  </a:cubicBezTo>
                  <a:lnTo>
                    <a:pt x="49" y="723"/>
                  </a:lnTo>
                  <a:cubicBezTo>
                    <a:pt x="69" y="723"/>
                    <a:pt x="69" y="707"/>
                    <a:pt x="69" y="707"/>
                  </a:cubicBezTo>
                  <a:cubicBezTo>
                    <a:pt x="33" y="622"/>
                    <a:pt x="33" y="554"/>
                    <a:pt x="33" y="473"/>
                  </a:cubicBezTo>
                  <a:lnTo>
                    <a:pt x="33" y="420"/>
                  </a:lnTo>
                  <a:lnTo>
                    <a:pt x="33" y="133"/>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1921470" y="3042221"/>
              <a:ext cx="150577" cy="240863"/>
            </a:xfrm>
            <a:custGeom>
              <a:rect b="b" l="l" r="r" t="t"/>
              <a:pathLst>
                <a:path extrusionOk="0" h="2425" w="1516">
                  <a:moveTo>
                    <a:pt x="49" y="0"/>
                  </a:moveTo>
                  <a:cubicBezTo>
                    <a:pt x="33" y="37"/>
                    <a:pt x="17" y="69"/>
                    <a:pt x="33" y="101"/>
                  </a:cubicBezTo>
                  <a:cubicBezTo>
                    <a:pt x="49" y="170"/>
                    <a:pt x="49" y="255"/>
                    <a:pt x="33" y="340"/>
                  </a:cubicBezTo>
                  <a:cubicBezTo>
                    <a:pt x="1" y="505"/>
                    <a:pt x="85" y="626"/>
                    <a:pt x="186" y="760"/>
                  </a:cubicBezTo>
                  <a:cubicBezTo>
                    <a:pt x="352" y="945"/>
                    <a:pt x="506" y="1147"/>
                    <a:pt x="655" y="1349"/>
                  </a:cubicBezTo>
                  <a:cubicBezTo>
                    <a:pt x="825" y="1551"/>
                    <a:pt x="994" y="1753"/>
                    <a:pt x="1160" y="1972"/>
                  </a:cubicBezTo>
                  <a:cubicBezTo>
                    <a:pt x="1196" y="2004"/>
                    <a:pt x="1213" y="2040"/>
                    <a:pt x="1245" y="2073"/>
                  </a:cubicBezTo>
                  <a:cubicBezTo>
                    <a:pt x="1297" y="2141"/>
                    <a:pt x="1346" y="2206"/>
                    <a:pt x="1415" y="2275"/>
                  </a:cubicBezTo>
                  <a:cubicBezTo>
                    <a:pt x="1447" y="2291"/>
                    <a:pt x="1499" y="2343"/>
                    <a:pt x="1483" y="2408"/>
                  </a:cubicBezTo>
                  <a:cubicBezTo>
                    <a:pt x="1483" y="2424"/>
                    <a:pt x="1483" y="2424"/>
                    <a:pt x="1499" y="2424"/>
                  </a:cubicBezTo>
                  <a:lnTo>
                    <a:pt x="1516" y="2424"/>
                  </a:lnTo>
                  <a:cubicBezTo>
                    <a:pt x="1516" y="2343"/>
                    <a:pt x="1463" y="2275"/>
                    <a:pt x="1431" y="2258"/>
                  </a:cubicBezTo>
                  <a:cubicBezTo>
                    <a:pt x="1362" y="2190"/>
                    <a:pt x="1314" y="2121"/>
                    <a:pt x="1261" y="2056"/>
                  </a:cubicBezTo>
                  <a:cubicBezTo>
                    <a:pt x="1245" y="2020"/>
                    <a:pt x="1213" y="1988"/>
                    <a:pt x="1180" y="1955"/>
                  </a:cubicBezTo>
                  <a:cubicBezTo>
                    <a:pt x="1011" y="1737"/>
                    <a:pt x="841" y="1535"/>
                    <a:pt x="691" y="1333"/>
                  </a:cubicBezTo>
                  <a:cubicBezTo>
                    <a:pt x="522" y="1131"/>
                    <a:pt x="372" y="929"/>
                    <a:pt x="203" y="744"/>
                  </a:cubicBezTo>
                  <a:cubicBezTo>
                    <a:pt x="102" y="626"/>
                    <a:pt x="33" y="505"/>
                    <a:pt x="69" y="340"/>
                  </a:cubicBezTo>
                  <a:cubicBezTo>
                    <a:pt x="85" y="255"/>
                    <a:pt x="69" y="170"/>
                    <a:pt x="49" y="85"/>
                  </a:cubicBezTo>
                  <a:cubicBezTo>
                    <a:pt x="49" y="69"/>
                    <a:pt x="49"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1266223" y="2547484"/>
              <a:ext cx="212357" cy="160609"/>
            </a:xfrm>
            <a:custGeom>
              <a:rect b="b" l="l" r="r" t="t"/>
              <a:pathLst>
                <a:path extrusionOk="0" h="1617" w="2138">
                  <a:moveTo>
                    <a:pt x="1457" y="1"/>
                  </a:moveTo>
                  <a:cubicBezTo>
                    <a:pt x="1431" y="1"/>
                    <a:pt x="1405" y="6"/>
                    <a:pt x="1378" y="16"/>
                  </a:cubicBezTo>
                  <a:cubicBezTo>
                    <a:pt x="1213" y="85"/>
                    <a:pt x="1059" y="154"/>
                    <a:pt x="910" y="218"/>
                  </a:cubicBezTo>
                  <a:cubicBezTo>
                    <a:pt x="639" y="336"/>
                    <a:pt x="368" y="457"/>
                    <a:pt x="82" y="558"/>
                  </a:cubicBezTo>
                  <a:cubicBezTo>
                    <a:pt x="17" y="574"/>
                    <a:pt x="17" y="639"/>
                    <a:pt x="17" y="691"/>
                  </a:cubicBezTo>
                  <a:lnTo>
                    <a:pt x="17" y="1043"/>
                  </a:lnTo>
                  <a:lnTo>
                    <a:pt x="17" y="1313"/>
                  </a:lnTo>
                  <a:lnTo>
                    <a:pt x="17" y="1382"/>
                  </a:lnTo>
                  <a:cubicBezTo>
                    <a:pt x="1" y="1414"/>
                    <a:pt x="1" y="1467"/>
                    <a:pt x="33" y="1515"/>
                  </a:cubicBezTo>
                  <a:lnTo>
                    <a:pt x="49" y="1515"/>
                  </a:lnTo>
                  <a:lnTo>
                    <a:pt x="49" y="1499"/>
                  </a:lnTo>
                  <a:cubicBezTo>
                    <a:pt x="33" y="1467"/>
                    <a:pt x="33" y="1414"/>
                    <a:pt x="33" y="1382"/>
                  </a:cubicBezTo>
                  <a:cubicBezTo>
                    <a:pt x="33" y="1366"/>
                    <a:pt x="49" y="1329"/>
                    <a:pt x="49" y="1313"/>
                  </a:cubicBezTo>
                  <a:cubicBezTo>
                    <a:pt x="33" y="1228"/>
                    <a:pt x="49" y="1144"/>
                    <a:pt x="49" y="1043"/>
                  </a:cubicBezTo>
                  <a:cubicBezTo>
                    <a:pt x="49" y="925"/>
                    <a:pt x="49" y="808"/>
                    <a:pt x="33" y="691"/>
                  </a:cubicBezTo>
                  <a:cubicBezTo>
                    <a:pt x="33" y="639"/>
                    <a:pt x="49" y="590"/>
                    <a:pt x="102" y="574"/>
                  </a:cubicBezTo>
                  <a:cubicBezTo>
                    <a:pt x="368" y="473"/>
                    <a:pt x="655" y="356"/>
                    <a:pt x="910" y="255"/>
                  </a:cubicBezTo>
                  <a:cubicBezTo>
                    <a:pt x="1059" y="186"/>
                    <a:pt x="1229" y="101"/>
                    <a:pt x="1378" y="53"/>
                  </a:cubicBezTo>
                  <a:cubicBezTo>
                    <a:pt x="1412" y="38"/>
                    <a:pt x="1443" y="30"/>
                    <a:pt x="1471" y="30"/>
                  </a:cubicBezTo>
                  <a:cubicBezTo>
                    <a:pt x="1514" y="30"/>
                    <a:pt x="1551" y="50"/>
                    <a:pt x="1580" y="101"/>
                  </a:cubicBezTo>
                  <a:cubicBezTo>
                    <a:pt x="1617" y="134"/>
                    <a:pt x="1649" y="186"/>
                    <a:pt x="1681" y="218"/>
                  </a:cubicBezTo>
                  <a:cubicBezTo>
                    <a:pt x="1782" y="356"/>
                    <a:pt x="1899" y="505"/>
                    <a:pt x="2021" y="639"/>
                  </a:cubicBezTo>
                  <a:cubicBezTo>
                    <a:pt x="2069" y="691"/>
                    <a:pt x="2085" y="760"/>
                    <a:pt x="2101" y="861"/>
                  </a:cubicBezTo>
                  <a:cubicBezTo>
                    <a:pt x="2101" y="942"/>
                    <a:pt x="2101" y="1026"/>
                    <a:pt x="2085" y="1127"/>
                  </a:cubicBezTo>
                  <a:cubicBezTo>
                    <a:pt x="2085" y="1245"/>
                    <a:pt x="2069" y="1382"/>
                    <a:pt x="2101" y="1515"/>
                  </a:cubicBezTo>
                  <a:cubicBezTo>
                    <a:pt x="2101" y="1531"/>
                    <a:pt x="2085" y="1568"/>
                    <a:pt x="2053" y="1584"/>
                  </a:cubicBezTo>
                  <a:lnTo>
                    <a:pt x="2053" y="1600"/>
                  </a:lnTo>
                  <a:lnTo>
                    <a:pt x="2053" y="1616"/>
                  </a:lnTo>
                  <a:lnTo>
                    <a:pt x="2069" y="1616"/>
                  </a:lnTo>
                  <a:lnTo>
                    <a:pt x="2069" y="1600"/>
                  </a:lnTo>
                  <a:cubicBezTo>
                    <a:pt x="2101" y="1584"/>
                    <a:pt x="2138" y="1547"/>
                    <a:pt x="2122" y="1499"/>
                  </a:cubicBezTo>
                  <a:cubicBezTo>
                    <a:pt x="2101" y="1382"/>
                    <a:pt x="2101" y="1245"/>
                    <a:pt x="2122" y="1127"/>
                  </a:cubicBezTo>
                  <a:lnTo>
                    <a:pt x="2122" y="861"/>
                  </a:lnTo>
                  <a:cubicBezTo>
                    <a:pt x="2122" y="776"/>
                    <a:pt x="2101" y="707"/>
                    <a:pt x="2037" y="622"/>
                  </a:cubicBezTo>
                  <a:cubicBezTo>
                    <a:pt x="1920" y="489"/>
                    <a:pt x="1819" y="336"/>
                    <a:pt x="1698" y="202"/>
                  </a:cubicBezTo>
                  <a:cubicBezTo>
                    <a:pt x="1665" y="170"/>
                    <a:pt x="1633" y="117"/>
                    <a:pt x="1597" y="85"/>
                  </a:cubicBezTo>
                  <a:cubicBezTo>
                    <a:pt x="1563" y="27"/>
                    <a:pt x="1513" y="1"/>
                    <a:pt x="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1924649" y="2161507"/>
              <a:ext cx="118892" cy="240764"/>
            </a:xfrm>
            <a:custGeom>
              <a:rect b="b" l="l" r="r" t="t"/>
              <a:pathLst>
                <a:path extrusionOk="0" h="2424" w="1197">
                  <a:moveTo>
                    <a:pt x="37" y="0"/>
                  </a:moveTo>
                  <a:lnTo>
                    <a:pt x="17" y="16"/>
                  </a:lnTo>
                  <a:cubicBezTo>
                    <a:pt x="1" y="101"/>
                    <a:pt x="1" y="202"/>
                    <a:pt x="1" y="283"/>
                  </a:cubicBezTo>
                  <a:lnTo>
                    <a:pt x="1" y="469"/>
                  </a:lnTo>
                  <a:cubicBezTo>
                    <a:pt x="1" y="485"/>
                    <a:pt x="17" y="505"/>
                    <a:pt x="17" y="521"/>
                  </a:cubicBezTo>
                  <a:lnTo>
                    <a:pt x="37" y="521"/>
                  </a:lnTo>
                  <a:cubicBezTo>
                    <a:pt x="187" y="756"/>
                    <a:pt x="320" y="1010"/>
                    <a:pt x="474" y="1244"/>
                  </a:cubicBezTo>
                  <a:cubicBezTo>
                    <a:pt x="643" y="1547"/>
                    <a:pt x="825" y="1850"/>
                    <a:pt x="1011" y="2153"/>
                  </a:cubicBezTo>
                  <a:cubicBezTo>
                    <a:pt x="1047" y="2186"/>
                    <a:pt x="1063" y="2222"/>
                    <a:pt x="1080" y="2254"/>
                  </a:cubicBezTo>
                  <a:cubicBezTo>
                    <a:pt x="1112" y="2303"/>
                    <a:pt x="1148" y="2371"/>
                    <a:pt x="1181" y="2424"/>
                  </a:cubicBezTo>
                  <a:lnTo>
                    <a:pt x="1197" y="2424"/>
                  </a:lnTo>
                  <a:lnTo>
                    <a:pt x="1197" y="2404"/>
                  </a:lnTo>
                  <a:cubicBezTo>
                    <a:pt x="1164" y="2355"/>
                    <a:pt x="1128" y="2287"/>
                    <a:pt x="1096" y="2238"/>
                  </a:cubicBezTo>
                  <a:cubicBezTo>
                    <a:pt x="1080" y="2202"/>
                    <a:pt x="1063" y="2169"/>
                    <a:pt x="1047" y="2137"/>
                  </a:cubicBezTo>
                  <a:cubicBezTo>
                    <a:pt x="845" y="1834"/>
                    <a:pt x="659" y="1531"/>
                    <a:pt x="490" y="1228"/>
                  </a:cubicBezTo>
                  <a:cubicBezTo>
                    <a:pt x="356" y="990"/>
                    <a:pt x="203" y="739"/>
                    <a:pt x="53" y="505"/>
                  </a:cubicBezTo>
                  <a:cubicBezTo>
                    <a:pt x="37" y="485"/>
                    <a:pt x="37" y="469"/>
                    <a:pt x="37" y="469"/>
                  </a:cubicBezTo>
                  <a:lnTo>
                    <a:pt x="37" y="283"/>
                  </a:lnTo>
                  <a:cubicBezTo>
                    <a:pt x="37" y="202"/>
                    <a:pt x="37" y="117"/>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5"/>
            <p:cNvSpPr/>
            <p:nvPr/>
          </p:nvSpPr>
          <p:spPr>
            <a:xfrm>
              <a:off x="1737719" y="2594365"/>
              <a:ext cx="170640" cy="342771"/>
            </a:xfrm>
            <a:custGeom>
              <a:rect b="b" l="l" r="r" t="t"/>
              <a:pathLst>
                <a:path extrusionOk="0" h="3451" w="1718">
                  <a:moveTo>
                    <a:pt x="17" y="1"/>
                  </a:moveTo>
                  <a:cubicBezTo>
                    <a:pt x="0" y="1"/>
                    <a:pt x="0" y="1"/>
                    <a:pt x="0" y="17"/>
                  </a:cubicBezTo>
                  <a:cubicBezTo>
                    <a:pt x="33" y="187"/>
                    <a:pt x="134" y="288"/>
                    <a:pt x="235" y="405"/>
                  </a:cubicBezTo>
                  <a:cubicBezTo>
                    <a:pt x="283" y="453"/>
                    <a:pt x="336" y="506"/>
                    <a:pt x="368" y="571"/>
                  </a:cubicBezTo>
                  <a:cubicBezTo>
                    <a:pt x="772" y="1160"/>
                    <a:pt x="1212" y="1734"/>
                    <a:pt x="1632" y="2308"/>
                  </a:cubicBezTo>
                  <a:lnTo>
                    <a:pt x="1632" y="2324"/>
                  </a:lnTo>
                  <a:cubicBezTo>
                    <a:pt x="1665" y="2372"/>
                    <a:pt x="1665" y="2409"/>
                    <a:pt x="1665" y="2457"/>
                  </a:cubicBezTo>
                  <a:cubicBezTo>
                    <a:pt x="1681" y="2627"/>
                    <a:pt x="1681" y="2792"/>
                    <a:pt x="1681" y="2946"/>
                  </a:cubicBezTo>
                  <a:lnTo>
                    <a:pt x="1681" y="3132"/>
                  </a:lnTo>
                  <a:cubicBezTo>
                    <a:pt x="1681" y="3164"/>
                    <a:pt x="1681" y="3196"/>
                    <a:pt x="1665" y="3217"/>
                  </a:cubicBezTo>
                  <a:cubicBezTo>
                    <a:pt x="1665" y="3297"/>
                    <a:pt x="1665" y="3366"/>
                    <a:pt x="1681" y="3451"/>
                  </a:cubicBezTo>
                  <a:lnTo>
                    <a:pt x="1697" y="3451"/>
                  </a:lnTo>
                  <a:cubicBezTo>
                    <a:pt x="1717" y="3451"/>
                    <a:pt x="1717" y="3451"/>
                    <a:pt x="1717" y="3435"/>
                  </a:cubicBezTo>
                  <a:cubicBezTo>
                    <a:pt x="1697" y="3366"/>
                    <a:pt x="1697" y="3297"/>
                    <a:pt x="1697" y="3217"/>
                  </a:cubicBezTo>
                  <a:lnTo>
                    <a:pt x="1697" y="3132"/>
                  </a:lnTo>
                  <a:lnTo>
                    <a:pt x="1697" y="2946"/>
                  </a:lnTo>
                  <a:lnTo>
                    <a:pt x="1697" y="2457"/>
                  </a:lnTo>
                  <a:cubicBezTo>
                    <a:pt x="1697" y="2409"/>
                    <a:pt x="1697" y="2356"/>
                    <a:pt x="1665" y="2308"/>
                  </a:cubicBezTo>
                  <a:lnTo>
                    <a:pt x="1649" y="2287"/>
                  </a:lnTo>
                  <a:cubicBezTo>
                    <a:pt x="1229" y="1734"/>
                    <a:pt x="808" y="1144"/>
                    <a:pt x="384" y="554"/>
                  </a:cubicBezTo>
                  <a:cubicBezTo>
                    <a:pt x="352" y="490"/>
                    <a:pt x="303" y="437"/>
                    <a:pt x="251" y="389"/>
                  </a:cubicBezTo>
                  <a:cubicBezTo>
                    <a:pt x="150" y="288"/>
                    <a:pt x="49" y="16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468544" y="2058407"/>
              <a:ext cx="167462" cy="91081"/>
            </a:xfrm>
            <a:custGeom>
              <a:rect b="b" l="l" r="r" t="t"/>
              <a:pathLst>
                <a:path extrusionOk="0" h="917" w="1686">
                  <a:moveTo>
                    <a:pt x="1674" y="1"/>
                  </a:moveTo>
                  <a:cubicBezTo>
                    <a:pt x="1671" y="1"/>
                    <a:pt x="1669" y="3"/>
                    <a:pt x="1669" y="8"/>
                  </a:cubicBezTo>
                  <a:lnTo>
                    <a:pt x="1366" y="162"/>
                  </a:lnTo>
                  <a:cubicBezTo>
                    <a:pt x="1112" y="295"/>
                    <a:pt x="861" y="432"/>
                    <a:pt x="623" y="565"/>
                  </a:cubicBezTo>
                  <a:cubicBezTo>
                    <a:pt x="474" y="634"/>
                    <a:pt x="336" y="715"/>
                    <a:pt x="203" y="784"/>
                  </a:cubicBezTo>
                  <a:cubicBezTo>
                    <a:pt x="134" y="816"/>
                    <a:pt x="70" y="868"/>
                    <a:pt x="17" y="901"/>
                  </a:cubicBezTo>
                  <a:cubicBezTo>
                    <a:pt x="1" y="901"/>
                    <a:pt x="1" y="901"/>
                    <a:pt x="1" y="917"/>
                  </a:cubicBezTo>
                  <a:lnTo>
                    <a:pt x="33" y="917"/>
                  </a:lnTo>
                  <a:cubicBezTo>
                    <a:pt x="86" y="885"/>
                    <a:pt x="155" y="852"/>
                    <a:pt x="219" y="816"/>
                  </a:cubicBezTo>
                  <a:cubicBezTo>
                    <a:pt x="356" y="735"/>
                    <a:pt x="490" y="650"/>
                    <a:pt x="639" y="582"/>
                  </a:cubicBezTo>
                  <a:cubicBezTo>
                    <a:pt x="878" y="448"/>
                    <a:pt x="1128" y="311"/>
                    <a:pt x="1366" y="194"/>
                  </a:cubicBezTo>
                  <a:cubicBezTo>
                    <a:pt x="1467" y="129"/>
                    <a:pt x="1568" y="77"/>
                    <a:pt x="1669" y="28"/>
                  </a:cubicBezTo>
                  <a:cubicBezTo>
                    <a:pt x="1686" y="28"/>
                    <a:pt x="1686" y="8"/>
                    <a:pt x="1686" y="8"/>
                  </a:cubicBezTo>
                  <a:cubicBezTo>
                    <a:pt x="1686" y="8"/>
                    <a:pt x="1678" y="1"/>
                    <a:pt x="1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687655" y="2931871"/>
              <a:ext cx="133691" cy="172627"/>
            </a:xfrm>
            <a:custGeom>
              <a:rect b="b" l="l" r="r" t="t"/>
              <a:pathLst>
                <a:path extrusionOk="0" h="1738" w="1346">
                  <a:moveTo>
                    <a:pt x="1297" y="0"/>
                  </a:moveTo>
                  <a:cubicBezTo>
                    <a:pt x="1281" y="53"/>
                    <a:pt x="1297" y="101"/>
                    <a:pt x="1297" y="138"/>
                  </a:cubicBezTo>
                  <a:cubicBezTo>
                    <a:pt x="1314" y="186"/>
                    <a:pt x="1314" y="222"/>
                    <a:pt x="1281" y="239"/>
                  </a:cubicBezTo>
                  <a:cubicBezTo>
                    <a:pt x="1213" y="303"/>
                    <a:pt x="1128" y="340"/>
                    <a:pt x="1043" y="356"/>
                  </a:cubicBezTo>
                  <a:lnTo>
                    <a:pt x="1027" y="372"/>
                  </a:lnTo>
                  <a:cubicBezTo>
                    <a:pt x="724" y="473"/>
                    <a:pt x="421" y="590"/>
                    <a:pt x="134" y="707"/>
                  </a:cubicBezTo>
                  <a:lnTo>
                    <a:pt x="85" y="744"/>
                  </a:lnTo>
                  <a:cubicBezTo>
                    <a:pt x="33" y="760"/>
                    <a:pt x="1" y="760"/>
                    <a:pt x="1" y="828"/>
                  </a:cubicBezTo>
                  <a:lnTo>
                    <a:pt x="1" y="1164"/>
                  </a:lnTo>
                  <a:cubicBezTo>
                    <a:pt x="1" y="1350"/>
                    <a:pt x="1" y="1535"/>
                    <a:pt x="17" y="1717"/>
                  </a:cubicBezTo>
                  <a:cubicBezTo>
                    <a:pt x="17" y="1717"/>
                    <a:pt x="17" y="1737"/>
                    <a:pt x="33" y="1737"/>
                  </a:cubicBezTo>
                  <a:lnTo>
                    <a:pt x="49" y="1717"/>
                  </a:lnTo>
                  <a:cubicBezTo>
                    <a:pt x="17" y="1535"/>
                    <a:pt x="33" y="1350"/>
                    <a:pt x="33" y="1164"/>
                  </a:cubicBezTo>
                  <a:lnTo>
                    <a:pt x="33" y="828"/>
                  </a:lnTo>
                  <a:cubicBezTo>
                    <a:pt x="33" y="792"/>
                    <a:pt x="49" y="776"/>
                    <a:pt x="85" y="760"/>
                  </a:cubicBezTo>
                  <a:lnTo>
                    <a:pt x="134" y="744"/>
                  </a:lnTo>
                  <a:cubicBezTo>
                    <a:pt x="437" y="626"/>
                    <a:pt x="724" y="489"/>
                    <a:pt x="1027" y="388"/>
                  </a:cubicBezTo>
                  <a:lnTo>
                    <a:pt x="1043" y="388"/>
                  </a:lnTo>
                  <a:cubicBezTo>
                    <a:pt x="1144" y="356"/>
                    <a:pt x="1229" y="323"/>
                    <a:pt x="1297" y="271"/>
                  </a:cubicBezTo>
                  <a:cubicBezTo>
                    <a:pt x="1346" y="222"/>
                    <a:pt x="1330" y="186"/>
                    <a:pt x="1330" y="138"/>
                  </a:cubicBezTo>
                  <a:cubicBezTo>
                    <a:pt x="1314" y="85"/>
                    <a:pt x="1314" y="53"/>
                    <a:pt x="1330" y="20"/>
                  </a:cubicBezTo>
                  <a:cubicBezTo>
                    <a:pt x="1330" y="20"/>
                    <a:pt x="1330" y="0"/>
                    <a:pt x="13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1921470" y="2868502"/>
              <a:ext cx="130513" cy="239175"/>
            </a:xfrm>
            <a:custGeom>
              <a:rect b="b" l="l" r="r" t="t"/>
              <a:pathLst>
                <a:path extrusionOk="0" h="2408" w="1314">
                  <a:moveTo>
                    <a:pt x="85" y="0"/>
                  </a:moveTo>
                  <a:cubicBezTo>
                    <a:pt x="85" y="0"/>
                    <a:pt x="69" y="0"/>
                    <a:pt x="69" y="16"/>
                  </a:cubicBezTo>
                  <a:cubicBezTo>
                    <a:pt x="1" y="133"/>
                    <a:pt x="69" y="218"/>
                    <a:pt x="118" y="303"/>
                  </a:cubicBezTo>
                  <a:cubicBezTo>
                    <a:pt x="134" y="303"/>
                    <a:pt x="134" y="319"/>
                    <a:pt x="150" y="319"/>
                  </a:cubicBezTo>
                  <a:cubicBezTo>
                    <a:pt x="271" y="489"/>
                    <a:pt x="405" y="675"/>
                    <a:pt x="522" y="840"/>
                  </a:cubicBezTo>
                  <a:cubicBezTo>
                    <a:pt x="708" y="1111"/>
                    <a:pt x="910" y="1398"/>
                    <a:pt x="1128" y="1648"/>
                  </a:cubicBezTo>
                  <a:cubicBezTo>
                    <a:pt x="1245" y="1802"/>
                    <a:pt x="1297" y="1951"/>
                    <a:pt x="1281" y="2137"/>
                  </a:cubicBezTo>
                  <a:lnTo>
                    <a:pt x="1281" y="2206"/>
                  </a:lnTo>
                  <a:cubicBezTo>
                    <a:pt x="1281" y="2274"/>
                    <a:pt x="1281" y="2339"/>
                    <a:pt x="1245" y="2392"/>
                  </a:cubicBezTo>
                  <a:lnTo>
                    <a:pt x="1245" y="2408"/>
                  </a:lnTo>
                  <a:lnTo>
                    <a:pt x="1261" y="2408"/>
                  </a:lnTo>
                  <a:cubicBezTo>
                    <a:pt x="1314" y="2339"/>
                    <a:pt x="1314" y="2274"/>
                    <a:pt x="1314" y="2206"/>
                  </a:cubicBezTo>
                  <a:lnTo>
                    <a:pt x="1314" y="2137"/>
                  </a:lnTo>
                  <a:cubicBezTo>
                    <a:pt x="1314" y="1935"/>
                    <a:pt x="1281" y="1802"/>
                    <a:pt x="1144" y="1632"/>
                  </a:cubicBezTo>
                  <a:cubicBezTo>
                    <a:pt x="942" y="1382"/>
                    <a:pt x="740" y="1095"/>
                    <a:pt x="538" y="824"/>
                  </a:cubicBezTo>
                  <a:cubicBezTo>
                    <a:pt x="421" y="658"/>
                    <a:pt x="287" y="473"/>
                    <a:pt x="170" y="303"/>
                  </a:cubicBezTo>
                  <a:cubicBezTo>
                    <a:pt x="150" y="303"/>
                    <a:pt x="150" y="287"/>
                    <a:pt x="150" y="287"/>
                  </a:cubicBezTo>
                  <a:cubicBezTo>
                    <a:pt x="85" y="202"/>
                    <a:pt x="33" y="133"/>
                    <a:pt x="85" y="16"/>
                  </a:cubicBezTo>
                  <a:cubicBezTo>
                    <a:pt x="102" y="16"/>
                    <a:pt x="85" y="16"/>
                    <a:pt x="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1408258" y="1245035"/>
              <a:ext cx="71911" cy="205901"/>
            </a:xfrm>
            <a:custGeom>
              <a:rect b="b" l="l" r="r" t="t"/>
              <a:pathLst>
                <a:path extrusionOk="0" h="2073" w="724">
                  <a:moveTo>
                    <a:pt x="118" y="1"/>
                  </a:moveTo>
                  <a:cubicBezTo>
                    <a:pt x="102" y="1"/>
                    <a:pt x="102" y="1"/>
                    <a:pt x="102" y="17"/>
                  </a:cubicBezTo>
                  <a:cubicBezTo>
                    <a:pt x="86" y="37"/>
                    <a:pt x="86" y="69"/>
                    <a:pt x="86" y="85"/>
                  </a:cubicBezTo>
                  <a:cubicBezTo>
                    <a:pt x="66" y="154"/>
                    <a:pt x="49" y="202"/>
                    <a:pt x="33" y="271"/>
                  </a:cubicBezTo>
                  <a:cubicBezTo>
                    <a:pt x="1" y="340"/>
                    <a:pt x="33" y="388"/>
                    <a:pt x="66" y="421"/>
                  </a:cubicBezTo>
                  <a:cubicBezTo>
                    <a:pt x="187" y="590"/>
                    <a:pt x="288" y="776"/>
                    <a:pt x="389" y="962"/>
                  </a:cubicBezTo>
                  <a:cubicBezTo>
                    <a:pt x="469" y="1095"/>
                    <a:pt x="538" y="1229"/>
                    <a:pt x="623" y="1366"/>
                  </a:cubicBezTo>
                  <a:cubicBezTo>
                    <a:pt x="671" y="1431"/>
                    <a:pt x="708" y="1532"/>
                    <a:pt x="692" y="1616"/>
                  </a:cubicBezTo>
                  <a:lnTo>
                    <a:pt x="692" y="1786"/>
                  </a:lnTo>
                  <a:cubicBezTo>
                    <a:pt x="692" y="1871"/>
                    <a:pt x="708" y="1972"/>
                    <a:pt x="671" y="2057"/>
                  </a:cubicBezTo>
                  <a:cubicBezTo>
                    <a:pt x="655" y="2057"/>
                    <a:pt x="671" y="2073"/>
                    <a:pt x="671" y="2073"/>
                  </a:cubicBezTo>
                  <a:lnTo>
                    <a:pt x="692" y="2057"/>
                  </a:lnTo>
                  <a:cubicBezTo>
                    <a:pt x="724" y="1972"/>
                    <a:pt x="724" y="1871"/>
                    <a:pt x="724" y="1786"/>
                  </a:cubicBezTo>
                  <a:cubicBezTo>
                    <a:pt x="724" y="1734"/>
                    <a:pt x="708" y="1669"/>
                    <a:pt x="724" y="1616"/>
                  </a:cubicBezTo>
                  <a:cubicBezTo>
                    <a:pt x="724" y="1515"/>
                    <a:pt x="708" y="1431"/>
                    <a:pt x="655" y="1350"/>
                  </a:cubicBezTo>
                  <a:cubicBezTo>
                    <a:pt x="570" y="1212"/>
                    <a:pt x="490" y="1079"/>
                    <a:pt x="421" y="946"/>
                  </a:cubicBezTo>
                  <a:cubicBezTo>
                    <a:pt x="320" y="776"/>
                    <a:pt x="203" y="590"/>
                    <a:pt x="86" y="404"/>
                  </a:cubicBezTo>
                  <a:cubicBezTo>
                    <a:pt x="49" y="372"/>
                    <a:pt x="33" y="320"/>
                    <a:pt x="49" y="271"/>
                  </a:cubicBezTo>
                  <a:cubicBezTo>
                    <a:pt x="86" y="219"/>
                    <a:pt x="86" y="154"/>
                    <a:pt x="102" y="102"/>
                  </a:cubicBezTo>
                  <a:cubicBezTo>
                    <a:pt x="118" y="69"/>
                    <a:pt x="118" y="53"/>
                    <a:pt x="118" y="17"/>
                  </a:cubicBezTo>
                  <a:lnTo>
                    <a:pt x="1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1413125" y="2194085"/>
              <a:ext cx="80354" cy="191399"/>
            </a:xfrm>
            <a:custGeom>
              <a:rect b="b" l="l" r="r" t="t"/>
              <a:pathLst>
                <a:path extrusionOk="0" h="1927" w="809">
                  <a:moveTo>
                    <a:pt x="23" y="0"/>
                  </a:moveTo>
                  <a:cubicBezTo>
                    <a:pt x="17" y="0"/>
                    <a:pt x="17" y="7"/>
                    <a:pt x="17" y="7"/>
                  </a:cubicBezTo>
                  <a:cubicBezTo>
                    <a:pt x="0" y="7"/>
                    <a:pt x="0" y="24"/>
                    <a:pt x="17" y="24"/>
                  </a:cubicBezTo>
                  <a:cubicBezTo>
                    <a:pt x="85" y="76"/>
                    <a:pt x="138" y="141"/>
                    <a:pt x="170" y="209"/>
                  </a:cubicBezTo>
                  <a:lnTo>
                    <a:pt x="219" y="258"/>
                  </a:lnTo>
                  <a:cubicBezTo>
                    <a:pt x="303" y="379"/>
                    <a:pt x="388" y="496"/>
                    <a:pt x="473" y="613"/>
                  </a:cubicBezTo>
                  <a:cubicBezTo>
                    <a:pt x="505" y="646"/>
                    <a:pt x="542" y="682"/>
                    <a:pt x="558" y="731"/>
                  </a:cubicBezTo>
                  <a:cubicBezTo>
                    <a:pt x="606" y="763"/>
                    <a:pt x="622" y="832"/>
                    <a:pt x="622" y="900"/>
                  </a:cubicBezTo>
                  <a:lnTo>
                    <a:pt x="622" y="1102"/>
                  </a:lnTo>
                  <a:cubicBezTo>
                    <a:pt x="622" y="1235"/>
                    <a:pt x="643" y="1369"/>
                    <a:pt x="606" y="1490"/>
                  </a:cubicBezTo>
                  <a:cubicBezTo>
                    <a:pt x="558" y="1708"/>
                    <a:pt x="675" y="1825"/>
                    <a:pt x="792" y="1910"/>
                  </a:cubicBezTo>
                  <a:lnTo>
                    <a:pt x="808" y="1926"/>
                  </a:lnTo>
                  <a:lnTo>
                    <a:pt x="808" y="1910"/>
                  </a:lnTo>
                  <a:lnTo>
                    <a:pt x="808" y="1894"/>
                  </a:lnTo>
                  <a:cubicBezTo>
                    <a:pt x="691" y="1793"/>
                    <a:pt x="590" y="1708"/>
                    <a:pt x="643" y="1506"/>
                  </a:cubicBezTo>
                  <a:cubicBezTo>
                    <a:pt x="659" y="1369"/>
                    <a:pt x="659" y="1235"/>
                    <a:pt x="643" y="1102"/>
                  </a:cubicBezTo>
                  <a:lnTo>
                    <a:pt x="643" y="900"/>
                  </a:lnTo>
                  <a:cubicBezTo>
                    <a:pt x="643" y="815"/>
                    <a:pt x="622" y="763"/>
                    <a:pt x="590" y="714"/>
                  </a:cubicBezTo>
                  <a:cubicBezTo>
                    <a:pt x="558" y="662"/>
                    <a:pt x="521" y="630"/>
                    <a:pt x="489" y="597"/>
                  </a:cubicBezTo>
                  <a:cubicBezTo>
                    <a:pt x="404" y="480"/>
                    <a:pt x="320" y="359"/>
                    <a:pt x="239" y="242"/>
                  </a:cubicBezTo>
                  <a:cubicBezTo>
                    <a:pt x="219" y="226"/>
                    <a:pt x="202" y="209"/>
                    <a:pt x="202" y="193"/>
                  </a:cubicBezTo>
                  <a:cubicBezTo>
                    <a:pt x="154" y="125"/>
                    <a:pt x="101" y="56"/>
                    <a:pt x="37" y="7"/>
                  </a:cubicBezTo>
                  <a:cubicBezTo>
                    <a:pt x="30" y="2"/>
                    <a:pt x="2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5"/>
            <p:cNvSpPr/>
            <p:nvPr/>
          </p:nvSpPr>
          <p:spPr>
            <a:xfrm>
              <a:off x="1267912" y="2018280"/>
              <a:ext cx="227156" cy="193485"/>
            </a:xfrm>
            <a:custGeom>
              <a:rect b="b" l="l" r="r" t="t"/>
              <a:pathLst>
                <a:path extrusionOk="0" h="1948" w="2287">
                  <a:moveTo>
                    <a:pt x="1443" y="0"/>
                  </a:moveTo>
                  <a:cubicBezTo>
                    <a:pt x="1409" y="0"/>
                    <a:pt x="1375" y="12"/>
                    <a:pt x="1345" y="28"/>
                  </a:cubicBezTo>
                  <a:cubicBezTo>
                    <a:pt x="1026" y="178"/>
                    <a:pt x="691" y="347"/>
                    <a:pt x="388" y="497"/>
                  </a:cubicBezTo>
                  <a:lnTo>
                    <a:pt x="101" y="634"/>
                  </a:lnTo>
                  <a:lnTo>
                    <a:pt x="85" y="634"/>
                  </a:lnTo>
                  <a:cubicBezTo>
                    <a:pt x="48" y="667"/>
                    <a:pt x="16" y="683"/>
                    <a:pt x="16" y="751"/>
                  </a:cubicBezTo>
                  <a:lnTo>
                    <a:pt x="16" y="1054"/>
                  </a:lnTo>
                  <a:cubicBezTo>
                    <a:pt x="16" y="1220"/>
                    <a:pt x="0" y="1406"/>
                    <a:pt x="32" y="1575"/>
                  </a:cubicBezTo>
                  <a:lnTo>
                    <a:pt x="32" y="1592"/>
                  </a:lnTo>
                  <a:cubicBezTo>
                    <a:pt x="48" y="1592"/>
                    <a:pt x="48" y="1592"/>
                    <a:pt x="48" y="1575"/>
                  </a:cubicBezTo>
                  <a:cubicBezTo>
                    <a:pt x="32" y="1406"/>
                    <a:pt x="32" y="1220"/>
                    <a:pt x="32" y="1054"/>
                  </a:cubicBezTo>
                  <a:lnTo>
                    <a:pt x="32" y="751"/>
                  </a:lnTo>
                  <a:cubicBezTo>
                    <a:pt x="32" y="699"/>
                    <a:pt x="65" y="683"/>
                    <a:pt x="101" y="667"/>
                  </a:cubicBezTo>
                  <a:lnTo>
                    <a:pt x="404" y="513"/>
                  </a:lnTo>
                  <a:cubicBezTo>
                    <a:pt x="707" y="364"/>
                    <a:pt x="1026" y="210"/>
                    <a:pt x="1361" y="61"/>
                  </a:cubicBezTo>
                  <a:cubicBezTo>
                    <a:pt x="1392" y="37"/>
                    <a:pt x="1422" y="24"/>
                    <a:pt x="1452" y="24"/>
                  </a:cubicBezTo>
                  <a:cubicBezTo>
                    <a:pt x="1490" y="24"/>
                    <a:pt x="1527" y="45"/>
                    <a:pt x="1563" y="93"/>
                  </a:cubicBezTo>
                  <a:cubicBezTo>
                    <a:pt x="1701" y="311"/>
                    <a:pt x="1850" y="533"/>
                    <a:pt x="2004" y="735"/>
                  </a:cubicBezTo>
                  <a:lnTo>
                    <a:pt x="2036" y="784"/>
                  </a:lnTo>
                  <a:cubicBezTo>
                    <a:pt x="2068" y="836"/>
                    <a:pt x="2084" y="885"/>
                    <a:pt x="2084" y="953"/>
                  </a:cubicBezTo>
                  <a:cubicBezTo>
                    <a:pt x="2068" y="1054"/>
                    <a:pt x="2068" y="1155"/>
                    <a:pt x="2068" y="1256"/>
                  </a:cubicBezTo>
                  <a:lnTo>
                    <a:pt x="2068" y="1644"/>
                  </a:lnTo>
                  <a:cubicBezTo>
                    <a:pt x="2052" y="1761"/>
                    <a:pt x="2153" y="1878"/>
                    <a:pt x="2270" y="1947"/>
                  </a:cubicBezTo>
                  <a:lnTo>
                    <a:pt x="2286" y="1947"/>
                  </a:lnTo>
                  <a:lnTo>
                    <a:pt x="2286" y="1927"/>
                  </a:lnTo>
                  <a:cubicBezTo>
                    <a:pt x="2185" y="1862"/>
                    <a:pt x="2068" y="1745"/>
                    <a:pt x="2084" y="1644"/>
                  </a:cubicBezTo>
                  <a:cubicBezTo>
                    <a:pt x="2105" y="1507"/>
                    <a:pt x="2105" y="1373"/>
                    <a:pt x="2105" y="1256"/>
                  </a:cubicBezTo>
                  <a:lnTo>
                    <a:pt x="2105" y="953"/>
                  </a:lnTo>
                  <a:cubicBezTo>
                    <a:pt x="2105" y="885"/>
                    <a:pt x="2084" y="816"/>
                    <a:pt x="2052" y="767"/>
                  </a:cubicBezTo>
                  <a:lnTo>
                    <a:pt x="2020" y="715"/>
                  </a:lnTo>
                  <a:cubicBezTo>
                    <a:pt x="1866" y="513"/>
                    <a:pt x="1717" y="295"/>
                    <a:pt x="1580" y="77"/>
                  </a:cubicBezTo>
                  <a:cubicBezTo>
                    <a:pt x="1534" y="20"/>
                    <a:pt x="1488"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5" name="Google Shape;4405;p55"/>
          <p:cNvSpPr txBox="1"/>
          <p:nvPr>
            <p:ph type="title"/>
          </p:nvPr>
        </p:nvSpPr>
        <p:spPr>
          <a:xfrm>
            <a:off x="674351" y="2205132"/>
            <a:ext cx="5067600" cy="132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4406" name="Google Shape;4406;p55"/>
          <p:cNvSpPr txBox="1"/>
          <p:nvPr>
            <p:ph idx="2" type="title"/>
          </p:nvPr>
        </p:nvSpPr>
        <p:spPr>
          <a:xfrm>
            <a:off x="799147" y="1042113"/>
            <a:ext cx="1936200" cy="101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407" name="Google Shape;4407;p55"/>
          <p:cNvSpPr txBox="1"/>
          <p:nvPr>
            <p:ph idx="1" type="subTitle"/>
          </p:nvPr>
        </p:nvSpPr>
        <p:spPr>
          <a:xfrm>
            <a:off x="799150" y="3585875"/>
            <a:ext cx="49428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4408" name="Google Shape;4408;p55"/>
          <p:cNvPicPr preferRelativeResize="0"/>
          <p:nvPr>
            <p:ph idx="3" type="pic"/>
          </p:nvPr>
        </p:nvPicPr>
        <p:blipFill rotWithShape="1">
          <a:blip r:embed="rId3">
            <a:alphaModFix/>
          </a:blip>
          <a:srcRect b="0" l="1781" r="31000" t="0"/>
          <a:stretch/>
        </p:blipFill>
        <p:spPr>
          <a:xfrm>
            <a:off x="6045076" y="619900"/>
            <a:ext cx="4025503" cy="3903697"/>
          </a:xfrm>
          <a:prstGeom prst="rect">
            <a:avLst/>
          </a:prstGeom>
        </p:spPr>
      </p:pic>
      <p:sp>
        <p:nvSpPr>
          <p:cNvPr id="4409" name="Google Shape;4409;p55"/>
          <p:cNvSpPr/>
          <p:nvPr/>
        </p:nvSpPr>
        <p:spPr>
          <a:xfrm flipH="1">
            <a:off x="4444152" y="95636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flipH="1">
            <a:off x="4609437" y="654869"/>
            <a:ext cx="301500" cy="301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flipH="1" rot="5400000">
            <a:off x="3244372" y="444733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5" name="Shape 4415"/>
        <p:cNvGrpSpPr/>
        <p:nvPr/>
      </p:nvGrpSpPr>
      <p:grpSpPr>
        <a:xfrm>
          <a:off x="0" y="0"/>
          <a:ext cx="0" cy="0"/>
          <a:chOff x="0" y="0"/>
          <a:chExt cx="0" cy="0"/>
        </a:xfrm>
      </p:grpSpPr>
      <p:sp>
        <p:nvSpPr>
          <p:cNvPr id="4416" name="Google Shape;4416;p56"/>
          <p:cNvSpPr txBox="1"/>
          <p:nvPr>
            <p:ph type="title"/>
          </p:nvPr>
        </p:nvSpPr>
        <p:spPr>
          <a:xfrm>
            <a:off x="1284000" y="1761950"/>
            <a:ext cx="6576000" cy="100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4417" name="Google Shape;4417;p56"/>
          <p:cNvSpPr txBox="1"/>
          <p:nvPr>
            <p:ph idx="1" type="subTitle"/>
          </p:nvPr>
        </p:nvSpPr>
        <p:spPr>
          <a:xfrm>
            <a:off x="1284000" y="2924350"/>
            <a:ext cx="65760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4418" name="Google Shape;4418;p56"/>
          <p:cNvSpPr/>
          <p:nvPr/>
        </p:nvSpPr>
        <p:spPr>
          <a:xfrm rot="10800000">
            <a:off x="1575138" y="710505"/>
            <a:ext cx="175200" cy="17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rot="10800000">
            <a:off x="1750100" y="885479"/>
            <a:ext cx="320100" cy="320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flipH="1">
            <a:off x="7640763" y="1034574"/>
            <a:ext cx="171300" cy="171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flipH="1">
            <a:off x="7350737" y="1205576"/>
            <a:ext cx="295800" cy="295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5" name="Shape 4425"/>
        <p:cNvGrpSpPr/>
        <p:nvPr/>
      </p:nvGrpSpPr>
      <p:grpSpPr>
        <a:xfrm>
          <a:off x="0" y="0"/>
          <a:ext cx="0" cy="0"/>
          <a:chOff x="0" y="0"/>
          <a:chExt cx="0" cy="0"/>
        </a:xfrm>
      </p:grpSpPr>
      <p:sp>
        <p:nvSpPr>
          <p:cNvPr id="4426" name="Google Shape;4426;p57"/>
          <p:cNvSpPr txBox="1"/>
          <p:nvPr>
            <p:ph idx="1" type="subTitle"/>
          </p:nvPr>
        </p:nvSpPr>
        <p:spPr>
          <a:xfrm>
            <a:off x="713225" y="1297500"/>
            <a:ext cx="40512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4427" name="Google Shape;4427;p57"/>
          <p:cNvSpPr txBox="1"/>
          <p:nvPr>
            <p:ph type="title"/>
          </p:nvPr>
        </p:nvSpPr>
        <p:spPr>
          <a:xfrm>
            <a:off x="713225" y="463300"/>
            <a:ext cx="40512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4428" name="Google Shape;4428;p57"/>
          <p:cNvSpPr txBox="1"/>
          <p:nvPr>
            <p:ph idx="2" type="title"/>
          </p:nvPr>
        </p:nvSpPr>
        <p:spPr>
          <a:xfrm>
            <a:off x="2546400" y="1897147"/>
            <a:ext cx="40512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4429" name="Google Shape;4429;p57"/>
          <p:cNvSpPr txBox="1"/>
          <p:nvPr>
            <p:ph idx="3" type="subTitle"/>
          </p:nvPr>
        </p:nvSpPr>
        <p:spPr>
          <a:xfrm>
            <a:off x="2546400" y="2728504"/>
            <a:ext cx="40512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4430" name="Google Shape;4430;p57"/>
          <p:cNvSpPr txBox="1"/>
          <p:nvPr>
            <p:ph idx="4" type="title"/>
          </p:nvPr>
        </p:nvSpPr>
        <p:spPr>
          <a:xfrm>
            <a:off x="4379575" y="3330994"/>
            <a:ext cx="40512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4431" name="Google Shape;4431;p57"/>
          <p:cNvSpPr txBox="1"/>
          <p:nvPr>
            <p:ph idx="5" type="subTitle"/>
          </p:nvPr>
        </p:nvSpPr>
        <p:spPr>
          <a:xfrm>
            <a:off x="4379575" y="4159507"/>
            <a:ext cx="40512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5" name="Shape 4435"/>
        <p:cNvGrpSpPr/>
        <p:nvPr/>
      </p:nvGrpSpPr>
      <p:grpSpPr>
        <a:xfrm>
          <a:off x="0" y="0"/>
          <a:ext cx="0" cy="0"/>
          <a:chOff x="0" y="0"/>
          <a:chExt cx="0" cy="0"/>
        </a:xfrm>
      </p:grpSpPr>
      <p:sp>
        <p:nvSpPr>
          <p:cNvPr id="4436" name="Google Shape;4436;p58"/>
          <p:cNvSpPr txBox="1"/>
          <p:nvPr>
            <p:ph type="title"/>
          </p:nvPr>
        </p:nvSpPr>
        <p:spPr>
          <a:xfrm>
            <a:off x="881400" y="1664214"/>
            <a:ext cx="1335600" cy="4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1/4</a:t>
            </a:r>
            <a:endParaRPr/>
          </a:p>
        </p:txBody>
      </p:sp>
      <p:sp>
        <p:nvSpPr>
          <p:cNvPr id="4437" name="Google Shape;4437;p58"/>
          <p:cNvSpPr txBox="1"/>
          <p:nvPr>
            <p:ph idx="9"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Let’s use some percentages</a:t>
            </a:r>
            <a:endParaRPr/>
          </a:p>
        </p:txBody>
      </p:sp>
      <p:sp>
        <p:nvSpPr>
          <p:cNvPr id="4438" name="Google Shape;4438;p58"/>
          <p:cNvSpPr txBox="1"/>
          <p:nvPr>
            <p:ph idx="1" type="subTitle"/>
          </p:nvPr>
        </p:nvSpPr>
        <p:spPr>
          <a:xfrm>
            <a:off x="2280300" y="1893475"/>
            <a:ext cx="5982300" cy="38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a:t>
            </a:r>
            <a:r>
              <a:rPr lang="en"/>
              <a:t> the closest planet to the Sun and the smallest of them all</a:t>
            </a:r>
            <a:endParaRPr/>
          </a:p>
        </p:txBody>
      </p:sp>
      <p:sp>
        <p:nvSpPr>
          <p:cNvPr id="4439" name="Google Shape;4439;p58"/>
          <p:cNvSpPr txBox="1"/>
          <p:nvPr>
            <p:ph idx="2" type="subTitle"/>
          </p:nvPr>
        </p:nvSpPr>
        <p:spPr>
          <a:xfrm>
            <a:off x="2280300" y="1596750"/>
            <a:ext cx="59823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440" name="Google Shape;4440;p58"/>
          <p:cNvSpPr txBox="1"/>
          <p:nvPr>
            <p:ph idx="3" type="title"/>
          </p:nvPr>
        </p:nvSpPr>
        <p:spPr>
          <a:xfrm>
            <a:off x="881400" y="2779769"/>
            <a:ext cx="1335600" cy="4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3/4</a:t>
            </a:r>
            <a:endParaRPr/>
          </a:p>
        </p:txBody>
      </p:sp>
      <p:sp>
        <p:nvSpPr>
          <p:cNvPr id="4441" name="Google Shape;4441;p58"/>
          <p:cNvSpPr txBox="1"/>
          <p:nvPr>
            <p:ph idx="4" type="subTitle"/>
          </p:nvPr>
        </p:nvSpPr>
        <p:spPr>
          <a:xfrm>
            <a:off x="2280300" y="3008200"/>
            <a:ext cx="5982000" cy="38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a:t>
            </a:r>
            <a:r>
              <a:rPr lang="en"/>
              <a:t>has a beautiful name and is the second planet from the Sun</a:t>
            </a:r>
            <a:endParaRPr/>
          </a:p>
        </p:txBody>
      </p:sp>
      <p:sp>
        <p:nvSpPr>
          <p:cNvPr id="4442" name="Google Shape;4442;p58"/>
          <p:cNvSpPr txBox="1"/>
          <p:nvPr>
            <p:ph idx="5" type="subTitle"/>
          </p:nvPr>
        </p:nvSpPr>
        <p:spPr>
          <a:xfrm>
            <a:off x="2280300" y="2712576"/>
            <a:ext cx="59820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443" name="Google Shape;4443;p58"/>
          <p:cNvSpPr txBox="1"/>
          <p:nvPr>
            <p:ph idx="6" type="title"/>
          </p:nvPr>
        </p:nvSpPr>
        <p:spPr>
          <a:xfrm>
            <a:off x="881400" y="3895325"/>
            <a:ext cx="1335600" cy="4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a:t>
            </a:r>
            <a:endParaRPr/>
          </a:p>
        </p:txBody>
      </p:sp>
      <p:sp>
        <p:nvSpPr>
          <p:cNvPr id="4444" name="Google Shape;4444;p58"/>
          <p:cNvSpPr txBox="1"/>
          <p:nvPr>
            <p:ph idx="7" type="subTitle"/>
          </p:nvPr>
        </p:nvSpPr>
        <p:spPr>
          <a:xfrm>
            <a:off x="2280534" y="4122925"/>
            <a:ext cx="5981700" cy="38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it is actually a cold place. It’s full of iron oxide dust</a:t>
            </a:r>
            <a:endParaRPr/>
          </a:p>
        </p:txBody>
      </p:sp>
      <p:sp>
        <p:nvSpPr>
          <p:cNvPr id="4445" name="Google Shape;4445;p58"/>
          <p:cNvSpPr txBox="1"/>
          <p:nvPr>
            <p:ph idx="8" type="subTitle"/>
          </p:nvPr>
        </p:nvSpPr>
        <p:spPr>
          <a:xfrm>
            <a:off x="2280312" y="3828401"/>
            <a:ext cx="5981700" cy="3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4446" name="Google Shape;4446;p58"/>
          <p:cNvGrpSpPr/>
          <p:nvPr/>
        </p:nvGrpSpPr>
        <p:grpSpPr>
          <a:xfrm>
            <a:off x="881388" y="1377149"/>
            <a:ext cx="1335600" cy="171000"/>
            <a:chOff x="881413" y="1228449"/>
            <a:chExt cx="1335600" cy="171000"/>
          </a:xfrm>
        </p:grpSpPr>
        <p:sp>
          <p:nvSpPr>
            <p:cNvPr id="4447" name="Google Shape;4447;p58"/>
            <p:cNvSpPr/>
            <p:nvPr/>
          </p:nvSpPr>
          <p:spPr>
            <a:xfrm flipH="1">
              <a:off x="881413" y="1228449"/>
              <a:ext cx="171300" cy="17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8"/>
            <p:cNvSpPr/>
            <p:nvPr/>
          </p:nvSpPr>
          <p:spPr>
            <a:xfrm flipH="1">
              <a:off x="1269513" y="1228449"/>
              <a:ext cx="171300" cy="1710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8"/>
            <p:cNvSpPr/>
            <p:nvPr/>
          </p:nvSpPr>
          <p:spPr>
            <a:xfrm flipH="1">
              <a:off x="1657613" y="1228449"/>
              <a:ext cx="171300" cy="1710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8"/>
            <p:cNvSpPr/>
            <p:nvPr/>
          </p:nvSpPr>
          <p:spPr>
            <a:xfrm flipH="1">
              <a:off x="2045713" y="1228449"/>
              <a:ext cx="171300" cy="1710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58"/>
          <p:cNvGrpSpPr/>
          <p:nvPr/>
        </p:nvGrpSpPr>
        <p:grpSpPr>
          <a:xfrm>
            <a:off x="881388" y="2491531"/>
            <a:ext cx="1335600" cy="171000"/>
            <a:chOff x="881413" y="2384181"/>
            <a:chExt cx="1335600" cy="171000"/>
          </a:xfrm>
        </p:grpSpPr>
        <p:sp>
          <p:nvSpPr>
            <p:cNvPr id="4452" name="Google Shape;4452;p58"/>
            <p:cNvSpPr/>
            <p:nvPr/>
          </p:nvSpPr>
          <p:spPr>
            <a:xfrm flipH="1">
              <a:off x="881413" y="2384181"/>
              <a:ext cx="171300" cy="17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8"/>
            <p:cNvSpPr/>
            <p:nvPr/>
          </p:nvSpPr>
          <p:spPr>
            <a:xfrm flipH="1">
              <a:off x="1269513" y="2384181"/>
              <a:ext cx="171300" cy="1710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8"/>
            <p:cNvSpPr/>
            <p:nvPr/>
          </p:nvSpPr>
          <p:spPr>
            <a:xfrm flipH="1">
              <a:off x="1657613" y="2384181"/>
              <a:ext cx="171300" cy="1710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8"/>
            <p:cNvSpPr/>
            <p:nvPr/>
          </p:nvSpPr>
          <p:spPr>
            <a:xfrm flipH="1">
              <a:off x="2045713" y="2384181"/>
              <a:ext cx="171300" cy="1710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6" name="Google Shape;4456;p58"/>
          <p:cNvGrpSpPr/>
          <p:nvPr/>
        </p:nvGrpSpPr>
        <p:grpSpPr>
          <a:xfrm>
            <a:off x="881388" y="3605914"/>
            <a:ext cx="1335600" cy="171000"/>
            <a:chOff x="881413" y="3433514"/>
            <a:chExt cx="1335600" cy="171000"/>
          </a:xfrm>
        </p:grpSpPr>
        <p:sp>
          <p:nvSpPr>
            <p:cNvPr id="4457" name="Google Shape;4457;p58"/>
            <p:cNvSpPr/>
            <p:nvPr/>
          </p:nvSpPr>
          <p:spPr>
            <a:xfrm flipH="1">
              <a:off x="881413" y="3433514"/>
              <a:ext cx="171300" cy="17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8"/>
            <p:cNvSpPr/>
            <p:nvPr/>
          </p:nvSpPr>
          <p:spPr>
            <a:xfrm flipH="1">
              <a:off x="1269513" y="3433514"/>
              <a:ext cx="171300" cy="1710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8"/>
            <p:cNvSpPr/>
            <p:nvPr/>
          </p:nvSpPr>
          <p:spPr>
            <a:xfrm flipH="1">
              <a:off x="1657613" y="3433514"/>
              <a:ext cx="171300" cy="1710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8"/>
            <p:cNvSpPr/>
            <p:nvPr/>
          </p:nvSpPr>
          <p:spPr>
            <a:xfrm flipH="1">
              <a:off x="2045713" y="3433514"/>
              <a:ext cx="171300" cy="1710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4" name="Shape 4464"/>
        <p:cNvGrpSpPr/>
        <p:nvPr/>
      </p:nvGrpSpPr>
      <p:grpSpPr>
        <a:xfrm>
          <a:off x="0" y="0"/>
          <a:ext cx="0" cy="0"/>
          <a:chOff x="0" y="0"/>
          <a:chExt cx="0" cy="0"/>
        </a:xfrm>
      </p:grpSpPr>
      <p:grpSp>
        <p:nvGrpSpPr>
          <p:cNvPr id="4465" name="Google Shape;4465;p59"/>
          <p:cNvGrpSpPr/>
          <p:nvPr/>
        </p:nvGrpSpPr>
        <p:grpSpPr>
          <a:xfrm>
            <a:off x="4438117" y="1323607"/>
            <a:ext cx="3432984" cy="2496295"/>
            <a:chOff x="331763" y="414153"/>
            <a:chExt cx="6903246" cy="5019697"/>
          </a:xfrm>
        </p:grpSpPr>
        <p:sp>
          <p:nvSpPr>
            <p:cNvPr id="4466" name="Google Shape;4466;p59"/>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9"/>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9"/>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70" name="Google Shape;4470;p59"/>
          <p:cNvPicPr preferRelativeResize="0"/>
          <p:nvPr/>
        </p:nvPicPr>
        <p:blipFill rotWithShape="1">
          <a:blip r:embed="rId3">
            <a:alphaModFix/>
          </a:blip>
          <a:srcRect b="0" l="3891" r="3882" t="0"/>
          <a:stretch/>
        </p:blipFill>
        <p:spPr>
          <a:xfrm>
            <a:off x="4530015" y="1415833"/>
            <a:ext cx="3249110" cy="1981718"/>
          </a:xfrm>
          <a:prstGeom prst="rect">
            <a:avLst/>
          </a:prstGeom>
          <a:noFill/>
          <a:ln cap="flat" cmpd="sng" w="9525">
            <a:solidFill>
              <a:schemeClr val="dk1"/>
            </a:solidFill>
            <a:prstDash val="solid"/>
            <a:round/>
            <a:headEnd len="sm" w="sm" type="none"/>
            <a:tailEnd len="sm" w="sm" type="none"/>
          </a:ln>
        </p:spPr>
      </p:pic>
      <p:sp>
        <p:nvSpPr>
          <p:cNvPr id="4471" name="Google Shape;4471;p59"/>
          <p:cNvSpPr txBox="1"/>
          <p:nvPr>
            <p:ph type="title"/>
          </p:nvPr>
        </p:nvSpPr>
        <p:spPr>
          <a:xfrm>
            <a:off x="1272888" y="1324513"/>
            <a:ext cx="2693400" cy="104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4472" name="Google Shape;4472;p59"/>
          <p:cNvSpPr txBox="1"/>
          <p:nvPr>
            <p:ph idx="1" type="subTitle"/>
          </p:nvPr>
        </p:nvSpPr>
        <p:spPr>
          <a:xfrm>
            <a:off x="1272888" y="2447238"/>
            <a:ext cx="2693400" cy="104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76" name="Shape 4476"/>
        <p:cNvGrpSpPr/>
        <p:nvPr/>
      </p:nvGrpSpPr>
      <p:grpSpPr>
        <a:xfrm>
          <a:off x="0" y="0"/>
          <a:ext cx="0" cy="0"/>
          <a:chOff x="0" y="0"/>
          <a:chExt cx="0" cy="0"/>
        </a:xfrm>
      </p:grpSpPr>
      <p:grpSp>
        <p:nvGrpSpPr>
          <p:cNvPr id="4477" name="Google Shape;4477;p60"/>
          <p:cNvGrpSpPr/>
          <p:nvPr/>
        </p:nvGrpSpPr>
        <p:grpSpPr>
          <a:xfrm>
            <a:off x="1561951" y="735560"/>
            <a:ext cx="2697276" cy="3672287"/>
            <a:chOff x="1655550" y="790900"/>
            <a:chExt cx="2510262" cy="3417671"/>
          </a:xfrm>
        </p:grpSpPr>
        <p:sp>
          <p:nvSpPr>
            <p:cNvPr id="4478" name="Google Shape;4478;p60"/>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0"/>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80" name="Google Shape;4480;p60"/>
          <p:cNvPicPr preferRelativeResize="0"/>
          <p:nvPr/>
        </p:nvPicPr>
        <p:blipFill rotWithShape="1">
          <a:blip r:embed="rId3">
            <a:alphaModFix/>
          </a:blip>
          <a:srcRect b="0" l="57786" r="0" t="0"/>
          <a:stretch/>
        </p:blipFill>
        <p:spPr>
          <a:xfrm>
            <a:off x="1655968" y="838567"/>
            <a:ext cx="2512490" cy="3347958"/>
          </a:xfrm>
          <a:prstGeom prst="rect">
            <a:avLst/>
          </a:prstGeom>
          <a:noFill/>
          <a:ln cap="flat" cmpd="sng" w="9525">
            <a:solidFill>
              <a:schemeClr val="dk1"/>
            </a:solidFill>
            <a:prstDash val="solid"/>
            <a:round/>
            <a:headEnd len="sm" w="sm" type="none"/>
            <a:tailEnd len="sm" w="sm" type="none"/>
          </a:ln>
        </p:spPr>
      </p:pic>
      <p:sp>
        <p:nvSpPr>
          <p:cNvPr id="4481" name="Google Shape;4481;p60"/>
          <p:cNvSpPr txBox="1"/>
          <p:nvPr>
            <p:ph type="title"/>
          </p:nvPr>
        </p:nvSpPr>
        <p:spPr>
          <a:xfrm flipH="1">
            <a:off x="5215087" y="1324513"/>
            <a:ext cx="2693400" cy="104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mockup</a:t>
            </a:r>
            <a:endParaRPr/>
          </a:p>
        </p:txBody>
      </p:sp>
      <p:sp>
        <p:nvSpPr>
          <p:cNvPr id="4482" name="Google Shape;4482;p60"/>
          <p:cNvSpPr txBox="1"/>
          <p:nvPr>
            <p:ph idx="1" type="subTitle"/>
          </p:nvPr>
        </p:nvSpPr>
        <p:spPr>
          <a:xfrm flipH="1">
            <a:off x="5215087" y="2447238"/>
            <a:ext cx="2693400" cy="104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6" name="Shape 4486"/>
        <p:cNvGrpSpPr/>
        <p:nvPr/>
      </p:nvGrpSpPr>
      <p:grpSpPr>
        <a:xfrm>
          <a:off x="0" y="0"/>
          <a:ext cx="0" cy="0"/>
          <a:chOff x="0" y="0"/>
          <a:chExt cx="0" cy="0"/>
        </a:xfrm>
      </p:grpSpPr>
      <p:sp>
        <p:nvSpPr>
          <p:cNvPr id="4487" name="Google Shape;4487;p61"/>
          <p:cNvSpPr txBox="1"/>
          <p:nvPr>
            <p:ph type="title"/>
          </p:nvPr>
        </p:nvSpPr>
        <p:spPr>
          <a:xfrm>
            <a:off x="1272888" y="1324513"/>
            <a:ext cx="2693400" cy="104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4488" name="Google Shape;4488;p61"/>
          <p:cNvSpPr txBox="1"/>
          <p:nvPr>
            <p:ph idx="1" type="subTitle"/>
          </p:nvPr>
        </p:nvSpPr>
        <p:spPr>
          <a:xfrm>
            <a:off x="1272888" y="2447238"/>
            <a:ext cx="2693400" cy="104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4489" name="Google Shape;4489;p61"/>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0" name="Google Shape;4490;p61"/>
          <p:cNvGrpSpPr/>
          <p:nvPr/>
        </p:nvGrpSpPr>
        <p:grpSpPr>
          <a:xfrm>
            <a:off x="5186401" y="709411"/>
            <a:ext cx="1834973" cy="3724678"/>
            <a:chOff x="5186401" y="494525"/>
            <a:chExt cx="1834973" cy="3724678"/>
          </a:xfrm>
        </p:grpSpPr>
        <p:sp>
          <p:nvSpPr>
            <p:cNvPr id="4491" name="Google Shape;4491;p61"/>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1"/>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93" name="Google Shape;4493;p61"/>
          <p:cNvPicPr preferRelativeResize="0"/>
          <p:nvPr/>
        </p:nvPicPr>
        <p:blipFill rotWithShape="1">
          <a:blip r:embed="rId3">
            <a:alphaModFix/>
          </a:blip>
          <a:srcRect b="0" l="17012" r="53508" t="0"/>
          <a:stretch/>
        </p:blipFill>
        <p:spPr>
          <a:xfrm>
            <a:off x="5271588" y="891935"/>
            <a:ext cx="1664599" cy="3176198"/>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7" name="Shape 4497"/>
        <p:cNvGrpSpPr/>
        <p:nvPr/>
      </p:nvGrpSpPr>
      <p:grpSpPr>
        <a:xfrm>
          <a:off x="0" y="0"/>
          <a:ext cx="0" cy="0"/>
          <a:chOff x="0" y="0"/>
          <a:chExt cx="0" cy="0"/>
        </a:xfrm>
      </p:grpSpPr>
      <p:sp>
        <p:nvSpPr>
          <p:cNvPr id="4498" name="Google Shape;4498;p62"/>
          <p:cNvSpPr txBox="1"/>
          <p:nvPr/>
        </p:nvSpPr>
        <p:spPr>
          <a:xfrm flipH="1">
            <a:off x="5889360" y="1379163"/>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Venus</a:t>
            </a:r>
            <a:endParaRPr b="1" sz="2000">
              <a:solidFill>
                <a:schemeClr val="dk1"/>
              </a:solidFill>
              <a:latin typeface="Syne"/>
              <a:ea typeface="Syne"/>
              <a:cs typeface="Syne"/>
              <a:sym typeface="Syne"/>
            </a:endParaRPr>
          </a:p>
        </p:txBody>
      </p:sp>
      <p:sp>
        <p:nvSpPr>
          <p:cNvPr id="4499" name="Google Shape;4499;p62"/>
          <p:cNvSpPr txBox="1"/>
          <p:nvPr/>
        </p:nvSpPr>
        <p:spPr>
          <a:xfrm flipH="1">
            <a:off x="6492785" y="3719197"/>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Mars</a:t>
            </a:r>
            <a:endParaRPr b="1" sz="2000">
              <a:solidFill>
                <a:schemeClr val="dk1"/>
              </a:solidFill>
              <a:latin typeface="Syne"/>
              <a:ea typeface="Syne"/>
              <a:cs typeface="Syne"/>
              <a:sym typeface="Syne"/>
            </a:endParaRPr>
          </a:p>
        </p:txBody>
      </p:sp>
      <p:sp>
        <p:nvSpPr>
          <p:cNvPr id="4500" name="Google Shape;4500;p62"/>
          <p:cNvSpPr txBox="1"/>
          <p:nvPr/>
        </p:nvSpPr>
        <p:spPr>
          <a:xfrm flipH="1">
            <a:off x="6191073" y="2549180"/>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Mercury</a:t>
            </a:r>
            <a:endParaRPr b="1" sz="2000">
              <a:solidFill>
                <a:schemeClr val="dk1"/>
              </a:solidFill>
              <a:latin typeface="Syne"/>
              <a:ea typeface="Syne"/>
              <a:cs typeface="Syne"/>
              <a:sym typeface="Syne"/>
            </a:endParaRPr>
          </a:p>
        </p:txBody>
      </p:sp>
      <p:sp>
        <p:nvSpPr>
          <p:cNvPr id="4501" name="Google Shape;4501;p62"/>
          <p:cNvSpPr txBox="1"/>
          <p:nvPr>
            <p:ph type="title"/>
          </p:nvPr>
        </p:nvSpPr>
        <p:spPr>
          <a:xfrm>
            <a:off x="872425" y="475488"/>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4502" name="Google Shape;4502;p62"/>
          <p:cNvSpPr txBox="1"/>
          <p:nvPr/>
        </p:nvSpPr>
        <p:spPr>
          <a:xfrm flipH="1">
            <a:off x="5889360" y="1669599"/>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It’s the second planet from the Sun</a:t>
            </a:r>
            <a:endParaRPr>
              <a:solidFill>
                <a:schemeClr val="dk1"/>
              </a:solidFill>
              <a:latin typeface="Syne Medium"/>
              <a:ea typeface="Syne Medium"/>
              <a:cs typeface="Syne Medium"/>
              <a:sym typeface="Syne Medium"/>
            </a:endParaRPr>
          </a:p>
        </p:txBody>
      </p:sp>
      <p:sp>
        <p:nvSpPr>
          <p:cNvPr id="4503" name="Google Shape;4503;p62"/>
          <p:cNvSpPr txBox="1"/>
          <p:nvPr/>
        </p:nvSpPr>
        <p:spPr>
          <a:xfrm flipH="1">
            <a:off x="6492785" y="4009637"/>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Despite being red, Mars is a cold place</a:t>
            </a:r>
            <a:endParaRPr>
              <a:solidFill>
                <a:schemeClr val="dk1"/>
              </a:solidFill>
              <a:latin typeface="Syne Medium"/>
              <a:ea typeface="Syne Medium"/>
              <a:cs typeface="Syne Medium"/>
              <a:sym typeface="Syne Medium"/>
            </a:endParaRPr>
          </a:p>
        </p:txBody>
      </p:sp>
      <p:sp>
        <p:nvSpPr>
          <p:cNvPr id="4504" name="Google Shape;4504;p62"/>
          <p:cNvSpPr txBox="1"/>
          <p:nvPr/>
        </p:nvSpPr>
        <p:spPr>
          <a:xfrm flipH="1">
            <a:off x="6191073" y="2839618"/>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It’s</a:t>
            </a:r>
            <a:r>
              <a:rPr lang="en">
                <a:solidFill>
                  <a:schemeClr val="dk1"/>
                </a:solidFill>
                <a:latin typeface="Syne Medium"/>
                <a:ea typeface="Syne Medium"/>
                <a:cs typeface="Syne Medium"/>
                <a:sym typeface="Syne Medium"/>
              </a:rPr>
              <a:t> the closest planet to the Sun</a:t>
            </a:r>
            <a:endParaRPr>
              <a:solidFill>
                <a:schemeClr val="dk1"/>
              </a:solidFill>
              <a:latin typeface="Syne Medium"/>
              <a:ea typeface="Syne Medium"/>
              <a:cs typeface="Syne Medium"/>
              <a:sym typeface="Syne Medium"/>
            </a:endParaRPr>
          </a:p>
        </p:txBody>
      </p:sp>
      <p:grpSp>
        <p:nvGrpSpPr>
          <p:cNvPr id="4505" name="Google Shape;4505;p62"/>
          <p:cNvGrpSpPr/>
          <p:nvPr/>
        </p:nvGrpSpPr>
        <p:grpSpPr>
          <a:xfrm>
            <a:off x="620966" y="1669593"/>
            <a:ext cx="4919741" cy="2620545"/>
            <a:chOff x="233350" y="949250"/>
            <a:chExt cx="7137300" cy="3802300"/>
          </a:xfrm>
        </p:grpSpPr>
        <p:sp>
          <p:nvSpPr>
            <p:cNvPr id="4506" name="Google Shape;4506;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7" name="Google Shape;4557;p62"/>
          <p:cNvSpPr/>
          <p:nvPr/>
        </p:nvSpPr>
        <p:spPr>
          <a:xfrm>
            <a:off x="5540708" y="127610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5842420" y="2446127"/>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6144133" y="361615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1145258" y="215570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2706958" y="192905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4171458" y="215570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6" name="Shape 4566"/>
        <p:cNvGrpSpPr/>
        <p:nvPr/>
      </p:nvGrpSpPr>
      <p:grpSpPr>
        <a:xfrm>
          <a:off x="0" y="0"/>
          <a:ext cx="0" cy="0"/>
          <a:chOff x="0" y="0"/>
          <a:chExt cx="0" cy="0"/>
        </a:xfrm>
      </p:grpSpPr>
      <p:sp>
        <p:nvSpPr>
          <p:cNvPr id="4567" name="Google Shape;4567;p63"/>
          <p:cNvSpPr txBox="1"/>
          <p:nvPr>
            <p:ph type="title"/>
          </p:nvPr>
        </p:nvSpPr>
        <p:spPr>
          <a:xfrm flipH="1">
            <a:off x="3410801" y="2205132"/>
            <a:ext cx="5067600" cy="1323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
        <p:nvSpPr>
          <p:cNvPr id="4568" name="Google Shape;4568;p63"/>
          <p:cNvSpPr txBox="1"/>
          <p:nvPr>
            <p:ph idx="1" type="subTitle"/>
          </p:nvPr>
        </p:nvSpPr>
        <p:spPr>
          <a:xfrm flipH="1">
            <a:off x="3410802" y="3585875"/>
            <a:ext cx="4942800" cy="457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
        <p:nvSpPr>
          <p:cNvPr id="4569" name="Google Shape;4569;p63"/>
          <p:cNvSpPr txBox="1"/>
          <p:nvPr>
            <p:ph idx="2" type="title"/>
          </p:nvPr>
        </p:nvSpPr>
        <p:spPr>
          <a:xfrm flipH="1">
            <a:off x="6417405" y="1033538"/>
            <a:ext cx="1936200" cy="101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4570" name="Google Shape;4570;p63"/>
          <p:cNvSpPr/>
          <p:nvPr/>
        </p:nvSpPr>
        <p:spPr>
          <a:xfrm flipH="1">
            <a:off x="-792" y="0"/>
            <a:ext cx="26520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1" name="Google Shape;4571;p63"/>
          <p:cNvGrpSpPr/>
          <p:nvPr/>
        </p:nvGrpSpPr>
        <p:grpSpPr>
          <a:xfrm>
            <a:off x="-917725" y="-292180"/>
            <a:ext cx="3466041" cy="5435847"/>
            <a:chOff x="456923" y="1019567"/>
            <a:chExt cx="1732327" cy="2716837"/>
          </a:xfrm>
        </p:grpSpPr>
        <p:sp>
          <p:nvSpPr>
            <p:cNvPr id="4572" name="Google Shape;4572;p63"/>
            <p:cNvSpPr/>
            <p:nvPr/>
          </p:nvSpPr>
          <p:spPr>
            <a:xfrm>
              <a:off x="1441631" y="3309803"/>
              <a:ext cx="3278" cy="61879"/>
            </a:xfrm>
            <a:custGeom>
              <a:rect b="b" l="l" r="r" t="t"/>
              <a:pathLst>
                <a:path extrusionOk="0" h="623" w="33">
                  <a:moveTo>
                    <a:pt x="16" y="1"/>
                  </a:moveTo>
                  <a:lnTo>
                    <a:pt x="0" y="17"/>
                  </a:lnTo>
                  <a:lnTo>
                    <a:pt x="0" y="607"/>
                  </a:lnTo>
                  <a:cubicBezTo>
                    <a:pt x="0" y="623"/>
                    <a:pt x="16" y="623"/>
                    <a:pt x="16" y="623"/>
                  </a:cubicBezTo>
                  <a:cubicBezTo>
                    <a:pt x="16" y="623"/>
                    <a:pt x="33" y="623"/>
                    <a:pt x="33" y="607"/>
                  </a:cubicBezTo>
                  <a:lnTo>
                    <a:pt x="33"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3"/>
            <p:cNvSpPr/>
            <p:nvPr/>
          </p:nvSpPr>
          <p:spPr>
            <a:xfrm>
              <a:off x="1765828" y="2683062"/>
              <a:ext cx="5264" cy="53437"/>
            </a:xfrm>
            <a:custGeom>
              <a:rect b="b" l="l" r="r" t="t"/>
              <a:pathLst>
                <a:path extrusionOk="0" h="538" w="53">
                  <a:moveTo>
                    <a:pt x="20" y="1"/>
                  </a:moveTo>
                  <a:cubicBezTo>
                    <a:pt x="0" y="81"/>
                    <a:pt x="0" y="182"/>
                    <a:pt x="20" y="267"/>
                  </a:cubicBezTo>
                  <a:cubicBezTo>
                    <a:pt x="20" y="352"/>
                    <a:pt x="20" y="437"/>
                    <a:pt x="0" y="522"/>
                  </a:cubicBezTo>
                  <a:lnTo>
                    <a:pt x="0" y="538"/>
                  </a:lnTo>
                  <a:lnTo>
                    <a:pt x="20" y="538"/>
                  </a:lnTo>
                  <a:lnTo>
                    <a:pt x="20" y="522"/>
                  </a:lnTo>
                  <a:cubicBezTo>
                    <a:pt x="37" y="437"/>
                    <a:pt x="37" y="352"/>
                    <a:pt x="37" y="267"/>
                  </a:cubicBezTo>
                  <a:cubicBezTo>
                    <a:pt x="37" y="182"/>
                    <a:pt x="37" y="102"/>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3"/>
            <p:cNvSpPr/>
            <p:nvPr/>
          </p:nvSpPr>
          <p:spPr>
            <a:xfrm>
              <a:off x="706130" y="1872173"/>
              <a:ext cx="4867" cy="63469"/>
            </a:xfrm>
            <a:custGeom>
              <a:rect b="b" l="l" r="r" t="t"/>
              <a:pathLst>
                <a:path extrusionOk="0" h="639" w="49">
                  <a:moveTo>
                    <a:pt x="17" y="1"/>
                  </a:moveTo>
                  <a:cubicBezTo>
                    <a:pt x="17" y="1"/>
                    <a:pt x="0" y="1"/>
                    <a:pt x="0" y="17"/>
                  </a:cubicBezTo>
                  <a:cubicBezTo>
                    <a:pt x="17" y="85"/>
                    <a:pt x="0" y="166"/>
                    <a:pt x="0" y="251"/>
                  </a:cubicBezTo>
                  <a:cubicBezTo>
                    <a:pt x="0" y="368"/>
                    <a:pt x="0" y="505"/>
                    <a:pt x="17" y="639"/>
                  </a:cubicBezTo>
                  <a:lnTo>
                    <a:pt x="49" y="639"/>
                  </a:lnTo>
                  <a:cubicBezTo>
                    <a:pt x="33" y="505"/>
                    <a:pt x="33" y="368"/>
                    <a:pt x="33" y="251"/>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3"/>
            <p:cNvSpPr/>
            <p:nvPr/>
          </p:nvSpPr>
          <p:spPr>
            <a:xfrm>
              <a:off x="1643857" y="3002094"/>
              <a:ext cx="6853" cy="68733"/>
            </a:xfrm>
            <a:custGeom>
              <a:rect b="b" l="l" r="r" t="t"/>
              <a:pathLst>
                <a:path extrusionOk="0" h="692" w="69">
                  <a:moveTo>
                    <a:pt x="37" y="0"/>
                  </a:moveTo>
                  <a:cubicBezTo>
                    <a:pt x="16" y="121"/>
                    <a:pt x="16" y="239"/>
                    <a:pt x="16" y="340"/>
                  </a:cubicBezTo>
                  <a:lnTo>
                    <a:pt x="16" y="558"/>
                  </a:lnTo>
                  <a:lnTo>
                    <a:pt x="16" y="590"/>
                  </a:lnTo>
                  <a:cubicBezTo>
                    <a:pt x="16" y="626"/>
                    <a:pt x="37" y="659"/>
                    <a:pt x="16" y="675"/>
                  </a:cubicBezTo>
                  <a:cubicBezTo>
                    <a:pt x="0" y="691"/>
                    <a:pt x="0" y="691"/>
                    <a:pt x="16" y="691"/>
                  </a:cubicBezTo>
                  <a:lnTo>
                    <a:pt x="37" y="691"/>
                  </a:lnTo>
                  <a:cubicBezTo>
                    <a:pt x="53" y="659"/>
                    <a:pt x="53" y="626"/>
                    <a:pt x="53" y="590"/>
                  </a:cubicBezTo>
                  <a:lnTo>
                    <a:pt x="53" y="558"/>
                  </a:lnTo>
                  <a:lnTo>
                    <a:pt x="53" y="340"/>
                  </a:lnTo>
                  <a:cubicBezTo>
                    <a:pt x="53" y="239"/>
                    <a:pt x="53" y="121"/>
                    <a:pt x="69" y="20"/>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3"/>
            <p:cNvSpPr/>
            <p:nvPr/>
          </p:nvSpPr>
          <p:spPr>
            <a:xfrm>
              <a:off x="1739308" y="2107673"/>
              <a:ext cx="170640" cy="389751"/>
            </a:xfrm>
            <a:custGeom>
              <a:rect b="b" l="l" r="r" t="t"/>
              <a:pathLst>
                <a:path extrusionOk="0" h="3924" w="1718">
                  <a:moveTo>
                    <a:pt x="17" y="1"/>
                  </a:moveTo>
                  <a:lnTo>
                    <a:pt x="1" y="17"/>
                  </a:lnTo>
                  <a:cubicBezTo>
                    <a:pt x="1" y="154"/>
                    <a:pt x="85" y="255"/>
                    <a:pt x="166" y="356"/>
                  </a:cubicBezTo>
                  <a:cubicBezTo>
                    <a:pt x="186" y="389"/>
                    <a:pt x="219" y="441"/>
                    <a:pt x="235" y="473"/>
                  </a:cubicBezTo>
                  <a:cubicBezTo>
                    <a:pt x="724" y="1229"/>
                    <a:pt x="1213" y="2004"/>
                    <a:pt x="1633" y="2663"/>
                  </a:cubicBezTo>
                  <a:cubicBezTo>
                    <a:pt x="1665" y="2711"/>
                    <a:pt x="1665" y="2764"/>
                    <a:pt x="1665" y="2812"/>
                  </a:cubicBezTo>
                  <a:lnTo>
                    <a:pt x="1665" y="3031"/>
                  </a:lnTo>
                  <a:lnTo>
                    <a:pt x="1665" y="3552"/>
                  </a:lnTo>
                  <a:lnTo>
                    <a:pt x="1665" y="3604"/>
                  </a:lnTo>
                  <a:cubicBezTo>
                    <a:pt x="1665" y="3705"/>
                    <a:pt x="1649" y="3806"/>
                    <a:pt x="1701" y="3907"/>
                  </a:cubicBezTo>
                  <a:lnTo>
                    <a:pt x="1717" y="3923"/>
                  </a:lnTo>
                  <a:lnTo>
                    <a:pt x="1717" y="3907"/>
                  </a:lnTo>
                  <a:cubicBezTo>
                    <a:pt x="1681" y="3806"/>
                    <a:pt x="1681" y="3705"/>
                    <a:pt x="1681" y="3604"/>
                  </a:cubicBezTo>
                  <a:cubicBezTo>
                    <a:pt x="1681" y="3588"/>
                    <a:pt x="1701" y="3572"/>
                    <a:pt x="1701" y="3552"/>
                  </a:cubicBezTo>
                  <a:lnTo>
                    <a:pt x="1701" y="3031"/>
                  </a:lnTo>
                  <a:lnTo>
                    <a:pt x="1701" y="2812"/>
                  </a:lnTo>
                  <a:cubicBezTo>
                    <a:pt x="1701" y="2764"/>
                    <a:pt x="1701" y="2711"/>
                    <a:pt x="1649" y="2643"/>
                  </a:cubicBezTo>
                  <a:cubicBezTo>
                    <a:pt x="1229" y="1988"/>
                    <a:pt x="740" y="1213"/>
                    <a:pt x="267" y="457"/>
                  </a:cubicBezTo>
                  <a:cubicBezTo>
                    <a:pt x="235" y="421"/>
                    <a:pt x="219" y="372"/>
                    <a:pt x="186" y="340"/>
                  </a:cubicBezTo>
                  <a:cubicBezTo>
                    <a:pt x="102" y="239"/>
                    <a:pt x="33" y="15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3"/>
            <p:cNvSpPr/>
            <p:nvPr/>
          </p:nvSpPr>
          <p:spPr>
            <a:xfrm>
              <a:off x="1749340" y="1674814"/>
              <a:ext cx="163787" cy="374455"/>
            </a:xfrm>
            <a:custGeom>
              <a:rect b="b" l="l" r="r" t="t"/>
              <a:pathLst>
                <a:path extrusionOk="0" h="3770" w="1649">
                  <a:moveTo>
                    <a:pt x="1" y="0"/>
                  </a:moveTo>
                  <a:lnTo>
                    <a:pt x="1" y="16"/>
                  </a:lnTo>
                  <a:cubicBezTo>
                    <a:pt x="118" y="117"/>
                    <a:pt x="186" y="255"/>
                    <a:pt x="251" y="388"/>
                  </a:cubicBezTo>
                  <a:cubicBezTo>
                    <a:pt x="267" y="420"/>
                    <a:pt x="287" y="473"/>
                    <a:pt x="304" y="505"/>
                  </a:cubicBezTo>
                  <a:cubicBezTo>
                    <a:pt x="554" y="961"/>
                    <a:pt x="809" y="1398"/>
                    <a:pt x="1043" y="1834"/>
                  </a:cubicBezTo>
                  <a:cubicBezTo>
                    <a:pt x="1213" y="2121"/>
                    <a:pt x="1362" y="2408"/>
                    <a:pt x="1532" y="2694"/>
                  </a:cubicBezTo>
                  <a:cubicBezTo>
                    <a:pt x="1580" y="2779"/>
                    <a:pt x="1616" y="2844"/>
                    <a:pt x="1564" y="2961"/>
                  </a:cubicBezTo>
                  <a:cubicBezTo>
                    <a:pt x="1532" y="3030"/>
                    <a:pt x="1548" y="3115"/>
                    <a:pt x="1548" y="3199"/>
                  </a:cubicBezTo>
                  <a:lnTo>
                    <a:pt x="1548" y="3300"/>
                  </a:lnTo>
                  <a:lnTo>
                    <a:pt x="1548" y="3365"/>
                  </a:lnTo>
                  <a:cubicBezTo>
                    <a:pt x="1548" y="3502"/>
                    <a:pt x="1548" y="3636"/>
                    <a:pt x="1600" y="3753"/>
                  </a:cubicBezTo>
                  <a:lnTo>
                    <a:pt x="1616" y="3769"/>
                  </a:lnTo>
                  <a:lnTo>
                    <a:pt x="1616" y="3753"/>
                  </a:lnTo>
                  <a:cubicBezTo>
                    <a:pt x="1580" y="3620"/>
                    <a:pt x="1580" y="3502"/>
                    <a:pt x="1580" y="3365"/>
                  </a:cubicBezTo>
                  <a:lnTo>
                    <a:pt x="1580" y="3300"/>
                  </a:lnTo>
                  <a:lnTo>
                    <a:pt x="1580" y="3183"/>
                  </a:lnTo>
                  <a:cubicBezTo>
                    <a:pt x="1564" y="3115"/>
                    <a:pt x="1564" y="3030"/>
                    <a:pt x="1580" y="2961"/>
                  </a:cubicBezTo>
                  <a:cubicBezTo>
                    <a:pt x="1649" y="2844"/>
                    <a:pt x="1600" y="2759"/>
                    <a:pt x="1548" y="2678"/>
                  </a:cubicBezTo>
                  <a:cubicBezTo>
                    <a:pt x="1398" y="2391"/>
                    <a:pt x="1229" y="2105"/>
                    <a:pt x="1075" y="1834"/>
                  </a:cubicBezTo>
                  <a:cubicBezTo>
                    <a:pt x="825" y="1398"/>
                    <a:pt x="570" y="941"/>
                    <a:pt x="336" y="489"/>
                  </a:cubicBezTo>
                  <a:cubicBezTo>
                    <a:pt x="320" y="456"/>
                    <a:pt x="287" y="420"/>
                    <a:pt x="267" y="372"/>
                  </a:cubicBezTo>
                  <a:cubicBezTo>
                    <a:pt x="203" y="255"/>
                    <a:pt x="134"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3"/>
            <p:cNvSpPr/>
            <p:nvPr/>
          </p:nvSpPr>
          <p:spPr>
            <a:xfrm>
              <a:off x="848164" y="3301360"/>
              <a:ext cx="354392" cy="229242"/>
            </a:xfrm>
            <a:custGeom>
              <a:rect b="b" l="l" r="r" t="t"/>
              <a:pathLst>
                <a:path extrusionOk="0" h="2308" w="3568">
                  <a:moveTo>
                    <a:pt x="3551" y="1"/>
                  </a:moveTo>
                  <a:lnTo>
                    <a:pt x="3519" y="17"/>
                  </a:lnTo>
                  <a:cubicBezTo>
                    <a:pt x="3063" y="154"/>
                    <a:pt x="2610" y="304"/>
                    <a:pt x="2170" y="457"/>
                  </a:cubicBezTo>
                  <a:cubicBezTo>
                    <a:pt x="1701" y="607"/>
                    <a:pt x="1229" y="760"/>
                    <a:pt x="776" y="894"/>
                  </a:cubicBezTo>
                  <a:cubicBezTo>
                    <a:pt x="554" y="978"/>
                    <a:pt x="336" y="1047"/>
                    <a:pt x="118" y="1112"/>
                  </a:cubicBezTo>
                  <a:cubicBezTo>
                    <a:pt x="69" y="1128"/>
                    <a:pt x="33" y="1164"/>
                    <a:pt x="33" y="1229"/>
                  </a:cubicBezTo>
                  <a:cubicBezTo>
                    <a:pt x="33" y="1584"/>
                    <a:pt x="33" y="1887"/>
                    <a:pt x="17" y="2174"/>
                  </a:cubicBezTo>
                  <a:cubicBezTo>
                    <a:pt x="1" y="2207"/>
                    <a:pt x="17" y="2223"/>
                    <a:pt x="17" y="2259"/>
                  </a:cubicBezTo>
                  <a:cubicBezTo>
                    <a:pt x="33" y="2275"/>
                    <a:pt x="33" y="2291"/>
                    <a:pt x="33" y="2291"/>
                  </a:cubicBezTo>
                  <a:cubicBezTo>
                    <a:pt x="33" y="2307"/>
                    <a:pt x="49" y="2307"/>
                    <a:pt x="49" y="2307"/>
                  </a:cubicBezTo>
                  <a:lnTo>
                    <a:pt x="69" y="2291"/>
                  </a:lnTo>
                  <a:cubicBezTo>
                    <a:pt x="49" y="2275"/>
                    <a:pt x="49" y="2259"/>
                    <a:pt x="49" y="2259"/>
                  </a:cubicBezTo>
                  <a:cubicBezTo>
                    <a:pt x="49" y="2223"/>
                    <a:pt x="33" y="2207"/>
                    <a:pt x="33" y="2174"/>
                  </a:cubicBezTo>
                  <a:cubicBezTo>
                    <a:pt x="49" y="1887"/>
                    <a:pt x="69" y="1584"/>
                    <a:pt x="69" y="1229"/>
                  </a:cubicBezTo>
                  <a:cubicBezTo>
                    <a:pt x="69" y="1180"/>
                    <a:pt x="85" y="1148"/>
                    <a:pt x="134" y="1128"/>
                  </a:cubicBezTo>
                  <a:cubicBezTo>
                    <a:pt x="352" y="1063"/>
                    <a:pt x="574" y="995"/>
                    <a:pt x="792" y="926"/>
                  </a:cubicBezTo>
                  <a:cubicBezTo>
                    <a:pt x="1245" y="776"/>
                    <a:pt x="1717" y="643"/>
                    <a:pt x="2170" y="473"/>
                  </a:cubicBezTo>
                  <a:cubicBezTo>
                    <a:pt x="2626" y="320"/>
                    <a:pt x="3079" y="187"/>
                    <a:pt x="3519" y="37"/>
                  </a:cubicBezTo>
                  <a:lnTo>
                    <a:pt x="3568" y="17"/>
                  </a:ln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3"/>
            <p:cNvSpPr/>
            <p:nvPr/>
          </p:nvSpPr>
          <p:spPr>
            <a:xfrm>
              <a:off x="1528640" y="1976564"/>
              <a:ext cx="192293" cy="387268"/>
            </a:xfrm>
            <a:custGeom>
              <a:rect b="b" l="l" r="r" t="t"/>
              <a:pathLst>
                <a:path extrusionOk="0" h="3899" w="1936">
                  <a:moveTo>
                    <a:pt x="22" y="1"/>
                  </a:moveTo>
                  <a:cubicBezTo>
                    <a:pt x="17" y="1"/>
                    <a:pt x="17" y="8"/>
                    <a:pt x="17" y="8"/>
                  </a:cubicBezTo>
                  <a:cubicBezTo>
                    <a:pt x="1" y="8"/>
                    <a:pt x="17" y="24"/>
                    <a:pt x="17" y="24"/>
                  </a:cubicBezTo>
                  <a:cubicBezTo>
                    <a:pt x="49" y="44"/>
                    <a:pt x="86" y="77"/>
                    <a:pt x="102" y="109"/>
                  </a:cubicBezTo>
                  <a:cubicBezTo>
                    <a:pt x="102" y="125"/>
                    <a:pt x="118" y="125"/>
                    <a:pt x="118" y="145"/>
                  </a:cubicBezTo>
                  <a:cubicBezTo>
                    <a:pt x="267" y="363"/>
                    <a:pt x="405" y="582"/>
                    <a:pt x="554" y="800"/>
                  </a:cubicBezTo>
                  <a:cubicBezTo>
                    <a:pt x="974" y="1422"/>
                    <a:pt x="1415" y="2096"/>
                    <a:pt x="1851" y="2735"/>
                  </a:cubicBezTo>
                  <a:cubicBezTo>
                    <a:pt x="1903" y="2803"/>
                    <a:pt x="1920" y="2852"/>
                    <a:pt x="1920" y="2937"/>
                  </a:cubicBezTo>
                  <a:lnTo>
                    <a:pt x="1920" y="3728"/>
                  </a:lnTo>
                  <a:lnTo>
                    <a:pt x="1920" y="3745"/>
                  </a:lnTo>
                  <a:cubicBezTo>
                    <a:pt x="1920" y="3797"/>
                    <a:pt x="1920" y="3846"/>
                    <a:pt x="1867" y="3882"/>
                  </a:cubicBezTo>
                  <a:lnTo>
                    <a:pt x="1867" y="3898"/>
                  </a:lnTo>
                  <a:lnTo>
                    <a:pt x="1903" y="3898"/>
                  </a:lnTo>
                  <a:cubicBezTo>
                    <a:pt x="1936" y="3846"/>
                    <a:pt x="1936" y="3797"/>
                    <a:pt x="1936" y="3745"/>
                  </a:cubicBezTo>
                  <a:lnTo>
                    <a:pt x="1936" y="3728"/>
                  </a:lnTo>
                  <a:lnTo>
                    <a:pt x="1936" y="2937"/>
                  </a:lnTo>
                  <a:cubicBezTo>
                    <a:pt x="1936" y="2852"/>
                    <a:pt x="1920" y="2787"/>
                    <a:pt x="1867" y="2719"/>
                  </a:cubicBezTo>
                  <a:cubicBezTo>
                    <a:pt x="1431" y="2080"/>
                    <a:pt x="995" y="1422"/>
                    <a:pt x="570" y="784"/>
                  </a:cubicBezTo>
                  <a:cubicBezTo>
                    <a:pt x="421" y="565"/>
                    <a:pt x="288" y="347"/>
                    <a:pt x="134" y="125"/>
                  </a:cubicBezTo>
                  <a:cubicBezTo>
                    <a:pt x="134" y="125"/>
                    <a:pt x="134" y="109"/>
                    <a:pt x="118" y="93"/>
                  </a:cubicBezTo>
                  <a:cubicBezTo>
                    <a:pt x="102" y="60"/>
                    <a:pt x="65" y="24"/>
                    <a:pt x="33" y="8"/>
                  </a:cubicBezTo>
                  <a:cubicBezTo>
                    <a:pt x="28" y="3"/>
                    <a:pt x="24"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3"/>
            <p:cNvSpPr/>
            <p:nvPr/>
          </p:nvSpPr>
          <p:spPr>
            <a:xfrm>
              <a:off x="787973" y="3458691"/>
              <a:ext cx="4966" cy="88797"/>
            </a:xfrm>
            <a:custGeom>
              <a:rect b="b" l="l" r="r" t="t"/>
              <a:pathLst>
                <a:path extrusionOk="0" h="894" w="50">
                  <a:moveTo>
                    <a:pt x="17" y="0"/>
                  </a:moveTo>
                  <a:cubicBezTo>
                    <a:pt x="17" y="17"/>
                    <a:pt x="1" y="17"/>
                    <a:pt x="1" y="17"/>
                  </a:cubicBezTo>
                  <a:cubicBezTo>
                    <a:pt x="33" y="150"/>
                    <a:pt x="17" y="303"/>
                    <a:pt x="17" y="437"/>
                  </a:cubicBezTo>
                  <a:lnTo>
                    <a:pt x="17" y="675"/>
                  </a:lnTo>
                  <a:lnTo>
                    <a:pt x="17" y="808"/>
                  </a:lnTo>
                  <a:lnTo>
                    <a:pt x="17" y="877"/>
                  </a:lnTo>
                  <a:lnTo>
                    <a:pt x="33" y="893"/>
                  </a:lnTo>
                  <a:lnTo>
                    <a:pt x="49" y="877"/>
                  </a:lnTo>
                  <a:lnTo>
                    <a:pt x="49" y="808"/>
                  </a:lnTo>
                  <a:lnTo>
                    <a:pt x="49" y="675"/>
                  </a:lnTo>
                  <a:lnTo>
                    <a:pt x="49" y="437"/>
                  </a:lnTo>
                  <a:cubicBezTo>
                    <a:pt x="49" y="303"/>
                    <a:pt x="49" y="150"/>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3"/>
            <p:cNvSpPr/>
            <p:nvPr/>
          </p:nvSpPr>
          <p:spPr>
            <a:xfrm>
              <a:off x="1521886" y="2181570"/>
              <a:ext cx="195869" cy="337506"/>
            </a:xfrm>
            <a:custGeom>
              <a:rect b="b" l="l" r="r" t="t"/>
              <a:pathLst>
                <a:path extrusionOk="0" h="3398" w="1972">
                  <a:moveTo>
                    <a:pt x="53" y="0"/>
                  </a:moveTo>
                  <a:lnTo>
                    <a:pt x="32" y="16"/>
                  </a:lnTo>
                  <a:cubicBezTo>
                    <a:pt x="0" y="117"/>
                    <a:pt x="0" y="251"/>
                    <a:pt x="32" y="404"/>
                  </a:cubicBezTo>
                  <a:lnTo>
                    <a:pt x="32" y="570"/>
                  </a:lnTo>
                  <a:cubicBezTo>
                    <a:pt x="16" y="687"/>
                    <a:pt x="16" y="808"/>
                    <a:pt x="117" y="925"/>
                  </a:cubicBezTo>
                  <a:cubicBezTo>
                    <a:pt x="202" y="1026"/>
                    <a:pt x="287" y="1127"/>
                    <a:pt x="356" y="1244"/>
                  </a:cubicBezTo>
                  <a:cubicBezTo>
                    <a:pt x="388" y="1293"/>
                    <a:pt x="436" y="1345"/>
                    <a:pt x="473" y="1394"/>
                  </a:cubicBezTo>
                  <a:cubicBezTo>
                    <a:pt x="909" y="2000"/>
                    <a:pt x="1265" y="2505"/>
                    <a:pt x="1600" y="2977"/>
                  </a:cubicBezTo>
                  <a:cubicBezTo>
                    <a:pt x="1648" y="3030"/>
                    <a:pt x="1685" y="3078"/>
                    <a:pt x="1717" y="3131"/>
                  </a:cubicBezTo>
                  <a:cubicBezTo>
                    <a:pt x="1769" y="3195"/>
                    <a:pt x="1818" y="3264"/>
                    <a:pt x="1870" y="3333"/>
                  </a:cubicBezTo>
                  <a:cubicBezTo>
                    <a:pt x="1887" y="3365"/>
                    <a:pt x="1903" y="3397"/>
                    <a:pt x="1951" y="3397"/>
                  </a:cubicBezTo>
                  <a:cubicBezTo>
                    <a:pt x="1971" y="3397"/>
                    <a:pt x="1971" y="3381"/>
                    <a:pt x="1971" y="3381"/>
                  </a:cubicBezTo>
                  <a:cubicBezTo>
                    <a:pt x="1971" y="3365"/>
                    <a:pt x="1951" y="3365"/>
                    <a:pt x="1951" y="3365"/>
                  </a:cubicBezTo>
                  <a:cubicBezTo>
                    <a:pt x="1919" y="3365"/>
                    <a:pt x="1903" y="3349"/>
                    <a:pt x="1887" y="3313"/>
                  </a:cubicBezTo>
                  <a:cubicBezTo>
                    <a:pt x="1834" y="3248"/>
                    <a:pt x="1786" y="3179"/>
                    <a:pt x="1733" y="3111"/>
                  </a:cubicBezTo>
                  <a:cubicBezTo>
                    <a:pt x="1701" y="3062"/>
                    <a:pt x="1669" y="3010"/>
                    <a:pt x="1632" y="2961"/>
                  </a:cubicBezTo>
                  <a:cubicBezTo>
                    <a:pt x="1297" y="2489"/>
                    <a:pt x="925" y="1984"/>
                    <a:pt x="489" y="1394"/>
                  </a:cubicBezTo>
                  <a:cubicBezTo>
                    <a:pt x="457" y="1329"/>
                    <a:pt x="420" y="1277"/>
                    <a:pt x="372" y="1228"/>
                  </a:cubicBezTo>
                  <a:cubicBezTo>
                    <a:pt x="303" y="1111"/>
                    <a:pt x="218" y="1010"/>
                    <a:pt x="133" y="909"/>
                  </a:cubicBezTo>
                  <a:cubicBezTo>
                    <a:pt x="53" y="808"/>
                    <a:pt x="53" y="687"/>
                    <a:pt x="53" y="570"/>
                  </a:cubicBezTo>
                  <a:cubicBezTo>
                    <a:pt x="69" y="521"/>
                    <a:pt x="69" y="453"/>
                    <a:pt x="53" y="384"/>
                  </a:cubicBezTo>
                  <a:cubicBezTo>
                    <a:pt x="32" y="251"/>
                    <a:pt x="32" y="133"/>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3"/>
            <p:cNvSpPr/>
            <p:nvPr/>
          </p:nvSpPr>
          <p:spPr>
            <a:xfrm>
              <a:off x="2083569" y="2671044"/>
              <a:ext cx="103596" cy="267681"/>
            </a:xfrm>
            <a:custGeom>
              <a:rect b="b" l="l" r="r" t="t"/>
              <a:pathLst>
                <a:path extrusionOk="0" h="2695" w="1043">
                  <a:moveTo>
                    <a:pt x="33" y="1"/>
                  </a:moveTo>
                  <a:cubicBezTo>
                    <a:pt x="1" y="21"/>
                    <a:pt x="1" y="69"/>
                    <a:pt x="1" y="102"/>
                  </a:cubicBezTo>
                  <a:lnTo>
                    <a:pt x="1" y="122"/>
                  </a:lnTo>
                  <a:lnTo>
                    <a:pt x="1" y="425"/>
                  </a:lnTo>
                  <a:lnTo>
                    <a:pt x="1" y="776"/>
                  </a:lnTo>
                  <a:cubicBezTo>
                    <a:pt x="1" y="845"/>
                    <a:pt x="17" y="909"/>
                    <a:pt x="53" y="962"/>
                  </a:cubicBezTo>
                  <a:cubicBezTo>
                    <a:pt x="154" y="1111"/>
                    <a:pt x="271" y="1281"/>
                    <a:pt x="372" y="1435"/>
                  </a:cubicBezTo>
                  <a:cubicBezTo>
                    <a:pt x="522" y="1685"/>
                    <a:pt x="691" y="1940"/>
                    <a:pt x="877" y="2190"/>
                  </a:cubicBezTo>
                  <a:cubicBezTo>
                    <a:pt x="978" y="2323"/>
                    <a:pt x="1011" y="2445"/>
                    <a:pt x="994" y="2594"/>
                  </a:cubicBezTo>
                  <a:cubicBezTo>
                    <a:pt x="994" y="2626"/>
                    <a:pt x="994" y="2663"/>
                    <a:pt x="978" y="2679"/>
                  </a:cubicBezTo>
                  <a:lnTo>
                    <a:pt x="978" y="2695"/>
                  </a:lnTo>
                  <a:lnTo>
                    <a:pt x="994" y="2695"/>
                  </a:lnTo>
                  <a:cubicBezTo>
                    <a:pt x="1027" y="2663"/>
                    <a:pt x="1027" y="2626"/>
                    <a:pt x="1027" y="2594"/>
                  </a:cubicBezTo>
                  <a:cubicBezTo>
                    <a:pt x="1043" y="2445"/>
                    <a:pt x="994" y="2307"/>
                    <a:pt x="893" y="2174"/>
                  </a:cubicBezTo>
                  <a:cubicBezTo>
                    <a:pt x="724" y="1919"/>
                    <a:pt x="558" y="1669"/>
                    <a:pt x="388" y="1414"/>
                  </a:cubicBezTo>
                  <a:cubicBezTo>
                    <a:pt x="287" y="1265"/>
                    <a:pt x="186" y="1095"/>
                    <a:pt x="69" y="946"/>
                  </a:cubicBezTo>
                  <a:cubicBezTo>
                    <a:pt x="33" y="893"/>
                    <a:pt x="17" y="845"/>
                    <a:pt x="33" y="776"/>
                  </a:cubicBezTo>
                  <a:lnTo>
                    <a:pt x="33" y="425"/>
                  </a:lnTo>
                  <a:lnTo>
                    <a:pt x="33" y="122"/>
                  </a:lnTo>
                  <a:lnTo>
                    <a:pt x="33" y="102"/>
                  </a:lnTo>
                  <a:cubicBezTo>
                    <a:pt x="17" y="69"/>
                    <a:pt x="17" y="37"/>
                    <a:pt x="53" y="21"/>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3"/>
            <p:cNvSpPr/>
            <p:nvPr/>
          </p:nvSpPr>
          <p:spPr>
            <a:xfrm>
              <a:off x="1765828" y="2368500"/>
              <a:ext cx="5264" cy="57112"/>
            </a:xfrm>
            <a:custGeom>
              <a:rect b="b" l="l" r="r" t="t"/>
              <a:pathLst>
                <a:path extrusionOk="0" h="575" w="53">
                  <a:moveTo>
                    <a:pt x="37" y="1"/>
                  </a:moveTo>
                  <a:cubicBezTo>
                    <a:pt x="37" y="1"/>
                    <a:pt x="20" y="1"/>
                    <a:pt x="20" y="17"/>
                  </a:cubicBezTo>
                  <a:cubicBezTo>
                    <a:pt x="0" y="118"/>
                    <a:pt x="0" y="239"/>
                    <a:pt x="20" y="356"/>
                  </a:cubicBezTo>
                  <a:lnTo>
                    <a:pt x="20" y="558"/>
                  </a:lnTo>
                  <a:cubicBezTo>
                    <a:pt x="0" y="558"/>
                    <a:pt x="20" y="574"/>
                    <a:pt x="20" y="574"/>
                  </a:cubicBezTo>
                  <a:cubicBezTo>
                    <a:pt x="37" y="574"/>
                    <a:pt x="37" y="558"/>
                    <a:pt x="37" y="558"/>
                  </a:cubicBezTo>
                  <a:lnTo>
                    <a:pt x="37" y="356"/>
                  </a:lnTo>
                  <a:cubicBezTo>
                    <a:pt x="37" y="239"/>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3"/>
            <p:cNvSpPr/>
            <p:nvPr/>
          </p:nvSpPr>
          <p:spPr>
            <a:xfrm>
              <a:off x="1287876" y="3119198"/>
              <a:ext cx="4966" cy="98828"/>
            </a:xfrm>
            <a:custGeom>
              <a:rect b="b" l="l" r="r" t="t"/>
              <a:pathLst>
                <a:path extrusionOk="0" h="995" w="50">
                  <a:moveTo>
                    <a:pt x="17" y="1"/>
                  </a:moveTo>
                  <a:cubicBezTo>
                    <a:pt x="1" y="1"/>
                    <a:pt x="1" y="1"/>
                    <a:pt x="1" y="17"/>
                  </a:cubicBezTo>
                  <a:cubicBezTo>
                    <a:pt x="33" y="187"/>
                    <a:pt x="17" y="356"/>
                    <a:pt x="17" y="522"/>
                  </a:cubicBezTo>
                  <a:lnTo>
                    <a:pt x="17" y="538"/>
                  </a:lnTo>
                  <a:cubicBezTo>
                    <a:pt x="1" y="692"/>
                    <a:pt x="1" y="841"/>
                    <a:pt x="17" y="978"/>
                  </a:cubicBezTo>
                  <a:cubicBezTo>
                    <a:pt x="17" y="995"/>
                    <a:pt x="17" y="995"/>
                    <a:pt x="33" y="995"/>
                  </a:cubicBezTo>
                  <a:lnTo>
                    <a:pt x="33" y="978"/>
                  </a:lnTo>
                  <a:cubicBezTo>
                    <a:pt x="17" y="841"/>
                    <a:pt x="33" y="692"/>
                    <a:pt x="33" y="558"/>
                  </a:cubicBezTo>
                  <a:lnTo>
                    <a:pt x="33" y="522"/>
                  </a:lnTo>
                  <a:cubicBezTo>
                    <a:pt x="49" y="356"/>
                    <a:pt x="49" y="187"/>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3"/>
            <p:cNvSpPr/>
            <p:nvPr/>
          </p:nvSpPr>
          <p:spPr>
            <a:xfrm>
              <a:off x="1419978" y="1028010"/>
              <a:ext cx="767186" cy="1407634"/>
            </a:xfrm>
            <a:custGeom>
              <a:rect b="b" l="l" r="r" t="t"/>
              <a:pathLst>
                <a:path extrusionOk="0" h="14172" w="7724">
                  <a:moveTo>
                    <a:pt x="0" y="0"/>
                  </a:moveTo>
                  <a:lnTo>
                    <a:pt x="0" y="16"/>
                  </a:lnTo>
                  <a:cubicBezTo>
                    <a:pt x="101" y="117"/>
                    <a:pt x="150" y="234"/>
                    <a:pt x="202" y="351"/>
                  </a:cubicBezTo>
                  <a:cubicBezTo>
                    <a:pt x="234" y="384"/>
                    <a:pt x="251" y="436"/>
                    <a:pt x="271" y="485"/>
                  </a:cubicBezTo>
                  <a:cubicBezTo>
                    <a:pt x="723" y="1277"/>
                    <a:pt x="1159" y="2085"/>
                    <a:pt x="1600" y="2876"/>
                  </a:cubicBezTo>
                  <a:lnTo>
                    <a:pt x="1802" y="3248"/>
                  </a:lnTo>
                  <a:cubicBezTo>
                    <a:pt x="1967" y="3551"/>
                    <a:pt x="2137" y="3870"/>
                    <a:pt x="2307" y="4173"/>
                  </a:cubicBezTo>
                  <a:cubicBezTo>
                    <a:pt x="2509" y="4524"/>
                    <a:pt x="2711" y="4896"/>
                    <a:pt x="2896" y="5252"/>
                  </a:cubicBezTo>
                  <a:cubicBezTo>
                    <a:pt x="3078" y="5555"/>
                    <a:pt x="3248" y="5874"/>
                    <a:pt x="3418" y="6177"/>
                  </a:cubicBezTo>
                  <a:cubicBezTo>
                    <a:pt x="3603" y="6512"/>
                    <a:pt x="3805" y="6867"/>
                    <a:pt x="3987" y="7219"/>
                  </a:cubicBezTo>
                  <a:cubicBezTo>
                    <a:pt x="4141" y="7490"/>
                    <a:pt x="4290" y="7756"/>
                    <a:pt x="4428" y="8011"/>
                  </a:cubicBezTo>
                  <a:cubicBezTo>
                    <a:pt x="4593" y="8314"/>
                    <a:pt x="4763" y="8633"/>
                    <a:pt x="4932" y="8936"/>
                  </a:cubicBezTo>
                  <a:cubicBezTo>
                    <a:pt x="5050" y="9170"/>
                    <a:pt x="5183" y="9408"/>
                    <a:pt x="5320" y="9627"/>
                  </a:cubicBezTo>
                  <a:cubicBezTo>
                    <a:pt x="5502" y="9962"/>
                    <a:pt x="5704" y="10317"/>
                    <a:pt x="5890" y="10669"/>
                  </a:cubicBezTo>
                  <a:cubicBezTo>
                    <a:pt x="6092" y="11040"/>
                    <a:pt x="6294" y="11412"/>
                    <a:pt x="6496" y="11764"/>
                  </a:cubicBezTo>
                  <a:cubicBezTo>
                    <a:pt x="6649" y="12050"/>
                    <a:pt x="6815" y="12353"/>
                    <a:pt x="6985" y="12656"/>
                  </a:cubicBezTo>
                  <a:lnTo>
                    <a:pt x="7053" y="12790"/>
                  </a:lnTo>
                  <a:cubicBezTo>
                    <a:pt x="7239" y="13145"/>
                    <a:pt x="7441" y="13497"/>
                    <a:pt x="7623" y="13836"/>
                  </a:cubicBezTo>
                  <a:cubicBezTo>
                    <a:pt x="7692" y="13937"/>
                    <a:pt x="7692" y="14038"/>
                    <a:pt x="7659" y="14155"/>
                  </a:cubicBezTo>
                  <a:lnTo>
                    <a:pt x="7659" y="14171"/>
                  </a:lnTo>
                  <a:lnTo>
                    <a:pt x="7675" y="14171"/>
                  </a:lnTo>
                  <a:cubicBezTo>
                    <a:pt x="7724" y="14038"/>
                    <a:pt x="7708" y="13937"/>
                    <a:pt x="7659" y="13816"/>
                  </a:cubicBezTo>
                  <a:cubicBezTo>
                    <a:pt x="7457" y="13480"/>
                    <a:pt x="7271" y="13129"/>
                    <a:pt x="7086" y="12773"/>
                  </a:cubicBezTo>
                  <a:lnTo>
                    <a:pt x="7001" y="12640"/>
                  </a:lnTo>
                  <a:cubicBezTo>
                    <a:pt x="6851" y="12337"/>
                    <a:pt x="6682" y="12050"/>
                    <a:pt x="6512" y="11747"/>
                  </a:cubicBezTo>
                  <a:cubicBezTo>
                    <a:pt x="6330" y="11392"/>
                    <a:pt x="6108" y="11024"/>
                    <a:pt x="5926" y="10653"/>
                  </a:cubicBezTo>
                  <a:cubicBezTo>
                    <a:pt x="5740" y="10301"/>
                    <a:pt x="5538" y="9946"/>
                    <a:pt x="5336" y="9610"/>
                  </a:cubicBezTo>
                  <a:cubicBezTo>
                    <a:pt x="5219" y="9392"/>
                    <a:pt x="5082" y="9154"/>
                    <a:pt x="4949" y="8920"/>
                  </a:cubicBezTo>
                  <a:cubicBezTo>
                    <a:pt x="4779" y="8617"/>
                    <a:pt x="4613" y="8298"/>
                    <a:pt x="4444" y="7995"/>
                  </a:cubicBezTo>
                  <a:cubicBezTo>
                    <a:pt x="4310" y="7740"/>
                    <a:pt x="4157" y="7473"/>
                    <a:pt x="4024" y="7203"/>
                  </a:cubicBezTo>
                  <a:cubicBezTo>
                    <a:pt x="3822" y="6867"/>
                    <a:pt x="3636" y="6512"/>
                    <a:pt x="3434" y="6161"/>
                  </a:cubicBezTo>
                  <a:cubicBezTo>
                    <a:pt x="3264" y="5858"/>
                    <a:pt x="3098" y="5555"/>
                    <a:pt x="2929" y="5231"/>
                  </a:cubicBezTo>
                  <a:cubicBezTo>
                    <a:pt x="2727" y="4880"/>
                    <a:pt x="2525" y="4508"/>
                    <a:pt x="2339" y="4157"/>
                  </a:cubicBezTo>
                  <a:cubicBezTo>
                    <a:pt x="2169" y="3854"/>
                    <a:pt x="2004" y="3551"/>
                    <a:pt x="1834" y="3232"/>
                  </a:cubicBezTo>
                  <a:lnTo>
                    <a:pt x="1616" y="2860"/>
                  </a:lnTo>
                  <a:cubicBezTo>
                    <a:pt x="1196" y="2068"/>
                    <a:pt x="739" y="1260"/>
                    <a:pt x="303" y="469"/>
                  </a:cubicBezTo>
                  <a:cubicBezTo>
                    <a:pt x="271" y="420"/>
                    <a:pt x="251" y="368"/>
                    <a:pt x="234" y="335"/>
                  </a:cubicBezTo>
                  <a:cubicBezTo>
                    <a:pt x="170" y="218"/>
                    <a:pt x="117" y="101"/>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3"/>
            <p:cNvSpPr/>
            <p:nvPr/>
          </p:nvSpPr>
          <p:spPr>
            <a:xfrm>
              <a:off x="1645446" y="1846944"/>
              <a:ext cx="3675" cy="55423"/>
            </a:xfrm>
            <a:custGeom>
              <a:rect b="b" l="l" r="r" t="t"/>
              <a:pathLst>
                <a:path extrusionOk="0" h="558" w="37">
                  <a:moveTo>
                    <a:pt x="21" y="0"/>
                  </a:moveTo>
                  <a:lnTo>
                    <a:pt x="0" y="16"/>
                  </a:lnTo>
                  <a:lnTo>
                    <a:pt x="0" y="541"/>
                  </a:lnTo>
                  <a:lnTo>
                    <a:pt x="21" y="557"/>
                  </a:lnTo>
                  <a:lnTo>
                    <a:pt x="37" y="541"/>
                  </a:lnTo>
                  <a:lnTo>
                    <a:pt x="37"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3"/>
            <p:cNvSpPr/>
            <p:nvPr/>
          </p:nvSpPr>
          <p:spPr>
            <a:xfrm>
              <a:off x="941629" y="1557611"/>
              <a:ext cx="5364" cy="70322"/>
            </a:xfrm>
            <a:custGeom>
              <a:rect b="b" l="l" r="r" t="t"/>
              <a:pathLst>
                <a:path extrusionOk="0" h="708" w="54">
                  <a:moveTo>
                    <a:pt x="17" y="0"/>
                  </a:moveTo>
                  <a:lnTo>
                    <a:pt x="17" y="21"/>
                  </a:lnTo>
                  <a:lnTo>
                    <a:pt x="17" y="271"/>
                  </a:lnTo>
                  <a:cubicBezTo>
                    <a:pt x="17" y="404"/>
                    <a:pt x="1" y="558"/>
                    <a:pt x="17" y="691"/>
                  </a:cubicBezTo>
                  <a:lnTo>
                    <a:pt x="37" y="707"/>
                  </a:lnTo>
                  <a:cubicBezTo>
                    <a:pt x="53" y="707"/>
                    <a:pt x="53" y="691"/>
                    <a:pt x="53" y="691"/>
                  </a:cubicBezTo>
                  <a:cubicBezTo>
                    <a:pt x="37" y="558"/>
                    <a:pt x="37" y="404"/>
                    <a:pt x="37" y="271"/>
                  </a:cubicBezTo>
                  <a:lnTo>
                    <a:pt x="37" y="21"/>
                  </a:lnTo>
                  <a:cubicBezTo>
                    <a:pt x="37" y="0"/>
                    <a:pt x="3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3"/>
            <p:cNvSpPr/>
            <p:nvPr/>
          </p:nvSpPr>
          <p:spPr>
            <a:xfrm>
              <a:off x="1416701" y="2650980"/>
              <a:ext cx="80354" cy="83930"/>
            </a:xfrm>
            <a:custGeom>
              <a:rect b="b" l="l" r="r" t="t"/>
              <a:pathLst>
                <a:path extrusionOk="0" h="845" w="809">
                  <a:moveTo>
                    <a:pt x="17" y="1"/>
                  </a:moveTo>
                  <a:cubicBezTo>
                    <a:pt x="1" y="1"/>
                    <a:pt x="1" y="21"/>
                    <a:pt x="1" y="21"/>
                  </a:cubicBezTo>
                  <a:cubicBezTo>
                    <a:pt x="1" y="37"/>
                    <a:pt x="1" y="37"/>
                    <a:pt x="17" y="37"/>
                  </a:cubicBezTo>
                  <a:cubicBezTo>
                    <a:pt x="65" y="37"/>
                    <a:pt x="82" y="69"/>
                    <a:pt x="118" y="102"/>
                  </a:cubicBezTo>
                  <a:cubicBezTo>
                    <a:pt x="183" y="186"/>
                    <a:pt x="267" y="287"/>
                    <a:pt x="352" y="372"/>
                  </a:cubicBezTo>
                  <a:cubicBezTo>
                    <a:pt x="453" y="489"/>
                    <a:pt x="554" y="606"/>
                    <a:pt x="639" y="728"/>
                  </a:cubicBezTo>
                  <a:cubicBezTo>
                    <a:pt x="671" y="776"/>
                    <a:pt x="708" y="829"/>
                    <a:pt x="788" y="845"/>
                  </a:cubicBezTo>
                  <a:cubicBezTo>
                    <a:pt x="788" y="845"/>
                    <a:pt x="809" y="845"/>
                    <a:pt x="809" y="829"/>
                  </a:cubicBezTo>
                  <a:cubicBezTo>
                    <a:pt x="809" y="829"/>
                    <a:pt x="788" y="829"/>
                    <a:pt x="788" y="808"/>
                  </a:cubicBezTo>
                  <a:cubicBezTo>
                    <a:pt x="724" y="808"/>
                    <a:pt x="687" y="760"/>
                    <a:pt x="655" y="707"/>
                  </a:cubicBezTo>
                  <a:cubicBezTo>
                    <a:pt x="570" y="590"/>
                    <a:pt x="469" y="473"/>
                    <a:pt x="368" y="356"/>
                  </a:cubicBezTo>
                  <a:cubicBezTo>
                    <a:pt x="284" y="271"/>
                    <a:pt x="203" y="170"/>
                    <a:pt x="134" y="85"/>
                  </a:cubicBezTo>
                  <a:cubicBezTo>
                    <a:pt x="102" y="5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3"/>
            <p:cNvSpPr/>
            <p:nvPr/>
          </p:nvSpPr>
          <p:spPr>
            <a:xfrm>
              <a:off x="980167" y="3064272"/>
              <a:ext cx="5364" cy="91975"/>
            </a:xfrm>
            <a:custGeom>
              <a:rect b="b" l="l" r="r" t="t"/>
              <a:pathLst>
                <a:path extrusionOk="0" h="926" w="54">
                  <a:moveTo>
                    <a:pt x="17" y="0"/>
                  </a:moveTo>
                  <a:cubicBezTo>
                    <a:pt x="1" y="0"/>
                    <a:pt x="1" y="0"/>
                    <a:pt x="1" y="17"/>
                  </a:cubicBezTo>
                  <a:cubicBezTo>
                    <a:pt x="33" y="81"/>
                    <a:pt x="17" y="166"/>
                    <a:pt x="17" y="251"/>
                  </a:cubicBezTo>
                  <a:cubicBezTo>
                    <a:pt x="1" y="303"/>
                    <a:pt x="1" y="352"/>
                    <a:pt x="1" y="421"/>
                  </a:cubicBezTo>
                  <a:lnTo>
                    <a:pt x="1" y="606"/>
                  </a:lnTo>
                  <a:cubicBezTo>
                    <a:pt x="1" y="707"/>
                    <a:pt x="1" y="808"/>
                    <a:pt x="17" y="909"/>
                  </a:cubicBezTo>
                  <a:cubicBezTo>
                    <a:pt x="17" y="925"/>
                    <a:pt x="17" y="925"/>
                    <a:pt x="33" y="925"/>
                  </a:cubicBezTo>
                  <a:cubicBezTo>
                    <a:pt x="33" y="925"/>
                    <a:pt x="53" y="925"/>
                    <a:pt x="53" y="909"/>
                  </a:cubicBezTo>
                  <a:cubicBezTo>
                    <a:pt x="17" y="808"/>
                    <a:pt x="33" y="707"/>
                    <a:pt x="33" y="606"/>
                  </a:cubicBezTo>
                  <a:lnTo>
                    <a:pt x="33" y="421"/>
                  </a:lnTo>
                  <a:lnTo>
                    <a:pt x="33" y="251"/>
                  </a:lnTo>
                  <a:cubicBezTo>
                    <a:pt x="53" y="166"/>
                    <a:pt x="53" y="81"/>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3"/>
            <p:cNvSpPr/>
            <p:nvPr/>
          </p:nvSpPr>
          <p:spPr>
            <a:xfrm>
              <a:off x="1739308" y="2438723"/>
              <a:ext cx="169051" cy="356378"/>
            </a:xfrm>
            <a:custGeom>
              <a:rect b="b" l="l" r="r" t="t"/>
              <a:pathLst>
                <a:path extrusionOk="0" h="3588" w="1702">
                  <a:moveTo>
                    <a:pt x="1" y="1"/>
                  </a:moveTo>
                  <a:lnTo>
                    <a:pt x="1" y="17"/>
                  </a:lnTo>
                  <a:cubicBezTo>
                    <a:pt x="17" y="118"/>
                    <a:pt x="65" y="203"/>
                    <a:pt x="134" y="287"/>
                  </a:cubicBezTo>
                  <a:cubicBezTo>
                    <a:pt x="134" y="287"/>
                    <a:pt x="150" y="304"/>
                    <a:pt x="150" y="320"/>
                  </a:cubicBezTo>
                  <a:cubicBezTo>
                    <a:pt x="554" y="861"/>
                    <a:pt x="926" y="1414"/>
                    <a:pt x="1277" y="1919"/>
                  </a:cubicBezTo>
                  <a:cubicBezTo>
                    <a:pt x="1314" y="1988"/>
                    <a:pt x="1362" y="2037"/>
                    <a:pt x="1415" y="2089"/>
                  </a:cubicBezTo>
                  <a:cubicBezTo>
                    <a:pt x="1516" y="2222"/>
                    <a:pt x="1616" y="2360"/>
                    <a:pt x="1649" y="2525"/>
                  </a:cubicBezTo>
                  <a:cubicBezTo>
                    <a:pt x="1665" y="2663"/>
                    <a:pt x="1665" y="2812"/>
                    <a:pt x="1665" y="2945"/>
                  </a:cubicBezTo>
                  <a:cubicBezTo>
                    <a:pt x="1665" y="3014"/>
                    <a:pt x="1649" y="3083"/>
                    <a:pt x="1649" y="3147"/>
                  </a:cubicBezTo>
                  <a:cubicBezTo>
                    <a:pt x="1649" y="3168"/>
                    <a:pt x="1649" y="3184"/>
                    <a:pt x="1665" y="3200"/>
                  </a:cubicBezTo>
                  <a:cubicBezTo>
                    <a:pt x="1665" y="3232"/>
                    <a:pt x="1665" y="3269"/>
                    <a:pt x="1649" y="3285"/>
                  </a:cubicBezTo>
                  <a:cubicBezTo>
                    <a:pt x="1616" y="3370"/>
                    <a:pt x="1633" y="3434"/>
                    <a:pt x="1649" y="3519"/>
                  </a:cubicBezTo>
                  <a:cubicBezTo>
                    <a:pt x="1665" y="3535"/>
                    <a:pt x="1665" y="3551"/>
                    <a:pt x="1665" y="3572"/>
                  </a:cubicBezTo>
                  <a:cubicBezTo>
                    <a:pt x="1665" y="3588"/>
                    <a:pt x="1681" y="3588"/>
                    <a:pt x="1681" y="3588"/>
                  </a:cubicBezTo>
                  <a:cubicBezTo>
                    <a:pt x="1701" y="3588"/>
                    <a:pt x="1701" y="3588"/>
                    <a:pt x="1701" y="3572"/>
                  </a:cubicBezTo>
                  <a:cubicBezTo>
                    <a:pt x="1681" y="3551"/>
                    <a:pt x="1681" y="3519"/>
                    <a:pt x="1681" y="3503"/>
                  </a:cubicBezTo>
                  <a:cubicBezTo>
                    <a:pt x="1665" y="3434"/>
                    <a:pt x="1649" y="3370"/>
                    <a:pt x="1681" y="3301"/>
                  </a:cubicBezTo>
                  <a:cubicBezTo>
                    <a:pt x="1701" y="3269"/>
                    <a:pt x="1681" y="3232"/>
                    <a:pt x="1681" y="3184"/>
                  </a:cubicBezTo>
                  <a:lnTo>
                    <a:pt x="1681" y="3147"/>
                  </a:lnTo>
                  <a:lnTo>
                    <a:pt x="1681" y="2945"/>
                  </a:lnTo>
                  <a:cubicBezTo>
                    <a:pt x="1701" y="2812"/>
                    <a:pt x="1701" y="2663"/>
                    <a:pt x="1681" y="2525"/>
                  </a:cubicBezTo>
                  <a:cubicBezTo>
                    <a:pt x="1649" y="2340"/>
                    <a:pt x="1532" y="2206"/>
                    <a:pt x="1431" y="2073"/>
                  </a:cubicBezTo>
                  <a:cubicBezTo>
                    <a:pt x="1378" y="2020"/>
                    <a:pt x="1330" y="1972"/>
                    <a:pt x="1297" y="1903"/>
                  </a:cubicBezTo>
                  <a:cubicBezTo>
                    <a:pt x="958" y="1398"/>
                    <a:pt x="570" y="861"/>
                    <a:pt x="166" y="304"/>
                  </a:cubicBezTo>
                  <a:cubicBezTo>
                    <a:pt x="166" y="287"/>
                    <a:pt x="166" y="271"/>
                    <a:pt x="150" y="271"/>
                  </a:cubicBezTo>
                  <a:cubicBezTo>
                    <a:pt x="85" y="186"/>
                    <a:pt x="33" y="10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3"/>
            <p:cNvSpPr/>
            <p:nvPr/>
          </p:nvSpPr>
          <p:spPr>
            <a:xfrm>
              <a:off x="1291154" y="2428691"/>
              <a:ext cx="5264" cy="85519"/>
            </a:xfrm>
            <a:custGeom>
              <a:rect b="b" l="l" r="r" t="t"/>
              <a:pathLst>
                <a:path extrusionOk="0" h="861" w="53">
                  <a:moveTo>
                    <a:pt x="0" y="1"/>
                  </a:moveTo>
                  <a:lnTo>
                    <a:pt x="0" y="17"/>
                  </a:lnTo>
                  <a:cubicBezTo>
                    <a:pt x="16" y="170"/>
                    <a:pt x="16" y="340"/>
                    <a:pt x="0" y="489"/>
                  </a:cubicBezTo>
                  <a:lnTo>
                    <a:pt x="0" y="542"/>
                  </a:lnTo>
                  <a:lnTo>
                    <a:pt x="0" y="861"/>
                  </a:lnTo>
                  <a:lnTo>
                    <a:pt x="33" y="861"/>
                  </a:lnTo>
                  <a:cubicBezTo>
                    <a:pt x="16" y="760"/>
                    <a:pt x="16" y="659"/>
                    <a:pt x="33" y="542"/>
                  </a:cubicBezTo>
                  <a:lnTo>
                    <a:pt x="33" y="489"/>
                  </a:lnTo>
                  <a:cubicBezTo>
                    <a:pt x="33" y="340"/>
                    <a:pt x="53" y="170"/>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3"/>
            <p:cNvSpPr/>
            <p:nvPr/>
          </p:nvSpPr>
          <p:spPr>
            <a:xfrm>
              <a:off x="1841216" y="2319930"/>
              <a:ext cx="4966" cy="65554"/>
            </a:xfrm>
            <a:custGeom>
              <a:rect b="b" l="l" r="r" t="t"/>
              <a:pathLst>
                <a:path extrusionOk="0" h="660" w="50">
                  <a:moveTo>
                    <a:pt x="33" y="1"/>
                  </a:moveTo>
                  <a:cubicBezTo>
                    <a:pt x="33" y="1"/>
                    <a:pt x="17" y="1"/>
                    <a:pt x="17" y="21"/>
                  </a:cubicBezTo>
                  <a:cubicBezTo>
                    <a:pt x="1" y="102"/>
                    <a:pt x="1" y="203"/>
                    <a:pt x="1" y="304"/>
                  </a:cubicBezTo>
                  <a:cubicBezTo>
                    <a:pt x="17" y="372"/>
                    <a:pt x="17" y="425"/>
                    <a:pt x="1" y="490"/>
                  </a:cubicBezTo>
                  <a:cubicBezTo>
                    <a:pt x="1" y="506"/>
                    <a:pt x="1" y="526"/>
                    <a:pt x="17" y="542"/>
                  </a:cubicBezTo>
                  <a:cubicBezTo>
                    <a:pt x="17" y="574"/>
                    <a:pt x="17" y="607"/>
                    <a:pt x="1" y="627"/>
                  </a:cubicBezTo>
                  <a:lnTo>
                    <a:pt x="1" y="643"/>
                  </a:lnTo>
                  <a:lnTo>
                    <a:pt x="1" y="659"/>
                  </a:lnTo>
                  <a:lnTo>
                    <a:pt x="17" y="643"/>
                  </a:lnTo>
                  <a:cubicBezTo>
                    <a:pt x="33" y="607"/>
                    <a:pt x="33" y="574"/>
                    <a:pt x="33" y="542"/>
                  </a:cubicBezTo>
                  <a:lnTo>
                    <a:pt x="33" y="490"/>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3"/>
            <p:cNvSpPr/>
            <p:nvPr/>
          </p:nvSpPr>
          <p:spPr>
            <a:xfrm>
              <a:off x="704540" y="2697961"/>
              <a:ext cx="1689" cy="70322"/>
            </a:xfrm>
            <a:custGeom>
              <a:rect b="b" l="l" r="r" t="t"/>
              <a:pathLst>
                <a:path extrusionOk="0" h="708" w="17">
                  <a:moveTo>
                    <a:pt x="16" y="0"/>
                  </a:moveTo>
                  <a:cubicBezTo>
                    <a:pt x="0" y="0"/>
                    <a:pt x="0" y="16"/>
                    <a:pt x="0" y="16"/>
                  </a:cubicBezTo>
                  <a:lnTo>
                    <a:pt x="0" y="691"/>
                  </a:lnTo>
                  <a:cubicBezTo>
                    <a:pt x="0" y="707"/>
                    <a:pt x="0" y="707"/>
                    <a:pt x="16" y="707"/>
                  </a:cubicBezTo>
                  <a:lnTo>
                    <a:pt x="16" y="691"/>
                  </a:lnTo>
                  <a:lnTo>
                    <a:pt x="16" y="16"/>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3"/>
            <p:cNvSpPr/>
            <p:nvPr/>
          </p:nvSpPr>
          <p:spPr>
            <a:xfrm>
              <a:off x="1035591" y="3545799"/>
              <a:ext cx="4867" cy="98332"/>
            </a:xfrm>
            <a:custGeom>
              <a:rect b="b" l="l" r="r" t="t"/>
              <a:pathLst>
                <a:path extrusionOk="0" h="990" w="49">
                  <a:moveTo>
                    <a:pt x="16" y="0"/>
                  </a:moveTo>
                  <a:cubicBezTo>
                    <a:pt x="0" y="0"/>
                    <a:pt x="0" y="0"/>
                    <a:pt x="0" y="16"/>
                  </a:cubicBezTo>
                  <a:cubicBezTo>
                    <a:pt x="32" y="234"/>
                    <a:pt x="16" y="469"/>
                    <a:pt x="16" y="687"/>
                  </a:cubicBezTo>
                  <a:cubicBezTo>
                    <a:pt x="0" y="723"/>
                    <a:pt x="16" y="772"/>
                    <a:pt x="16" y="824"/>
                  </a:cubicBezTo>
                  <a:lnTo>
                    <a:pt x="16" y="974"/>
                  </a:lnTo>
                  <a:cubicBezTo>
                    <a:pt x="16" y="990"/>
                    <a:pt x="16" y="990"/>
                    <a:pt x="32" y="990"/>
                  </a:cubicBezTo>
                  <a:cubicBezTo>
                    <a:pt x="49" y="925"/>
                    <a:pt x="49" y="873"/>
                    <a:pt x="32" y="824"/>
                  </a:cubicBezTo>
                  <a:lnTo>
                    <a:pt x="32" y="687"/>
                  </a:lnTo>
                  <a:cubicBezTo>
                    <a:pt x="49" y="469"/>
                    <a:pt x="49" y="234"/>
                    <a:pt x="32" y="16"/>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3"/>
            <p:cNvSpPr/>
            <p:nvPr/>
          </p:nvSpPr>
          <p:spPr>
            <a:xfrm>
              <a:off x="1765828" y="2838407"/>
              <a:ext cx="5264" cy="53437"/>
            </a:xfrm>
            <a:custGeom>
              <a:rect b="b" l="l" r="r" t="t"/>
              <a:pathLst>
                <a:path extrusionOk="0" h="538" w="53">
                  <a:moveTo>
                    <a:pt x="20" y="0"/>
                  </a:moveTo>
                  <a:cubicBezTo>
                    <a:pt x="0" y="101"/>
                    <a:pt x="0" y="186"/>
                    <a:pt x="20" y="271"/>
                  </a:cubicBezTo>
                  <a:cubicBezTo>
                    <a:pt x="20" y="356"/>
                    <a:pt x="20" y="436"/>
                    <a:pt x="0" y="521"/>
                  </a:cubicBezTo>
                  <a:lnTo>
                    <a:pt x="0" y="537"/>
                  </a:lnTo>
                  <a:lnTo>
                    <a:pt x="20" y="537"/>
                  </a:lnTo>
                  <a:lnTo>
                    <a:pt x="20" y="521"/>
                  </a:lnTo>
                  <a:cubicBezTo>
                    <a:pt x="37" y="436"/>
                    <a:pt x="37" y="356"/>
                    <a:pt x="37" y="271"/>
                  </a:cubicBezTo>
                  <a:cubicBezTo>
                    <a:pt x="37" y="186"/>
                    <a:pt x="37" y="101"/>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3"/>
            <p:cNvSpPr/>
            <p:nvPr/>
          </p:nvSpPr>
          <p:spPr>
            <a:xfrm>
              <a:off x="1381440" y="2560694"/>
              <a:ext cx="5264" cy="92372"/>
            </a:xfrm>
            <a:custGeom>
              <a:rect b="b" l="l" r="r" t="t"/>
              <a:pathLst>
                <a:path extrusionOk="0" h="930" w="53">
                  <a:moveTo>
                    <a:pt x="16" y="1"/>
                  </a:moveTo>
                  <a:cubicBezTo>
                    <a:pt x="0" y="1"/>
                    <a:pt x="0" y="1"/>
                    <a:pt x="0" y="21"/>
                  </a:cubicBezTo>
                  <a:cubicBezTo>
                    <a:pt x="16" y="138"/>
                    <a:pt x="16" y="271"/>
                    <a:pt x="16" y="388"/>
                  </a:cubicBezTo>
                  <a:lnTo>
                    <a:pt x="16" y="607"/>
                  </a:lnTo>
                  <a:lnTo>
                    <a:pt x="16" y="809"/>
                  </a:lnTo>
                  <a:lnTo>
                    <a:pt x="16" y="910"/>
                  </a:lnTo>
                  <a:cubicBezTo>
                    <a:pt x="16" y="930"/>
                    <a:pt x="16" y="930"/>
                    <a:pt x="33" y="930"/>
                  </a:cubicBezTo>
                  <a:cubicBezTo>
                    <a:pt x="33" y="930"/>
                    <a:pt x="53" y="930"/>
                    <a:pt x="53" y="910"/>
                  </a:cubicBezTo>
                  <a:lnTo>
                    <a:pt x="53" y="829"/>
                  </a:lnTo>
                  <a:cubicBezTo>
                    <a:pt x="53" y="744"/>
                    <a:pt x="53" y="675"/>
                    <a:pt x="33" y="607"/>
                  </a:cubicBezTo>
                  <a:cubicBezTo>
                    <a:pt x="33" y="542"/>
                    <a:pt x="33" y="457"/>
                    <a:pt x="53" y="388"/>
                  </a:cubicBezTo>
                  <a:cubicBezTo>
                    <a:pt x="53" y="271"/>
                    <a:pt x="53"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3"/>
            <p:cNvSpPr/>
            <p:nvPr/>
          </p:nvSpPr>
          <p:spPr>
            <a:xfrm>
              <a:off x="1735732" y="3216338"/>
              <a:ext cx="172627" cy="284169"/>
            </a:xfrm>
            <a:custGeom>
              <a:rect b="b" l="l" r="r" t="t"/>
              <a:pathLst>
                <a:path extrusionOk="0" h="2861" w="1738">
                  <a:moveTo>
                    <a:pt x="20" y="0"/>
                  </a:moveTo>
                  <a:cubicBezTo>
                    <a:pt x="0" y="0"/>
                    <a:pt x="0" y="17"/>
                    <a:pt x="0" y="17"/>
                  </a:cubicBezTo>
                  <a:cubicBezTo>
                    <a:pt x="0" y="101"/>
                    <a:pt x="53" y="150"/>
                    <a:pt x="101" y="202"/>
                  </a:cubicBezTo>
                  <a:cubicBezTo>
                    <a:pt x="121" y="219"/>
                    <a:pt x="138" y="235"/>
                    <a:pt x="154" y="235"/>
                  </a:cubicBezTo>
                  <a:cubicBezTo>
                    <a:pt x="222" y="320"/>
                    <a:pt x="303" y="388"/>
                    <a:pt x="372" y="469"/>
                  </a:cubicBezTo>
                  <a:cubicBezTo>
                    <a:pt x="675" y="792"/>
                    <a:pt x="994" y="1127"/>
                    <a:pt x="1297" y="1479"/>
                  </a:cubicBezTo>
                  <a:cubicBezTo>
                    <a:pt x="1333" y="1515"/>
                    <a:pt x="1382" y="1564"/>
                    <a:pt x="1414" y="1600"/>
                  </a:cubicBezTo>
                  <a:cubicBezTo>
                    <a:pt x="1483" y="1665"/>
                    <a:pt x="1552" y="1733"/>
                    <a:pt x="1600" y="1802"/>
                  </a:cubicBezTo>
                  <a:cubicBezTo>
                    <a:pt x="1616" y="1818"/>
                    <a:pt x="1616" y="1818"/>
                    <a:pt x="1636" y="1834"/>
                  </a:cubicBezTo>
                  <a:cubicBezTo>
                    <a:pt x="1669" y="1867"/>
                    <a:pt x="1701" y="1903"/>
                    <a:pt x="1701" y="1952"/>
                  </a:cubicBezTo>
                  <a:cubicBezTo>
                    <a:pt x="1685" y="2121"/>
                    <a:pt x="1685" y="2287"/>
                    <a:pt x="1685" y="2440"/>
                  </a:cubicBezTo>
                  <a:cubicBezTo>
                    <a:pt x="1685" y="2541"/>
                    <a:pt x="1701" y="2642"/>
                    <a:pt x="1685" y="2727"/>
                  </a:cubicBezTo>
                  <a:cubicBezTo>
                    <a:pt x="1685" y="2760"/>
                    <a:pt x="1685" y="2812"/>
                    <a:pt x="1669" y="2844"/>
                  </a:cubicBezTo>
                  <a:lnTo>
                    <a:pt x="1669" y="2861"/>
                  </a:lnTo>
                  <a:lnTo>
                    <a:pt x="1685" y="2861"/>
                  </a:lnTo>
                  <a:cubicBezTo>
                    <a:pt x="1717" y="2812"/>
                    <a:pt x="1717" y="2776"/>
                    <a:pt x="1717" y="2727"/>
                  </a:cubicBezTo>
                  <a:lnTo>
                    <a:pt x="1717" y="2440"/>
                  </a:lnTo>
                  <a:cubicBezTo>
                    <a:pt x="1717" y="2287"/>
                    <a:pt x="1717" y="2121"/>
                    <a:pt x="1737" y="1968"/>
                  </a:cubicBezTo>
                  <a:cubicBezTo>
                    <a:pt x="1737" y="1903"/>
                    <a:pt x="1701" y="1851"/>
                    <a:pt x="1652" y="1818"/>
                  </a:cubicBezTo>
                  <a:lnTo>
                    <a:pt x="1616" y="1782"/>
                  </a:lnTo>
                  <a:cubicBezTo>
                    <a:pt x="1568" y="1717"/>
                    <a:pt x="1499" y="1649"/>
                    <a:pt x="1434" y="1580"/>
                  </a:cubicBezTo>
                  <a:cubicBezTo>
                    <a:pt x="1398" y="1548"/>
                    <a:pt x="1366" y="1499"/>
                    <a:pt x="1313" y="1463"/>
                  </a:cubicBezTo>
                  <a:cubicBezTo>
                    <a:pt x="1010" y="1111"/>
                    <a:pt x="691" y="772"/>
                    <a:pt x="388" y="453"/>
                  </a:cubicBezTo>
                  <a:cubicBezTo>
                    <a:pt x="323" y="368"/>
                    <a:pt x="239" y="303"/>
                    <a:pt x="170" y="219"/>
                  </a:cubicBezTo>
                  <a:cubicBezTo>
                    <a:pt x="154" y="202"/>
                    <a:pt x="138" y="202"/>
                    <a:pt x="121" y="186"/>
                  </a:cubicBezTo>
                  <a:cubicBezTo>
                    <a:pt x="69" y="134"/>
                    <a:pt x="37" y="85"/>
                    <a:pt x="37" y="17"/>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3"/>
            <p:cNvSpPr/>
            <p:nvPr/>
          </p:nvSpPr>
          <p:spPr>
            <a:xfrm>
              <a:off x="856607" y="1937132"/>
              <a:ext cx="355981" cy="279401"/>
            </a:xfrm>
            <a:custGeom>
              <a:rect b="b" l="l" r="r" t="t"/>
              <a:pathLst>
                <a:path extrusionOk="0" h="2813" w="3584">
                  <a:moveTo>
                    <a:pt x="3535" y="1"/>
                  </a:moveTo>
                  <a:lnTo>
                    <a:pt x="3535" y="17"/>
                  </a:lnTo>
                  <a:cubicBezTo>
                    <a:pt x="3551" y="37"/>
                    <a:pt x="3551" y="53"/>
                    <a:pt x="3551" y="86"/>
                  </a:cubicBezTo>
                  <a:lnTo>
                    <a:pt x="3551" y="102"/>
                  </a:lnTo>
                  <a:lnTo>
                    <a:pt x="3551" y="320"/>
                  </a:lnTo>
                  <a:lnTo>
                    <a:pt x="3551" y="946"/>
                  </a:lnTo>
                  <a:cubicBezTo>
                    <a:pt x="3567" y="995"/>
                    <a:pt x="3551" y="1027"/>
                    <a:pt x="3483" y="1063"/>
                  </a:cubicBezTo>
                  <a:cubicBezTo>
                    <a:pt x="3180" y="1213"/>
                    <a:pt x="2860" y="1383"/>
                    <a:pt x="2557" y="1532"/>
                  </a:cubicBezTo>
                  <a:cubicBezTo>
                    <a:pt x="2339" y="1633"/>
                    <a:pt x="2121" y="1754"/>
                    <a:pt x="1903" y="1855"/>
                  </a:cubicBezTo>
                  <a:cubicBezTo>
                    <a:pt x="1531" y="2037"/>
                    <a:pt x="1144" y="2223"/>
                    <a:pt x="792" y="2409"/>
                  </a:cubicBezTo>
                  <a:lnTo>
                    <a:pt x="505" y="2542"/>
                  </a:lnTo>
                  <a:cubicBezTo>
                    <a:pt x="404" y="2611"/>
                    <a:pt x="287" y="2663"/>
                    <a:pt x="166" y="2712"/>
                  </a:cubicBezTo>
                  <a:lnTo>
                    <a:pt x="17" y="2796"/>
                  </a:lnTo>
                  <a:cubicBezTo>
                    <a:pt x="0" y="2796"/>
                    <a:pt x="0" y="2796"/>
                    <a:pt x="0" y="2813"/>
                  </a:cubicBezTo>
                  <a:lnTo>
                    <a:pt x="17" y="2813"/>
                  </a:lnTo>
                  <a:lnTo>
                    <a:pt x="186" y="2744"/>
                  </a:lnTo>
                  <a:cubicBezTo>
                    <a:pt x="303" y="2679"/>
                    <a:pt x="404" y="2627"/>
                    <a:pt x="521" y="2578"/>
                  </a:cubicBezTo>
                  <a:lnTo>
                    <a:pt x="792" y="2441"/>
                  </a:lnTo>
                  <a:cubicBezTo>
                    <a:pt x="1160" y="2259"/>
                    <a:pt x="1548" y="2073"/>
                    <a:pt x="1919" y="1887"/>
                  </a:cubicBezTo>
                  <a:cubicBezTo>
                    <a:pt x="2137" y="1770"/>
                    <a:pt x="2355" y="1669"/>
                    <a:pt x="2557" y="1552"/>
                  </a:cubicBezTo>
                  <a:cubicBezTo>
                    <a:pt x="2877" y="1399"/>
                    <a:pt x="3180" y="1249"/>
                    <a:pt x="3499" y="1080"/>
                  </a:cubicBezTo>
                  <a:cubicBezTo>
                    <a:pt x="3567" y="1047"/>
                    <a:pt x="3584" y="995"/>
                    <a:pt x="3584" y="946"/>
                  </a:cubicBezTo>
                  <a:lnTo>
                    <a:pt x="3584" y="320"/>
                  </a:lnTo>
                  <a:lnTo>
                    <a:pt x="3584" y="102"/>
                  </a:lnTo>
                  <a:lnTo>
                    <a:pt x="3584" y="86"/>
                  </a:lnTo>
                  <a:cubicBezTo>
                    <a:pt x="3584" y="53"/>
                    <a:pt x="3584" y="17"/>
                    <a:pt x="3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3"/>
            <p:cNvSpPr/>
            <p:nvPr/>
          </p:nvSpPr>
          <p:spPr>
            <a:xfrm>
              <a:off x="1521886" y="2495735"/>
              <a:ext cx="180573" cy="310987"/>
            </a:xfrm>
            <a:custGeom>
              <a:rect b="b" l="l" r="r" t="t"/>
              <a:pathLst>
                <a:path extrusionOk="0" h="3131" w="1818">
                  <a:moveTo>
                    <a:pt x="53" y="0"/>
                  </a:moveTo>
                  <a:cubicBezTo>
                    <a:pt x="16" y="32"/>
                    <a:pt x="0" y="85"/>
                    <a:pt x="0" y="117"/>
                  </a:cubicBezTo>
                  <a:cubicBezTo>
                    <a:pt x="0" y="170"/>
                    <a:pt x="16" y="234"/>
                    <a:pt x="53" y="271"/>
                  </a:cubicBezTo>
                  <a:cubicBezTo>
                    <a:pt x="202" y="404"/>
                    <a:pt x="335" y="574"/>
                    <a:pt x="457" y="739"/>
                  </a:cubicBezTo>
                  <a:cubicBezTo>
                    <a:pt x="505" y="824"/>
                    <a:pt x="574" y="909"/>
                    <a:pt x="638" y="994"/>
                  </a:cubicBezTo>
                  <a:cubicBezTo>
                    <a:pt x="893" y="1297"/>
                    <a:pt x="1127" y="1600"/>
                    <a:pt x="1366" y="1903"/>
                  </a:cubicBezTo>
                  <a:cubicBezTo>
                    <a:pt x="1467" y="2052"/>
                    <a:pt x="1584" y="2190"/>
                    <a:pt x="1685" y="2323"/>
                  </a:cubicBezTo>
                  <a:cubicBezTo>
                    <a:pt x="1749" y="2408"/>
                    <a:pt x="1786" y="2493"/>
                    <a:pt x="1786" y="2573"/>
                  </a:cubicBezTo>
                  <a:cubicBezTo>
                    <a:pt x="1769" y="2642"/>
                    <a:pt x="1769" y="2711"/>
                    <a:pt x="1786" y="2775"/>
                  </a:cubicBezTo>
                  <a:cubicBezTo>
                    <a:pt x="1786" y="2876"/>
                    <a:pt x="1786" y="2998"/>
                    <a:pt x="1749" y="3115"/>
                  </a:cubicBezTo>
                  <a:lnTo>
                    <a:pt x="1769" y="3131"/>
                  </a:lnTo>
                  <a:lnTo>
                    <a:pt x="1786" y="3115"/>
                  </a:lnTo>
                  <a:cubicBezTo>
                    <a:pt x="1818" y="2998"/>
                    <a:pt x="1802" y="2897"/>
                    <a:pt x="1802" y="2775"/>
                  </a:cubicBezTo>
                  <a:lnTo>
                    <a:pt x="1802" y="2594"/>
                  </a:lnTo>
                  <a:cubicBezTo>
                    <a:pt x="1818" y="2493"/>
                    <a:pt x="1786" y="2408"/>
                    <a:pt x="1701" y="2307"/>
                  </a:cubicBezTo>
                  <a:cubicBezTo>
                    <a:pt x="1600" y="2169"/>
                    <a:pt x="1499" y="2036"/>
                    <a:pt x="1382" y="1887"/>
                  </a:cubicBezTo>
                  <a:cubicBezTo>
                    <a:pt x="1143" y="1584"/>
                    <a:pt x="909" y="1281"/>
                    <a:pt x="659" y="978"/>
                  </a:cubicBezTo>
                  <a:cubicBezTo>
                    <a:pt x="590" y="893"/>
                    <a:pt x="537" y="808"/>
                    <a:pt x="473" y="723"/>
                  </a:cubicBezTo>
                  <a:cubicBezTo>
                    <a:pt x="356" y="554"/>
                    <a:pt x="218" y="388"/>
                    <a:pt x="69" y="251"/>
                  </a:cubicBezTo>
                  <a:cubicBezTo>
                    <a:pt x="53" y="218"/>
                    <a:pt x="16" y="170"/>
                    <a:pt x="16" y="117"/>
                  </a:cubicBezTo>
                  <a:cubicBezTo>
                    <a:pt x="16" y="85"/>
                    <a:pt x="32" y="49"/>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3"/>
            <p:cNvSpPr/>
            <p:nvPr/>
          </p:nvSpPr>
          <p:spPr>
            <a:xfrm>
              <a:off x="1249437" y="2820528"/>
              <a:ext cx="250796" cy="261920"/>
            </a:xfrm>
            <a:custGeom>
              <a:rect b="b" l="l" r="r" t="t"/>
              <a:pathLst>
                <a:path extrusionOk="0" h="2637" w="2525">
                  <a:moveTo>
                    <a:pt x="1612" y="0"/>
                  </a:moveTo>
                  <a:cubicBezTo>
                    <a:pt x="1585" y="0"/>
                    <a:pt x="1543" y="9"/>
                    <a:pt x="1483" y="31"/>
                  </a:cubicBezTo>
                  <a:cubicBezTo>
                    <a:pt x="1297" y="111"/>
                    <a:pt x="1111" y="180"/>
                    <a:pt x="909" y="265"/>
                  </a:cubicBezTo>
                  <a:cubicBezTo>
                    <a:pt x="622" y="366"/>
                    <a:pt x="335" y="483"/>
                    <a:pt x="49" y="600"/>
                  </a:cubicBezTo>
                  <a:cubicBezTo>
                    <a:pt x="0" y="616"/>
                    <a:pt x="0" y="637"/>
                    <a:pt x="0" y="653"/>
                  </a:cubicBezTo>
                  <a:lnTo>
                    <a:pt x="0" y="669"/>
                  </a:lnTo>
                  <a:lnTo>
                    <a:pt x="0" y="685"/>
                  </a:lnTo>
                  <a:lnTo>
                    <a:pt x="16" y="685"/>
                  </a:lnTo>
                  <a:lnTo>
                    <a:pt x="16" y="653"/>
                  </a:lnTo>
                  <a:cubicBezTo>
                    <a:pt x="16" y="637"/>
                    <a:pt x="16" y="637"/>
                    <a:pt x="49" y="616"/>
                  </a:cubicBezTo>
                  <a:cubicBezTo>
                    <a:pt x="335" y="515"/>
                    <a:pt x="638" y="398"/>
                    <a:pt x="925" y="281"/>
                  </a:cubicBezTo>
                  <a:cubicBezTo>
                    <a:pt x="1111" y="212"/>
                    <a:pt x="1313" y="132"/>
                    <a:pt x="1499" y="63"/>
                  </a:cubicBezTo>
                  <a:cubicBezTo>
                    <a:pt x="1560" y="40"/>
                    <a:pt x="1594" y="23"/>
                    <a:pt x="1614" y="23"/>
                  </a:cubicBezTo>
                  <a:cubicBezTo>
                    <a:pt x="1622" y="23"/>
                    <a:pt x="1628" y="25"/>
                    <a:pt x="1632" y="31"/>
                  </a:cubicBezTo>
                  <a:cubicBezTo>
                    <a:pt x="1665" y="47"/>
                    <a:pt x="1665" y="95"/>
                    <a:pt x="1665" y="180"/>
                  </a:cubicBezTo>
                  <a:cubicBezTo>
                    <a:pt x="1648" y="233"/>
                    <a:pt x="1648" y="297"/>
                    <a:pt x="1648" y="366"/>
                  </a:cubicBezTo>
                  <a:lnTo>
                    <a:pt x="1648" y="499"/>
                  </a:lnTo>
                  <a:cubicBezTo>
                    <a:pt x="1648" y="552"/>
                    <a:pt x="1665" y="568"/>
                    <a:pt x="1701" y="584"/>
                  </a:cubicBezTo>
                  <a:cubicBezTo>
                    <a:pt x="1766" y="669"/>
                    <a:pt x="1834" y="738"/>
                    <a:pt x="1903" y="818"/>
                  </a:cubicBezTo>
                  <a:cubicBezTo>
                    <a:pt x="2052" y="988"/>
                    <a:pt x="2222" y="1158"/>
                    <a:pt x="2371" y="1323"/>
                  </a:cubicBezTo>
                  <a:cubicBezTo>
                    <a:pt x="2456" y="1408"/>
                    <a:pt x="2509" y="1493"/>
                    <a:pt x="2493" y="1610"/>
                  </a:cubicBezTo>
                  <a:lnTo>
                    <a:pt x="2493" y="2285"/>
                  </a:lnTo>
                  <a:lnTo>
                    <a:pt x="2493" y="2454"/>
                  </a:lnTo>
                  <a:cubicBezTo>
                    <a:pt x="2493" y="2503"/>
                    <a:pt x="2493" y="2555"/>
                    <a:pt x="2472" y="2604"/>
                  </a:cubicBezTo>
                  <a:cubicBezTo>
                    <a:pt x="2456" y="2620"/>
                    <a:pt x="2472" y="2620"/>
                    <a:pt x="2472" y="2620"/>
                  </a:cubicBezTo>
                  <a:lnTo>
                    <a:pt x="2472" y="2636"/>
                  </a:lnTo>
                  <a:lnTo>
                    <a:pt x="2493" y="2620"/>
                  </a:lnTo>
                  <a:cubicBezTo>
                    <a:pt x="2525" y="2572"/>
                    <a:pt x="2525" y="2503"/>
                    <a:pt x="2525" y="2454"/>
                  </a:cubicBezTo>
                  <a:lnTo>
                    <a:pt x="2525" y="2285"/>
                  </a:lnTo>
                  <a:lnTo>
                    <a:pt x="2525" y="1610"/>
                  </a:lnTo>
                  <a:cubicBezTo>
                    <a:pt x="2525" y="1493"/>
                    <a:pt x="2493" y="1392"/>
                    <a:pt x="2392" y="1307"/>
                  </a:cubicBezTo>
                  <a:cubicBezTo>
                    <a:pt x="2238" y="1141"/>
                    <a:pt x="2068" y="956"/>
                    <a:pt x="1919" y="802"/>
                  </a:cubicBezTo>
                  <a:cubicBezTo>
                    <a:pt x="1850" y="717"/>
                    <a:pt x="1786" y="653"/>
                    <a:pt x="1717" y="568"/>
                  </a:cubicBezTo>
                  <a:cubicBezTo>
                    <a:pt x="1701" y="552"/>
                    <a:pt x="1685" y="536"/>
                    <a:pt x="1685" y="499"/>
                  </a:cubicBezTo>
                  <a:lnTo>
                    <a:pt x="1685" y="366"/>
                  </a:lnTo>
                  <a:lnTo>
                    <a:pt x="1685" y="180"/>
                  </a:lnTo>
                  <a:cubicBezTo>
                    <a:pt x="1685" y="95"/>
                    <a:pt x="1685" y="47"/>
                    <a:pt x="1648" y="10"/>
                  </a:cubicBezTo>
                  <a:cubicBezTo>
                    <a:pt x="1642" y="4"/>
                    <a:pt x="1630" y="0"/>
                    <a:pt x="16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3"/>
            <p:cNvSpPr/>
            <p:nvPr/>
          </p:nvSpPr>
          <p:spPr>
            <a:xfrm>
              <a:off x="852932" y="1353796"/>
              <a:ext cx="363232" cy="331050"/>
            </a:xfrm>
            <a:custGeom>
              <a:rect b="b" l="l" r="r" t="t"/>
              <a:pathLst>
                <a:path extrusionOk="0" h="3333" w="3657">
                  <a:moveTo>
                    <a:pt x="3637" y="0"/>
                  </a:moveTo>
                  <a:cubicBezTo>
                    <a:pt x="3621" y="0"/>
                    <a:pt x="3621" y="0"/>
                    <a:pt x="3621" y="16"/>
                  </a:cubicBezTo>
                  <a:cubicBezTo>
                    <a:pt x="3621" y="69"/>
                    <a:pt x="3588" y="85"/>
                    <a:pt x="3556" y="101"/>
                  </a:cubicBezTo>
                  <a:cubicBezTo>
                    <a:pt x="3536" y="117"/>
                    <a:pt x="3520" y="117"/>
                    <a:pt x="3503" y="134"/>
                  </a:cubicBezTo>
                  <a:cubicBezTo>
                    <a:pt x="3301" y="271"/>
                    <a:pt x="3083" y="388"/>
                    <a:pt x="2881" y="521"/>
                  </a:cubicBezTo>
                  <a:cubicBezTo>
                    <a:pt x="2728" y="606"/>
                    <a:pt x="2578" y="691"/>
                    <a:pt x="2445" y="792"/>
                  </a:cubicBezTo>
                  <a:cubicBezTo>
                    <a:pt x="2021" y="1042"/>
                    <a:pt x="1601" y="1297"/>
                    <a:pt x="1197" y="1531"/>
                  </a:cubicBezTo>
                  <a:cubicBezTo>
                    <a:pt x="1031" y="1632"/>
                    <a:pt x="845" y="1733"/>
                    <a:pt x="676" y="1834"/>
                  </a:cubicBezTo>
                  <a:cubicBezTo>
                    <a:pt x="607" y="1871"/>
                    <a:pt x="558" y="1903"/>
                    <a:pt x="506" y="1935"/>
                  </a:cubicBezTo>
                  <a:cubicBezTo>
                    <a:pt x="373" y="2020"/>
                    <a:pt x="255" y="2105"/>
                    <a:pt x="122" y="2174"/>
                  </a:cubicBezTo>
                  <a:cubicBezTo>
                    <a:pt x="37" y="2206"/>
                    <a:pt x="1" y="2254"/>
                    <a:pt x="21" y="2355"/>
                  </a:cubicBezTo>
                  <a:lnTo>
                    <a:pt x="21" y="3030"/>
                  </a:lnTo>
                  <a:lnTo>
                    <a:pt x="21" y="3184"/>
                  </a:lnTo>
                  <a:cubicBezTo>
                    <a:pt x="21" y="3216"/>
                    <a:pt x="21" y="3264"/>
                    <a:pt x="37" y="3317"/>
                  </a:cubicBezTo>
                  <a:lnTo>
                    <a:pt x="54" y="3333"/>
                  </a:lnTo>
                  <a:lnTo>
                    <a:pt x="70" y="3317"/>
                  </a:lnTo>
                  <a:lnTo>
                    <a:pt x="70" y="3301"/>
                  </a:lnTo>
                  <a:cubicBezTo>
                    <a:pt x="37" y="3264"/>
                    <a:pt x="37" y="3216"/>
                    <a:pt x="37" y="3184"/>
                  </a:cubicBezTo>
                  <a:lnTo>
                    <a:pt x="37" y="3030"/>
                  </a:lnTo>
                  <a:lnTo>
                    <a:pt x="37" y="2355"/>
                  </a:lnTo>
                  <a:cubicBezTo>
                    <a:pt x="37" y="2275"/>
                    <a:pt x="70" y="2222"/>
                    <a:pt x="122" y="2190"/>
                  </a:cubicBezTo>
                  <a:cubicBezTo>
                    <a:pt x="255" y="2121"/>
                    <a:pt x="389" y="2036"/>
                    <a:pt x="526" y="1972"/>
                  </a:cubicBezTo>
                  <a:cubicBezTo>
                    <a:pt x="575" y="1935"/>
                    <a:pt x="627" y="1903"/>
                    <a:pt x="676" y="1871"/>
                  </a:cubicBezTo>
                  <a:cubicBezTo>
                    <a:pt x="861" y="1749"/>
                    <a:pt x="1031" y="1648"/>
                    <a:pt x="1213" y="1547"/>
                  </a:cubicBezTo>
                  <a:cubicBezTo>
                    <a:pt x="1617" y="1313"/>
                    <a:pt x="2041" y="1063"/>
                    <a:pt x="2445" y="808"/>
                  </a:cubicBezTo>
                  <a:cubicBezTo>
                    <a:pt x="2594" y="707"/>
                    <a:pt x="2748" y="622"/>
                    <a:pt x="2897" y="538"/>
                  </a:cubicBezTo>
                  <a:cubicBezTo>
                    <a:pt x="3099" y="420"/>
                    <a:pt x="3318" y="287"/>
                    <a:pt x="3520" y="154"/>
                  </a:cubicBezTo>
                  <a:cubicBezTo>
                    <a:pt x="3536" y="134"/>
                    <a:pt x="3556" y="134"/>
                    <a:pt x="3556" y="134"/>
                  </a:cubicBezTo>
                  <a:cubicBezTo>
                    <a:pt x="3604" y="101"/>
                    <a:pt x="3637" y="85"/>
                    <a:pt x="3657" y="16"/>
                  </a:cubicBezTo>
                  <a:cubicBezTo>
                    <a:pt x="3657" y="0"/>
                    <a:pt x="3637" y="0"/>
                    <a:pt x="36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3"/>
            <p:cNvSpPr/>
            <p:nvPr/>
          </p:nvSpPr>
          <p:spPr>
            <a:xfrm>
              <a:off x="1555160" y="2398595"/>
              <a:ext cx="2086" cy="55523"/>
            </a:xfrm>
            <a:custGeom>
              <a:rect b="b" l="l" r="r" t="t"/>
              <a:pathLst>
                <a:path extrusionOk="0" h="559" w="21">
                  <a:moveTo>
                    <a:pt x="0" y="1"/>
                  </a:moveTo>
                  <a:lnTo>
                    <a:pt x="0" y="542"/>
                  </a:lnTo>
                  <a:lnTo>
                    <a:pt x="0" y="558"/>
                  </a:lnTo>
                  <a:cubicBezTo>
                    <a:pt x="21" y="558"/>
                    <a:pt x="21" y="558"/>
                    <a:pt x="21" y="542"/>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3"/>
            <p:cNvSpPr/>
            <p:nvPr/>
          </p:nvSpPr>
          <p:spPr>
            <a:xfrm>
              <a:off x="1087339" y="2174717"/>
              <a:ext cx="4867" cy="85122"/>
            </a:xfrm>
            <a:custGeom>
              <a:rect b="b" l="l" r="r" t="t"/>
              <a:pathLst>
                <a:path extrusionOk="0" h="857" w="49">
                  <a:moveTo>
                    <a:pt x="0" y="0"/>
                  </a:moveTo>
                  <a:lnTo>
                    <a:pt x="0" y="186"/>
                  </a:lnTo>
                  <a:lnTo>
                    <a:pt x="0" y="707"/>
                  </a:lnTo>
                  <a:lnTo>
                    <a:pt x="0" y="740"/>
                  </a:lnTo>
                  <a:cubicBezTo>
                    <a:pt x="0" y="776"/>
                    <a:pt x="0" y="808"/>
                    <a:pt x="16" y="841"/>
                  </a:cubicBezTo>
                  <a:lnTo>
                    <a:pt x="32" y="857"/>
                  </a:lnTo>
                  <a:cubicBezTo>
                    <a:pt x="49" y="857"/>
                    <a:pt x="49" y="841"/>
                    <a:pt x="49" y="841"/>
                  </a:cubicBezTo>
                  <a:cubicBezTo>
                    <a:pt x="32" y="808"/>
                    <a:pt x="32" y="776"/>
                    <a:pt x="32" y="740"/>
                  </a:cubicBezTo>
                  <a:lnTo>
                    <a:pt x="32" y="707"/>
                  </a:lnTo>
                  <a:lnTo>
                    <a:pt x="32" y="186"/>
                  </a:ln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3"/>
            <p:cNvSpPr/>
            <p:nvPr/>
          </p:nvSpPr>
          <p:spPr>
            <a:xfrm>
              <a:off x="1523475" y="1828470"/>
              <a:ext cx="200736" cy="393327"/>
            </a:xfrm>
            <a:custGeom>
              <a:rect b="b" l="l" r="r" t="t"/>
              <a:pathLst>
                <a:path extrusionOk="0" h="3960" w="2021">
                  <a:moveTo>
                    <a:pt x="53" y="0"/>
                  </a:moveTo>
                  <a:cubicBezTo>
                    <a:pt x="0" y="53"/>
                    <a:pt x="16" y="101"/>
                    <a:pt x="16" y="170"/>
                  </a:cubicBezTo>
                  <a:lnTo>
                    <a:pt x="16" y="222"/>
                  </a:lnTo>
                  <a:lnTo>
                    <a:pt x="16" y="372"/>
                  </a:lnTo>
                  <a:cubicBezTo>
                    <a:pt x="0" y="525"/>
                    <a:pt x="0" y="675"/>
                    <a:pt x="16" y="808"/>
                  </a:cubicBezTo>
                  <a:cubicBezTo>
                    <a:pt x="53" y="978"/>
                    <a:pt x="154" y="1111"/>
                    <a:pt x="271" y="1248"/>
                  </a:cubicBezTo>
                  <a:cubicBezTo>
                    <a:pt x="303" y="1297"/>
                    <a:pt x="340" y="1349"/>
                    <a:pt x="372" y="1398"/>
                  </a:cubicBezTo>
                  <a:cubicBezTo>
                    <a:pt x="521" y="1636"/>
                    <a:pt x="675" y="1854"/>
                    <a:pt x="824" y="2073"/>
                  </a:cubicBezTo>
                  <a:cubicBezTo>
                    <a:pt x="1026" y="2392"/>
                    <a:pt x="1228" y="2695"/>
                    <a:pt x="1451" y="2998"/>
                  </a:cubicBezTo>
                  <a:cubicBezTo>
                    <a:pt x="1531" y="3131"/>
                    <a:pt x="1632" y="3284"/>
                    <a:pt x="1717" y="3418"/>
                  </a:cubicBezTo>
                  <a:cubicBezTo>
                    <a:pt x="1770" y="3486"/>
                    <a:pt x="1818" y="3571"/>
                    <a:pt x="1871" y="3636"/>
                  </a:cubicBezTo>
                  <a:cubicBezTo>
                    <a:pt x="1919" y="3737"/>
                    <a:pt x="1988" y="3822"/>
                    <a:pt x="1988" y="3939"/>
                  </a:cubicBezTo>
                  <a:lnTo>
                    <a:pt x="2004" y="3959"/>
                  </a:lnTo>
                  <a:cubicBezTo>
                    <a:pt x="2020" y="3959"/>
                    <a:pt x="2020" y="3939"/>
                    <a:pt x="2020" y="3939"/>
                  </a:cubicBezTo>
                  <a:cubicBezTo>
                    <a:pt x="2004" y="3822"/>
                    <a:pt x="1955" y="3721"/>
                    <a:pt x="1887" y="3620"/>
                  </a:cubicBezTo>
                  <a:cubicBezTo>
                    <a:pt x="1834" y="3555"/>
                    <a:pt x="1786" y="3470"/>
                    <a:pt x="1733" y="3402"/>
                  </a:cubicBezTo>
                  <a:cubicBezTo>
                    <a:pt x="1653" y="3268"/>
                    <a:pt x="1568" y="3115"/>
                    <a:pt x="1467" y="2981"/>
                  </a:cubicBezTo>
                  <a:cubicBezTo>
                    <a:pt x="1265" y="2678"/>
                    <a:pt x="1047" y="2376"/>
                    <a:pt x="845" y="2073"/>
                  </a:cubicBezTo>
                  <a:cubicBezTo>
                    <a:pt x="707" y="1838"/>
                    <a:pt x="558" y="1616"/>
                    <a:pt x="404" y="1382"/>
                  </a:cubicBezTo>
                  <a:cubicBezTo>
                    <a:pt x="372" y="1333"/>
                    <a:pt x="319" y="1281"/>
                    <a:pt x="287" y="1232"/>
                  </a:cubicBezTo>
                  <a:cubicBezTo>
                    <a:pt x="186" y="1111"/>
                    <a:pt x="85" y="978"/>
                    <a:pt x="53" y="808"/>
                  </a:cubicBezTo>
                  <a:cubicBezTo>
                    <a:pt x="37" y="675"/>
                    <a:pt x="37" y="525"/>
                    <a:pt x="37" y="372"/>
                  </a:cubicBezTo>
                  <a:cubicBezTo>
                    <a:pt x="37" y="323"/>
                    <a:pt x="53" y="271"/>
                    <a:pt x="53" y="222"/>
                  </a:cubicBezTo>
                  <a:lnTo>
                    <a:pt x="53" y="170"/>
                  </a:lnTo>
                  <a:cubicBezTo>
                    <a:pt x="37" y="101"/>
                    <a:pt x="37"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3"/>
            <p:cNvSpPr/>
            <p:nvPr/>
          </p:nvSpPr>
          <p:spPr>
            <a:xfrm>
              <a:off x="1841216" y="3371583"/>
              <a:ext cx="4966" cy="61879"/>
            </a:xfrm>
            <a:custGeom>
              <a:rect b="b" l="l" r="r" t="t"/>
              <a:pathLst>
                <a:path extrusionOk="0" h="623" w="50">
                  <a:moveTo>
                    <a:pt x="33" y="1"/>
                  </a:moveTo>
                  <a:lnTo>
                    <a:pt x="17" y="17"/>
                  </a:lnTo>
                  <a:cubicBezTo>
                    <a:pt x="1" y="118"/>
                    <a:pt x="1" y="203"/>
                    <a:pt x="1" y="304"/>
                  </a:cubicBezTo>
                  <a:cubicBezTo>
                    <a:pt x="17" y="356"/>
                    <a:pt x="17" y="421"/>
                    <a:pt x="1" y="473"/>
                  </a:cubicBezTo>
                  <a:cubicBezTo>
                    <a:pt x="1" y="490"/>
                    <a:pt x="1" y="506"/>
                    <a:pt x="17" y="522"/>
                  </a:cubicBezTo>
                  <a:cubicBezTo>
                    <a:pt x="17" y="558"/>
                    <a:pt x="17" y="574"/>
                    <a:pt x="1" y="607"/>
                  </a:cubicBezTo>
                  <a:lnTo>
                    <a:pt x="1" y="623"/>
                  </a:lnTo>
                  <a:lnTo>
                    <a:pt x="17" y="623"/>
                  </a:lnTo>
                  <a:cubicBezTo>
                    <a:pt x="33" y="591"/>
                    <a:pt x="33" y="558"/>
                    <a:pt x="33" y="522"/>
                  </a:cubicBezTo>
                  <a:lnTo>
                    <a:pt x="33" y="473"/>
                  </a:lnTo>
                  <a:lnTo>
                    <a:pt x="33" y="304"/>
                  </a:lnTo>
                  <a:cubicBezTo>
                    <a:pt x="33" y="203"/>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3"/>
            <p:cNvSpPr/>
            <p:nvPr/>
          </p:nvSpPr>
          <p:spPr>
            <a:xfrm>
              <a:off x="1841216" y="2484114"/>
              <a:ext cx="3377" cy="56615"/>
            </a:xfrm>
            <a:custGeom>
              <a:rect b="b" l="l" r="r" t="t"/>
              <a:pathLst>
                <a:path extrusionOk="0" h="570" w="34">
                  <a:moveTo>
                    <a:pt x="17" y="0"/>
                  </a:moveTo>
                  <a:cubicBezTo>
                    <a:pt x="17" y="0"/>
                    <a:pt x="1" y="0"/>
                    <a:pt x="1" y="16"/>
                  </a:cubicBezTo>
                  <a:lnTo>
                    <a:pt x="1" y="218"/>
                  </a:lnTo>
                  <a:cubicBezTo>
                    <a:pt x="17" y="319"/>
                    <a:pt x="17" y="436"/>
                    <a:pt x="1" y="553"/>
                  </a:cubicBezTo>
                  <a:lnTo>
                    <a:pt x="1" y="570"/>
                  </a:lnTo>
                  <a:cubicBezTo>
                    <a:pt x="17" y="570"/>
                    <a:pt x="17" y="553"/>
                    <a:pt x="17" y="553"/>
                  </a:cubicBezTo>
                  <a:cubicBezTo>
                    <a:pt x="33" y="436"/>
                    <a:pt x="33" y="335"/>
                    <a:pt x="33" y="218"/>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3"/>
            <p:cNvSpPr/>
            <p:nvPr/>
          </p:nvSpPr>
          <p:spPr>
            <a:xfrm>
              <a:off x="1742487" y="2167864"/>
              <a:ext cx="140545" cy="277812"/>
            </a:xfrm>
            <a:custGeom>
              <a:rect b="b" l="l" r="r" t="t"/>
              <a:pathLst>
                <a:path extrusionOk="0" h="2797" w="1415">
                  <a:moveTo>
                    <a:pt x="53" y="1"/>
                  </a:moveTo>
                  <a:cubicBezTo>
                    <a:pt x="17" y="17"/>
                    <a:pt x="1" y="53"/>
                    <a:pt x="1" y="102"/>
                  </a:cubicBezTo>
                  <a:lnTo>
                    <a:pt x="1" y="692"/>
                  </a:lnTo>
                  <a:cubicBezTo>
                    <a:pt x="1" y="744"/>
                    <a:pt x="17" y="793"/>
                    <a:pt x="53" y="825"/>
                  </a:cubicBezTo>
                  <a:cubicBezTo>
                    <a:pt x="219" y="1079"/>
                    <a:pt x="389" y="1350"/>
                    <a:pt x="558" y="1600"/>
                  </a:cubicBezTo>
                  <a:cubicBezTo>
                    <a:pt x="692" y="1802"/>
                    <a:pt x="825" y="2004"/>
                    <a:pt x="962" y="2206"/>
                  </a:cubicBezTo>
                  <a:cubicBezTo>
                    <a:pt x="1027" y="2291"/>
                    <a:pt x="1080" y="2376"/>
                    <a:pt x="1144" y="2477"/>
                  </a:cubicBezTo>
                  <a:cubicBezTo>
                    <a:pt x="1197" y="2542"/>
                    <a:pt x="1229" y="2627"/>
                    <a:pt x="1282" y="2695"/>
                  </a:cubicBezTo>
                  <a:cubicBezTo>
                    <a:pt x="1298" y="2711"/>
                    <a:pt x="1298" y="2711"/>
                    <a:pt x="1298" y="2728"/>
                  </a:cubicBezTo>
                  <a:cubicBezTo>
                    <a:pt x="1314" y="2764"/>
                    <a:pt x="1346" y="2796"/>
                    <a:pt x="1399" y="2796"/>
                  </a:cubicBezTo>
                  <a:lnTo>
                    <a:pt x="1415" y="2796"/>
                  </a:lnTo>
                  <a:cubicBezTo>
                    <a:pt x="1415" y="2780"/>
                    <a:pt x="1399" y="2780"/>
                    <a:pt x="1399" y="2780"/>
                  </a:cubicBezTo>
                  <a:cubicBezTo>
                    <a:pt x="1366" y="2764"/>
                    <a:pt x="1346" y="2744"/>
                    <a:pt x="1330" y="2711"/>
                  </a:cubicBezTo>
                  <a:lnTo>
                    <a:pt x="1314" y="2695"/>
                  </a:lnTo>
                  <a:cubicBezTo>
                    <a:pt x="1265" y="2610"/>
                    <a:pt x="1213" y="2526"/>
                    <a:pt x="1164" y="2461"/>
                  </a:cubicBezTo>
                  <a:cubicBezTo>
                    <a:pt x="1096" y="2376"/>
                    <a:pt x="1043" y="2275"/>
                    <a:pt x="979" y="2190"/>
                  </a:cubicBezTo>
                  <a:cubicBezTo>
                    <a:pt x="861" y="1988"/>
                    <a:pt x="724" y="1786"/>
                    <a:pt x="591" y="1584"/>
                  </a:cubicBezTo>
                  <a:cubicBezTo>
                    <a:pt x="405" y="1330"/>
                    <a:pt x="235" y="1063"/>
                    <a:pt x="70" y="809"/>
                  </a:cubicBezTo>
                  <a:cubicBezTo>
                    <a:pt x="53" y="776"/>
                    <a:pt x="33" y="744"/>
                    <a:pt x="33" y="692"/>
                  </a:cubicBezTo>
                  <a:lnTo>
                    <a:pt x="33" y="102"/>
                  </a:lnTo>
                  <a:cubicBezTo>
                    <a:pt x="33" y="69"/>
                    <a:pt x="33" y="37"/>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3"/>
            <p:cNvSpPr/>
            <p:nvPr/>
          </p:nvSpPr>
          <p:spPr>
            <a:xfrm>
              <a:off x="1137498" y="1972491"/>
              <a:ext cx="4867" cy="98828"/>
            </a:xfrm>
            <a:custGeom>
              <a:rect b="b" l="l" r="r" t="t"/>
              <a:pathLst>
                <a:path extrusionOk="0" h="995" w="49">
                  <a:moveTo>
                    <a:pt x="16" y="0"/>
                  </a:moveTo>
                  <a:cubicBezTo>
                    <a:pt x="0" y="0"/>
                    <a:pt x="0" y="17"/>
                    <a:pt x="0" y="17"/>
                  </a:cubicBezTo>
                  <a:cubicBezTo>
                    <a:pt x="16" y="150"/>
                    <a:pt x="16" y="303"/>
                    <a:pt x="16" y="437"/>
                  </a:cubicBezTo>
                  <a:lnTo>
                    <a:pt x="16" y="691"/>
                  </a:lnTo>
                  <a:lnTo>
                    <a:pt x="16" y="792"/>
                  </a:lnTo>
                  <a:cubicBezTo>
                    <a:pt x="16" y="857"/>
                    <a:pt x="16" y="926"/>
                    <a:pt x="32" y="994"/>
                  </a:cubicBezTo>
                  <a:lnTo>
                    <a:pt x="49" y="994"/>
                  </a:lnTo>
                  <a:lnTo>
                    <a:pt x="49" y="974"/>
                  </a:lnTo>
                  <a:cubicBezTo>
                    <a:pt x="32" y="926"/>
                    <a:pt x="32" y="857"/>
                    <a:pt x="32" y="792"/>
                  </a:cubicBezTo>
                  <a:cubicBezTo>
                    <a:pt x="32" y="756"/>
                    <a:pt x="49" y="724"/>
                    <a:pt x="32" y="691"/>
                  </a:cubicBezTo>
                  <a:lnTo>
                    <a:pt x="32" y="437"/>
                  </a:lnTo>
                  <a:cubicBezTo>
                    <a:pt x="49" y="303"/>
                    <a:pt x="49" y="150"/>
                    <a:pt x="32" y="17"/>
                  </a:cubicBez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3"/>
            <p:cNvSpPr/>
            <p:nvPr/>
          </p:nvSpPr>
          <p:spPr>
            <a:xfrm>
              <a:off x="1087339" y="1477356"/>
              <a:ext cx="4867" cy="63866"/>
            </a:xfrm>
            <a:custGeom>
              <a:rect b="b" l="l" r="r" t="t"/>
              <a:pathLst>
                <a:path extrusionOk="0" h="643" w="49">
                  <a:moveTo>
                    <a:pt x="16" y="0"/>
                  </a:moveTo>
                  <a:cubicBezTo>
                    <a:pt x="16" y="0"/>
                    <a:pt x="0" y="0"/>
                    <a:pt x="0" y="21"/>
                  </a:cubicBezTo>
                  <a:cubicBezTo>
                    <a:pt x="16" y="85"/>
                    <a:pt x="0" y="170"/>
                    <a:pt x="0" y="255"/>
                  </a:cubicBezTo>
                  <a:cubicBezTo>
                    <a:pt x="0" y="372"/>
                    <a:pt x="0" y="505"/>
                    <a:pt x="16" y="643"/>
                  </a:cubicBezTo>
                  <a:lnTo>
                    <a:pt x="49" y="643"/>
                  </a:lnTo>
                  <a:cubicBezTo>
                    <a:pt x="32" y="505"/>
                    <a:pt x="32" y="372"/>
                    <a:pt x="32" y="255"/>
                  </a:cubicBezTo>
                  <a:lnTo>
                    <a:pt x="32" y="21"/>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3"/>
            <p:cNvSpPr/>
            <p:nvPr/>
          </p:nvSpPr>
          <p:spPr>
            <a:xfrm>
              <a:off x="1251026" y="2525831"/>
              <a:ext cx="162198" cy="183851"/>
            </a:xfrm>
            <a:custGeom>
              <a:rect b="b" l="l" r="r" t="t"/>
              <a:pathLst>
                <a:path extrusionOk="0" h="1851" w="1633">
                  <a:moveTo>
                    <a:pt x="1616" y="0"/>
                  </a:moveTo>
                  <a:cubicBezTo>
                    <a:pt x="1467" y="16"/>
                    <a:pt x="1346" y="85"/>
                    <a:pt x="1228" y="133"/>
                  </a:cubicBezTo>
                  <a:cubicBezTo>
                    <a:pt x="1180" y="150"/>
                    <a:pt x="1127" y="186"/>
                    <a:pt x="1063" y="202"/>
                  </a:cubicBezTo>
                  <a:cubicBezTo>
                    <a:pt x="942" y="251"/>
                    <a:pt x="808" y="303"/>
                    <a:pt x="691" y="372"/>
                  </a:cubicBezTo>
                  <a:cubicBezTo>
                    <a:pt x="505" y="436"/>
                    <a:pt x="303" y="521"/>
                    <a:pt x="101" y="606"/>
                  </a:cubicBezTo>
                  <a:cubicBezTo>
                    <a:pt x="33" y="638"/>
                    <a:pt x="0" y="675"/>
                    <a:pt x="0" y="756"/>
                  </a:cubicBezTo>
                  <a:cubicBezTo>
                    <a:pt x="17" y="1059"/>
                    <a:pt x="17" y="1362"/>
                    <a:pt x="0" y="1664"/>
                  </a:cubicBezTo>
                  <a:cubicBezTo>
                    <a:pt x="0" y="1701"/>
                    <a:pt x="0" y="1717"/>
                    <a:pt x="17" y="1733"/>
                  </a:cubicBezTo>
                  <a:cubicBezTo>
                    <a:pt x="17" y="1765"/>
                    <a:pt x="33" y="1802"/>
                    <a:pt x="0" y="1818"/>
                  </a:cubicBezTo>
                  <a:lnTo>
                    <a:pt x="17" y="1850"/>
                  </a:lnTo>
                  <a:lnTo>
                    <a:pt x="33" y="1850"/>
                  </a:lnTo>
                  <a:cubicBezTo>
                    <a:pt x="69" y="1802"/>
                    <a:pt x="53" y="1765"/>
                    <a:pt x="33" y="1717"/>
                  </a:cubicBezTo>
                  <a:lnTo>
                    <a:pt x="33" y="1664"/>
                  </a:lnTo>
                  <a:lnTo>
                    <a:pt x="33" y="756"/>
                  </a:lnTo>
                  <a:cubicBezTo>
                    <a:pt x="33" y="675"/>
                    <a:pt x="53" y="655"/>
                    <a:pt x="117" y="622"/>
                  </a:cubicBezTo>
                  <a:cubicBezTo>
                    <a:pt x="319" y="554"/>
                    <a:pt x="505" y="473"/>
                    <a:pt x="707" y="388"/>
                  </a:cubicBezTo>
                  <a:cubicBezTo>
                    <a:pt x="824" y="335"/>
                    <a:pt x="962" y="287"/>
                    <a:pt x="1079" y="234"/>
                  </a:cubicBezTo>
                  <a:cubicBezTo>
                    <a:pt x="1127" y="202"/>
                    <a:pt x="1180" y="186"/>
                    <a:pt x="1228" y="170"/>
                  </a:cubicBezTo>
                  <a:cubicBezTo>
                    <a:pt x="1346" y="101"/>
                    <a:pt x="1483" y="49"/>
                    <a:pt x="1616" y="16"/>
                  </a:cubicBezTo>
                  <a:cubicBezTo>
                    <a:pt x="1616" y="16"/>
                    <a:pt x="1632" y="16"/>
                    <a:pt x="1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3"/>
            <p:cNvSpPr/>
            <p:nvPr/>
          </p:nvSpPr>
          <p:spPr>
            <a:xfrm>
              <a:off x="1416701" y="3187832"/>
              <a:ext cx="85221" cy="80354"/>
            </a:xfrm>
            <a:custGeom>
              <a:rect b="b" l="l" r="r" t="t"/>
              <a:pathLst>
                <a:path extrusionOk="0" h="809" w="858">
                  <a:moveTo>
                    <a:pt x="17" y="1"/>
                  </a:moveTo>
                  <a:cubicBezTo>
                    <a:pt x="1" y="1"/>
                    <a:pt x="1" y="17"/>
                    <a:pt x="1" y="17"/>
                  </a:cubicBezTo>
                  <a:cubicBezTo>
                    <a:pt x="1" y="33"/>
                    <a:pt x="1" y="33"/>
                    <a:pt x="17" y="33"/>
                  </a:cubicBezTo>
                  <a:cubicBezTo>
                    <a:pt x="49" y="33"/>
                    <a:pt x="82" y="49"/>
                    <a:pt x="118" y="85"/>
                  </a:cubicBezTo>
                  <a:cubicBezTo>
                    <a:pt x="219" y="170"/>
                    <a:pt x="320" y="271"/>
                    <a:pt x="421" y="372"/>
                  </a:cubicBezTo>
                  <a:cubicBezTo>
                    <a:pt x="538" y="489"/>
                    <a:pt x="671" y="623"/>
                    <a:pt x="809" y="740"/>
                  </a:cubicBezTo>
                  <a:cubicBezTo>
                    <a:pt x="825" y="740"/>
                    <a:pt x="825" y="756"/>
                    <a:pt x="825" y="776"/>
                  </a:cubicBezTo>
                  <a:cubicBezTo>
                    <a:pt x="841" y="776"/>
                    <a:pt x="841" y="792"/>
                    <a:pt x="841" y="792"/>
                  </a:cubicBezTo>
                  <a:lnTo>
                    <a:pt x="857" y="809"/>
                  </a:lnTo>
                  <a:lnTo>
                    <a:pt x="857" y="792"/>
                  </a:lnTo>
                  <a:lnTo>
                    <a:pt x="857" y="756"/>
                  </a:lnTo>
                  <a:cubicBezTo>
                    <a:pt x="857" y="740"/>
                    <a:pt x="841" y="724"/>
                    <a:pt x="825" y="708"/>
                  </a:cubicBezTo>
                  <a:cubicBezTo>
                    <a:pt x="687" y="607"/>
                    <a:pt x="554" y="473"/>
                    <a:pt x="437" y="352"/>
                  </a:cubicBezTo>
                  <a:cubicBezTo>
                    <a:pt x="336" y="251"/>
                    <a:pt x="235" y="150"/>
                    <a:pt x="134" y="69"/>
                  </a:cubicBezTo>
                  <a:cubicBezTo>
                    <a:pt x="10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3"/>
            <p:cNvSpPr/>
            <p:nvPr/>
          </p:nvSpPr>
          <p:spPr>
            <a:xfrm>
              <a:off x="574127" y="3057418"/>
              <a:ext cx="4867" cy="91975"/>
            </a:xfrm>
            <a:custGeom>
              <a:rect b="b" l="l" r="r" t="t"/>
              <a:pathLst>
                <a:path extrusionOk="0" h="926" w="49">
                  <a:moveTo>
                    <a:pt x="17" y="1"/>
                  </a:moveTo>
                  <a:cubicBezTo>
                    <a:pt x="0" y="1"/>
                    <a:pt x="0" y="1"/>
                    <a:pt x="0" y="17"/>
                  </a:cubicBezTo>
                  <a:cubicBezTo>
                    <a:pt x="17" y="134"/>
                    <a:pt x="17" y="271"/>
                    <a:pt x="17" y="389"/>
                  </a:cubicBezTo>
                  <a:lnTo>
                    <a:pt x="17" y="607"/>
                  </a:lnTo>
                  <a:lnTo>
                    <a:pt x="17" y="809"/>
                  </a:lnTo>
                  <a:lnTo>
                    <a:pt x="17" y="910"/>
                  </a:lnTo>
                  <a:cubicBezTo>
                    <a:pt x="17" y="926"/>
                    <a:pt x="17" y="926"/>
                    <a:pt x="33" y="926"/>
                  </a:cubicBezTo>
                  <a:lnTo>
                    <a:pt x="33" y="910"/>
                  </a:lnTo>
                  <a:lnTo>
                    <a:pt x="33" y="809"/>
                  </a:lnTo>
                  <a:lnTo>
                    <a:pt x="33" y="607"/>
                  </a:lnTo>
                  <a:lnTo>
                    <a:pt x="33" y="389"/>
                  </a:lnTo>
                  <a:cubicBezTo>
                    <a:pt x="33" y="271"/>
                    <a:pt x="49" y="13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3"/>
            <p:cNvSpPr/>
            <p:nvPr/>
          </p:nvSpPr>
          <p:spPr>
            <a:xfrm>
              <a:off x="1033505" y="2707993"/>
              <a:ext cx="5364" cy="85519"/>
            </a:xfrm>
            <a:custGeom>
              <a:rect b="b" l="l" r="r" t="t"/>
              <a:pathLst>
                <a:path extrusionOk="0" h="861" w="54">
                  <a:moveTo>
                    <a:pt x="21" y="0"/>
                  </a:moveTo>
                  <a:cubicBezTo>
                    <a:pt x="1" y="0"/>
                    <a:pt x="1" y="16"/>
                    <a:pt x="1" y="16"/>
                  </a:cubicBezTo>
                  <a:cubicBezTo>
                    <a:pt x="37" y="69"/>
                    <a:pt x="37" y="101"/>
                    <a:pt x="37" y="154"/>
                  </a:cubicBezTo>
                  <a:lnTo>
                    <a:pt x="37" y="170"/>
                  </a:lnTo>
                  <a:lnTo>
                    <a:pt x="37" y="675"/>
                  </a:lnTo>
                  <a:lnTo>
                    <a:pt x="37" y="861"/>
                  </a:lnTo>
                  <a:lnTo>
                    <a:pt x="53" y="861"/>
                  </a:lnTo>
                  <a:lnTo>
                    <a:pt x="53" y="675"/>
                  </a:lnTo>
                  <a:lnTo>
                    <a:pt x="53" y="170"/>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3"/>
            <p:cNvSpPr/>
            <p:nvPr/>
          </p:nvSpPr>
          <p:spPr>
            <a:xfrm>
              <a:off x="1256191" y="1557611"/>
              <a:ext cx="160609" cy="88797"/>
            </a:xfrm>
            <a:custGeom>
              <a:rect b="b" l="l" r="r" t="t"/>
              <a:pathLst>
                <a:path extrusionOk="0" h="894" w="1617">
                  <a:moveTo>
                    <a:pt x="1580" y="0"/>
                  </a:moveTo>
                  <a:cubicBezTo>
                    <a:pt x="1548" y="0"/>
                    <a:pt x="1516" y="21"/>
                    <a:pt x="1479" y="37"/>
                  </a:cubicBezTo>
                  <a:cubicBezTo>
                    <a:pt x="1294" y="138"/>
                    <a:pt x="1092" y="239"/>
                    <a:pt x="910" y="340"/>
                  </a:cubicBezTo>
                  <a:cubicBezTo>
                    <a:pt x="671" y="473"/>
                    <a:pt x="437" y="606"/>
                    <a:pt x="203" y="707"/>
                  </a:cubicBezTo>
                  <a:cubicBezTo>
                    <a:pt x="203" y="728"/>
                    <a:pt x="183" y="728"/>
                    <a:pt x="166" y="744"/>
                  </a:cubicBezTo>
                  <a:cubicBezTo>
                    <a:pt x="102" y="760"/>
                    <a:pt x="17" y="792"/>
                    <a:pt x="1" y="877"/>
                  </a:cubicBezTo>
                  <a:lnTo>
                    <a:pt x="1" y="893"/>
                  </a:lnTo>
                  <a:lnTo>
                    <a:pt x="17" y="877"/>
                  </a:lnTo>
                  <a:cubicBezTo>
                    <a:pt x="33" y="808"/>
                    <a:pt x="118" y="776"/>
                    <a:pt x="166" y="760"/>
                  </a:cubicBezTo>
                  <a:cubicBezTo>
                    <a:pt x="183" y="760"/>
                    <a:pt x="203" y="744"/>
                    <a:pt x="219" y="744"/>
                  </a:cubicBezTo>
                  <a:cubicBezTo>
                    <a:pt x="453" y="627"/>
                    <a:pt x="688" y="489"/>
                    <a:pt x="926" y="372"/>
                  </a:cubicBezTo>
                  <a:cubicBezTo>
                    <a:pt x="1112" y="255"/>
                    <a:pt x="1294" y="154"/>
                    <a:pt x="1496" y="53"/>
                  </a:cubicBezTo>
                  <a:cubicBezTo>
                    <a:pt x="1532" y="37"/>
                    <a:pt x="1548" y="37"/>
                    <a:pt x="1580" y="37"/>
                  </a:cubicBezTo>
                  <a:lnTo>
                    <a:pt x="1597" y="37"/>
                  </a:lnTo>
                  <a:cubicBezTo>
                    <a:pt x="1617" y="37"/>
                    <a:pt x="1617" y="21"/>
                    <a:pt x="1617" y="21"/>
                  </a:cubicBezTo>
                  <a:cubicBezTo>
                    <a:pt x="1617" y="0"/>
                    <a:pt x="1617" y="0"/>
                    <a:pt x="1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3"/>
            <p:cNvSpPr/>
            <p:nvPr/>
          </p:nvSpPr>
          <p:spPr>
            <a:xfrm>
              <a:off x="1923059" y="1994144"/>
              <a:ext cx="140545" cy="312675"/>
            </a:xfrm>
            <a:custGeom>
              <a:rect b="b" l="l" r="r" t="t"/>
              <a:pathLst>
                <a:path extrusionOk="0" h="3148" w="1415">
                  <a:moveTo>
                    <a:pt x="53" y="1"/>
                  </a:moveTo>
                  <a:cubicBezTo>
                    <a:pt x="17" y="17"/>
                    <a:pt x="17" y="33"/>
                    <a:pt x="17" y="69"/>
                  </a:cubicBezTo>
                  <a:lnTo>
                    <a:pt x="17" y="85"/>
                  </a:lnTo>
                  <a:cubicBezTo>
                    <a:pt x="1" y="102"/>
                    <a:pt x="1" y="118"/>
                    <a:pt x="1" y="134"/>
                  </a:cubicBezTo>
                  <a:lnTo>
                    <a:pt x="1" y="170"/>
                  </a:lnTo>
                  <a:cubicBezTo>
                    <a:pt x="1" y="825"/>
                    <a:pt x="17" y="841"/>
                    <a:pt x="356" y="1398"/>
                  </a:cubicBezTo>
                  <a:lnTo>
                    <a:pt x="372" y="1447"/>
                  </a:lnTo>
                  <a:cubicBezTo>
                    <a:pt x="607" y="1818"/>
                    <a:pt x="825" y="2222"/>
                    <a:pt x="1043" y="2594"/>
                  </a:cubicBezTo>
                  <a:cubicBezTo>
                    <a:pt x="1128" y="2727"/>
                    <a:pt x="1197" y="2861"/>
                    <a:pt x="1281" y="3014"/>
                  </a:cubicBezTo>
                  <a:cubicBezTo>
                    <a:pt x="1314" y="3063"/>
                    <a:pt x="1346" y="3115"/>
                    <a:pt x="1399" y="3147"/>
                  </a:cubicBezTo>
                  <a:lnTo>
                    <a:pt x="1415" y="3147"/>
                  </a:lnTo>
                  <a:lnTo>
                    <a:pt x="1415" y="3131"/>
                  </a:lnTo>
                  <a:cubicBezTo>
                    <a:pt x="1366" y="3099"/>
                    <a:pt x="1330" y="3046"/>
                    <a:pt x="1298" y="2998"/>
                  </a:cubicBezTo>
                  <a:cubicBezTo>
                    <a:pt x="1229" y="2861"/>
                    <a:pt x="1144" y="2727"/>
                    <a:pt x="1063" y="2574"/>
                  </a:cubicBezTo>
                  <a:cubicBezTo>
                    <a:pt x="841" y="2206"/>
                    <a:pt x="623" y="1802"/>
                    <a:pt x="389" y="1431"/>
                  </a:cubicBezTo>
                  <a:lnTo>
                    <a:pt x="372" y="1398"/>
                  </a:lnTo>
                  <a:cubicBezTo>
                    <a:pt x="33" y="841"/>
                    <a:pt x="33" y="825"/>
                    <a:pt x="33" y="170"/>
                  </a:cubicBezTo>
                  <a:lnTo>
                    <a:pt x="33" y="134"/>
                  </a:lnTo>
                  <a:lnTo>
                    <a:pt x="33" y="85"/>
                  </a:lnTo>
                  <a:lnTo>
                    <a:pt x="33" y="69"/>
                  </a:lnTo>
                  <a:cubicBezTo>
                    <a:pt x="53" y="49"/>
                    <a:pt x="53" y="33"/>
                    <a:pt x="69" y="33"/>
                  </a:cubicBezTo>
                  <a:lnTo>
                    <a:pt x="69" y="17"/>
                  </a:ln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3"/>
            <p:cNvSpPr/>
            <p:nvPr/>
          </p:nvSpPr>
          <p:spPr>
            <a:xfrm>
              <a:off x="1521886" y="2474082"/>
              <a:ext cx="197458" cy="355981"/>
            </a:xfrm>
            <a:custGeom>
              <a:rect b="b" l="l" r="r" t="t"/>
              <a:pathLst>
                <a:path extrusionOk="0" h="3584" w="1988">
                  <a:moveTo>
                    <a:pt x="0" y="0"/>
                  </a:moveTo>
                  <a:cubicBezTo>
                    <a:pt x="0" y="133"/>
                    <a:pt x="69" y="202"/>
                    <a:pt x="154" y="287"/>
                  </a:cubicBezTo>
                  <a:lnTo>
                    <a:pt x="154" y="303"/>
                  </a:lnTo>
                  <a:cubicBezTo>
                    <a:pt x="234" y="388"/>
                    <a:pt x="303" y="469"/>
                    <a:pt x="372" y="570"/>
                  </a:cubicBezTo>
                  <a:cubicBezTo>
                    <a:pt x="404" y="622"/>
                    <a:pt x="436" y="671"/>
                    <a:pt x="489" y="723"/>
                  </a:cubicBezTo>
                  <a:cubicBezTo>
                    <a:pt x="606" y="873"/>
                    <a:pt x="723" y="1026"/>
                    <a:pt x="861" y="1176"/>
                  </a:cubicBezTo>
                  <a:cubicBezTo>
                    <a:pt x="1180" y="1580"/>
                    <a:pt x="1499" y="2004"/>
                    <a:pt x="1818" y="2408"/>
                  </a:cubicBezTo>
                  <a:cubicBezTo>
                    <a:pt x="1834" y="2424"/>
                    <a:pt x="1834" y="2440"/>
                    <a:pt x="1850" y="2456"/>
                  </a:cubicBezTo>
                  <a:cubicBezTo>
                    <a:pt x="1903" y="2509"/>
                    <a:pt x="1951" y="2573"/>
                    <a:pt x="1951" y="2658"/>
                  </a:cubicBezTo>
                  <a:lnTo>
                    <a:pt x="1951" y="3296"/>
                  </a:lnTo>
                  <a:lnTo>
                    <a:pt x="1951" y="3450"/>
                  </a:lnTo>
                  <a:cubicBezTo>
                    <a:pt x="1951" y="3498"/>
                    <a:pt x="1951" y="3535"/>
                    <a:pt x="1935" y="3567"/>
                  </a:cubicBezTo>
                  <a:cubicBezTo>
                    <a:pt x="1919" y="3567"/>
                    <a:pt x="1919" y="3583"/>
                    <a:pt x="1935" y="3583"/>
                  </a:cubicBezTo>
                  <a:lnTo>
                    <a:pt x="1951" y="3583"/>
                  </a:lnTo>
                  <a:cubicBezTo>
                    <a:pt x="1971" y="3535"/>
                    <a:pt x="1988" y="3498"/>
                    <a:pt x="1988" y="3450"/>
                  </a:cubicBezTo>
                  <a:lnTo>
                    <a:pt x="1988" y="3296"/>
                  </a:lnTo>
                  <a:cubicBezTo>
                    <a:pt x="1971" y="3094"/>
                    <a:pt x="1971" y="2876"/>
                    <a:pt x="1988" y="2658"/>
                  </a:cubicBezTo>
                  <a:cubicBezTo>
                    <a:pt x="1988" y="2557"/>
                    <a:pt x="1919" y="2488"/>
                    <a:pt x="1870" y="2440"/>
                  </a:cubicBezTo>
                  <a:cubicBezTo>
                    <a:pt x="1870" y="2424"/>
                    <a:pt x="1850" y="2408"/>
                    <a:pt x="1834" y="2387"/>
                  </a:cubicBezTo>
                  <a:cubicBezTo>
                    <a:pt x="1515" y="1984"/>
                    <a:pt x="1196" y="1563"/>
                    <a:pt x="877" y="1159"/>
                  </a:cubicBezTo>
                  <a:cubicBezTo>
                    <a:pt x="760" y="1010"/>
                    <a:pt x="622" y="856"/>
                    <a:pt x="505" y="707"/>
                  </a:cubicBezTo>
                  <a:cubicBezTo>
                    <a:pt x="473" y="654"/>
                    <a:pt x="420" y="606"/>
                    <a:pt x="388" y="553"/>
                  </a:cubicBezTo>
                  <a:cubicBezTo>
                    <a:pt x="319" y="452"/>
                    <a:pt x="255" y="368"/>
                    <a:pt x="170" y="287"/>
                  </a:cubicBezTo>
                  <a:lnTo>
                    <a:pt x="170" y="267"/>
                  </a:lnTo>
                  <a:cubicBezTo>
                    <a:pt x="101" y="186"/>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3"/>
            <p:cNvSpPr/>
            <p:nvPr/>
          </p:nvSpPr>
          <p:spPr>
            <a:xfrm>
              <a:off x="849753" y="3127641"/>
              <a:ext cx="359656" cy="242452"/>
            </a:xfrm>
            <a:custGeom>
              <a:rect b="b" l="l" r="r" t="t"/>
              <a:pathLst>
                <a:path extrusionOk="0" h="2441" w="3621">
                  <a:moveTo>
                    <a:pt x="3588" y="33"/>
                  </a:moveTo>
                  <a:lnTo>
                    <a:pt x="3588" y="304"/>
                  </a:lnTo>
                  <a:lnTo>
                    <a:pt x="3588" y="1128"/>
                  </a:lnTo>
                  <a:cubicBezTo>
                    <a:pt x="3588" y="1180"/>
                    <a:pt x="3552" y="1196"/>
                    <a:pt x="3487" y="1213"/>
                  </a:cubicBezTo>
                  <a:cubicBezTo>
                    <a:pt x="3099" y="1346"/>
                    <a:pt x="2695" y="1463"/>
                    <a:pt x="2307" y="1600"/>
                  </a:cubicBezTo>
                  <a:cubicBezTo>
                    <a:pt x="2122" y="1665"/>
                    <a:pt x="1952" y="1718"/>
                    <a:pt x="1786" y="1766"/>
                  </a:cubicBezTo>
                  <a:cubicBezTo>
                    <a:pt x="1382" y="1903"/>
                    <a:pt x="994" y="2037"/>
                    <a:pt x="590" y="2170"/>
                  </a:cubicBezTo>
                  <a:lnTo>
                    <a:pt x="69" y="2340"/>
                  </a:lnTo>
                  <a:cubicBezTo>
                    <a:pt x="33" y="2170"/>
                    <a:pt x="33" y="2004"/>
                    <a:pt x="53" y="1835"/>
                  </a:cubicBezTo>
                  <a:lnTo>
                    <a:pt x="53" y="1564"/>
                  </a:lnTo>
                  <a:cubicBezTo>
                    <a:pt x="33" y="1261"/>
                    <a:pt x="33" y="1261"/>
                    <a:pt x="320" y="1160"/>
                  </a:cubicBezTo>
                  <a:lnTo>
                    <a:pt x="336" y="1160"/>
                  </a:lnTo>
                  <a:cubicBezTo>
                    <a:pt x="691" y="1043"/>
                    <a:pt x="1043" y="910"/>
                    <a:pt x="1398" y="792"/>
                  </a:cubicBezTo>
                  <a:cubicBezTo>
                    <a:pt x="2021" y="574"/>
                    <a:pt x="2643" y="336"/>
                    <a:pt x="3265" y="118"/>
                  </a:cubicBezTo>
                  <a:cubicBezTo>
                    <a:pt x="3301" y="118"/>
                    <a:pt x="3317" y="102"/>
                    <a:pt x="3350" y="102"/>
                  </a:cubicBezTo>
                  <a:cubicBezTo>
                    <a:pt x="3418" y="69"/>
                    <a:pt x="3503" y="33"/>
                    <a:pt x="3588" y="33"/>
                  </a:cubicBezTo>
                  <a:close/>
                  <a:moveTo>
                    <a:pt x="3604" y="1"/>
                  </a:moveTo>
                  <a:cubicBezTo>
                    <a:pt x="3503" y="1"/>
                    <a:pt x="3418" y="33"/>
                    <a:pt x="3333" y="69"/>
                  </a:cubicBezTo>
                  <a:cubicBezTo>
                    <a:pt x="3317" y="85"/>
                    <a:pt x="3285" y="85"/>
                    <a:pt x="3265" y="102"/>
                  </a:cubicBezTo>
                  <a:cubicBezTo>
                    <a:pt x="2643" y="320"/>
                    <a:pt x="2004" y="538"/>
                    <a:pt x="1398" y="756"/>
                  </a:cubicBezTo>
                  <a:cubicBezTo>
                    <a:pt x="1043" y="893"/>
                    <a:pt x="675" y="1011"/>
                    <a:pt x="320" y="1144"/>
                  </a:cubicBezTo>
                  <a:cubicBezTo>
                    <a:pt x="17" y="1245"/>
                    <a:pt x="17" y="1245"/>
                    <a:pt x="17" y="1564"/>
                  </a:cubicBezTo>
                  <a:lnTo>
                    <a:pt x="17" y="1835"/>
                  </a:lnTo>
                  <a:cubicBezTo>
                    <a:pt x="17" y="2004"/>
                    <a:pt x="1" y="2190"/>
                    <a:pt x="53" y="2356"/>
                  </a:cubicBezTo>
                  <a:cubicBezTo>
                    <a:pt x="53" y="2356"/>
                    <a:pt x="33" y="2372"/>
                    <a:pt x="17" y="2392"/>
                  </a:cubicBezTo>
                  <a:cubicBezTo>
                    <a:pt x="17" y="2408"/>
                    <a:pt x="17" y="2408"/>
                    <a:pt x="1" y="2408"/>
                  </a:cubicBezTo>
                  <a:cubicBezTo>
                    <a:pt x="1" y="2424"/>
                    <a:pt x="1" y="2424"/>
                    <a:pt x="17" y="2441"/>
                  </a:cubicBezTo>
                  <a:lnTo>
                    <a:pt x="33" y="2424"/>
                  </a:lnTo>
                  <a:cubicBezTo>
                    <a:pt x="33" y="2424"/>
                    <a:pt x="33" y="2408"/>
                    <a:pt x="53" y="2408"/>
                  </a:cubicBezTo>
                  <a:cubicBezTo>
                    <a:pt x="53" y="2392"/>
                    <a:pt x="69" y="2372"/>
                    <a:pt x="69" y="2372"/>
                  </a:cubicBezTo>
                  <a:lnTo>
                    <a:pt x="86" y="2372"/>
                  </a:lnTo>
                  <a:lnTo>
                    <a:pt x="607" y="2190"/>
                  </a:lnTo>
                  <a:cubicBezTo>
                    <a:pt x="994" y="2069"/>
                    <a:pt x="1398" y="1936"/>
                    <a:pt x="1786" y="1802"/>
                  </a:cubicBezTo>
                  <a:cubicBezTo>
                    <a:pt x="1972" y="1750"/>
                    <a:pt x="2138" y="1685"/>
                    <a:pt x="2307" y="1633"/>
                  </a:cubicBezTo>
                  <a:cubicBezTo>
                    <a:pt x="2695" y="1499"/>
                    <a:pt x="3099" y="1362"/>
                    <a:pt x="3503" y="1229"/>
                  </a:cubicBezTo>
                  <a:cubicBezTo>
                    <a:pt x="3552" y="1213"/>
                    <a:pt x="3604" y="1196"/>
                    <a:pt x="3620" y="1128"/>
                  </a:cubicBezTo>
                  <a:lnTo>
                    <a:pt x="3620" y="304"/>
                  </a:lnTo>
                  <a:lnTo>
                    <a:pt x="3620"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3"/>
            <p:cNvSpPr/>
            <p:nvPr/>
          </p:nvSpPr>
          <p:spPr>
            <a:xfrm>
              <a:off x="1521886" y="2126147"/>
              <a:ext cx="202325" cy="414583"/>
            </a:xfrm>
            <a:custGeom>
              <a:rect b="b" l="l" r="r" t="t"/>
              <a:pathLst>
                <a:path extrusionOk="0" h="4174" w="2037">
                  <a:moveTo>
                    <a:pt x="16" y="1"/>
                  </a:moveTo>
                  <a:lnTo>
                    <a:pt x="0" y="17"/>
                  </a:lnTo>
                  <a:cubicBezTo>
                    <a:pt x="0" y="118"/>
                    <a:pt x="53" y="186"/>
                    <a:pt x="117" y="271"/>
                  </a:cubicBezTo>
                  <a:cubicBezTo>
                    <a:pt x="202" y="356"/>
                    <a:pt x="271" y="457"/>
                    <a:pt x="335" y="538"/>
                  </a:cubicBezTo>
                  <a:cubicBezTo>
                    <a:pt x="335" y="574"/>
                    <a:pt x="356" y="590"/>
                    <a:pt x="372" y="607"/>
                  </a:cubicBezTo>
                  <a:cubicBezTo>
                    <a:pt x="558" y="877"/>
                    <a:pt x="739" y="1144"/>
                    <a:pt x="925" y="1398"/>
                  </a:cubicBezTo>
                  <a:cubicBezTo>
                    <a:pt x="1244" y="1871"/>
                    <a:pt x="1584" y="2356"/>
                    <a:pt x="1919" y="2845"/>
                  </a:cubicBezTo>
                  <a:cubicBezTo>
                    <a:pt x="1971" y="2897"/>
                    <a:pt x="1988" y="2962"/>
                    <a:pt x="1988" y="3030"/>
                  </a:cubicBezTo>
                  <a:lnTo>
                    <a:pt x="1988" y="3333"/>
                  </a:lnTo>
                  <a:cubicBezTo>
                    <a:pt x="1988" y="3487"/>
                    <a:pt x="1988" y="3652"/>
                    <a:pt x="1971" y="3806"/>
                  </a:cubicBezTo>
                  <a:lnTo>
                    <a:pt x="1971" y="3854"/>
                  </a:lnTo>
                  <a:cubicBezTo>
                    <a:pt x="1971" y="3955"/>
                    <a:pt x="1971" y="4056"/>
                    <a:pt x="2004" y="4157"/>
                  </a:cubicBezTo>
                  <a:lnTo>
                    <a:pt x="2020" y="4174"/>
                  </a:lnTo>
                  <a:lnTo>
                    <a:pt x="2036" y="4157"/>
                  </a:lnTo>
                  <a:cubicBezTo>
                    <a:pt x="1988" y="4056"/>
                    <a:pt x="1988" y="3955"/>
                    <a:pt x="2004" y="3871"/>
                  </a:cubicBezTo>
                  <a:lnTo>
                    <a:pt x="2004" y="3806"/>
                  </a:lnTo>
                  <a:lnTo>
                    <a:pt x="2004" y="3333"/>
                  </a:lnTo>
                  <a:lnTo>
                    <a:pt x="2004" y="3030"/>
                  </a:lnTo>
                  <a:cubicBezTo>
                    <a:pt x="2004" y="2962"/>
                    <a:pt x="1988" y="2897"/>
                    <a:pt x="1935" y="2828"/>
                  </a:cubicBezTo>
                  <a:cubicBezTo>
                    <a:pt x="1600" y="2340"/>
                    <a:pt x="1265" y="1851"/>
                    <a:pt x="941" y="1398"/>
                  </a:cubicBezTo>
                  <a:cubicBezTo>
                    <a:pt x="760" y="1128"/>
                    <a:pt x="574" y="861"/>
                    <a:pt x="404" y="590"/>
                  </a:cubicBezTo>
                  <a:cubicBezTo>
                    <a:pt x="388" y="574"/>
                    <a:pt x="372" y="558"/>
                    <a:pt x="356" y="522"/>
                  </a:cubicBezTo>
                  <a:cubicBezTo>
                    <a:pt x="287" y="437"/>
                    <a:pt x="218" y="336"/>
                    <a:pt x="133" y="255"/>
                  </a:cubicBezTo>
                  <a:cubicBezTo>
                    <a:pt x="69" y="170"/>
                    <a:pt x="32" y="118"/>
                    <a:pt x="32" y="17"/>
                  </a:cubicBez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3"/>
            <p:cNvSpPr/>
            <p:nvPr/>
          </p:nvSpPr>
          <p:spPr>
            <a:xfrm>
              <a:off x="1267912" y="2191602"/>
              <a:ext cx="143723" cy="158523"/>
            </a:xfrm>
            <a:custGeom>
              <a:rect b="b" l="l" r="r" t="t"/>
              <a:pathLst>
                <a:path extrusionOk="0" h="1596" w="1447">
                  <a:moveTo>
                    <a:pt x="1430" y="0"/>
                  </a:moveTo>
                  <a:cubicBezTo>
                    <a:pt x="1361" y="32"/>
                    <a:pt x="1313" y="49"/>
                    <a:pt x="1244" y="81"/>
                  </a:cubicBezTo>
                  <a:cubicBezTo>
                    <a:pt x="1127" y="133"/>
                    <a:pt x="994" y="202"/>
                    <a:pt x="856" y="251"/>
                  </a:cubicBezTo>
                  <a:cubicBezTo>
                    <a:pt x="772" y="303"/>
                    <a:pt x="691" y="335"/>
                    <a:pt x="590" y="384"/>
                  </a:cubicBezTo>
                  <a:cubicBezTo>
                    <a:pt x="436" y="453"/>
                    <a:pt x="267" y="537"/>
                    <a:pt x="117" y="606"/>
                  </a:cubicBezTo>
                  <a:cubicBezTo>
                    <a:pt x="16" y="655"/>
                    <a:pt x="0" y="707"/>
                    <a:pt x="0" y="788"/>
                  </a:cubicBezTo>
                  <a:lnTo>
                    <a:pt x="0" y="1111"/>
                  </a:lnTo>
                  <a:cubicBezTo>
                    <a:pt x="0" y="1260"/>
                    <a:pt x="0" y="1430"/>
                    <a:pt x="16" y="1580"/>
                  </a:cubicBezTo>
                  <a:cubicBezTo>
                    <a:pt x="16" y="1580"/>
                    <a:pt x="16" y="1596"/>
                    <a:pt x="32" y="1596"/>
                  </a:cubicBezTo>
                  <a:lnTo>
                    <a:pt x="32" y="1580"/>
                  </a:lnTo>
                  <a:cubicBezTo>
                    <a:pt x="16" y="1430"/>
                    <a:pt x="16" y="1260"/>
                    <a:pt x="32" y="1111"/>
                  </a:cubicBezTo>
                  <a:cubicBezTo>
                    <a:pt x="32" y="1010"/>
                    <a:pt x="32" y="909"/>
                    <a:pt x="16" y="788"/>
                  </a:cubicBezTo>
                  <a:cubicBezTo>
                    <a:pt x="16" y="723"/>
                    <a:pt x="32" y="671"/>
                    <a:pt x="117" y="622"/>
                  </a:cubicBezTo>
                  <a:cubicBezTo>
                    <a:pt x="287" y="554"/>
                    <a:pt x="452" y="485"/>
                    <a:pt x="606" y="404"/>
                  </a:cubicBezTo>
                  <a:cubicBezTo>
                    <a:pt x="691" y="368"/>
                    <a:pt x="772" y="319"/>
                    <a:pt x="873" y="283"/>
                  </a:cubicBezTo>
                  <a:cubicBezTo>
                    <a:pt x="994" y="218"/>
                    <a:pt x="1127" y="166"/>
                    <a:pt x="1260" y="101"/>
                  </a:cubicBezTo>
                  <a:cubicBezTo>
                    <a:pt x="1313" y="81"/>
                    <a:pt x="1378" y="49"/>
                    <a:pt x="1430" y="16"/>
                  </a:cubicBezTo>
                  <a:cubicBezTo>
                    <a:pt x="1446" y="16"/>
                    <a:pt x="1446" y="16"/>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3"/>
            <p:cNvSpPr/>
            <p:nvPr/>
          </p:nvSpPr>
          <p:spPr>
            <a:xfrm>
              <a:off x="1944712" y="3485608"/>
              <a:ext cx="6953" cy="55026"/>
            </a:xfrm>
            <a:custGeom>
              <a:rect b="b" l="l" r="r" t="t"/>
              <a:pathLst>
                <a:path extrusionOk="0" h="554" w="70">
                  <a:moveTo>
                    <a:pt x="37" y="0"/>
                  </a:moveTo>
                  <a:cubicBezTo>
                    <a:pt x="17" y="101"/>
                    <a:pt x="17" y="182"/>
                    <a:pt x="17" y="283"/>
                  </a:cubicBezTo>
                  <a:cubicBezTo>
                    <a:pt x="17" y="368"/>
                    <a:pt x="17" y="452"/>
                    <a:pt x="1" y="537"/>
                  </a:cubicBezTo>
                  <a:cubicBezTo>
                    <a:pt x="1" y="553"/>
                    <a:pt x="1" y="553"/>
                    <a:pt x="17" y="553"/>
                  </a:cubicBezTo>
                  <a:lnTo>
                    <a:pt x="37" y="553"/>
                  </a:lnTo>
                  <a:cubicBezTo>
                    <a:pt x="53" y="452"/>
                    <a:pt x="53" y="368"/>
                    <a:pt x="53" y="283"/>
                  </a:cubicBezTo>
                  <a:cubicBezTo>
                    <a:pt x="37" y="182"/>
                    <a:pt x="37" y="101"/>
                    <a:pt x="53" y="16"/>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3"/>
            <p:cNvSpPr/>
            <p:nvPr/>
          </p:nvSpPr>
          <p:spPr>
            <a:xfrm>
              <a:off x="1815987" y="2282783"/>
              <a:ext cx="5264" cy="64164"/>
            </a:xfrm>
            <a:custGeom>
              <a:rect b="b" l="l" r="r" t="t"/>
              <a:pathLst>
                <a:path extrusionOk="0" h="646" w="53">
                  <a:moveTo>
                    <a:pt x="41" y="0"/>
                  </a:moveTo>
                  <a:cubicBezTo>
                    <a:pt x="37" y="0"/>
                    <a:pt x="37" y="7"/>
                    <a:pt x="37" y="7"/>
                  </a:cubicBezTo>
                  <a:cubicBezTo>
                    <a:pt x="20" y="108"/>
                    <a:pt x="20" y="209"/>
                    <a:pt x="20" y="310"/>
                  </a:cubicBezTo>
                  <a:lnTo>
                    <a:pt x="20" y="496"/>
                  </a:lnTo>
                  <a:lnTo>
                    <a:pt x="20" y="544"/>
                  </a:lnTo>
                  <a:cubicBezTo>
                    <a:pt x="20" y="577"/>
                    <a:pt x="20" y="597"/>
                    <a:pt x="0" y="629"/>
                  </a:cubicBezTo>
                  <a:cubicBezTo>
                    <a:pt x="0" y="629"/>
                    <a:pt x="0" y="645"/>
                    <a:pt x="20" y="645"/>
                  </a:cubicBezTo>
                  <a:lnTo>
                    <a:pt x="37" y="645"/>
                  </a:lnTo>
                  <a:cubicBezTo>
                    <a:pt x="53" y="613"/>
                    <a:pt x="53" y="577"/>
                    <a:pt x="53" y="544"/>
                  </a:cubicBezTo>
                  <a:lnTo>
                    <a:pt x="53" y="496"/>
                  </a:lnTo>
                  <a:lnTo>
                    <a:pt x="53" y="310"/>
                  </a:lnTo>
                  <a:cubicBezTo>
                    <a:pt x="37" y="209"/>
                    <a:pt x="37" y="108"/>
                    <a:pt x="53" y="7"/>
                  </a:cubicBezTo>
                  <a:cubicBezTo>
                    <a:pt x="47" y="2"/>
                    <a:pt x="44"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3"/>
            <p:cNvSpPr/>
            <p:nvPr/>
          </p:nvSpPr>
          <p:spPr>
            <a:xfrm>
              <a:off x="500328" y="1019567"/>
              <a:ext cx="1402767" cy="1004772"/>
            </a:xfrm>
            <a:custGeom>
              <a:rect b="b" l="l" r="r" t="t"/>
              <a:pathLst>
                <a:path extrusionOk="0" h="10116" w="14123">
                  <a:moveTo>
                    <a:pt x="9174" y="0"/>
                  </a:moveTo>
                  <a:lnTo>
                    <a:pt x="8803" y="235"/>
                  </a:lnTo>
                  <a:cubicBezTo>
                    <a:pt x="8520" y="404"/>
                    <a:pt x="8249" y="590"/>
                    <a:pt x="7978" y="756"/>
                  </a:cubicBezTo>
                  <a:cubicBezTo>
                    <a:pt x="6985" y="1398"/>
                    <a:pt x="5975" y="2036"/>
                    <a:pt x="4985" y="2658"/>
                  </a:cubicBezTo>
                  <a:lnTo>
                    <a:pt x="4731" y="2828"/>
                  </a:lnTo>
                  <a:cubicBezTo>
                    <a:pt x="3854" y="3398"/>
                    <a:pt x="2981" y="3955"/>
                    <a:pt x="2105" y="4508"/>
                  </a:cubicBezTo>
                  <a:cubicBezTo>
                    <a:pt x="1733" y="4747"/>
                    <a:pt x="1349" y="4997"/>
                    <a:pt x="962" y="5236"/>
                  </a:cubicBezTo>
                  <a:cubicBezTo>
                    <a:pt x="659" y="5438"/>
                    <a:pt x="356" y="5640"/>
                    <a:pt x="53" y="5821"/>
                  </a:cubicBezTo>
                  <a:cubicBezTo>
                    <a:pt x="36" y="5842"/>
                    <a:pt x="36" y="5842"/>
                    <a:pt x="16" y="5842"/>
                  </a:cubicBezTo>
                  <a:lnTo>
                    <a:pt x="0" y="5842"/>
                  </a:lnTo>
                  <a:lnTo>
                    <a:pt x="0" y="5858"/>
                  </a:lnTo>
                  <a:cubicBezTo>
                    <a:pt x="0" y="5858"/>
                    <a:pt x="0" y="5874"/>
                    <a:pt x="16" y="5874"/>
                  </a:cubicBezTo>
                  <a:lnTo>
                    <a:pt x="36" y="5858"/>
                  </a:lnTo>
                  <a:lnTo>
                    <a:pt x="53" y="5858"/>
                  </a:lnTo>
                  <a:cubicBezTo>
                    <a:pt x="372" y="5656"/>
                    <a:pt x="675" y="5454"/>
                    <a:pt x="978" y="5268"/>
                  </a:cubicBezTo>
                  <a:cubicBezTo>
                    <a:pt x="1366" y="5013"/>
                    <a:pt x="1753" y="4763"/>
                    <a:pt x="2121" y="4529"/>
                  </a:cubicBezTo>
                  <a:cubicBezTo>
                    <a:pt x="2998" y="3971"/>
                    <a:pt x="3874" y="3418"/>
                    <a:pt x="4747" y="2860"/>
                  </a:cubicBezTo>
                  <a:lnTo>
                    <a:pt x="5001" y="2691"/>
                  </a:lnTo>
                  <a:cubicBezTo>
                    <a:pt x="5995" y="2052"/>
                    <a:pt x="6985" y="1414"/>
                    <a:pt x="7995" y="792"/>
                  </a:cubicBezTo>
                  <a:cubicBezTo>
                    <a:pt x="8265" y="606"/>
                    <a:pt x="8536" y="436"/>
                    <a:pt x="8823" y="251"/>
                  </a:cubicBezTo>
                  <a:lnTo>
                    <a:pt x="9174" y="33"/>
                  </a:lnTo>
                  <a:lnTo>
                    <a:pt x="9190" y="33"/>
                  </a:lnTo>
                  <a:cubicBezTo>
                    <a:pt x="9227" y="65"/>
                    <a:pt x="9243" y="65"/>
                    <a:pt x="9243" y="85"/>
                  </a:cubicBezTo>
                  <a:cubicBezTo>
                    <a:pt x="9207" y="166"/>
                    <a:pt x="9207" y="251"/>
                    <a:pt x="9207" y="319"/>
                  </a:cubicBezTo>
                  <a:lnTo>
                    <a:pt x="9207" y="420"/>
                  </a:lnTo>
                  <a:cubicBezTo>
                    <a:pt x="9207" y="505"/>
                    <a:pt x="9207" y="554"/>
                    <a:pt x="9259" y="638"/>
                  </a:cubicBezTo>
                  <a:cubicBezTo>
                    <a:pt x="9409" y="873"/>
                    <a:pt x="9578" y="1160"/>
                    <a:pt x="9748" y="1515"/>
                  </a:cubicBezTo>
                  <a:cubicBezTo>
                    <a:pt x="9764" y="1547"/>
                    <a:pt x="9796" y="1580"/>
                    <a:pt x="9812" y="1616"/>
                  </a:cubicBezTo>
                  <a:cubicBezTo>
                    <a:pt x="9897" y="1782"/>
                    <a:pt x="9982" y="1951"/>
                    <a:pt x="10067" y="2105"/>
                  </a:cubicBezTo>
                  <a:cubicBezTo>
                    <a:pt x="10136" y="2222"/>
                    <a:pt x="10200" y="2323"/>
                    <a:pt x="10253" y="2424"/>
                  </a:cubicBezTo>
                  <a:cubicBezTo>
                    <a:pt x="10338" y="2557"/>
                    <a:pt x="10402" y="2691"/>
                    <a:pt x="10487" y="2812"/>
                  </a:cubicBezTo>
                  <a:cubicBezTo>
                    <a:pt x="10620" y="3030"/>
                    <a:pt x="10742" y="3264"/>
                    <a:pt x="10859" y="3482"/>
                  </a:cubicBezTo>
                  <a:cubicBezTo>
                    <a:pt x="10923" y="3600"/>
                    <a:pt x="10992" y="3721"/>
                    <a:pt x="11061" y="3838"/>
                  </a:cubicBezTo>
                  <a:cubicBezTo>
                    <a:pt x="11194" y="4072"/>
                    <a:pt x="11327" y="4327"/>
                    <a:pt x="11465" y="4561"/>
                  </a:cubicBezTo>
                  <a:cubicBezTo>
                    <a:pt x="11598" y="4811"/>
                    <a:pt x="11752" y="5066"/>
                    <a:pt x="11885" y="5316"/>
                  </a:cubicBezTo>
                  <a:cubicBezTo>
                    <a:pt x="12071" y="5656"/>
                    <a:pt x="12236" y="5959"/>
                    <a:pt x="12406" y="6246"/>
                  </a:cubicBezTo>
                  <a:cubicBezTo>
                    <a:pt x="12422" y="6278"/>
                    <a:pt x="12438" y="6310"/>
                    <a:pt x="12458" y="6347"/>
                  </a:cubicBezTo>
                  <a:cubicBezTo>
                    <a:pt x="12507" y="6427"/>
                    <a:pt x="12576" y="6512"/>
                    <a:pt x="12559" y="6597"/>
                  </a:cubicBezTo>
                  <a:cubicBezTo>
                    <a:pt x="12539" y="6751"/>
                    <a:pt x="12539" y="6916"/>
                    <a:pt x="12539" y="7070"/>
                  </a:cubicBezTo>
                  <a:lnTo>
                    <a:pt x="12539" y="7373"/>
                  </a:lnTo>
                  <a:cubicBezTo>
                    <a:pt x="12539" y="7421"/>
                    <a:pt x="12539" y="7474"/>
                    <a:pt x="12559" y="7522"/>
                  </a:cubicBezTo>
                  <a:cubicBezTo>
                    <a:pt x="13012" y="8282"/>
                    <a:pt x="13468" y="9073"/>
                    <a:pt x="13921" y="9881"/>
                  </a:cubicBezTo>
                  <a:cubicBezTo>
                    <a:pt x="13921" y="9897"/>
                    <a:pt x="13937" y="9914"/>
                    <a:pt x="13937" y="9930"/>
                  </a:cubicBezTo>
                  <a:cubicBezTo>
                    <a:pt x="13990" y="9998"/>
                    <a:pt x="14022" y="10083"/>
                    <a:pt x="14107" y="10116"/>
                  </a:cubicBezTo>
                  <a:lnTo>
                    <a:pt x="14123" y="10116"/>
                  </a:lnTo>
                  <a:lnTo>
                    <a:pt x="14123" y="10099"/>
                  </a:lnTo>
                  <a:cubicBezTo>
                    <a:pt x="14038" y="10063"/>
                    <a:pt x="14006" y="9998"/>
                    <a:pt x="13973" y="9930"/>
                  </a:cubicBezTo>
                  <a:cubicBezTo>
                    <a:pt x="13953" y="9897"/>
                    <a:pt x="13953" y="9881"/>
                    <a:pt x="13937" y="9861"/>
                  </a:cubicBezTo>
                  <a:cubicBezTo>
                    <a:pt x="13485" y="9073"/>
                    <a:pt x="13028" y="8265"/>
                    <a:pt x="12592" y="7506"/>
                  </a:cubicBezTo>
                  <a:cubicBezTo>
                    <a:pt x="12559" y="7474"/>
                    <a:pt x="12559" y="7421"/>
                    <a:pt x="12559" y="7389"/>
                  </a:cubicBezTo>
                  <a:cubicBezTo>
                    <a:pt x="12576" y="7272"/>
                    <a:pt x="12576" y="7171"/>
                    <a:pt x="12559" y="7070"/>
                  </a:cubicBezTo>
                  <a:cubicBezTo>
                    <a:pt x="12559" y="6916"/>
                    <a:pt x="12559" y="6751"/>
                    <a:pt x="12576" y="6597"/>
                  </a:cubicBezTo>
                  <a:cubicBezTo>
                    <a:pt x="12592" y="6496"/>
                    <a:pt x="12539" y="6411"/>
                    <a:pt x="12491" y="6326"/>
                  </a:cubicBezTo>
                  <a:cubicBezTo>
                    <a:pt x="12458" y="6294"/>
                    <a:pt x="12438" y="6278"/>
                    <a:pt x="12422" y="6246"/>
                  </a:cubicBezTo>
                  <a:cubicBezTo>
                    <a:pt x="12256" y="5943"/>
                    <a:pt x="12103" y="5640"/>
                    <a:pt x="11917" y="5300"/>
                  </a:cubicBezTo>
                  <a:cubicBezTo>
                    <a:pt x="11768" y="5050"/>
                    <a:pt x="11630" y="4795"/>
                    <a:pt x="11481" y="4561"/>
                  </a:cubicBezTo>
                  <a:cubicBezTo>
                    <a:pt x="11348" y="4307"/>
                    <a:pt x="11210" y="4072"/>
                    <a:pt x="11077" y="3822"/>
                  </a:cubicBezTo>
                  <a:cubicBezTo>
                    <a:pt x="11008" y="3701"/>
                    <a:pt x="10944" y="3583"/>
                    <a:pt x="10891" y="3466"/>
                  </a:cubicBezTo>
                  <a:cubicBezTo>
                    <a:pt x="10758" y="3248"/>
                    <a:pt x="10641" y="3014"/>
                    <a:pt x="10503" y="2792"/>
                  </a:cubicBezTo>
                  <a:cubicBezTo>
                    <a:pt x="10418" y="2674"/>
                    <a:pt x="10354" y="2541"/>
                    <a:pt x="10285" y="2424"/>
                  </a:cubicBezTo>
                  <a:cubicBezTo>
                    <a:pt x="10216" y="2307"/>
                    <a:pt x="10168" y="2206"/>
                    <a:pt x="10099" y="2105"/>
                  </a:cubicBezTo>
                  <a:cubicBezTo>
                    <a:pt x="9998" y="1935"/>
                    <a:pt x="9913" y="1766"/>
                    <a:pt x="9833" y="1616"/>
                  </a:cubicBezTo>
                  <a:cubicBezTo>
                    <a:pt x="9812" y="1564"/>
                    <a:pt x="9796" y="1531"/>
                    <a:pt x="9780" y="1499"/>
                  </a:cubicBezTo>
                  <a:cubicBezTo>
                    <a:pt x="9594" y="1143"/>
                    <a:pt x="9445" y="873"/>
                    <a:pt x="9291" y="622"/>
                  </a:cubicBezTo>
                  <a:cubicBezTo>
                    <a:pt x="9243" y="554"/>
                    <a:pt x="9243" y="489"/>
                    <a:pt x="9243" y="420"/>
                  </a:cubicBezTo>
                  <a:lnTo>
                    <a:pt x="9243" y="319"/>
                  </a:lnTo>
                  <a:cubicBezTo>
                    <a:pt x="9227" y="235"/>
                    <a:pt x="9227" y="166"/>
                    <a:pt x="9259" y="101"/>
                  </a:cubicBezTo>
                  <a:cubicBezTo>
                    <a:pt x="9275" y="65"/>
                    <a:pt x="9243" y="33"/>
                    <a:pt x="9207" y="16"/>
                  </a:cubicBezTo>
                  <a:lnTo>
                    <a:pt x="91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3"/>
            <p:cNvSpPr/>
            <p:nvPr/>
          </p:nvSpPr>
          <p:spPr>
            <a:xfrm>
              <a:off x="1861279" y="2360057"/>
              <a:ext cx="4966" cy="53933"/>
            </a:xfrm>
            <a:custGeom>
              <a:rect b="b" l="l" r="r" t="t"/>
              <a:pathLst>
                <a:path extrusionOk="0" h="543" w="50">
                  <a:moveTo>
                    <a:pt x="33" y="1"/>
                  </a:moveTo>
                  <a:cubicBezTo>
                    <a:pt x="33" y="1"/>
                    <a:pt x="17" y="1"/>
                    <a:pt x="17" y="21"/>
                  </a:cubicBezTo>
                  <a:lnTo>
                    <a:pt x="17" y="203"/>
                  </a:lnTo>
                  <a:cubicBezTo>
                    <a:pt x="17" y="324"/>
                    <a:pt x="33" y="425"/>
                    <a:pt x="17" y="526"/>
                  </a:cubicBezTo>
                  <a:cubicBezTo>
                    <a:pt x="1" y="542"/>
                    <a:pt x="17" y="542"/>
                    <a:pt x="17" y="542"/>
                  </a:cubicBezTo>
                  <a:lnTo>
                    <a:pt x="33" y="542"/>
                  </a:lnTo>
                  <a:cubicBezTo>
                    <a:pt x="49" y="425"/>
                    <a:pt x="49" y="324"/>
                    <a:pt x="49" y="203"/>
                  </a:cubicBezTo>
                  <a:lnTo>
                    <a:pt x="49" y="21"/>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3"/>
            <p:cNvSpPr/>
            <p:nvPr/>
          </p:nvSpPr>
          <p:spPr>
            <a:xfrm>
              <a:off x="988610" y="1531091"/>
              <a:ext cx="3278" cy="70322"/>
            </a:xfrm>
            <a:custGeom>
              <a:rect b="b" l="l" r="r" t="t"/>
              <a:pathLst>
                <a:path extrusionOk="0" h="708" w="33">
                  <a:moveTo>
                    <a:pt x="17" y="1"/>
                  </a:moveTo>
                  <a:cubicBezTo>
                    <a:pt x="0" y="1"/>
                    <a:pt x="0" y="1"/>
                    <a:pt x="0" y="17"/>
                  </a:cubicBezTo>
                  <a:lnTo>
                    <a:pt x="0" y="267"/>
                  </a:lnTo>
                  <a:cubicBezTo>
                    <a:pt x="0" y="405"/>
                    <a:pt x="0" y="554"/>
                    <a:pt x="17" y="692"/>
                  </a:cubicBezTo>
                  <a:cubicBezTo>
                    <a:pt x="17" y="692"/>
                    <a:pt x="17" y="708"/>
                    <a:pt x="33" y="708"/>
                  </a:cubicBezTo>
                  <a:lnTo>
                    <a:pt x="33" y="692"/>
                  </a:lnTo>
                  <a:cubicBezTo>
                    <a:pt x="17" y="554"/>
                    <a:pt x="17" y="405"/>
                    <a:pt x="33" y="267"/>
                  </a:cubicBezTo>
                  <a:lnTo>
                    <a:pt x="33" y="17"/>
                  </a:ln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3"/>
            <p:cNvSpPr/>
            <p:nvPr/>
          </p:nvSpPr>
          <p:spPr>
            <a:xfrm>
              <a:off x="1291154" y="2077577"/>
              <a:ext cx="5264" cy="85618"/>
            </a:xfrm>
            <a:custGeom>
              <a:rect b="b" l="l" r="r" t="t"/>
              <a:pathLst>
                <a:path extrusionOk="0" h="862" w="53">
                  <a:moveTo>
                    <a:pt x="0" y="1"/>
                  </a:moveTo>
                  <a:lnTo>
                    <a:pt x="0" y="17"/>
                  </a:lnTo>
                  <a:cubicBezTo>
                    <a:pt x="16" y="154"/>
                    <a:pt x="16" y="288"/>
                    <a:pt x="0" y="421"/>
                  </a:cubicBezTo>
                  <a:lnTo>
                    <a:pt x="0" y="692"/>
                  </a:lnTo>
                  <a:lnTo>
                    <a:pt x="0" y="724"/>
                  </a:lnTo>
                  <a:cubicBezTo>
                    <a:pt x="0" y="776"/>
                    <a:pt x="0" y="809"/>
                    <a:pt x="16" y="861"/>
                  </a:cubicBezTo>
                  <a:lnTo>
                    <a:pt x="33" y="861"/>
                  </a:lnTo>
                  <a:cubicBezTo>
                    <a:pt x="53" y="861"/>
                    <a:pt x="53" y="845"/>
                    <a:pt x="53" y="845"/>
                  </a:cubicBezTo>
                  <a:cubicBezTo>
                    <a:pt x="33" y="809"/>
                    <a:pt x="33" y="776"/>
                    <a:pt x="33" y="724"/>
                  </a:cubicBezTo>
                  <a:lnTo>
                    <a:pt x="33" y="692"/>
                  </a:lnTo>
                  <a:lnTo>
                    <a:pt x="33" y="441"/>
                  </a:lnTo>
                  <a:cubicBezTo>
                    <a:pt x="33" y="288"/>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3"/>
            <p:cNvSpPr/>
            <p:nvPr/>
          </p:nvSpPr>
          <p:spPr>
            <a:xfrm>
              <a:off x="1643857" y="2186338"/>
              <a:ext cx="6853" cy="68733"/>
            </a:xfrm>
            <a:custGeom>
              <a:rect b="b" l="l" r="r" t="t"/>
              <a:pathLst>
                <a:path extrusionOk="0" h="692" w="69">
                  <a:moveTo>
                    <a:pt x="37" y="1"/>
                  </a:moveTo>
                  <a:cubicBezTo>
                    <a:pt x="16" y="118"/>
                    <a:pt x="16" y="219"/>
                    <a:pt x="16" y="336"/>
                  </a:cubicBezTo>
                  <a:lnTo>
                    <a:pt x="16" y="538"/>
                  </a:lnTo>
                  <a:lnTo>
                    <a:pt x="16" y="574"/>
                  </a:lnTo>
                  <a:cubicBezTo>
                    <a:pt x="16" y="607"/>
                    <a:pt x="37" y="639"/>
                    <a:pt x="16" y="659"/>
                  </a:cubicBezTo>
                  <a:cubicBezTo>
                    <a:pt x="0" y="675"/>
                    <a:pt x="0" y="675"/>
                    <a:pt x="16" y="691"/>
                  </a:cubicBezTo>
                  <a:lnTo>
                    <a:pt x="37" y="675"/>
                  </a:lnTo>
                  <a:cubicBezTo>
                    <a:pt x="53" y="639"/>
                    <a:pt x="53" y="607"/>
                    <a:pt x="53" y="574"/>
                  </a:cubicBezTo>
                  <a:lnTo>
                    <a:pt x="53" y="538"/>
                  </a:lnTo>
                  <a:lnTo>
                    <a:pt x="53" y="336"/>
                  </a:lnTo>
                  <a:cubicBezTo>
                    <a:pt x="53" y="219"/>
                    <a:pt x="53" y="11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3"/>
            <p:cNvSpPr/>
            <p:nvPr/>
          </p:nvSpPr>
          <p:spPr>
            <a:xfrm>
              <a:off x="933186" y="2915383"/>
              <a:ext cx="5364" cy="91975"/>
            </a:xfrm>
            <a:custGeom>
              <a:rect b="b" l="l" r="r" t="t"/>
              <a:pathLst>
                <a:path extrusionOk="0" h="926" w="54">
                  <a:moveTo>
                    <a:pt x="21" y="1"/>
                  </a:moveTo>
                  <a:cubicBezTo>
                    <a:pt x="1" y="1"/>
                    <a:pt x="1" y="1"/>
                    <a:pt x="1" y="17"/>
                  </a:cubicBezTo>
                  <a:cubicBezTo>
                    <a:pt x="21" y="134"/>
                    <a:pt x="21" y="267"/>
                    <a:pt x="21" y="388"/>
                  </a:cubicBezTo>
                  <a:lnTo>
                    <a:pt x="21" y="607"/>
                  </a:lnTo>
                  <a:lnTo>
                    <a:pt x="21" y="809"/>
                  </a:lnTo>
                  <a:lnTo>
                    <a:pt x="21" y="910"/>
                  </a:lnTo>
                  <a:cubicBezTo>
                    <a:pt x="21" y="926"/>
                    <a:pt x="21" y="926"/>
                    <a:pt x="37" y="926"/>
                  </a:cubicBezTo>
                  <a:lnTo>
                    <a:pt x="37" y="910"/>
                  </a:lnTo>
                  <a:lnTo>
                    <a:pt x="37" y="809"/>
                  </a:lnTo>
                  <a:cubicBezTo>
                    <a:pt x="37" y="740"/>
                    <a:pt x="53" y="671"/>
                    <a:pt x="37" y="607"/>
                  </a:cubicBezTo>
                  <a:lnTo>
                    <a:pt x="37" y="388"/>
                  </a:lnTo>
                  <a:cubicBezTo>
                    <a:pt x="53" y="267"/>
                    <a:pt x="53" y="13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3"/>
            <p:cNvSpPr/>
            <p:nvPr/>
          </p:nvSpPr>
          <p:spPr>
            <a:xfrm>
              <a:off x="1841216" y="2781394"/>
              <a:ext cx="4966" cy="53834"/>
            </a:xfrm>
            <a:custGeom>
              <a:rect b="b" l="l" r="r" t="t"/>
              <a:pathLst>
                <a:path extrusionOk="0" h="542" w="50">
                  <a:moveTo>
                    <a:pt x="33" y="0"/>
                  </a:moveTo>
                  <a:cubicBezTo>
                    <a:pt x="33" y="0"/>
                    <a:pt x="17" y="0"/>
                    <a:pt x="17" y="21"/>
                  </a:cubicBezTo>
                  <a:cubicBezTo>
                    <a:pt x="1" y="101"/>
                    <a:pt x="1" y="186"/>
                    <a:pt x="1" y="271"/>
                  </a:cubicBezTo>
                  <a:cubicBezTo>
                    <a:pt x="17" y="356"/>
                    <a:pt x="17" y="441"/>
                    <a:pt x="1" y="526"/>
                  </a:cubicBezTo>
                  <a:lnTo>
                    <a:pt x="1" y="542"/>
                  </a:lnTo>
                  <a:lnTo>
                    <a:pt x="17" y="542"/>
                  </a:lnTo>
                  <a:cubicBezTo>
                    <a:pt x="33" y="441"/>
                    <a:pt x="33" y="356"/>
                    <a:pt x="33" y="271"/>
                  </a:cubicBezTo>
                  <a:cubicBezTo>
                    <a:pt x="33" y="186"/>
                    <a:pt x="33" y="101"/>
                    <a:pt x="49" y="21"/>
                  </a:cubicBezTo>
                  <a:cubicBezTo>
                    <a:pt x="49" y="21"/>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3"/>
            <p:cNvSpPr/>
            <p:nvPr/>
          </p:nvSpPr>
          <p:spPr>
            <a:xfrm>
              <a:off x="1861279" y="2515799"/>
              <a:ext cx="4966" cy="57013"/>
            </a:xfrm>
            <a:custGeom>
              <a:rect b="b" l="l" r="r" t="t"/>
              <a:pathLst>
                <a:path extrusionOk="0" h="574" w="50">
                  <a:moveTo>
                    <a:pt x="33" y="0"/>
                  </a:moveTo>
                  <a:lnTo>
                    <a:pt x="17" y="16"/>
                  </a:lnTo>
                  <a:lnTo>
                    <a:pt x="17" y="218"/>
                  </a:lnTo>
                  <a:cubicBezTo>
                    <a:pt x="17" y="335"/>
                    <a:pt x="33" y="436"/>
                    <a:pt x="17" y="554"/>
                  </a:cubicBezTo>
                  <a:cubicBezTo>
                    <a:pt x="1" y="554"/>
                    <a:pt x="17" y="574"/>
                    <a:pt x="17" y="574"/>
                  </a:cubicBezTo>
                  <a:cubicBezTo>
                    <a:pt x="33" y="574"/>
                    <a:pt x="33" y="574"/>
                    <a:pt x="33" y="554"/>
                  </a:cubicBezTo>
                  <a:cubicBezTo>
                    <a:pt x="49" y="453"/>
                    <a:pt x="49" y="335"/>
                    <a:pt x="49" y="218"/>
                  </a:cubicBezTo>
                  <a:lnTo>
                    <a:pt x="49" y="16"/>
                  </a:ln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3"/>
            <p:cNvSpPr/>
            <p:nvPr/>
          </p:nvSpPr>
          <p:spPr>
            <a:xfrm>
              <a:off x="1669085" y="1876941"/>
              <a:ext cx="4966" cy="65554"/>
            </a:xfrm>
            <a:custGeom>
              <a:rect b="b" l="l" r="r" t="t"/>
              <a:pathLst>
                <a:path extrusionOk="0" h="660" w="50">
                  <a:moveTo>
                    <a:pt x="33" y="1"/>
                  </a:moveTo>
                  <a:lnTo>
                    <a:pt x="33" y="17"/>
                  </a:lnTo>
                  <a:cubicBezTo>
                    <a:pt x="1" y="155"/>
                    <a:pt x="17" y="272"/>
                    <a:pt x="17" y="405"/>
                  </a:cubicBezTo>
                  <a:lnTo>
                    <a:pt x="17" y="643"/>
                  </a:lnTo>
                  <a:lnTo>
                    <a:pt x="17" y="659"/>
                  </a:lnTo>
                  <a:lnTo>
                    <a:pt x="33" y="659"/>
                  </a:lnTo>
                  <a:lnTo>
                    <a:pt x="33" y="643"/>
                  </a:lnTo>
                  <a:lnTo>
                    <a:pt x="33" y="405"/>
                  </a:lnTo>
                  <a:cubicBezTo>
                    <a:pt x="33" y="272"/>
                    <a:pt x="33" y="15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3"/>
            <p:cNvSpPr/>
            <p:nvPr/>
          </p:nvSpPr>
          <p:spPr>
            <a:xfrm>
              <a:off x="1520197" y="2298277"/>
              <a:ext cx="200736" cy="374853"/>
            </a:xfrm>
            <a:custGeom>
              <a:rect b="b" l="l" r="r" t="t"/>
              <a:pathLst>
                <a:path extrusionOk="0" h="3774" w="2021">
                  <a:moveTo>
                    <a:pt x="1" y="1"/>
                  </a:moveTo>
                  <a:lnTo>
                    <a:pt x="1" y="17"/>
                  </a:lnTo>
                  <a:cubicBezTo>
                    <a:pt x="203" y="356"/>
                    <a:pt x="437" y="659"/>
                    <a:pt x="676" y="962"/>
                  </a:cubicBezTo>
                  <a:cubicBezTo>
                    <a:pt x="809" y="1148"/>
                    <a:pt x="942" y="1330"/>
                    <a:pt x="1059" y="1516"/>
                  </a:cubicBezTo>
                  <a:cubicBezTo>
                    <a:pt x="1330" y="1871"/>
                    <a:pt x="1601" y="2239"/>
                    <a:pt x="1887" y="2643"/>
                  </a:cubicBezTo>
                  <a:cubicBezTo>
                    <a:pt x="1952" y="2727"/>
                    <a:pt x="2005" y="2812"/>
                    <a:pt x="1988" y="2929"/>
                  </a:cubicBezTo>
                  <a:cubicBezTo>
                    <a:pt x="1968" y="3099"/>
                    <a:pt x="1988" y="3249"/>
                    <a:pt x="1988" y="3418"/>
                  </a:cubicBezTo>
                  <a:lnTo>
                    <a:pt x="1988" y="3604"/>
                  </a:lnTo>
                  <a:cubicBezTo>
                    <a:pt x="1988" y="3653"/>
                    <a:pt x="1988" y="3705"/>
                    <a:pt x="1952" y="3754"/>
                  </a:cubicBezTo>
                  <a:lnTo>
                    <a:pt x="1952" y="3774"/>
                  </a:lnTo>
                  <a:lnTo>
                    <a:pt x="1968" y="3774"/>
                  </a:lnTo>
                  <a:cubicBezTo>
                    <a:pt x="2005" y="3721"/>
                    <a:pt x="2005" y="3673"/>
                    <a:pt x="2005" y="3604"/>
                  </a:cubicBezTo>
                  <a:lnTo>
                    <a:pt x="2005" y="3418"/>
                  </a:lnTo>
                  <a:cubicBezTo>
                    <a:pt x="2005" y="3249"/>
                    <a:pt x="2005" y="3099"/>
                    <a:pt x="2021" y="2929"/>
                  </a:cubicBezTo>
                  <a:cubicBezTo>
                    <a:pt x="2021" y="2796"/>
                    <a:pt x="1968" y="2711"/>
                    <a:pt x="1920" y="2626"/>
                  </a:cubicBezTo>
                  <a:cubicBezTo>
                    <a:pt x="1617" y="2222"/>
                    <a:pt x="1346" y="1855"/>
                    <a:pt x="1096" y="1499"/>
                  </a:cubicBezTo>
                  <a:cubicBezTo>
                    <a:pt x="958" y="1314"/>
                    <a:pt x="825" y="1128"/>
                    <a:pt x="692" y="946"/>
                  </a:cubicBezTo>
                  <a:cubicBezTo>
                    <a:pt x="474" y="643"/>
                    <a:pt x="235" y="34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3"/>
            <p:cNvSpPr/>
            <p:nvPr/>
          </p:nvSpPr>
          <p:spPr>
            <a:xfrm>
              <a:off x="1675542" y="3672538"/>
              <a:ext cx="3675" cy="61879"/>
            </a:xfrm>
            <a:custGeom>
              <a:rect b="b" l="l" r="r" t="t"/>
              <a:pathLst>
                <a:path extrusionOk="0" h="623" w="37">
                  <a:moveTo>
                    <a:pt x="37" y="1"/>
                  </a:moveTo>
                  <a:cubicBezTo>
                    <a:pt x="21" y="1"/>
                    <a:pt x="21" y="1"/>
                    <a:pt x="21" y="17"/>
                  </a:cubicBezTo>
                  <a:cubicBezTo>
                    <a:pt x="0" y="138"/>
                    <a:pt x="0" y="271"/>
                    <a:pt x="0" y="388"/>
                  </a:cubicBezTo>
                  <a:lnTo>
                    <a:pt x="0" y="606"/>
                  </a:lnTo>
                  <a:cubicBezTo>
                    <a:pt x="0" y="623"/>
                    <a:pt x="0" y="623"/>
                    <a:pt x="21" y="623"/>
                  </a:cubicBezTo>
                  <a:lnTo>
                    <a:pt x="37" y="606"/>
                  </a:lnTo>
                  <a:cubicBezTo>
                    <a:pt x="37" y="542"/>
                    <a:pt x="37" y="457"/>
                    <a:pt x="21" y="388"/>
                  </a:cubicBezTo>
                  <a:cubicBezTo>
                    <a:pt x="21" y="271"/>
                    <a:pt x="21" y="138"/>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3"/>
            <p:cNvSpPr/>
            <p:nvPr/>
          </p:nvSpPr>
          <p:spPr>
            <a:xfrm>
              <a:off x="1518608" y="2639359"/>
              <a:ext cx="185539" cy="329461"/>
            </a:xfrm>
            <a:custGeom>
              <a:rect b="b" l="l" r="r" t="t"/>
              <a:pathLst>
                <a:path extrusionOk="0" h="3317" w="1868">
                  <a:moveTo>
                    <a:pt x="17" y="0"/>
                  </a:moveTo>
                  <a:lnTo>
                    <a:pt x="17" y="17"/>
                  </a:lnTo>
                  <a:cubicBezTo>
                    <a:pt x="17" y="37"/>
                    <a:pt x="17" y="53"/>
                    <a:pt x="33" y="53"/>
                  </a:cubicBezTo>
                  <a:cubicBezTo>
                    <a:pt x="49" y="138"/>
                    <a:pt x="65" y="202"/>
                    <a:pt x="49" y="303"/>
                  </a:cubicBezTo>
                  <a:cubicBezTo>
                    <a:pt x="1" y="404"/>
                    <a:pt x="86" y="473"/>
                    <a:pt x="134" y="521"/>
                  </a:cubicBezTo>
                  <a:cubicBezTo>
                    <a:pt x="166" y="558"/>
                    <a:pt x="187" y="574"/>
                    <a:pt x="203" y="590"/>
                  </a:cubicBezTo>
                  <a:cubicBezTo>
                    <a:pt x="368" y="808"/>
                    <a:pt x="554" y="1010"/>
                    <a:pt x="724" y="1228"/>
                  </a:cubicBezTo>
                  <a:cubicBezTo>
                    <a:pt x="1027" y="1600"/>
                    <a:pt x="1330" y="1972"/>
                    <a:pt x="1633" y="2339"/>
                  </a:cubicBezTo>
                  <a:cubicBezTo>
                    <a:pt x="1782" y="2509"/>
                    <a:pt x="1835" y="2663"/>
                    <a:pt x="1819" y="2828"/>
                  </a:cubicBezTo>
                  <a:cubicBezTo>
                    <a:pt x="1802" y="2913"/>
                    <a:pt x="1802" y="2998"/>
                    <a:pt x="1802" y="3083"/>
                  </a:cubicBezTo>
                  <a:cubicBezTo>
                    <a:pt x="1819" y="3115"/>
                    <a:pt x="1819" y="3147"/>
                    <a:pt x="1819" y="3184"/>
                  </a:cubicBezTo>
                  <a:lnTo>
                    <a:pt x="1819" y="3216"/>
                  </a:lnTo>
                  <a:cubicBezTo>
                    <a:pt x="1819" y="3248"/>
                    <a:pt x="1819" y="3285"/>
                    <a:pt x="1782" y="3301"/>
                  </a:cubicBezTo>
                  <a:lnTo>
                    <a:pt x="1782" y="3317"/>
                  </a:lnTo>
                  <a:lnTo>
                    <a:pt x="1802" y="3317"/>
                  </a:lnTo>
                  <a:cubicBezTo>
                    <a:pt x="1835" y="3285"/>
                    <a:pt x="1835" y="3248"/>
                    <a:pt x="1835" y="3216"/>
                  </a:cubicBezTo>
                  <a:lnTo>
                    <a:pt x="1835" y="3184"/>
                  </a:lnTo>
                  <a:lnTo>
                    <a:pt x="1835" y="3083"/>
                  </a:lnTo>
                  <a:lnTo>
                    <a:pt x="1835" y="2828"/>
                  </a:lnTo>
                  <a:cubicBezTo>
                    <a:pt x="1867" y="2610"/>
                    <a:pt x="1766" y="2461"/>
                    <a:pt x="1665" y="2323"/>
                  </a:cubicBezTo>
                  <a:cubicBezTo>
                    <a:pt x="1346" y="1956"/>
                    <a:pt x="1043" y="1584"/>
                    <a:pt x="740" y="1212"/>
                  </a:cubicBezTo>
                  <a:cubicBezTo>
                    <a:pt x="570" y="994"/>
                    <a:pt x="405" y="792"/>
                    <a:pt x="219" y="574"/>
                  </a:cubicBezTo>
                  <a:cubicBezTo>
                    <a:pt x="203" y="558"/>
                    <a:pt x="187" y="521"/>
                    <a:pt x="166" y="505"/>
                  </a:cubicBezTo>
                  <a:cubicBezTo>
                    <a:pt x="102" y="457"/>
                    <a:pt x="33" y="404"/>
                    <a:pt x="65" y="303"/>
                  </a:cubicBezTo>
                  <a:cubicBezTo>
                    <a:pt x="102" y="202"/>
                    <a:pt x="65" y="118"/>
                    <a:pt x="49" y="53"/>
                  </a:cubicBezTo>
                  <a:cubicBezTo>
                    <a:pt x="49" y="37"/>
                    <a:pt x="49" y="17"/>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3"/>
            <p:cNvSpPr/>
            <p:nvPr/>
          </p:nvSpPr>
          <p:spPr>
            <a:xfrm>
              <a:off x="1792646" y="2718025"/>
              <a:ext cx="5364" cy="53437"/>
            </a:xfrm>
            <a:custGeom>
              <a:rect b="b" l="l" r="r" t="t"/>
              <a:pathLst>
                <a:path extrusionOk="0" h="538" w="54">
                  <a:moveTo>
                    <a:pt x="17" y="0"/>
                  </a:moveTo>
                  <a:cubicBezTo>
                    <a:pt x="1" y="85"/>
                    <a:pt x="1" y="186"/>
                    <a:pt x="17" y="271"/>
                  </a:cubicBezTo>
                  <a:cubicBezTo>
                    <a:pt x="17" y="356"/>
                    <a:pt x="17" y="436"/>
                    <a:pt x="1" y="521"/>
                  </a:cubicBezTo>
                  <a:lnTo>
                    <a:pt x="1" y="537"/>
                  </a:lnTo>
                  <a:lnTo>
                    <a:pt x="17" y="537"/>
                  </a:lnTo>
                  <a:lnTo>
                    <a:pt x="17" y="521"/>
                  </a:lnTo>
                  <a:cubicBezTo>
                    <a:pt x="33" y="436"/>
                    <a:pt x="33" y="356"/>
                    <a:pt x="33" y="271"/>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3"/>
            <p:cNvSpPr/>
            <p:nvPr/>
          </p:nvSpPr>
          <p:spPr>
            <a:xfrm>
              <a:off x="1183982" y="2643332"/>
              <a:ext cx="6953" cy="86413"/>
            </a:xfrm>
            <a:custGeom>
              <a:rect b="b" l="l" r="r" t="t"/>
              <a:pathLst>
                <a:path extrusionOk="0" h="870" w="70">
                  <a:moveTo>
                    <a:pt x="23" y="1"/>
                  </a:moveTo>
                  <a:cubicBezTo>
                    <a:pt x="21" y="1"/>
                    <a:pt x="21" y="5"/>
                    <a:pt x="21" y="13"/>
                  </a:cubicBezTo>
                  <a:cubicBezTo>
                    <a:pt x="1" y="13"/>
                    <a:pt x="1" y="13"/>
                    <a:pt x="1" y="29"/>
                  </a:cubicBezTo>
                  <a:cubicBezTo>
                    <a:pt x="37" y="61"/>
                    <a:pt x="37" y="114"/>
                    <a:pt x="37" y="146"/>
                  </a:cubicBezTo>
                  <a:lnTo>
                    <a:pt x="37" y="179"/>
                  </a:lnTo>
                  <a:lnTo>
                    <a:pt x="37" y="417"/>
                  </a:lnTo>
                  <a:cubicBezTo>
                    <a:pt x="37" y="566"/>
                    <a:pt x="21" y="720"/>
                    <a:pt x="53" y="853"/>
                  </a:cubicBezTo>
                  <a:lnTo>
                    <a:pt x="53" y="869"/>
                  </a:lnTo>
                  <a:cubicBezTo>
                    <a:pt x="69" y="869"/>
                    <a:pt x="69" y="853"/>
                    <a:pt x="69" y="853"/>
                  </a:cubicBezTo>
                  <a:cubicBezTo>
                    <a:pt x="53" y="704"/>
                    <a:pt x="53" y="566"/>
                    <a:pt x="53" y="417"/>
                  </a:cubicBezTo>
                  <a:cubicBezTo>
                    <a:pt x="53" y="348"/>
                    <a:pt x="69" y="263"/>
                    <a:pt x="53" y="179"/>
                  </a:cubicBezTo>
                  <a:lnTo>
                    <a:pt x="53" y="146"/>
                  </a:lnTo>
                  <a:cubicBezTo>
                    <a:pt x="53" y="98"/>
                    <a:pt x="53" y="61"/>
                    <a:pt x="37" y="13"/>
                  </a:cubicBezTo>
                  <a:cubicBezTo>
                    <a:pt x="29" y="5"/>
                    <a:pt x="25"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3"/>
            <p:cNvSpPr/>
            <p:nvPr/>
          </p:nvSpPr>
          <p:spPr>
            <a:xfrm>
              <a:off x="888292" y="3099135"/>
              <a:ext cx="3278" cy="93663"/>
            </a:xfrm>
            <a:custGeom>
              <a:rect b="b" l="l" r="r" t="t"/>
              <a:pathLst>
                <a:path extrusionOk="0" h="943" w="33">
                  <a:moveTo>
                    <a:pt x="0" y="1"/>
                  </a:moveTo>
                  <a:lnTo>
                    <a:pt x="0" y="17"/>
                  </a:lnTo>
                  <a:cubicBezTo>
                    <a:pt x="17" y="154"/>
                    <a:pt x="17" y="288"/>
                    <a:pt x="17" y="405"/>
                  </a:cubicBezTo>
                  <a:cubicBezTo>
                    <a:pt x="17" y="473"/>
                    <a:pt x="0" y="538"/>
                    <a:pt x="17" y="623"/>
                  </a:cubicBezTo>
                  <a:lnTo>
                    <a:pt x="17" y="825"/>
                  </a:lnTo>
                  <a:lnTo>
                    <a:pt x="17" y="926"/>
                  </a:lnTo>
                  <a:lnTo>
                    <a:pt x="17" y="942"/>
                  </a:lnTo>
                  <a:cubicBezTo>
                    <a:pt x="33" y="942"/>
                    <a:pt x="33" y="926"/>
                    <a:pt x="33" y="926"/>
                  </a:cubicBezTo>
                  <a:lnTo>
                    <a:pt x="33" y="825"/>
                  </a:lnTo>
                  <a:lnTo>
                    <a:pt x="33" y="607"/>
                  </a:lnTo>
                  <a:lnTo>
                    <a:pt x="33" y="405"/>
                  </a:lnTo>
                  <a:cubicBezTo>
                    <a:pt x="33" y="272"/>
                    <a:pt x="33" y="154"/>
                    <a:pt x="17" y="17"/>
                  </a:cubicBezTo>
                  <a:cubicBezTo>
                    <a:pt x="17" y="17"/>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3"/>
            <p:cNvSpPr/>
            <p:nvPr/>
          </p:nvSpPr>
          <p:spPr>
            <a:xfrm>
              <a:off x="1262647" y="3431774"/>
              <a:ext cx="147398" cy="142134"/>
            </a:xfrm>
            <a:custGeom>
              <a:rect b="b" l="l" r="r" t="t"/>
              <a:pathLst>
                <a:path extrusionOk="0" h="1431" w="1484">
                  <a:moveTo>
                    <a:pt x="1467" y="1"/>
                  </a:moveTo>
                  <a:cubicBezTo>
                    <a:pt x="1063" y="118"/>
                    <a:pt x="659" y="239"/>
                    <a:pt x="271" y="356"/>
                  </a:cubicBezTo>
                  <a:lnTo>
                    <a:pt x="255" y="356"/>
                  </a:lnTo>
                  <a:cubicBezTo>
                    <a:pt x="239" y="372"/>
                    <a:pt x="202" y="372"/>
                    <a:pt x="186" y="372"/>
                  </a:cubicBezTo>
                  <a:cubicBezTo>
                    <a:pt x="118" y="389"/>
                    <a:pt x="69" y="389"/>
                    <a:pt x="37" y="457"/>
                  </a:cubicBezTo>
                  <a:cubicBezTo>
                    <a:pt x="0" y="506"/>
                    <a:pt x="0" y="574"/>
                    <a:pt x="0" y="643"/>
                  </a:cubicBezTo>
                  <a:cubicBezTo>
                    <a:pt x="0" y="659"/>
                    <a:pt x="17" y="692"/>
                    <a:pt x="17" y="708"/>
                  </a:cubicBezTo>
                  <a:cubicBezTo>
                    <a:pt x="17" y="793"/>
                    <a:pt x="17" y="861"/>
                    <a:pt x="0" y="946"/>
                  </a:cubicBezTo>
                  <a:cubicBezTo>
                    <a:pt x="0" y="1095"/>
                    <a:pt x="0" y="1265"/>
                    <a:pt x="17" y="1431"/>
                  </a:cubicBezTo>
                  <a:lnTo>
                    <a:pt x="53" y="1431"/>
                  </a:lnTo>
                  <a:cubicBezTo>
                    <a:pt x="37" y="1265"/>
                    <a:pt x="37" y="1095"/>
                    <a:pt x="37" y="946"/>
                  </a:cubicBezTo>
                  <a:lnTo>
                    <a:pt x="37" y="708"/>
                  </a:lnTo>
                  <a:lnTo>
                    <a:pt x="37" y="643"/>
                  </a:lnTo>
                  <a:cubicBezTo>
                    <a:pt x="17" y="574"/>
                    <a:pt x="17" y="506"/>
                    <a:pt x="53" y="457"/>
                  </a:cubicBezTo>
                  <a:cubicBezTo>
                    <a:pt x="85" y="421"/>
                    <a:pt x="138" y="405"/>
                    <a:pt x="186" y="405"/>
                  </a:cubicBezTo>
                  <a:cubicBezTo>
                    <a:pt x="219" y="389"/>
                    <a:pt x="239" y="389"/>
                    <a:pt x="255" y="389"/>
                  </a:cubicBezTo>
                  <a:cubicBezTo>
                    <a:pt x="271" y="389"/>
                    <a:pt x="271" y="372"/>
                    <a:pt x="271" y="372"/>
                  </a:cubicBezTo>
                  <a:cubicBezTo>
                    <a:pt x="675" y="255"/>
                    <a:pt x="1079" y="138"/>
                    <a:pt x="1467" y="17"/>
                  </a:cubicBezTo>
                  <a:cubicBezTo>
                    <a:pt x="1483" y="17"/>
                    <a:pt x="1483" y="1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3"/>
            <p:cNvSpPr/>
            <p:nvPr/>
          </p:nvSpPr>
          <p:spPr>
            <a:xfrm>
              <a:off x="1762550" y="3602315"/>
              <a:ext cx="5364" cy="67144"/>
            </a:xfrm>
            <a:custGeom>
              <a:rect b="b" l="l" r="r" t="t"/>
              <a:pathLst>
                <a:path extrusionOk="0" h="676" w="54">
                  <a:moveTo>
                    <a:pt x="33" y="1"/>
                  </a:moveTo>
                  <a:cubicBezTo>
                    <a:pt x="17" y="118"/>
                    <a:pt x="17" y="219"/>
                    <a:pt x="17" y="320"/>
                  </a:cubicBezTo>
                  <a:lnTo>
                    <a:pt x="17" y="522"/>
                  </a:lnTo>
                  <a:lnTo>
                    <a:pt x="17" y="574"/>
                  </a:lnTo>
                  <a:cubicBezTo>
                    <a:pt x="17" y="607"/>
                    <a:pt x="17" y="643"/>
                    <a:pt x="1" y="659"/>
                  </a:cubicBezTo>
                  <a:cubicBezTo>
                    <a:pt x="1" y="675"/>
                    <a:pt x="1" y="675"/>
                    <a:pt x="17" y="675"/>
                  </a:cubicBezTo>
                  <a:lnTo>
                    <a:pt x="33" y="675"/>
                  </a:lnTo>
                  <a:cubicBezTo>
                    <a:pt x="53" y="643"/>
                    <a:pt x="53" y="607"/>
                    <a:pt x="53" y="574"/>
                  </a:cubicBezTo>
                  <a:cubicBezTo>
                    <a:pt x="33" y="558"/>
                    <a:pt x="33" y="542"/>
                    <a:pt x="33" y="522"/>
                  </a:cubicBezTo>
                  <a:cubicBezTo>
                    <a:pt x="53" y="457"/>
                    <a:pt x="53" y="388"/>
                    <a:pt x="33" y="320"/>
                  </a:cubicBezTo>
                  <a:cubicBezTo>
                    <a:pt x="33" y="219"/>
                    <a:pt x="33" y="118"/>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3"/>
            <p:cNvSpPr/>
            <p:nvPr/>
          </p:nvSpPr>
          <p:spPr>
            <a:xfrm>
              <a:off x="1518608" y="2686340"/>
              <a:ext cx="220799" cy="331050"/>
            </a:xfrm>
            <a:custGeom>
              <a:rect b="b" l="l" r="r" t="t"/>
              <a:pathLst>
                <a:path extrusionOk="0" h="3333" w="2223">
                  <a:moveTo>
                    <a:pt x="65" y="0"/>
                  </a:moveTo>
                  <a:cubicBezTo>
                    <a:pt x="33" y="32"/>
                    <a:pt x="33" y="85"/>
                    <a:pt x="33" y="117"/>
                  </a:cubicBezTo>
                  <a:lnTo>
                    <a:pt x="33" y="133"/>
                  </a:lnTo>
                  <a:cubicBezTo>
                    <a:pt x="33" y="186"/>
                    <a:pt x="49" y="218"/>
                    <a:pt x="49" y="250"/>
                  </a:cubicBezTo>
                  <a:cubicBezTo>
                    <a:pt x="49" y="335"/>
                    <a:pt x="49" y="436"/>
                    <a:pt x="33" y="521"/>
                  </a:cubicBezTo>
                  <a:cubicBezTo>
                    <a:pt x="1" y="824"/>
                    <a:pt x="150" y="1010"/>
                    <a:pt x="304" y="1180"/>
                  </a:cubicBezTo>
                  <a:cubicBezTo>
                    <a:pt x="506" y="1382"/>
                    <a:pt x="692" y="1600"/>
                    <a:pt x="857" y="1818"/>
                  </a:cubicBezTo>
                  <a:cubicBezTo>
                    <a:pt x="942" y="1919"/>
                    <a:pt x="1027" y="2004"/>
                    <a:pt x="1096" y="2105"/>
                  </a:cubicBezTo>
                  <a:lnTo>
                    <a:pt x="1245" y="2270"/>
                  </a:lnTo>
                  <a:cubicBezTo>
                    <a:pt x="1500" y="2593"/>
                    <a:pt x="1782" y="2913"/>
                    <a:pt x="2037" y="3232"/>
                  </a:cubicBezTo>
                  <a:cubicBezTo>
                    <a:pt x="2053" y="3232"/>
                    <a:pt x="2053" y="3232"/>
                    <a:pt x="2069" y="3248"/>
                  </a:cubicBezTo>
                  <a:cubicBezTo>
                    <a:pt x="2105" y="3280"/>
                    <a:pt x="2138" y="3333"/>
                    <a:pt x="2206" y="3333"/>
                  </a:cubicBezTo>
                  <a:lnTo>
                    <a:pt x="2223" y="3333"/>
                  </a:lnTo>
                  <a:cubicBezTo>
                    <a:pt x="2223" y="3317"/>
                    <a:pt x="2206" y="3317"/>
                    <a:pt x="2206" y="3317"/>
                  </a:cubicBezTo>
                  <a:cubicBezTo>
                    <a:pt x="2154" y="3317"/>
                    <a:pt x="2122" y="3264"/>
                    <a:pt x="2085" y="3232"/>
                  </a:cubicBezTo>
                  <a:lnTo>
                    <a:pt x="2069" y="3216"/>
                  </a:lnTo>
                  <a:cubicBezTo>
                    <a:pt x="1802" y="2896"/>
                    <a:pt x="1532" y="2573"/>
                    <a:pt x="1261" y="2254"/>
                  </a:cubicBezTo>
                  <a:lnTo>
                    <a:pt x="1112" y="2089"/>
                  </a:lnTo>
                  <a:cubicBezTo>
                    <a:pt x="1043" y="1988"/>
                    <a:pt x="958" y="1903"/>
                    <a:pt x="873" y="1802"/>
                  </a:cubicBezTo>
                  <a:cubicBezTo>
                    <a:pt x="708" y="1584"/>
                    <a:pt x="522" y="1361"/>
                    <a:pt x="320" y="1159"/>
                  </a:cubicBezTo>
                  <a:cubicBezTo>
                    <a:pt x="118" y="941"/>
                    <a:pt x="33" y="755"/>
                    <a:pt x="65" y="521"/>
                  </a:cubicBezTo>
                  <a:lnTo>
                    <a:pt x="65" y="250"/>
                  </a:lnTo>
                  <a:lnTo>
                    <a:pt x="65" y="133"/>
                  </a:lnTo>
                  <a:lnTo>
                    <a:pt x="65" y="117"/>
                  </a:lnTo>
                  <a:cubicBezTo>
                    <a:pt x="65" y="85"/>
                    <a:pt x="65" y="48"/>
                    <a:pt x="86" y="32"/>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3"/>
            <p:cNvSpPr/>
            <p:nvPr/>
          </p:nvSpPr>
          <p:spPr>
            <a:xfrm>
              <a:off x="1792646" y="2567547"/>
              <a:ext cx="5364" cy="55423"/>
            </a:xfrm>
            <a:custGeom>
              <a:rect b="b" l="l" r="r" t="t"/>
              <a:pathLst>
                <a:path extrusionOk="0" h="558" w="54">
                  <a:moveTo>
                    <a:pt x="17" y="0"/>
                  </a:moveTo>
                  <a:cubicBezTo>
                    <a:pt x="1" y="101"/>
                    <a:pt x="1" y="186"/>
                    <a:pt x="17" y="287"/>
                  </a:cubicBezTo>
                  <a:cubicBezTo>
                    <a:pt x="17" y="372"/>
                    <a:pt x="17" y="457"/>
                    <a:pt x="1" y="538"/>
                  </a:cubicBezTo>
                  <a:lnTo>
                    <a:pt x="1" y="558"/>
                  </a:lnTo>
                  <a:lnTo>
                    <a:pt x="17" y="558"/>
                  </a:lnTo>
                  <a:cubicBezTo>
                    <a:pt x="53" y="457"/>
                    <a:pt x="33" y="372"/>
                    <a:pt x="33" y="287"/>
                  </a:cubicBezTo>
                  <a:cubicBezTo>
                    <a:pt x="33" y="186"/>
                    <a:pt x="33" y="101"/>
                    <a:pt x="53" y="16"/>
                  </a:cubicBezTo>
                  <a:cubicBezTo>
                    <a:pt x="53" y="0"/>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3"/>
            <p:cNvSpPr/>
            <p:nvPr/>
          </p:nvSpPr>
          <p:spPr>
            <a:xfrm>
              <a:off x="1734143" y="3258055"/>
              <a:ext cx="175805" cy="255663"/>
            </a:xfrm>
            <a:custGeom>
              <a:rect b="b" l="l" r="r" t="t"/>
              <a:pathLst>
                <a:path extrusionOk="0" h="2574" w="1770">
                  <a:moveTo>
                    <a:pt x="69" y="1"/>
                  </a:moveTo>
                  <a:cubicBezTo>
                    <a:pt x="36" y="33"/>
                    <a:pt x="36" y="85"/>
                    <a:pt x="36" y="118"/>
                  </a:cubicBezTo>
                  <a:lnTo>
                    <a:pt x="36" y="134"/>
                  </a:lnTo>
                  <a:lnTo>
                    <a:pt x="36" y="235"/>
                  </a:lnTo>
                  <a:lnTo>
                    <a:pt x="36" y="437"/>
                  </a:lnTo>
                  <a:cubicBezTo>
                    <a:pt x="0" y="655"/>
                    <a:pt x="69" y="825"/>
                    <a:pt x="255" y="994"/>
                  </a:cubicBezTo>
                  <a:cubicBezTo>
                    <a:pt x="505" y="1245"/>
                    <a:pt x="760" y="1499"/>
                    <a:pt x="994" y="1750"/>
                  </a:cubicBezTo>
                  <a:cubicBezTo>
                    <a:pt x="1095" y="1851"/>
                    <a:pt x="1196" y="1968"/>
                    <a:pt x="1297" y="2069"/>
                  </a:cubicBezTo>
                  <a:cubicBezTo>
                    <a:pt x="1349" y="2105"/>
                    <a:pt x="1382" y="2154"/>
                    <a:pt x="1414" y="2190"/>
                  </a:cubicBezTo>
                  <a:cubicBezTo>
                    <a:pt x="1499" y="2271"/>
                    <a:pt x="1584" y="2372"/>
                    <a:pt x="1668" y="2441"/>
                  </a:cubicBezTo>
                  <a:cubicBezTo>
                    <a:pt x="1701" y="2457"/>
                    <a:pt x="1701" y="2493"/>
                    <a:pt x="1717" y="2525"/>
                  </a:cubicBezTo>
                  <a:cubicBezTo>
                    <a:pt x="1717" y="2542"/>
                    <a:pt x="1717" y="2558"/>
                    <a:pt x="1733" y="2574"/>
                  </a:cubicBezTo>
                  <a:lnTo>
                    <a:pt x="1753" y="2574"/>
                  </a:lnTo>
                  <a:cubicBezTo>
                    <a:pt x="1769" y="2574"/>
                    <a:pt x="1769" y="2574"/>
                    <a:pt x="1753" y="2558"/>
                  </a:cubicBezTo>
                  <a:cubicBezTo>
                    <a:pt x="1753" y="2542"/>
                    <a:pt x="1753" y="2525"/>
                    <a:pt x="1733" y="2509"/>
                  </a:cubicBezTo>
                  <a:cubicBezTo>
                    <a:pt x="1733" y="2473"/>
                    <a:pt x="1717" y="2441"/>
                    <a:pt x="1685" y="2424"/>
                  </a:cubicBezTo>
                  <a:cubicBezTo>
                    <a:pt x="1600" y="2340"/>
                    <a:pt x="1515" y="2255"/>
                    <a:pt x="1450" y="2170"/>
                  </a:cubicBezTo>
                  <a:cubicBezTo>
                    <a:pt x="1398" y="2138"/>
                    <a:pt x="1366" y="2089"/>
                    <a:pt x="1329" y="2053"/>
                  </a:cubicBezTo>
                  <a:cubicBezTo>
                    <a:pt x="1212" y="1936"/>
                    <a:pt x="1111" y="1835"/>
                    <a:pt x="1010" y="1734"/>
                  </a:cubicBezTo>
                  <a:cubicBezTo>
                    <a:pt x="776" y="1483"/>
                    <a:pt x="521" y="1212"/>
                    <a:pt x="271" y="978"/>
                  </a:cubicBezTo>
                  <a:cubicBezTo>
                    <a:pt x="85" y="808"/>
                    <a:pt x="36" y="655"/>
                    <a:pt x="53" y="453"/>
                  </a:cubicBezTo>
                  <a:cubicBezTo>
                    <a:pt x="69" y="372"/>
                    <a:pt x="69" y="304"/>
                    <a:pt x="69" y="235"/>
                  </a:cubicBezTo>
                  <a:cubicBezTo>
                    <a:pt x="53" y="203"/>
                    <a:pt x="53" y="170"/>
                    <a:pt x="53" y="134"/>
                  </a:cubicBezTo>
                  <a:lnTo>
                    <a:pt x="53" y="118"/>
                  </a:lnTo>
                  <a:cubicBezTo>
                    <a:pt x="53" y="85"/>
                    <a:pt x="53"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3"/>
            <p:cNvSpPr/>
            <p:nvPr/>
          </p:nvSpPr>
          <p:spPr>
            <a:xfrm>
              <a:off x="852932" y="1365417"/>
              <a:ext cx="363232" cy="326283"/>
            </a:xfrm>
            <a:custGeom>
              <a:rect b="b" l="l" r="r" t="t"/>
              <a:pathLst>
                <a:path extrusionOk="0" h="3285" w="3657">
                  <a:moveTo>
                    <a:pt x="3604" y="0"/>
                  </a:moveTo>
                  <a:lnTo>
                    <a:pt x="3604" y="17"/>
                  </a:lnTo>
                  <a:cubicBezTo>
                    <a:pt x="3621" y="37"/>
                    <a:pt x="3621" y="69"/>
                    <a:pt x="3621" y="101"/>
                  </a:cubicBezTo>
                  <a:lnTo>
                    <a:pt x="3621" y="138"/>
                  </a:lnTo>
                  <a:lnTo>
                    <a:pt x="3621" y="542"/>
                  </a:lnTo>
                  <a:lnTo>
                    <a:pt x="3621" y="962"/>
                  </a:lnTo>
                  <a:cubicBezTo>
                    <a:pt x="3621" y="1047"/>
                    <a:pt x="3604" y="1095"/>
                    <a:pt x="3520" y="1148"/>
                  </a:cubicBezTo>
                  <a:cubicBezTo>
                    <a:pt x="3051" y="1414"/>
                    <a:pt x="2578" y="1701"/>
                    <a:pt x="2122" y="1972"/>
                  </a:cubicBezTo>
                  <a:cubicBezTo>
                    <a:pt x="1770" y="2190"/>
                    <a:pt x="1383" y="2408"/>
                    <a:pt x="1011" y="2626"/>
                  </a:cubicBezTo>
                  <a:lnTo>
                    <a:pt x="760" y="2780"/>
                  </a:lnTo>
                  <a:cubicBezTo>
                    <a:pt x="542" y="2913"/>
                    <a:pt x="304" y="3067"/>
                    <a:pt x="70" y="3168"/>
                  </a:cubicBezTo>
                  <a:cubicBezTo>
                    <a:pt x="37" y="3200"/>
                    <a:pt x="1" y="3232"/>
                    <a:pt x="1" y="3269"/>
                  </a:cubicBezTo>
                  <a:cubicBezTo>
                    <a:pt x="1" y="3285"/>
                    <a:pt x="1" y="3285"/>
                    <a:pt x="21" y="3285"/>
                  </a:cubicBezTo>
                  <a:cubicBezTo>
                    <a:pt x="37" y="3248"/>
                    <a:pt x="54" y="3216"/>
                    <a:pt x="86" y="3200"/>
                  </a:cubicBezTo>
                  <a:cubicBezTo>
                    <a:pt x="324" y="3083"/>
                    <a:pt x="558" y="2945"/>
                    <a:pt x="777" y="2812"/>
                  </a:cubicBezTo>
                  <a:cubicBezTo>
                    <a:pt x="861" y="2764"/>
                    <a:pt x="946" y="2695"/>
                    <a:pt x="1031" y="2642"/>
                  </a:cubicBezTo>
                  <a:cubicBezTo>
                    <a:pt x="1399" y="2440"/>
                    <a:pt x="1770" y="2206"/>
                    <a:pt x="2142" y="1988"/>
                  </a:cubicBezTo>
                  <a:cubicBezTo>
                    <a:pt x="2594" y="1717"/>
                    <a:pt x="3067" y="1451"/>
                    <a:pt x="3536" y="1164"/>
                  </a:cubicBezTo>
                  <a:cubicBezTo>
                    <a:pt x="3637" y="1111"/>
                    <a:pt x="3657" y="1063"/>
                    <a:pt x="3657" y="962"/>
                  </a:cubicBezTo>
                  <a:lnTo>
                    <a:pt x="3657" y="542"/>
                  </a:lnTo>
                  <a:lnTo>
                    <a:pt x="3657" y="138"/>
                  </a:lnTo>
                  <a:lnTo>
                    <a:pt x="3657" y="101"/>
                  </a:lnTo>
                  <a:cubicBezTo>
                    <a:pt x="3657" y="69"/>
                    <a:pt x="3657" y="37"/>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3"/>
            <p:cNvSpPr/>
            <p:nvPr/>
          </p:nvSpPr>
          <p:spPr>
            <a:xfrm>
              <a:off x="1523475" y="1786753"/>
              <a:ext cx="177394" cy="378031"/>
            </a:xfrm>
            <a:custGeom>
              <a:rect b="b" l="l" r="r" t="t"/>
              <a:pathLst>
                <a:path extrusionOk="0" h="3806" w="1786">
                  <a:moveTo>
                    <a:pt x="69" y="0"/>
                  </a:moveTo>
                  <a:cubicBezTo>
                    <a:pt x="53" y="0"/>
                    <a:pt x="53" y="16"/>
                    <a:pt x="53" y="16"/>
                  </a:cubicBezTo>
                  <a:cubicBezTo>
                    <a:pt x="0" y="202"/>
                    <a:pt x="16" y="339"/>
                    <a:pt x="117" y="473"/>
                  </a:cubicBezTo>
                  <a:cubicBezTo>
                    <a:pt x="271" y="691"/>
                    <a:pt x="420" y="925"/>
                    <a:pt x="558" y="1147"/>
                  </a:cubicBezTo>
                  <a:cubicBezTo>
                    <a:pt x="590" y="1212"/>
                    <a:pt x="622" y="1264"/>
                    <a:pt x="659" y="1313"/>
                  </a:cubicBezTo>
                  <a:cubicBezTo>
                    <a:pt x="776" y="1483"/>
                    <a:pt x="877" y="1668"/>
                    <a:pt x="994" y="1818"/>
                  </a:cubicBezTo>
                  <a:cubicBezTo>
                    <a:pt x="1026" y="1870"/>
                    <a:pt x="1063" y="1919"/>
                    <a:pt x="1095" y="1971"/>
                  </a:cubicBezTo>
                  <a:cubicBezTo>
                    <a:pt x="1196" y="2137"/>
                    <a:pt x="1297" y="2307"/>
                    <a:pt x="1414" y="2476"/>
                  </a:cubicBezTo>
                  <a:lnTo>
                    <a:pt x="1717" y="2929"/>
                  </a:lnTo>
                  <a:cubicBezTo>
                    <a:pt x="1733" y="2981"/>
                    <a:pt x="1753" y="3030"/>
                    <a:pt x="1753" y="3082"/>
                  </a:cubicBezTo>
                  <a:cubicBezTo>
                    <a:pt x="1770" y="3300"/>
                    <a:pt x="1770" y="3519"/>
                    <a:pt x="1770" y="3737"/>
                  </a:cubicBezTo>
                  <a:cubicBezTo>
                    <a:pt x="1770" y="3737"/>
                    <a:pt x="1753" y="3753"/>
                    <a:pt x="1753" y="3773"/>
                  </a:cubicBezTo>
                  <a:cubicBezTo>
                    <a:pt x="1733" y="3773"/>
                    <a:pt x="1733" y="3773"/>
                    <a:pt x="1733" y="3789"/>
                  </a:cubicBezTo>
                  <a:lnTo>
                    <a:pt x="1733" y="3805"/>
                  </a:lnTo>
                  <a:lnTo>
                    <a:pt x="1753" y="3805"/>
                  </a:lnTo>
                  <a:lnTo>
                    <a:pt x="1753" y="3789"/>
                  </a:lnTo>
                  <a:lnTo>
                    <a:pt x="1770" y="3773"/>
                  </a:lnTo>
                  <a:cubicBezTo>
                    <a:pt x="1786" y="3773"/>
                    <a:pt x="1786" y="3753"/>
                    <a:pt x="1786" y="3737"/>
                  </a:cubicBezTo>
                  <a:lnTo>
                    <a:pt x="1786" y="3082"/>
                  </a:lnTo>
                  <a:cubicBezTo>
                    <a:pt x="1786" y="3014"/>
                    <a:pt x="1770" y="2965"/>
                    <a:pt x="1733" y="2913"/>
                  </a:cubicBezTo>
                  <a:lnTo>
                    <a:pt x="1430" y="2460"/>
                  </a:lnTo>
                  <a:cubicBezTo>
                    <a:pt x="1329" y="2291"/>
                    <a:pt x="1212" y="2121"/>
                    <a:pt x="1111" y="1955"/>
                  </a:cubicBezTo>
                  <a:cubicBezTo>
                    <a:pt x="1079" y="1903"/>
                    <a:pt x="1047" y="1854"/>
                    <a:pt x="1010" y="1818"/>
                  </a:cubicBezTo>
                  <a:cubicBezTo>
                    <a:pt x="909" y="1652"/>
                    <a:pt x="792" y="1483"/>
                    <a:pt x="691" y="1313"/>
                  </a:cubicBezTo>
                  <a:cubicBezTo>
                    <a:pt x="659" y="1248"/>
                    <a:pt x="606" y="1196"/>
                    <a:pt x="574" y="1147"/>
                  </a:cubicBezTo>
                  <a:cubicBezTo>
                    <a:pt x="441" y="909"/>
                    <a:pt x="303" y="675"/>
                    <a:pt x="138" y="457"/>
                  </a:cubicBezTo>
                  <a:cubicBezTo>
                    <a:pt x="37" y="303"/>
                    <a:pt x="37" y="170"/>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3"/>
            <p:cNvSpPr/>
            <p:nvPr/>
          </p:nvSpPr>
          <p:spPr>
            <a:xfrm>
              <a:off x="1792646" y="2244940"/>
              <a:ext cx="5364" cy="65058"/>
            </a:xfrm>
            <a:custGeom>
              <a:rect b="b" l="l" r="r" t="t"/>
              <a:pathLst>
                <a:path extrusionOk="0" h="655" w="54">
                  <a:moveTo>
                    <a:pt x="33" y="0"/>
                  </a:moveTo>
                  <a:cubicBezTo>
                    <a:pt x="33" y="0"/>
                    <a:pt x="17" y="0"/>
                    <a:pt x="17" y="17"/>
                  </a:cubicBezTo>
                  <a:cubicBezTo>
                    <a:pt x="1" y="118"/>
                    <a:pt x="1" y="219"/>
                    <a:pt x="17" y="303"/>
                  </a:cubicBezTo>
                  <a:lnTo>
                    <a:pt x="17" y="505"/>
                  </a:lnTo>
                  <a:cubicBezTo>
                    <a:pt x="1" y="521"/>
                    <a:pt x="17" y="521"/>
                    <a:pt x="17" y="538"/>
                  </a:cubicBezTo>
                  <a:cubicBezTo>
                    <a:pt x="17" y="574"/>
                    <a:pt x="17" y="606"/>
                    <a:pt x="1" y="622"/>
                  </a:cubicBezTo>
                  <a:lnTo>
                    <a:pt x="1" y="639"/>
                  </a:lnTo>
                  <a:lnTo>
                    <a:pt x="17" y="655"/>
                  </a:lnTo>
                  <a:lnTo>
                    <a:pt x="17" y="639"/>
                  </a:lnTo>
                  <a:cubicBezTo>
                    <a:pt x="53" y="606"/>
                    <a:pt x="33" y="574"/>
                    <a:pt x="33" y="538"/>
                  </a:cubicBezTo>
                  <a:lnTo>
                    <a:pt x="33" y="505"/>
                  </a:lnTo>
                  <a:lnTo>
                    <a:pt x="33" y="303"/>
                  </a:lnTo>
                  <a:cubicBezTo>
                    <a:pt x="33" y="219"/>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3"/>
            <p:cNvSpPr/>
            <p:nvPr/>
          </p:nvSpPr>
          <p:spPr>
            <a:xfrm>
              <a:off x="1133823" y="2833540"/>
              <a:ext cx="6953" cy="93564"/>
            </a:xfrm>
            <a:custGeom>
              <a:rect b="b" l="l" r="r" t="t"/>
              <a:pathLst>
                <a:path extrusionOk="0" h="942" w="70">
                  <a:moveTo>
                    <a:pt x="21" y="1"/>
                  </a:moveTo>
                  <a:cubicBezTo>
                    <a:pt x="21" y="17"/>
                    <a:pt x="1" y="17"/>
                    <a:pt x="1" y="17"/>
                  </a:cubicBezTo>
                  <a:cubicBezTo>
                    <a:pt x="37" y="182"/>
                    <a:pt x="21" y="336"/>
                    <a:pt x="21" y="485"/>
                  </a:cubicBezTo>
                  <a:lnTo>
                    <a:pt x="21" y="772"/>
                  </a:lnTo>
                  <a:lnTo>
                    <a:pt x="21" y="809"/>
                  </a:lnTo>
                  <a:cubicBezTo>
                    <a:pt x="21" y="857"/>
                    <a:pt x="21" y="889"/>
                    <a:pt x="53" y="942"/>
                  </a:cubicBezTo>
                  <a:lnTo>
                    <a:pt x="69" y="942"/>
                  </a:lnTo>
                  <a:lnTo>
                    <a:pt x="69" y="910"/>
                  </a:lnTo>
                  <a:cubicBezTo>
                    <a:pt x="53" y="889"/>
                    <a:pt x="53" y="857"/>
                    <a:pt x="53" y="809"/>
                  </a:cubicBezTo>
                  <a:lnTo>
                    <a:pt x="53" y="772"/>
                  </a:lnTo>
                  <a:lnTo>
                    <a:pt x="53" y="485"/>
                  </a:lnTo>
                  <a:cubicBezTo>
                    <a:pt x="53" y="336"/>
                    <a:pt x="53" y="166"/>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3"/>
            <p:cNvSpPr/>
            <p:nvPr/>
          </p:nvSpPr>
          <p:spPr>
            <a:xfrm>
              <a:off x="1140676" y="1460868"/>
              <a:ext cx="5264" cy="53536"/>
            </a:xfrm>
            <a:custGeom>
              <a:rect b="b" l="l" r="r" t="t"/>
              <a:pathLst>
                <a:path extrusionOk="0" h="539" w="53">
                  <a:moveTo>
                    <a:pt x="17" y="1"/>
                  </a:moveTo>
                  <a:lnTo>
                    <a:pt x="0" y="17"/>
                  </a:lnTo>
                  <a:cubicBezTo>
                    <a:pt x="17" y="86"/>
                    <a:pt x="17" y="166"/>
                    <a:pt x="0" y="235"/>
                  </a:cubicBezTo>
                  <a:cubicBezTo>
                    <a:pt x="0" y="336"/>
                    <a:pt x="0" y="437"/>
                    <a:pt x="17" y="538"/>
                  </a:cubicBezTo>
                  <a:lnTo>
                    <a:pt x="33" y="538"/>
                  </a:lnTo>
                  <a:cubicBezTo>
                    <a:pt x="53" y="538"/>
                    <a:pt x="53" y="538"/>
                    <a:pt x="53" y="522"/>
                  </a:cubicBezTo>
                  <a:cubicBezTo>
                    <a:pt x="17" y="437"/>
                    <a:pt x="33" y="336"/>
                    <a:pt x="33" y="235"/>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3"/>
            <p:cNvSpPr/>
            <p:nvPr/>
          </p:nvSpPr>
          <p:spPr>
            <a:xfrm>
              <a:off x="574127" y="3373172"/>
              <a:ext cx="4867" cy="68733"/>
            </a:xfrm>
            <a:custGeom>
              <a:rect b="b" l="l" r="r" t="t"/>
              <a:pathLst>
                <a:path extrusionOk="0" h="692" w="49">
                  <a:moveTo>
                    <a:pt x="17" y="1"/>
                  </a:moveTo>
                  <a:cubicBezTo>
                    <a:pt x="0" y="1"/>
                    <a:pt x="0" y="21"/>
                    <a:pt x="0" y="21"/>
                  </a:cubicBezTo>
                  <a:cubicBezTo>
                    <a:pt x="17" y="154"/>
                    <a:pt x="17" y="304"/>
                    <a:pt x="17" y="441"/>
                  </a:cubicBezTo>
                  <a:lnTo>
                    <a:pt x="17" y="676"/>
                  </a:lnTo>
                  <a:cubicBezTo>
                    <a:pt x="17" y="692"/>
                    <a:pt x="17" y="692"/>
                    <a:pt x="33" y="692"/>
                  </a:cubicBezTo>
                  <a:lnTo>
                    <a:pt x="33" y="676"/>
                  </a:lnTo>
                  <a:lnTo>
                    <a:pt x="33" y="441"/>
                  </a:lnTo>
                  <a:cubicBezTo>
                    <a:pt x="33" y="288"/>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3"/>
            <p:cNvSpPr/>
            <p:nvPr/>
          </p:nvSpPr>
          <p:spPr>
            <a:xfrm>
              <a:off x="1379851" y="2744842"/>
              <a:ext cx="6853" cy="85221"/>
            </a:xfrm>
            <a:custGeom>
              <a:rect b="b" l="l" r="r" t="t"/>
              <a:pathLst>
                <a:path extrusionOk="0" h="858" w="69">
                  <a:moveTo>
                    <a:pt x="0" y="1"/>
                  </a:moveTo>
                  <a:lnTo>
                    <a:pt x="0" y="187"/>
                  </a:lnTo>
                  <a:lnTo>
                    <a:pt x="0" y="671"/>
                  </a:lnTo>
                  <a:cubicBezTo>
                    <a:pt x="0" y="740"/>
                    <a:pt x="16" y="793"/>
                    <a:pt x="32" y="841"/>
                  </a:cubicBezTo>
                  <a:lnTo>
                    <a:pt x="49" y="857"/>
                  </a:lnTo>
                  <a:cubicBezTo>
                    <a:pt x="49" y="857"/>
                    <a:pt x="69" y="841"/>
                    <a:pt x="49" y="841"/>
                  </a:cubicBezTo>
                  <a:cubicBezTo>
                    <a:pt x="32" y="793"/>
                    <a:pt x="32" y="740"/>
                    <a:pt x="32" y="671"/>
                  </a:cubicBezTo>
                  <a:lnTo>
                    <a:pt x="32" y="187"/>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3"/>
            <p:cNvSpPr/>
            <p:nvPr/>
          </p:nvSpPr>
          <p:spPr>
            <a:xfrm>
              <a:off x="1841216" y="3672538"/>
              <a:ext cx="4966" cy="61879"/>
            </a:xfrm>
            <a:custGeom>
              <a:rect b="b" l="l" r="r" t="t"/>
              <a:pathLst>
                <a:path extrusionOk="0" h="623" w="50">
                  <a:moveTo>
                    <a:pt x="33" y="1"/>
                  </a:moveTo>
                  <a:cubicBezTo>
                    <a:pt x="33" y="1"/>
                    <a:pt x="17" y="1"/>
                    <a:pt x="17" y="17"/>
                  </a:cubicBezTo>
                  <a:cubicBezTo>
                    <a:pt x="1" y="138"/>
                    <a:pt x="1" y="271"/>
                    <a:pt x="1" y="388"/>
                  </a:cubicBezTo>
                  <a:cubicBezTo>
                    <a:pt x="17" y="457"/>
                    <a:pt x="17" y="542"/>
                    <a:pt x="1" y="606"/>
                  </a:cubicBezTo>
                  <a:cubicBezTo>
                    <a:pt x="1" y="623"/>
                    <a:pt x="17" y="623"/>
                    <a:pt x="17" y="623"/>
                  </a:cubicBezTo>
                  <a:cubicBezTo>
                    <a:pt x="33" y="623"/>
                    <a:pt x="33" y="623"/>
                    <a:pt x="33" y="606"/>
                  </a:cubicBezTo>
                  <a:lnTo>
                    <a:pt x="33" y="388"/>
                  </a:lnTo>
                  <a:cubicBezTo>
                    <a:pt x="33" y="271"/>
                    <a:pt x="33" y="13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3"/>
            <p:cNvSpPr/>
            <p:nvPr/>
          </p:nvSpPr>
          <p:spPr>
            <a:xfrm>
              <a:off x="1944712" y="3348341"/>
              <a:ext cx="6953" cy="57112"/>
            </a:xfrm>
            <a:custGeom>
              <a:rect b="b" l="l" r="r" t="t"/>
              <a:pathLst>
                <a:path extrusionOk="0" h="575" w="70">
                  <a:moveTo>
                    <a:pt x="37" y="0"/>
                  </a:moveTo>
                  <a:cubicBezTo>
                    <a:pt x="17" y="101"/>
                    <a:pt x="17" y="186"/>
                    <a:pt x="17" y="287"/>
                  </a:cubicBezTo>
                  <a:cubicBezTo>
                    <a:pt x="17" y="372"/>
                    <a:pt x="17" y="453"/>
                    <a:pt x="1" y="554"/>
                  </a:cubicBezTo>
                  <a:lnTo>
                    <a:pt x="17" y="574"/>
                  </a:lnTo>
                  <a:lnTo>
                    <a:pt x="37" y="554"/>
                  </a:lnTo>
                  <a:cubicBezTo>
                    <a:pt x="53" y="473"/>
                    <a:pt x="53" y="372"/>
                    <a:pt x="53" y="287"/>
                  </a:cubicBezTo>
                  <a:cubicBezTo>
                    <a:pt x="37" y="186"/>
                    <a:pt x="37" y="101"/>
                    <a:pt x="53" y="17"/>
                  </a:cubicBezTo>
                  <a:cubicBezTo>
                    <a:pt x="70"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3"/>
            <p:cNvSpPr/>
            <p:nvPr/>
          </p:nvSpPr>
          <p:spPr>
            <a:xfrm>
              <a:off x="851343" y="2438723"/>
              <a:ext cx="356477" cy="264502"/>
            </a:xfrm>
            <a:custGeom>
              <a:rect b="b" l="l" r="r" t="t"/>
              <a:pathLst>
                <a:path extrusionOk="0" h="2663" w="3589">
                  <a:moveTo>
                    <a:pt x="3572" y="1"/>
                  </a:moveTo>
                  <a:cubicBezTo>
                    <a:pt x="3386" y="53"/>
                    <a:pt x="3200" y="154"/>
                    <a:pt x="3031" y="219"/>
                  </a:cubicBezTo>
                  <a:cubicBezTo>
                    <a:pt x="2946" y="271"/>
                    <a:pt x="2881" y="304"/>
                    <a:pt x="2796" y="340"/>
                  </a:cubicBezTo>
                  <a:cubicBezTo>
                    <a:pt x="2324" y="542"/>
                    <a:pt x="1835" y="776"/>
                    <a:pt x="1382" y="978"/>
                  </a:cubicBezTo>
                  <a:cubicBezTo>
                    <a:pt x="1229" y="1047"/>
                    <a:pt x="1079" y="1111"/>
                    <a:pt x="926" y="1180"/>
                  </a:cubicBezTo>
                  <a:cubicBezTo>
                    <a:pt x="623" y="1330"/>
                    <a:pt x="340" y="1451"/>
                    <a:pt x="86" y="1584"/>
                  </a:cubicBezTo>
                  <a:lnTo>
                    <a:pt x="70" y="1584"/>
                  </a:lnTo>
                  <a:cubicBezTo>
                    <a:pt x="37" y="1600"/>
                    <a:pt x="1" y="1616"/>
                    <a:pt x="1" y="1669"/>
                  </a:cubicBezTo>
                  <a:lnTo>
                    <a:pt x="1" y="2259"/>
                  </a:lnTo>
                  <a:lnTo>
                    <a:pt x="1" y="2594"/>
                  </a:lnTo>
                  <a:cubicBezTo>
                    <a:pt x="1" y="2610"/>
                    <a:pt x="17" y="2626"/>
                    <a:pt x="17" y="2626"/>
                  </a:cubicBezTo>
                  <a:lnTo>
                    <a:pt x="37" y="2642"/>
                  </a:lnTo>
                  <a:lnTo>
                    <a:pt x="37" y="2663"/>
                  </a:lnTo>
                  <a:lnTo>
                    <a:pt x="53" y="2663"/>
                  </a:lnTo>
                  <a:lnTo>
                    <a:pt x="53" y="2642"/>
                  </a:lnTo>
                  <a:lnTo>
                    <a:pt x="53" y="2626"/>
                  </a:lnTo>
                  <a:cubicBezTo>
                    <a:pt x="37" y="2610"/>
                    <a:pt x="37" y="2594"/>
                    <a:pt x="37" y="2594"/>
                  </a:cubicBezTo>
                  <a:lnTo>
                    <a:pt x="37" y="2259"/>
                  </a:lnTo>
                  <a:lnTo>
                    <a:pt x="37" y="1669"/>
                  </a:lnTo>
                  <a:cubicBezTo>
                    <a:pt x="17" y="1633"/>
                    <a:pt x="53" y="1616"/>
                    <a:pt x="70" y="1616"/>
                  </a:cubicBezTo>
                  <a:lnTo>
                    <a:pt x="86" y="1600"/>
                  </a:lnTo>
                  <a:cubicBezTo>
                    <a:pt x="356" y="1483"/>
                    <a:pt x="643" y="1350"/>
                    <a:pt x="946" y="1212"/>
                  </a:cubicBezTo>
                  <a:cubicBezTo>
                    <a:pt x="1096" y="1148"/>
                    <a:pt x="1249" y="1079"/>
                    <a:pt x="1382" y="1010"/>
                  </a:cubicBezTo>
                  <a:cubicBezTo>
                    <a:pt x="1855" y="792"/>
                    <a:pt x="2324" y="574"/>
                    <a:pt x="2812" y="356"/>
                  </a:cubicBezTo>
                  <a:cubicBezTo>
                    <a:pt x="2881" y="320"/>
                    <a:pt x="2966" y="287"/>
                    <a:pt x="3031" y="255"/>
                  </a:cubicBezTo>
                  <a:cubicBezTo>
                    <a:pt x="3216" y="170"/>
                    <a:pt x="3386" y="85"/>
                    <a:pt x="3572" y="17"/>
                  </a:cubicBezTo>
                  <a:cubicBezTo>
                    <a:pt x="3588" y="17"/>
                    <a:pt x="3588" y="17"/>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3"/>
            <p:cNvSpPr/>
            <p:nvPr/>
          </p:nvSpPr>
          <p:spPr>
            <a:xfrm>
              <a:off x="852932" y="1525926"/>
              <a:ext cx="361245" cy="341181"/>
            </a:xfrm>
            <a:custGeom>
              <a:rect b="b" l="l" r="r" t="t"/>
              <a:pathLst>
                <a:path extrusionOk="0" h="3435" w="3637">
                  <a:moveTo>
                    <a:pt x="3604" y="0"/>
                  </a:moveTo>
                  <a:cubicBezTo>
                    <a:pt x="3588" y="69"/>
                    <a:pt x="3536" y="85"/>
                    <a:pt x="3471" y="117"/>
                  </a:cubicBezTo>
                  <a:cubicBezTo>
                    <a:pt x="3455" y="117"/>
                    <a:pt x="3435" y="138"/>
                    <a:pt x="3402" y="138"/>
                  </a:cubicBezTo>
                  <a:cubicBezTo>
                    <a:pt x="3152" y="303"/>
                    <a:pt x="2865" y="457"/>
                    <a:pt x="2594" y="590"/>
                  </a:cubicBezTo>
                  <a:cubicBezTo>
                    <a:pt x="2409" y="691"/>
                    <a:pt x="2223" y="792"/>
                    <a:pt x="2041" y="909"/>
                  </a:cubicBezTo>
                  <a:cubicBezTo>
                    <a:pt x="1787" y="1047"/>
                    <a:pt x="1516" y="1196"/>
                    <a:pt x="1282" y="1350"/>
                  </a:cubicBezTo>
                  <a:cubicBezTo>
                    <a:pt x="1096" y="1451"/>
                    <a:pt x="930" y="1552"/>
                    <a:pt x="744" y="1653"/>
                  </a:cubicBezTo>
                  <a:cubicBezTo>
                    <a:pt x="591" y="1733"/>
                    <a:pt x="389" y="1854"/>
                    <a:pt x="187" y="1955"/>
                  </a:cubicBezTo>
                  <a:cubicBezTo>
                    <a:pt x="54" y="2020"/>
                    <a:pt x="1" y="2105"/>
                    <a:pt x="21" y="2238"/>
                  </a:cubicBezTo>
                  <a:lnTo>
                    <a:pt x="21" y="2711"/>
                  </a:lnTo>
                  <a:cubicBezTo>
                    <a:pt x="21" y="2929"/>
                    <a:pt x="1" y="3131"/>
                    <a:pt x="37" y="3349"/>
                  </a:cubicBezTo>
                  <a:cubicBezTo>
                    <a:pt x="37" y="3369"/>
                    <a:pt x="21" y="3369"/>
                    <a:pt x="21" y="3386"/>
                  </a:cubicBezTo>
                  <a:cubicBezTo>
                    <a:pt x="21" y="3402"/>
                    <a:pt x="1" y="3402"/>
                    <a:pt x="1" y="3418"/>
                  </a:cubicBezTo>
                  <a:lnTo>
                    <a:pt x="1" y="3434"/>
                  </a:lnTo>
                  <a:lnTo>
                    <a:pt x="21" y="3434"/>
                  </a:lnTo>
                  <a:lnTo>
                    <a:pt x="21" y="3418"/>
                  </a:lnTo>
                  <a:cubicBezTo>
                    <a:pt x="37" y="3418"/>
                    <a:pt x="37" y="3402"/>
                    <a:pt x="37" y="3402"/>
                  </a:cubicBezTo>
                  <a:cubicBezTo>
                    <a:pt x="54" y="3386"/>
                    <a:pt x="70" y="3369"/>
                    <a:pt x="54" y="3349"/>
                  </a:cubicBezTo>
                  <a:cubicBezTo>
                    <a:pt x="37" y="3131"/>
                    <a:pt x="37" y="2929"/>
                    <a:pt x="37" y="2711"/>
                  </a:cubicBezTo>
                  <a:cubicBezTo>
                    <a:pt x="37" y="2561"/>
                    <a:pt x="54" y="2392"/>
                    <a:pt x="37" y="2238"/>
                  </a:cubicBezTo>
                  <a:cubicBezTo>
                    <a:pt x="37" y="2121"/>
                    <a:pt x="70" y="2036"/>
                    <a:pt x="187" y="1988"/>
                  </a:cubicBezTo>
                  <a:cubicBezTo>
                    <a:pt x="405" y="1871"/>
                    <a:pt x="591" y="1770"/>
                    <a:pt x="760" y="1669"/>
                  </a:cubicBezTo>
                  <a:cubicBezTo>
                    <a:pt x="946" y="1568"/>
                    <a:pt x="1112" y="1467"/>
                    <a:pt x="1282" y="1366"/>
                  </a:cubicBezTo>
                  <a:cubicBezTo>
                    <a:pt x="1536" y="1228"/>
                    <a:pt x="1787" y="1079"/>
                    <a:pt x="2057" y="925"/>
                  </a:cubicBezTo>
                  <a:cubicBezTo>
                    <a:pt x="2243" y="824"/>
                    <a:pt x="2425" y="723"/>
                    <a:pt x="2611" y="622"/>
                  </a:cubicBezTo>
                  <a:cubicBezTo>
                    <a:pt x="2881" y="473"/>
                    <a:pt x="3152" y="319"/>
                    <a:pt x="3419" y="170"/>
                  </a:cubicBezTo>
                  <a:cubicBezTo>
                    <a:pt x="3435" y="154"/>
                    <a:pt x="3471" y="154"/>
                    <a:pt x="3487" y="138"/>
                  </a:cubicBezTo>
                  <a:cubicBezTo>
                    <a:pt x="3536" y="117"/>
                    <a:pt x="3604" y="85"/>
                    <a:pt x="3637" y="16"/>
                  </a:cubicBezTo>
                  <a:cubicBezTo>
                    <a:pt x="3637" y="0"/>
                    <a:pt x="3637" y="0"/>
                    <a:pt x="3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3"/>
            <p:cNvSpPr/>
            <p:nvPr/>
          </p:nvSpPr>
          <p:spPr>
            <a:xfrm>
              <a:off x="794827" y="1795097"/>
              <a:ext cx="4867" cy="93663"/>
            </a:xfrm>
            <a:custGeom>
              <a:rect b="b" l="l" r="r" t="t"/>
              <a:pathLst>
                <a:path extrusionOk="0" h="943" w="49">
                  <a:moveTo>
                    <a:pt x="0" y="1"/>
                  </a:moveTo>
                  <a:lnTo>
                    <a:pt x="0" y="17"/>
                  </a:lnTo>
                  <a:cubicBezTo>
                    <a:pt x="16" y="134"/>
                    <a:pt x="16" y="255"/>
                    <a:pt x="0" y="373"/>
                  </a:cubicBezTo>
                  <a:lnTo>
                    <a:pt x="0" y="591"/>
                  </a:lnTo>
                  <a:cubicBezTo>
                    <a:pt x="16" y="623"/>
                    <a:pt x="0" y="659"/>
                    <a:pt x="0" y="708"/>
                  </a:cubicBezTo>
                  <a:cubicBezTo>
                    <a:pt x="0" y="777"/>
                    <a:pt x="0" y="861"/>
                    <a:pt x="16" y="926"/>
                  </a:cubicBezTo>
                  <a:lnTo>
                    <a:pt x="33" y="942"/>
                  </a:lnTo>
                  <a:lnTo>
                    <a:pt x="49" y="926"/>
                  </a:lnTo>
                  <a:cubicBezTo>
                    <a:pt x="33" y="841"/>
                    <a:pt x="33" y="777"/>
                    <a:pt x="33" y="708"/>
                  </a:cubicBezTo>
                  <a:lnTo>
                    <a:pt x="33" y="591"/>
                  </a:lnTo>
                  <a:lnTo>
                    <a:pt x="33" y="373"/>
                  </a:lnTo>
                  <a:cubicBezTo>
                    <a:pt x="33" y="255"/>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3"/>
            <p:cNvSpPr/>
            <p:nvPr/>
          </p:nvSpPr>
          <p:spPr>
            <a:xfrm>
              <a:off x="1202457" y="3670253"/>
              <a:ext cx="3675" cy="64164"/>
            </a:xfrm>
            <a:custGeom>
              <a:rect b="b" l="l" r="r" t="t"/>
              <a:pathLst>
                <a:path extrusionOk="0" h="646" w="37">
                  <a:moveTo>
                    <a:pt x="12" y="0"/>
                  </a:moveTo>
                  <a:cubicBezTo>
                    <a:pt x="10" y="0"/>
                    <a:pt x="6" y="2"/>
                    <a:pt x="1" y="7"/>
                  </a:cubicBezTo>
                  <a:cubicBezTo>
                    <a:pt x="17" y="141"/>
                    <a:pt x="17" y="278"/>
                    <a:pt x="1" y="395"/>
                  </a:cubicBezTo>
                  <a:lnTo>
                    <a:pt x="1" y="629"/>
                  </a:lnTo>
                  <a:cubicBezTo>
                    <a:pt x="1" y="646"/>
                    <a:pt x="17" y="646"/>
                    <a:pt x="17" y="646"/>
                  </a:cubicBezTo>
                  <a:cubicBezTo>
                    <a:pt x="37" y="646"/>
                    <a:pt x="37" y="646"/>
                    <a:pt x="37" y="629"/>
                  </a:cubicBezTo>
                  <a:lnTo>
                    <a:pt x="37" y="395"/>
                  </a:lnTo>
                  <a:cubicBezTo>
                    <a:pt x="37" y="278"/>
                    <a:pt x="37" y="141"/>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3"/>
            <p:cNvSpPr/>
            <p:nvPr/>
          </p:nvSpPr>
          <p:spPr>
            <a:xfrm>
              <a:off x="574127" y="2452330"/>
              <a:ext cx="4867" cy="51947"/>
            </a:xfrm>
            <a:custGeom>
              <a:rect b="b" l="l" r="r" t="t"/>
              <a:pathLst>
                <a:path extrusionOk="0" h="523" w="49">
                  <a:moveTo>
                    <a:pt x="17" y="1"/>
                  </a:moveTo>
                  <a:lnTo>
                    <a:pt x="17" y="17"/>
                  </a:lnTo>
                  <a:lnTo>
                    <a:pt x="17" y="183"/>
                  </a:lnTo>
                  <a:cubicBezTo>
                    <a:pt x="17" y="304"/>
                    <a:pt x="0" y="405"/>
                    <a:pt x="33" y="506"/>
                  </a:cubicBezTo>
                  <a:lnTo>
                    <a:pt x="33" y="522"/>
                  </a:lnTo>
                  <a:cubicBezTo>
                    <a:pt x="49" y="522"/>
                    <a:pt x="49" y="506"/>
                    <a:pt x="49" y="506"/>
                  </a:cubicBezTo>
                  <a:cubicBezTo>
                    <a:pt x="33" y="405"/>
                    <a:pt x="33" y="304"/>
                    <a:pt x="33" y="183"/>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3"/>
            <p:cNvSpPr/>
            <p:nvPr/>
          </p:nvSpPr>
          <p:spPr>
            <a:xfrm>
              <a:off x="1137498" y="2153064"/>
              <a:ext cx="4867" cy="86711"/>
            </a:xfrm>
            <a:custGeom>
              <a:rect b="b" l="l" r="r" t="t"/>
              <a:pathLst>
                <a:path extrusionOk="0" h="873" w="49">
                  <a:moveTo>
                    <a:pt x="16" y="0"/>
                  </a:moveTo>
                  <a:lnTo>
                    <a:pt x="0" y="16"/>
                  </a:lnTo>
                  <a:cubicBezTo>
                    <a:pt x="16" y="202"/>
                    <a:pt x="16" y="368"/>
                    <a:pt x="16" y="538"/>
                  </a:cubicBezTo>
                  <a:lnTo>
                    <a:pt x="16" y="857"/>
                  </a:lnTo>
                  <a:cubicBezTo>
                    <a:pt x="16" y="857"/>
                    <a:pt x="16" y="873"/>
                    <a:pt x="32" y="873"/>
                  </a:cubicBezTo>
                  <a:lnTo>
                    <a:pt x="32" y="857"/>
                  </a:lnTo>
                  <a:lnTo>
                    <a:pt x="32" y="538"/>
                  </a:lnTo>
                  <a:cubicBezTo>
                    <a:pt x="49" y="368"/>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3"/>
            <p:cNvSpPr/>
            <p:nvPr/>
          </p:nvSpPr>
          <p:spPr>
            <a:xfrm>
              <a:off x="1383029" y="2226465"/>
              <a:ext cx="3675" cy="68733"/>
            </a:xfrm>
            <a:custGeom>
              <a:rect b="b" l="l" r="r" t="t"/>
              <a:pathLst>
                <a:path extrusionOk="0" h="692" w="37">
                  <a:moveTo>
                    <a:pt x="17" y="1"/>
                  </a:moveTo>
                  <a:cubicBezTo>
                    <a:pt x="0" y="1"/>
                    <a:pt x="0" y="1"/>
                    <a:pt x="0" y="17"/>
                  </a:cubicBezTo>
                  <a:lnTo>
                    <a:pt x="0" y="255"/>
                  </a:lnTo>
                  <a:cubicBezTo>
                    <a:pt x="0" y="388"/>
                    <a:pt x="0" y="538"/>
                    <a:pt x="17" y="675"/>
                  </a:cubicBezTo>
                  <a:cubicBezTo>
                    <a:pt x="17" y="675"/>
                    <a:pt x="17" y="691"/>
                    <a:pt x="37" y="691"/>
                  </a:cubicBezTo>
                  <a:lnTo>
                    <a:pt x="37" y="675"/>
                  </a:lnTo>
                  <a:cubicBezTo>
                    <a:pt x="17" y="538"/>
                    <a:pt x="17" y="388"/>
                    <a:pt x="37" y="255"/>
                  </a:cubicBezTo>
                  <a:lnTo>
                    <a:pt x="37" y="17"/>
                  </a:ln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3"/>
            <p:cNvSpPr/>
            <p:nvPr/>
          </p:nvSpPr>
          <p:spPr>
            <a:xfrm>
              <a:off x="1520197" y="1957195"/>
              <a:ext cx="204014" cy="429879"/>
            </a:xfrm>
            <a:custGeom>
              <a:rect b="b" l="l" r="r" t="t"/>
              <a:pathLst>
                <a:path extrusionOk="0" h="4328" w="2054">
                  <a:moveTo>
                    <a:pt x="17" y="1"/>
                  </a:moveTo>
                  <a:lnTo>
                    <a:pt x="1" y="17"/>
                  </a:lnTo>
                  <a:lnTo>
                    <a:pt x="1" y="37"/>
                  </a:lnTo>
                  <a:cubicBezTo>
                    <a:pt x="70" y="86"/>
                    <a:pt x="86" y="154"/>
                    <a:pt x="70" y="239"/>
                  </a:cubicBezTo>
                  <a:cubicBezTo>
                    <a:pt x="49" y="272"/>
                    <a:pt x="49" y="304"/>
                    <a:pt x="49" y="340"/>
                  </a:cubicBezTo>
                  <a:cubicBezTo>
                    <a:pt x="70" y="506"/>
                    <a:pt x="49" y="676"/>
                    <a:pt x="49" y="845"/>
                  </a:cubicBezTo>
                  <a:cubicBezTo>
                    <a:pt x="33" y="979"/>
                    <a:pt x="33" y="1112"/>
                    <a:pt x="33" y="1249"/>
                  </a:cubicBezTo>
                  <a:cubicBezTo>
                    <a:pt x="33" y="1314"/>
                    <a:pt x="49" y="1382"/>
                    <a:pt x="102" y="1451"/>
                  </a:cubicBezTo>
                  <a:lnTo>
                    <a:pt x="118" y="1467"/>
                  </a:lnTo>
                  <a:cubicBezTo>
                    <a:pt x="474" y="1972"/>
                    <a:pt x="825" y="2493"/>
                    <a:pt x="1197" y="3015"/>
                  </a:cubicBezTo>
                  <a:cubicBezTo>
                    <a:pt x="1298" y="3168"/>
                    <a:pt x="1383" y="3318"/>
                    <a:pt x="1484" y="3451"/>
                  </a:cubicBezTo>
                  <a:cubicBezTo>
                    <a:pt x="1585" y="3604"/>
                    <a:pt x="1686" y="3774"/>
                    <a:pt x="1803" y="3923"/>
                  </a:cubicBezTo>
                  <a:cubicBezTo>
                    <a:pt x="1819" y="3956"/>
                    <a:pt x="1851" y="3976"/>
                    <a:pt x="1867" y="4008"/>
                  </a:cubicBezTo>
                  <a:cubicBezTo>
                    <a:pt x="1936" y="4109"/>
                    <a:pt x="2021" y="4194"/>
                    <a:pt x="2021" y="4311"/>
                  </a:cubicBezTo>
                  <a:cubicBezTo>
                    <a:pt x="2021" y="4327"/>
                    <a:pt x="2037" y="4327"/>
                    <a:pt x="2037" y="4327"/>
                  </a:cubicBezTo>
                  <a:cubicBezTo>
                    <a:pt x="2053" y="4327"/>
                    <a:pt x="2053" y="4327"/>
                    <a:pt x="2053" y="4311"/>
                  </a:cubicBezTo>
                  <a:cubicBezTo>
                    <a:pt x="2037" y="4178"/>
                    <a:pt x="1968" y="4093"/>
                    <a:pt x="1887" y="3992"/>
                  </a:cubicBezTo>
                  <a:cubicBezTo>
                    <a:pt x="1867" y="3956"/>
                    <a:pt x="1835" y="3940"/>
                    <a:pt x="1819" y="3907"/>
                  </a:cubicBezTo>
                  <a:cubicBezTo>
                    <a:pt x="1718" y="3754"/>
                    <a:pt x="1617" y="3588"/>
                    <a:pt x="1516" y="3435"/>
                  </a:cubicBezTo>
                  <a:cubicBezTo>
                    <a:pt x="1415" y="3301"/>
                    <a:pt x="1314" y="3148"/>
                    <a:pt x="1213" y="2998"/>
                  </a:cubicBezTo>
                  <a:cubicBezTo>
                    <a:pt x="857" y="2477"/>
                    <a:pt x="490" y="1956"/>
                    <a:pt x="134" y="1451"/>
                  </a:cubicBezTo>
                  <a:lnTo>
                    <a:pt x="118" y="1431"/>
                  </a:lnTo>
                  <a:cubicBezTo>
                    <a:pt x="86" y="1382"/>
                    <a:pt x="70" y="1330"/>
                    <a:pt x="70" y="1249"/>
                  </a:cubicBezTo>
                  <a:cubicBezTo>
                    <a:pt x="49" y="1112"/>
                    <a:pt x="70" y="979"/>
                    <a:pt x="70" y="845"/>
                  </a:cubicBezTo>
                  <a:cubicBezTo>
                    <a:pt x="86" y="676"/>
                    <a:pt x="102" y="506"/>
                    <a:pt x="86" y="320"/>
                  </a:cubicBezTo>
                  <a:lnTo>
                    <a:pt x="86" y="255"/>
                  </a:lnTo>
                  <a:cubicBezTo>
                    <a:pt x="118" y="154"/>
                    <a:pt x="102"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3"/>
            <p:cNvSpPr/>
            <p:nvPr/>
          </p:nvSpPr>
          <p:spPr>
            <a:xfrm>
              <a:off x="1246160" y="3435449"/>
              <a:ext cx="168654" cy="148491"/>
            </a:xfrm>
            <a:custGeom>
              <a:rect b="b" l="l" r="r" t="t"/>
              <a:pathLst>
                <a:path extrusionOk="0" h="1495" w="1698">
                  <a:moveTo>
                    <a:pt x="1698" y="0"/>
                  </a:moveTo>
                  <a:cubicBezTo>
                    <a:pt x="1681" y="0"/>
                    <a:pt x="1681" y="0"/>
                    <a:pt x="1681" y="16"/>
                  </a:cubicBezTo>
                  <a:cubicBezTo>
                    <a:pt x="1649" y="117"/>
                    <a:pt x="1665" y="218"/>
                    <a:pt x="1665" y="319"/>
                  </a:cubicBezTo>
                  <a:lnTo>
                    <a:pt x="1665" y="485"/>
                  </a:lnTo>
                  <a:lnTo>
                    <a:pt x="1665" y="788"/>
                  </a:lnTo>
                  <a:cubicBezTo>
                    <a:pt x="1665" y="909"/>
                    <a:pt x="1649" y="974"/>
                    <a:pt x="1516" y="1010"/>
                  </a:cubicBezTo>
                  <a:cubicBezTo>
                    <a:pt x="1245" y="1075"/>
                    <a:pt x="991" y="1159"/>
                    <a:pt x="740" y="1244"/>
                  </a:cubicBezTo>
                  <a:cubicBezTo>
                    <a:pt x="587" y="1277"/>
                    <a:pt x="437" y="1329"/>
                    <a:pt x="284" y="1378"/>
                  </a:cubicBezTo>
                  <a:cubicBezTo>
                    <a:pt x="203" y="1394"/>
                    <a:pt x="118" y="1430"/>
                    <a:pt x="17" y="1479"/>
                  </a:cubicBezTo>
                  <a:cubicBezTo>
                    <a:pt x="1" y="1479"/>
                    <a:pt x="1" y="1479"/>
                    <a:pt x="1" y="1495"/>
                  </a:cubicBezTo>
                  <a:lnTo>
                    <a:pt x="17" y="1495"/>
                  </a:lnTo>
                  <a:cubicBezTo>
                    <a:pt x="134" y="1462"/>
                    <a:pt x="219" y="1430"/>
                    <a:pt x="304" y="1394"/>
                  </a:cubicBezTo>
                  <a:cubicBezTo>
                    <a:pt x="453" y="1361"/>
                    <a:pt x="607" y="1313"/>
                    <a:pt x="756" y="1260"/>
                  </a:cubicBezTo>
                  <a:cubicBezTo>
                    <a:pt x="991" y="1176"/>
                    <a:pt x="1261" y="1091"/>
                    <a:pt x="1516" y="1026"/>
                  </a:cubicBezTo>
                  <a:cubicBezTo>
                    <a:pt x="1681" y="990"/>
                    <a:pt x="1698" y="909"/>
                    <a:pt x="1681" y="788"/>
                  </a:cubicBezTo>
                  <a:lnTo>
                    <a:pt x="1681" y="485"/>
                  </a:lnTo>
                  <a:cubicBezTo>
                    <a:pt x="1698" y="436"/>
                    <a:pt x="1681" y="368"/>
                    <a:pt x="1681" y="319"/>
                  </a:cubicBezTo>
                  <a:cubicBezTo>
                    <a:pt x="1681" y="218"/>
                    <a:pt x="1681" y="117"/>
                    <a:pt x="1698" y="16"/>
                  </a:cubicBezTo>
                  <a:lnTo>
                    <a:pt x="1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3"/>
            <p:cNvSpPr/>
            <p:nvPr/>
          </p:nvSpPr>
          <p:spPr>
            <a:xfrm>
              <a:off x="1254205" y="1805427"/>
              <a:ext cx="164184" cy="218912"/>
            </a:xfrm>
            <a:custGeom>
              <a:rect b="b" l="l" r="r" t="t"/>
              <a:pathLst>
                <a:path extrusionOk="0" h="2204" w="1653">
                  <a:moveTo>
                    <a:pt x="1557" y="1"/>
                  </a:moveTo>
                  <a:cubicBezTo>
                    <a:pt x="1522" y="1"/>
                    <a:pt x="1485" y="25"/>
                    <a:pt x="1451" y="50"/>
                  </a:cubicBezTo>
                  <a:lnTo>
                    <a:pt x="1435" y="50"/>
                  </a:lnTo>
                  <a:cubicBezTo>
                    <a:pt x="994" y="285"/>
                    <a:pt x="542" y="503"/>
                    <a:pt x="122" y="721"/>
                  </a:cubicBezTo>
                  <a:cubicBezTo>
                    <a:pt x="37" y="757"/>
                    <a:pt x="21" y="806"/>
                    <a:pt x="21" y="907"/>
                  </a:cubicBezTo>
                  <a:cubicBezTo>
                    <a:pt x="21" y="1262"/>
                    <a:pt x="1" y="1614"/>
                    <a:pt x="1" y="1949"/>
                  </a:cubicBezTo>
                  <a:lnTo>
                    <a:pt x="1" y="2034"/>
                  </a:lnTo>
                  <a:cubicBezTo>
                    <a:pt x="21" y="2086"/>
                    <a:pt x="21" y="2135"/>
                    <a:pt x="1" y="2187"/>
                  </a:cubicBezTo>
                  <a:lnTo>
                    <a:pt x="1" y="2204"/>
                  </a:lnTo>
                  <a:lnTo>
                    <a:pt x="21" y="2204"/>
                  </a:lnTo>
                  <a:cubicBezTo>
                    <a:pt x="37" y="2151"/>
                    <a:pt x="37" y="2086"/>
                    <a:pt x="37" y="2034"/>
                  </a:cubicBezTo>
                  <a:cubicBezTo>
                    <a:pt x="37" y="2018"/>
                    <a:pt x="21" y="1985"/>
                    <a:pt x="21" y="1949"/>
                  </a:cubicBezTo>
                  <a:cubicBezTo>
                    <a:pt x="37" y="1614"/>
                    <a:pt x="37" y="1262"/>
                    <a:pt x="37" y="907"/>
                  </a:cubicBezTo>
                  <a:cubicBezTo>
                    <a:pt x="37" y="822"/>
                    <a:pt x="69" y="790"/>
                    <a:pt x="122" y="757"/>
                  </a:cubicBezTo>
                  <a:cubicBezTo>
                    <a:pt x="558" y="535"/>
                    <a:pt x="1011" y="301"/>
                    <a:pt x="1451" y="67"/>
                  </a:cubicBezTo>
                  <a:cubicBezTo>
                    <a:pt x="1504" y="53"/>
                    <a:pt x="1538" y="26"/>
                    <a:pt x="1567" y="26"/>
                  </a:cubicBezTo>
                  <a:cubicBezTo>
                    <a:pt x="1573" y="26"/>
                    <a:pt x="1579" y="27"/>
                    <a:pt x="1584" y="30"/>
                  </a:cubicBezTo>
                  <a:cubicBezTo>
                    <a:pt x="1600" y="200"/>
                    <a:pt x="1584" y="370"/>
                    <a:pt x="1584" y="519"/>
                  </a:cubicBezTo>
                  <a:cubicBezTo>
                    <a:pt x="1568" y="806"/>
                    <a:pt x="1568" y="1093"/>
                    <a:pt x="1617" y="1379"/>
                  </a:cubicBezTo>
                  <a:cubicBezTo>
                    <a:pt x="1617" y="1379"/>
                    <a:pt x="1626" y="1387"/>
                    <a:pt x="1631" y="1387"/>
                  </a:cubicBezTo>
                  <a:cubicBezTo>
                    <a:pt x="1634" y="1387"/>
                    <a:pt x="1637" y="1385"/>
                    <a:pt x="1637" y="1379"/>
                  </a:cubicBezTo>
                  <a:lnTo>
                    <a:pt x="1653" y="1379"/>
                  </a:lnTo>
                  <a:cubicBezTo>
                    <a:pt x="1600" y="1093"/>
                    <a:pt x="1600" y="806"/>
                    <a:pt x="1617" y="519"/>
                  </a:cubicBezTo>
                  <a:lnTo>
                    <a:pt x="1617" y="30"/>
                  </a:lnTo>
                  <a:lnTo>
                    <a:pt x="1600" y="14"/>
                  </a:lnTo>
                  <a:cubicBezTo>
                    <a:pt x="1586" y="5"/>
                    <a:pt x="1572"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3"/>
            <p:cNvSpPr/>
            <p:nvPr/>
          </p:nvSpPr>
          <p:spPr>
            <a:xfrm>
              <a:off x="687655" y="2773349"/>
              <a:ext cx="133691" cy="158622"/>
            </a:xfrm>
            <a:custGeom>
              <a:rect b="b" l="l" r="r" t="t"/>
              <a:pathLst>
                <a:path extrusionOk="0" h="1597" w="1346">
                  <a:moveTo>
                    <a:pt x="1314" y="1"/>
                  </a:moveTo>
                  <a:lnTo>
                    <a:pt x="1297" y="17"/>
                  </a:lnTo>
                  <a:cubicBezTo>
                    <a:pt x="1281" y="49"/>
                    <a:pt x="1297" y="102"/>
                    <a:pt x="1297" y="134"/>
                  </a:cubicBezTo>
                  <a:cubicBezTo>
                    <a:pt x="1314" y="182"/>
                    <a:pt x="1314" y="235"/>
                    <a:pt x="1281" y="267"/>
                  </a:cubicBezTo>
                  <a:cubicBezTo>
                    <a:pt x="1229" y="304"/>
                    <a:pt x="1180" y="320"/>
                    <a:pt x="1112" y="336"/>
                  </a:cubicBezTo>
                  <a:cubicBezTo>
                    <a:pt x="1095" y="352"/>
                    <a:pt x="1059" y="352"/>
                    <a:pt x="1043" y="368"/>
                  </a:cubicBezTo>
                  <a:cubicBezTo>
                    <a:pt x="756" y="485"/>
                    <a:pt x="453" y="623"/>
                    <a:pt x="118" y="740"/>
                  </a:cubicBezTo>
                  <a:cubicBezTo>
                    <a:pt x="33" y="772"/>
                    <a:pt x="1" y="825"/>
                    <a:pt x="1" y="926"/>
                  </a:cubicBezTo>
                  <a:lnTo>
                    <a:pt x="1" y="1192"/>
                  </a:lnTo>
                  <a:cubicBezTo>
                    <a:pt x="1" y="1330"/>
                    <a:pt x="1" y="1447"/>
                    <a:pt x="17" y="1580"/>
                  </a:cubicBezTo>
                  <a:cubicBezTo>
                    <a:pt x="17" y="1596"/>
                    <a:pt x="17" y="1596"/>
                    <a:pt x="33" y="1596"/>
                  </a:cubicBezTo>
                  <a:cubicBezTo>
                    <a:pt x="33" y="1596"/>
                    <a:pt x="49" y="1596"/>
                    <a:pt x="49" y="1580"/>
                  </a:cubicBezTo>
                  <a:cubicBezTo>
                    <a:pt x="33" y="1447"/>
                    <a:pt x="33" y="1314"/>
                    <a:pt x="33" y="1192"/>
                  </a:cubicBezTo>
                  <a:lnTo>
                    <a:pt x="33" y="926"/>
                  </a:lnTo>
                  <a:cubicBezTo>
                    <a:pt x="17" y="841"/>
                    <a:pt x="49" y="809"/>
                    <a:pt x="134" y="772"/>
                  </a:cubicBezTo>
                  <a:cubicBezTo>
                    <a:pt x="453" y="639"/>
                    <a:pt x="756" y="522"/>
                    <a:pt x="1043" y="384"/>
                  </a:cubicBezTo>
                  <a:cubicBezTo>
                    <a:pt x="1079" y="384"/>
                    <a:pt x="1095" y="368"/>
                    <a:pt x="1128" y="352"/>
                  </a:cubicBezTo>
                  <a:cubicBezTo>
                    <a:pt x="1180" y="336"/>
                    <a:pt x="1245" y="320"/>
                    <a:pt x="1297" y="283"/>
                  </a:cubicBezTo>
                  <a:cubicBezTo>
                    <a:pt x="1346" y="235"/>
                    <a:pt x="1330" y="182"/>
                    <a:pt x="1330" y="134"/>
                  </a:cubicBezTo>
                  <a:cubicBezTo>
                    <a:pt x="1314" y="102"/>
                    <a:pt x="1314" y="49"/>
                    <a:pt x="1330" y="17"/>
                  </a:cubicBezTo>
                  <a:lnTo>
                    <a:pt x="13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3"/>
            <p:cNvSpPr/>
            <p:nvPr/>
          </p:nvSpPr>
          <p:spPr>
            <a:xfrm>
              <a:off x="1254205" y="1988979"/>
              <a:ext cx="164184" cy="195869"/>
            </a:xfrm>
            <a:custGeom>
              <a:rect b="b" l="l" r="r" t="t"/>
              <a:pathLst>
                <a:path extrusionOk="0" h="1972" w="1653">
                  <a:moveTo>
                    <a:pt x="1637" y="0"/>
                  </a:moveTo>
                  <a:lnTo>
                    <a:pt x="1350" y="137"/>
                  </a:lnTo>
                  <a:cubicBezTo>
                    <a:pt x="1132" y="255"/>
                    <a:pt x="910" y="356"/>
                    <a:pt x="675" y="473"/>
                  </a:cubicBezTo>
                  <a:cubicBezTo>
                    <a:pt x="627" y="505"/>
                    <a:pt x="558" y="541"/>
                    <a:pt x="489" y="574"/>
                  </a:cubicBezTo>
                  <a:cubicBezTo>
                    <a:pt x="372" y="642"/>
                    <a:pt x="239" y="707"/>
                    <a:pt x="102" y="760"/>
                  </a:cubicBezTo>
                  <a:cubicBezTo>
                    <a:pt x="21" y="808"/>
                    <a:pt x="1" y="844"/>
                    <a:pt x="1" y="929"/>
                  </a:cubicBezTo>
                  <a:lnTo>
                    <a:pt x="1" y="1551"/>
                  </a:lnTo>
                  <a:lnTo>
                    <a:pt x="1" y="1818"/>
                  </a:lnTo>
                  <a:lnTo>
                    <a:pt x="1" y="1854"/>
                  </a:lnTo>
                  <a:cubicBezTo>
                    <a:pt x="1" y="1887"/>
                    <a:pt x="1" y="1919"/>
                    <a:pt x="21" y="1971"/>
                  </a:cubicBezTo>
                  <a:lnTo>
                    <a:pt x="37" y="1971"/>
                  </a:lnTo>
                  <a:cubicBezTo>
                    <a:pt x="53" y="1971"/>
                    <a:pt x="53" y="1955"/>
                    <a:pt x="53" y="1955"/>
                  </a:cubicBezTo>
                  <a:cubicBezTo>
                    <a:pt x="21" y="1919"/>
                    <a:pt x="21" y="1887"/>
                    <a:pt x="21" y="1854"/>
                  </a:cubicBezTo>
                  <a:lnTo>
                    <a:pt x="21" y="1818"/>
                  </a:lnTo>
                  <a:lnTo>
                    <a:pt x="21" y="1551"/>
                  </a:lnTo>
                  <a:cubicBezTo>
                    <a:pt x="37" y="1349"/>
                    <a:pt x="37" y="1131"/>
                    <a:pt x="21" y="929"/>
                  </a:cubicBezTo>
                  <a:cubicBezTo>
                    <a:pt x="21" y="861"/>
                    <a:pt x="37" y="828"/>
                    <a:pt x="122" y="792"/>
                  </a:cubicBezTo>
                  <a:cubicBezTo>
                    <a:pt x="239" y="727"/>
                    <a:pt x="372" y="659"/>
                    <a:pt x="506" y="590"/>
                  </a:cubicBezTo>
                  <a:cubicBezTo>
                    <a:pt x="574" y="558"/>
                    <a:pt x="627" y="525"/>
                    <a:pt x="691" y="489"/>
                  </a:cubicBezTo>
                  <a:cubicBezTo>
                    <a:pt x="910" y="388"/>
                    <a:pt x="1132" y="271"/>
                    <a:pt x="1366" y="170"/>
                  </a:cubicBezTo>
                  <a:lnTo>
                    <a:pt x="1637" y="20"/>
                  </a:lnTo>
                  <a:cubicBezTo>
                    <a:pt x="1653" y="20"/>
                    <a:pt x="1653" y="20"/>
                    <a:pt x="16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3"/>
            <p:cNvSpPr/>
            <p:nvPr/>
          </p:nvSpPr>
          <p:spPr>
            <a:xfrm>
              <a:off x="1819563" y="3348341"/>
              <a:ext cx="4966" cy="61879"/>
            </a:xfrm>
            <a:custGeom>
              <a:rect b="b" l="l" r="r" t="t"/>
              <a:pathLst>
                <a:path extrusionOk="0" h="623" w="50">
                  <a:moveTo>
                    <a:pt x="33" y="0"/>
                  </a:moveTo>
                  <a:lnTo>
                    <a:pt x="17" y="17"/>
                  </a:lnTo>
                  <a:cubicBezTo>
                    <a:pt x="1" y="101"/>
                    <a:pt x="1" y="202"/>
                    <a:pt x="17" y="287"/>
                  </a:cubicBezTo>
                  <a:lnTo>
                    <a:pt x="17" y="473"/>
                  </a:lnTo>
                  <a:lnTo>
                    <a:pt x="17" y="522"/>
                  </a:lnTo>
                  <a:cubicBezTo>
                    <a:pt x="17" y="538"/>
                    <a:pt x="17" y="574"/>
                    <a:pt x="1" y="606"/>
                  </a:cubicBezTo>
                  <a:lnTo>
                    <a:pt x="1" y="623"/>
                  </a:lnTo>
                  <a:lnTo>
                    <a:pt x="17" y="623"/>
                  </a:lnTo>
                  <a:lnTo>
                    <a:pt x="17" y="606"/>
                  </a:lnTo>
                  <a:cubicBezTo>
                    <a:pt x="49" y="574"/>
                    <a:pt x="33" y="538"/>
                    <a:pt x="33" y="505"/>
                  </a:cubicBezTo>
                  <a:lnTo>
                    <a:pt x="33" y="473"/>
                  </a:lnTo>
                  <a:lnTo>
                    <a:pt x="33" y="287"/>
                  </a:lnTo>
                  <a:cubicBezTo>
                    <a:pt x="33" y="202"/>
                    <a:pt x="33" y="101"/>
                    <a:pt x="49" y="17"/>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3"/>
            <p:cNvSpPr/>
            <p:nvPr/>
          </p:nvSpPr>
          <p:spPr>
            <a:xfrm>
              <a:off x="1087339" y="3024144"/>
              <a:ext cx="6456" cy="91975"/>
            </a:xfrm>
            <a:custGeom>
              <a:rect b="b" l="l" r="r" t="t"/>
              <a:pathLst>
                <a:path extrusionOk="0" h="926" w="65">
                  <a:moveTo>
                    <a:pt x="16" y="0"/>
                  </a:moveTo>
                  <a:cubicBezTo>
                    <a:pt x="16" y="0"/>
                    <a:pt x="0" y="0"/>
                    <a:pt x="0" y="17"/>
                  </a:cubicBezTo>
                  <a:cubicBezTo>
                    <a:pt x="32" y="166"/>
                    <a:pt x="16" y="320"/>
                    <a:pt x="16" y="469"/>
                  </a:cubicBezTo>
                  <a:lnTo>
                    <a:pt x="16" y="740"/>
                  </a:lnTo>
                  <a:lnTo>
                    <a:pt x="16" y="756"/>
                  </a:lnTo>
                  <a:cubicBezTo>
                    <a:pt x="16" y="808"/>
                    <a:pt x="16" y="873"/>
                    <a:pt x="49" y="926"/>
                  </a:cubicBezTo>
                  <a:lnTo>
                    <a:pt x="65" y="926"/>
                  </a:lnTo>
                  <a:lnTo>
                    <a:pt x="65" y="909"/>
                  </a:lnTo>
                  <a:cubicBezTo>
                    <a:pt x="49" y="857"/>
                    <a:pt x="49" y="808"/>
                    <a:pt x="49" y="756"/>
                  </a:cubicBezTo>
                  <a:lnTo>
                    <a:pt x="49" y="740"/>
                  </a:lnTo>
                  <a:lnTo>
                    <a:pt x="49" y="469"/>
                  </a:lnTo>
                  <a:cubicBezTo>
                    <a:pt x="49" y="320"/>
                    <a:pt x="49" y="166"/>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3"/>
            <p:cNvSpPr/>
            <p:nvPr/>
          </p:nvSpPr>
          <p:spPr>
            <a:xfrm>
              <a:off x="1815987" y="2602808"/>
              <a:ext cx="5264" cy="55125"/>
            </a:xfrm>
            <a:custGeom>
              <a:rect b="b" l="l" r="r" t="t"/>
              <a:pathLst>
                <a:path extrusionOk="0" h="555" w="53">
                  <a:moveTo>
                    <a:pt x="37" y="1"/>
                  </a:moveTo>
                  <a:cubicBezTo>
                    <a:pt x="20" y="102"/>
                    <a:pt x="20" y="183"/>
                    <a:pt x="20" y="267"/>
                  </a:cubicBezTo>
                  <a:cubicBezTo>
                    <a:pt x="20" y="368"/>
                    <a:pt x="20" y="453"/>
                    <a:pt x="0" y="538"/>
                  </a:cubicBezTo>
                  <a:cubicBezTo>
                    <a:pt x="0" y="554"/>
                    <a:pt x="0" y="554"/>
                    <a:pt x="20" y="554"/>
                  </a:cubicBezTo>
                  <a:lnTo>
                    <a:pt x="37" y="554"/>
                  </a:lnTo>
                  <a:cubicBezTo>
                    <a:pt x="53" y="453"/>
                    <a:pt x="53" y="368"/>
                    <a:pt x="53" y="267"/>
                  </a:cubicBezTo>
                  <a:cubicBezTo>
                    <a:pt x="37" y="183"/>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3"/>
            <p:cNvSpPr/>
            <p:nvPr/>
          </p:nvSpPr>
          <p:spPr>
            <a:xfrm>
              <a:off x="1792646" y="2407038"/>
              <a:ext cx="5364" cy="63469"/>
            </a:xfrm>
            <a:custGeom>
              <a:rect b="b" l="l" r="r" t="t"/>
              <a:pathLst>
                <a:path extrusionOk="0" h="639" w="54">
                  <a:moveTo>
                    <a:pt x="33" y="0"/>
                  </a:moveTo>
                  <a:cubicBezTo>
                    <a:pt x="33" y="0"/>
                    <a:pt x="17" y="0"/>
                    <a:pt x="17" y="17"/>
                  </a:cubicBezTo>
                  <a:cubicBezTo>
                    <a:pt x="1" y="118"/>
                    <a:pt x="1" y="202"/>
                    <a:pt x="17" y="303"/>
                  </a:cubicBezTo>
                  <a:lnTo>
                    <a:pt x="17" y="489"/>
                  </a:lnTo>
                  <a:cubicBezTo>
                    <a:pt x="1" y="505"/>
                    <a:pt x="17" y="522"/>
                    <a:pt x="17" y="538"/>
                  </a:cubicBezTo>
                  <a:cubicBezTo>
                    <a:pt x="17" y="558"/>
                    <a:pt x="17" y="590"/>
                    <a:pt x="1" y="623"/>
                  </a:cubicBezTo>
                  <a:lnTo>
                    <a:pt x="1" y="639"/>
                  </a:lnTo>
                  <a:lnTo>
                    <a:pt x="17" y="639"/>
                  </a:lnTo>
                  <a:cubicBezTo>
                    <a:pt x="53" y="606"/>
                    <a:pt x="33" y="574"/>
                    <a:pt x="33" y="538"/>
                  </a:cubicBezTo>
                  <a:lnTo>
                    <a:pt x="33" y="489"/>
                  </a:lnTo>
                  <a:lnTo>
                    <a:pt x="33" y="303"/>
                  </a:lnTo>
                  <a:cubicBezTo>
                    <a:pt x="33" y="202"/>
                    <a:pt x="33" y="118"/>
                    <a:pt x="53" y="17"/>
                  </a:cubicBezTo>
                  <a:cubicBezTo>
                    <a:pt x="53" y="17"/>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3"/>
            <p:cNvSpPr/>
            <p:nvPr/>
          </p:nvSpPr>
          <p:spPr>
            <a:xfrm>
              <a:off x="1583666" y="1741759"/>
              <a:ext cx="5264" cy="60290"/>
            </a:xfrm>
            <a:custGeom>
              <a:rect b="b" l="l" r="r" t="t"/>
              <a:pathLst>
                <a:path extrusionOk="0" h="607" w="53">
                  <a:moveTo>
                    <a:pt x="37" y="1"/>
                  </a:moveTo>
                  <a:cubicBezTo>
                    <a:pt x="37" y="1"/>
                    <a:pt x="16" y="1"/>
                    <a:pt x="16" y="17"/>
                  </a:cubicBezTo>
                  <a:cubicBezTo>
                    <a:pt x="0" y="134"/>
                    <a:pt x="0" y="251"/>
                    <a:pt x="0" y="368"/>
                  </a:cubicBezTo>
                  <a:cubicBezTo>
                    <a:pt x="0" y="453"/>
                    <a:pt x="16" y="522"/>
                    <a:pt x="0" y="590"/>
                  </a:cubicBezTo>
                  <a:cubicBezTo>
                    <a:pt x="0" y="607"/>
                    <a:pt x="16" y="607"/>
                    <a:pt x="16" y="607"/>
                  </a:cubicBezTo>
                  <a:cubicBezTo>
                    <a:pt x="37" y="607"/>
                    <a:pt x="37" y="607"/>
                    <a:pt x="37" y="590"/>
                  </a:cubicBezTo>
                  <a:lnTo>
                    <a:pt x="37" y="368"/>
                  </a:lnTo>
                  <a:cubicBezTo>
                    <a:pt x="37" y="251"/>
                    <a:pt x="37" y="13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3"/>
            <p:cNvSpPr/>
            <p:nvPr/>
          </p:nvSpPr>
          <p:spPr>
            <a:xfrm>
              <a:off x="1970040" y="2671044"/>
              <a:ext cx="4867" cy="53834"/>
            </a:xfrm>
            <a:custGeom>
              <a:rect b="b" l="l" r="r" t="t"/>
              <a:pathLst>
                <a:path extrusionOk="0" h="542" w="49">
                  <a:moveTo>
                    <a:pt x="33" y="1"/>
                  </a:moveTo>
                  <a:lnTo>
                    <a:pt x="17" y="21"/>
                  </a:lnTo>
                  <a:cubicBezTo>
                    <a:pt x="0" y="102"/>
                    <a:pt x="0" y="186"/>
                    <a:pt x="17" y="271"/>
                  </a:cubicBezTo>
                  <a:cubicBezTo>
                    <a:pt x="17" y="356"/>
                    <a:pt x="17" y="441"/>
                    <a:pt x="0" y="526"/>
                  </a:cubicBezTo>
                  <a:lnTo>
                    <a:pt x="0" y="542"/>
                  </a:lnTo>
                  <a:lnTo>
                    <a:pt x="17" y="542"/>
                  </a:lnTo>
                  <a:lnTo>
                    <a:pt x="17" y="526"/>
                  </a:lnTo>
                  <a:cubicBezTo>
                    <a:pt x="33" y="441"/>
                    <a:pt x="33" y="356"/>
                    <a:pt x="33" y="271"/>
                  </a:cubicBezTo>
                  <a:cubicBezTo>
                    <a:pt x="33" y="186"/>
                    <a:pt x="33" y="10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3"/>
            <p:cNvSpPr/>
            <p:nvPr/>
          </p:nvSpPr>
          <p:spPr>
            <a:xfrm>
              <a:off x="1841216" y="3517293"/>
              <a:ext cx="4966" cy="66647"/>
            </a:xfrm>
            <a:custGeom>
              <a:rect b="b" l="l" r="r" t="t"/>
              <a:pathLst>
                <a:path extrusionOk="0" h="671" w="50">
                  <a:moveTo>
                    <a:pt x="33" y="0"/>
                  </a:moveTo>
                  <a:cubicBezTo>
                    <a:pt x="33" y="0"/>
                    <a:pt x="17" y="0"/>
                    <a:pt x="17" y="16"/>
                  </a:cubicBezTo>
                  <a:cubicBezTo>
                    <a:pt x="1" y="117"/>
                    <a:pt x="1" y="218"/>
                    <a:pt x="1" y="319"/>
                  </a:cubicBezTo>
                  <a:cubicBezTo>
                    <a:pt x="17" y="388"/>
                    <a:pt x="17" y="453"/>
                    <a:pt x="1" y="521"/>
                  </a:cubicBezTo>
                  <a:cubicBezTo>
                    <a:pt x="1" y="537"/>
                    <a:pt x="1" y="554"/>
                    <a:pt x="17" y="570"/>
                  </a:cubicBezTo>
                  <a:cubicBezTo>
                    <a:pt x="17" y="606"/>
                    <a:pt x="17" y="622"/>
                    <a:pt x="1" y="655"/>
                  </a:cubicBezTo>
                  <a:lnTo>
                    <a:pt x="1" y="671"/>
                  </a:lnTo>
                  <a:lnTo>
                    <a:pt x="17" y="671"/>
                  </a:lnTo>
                  <a:cubicBezTo>
                    <a:pt x="33" y="638"/>
                    <a:pt x="33" y="606"/>
                    <a:pt x="33" y="570"/>
                  </a:cubicBezTo>
                  <a:lnTo>
                    <a:pt x="33" y="521"/>
                  </a:lnTo>
                  <a:lnTo>
                    <a:pt x="33" y="319"/>
                  </a:lnTo>
                  <a:cubicBezTo>
                    <a:pt x="33" y="218"/>
                    <a:pt x="33" y="117"/>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3"/>
            <p:cNvSpPr/>
            <p:nvPr/>
          </p:nvSpPr>
          <p:spPr>
            <a:xfrm>
              <a:off x="1518608" y="2522553"/>
              <a:ext cx="202325" cy="324296"/>
            </a:xfrm>
            <a:custGeom>
              <a:rect b="b" l="l" r="r" t="t"/>
              <a:pathLst>
                <a:path extrusionOk="0" h="3265" w="2037">
                  <a:moveTo>
                    <a:pt x="86" y="1"/>
                  </a:moveTo>
                  <a:cubicBezTo>
                    <a:pt x="49" y="17"/>
                    <a:pt x="33" y="65"/>
                    <a:pt x="33" y="118"/>
                  </a:cubicBezTo>
                  <a:cubicBezTo>
                    <a:pt x="49" y="166"/>
                    <a:pt x="49" y="219"/>
                    <a:pt x="33" y="251"/>
                  </a:cubicBezTo>
                  <a:cubicBezTo>
                    <a:pt x="1" y="570"/>
                    <a:pt x="102" y="825"/>
                    <a:pt x="336" y="1112"/>
                  </a:cubicBezTo>
                  <a:cubicBezTo>
                    <a:pt x="623" y="1431"/>
                    <a:pt x="894" y="1782"/>
                    <a:pt x="1160" y="2138"/>
                  </a:cubicBezTo>
                  <a:cubicBezTo>
                    <a:pt x="1229" y="2223"/>
                    <a:pt x="1298" y="2303"/>
                    <a:pt x="1362" y="2404"/>
                  </a:cubicBezTo>
                  <a:cubicBezTo>
                    <a:pt x="1415" y="2457"/>
                    <a:pt x="1447" y="2505"/>
                    <a:pt x="1500" y="2558"/>
                  </a:cubicBezTo>
                  <a:cubicBezTo>
                    <a:pt x="1633" y="2744"/>
                    <a:pt x="1782" y="2930"/>
                    <a:pt x="1952" y="3095"/>
                  </a:cubicBezTo>
                  <a:cubicBezTo>
                    <a:pt x="1968" y="3111"/>
                    <a:pt x="1984" y="3148"/>
                    <a:pt x="1984" y="3180"/>
                  </a:cubicBezTo>
                  <a:cubicBezTo>
                    <a:pt x="1984" y="3196"/>
                    <a:pt x="2004" y="3233"/>
                    <a:pt x="2021" y="3249"/>
                  </a:cubicBezTo>
                  <a:lnTo>
                    <a:pt x="2021" y="3265"/>
                  </a:lnTo>
                  <a:lnTo>
                    <a:pt x="2037" y="3265"/>
                  </a:lnTo>
                  <a:lnTo>
                    <a:pt x="2037" y="3233"/>
                  </a:lnTo>
                  <a:cubicBezTo>
                    <a:pt x="2021" y="3212"/>
                    <a:pt x="2021" y="3196"/>
                    <a:pt x="2021" y="3164"/>
                  </a:cubicBezTo>
                  <a:cubicBezTo>
                    <a:pt x="2004" y="3132"/>
                    <a:pt x="2004" y="3095"/>
                    <a:pt x="1968" y="3079"/>
                  </a:cubicBezTo>
                  <a:cubicBezTo>
                    <a:pt x="1802" y="2909"/>
                    <a:pt x="1649" y="2728"/>
                    <a:pt x="1516" y="2542"/>
                  </a:cubicBezTo>
                  <a:cubicBezTo>
                    <a:pt x="1479" y="2489"/>
                    <a:pt x="1431" y="2441"/>
                    <a:pt x="1399" y="2388"/>
                  </a:cubicBezTo>
                  <a:cubicBezTo>
                    <a:pt x="1314" y="2287"/>
                    <a:pt x="1245" y="2202"/>
                    <a:pt x="1176" y="2122"/>
                  </a:cubicBezTo>
                  <a:cubicBezTo>
                    <a:pt x="910" y="1766"/>
                    <a:pt x="639" y="1415"/>
                    <a:pt x="352" y="1075"/>
                  </a:cubicBezTo>
                  <a:cubicBezTo>
                    <a:pt x="118" y="825"/>
                    <a:pt x="33" y="570"/>
                    <a:pt x="65" y="267"/>
                  </a:cubicBezTo>
                  <a:lnTo>
                    <a:pt x="65" y="118"/>
                  </a:lnTo>
                  <a:cubicBezTo>
                    <a:pt x="65" y="65"/>
                    <a:pt x="65" y="33"/>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3"/>
            <p:cNvSpPr/>
            <p:nvPr/>
          </p:nvSpPr>
          <p:spPr>
            <a:xfrm>
              <a:off x="1794334" y="3321424"/>
              <a:ext cx="6853" cy="63965"/>
            </a:xfrm>
            <a:custGeom>
              <a:rect b="b" l="l" r="r" t="t"/>
              <a:pathLst>
                <a:path extrusionOk="0" h="644" w="69">
                  <a:moveTo>
                    <a:pt x="36" y="1"/>
                  </a:moveTo>
                  <a:cubicBezTo>
                    <a:pt x="16" y="102"/>
                    <a:pt x="16" y="203"/>
                    <a:pt x="16" y="288"/>
                  </a:cubicBezTo>
                  <a:lnTo>
                    <a:pt x="16" y="473"/>
                  </a:lnTo>
                  <a:lnTo>
                    <a:pt x="16" y="522"/>
                  </a:lnTo>
                  <a:cubicBezTo>
                    <a:pt x="16" y="558"/>
                    <a:pt x="16" y="591"/>
                    <a:pt x="0" y="607"/>
                  </a:cubicBezTo>
                  <a:cubicBezTo>
                    <a:pt x="0" y="623"/>
                    <a:pt x="0" y="623"/>
                    <a:pt x="16" y="623"/>
                  </a:cubicBezTo>
                  <a:lnTo>
                    <a:pt x="16" y="643"/>
                  </a:lnTo>
                  <a:lnTo>
                    <a:pt x="36" y="623"/>
                  </a:lnTo>
                  <a:cubicBezTo>
                    <a:pt x="53" y="591"/>
                    <a:pt x="53" y="558"/>
                    <a:pt x="53" y="522"/>
                  </a:cubicBezTo>
                  <a:lnTo>
                    <a:pt x="53" y="473"/>
                  </a:lnTo>
                  <a:lnTo>
                    <a:pt x="53" y="288"/>
                  </a:lnTo>
                  <a:cubicBezTo>
                    <a:pt x="53" y="203"/>
                    <a:pt x="36" y="102"/>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3"/>
            <p:cNvSpPr/>
            <p:nvPr/>
          </p:nvSpPr>
          <p:spPr>
            <a:xfrm>
              <a:off x="1185969" y="2299866"/>
              <a:ext cx="4966" cy="85618"/>
            </a:xfrm>
            <a:custGeom>
              <a:rect b="b" l="l" r="r" t="t"/>
              <a:pathLst>
                <a:path extrusionOk="0" h="862" w="50">
                  <a:moveTo>
                    <a:pt x="17" y="1"/>
                  </a:moveTo>
                  <a:cubicBezTo>
                    <a:pt x="1" y="1"/>
                    <a:pt x="1" y="1"/>
                    <a:pt x="1" y="21"/>
                  </a:cubicBezTo>
                  <a:cubicBezTo>
                    <a:pt x="17" y="154"/>
                    <a:pt x="17" y="304"/>
                    <a:pt x="17" y="441"/>
                  </a:cubicBezTo>
                  <a:lnTo>
                    <a:pt x="17" y="708"/>
                  </a:lnTo>
                  <a:lnTo>
                    <a:pt x="17" y="744"/>
                  </a:lnTo>
                  <a:cubicBezTo>
                    <a:pt x="17" y="776"/>
                    <a:pt x="17" y="829"/>
                    <a:pt x="33" y="861"/>
                  </a:cubicBezTo>
                  <a:lnTo>
                    <a:pt x="49" y="861"/>
                  </a:lnTo>
                  <a:lnTo>
                    <a:pt x="49" y="845"/>
                  </a:lnTo>
                  <a:cubicBezTo>
                    <a:pt x="33" y="809"/>
                    <a:pt x="33" y="776"/>
                    <a:pt x="33" y="744"/>
                  </a:cubicBezTo>
                  <a:lnTo>
                    <a:pt x="33" y="708"/>
                  </a:lnTo>
                  <a:lnTo>
                    <a:pt x="33" y="441"/>
                  </a:lnTo>
                  <a:cubicBezTo>
                    <a:pt x="33" y="304"/>
                    <a:pt x="49" y="154"/>
                    <a:pt x="33" y="21"/>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3"/>
            <p:cNvSpPr/>
            <p:nvPr/>
          </p:nvSpPr>
          <p:spPr>
            <a:xfrm>
              <a:off x="1528640" y="1482521"/>
              <a:ext cx="175507" cy="338003"/>
            </a:xfrm>
            <a:custGeom>
              <a:rect b="b" l="l" r="r" t="t"/>
              <a:pathLst>
                <a:path extrusionOk="0" h="3403" w="1767">
                  <a:moveTo>
                    <a:pt x="1" y="1"/>
                  </a:moveTo>
                  <a:lnTo>
                    <a:pt x="1" y="17"/>
                  </a:lnTo>
                  <a:lnTo>
                    <a:pt x="1" y="33"/>
                  </a:lnTo>
                  <a:cubicBezTo>
                    <a:pt x="49" y="33"/>
                    <a:pt x="65" y="70"/>
                    <a:pt x="86" y="102"/>
                  </a:cubicBezTo>
                  <a:lnTo>
                    <a:pt x="86" y="118"/>
                  </a:lnTo>
                  <a:cubicBezTo>
                    <a:pt x="267" y="453"/>
                    <a:pt x="437" y="724"/>
                    <a:pt x="591" y="995"/>
                  </a:cubicBezTo>
                  <a:cubicBezTo>
                    <a:pt x="756" y="1261"/>
                    <a:pt x="926" y="1532"/>
                    <a:pt x="1075" y="1787"/>
                  </a:cubicBezTo>
                  <a:cubicBezTo>
                    <a:pt x="1245" y="2090"/>
                    <a:pt x="1431" y="2392"/>
                    <a:pt x="1601" y="2675"/>
                  </a:cubicBezTo>
                  <a:cubicBezTo>
                    <a:pt x="1734" y="2897"/>
                    <a:pt x="1734" y="3116"/>
                    <a:pt x="1681" y="3382"/>
                  </a:cubicBezTo>
                  <a:cubicBezTo>
                    <a:pt x="1665" y="3382"/>
                    <a:pt x="1681" y="3382"/>
                    <a:pt x="1681" y="3402"/>
                  </a:cubicBezTo>
                  <a:cubicBezTo>
                    <a:pt x="1701" y="3402"/>
                    <a:pt x="1701" y="3382"/>
                    <a:pt x="1701" y="3382"/>
                  </a:cubicBezTo>
                  <a:cubicBezTo>
                    <a:pt x="1766" y="3116"/>
                    <a:pt x="1766" y="2897"/>
                    <a:pt x="1633" y="2675"/>
                  </a:cubicBezTo>
                  <a:cubicBezTo>
                    <a:pt x="1447" y="2372"/>
                    <a:pt x="1261" y="2069"/>
                    <a:pt x="1096" y="1766"/>
                  </a:cubicBezTo>
                  <a:cubicBezTo>
                    <a:pt x="942" y="1516"/>
                    <a:pt x="772" y="1245"/>
                    <a:pt x="623" y="979"/>
                  </a:cubicBezTo>
                  <a:cubicBezTo>
                    <a:pt x="453" y="708"/>
                    <a:pt x="304" y="437"/>
                    <a:pt x="118" y="102"/>
                  </a:cubicBezTo>
                  <a:lnTo>
                    <a:pt x="102" y="86"/>
                  </a:lnTo>
                  <a:cubicBezTo>
                    <a:pt x="86" y="49"/>
                    <a:pt x="65"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3"/>
            <p:cNvSpPr/>
            <p:nvPr/>
          </p:nvSpPr>
          <p:spPr>
            <a:xfrm>
              <a:off x="1381440" y="2383796"/>
              <a:ext cx="5264" cy="91975"/>
            </a:xfrm>
            <a:custGeom>
              <a:rect b="b" l="l" r="r" t="t"/>
              <a:pathLst>
                <a:path extrusionOk="0" h="926" w="53">
                  <a:moveTo>
                    <a:pt x="16" y="0"/>
                  </a:moveTo>
                  <a:cubicBezTo>
                    <a:pt x="0" y="0"/>
                    <a:pt x="0" y="0"/>
                    <a:pt x="0" y="16"/>
                  </a:cubicBezTo>
                  <a:cubicBezTo>
                    <a:pt x="16" y="166"/>
                    <a:pt x="16" y="319"/>
                    <a:pt x="16" y="469"/>
                  </a:cubicBezTo>
                  <a:lnTo>
                    <a:pt x="16" y="756"/>
                  </a:lnTo>
                  <a:lnTo>
                    <a:pt x="16" y="857"/>
                  </a:lnTo>
                  <a:cubicBezTo>
                    <a:pt x="33" y="873"/>
                    <a:pt x="33" y="893"/>
                    <a:pt x="33" y="909"/>
                  </a:cubicBezTo>
                  <a:cubicBezTo>
                    <a:pt x="33" y="925"/>
                    <a:pt x="33" y="925"/>
                    <a:pt x="53" y="925"/>
                  </a:cubicBezTo>
                  <a:lnTo>
                    <a:pt x="53" y="909"/>
                  </a:lnTo>
                  <a:lnTo>
                    <a:pt x="53" y="857"/>
                  </a:lnTo>
                  <a:lnTo>
                    <a:pt x="53" y="756"/>
                  </a:lnTo>
                  <a:cubicBezTo>
                    <a:pt x="33" y="655"/>
                    <a:pt x="33" y="554"/>
                    <a:pt x="53" y="469"/>
                  </a:cubicBezTo>
                  <a:cubicBezTo>
                    <a:pt x="53" y="319"/>
                    <a:pt x="53" y="166"/>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3"/>
            <p:cNvSpPr/>
            <p:nvPr/>
          </p:nvSpPr>
          <p:spPr>
            <a:xfrm>
              <a:off x="1841216" y="2634492"/>
              <a:ext cx="4966" cy="56715"/>
            </a:xfrm>
            <a:custGeom>
              <a:rect b="b" l="l" r="r" t="t"/>
              <a:pathLst>
                <a:path extrusionOk="0" h="571" w="50">
                  <a:moveTo>
                    <a:pt x="17" y="1"/>
                  </a:moveTo>
                  <a:cubicBezTo>
                    <a:pt x="1" y="102"/>
                    <a:pt x="1" y="187"/>
                    <a:pt x="1" y="288"/>
                  </a:cubicBezTo>
                  <a:cubicBezTo>
                    <a:pt x="17" y="369"/>
                    <a:pt x="17" y="453"/>
                    <a:pt x="1" y="554"/>
                  </a:cubicBezTo>
                  <a:lnTo>
                    <a:pt x="1" y="570"/>
                  </a:lnTo>
                  <a:cubicBezTo>
                    <a:pt x="17" y="570"/>
                    <a:pt x="17" y="554"/>
                    <a:pt x="17" y="554"/>
                  </a:cubicBezTo>
                  <a:cubicBezTo>
                    <a:pt x="33" y="470"/>
                    <a:pt x="33" y="369"/>
                    <a:pt x="33" y="288"/>
                  </a:cubicBezTo>
                  <a:cubicBezTo>
                    <a:pt x="33" y="187"/>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3"/>
            <p:cNvSpPr/>
            <p:nvPr/>
          </p:nvSpPr>
          <p:spPr>
            <a:xfrm>
              <a:off x="1379851" y="2915383"/>
              <a:ext cx="4867" cy="96842"/>
            </a:xfrm>
            <a:custGeom>
              <a:rect b="b" l="l" r="r" t="t"/>
              <a:pathLst>
                <a:path extrusionOk="0" h="975" w="49">
                  <a:moveTo>
                    <a:pt x="0" y="1"/>
                  </a:moveTo>
                  <a:cubicBezTo>
                    <a:pt x="16" y="166"/>
                    <a:pt x="0" y="336"/>
                    <a:pt x="0" y="506"/>
                  </a:cubicBezTo>
                  <a:lnTo>
                    <a:pt x="0" y="809"/>
                  </a:lnTo>
                  <a:cubicBezTo>
                    <a:pt x="0" y="841"/>
                    <a:pt x="16" y="873"/>
                    <a:pt x="16" y="910"/>
                  </a:cubicBezTo>
                  <a:lnTo>
                    <a:pt x="16" y="958"/>
                  </a:lnTo>
                  <a:cubicBezTo>
                    <a:pt x="16" y="974"/>
                    <a:pt x="32" y="974"/>
                    <a:pt x="32" y="974"/>
                  </a:cubicBezTo>
                  <a:cubicBezTo>
                    <a:pt x="32" y="974"/>
                    <a:pt x="49" y="974"/>
                    <a:pt x="49" y="958"/>
                  </a:cubicBezTo>
                  <a:cubicBezTo>
                    <a:pt x="49" y="942"/>
                    <a:pt x="49" y="926"/>
                    <a:pt x="32" y="910"/>
                  </a:cubicBezTo>
                  <a:lnTo>
                    <a:pt x="32" y="809"/>
                  </a:lnTo>
                  <a:lnTo>
                    <a:pt x="32" y="506"/>
                  </a:lnTo>
                  <a:cubicBezTo>
                    <a:pt x="32" y="336"/>
                    <a:pt x="32" y="16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3"/>
            <p:cNvSpPr/>
            <p:nvPr/>
          </p:nvSpPr>
          <p:spPr>
            <a:xfrm>
              <a:off x="851343" y="2604397"/>
              <a:ext cx="358067" cy="265794"/>
            </a:xfrm>
            <a:custGeom>
              <a:rect b="b" l="l" r="r" t="t"/>
              <a:pathLst>
                <a:path extrusionOk="0" h="2676" w="3605">
                  <a:moveTo>
                    <a:pt x="3604" y="1"/>
                  </a:moveTo>
                  <a:cubicBezTo>
                    <a:pt x="3588" y="1"/>
                    <a:pt x="3588" y="1"/>
                    <a:pt x="3588" y="17"/>
                  </a:cubicBezTo>
                  <a:cubicBezTo>
                    <a:pt x="3572" y="49"/>
                    <a:pt x="3552" y="66"/>
                    <a:pt x="3503" y="86"/>
                  </a:cubicBezTo>
                  <a:cubicBezTo>
                    <a:pt x="2982" y="304"/>
                    <a:pt x="2441" y="538"/>
                    <a:pt x="1936" y="756"/>
                  </a:cubicBezTo>
                  <a:cubicBezTo>
                    <a:pt x="1617" y="894"/>
                    <a:pt x="1298" y="1027"/>
                    <a:pt x="978" y="1160"/>
                  </a:cubicBezTo>
                  <a:cubicBezTo>
                    <a:pt x="744" y="1277"/>
                    <a:pt x="441" y="1399"/>
                    <a:pt x="138" y="1516"/>
                  </a:cubicBezTo>
                  <a:cubicBezTo>
                    <a:pt x="37" y="1548"/>
                    <a:pt x="1" y="1601"/>
                    <a:pt x="1" y="1702"/>
                  </a:cubicBezTo>
                  <a:lnTo>
                    <a:pt x="1" y="2489"/>
                  </a:lnTo>
                  <a:cubicBezTo>
                    <a:pt x="1" y="2510"/>
                    <a:pt x="1" y="2526"/>
                    <a:pt x="17" y="2558"/>
                  </a:cubicBezTo>
                  <a:cubicBezTo>
                    <a:pt x="17" y="2590"/>
                    <a:pt x="37" y="2627"/>
                    <a:pt x="1" y="2659"/>
                  </a:cubicBezTo>
                  <a:lnTo>
                    <a:pt x="1" y="2675"/>
                  </a:lnTo>
                  <a:lnTo>
                    <a:pt x="37" y="2675"/>
                  </a:lnTo>
                  <a:cubicBezTo>
                    <a:pt x="53" y="2627"/>
                    <a:pt x="53" y="2590"/>
                    <a:pt x="37" y="2542"/>
                  </a:cubicBezTo>
                  <a:cubicBezTo>
                    <a:pt x="37" y="2526"/>
                    <a:pt x="17" y="2510"/>
                    <a:pt x="17" y="2489"/>
                  </a:cubicBezTo>
                  <a:cubicBezTo>
                    <a:pt x="37" y="2239"/>
                    <a:pt x="37" y="1984"/>
                    <a:pt x="37" y="1702"/>
                  </a:cubicBezTo>
                  <a:cubicBezTo>
                    <a:pt x="17" y="1617"/>
                    <a:pt x="53" y="1564"/>
                    <a:pt x="138" y="1532"/>
                  </a:cubicBezTo>
                  <a:cubicBezTo>
                    <a:pt x="457" y="1415"/>
                    <a:pt x="744" y="1298"/>
                    <a:pt x="995" y="1197"/>
                  </a:cubicBezTo>
                  <a:cubicBezTo>
                    <a:pt x="1314" y="1059"/>
                    <a:pt x="1617" y="926"/>
                    <a:pt x="1936" y="793"/>
                  </a:cubicBezTo>
                  <a:cubicBezTo>
                    <a:pt x="2461" y="554"/>
                    <a:pt x="2982" y="336"/>
                    <a:pt x="3503" y="118"/>
                  </a:cubicBezTo>
                  <a:lnTo>
                    <a:pt x="3519" y="102"/>
                  </a:lnTo>
                  <a:cubicBezTo>
                    <a:pt x="3572" y="86"/>
                    <a:pt x="3604" y="66"/>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3"/>
            <p:cNvSpPr/>
            <p:nvPr/>
          </p:nvSpPr>
          <p:spPr>
            <a:xfrm>
              <a:off x="1615351" y="2475672"/>
              <a:ext cx="5264" cy="60290"/>
            </a:xfrm>
            <a:custGeom>
              <a:rect b="b" l="l" r="r" t="t"/>
              <a:pathLst>
                <a:path extrusionOk="0" h="607" w="53">
                  <a:moveTo>
                    <a:pt x="37" y="0"/>
                  </a:moveTo>
                  <a:lnTo>
                    <a:pt x="21" y="16"/>
                  </a:lnTo>
                  <a:cubicBezTo>
                    <a:pt x="0" y="101"/>
                    <a:pt x="0" y="186"/>
                    <a:pt x="21" y="287"/>
                  </a:cubicBezTo>
                  <a:lnTo>
                    <a:pt x="21" y="453"/>
                  </a:lnTo>
                  <a:lnTo>
                    <a:pt x="21" y="489"/>
                  </a:lnTo>
                  <a:cubicBezTo>
                    <a:pt x="21" y="521"/>
                    <a:pt x="21" y="554"/>
                    <a:pt x="0" y="590"/>
                  </a:cubicBezTo>
                  <a:lnTo>
                    <a:pt x="0" y="606"/>
                  </a:lnTo>
                  <a:lnTo>
                    <a:pt x="21" y="606"/>
                  </a:lnTo>
                  <a:cubicBezTo>
                    <a:pt x="53" y="574"/>
                    <a:pt x="37" y="521"/>
                    <a:pt x="37" y="489"/>
                  </a:cubicBezTo>
                  <a:lnTo>
                    <a:pt x="37" y="453"/>
                  </a:lnTo>
                  <a:lnTo>
                    <a:pt x="37" y="287"/>
                  </a:lnTo>
                  <a:cubicBezTo>
                    <a:pt x="37" y="202"/>
                    <a:pt x="37" y="101"/>
                    <a:pt x="53" y="16"/>
                  </a:cubicBezTo>
                  <a:cubicBezTo>
                    <a:pt x="53" y="16"/>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3"/>
            <p:cNvSpPr/>
            <p:nvPr/>
          </p:nvSpPr>
          <p:spPr>
            <a:xfrm>
              <a:off x="1859690" y="3393236"/>
              <a:ext cx="4867" cy="63965"/>
            </a:xfrm>
            <a:custGeom>
              <a:rect b="b" l="l" r="r" t="t"/>
              <a:pathLst>
                <a:path extrusionOk="0" h="644" w="49">
                  <a:moveTo>
                    <a:pt x="33" y="1"/>
                  </a:moveTo>
                  <a:lnTo>
                    <a:pt x="33" y="21"/>
                  </a:lnTo>
                  <a:cubicBezTo>
                    <a:pt x="1" y="122"/>
                    <a:pt x="17" y="203"/>
                    <a:pt x="17" y="304"/>
                  </a:cubicBezTo>
                  <a:lnTo>
                    <a:pt x="17" y="474"/>
                  </a:lnTo>
                  <a:lnTo>
                    <a:pt x="17" y="526"/>
                  </a:lnTo>
                  <a:cubicBezTo>
                    <a:pt x="17" y="558"/>
                    <a:pt x="17" y="591"/>
                    <a:pt x="1" y="627"/>
                  </a:cubicBezTo>
                  <a:lnTo>
                    <a:pt x="1" y="643"/>
                  </a:lnTo>
                  <a:lnTo>
                    <a:pt x="17" y="643"/>
                  </a:lnTo>
                  <a:lnTo>
                    <a:pt x="17" y="627"/>
                  </a:lnTo>
                  <a:cubicBezTo>
                    <a:pt x="33" y="591"/>
                    <a:pt x="33" y="558"/>
                    <a:pt x="33" y="526"/>
                  </a:cubicBezTo>
                  <a:lnTo>
                    <a:pt x="33" y="474"/>
                  </a:lnTo>
                  <a:lnTo>
                    <a:pt x="33" y="304"/>
                  </a:lnTo>
                  <a:cubicBezTo>
                    <a:pt x="33" y="203"/>
                    <a:pt x="33" y="122"/>
                    <a:pt x="49" y="21"/>
                  </a:cubicBezTo>
                  <a:cubicBezTo>
                    <a:pt x="49" y="2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3"/>
            <p:cNvSpPr/>
            <p:nvPr/>
          </p:nvSpPr>
          <p:spPr>
            <a:xfrm>
              <a:off x="1521886" y="3197864"/>
              <a:ext cx="197458" cy="279401"/>
            </a:xfrm>
            <a:custGeom>
              <a:rect b="b" l="l" r="r" t="t"/>
              <a:pathLst>
                <a:path extrusionOk="0" h="2813" w="1988">
                  <a:moveTo>
                    <a:pt x="32" y="1"/>
                  </a:moveTo>
                  <a:cubicBezTo>
                    <a:pt x="32" y="1"/>
                    <a:pt x="16" y="1"/>
                    <a:pt x="16" y="17"/>
                  </a:cubicBezTo>
                  <a:cubicBezTo>
                    <a:pt x="0" y="186"/>
                    <a:pt x="0" y="372"/>
                    <a:pt x="0" y="538"/>
                  </a:cubicBezTo>
                  <a:cubicBezTo>
                    <a:pt x="16" y="639"/>
                    <a:pt x="16" y="740"/>
                    <a:pt x="0" y="857"/>
                  </a:cubicBezTo>
                  <a:cubicBezTo>
                    <a:pt x="0" y="893"/>
                    <a:pt x="32" y="926"/>
                    <a:pt x="69" y="958"/>
                  </a:cubicBezTo>
                  <a:lnTo>
                    <a:pt x="85" y="978"/>
                  </a:lnTo>
                  <a:cubicBezTo>
                    <a:pt x="590" y="1447"/>
                    <a:pt x="1111" y="1936"/>
                    <a:pt x="1616" y="2424"/>
                  </a:cubicBezTo>
                  <a:cubicBezTo>
                    <a:pt x="1632" y="2441"/>
                    <a:pt x="1669" y="2473"/>
                    <a:pt x="1685" y="2493"/>
                  </a:cubicBezTo>
                  <a:cubicBezTo>
                    <a:pt x="1733" y="2542"/>
                    <a:pt x="1786" y="2594"/>
                    <a:pt x="1834" y="2626"/>
                  </a:cubicBezTo>
                  <a:cubicBezTo>
                    <a:pt x="1887" y="2675"/>
                    <a:pt x="1935" y="2727"/>
                    <a:pt x="1951" y="2796"/>
                  </a:cubicBezTo>
                  <a:lnTo>
                    <a:pt x="1971" y="2812"/>
                  </a:lnTo>
                  <a:lnTo>
                    <a:pt x="1988" y="2796"/>
                  </a:lnTo>
                  <a:cubicBezTo>
                    <a:pt x="1951" y="2711"/>
                    <a:pt x="1919" y="2659"/>
                    <a:pt x="1850" y="2610"/>
                  </a:cubicBezTo>
                  <a:cubicBezTo>
                    <a:pt x="1802" y="2558"/>
                    <a:pt x="1749" y="2509"/>
                    <a:pt x="1701" y="2473"/>
                  </a:cubicBezTo>
                  <a:cubicBezTo>
                    <a:pt x="1685" y="2441"/>
                    <a:pt x="1648" y="2424"/>
                    <a:pt x="1632" y="2408"/>
                  </a:cubicBezTo>
                  <a:cubicBezTo>
                    <a:pt x="1127" y="1919"/>
                    <a:pt x="606" y="1431"/>
                    <a:pt x="101" y="942"/>
                  </a:cubicBezTo>
                  <a:lnTo>
                    <a:pt x="85" y="942"/>
                  </a:lnTo>
                  <a:cubicBezTo>
                    <a:pt x="69" y="910"/>
                    <a:pt x="32" y="893"/>
                    <a:pt x="32" y="857"/>
                  </a:cubicBezTo>
                  <a:lnTo>
                    <a:pt x="32" y="538"/>
                  </a:lnTo>
                  <a:cubicBezTo>
                    <a:pt x="32" y="372"/>
                    <a:pt x="32" y="186"/>
                    <a:pt x="53" y="17"/>
                  </a:cubicBezTo>
                  <a:cubicBezTo>
                    <a:pt x="53" y="1"/>
                    <a:pt x="53"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3"/>
            <p:cNvSpPr/>
            <p:nvPr/>
          </p:nvSpPr>
          <p:spPr>
            <a:xfrm>
              <a:off x="1737719" y="2749709"/>
              <a:ext cx="172230" cy="316251"/>
            </a:xfrm>
            <a:custGeom>
              <a:rect b="b" l="l" r="r" t="t"/>
              <a:pathLst>
                <a:path extrusionOk="0" h="3184" w="1734">
                  <a:moveTo>
                    <a:pt x="17" y="0"/>
                  </a:moveTo>
                  <a:cubicBezTo>
                    <a:pt x="0" y="0"/>
                    <a:pt x="0" y="0"/>
                    <a:pt x="0" y="16"/>
                  </a:cubicBezTo>
                  <a:cubicBezTo>
                    <a:pt x="17" y="138"/>
                    <a:pt x="81" y="218"/>
                    <a:pt x="166" y="303"/>
                  </a:cubicBezTo>
                  <a:cubicBezTo>
                    <a:pt x="182" y="319"/>
                    <a:pt x="202" y="356"/>
                    <a:pt x="219" y="372"/>
                  </a:cubicBezTo>
                  <a:cubicBezTo>
                    <a:pt x="453" y="675"/>
                    <a:pt x="687" y="962"/>
                    <a:pt x="909" y="1265"/>
                  </a:cubicBezTo>
                  <a:lnTo>
                    <a:pt x="1229" y="1669"/>
                  </a:lnTo>
                  <a:cubicBezTo>
                    <a:pt x="1277" y="1717"/>
                    <a:pt x="1313" y="1786"/>
                    <a:pt x="1362" y="1834"/>
                  </a:cubicBezTo>
                  <a:cubicBezTo>
                    <a:pt x="1447" y="1955"/>
                    <a:pt x="1532" y="2056"/>
                    <a:pt x="1616" y="2174"/>
                  </a:cubicBezTo>
                  <a:cubicBezTo>
                    <a:pt x="1697" y="2275"/>
                    <a:pt x="1681" y="2376"/>
                    <a:pt x="1681" y="2493"/>
                  </a:cubicBezTo>
                  <a:cubicBezTo>
                    <a:pt x="1681" y="2561"/>
                    <a:pt x="1665" y="2610"/>
                    <a:pt x="1681" y="2679"/>
                  </a:cubicBezTo>
                  <a:cubicBezTo>
                    <a:pt x="1697" y="2844"/>
                    <a:pt x="1717" y="3014"/>
                    <a:pt x="1649" y="3167"/>
                  </a:cubicBezTo>
                  <a:lnTo>
                    <a:pt x="1649" y="3184"/>
                  </a:lnTo>
                  <a:lnTo>
                    <a:pt x="1665" y="3184"/>
                  </a:lnTo>
                  <a:cubicBezTo>
                    <a:pt x="1733" y="3014"/>
                    <a:pt x="1733" y="2844"/>
                    <a:pt x="1697" y="2679"/>
                  </a:cubicBezTo>
                  <a:lnTo>
                    <a:pt x="1697" y="2493"/>
                  </a:lnTo>
                  <a:cubicBezTo>
                    <a:pt x="1717" y="2376"/>
                    <a:pt x="1717" y="2258"/>
                    <a:pt x="1649" y="2157"/>
                  </a:cubicBezTo>
                  <a:cubicBezTo>
                    <a:pt x="1564" y="2036"/>
                    <a:pt x="1463" y="1935"/>
                    <a:pt x="1378" y="1818"/>
                  </a:cubicBezTo>
                  <a:cubicBezTo>
                    <a:pt x="1346" y="1770"/>
                    <a:pt x="1293" y="1701"/>
                    <a:pt x="1245" y="1653"/>
                  </a:cubicBezTo>
                  <a:lnTo>
                    <a:pt x="942" y="1249"/>
                  </a:lnTo>
                  <a:cubicBezTo>
                    <a:pt x="707" y="962"/>
                    <a:pt x="469" y="659"/>
                    <a:pt x="235" y="356"/>
                  </a:cubicBezTo>
                  <a:cubicBezTo>
                    <a:pt x="219" y="340"/>
                    <a:pt x="202" y="303"/>
                    <a:pt x="182" y="287"/>
                  </a:cubicBezTo>
                  <a:cubicBezTo>
                    <a:pt x="118" y="202"/>
                    <a:pt x="33" y="11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3"/>
            <p:cNvSpPr/>
            <p:nvPr/>
          </p:nvSpPr>
          <p:spPr>
            <a:xfrm>
              <a:off x="1765828" y="3289044"/>
              <a:ext cx="5264" cy="67839"/>
            </a:xfrm>
            <a:custGeom>
              <a:rect b="b" l="l" r="r" t="t"/>
              <a:pathLst>
                <a:path extrusionOk="0" h="683" w="53">
                  <a:moveTo>
                    <a:pt x="32" y="1"/>
                  </a:moveTo>
                  <a:cubicBezTo>
                    <a:pt x="28" y="1"/>
                    <a:pt x="20" y="8"/>
                    <a:pt x="20" y="8"/>
                  </a:cubicBezTo>
                  <a:cubicBezTo>
                    <a:pt x="0" y="109"/>
                    <a:pt x="0" y="226"/>
                    <a:pt x="20" y="327"/>
                  </a:cubicBezTo>
                  <a:cubicBezTo>
                    <a:pt x="20" y="395"/>
                    <a:pt x="20" y="464"/>
                    <a:pt x="0" y="529"/>
                  </a:cubicBezTo>
                  <a:cubicBezTo>
                    <a:pt x="0" y="545"/>
                    <a:pt x="0" y="565"/>
                    <a:pt x="20" y="565"/>
                  </a:cubicBezTo>
                  <a:cubicBezTo>
                    <a:pt x="20" y="597"/>
                    <a:pt x="20" y="630"/>
                    <a:pt x="0" y="646"/>
                  </a:cubicBezTo>
                  <a:lnTo>
                    <a:pt x="0" y="682"/>
                  </a:lnTo>
                  <a:lnTo>
                    <a:pt x="20" y="682"/>
                  </a:lnTo>
                  <a:lnTo>
                    <a:pt x="20" y="666"/>
                  </a:lnTo>
                  <a:cubicBezTo>
                    <a:pt x="37" y="630"/>
                    <a:pt x="37" y="597"/>
                    <a:pt x="37" y="565"/>
                  </a:cubicBezTo>
                  <a:lnTo>
                    <a:pt x="37" y="529"/>
                  </a:lnTo>
                  <a:lnTo>
                    <a:pt x="37" y="327"/>
                  </a:lnTo>
                  <a:cubicBezTo>
                    <a:pt x="37" y="226"/>
                    <a:pt x="37" y="125"/>
                    <a:pt x="53" y="8"/>
                  </a:cubicBezTo>
                  <a:lnTo>
                    <a:pt x="37" y="8"/>
                  </a:lnTo>
                  <a:cubicBezTo>
                    <a:pt x="37" y="2"/>
                    <a:pt x="35"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3"/>
            <p:cNvSpPr/>
            <p:nvPr/>
          </p:nvSpPr>
          <p:spPr>
            <a:xfrm>
              <a:off x="1861279" y="2666276"/>
              <a:ext cx="6953" cy="51848"/>
            </a:xfrm>
            <a:custGeom>
              <a:rect b="b" l="l" r="r" t="t"/>
              <a:pathLst>
                <a:path extrusionOk="0" h="522" w="70">
                  <a:moveTo>
                    <a:pt x="49" y="0"/>
                  </a:moveTo>
                  <a:cubicBezTo>
                    <a:pt x="49" y="0"/>
                    <a:pt x="33" y="0"/>
                    <a:pt x="33" y="16"/>
                  </a:cubicBezTo>
                  <a:cubicBezTo>
                    <a:pt x="17" y="101"/>
                    <a:pt x="17" y="186"/>
                    <a:pt x="17" y="250"/>
                  </a:cubicBezTo>
                  <a:cubicBezTo>
                    <a:pt x="17" y="335"/>
                    <a:pt x="33" y="420"/>
                    <a:pt x="17" y="505"/>
                  </a:cubicBezTo>
                  <a:cubicBezTo>
                    <a:pt x="1" y="505"/>
                    <a:pt x="17" y="505"/>
                    <a:pt x="17" y="521"/>
                  </a:cubicBezTo>
                  <a:lnTo>
                    <a:pt x="33" y="505"/>
                  </a:lnTo>
                  <a:cubicBezTo>
                    <a:pt x="49" y="420"/>
                    <a:pt x="49" y="335"/>
                    <a:pt x="49" y="250"/>
                  </a:cubicBezTo>
                  <a:cubicBezTo>
                    <a:pt x="49" y="186"/>
                    <a:pt x="49" y="101"/>
                    <a:pt x="69" y="16"/>
                  </a:cubicBezTo>
                  <a:cubicBezTo>
                    <a:pt x="69" y="16"/>
                    <a:pt x="6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3"/>
            <p:cNvSpPr/>
            <p:nvPr/>
          </p:nvSpPr>
          <p:spPr>
            <a:xfrm>
              <a:off x="852932" y="1711664"/>
              <a:ext cx="359656" cy="334328"/>
            </a:xfrm>
            <a:custGeom>
              <a:rect b="b" l="l" r="r" t="t"/>
              <a:pathLst>
                <a:path extrusionOk="0" h="3366" w="3621">
                  <a:moveTo>
                    <a:pt x="3604" y="1"/>
                  </a:moveTo>
                  <a:cubicBezTo>
                    <a:pt x="3588" y="1"/>
                    <a:pt x="3588" y="17"/>
                    <a:pt x="3588" y="33"/>
                  </a:cubicBezTo>
                  <a:cubicBezTo>
                    <a:pt x="3572" y="49"/>
                    <a:pt x="3572" y="49"/>
                    <a:pt x="3556" y="65"/>
                  </a:cubicBezTo>
                  <a:cubicBezTo>
                    <a:pt x="2461" y="655"/>
                    <a:pt x="1467" y="1176"/>
                    <a:pt x="526" y="1701"/>
                  </a:cubicBezTo>
                  <a:cubicBezTo>
                    <a:pt x="490" y="1718"/>
                    <a:pt x="441" y="1750"/>
                    <a:pt x="405" y="1766"/>
                  </a:cubicBezTo>
                  <a:cubicBezTo>
                    <a:pt x="304" y="1819"/>
                    <a:pt x="203" y="1867"/>
                    <a:pt x="102" y="1936"/>
                  </a:cubicBezTo>
                  <a:cubicBezTo>
                    <a:pt x="37" y="1968"/>
                    <a:pt x="21" y="2004"/>
                    <a:pt x="21" y="2069"/>
                  </a:cubicBezTo>
                  <a:lnTo>
                    <a:pt x="21" y="2558"/>
                  </a:lnTo>
                  <a:cubicBezTo>
                    <a:pt x="21" y="2792"/>
                    <a:pt x="1" y="3047"/>
                    <a:pt x="21" y="3281"/>
                  </a:cubicBezTo>
                  <a:lnTo>
                    <a:pt x="21" y="3333"/>
                  </a:lnTo>
                  <a:cubicBezTo>
                    <a:pt x="1" y="3333"/>
                    <a:pt x="1" y="3350"/>
                    <a:pt x="1" y="3350"/>
                  </a:cubicBezTo>
                  <a:lnTo>
                    <a:pt x="1" y="3366"/>
                  </a:lnTo>
                  <a:lnTo>
                    <a:pt x="21" y="3366"/>
                  </a:lnTo>
                  <a:cubicBezTo>
                    <a:pt x="37" y="3350"/>
                    <a:pt x="37" y="3350"/>
                    <a:pt x="37" y="3333"/>
                  </a:cubicBezTo>
                  <a:cubicBezTo>
                    <a:pt x="54" y="3317"/>
                    <a:pt x="54" y="3297"/>
                    <a:pt x="54" y="3281"/>
                  </a:cubicBezTo>
                  <a:cubicBezTo>
                    <a:pt x="37" y="3047"/>
                    <a:pt x="37" y="2792"/>
                    <a:pt x="37" y="2558"/>
                  </a:cubicBezTo>
                  <a:lnTo>
                    <a:pt x="37" y="2069"/>
                  </a:lnTo>
                  <a:cubicBezTo>
                    <a:pt x="37" y="2020"/>
                    <a:pt x="54" y="1984"/>
                    <a:pt x="122" y="1952"/>
                  </a:cubicBezTo>
                  <a:cubicBezTo>
                    <a:pt x="203" y="1903"/>
                    <a:pt x="324" y="1835"/>
                    <a:pt x="425" y="1782"/>
                  </a:cubicBezTo>
                  <a:cubicBezTo>
                    <a:pt x="457" y="1766"/>
                    <a:pt x="490" y="1750"/>
                    <a:pt x="542" y="1718"/>
                  </a:cubicBezTo>
                  <a:cubicBezTo>
                    <a:pt x="1467" y="1213"/>
                    <a:pt x="2461" y="671"/>
                    <a:pt x="3556" y="85"/>
                  </a:cubicBezTo>
                  <a:cubicBezTo>
                    <a:pt x="3588" y="65"/>
                    <a:pt x="3604" y="49"/>
                    <a:pt x="3604" y="33"/>
                  </a:cubicBezTo>
                  <a:cubicBezTo>
                    <a:pt x="3604" y="33"/>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3"/>
            <p:cNvSpPr/>
            <p:nvPr/>
          </p:nvSpPr>
          <p:spPr>
            <a:xfrm>
              <a:off x="794827" y="2151475"/>
              <a:ext cx="4867" cy="91975"/>
            </a:xfrm>
            <a:custGeom>
              <a:rect b="b" l="l" r="r" t="t"/>
              <a:pathLst>
                <a:path extrusionOk="0" h="926" w="49">
                  <a:moveTo>
                    <a:pt x="0" y="0"/>
                  </a:moveTo>
                  <a:lnTo>
                    <a:pt x="0" y="16"/>
                  </a:lnTo>
                  <a:cubicBezTo>
                    <a:pt x="16" y="166"/>
                    <a:pt x="16" y="319"/>
                    <a:pt x="0" y="485"/>
                  </a:cubicBezTo>
                  <a:lnTo>
                    <a:pt x="0" y="772"/>
                  </a:lnTo>
                  <a:lnTo>
                    <a:pt x="0" y="808"/>
                  </a:lnTo>
                  <a:cubicBezTo>
                    <a:pt x="0" y="840"/>
                    <a:pt x="0" y="889"/>
                    <a:pt x="16" y="925"/>
                  </a:cubicBezTo>
                  <a:lnTo>
                    <a:pt x="33" y="925"/>
                  </a:lnTo>
                  <a:cubicBezTo>
                    <a:pt x="49" y="925"/>
                    <a:pt x="49" y="925"/>
                    <a:pt x="49" y="909"/>
                  </a:cubicBezTo>
                  <a:cubicBezTo>
                    <a:pt x="33" y="873"/>
                    <a:pt x="33" y="840"/>
                    <a:pt x="33" y="808"/>
                  </a:cubicBezTo>
                  <a:lnTo>
                    <a:pt x="33" y="772"/>
                  </a:lnTo>
                  <a:lnTo>
                    <a:pt x="33" y="485"/>
                  </a:lnTo>
                  <a:cubicBezTo>
                    <a:pt x="33" y="319"/>
                    <a:pt x="33" y="166"/>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3"/>
            <p:cNvSpPr/>
            <p:nvPr/>
          </p:nvSpPr>
          <p:spPr>
            <a:xfrm>
              <a:off x="751024" y="2336815"/>
              <a:ext cx="5364" cy="87207"/>
            </a:xfrm>
            <a:custGeom>
              <a:rect b="b" l="l" r="r" t="t"/>
              <a:pathLst>
                <a:path extrusionOk="0" h="878" w="54">
                  <a:moveTo>
                    <a:pt x="17" y="0"/>
                  </a:moveTo>
                  <a:lnTo>
                    <a:pt x="1" y="17"/>
                  </a:lnTo>
                  <a:cubicBezTo>
                    <a:pt x="17" y="170"/>
                    <a:pt x="17" y="303"/>
                    <a:pt x="17" y="437"/>
                  </a:cubicBezTo>
                  <a:lnTo>
                    <a:pt x="17" y="691"/>
                  </a:lnTo>
                  <a:lnTo>
                    <a:pt x="17" y="808"/>
                  </a:lnTo>
                  <a:lnTo>
                    <a:pt x="17" y="861"/>
                  </a:lnTo>
                  <a:lnTo>
                    <a:pt x="17" y="877"/>
                  </a:lnTo>
                  <a:cubicBezTo>
                    <a:pt x="37" y="877"/>
                    <a:pt x="37" y="861"/>
                    <a:pt x="37" y="861"/>
                  </a:cubicBezTo>
                  <a:lnTo>
                    <a:pt x="37" y="808"/>
                  </a:lnTo>
                  <a:lnTo>
                    <a:pt x="37" y="691"/>
                  </a:lnTo>
                  <a:lnTo>
                    <a:pt x="37" y="437"/>
                  </a:lnTo>
                  <a:cubicBezTo>
                    <a:pt x="37" y="303"/>
                    <a:pt x="53" y="154"/>
                    <a:pt x="17"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3"/>
            <p:cNvSpPr/>
            <p:nvPr/>
          </p:nvSpPr>
          <p:spPr>
            <a:xfrm>
              <a:off x="1944712" y="2636181"/>
              <a:ext cx="6953" cy="57013"/>
            </a:xfrm>
            <a:custGeom>
              <a:rect b="b" l="l" r="r" t="t"/>
              <a:pathLst>
                <a:path extrusionOk="0" h="574" w="70">
                  <a:moveTo>
                    <a:pt x="53" y="0"/>
                  </a:moveTo>
                  <a:cubicBezTo>
                    <a:pt x="37" y="0"/>
                    <a:pt x="37" y="16"/>
                    <a:pt x="37" y="16"/>
                  </a:cubicBezTo>
                  <a:cubicBezTo>
                    <a:pt x="17" y="101"/>
                    <a:pt x="17" y="202"/>
                    <a:pt x="17" y="287"/>
                  </a:cubicBezTo>
                  <a:cubicBezTo>
                    <a:pt x="17" y="388"/>
                    <a:pt x="17" y="473"/>
                    <a:pt x="1" y="553"/>
                  </a:cubicBezTo>
                  <a:cubicBezTo>
                    <a:pt x="1" y="574"/>
                    <a:pt x="1" y="574"/>
                    <a:pt x="17" y="574"/>
                  </a:cubicBezTo>
                  <a:lnTo>
                    <a:pt x="37" y="574"/>
                  </a:lnTo>
                  <a:cubicBezTo>
                    <a:pt x="53" y="473"/>
                    <a:pt x="53" y="388"/>
                    <a:pt x="53" y="287"/>
                  </a:cubicBezTo>
                  <a:cubicBezTo>
                    <a:pt x="37" y="202"/>
                    <a:pt x="37" y="117"/>
                    <a:pt x="53" y="16"/>
                  </a:cubicBezTo>
                  <a:cubicBezTo>
                    <a:pt x="70" y="16"/>
                    <a:pt x="53" y="16"/>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3"/>
            <p:cNvSpPr/>
            <p:nvPr/>
          </p:nvSpPr>
          <p:spPr>
            <a:xfrm>
              <a:off x="1416701" y="2831553"/>
              <a:ext cx="85221" cy="92372"/>
            </a:xfrm>
            <a:custGeom>
              <a:rect b="b" l="l" r="r" t="t"/>
              <a:pathLst>
                <a:path extrusionOk="0" h="930" w="858">
                  <a:moveTo>
                    <a:pt x="17" y="0"/>
                  </a:moveTo>
                  <a:cubicBezTo>
                    <a:pt x="1" y="0"/>
                    <a:pt x="1" y="0"/>
                    <a:pt x="1" y="21"/>
                  </a:cubicBezTo>
                  <a:lnTo>
                    <a:pt x="17" y="21"/>
                  </a:lnTo>
                  <a:cubicBezTo>
                    <a:pt x="49" y="21"/>
                    <a:pt x="65" y="53"/>
                    <a:pt x="102" y="69"/>
                  </a:cubicBezTo>
                  <a:cubicBezTo>
                    <a:pt x="102" y="69"/>
                    <a:pt x="102" y="85"/>
                    <a:pt x="118" y="85"/>
                  </a:cubicBezTo>
                  <a:cubicBezTo>
                    <a:pt x="251" y="223"/>
                    <a:pt x="384" y="372"/>
                    <a:pt x="506" y="526"/>
                  </a:cubicBezTo>
                  <a:lnTo>
                    <a:pt x="522" y="542"/>
                  </a:lnTo>
                  <a:lnTo>
                    <a:pt x="623" y="643"/>
                  </a:lnTo>
                  <a:cubicBezTo>
                    <a:pt x="708" y="728"/>
                    <a:pt x="788" y="808"/>
                    <a:pt x="825" y="930"/>
                  </a:cubicBezTo>
                  <a:lnTo>
                    <a:pt x="841" y="930"/>
                  </a:lnTo>
                  <a:cubicBezTo>
                    <a:pt x="841" y="930"/>
                    <a:pt x="857" y="930"/>
                    <a:pt x="857" y="909"/>
                  </a:cubicBezTo>
                  <a:cubicBezTo>
                    <a:pt x="825" y="792"/>
                    <a:pt x="724" y="707"/>
                    <a:pt x="639" y="627"/>
                  </a:cubicBezTo>
                  <a:cubicBezTo>
                    <a:pt x="607" y="590"/>
                    <a:pt x="570" y="558"/>
                    <a:pt x="538" y="526"/>
                  </a:cubicBezTo>
                  <a:lnTo>
                    <a:pt x="538" y="505"/>
                  </a:lnTo>
                  <a:cubicBezTo>
                    <a:pt x="405" y="356"/>
                    <a:pt x="267" y="202"/>
                    <a:pt x="134" y="69"/>
                  </a:cubicBezTo>
                  <a:cubicBezTo>
                    <a:pt x="118" y="69"/>
                    <a:pt x="118" y="53"/>
                    <a:pt x="118" y="53"/>
                  </a:cubicBezTo>
                  <a:cubicBezTo>
                    <a:pt x="82" y="21"/>
                    <a:pt x="65"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3"/>
            <p:cNvSpPr/>
            <p:nvPr/>
          </p:nvSpPr>
          <p:spPr>
            <a:xfrm>
              <a:off x="1336446" y="2930282"/>
              <a:ext cx="4966" cy="98729"/>
            </a:xfrm>
            <a:custGeom>
              <a:rect b="b" l="l" r="r" t="t"/>
              <a:pathLst>
                <a:path extrusionOk="0" h="994" w="50">
                  <a:moveTo>
                    <a:pt x="17" y="0"/>
                  </a:moveTo>
                  <a:cubicBezTo>
                    <a:pt x="1" y="0"/>
                    <a:pt x="1" y="16"/>
                    <a:pt x="1" y="16"/>
                  </a:cubicBezTo>
                  <a:cubicBezTo>
                    <a:pt x="17" y="137"/>
                    <a:pt x="17" y="255"/>
                    <a:pt x="17" y="372"/>
                  </a:cubicBezTo>
                  <a:lnTo>
                    <a:pt x="17" y="558"/>
                  </a:lnTo>
                  <a:lnTo>
                    <a:pt x="17" y="844"/>
                  </a:lnTo>
                  <a:lnTo>
                    <a:pt x="17" y="978"/>
                  </a:lnTo>
                  <a:lnTo>
                    <a:pt x="17" y="994"/>
                  </a:lnTo>
                  <a:cubicBezTo>
                    <a:pt x="33" y="994"/>
                    <a:pt x="33" y="978"/>
                    <a:pt x="33" y="978"/>
                  </a:cubicBezTo>
                  <a:lnTo>
                    <a:pt x="33" y="844"/>
                  </a:lnTo>
                  <a:lnTo>
                    <a:pt x="33" y="558"/>
                  </a:lnTo>
                  <a:lnTo>
                    <a:pt x="33" y="372"/>
                  </a:lnTo>
                  <a:cubicBezTo>
                    <a:pt x="33" y="255"/>
                    <a:pt x="49" y="137"/>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3"/>
            <p:cNvSpPr/>
            <p:nvPr/>
          </p:nvSpPr>
          <p:spPr>
            <a:xfrm>
              <a:off x="1815987" y="2443987"/>
              <a:ext cx="5264" cy="61879"/>
            </a:xfrm>
            <a:custGeom>
              <a:rect b="b" l="l" r="r" t="t"/>
              <a:pathLst>
                <a:path extrusionOk="0" h="623" w="53">
                  <a:moveTo>
                    <a:pt x="53" y="0"/>
                  </a:moveTo>
                  <a:cubicBezTo>
                    <a:pt x="37" y="0"/>
                    <a:pt x="37" y="0"/>
                    <a:pt x="37" y="16"/>
                  </a:cubicBezTo>
                  <a:cubicBezTo>
                    <a:pt x="20" y="101"/>
                    <a:pt x="20" y="202"/>
                    <a:pt x="20" y="287"/>
                  </a:cubicBezTo>
                  <a:lnTo>
                    <a:pt x="20" y="469"/>
                  </a:lnTo>
                  <a:lnTo>
                    <a:pt x="20" y="521"/>
                  </a:lnTo>
                  <a:cubicBezTo>
                    <a:pt x="20" y="537"/>
                    <a:pt x="20" y="570"/>
                    <a:pt x="0" y="606"/>
                  </a:cubicBezTo>
                  <a:lnTo>
                    <a:pt x="20" y="622"/>
                  </a:lnTo>
                  <a:lnTo>
                    <a:pt x="37" y="606"/>
                  </a:lnTo>
                  <a:cubicBezTo>
                    <a:pt x="53" y="570"/>
                    <a:pt x="53" y="537"/>
                    <a:pt x="53" y="505"/>
                  </a:cubicBezTo>
                  <a:lnTo>
                    <a:pt x="53" y="469"/>
                  </a:lnTo>
                  <a:lnTo>
                    <a:pt x="53" y="287"/>
                  </a:lnTo>
                  <a:cubicBezTo>
                    <a:pt x="37" y="202"/>
                    <a:pt x="37" y="10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3"/>
            <p:cNvSpPr/>
            <p:nvPr/>
          </p:nvSpPr>
          <p:spPr>
            <a:xfrm>
              <a:off x="1336446" y="2753285"/>
              <a:ext cx="4966" cy="91975"/>
            </a:xfrm>
            <a:custGeom>
              <a:rect b="b" l="l" r="r" t="t"/>
              <a:pathLst>
                <a:path extrusionOk="0" h="926" w="50">
                  <a:moveTo>
                    <a:pt x="17" y="1"/>
                  </a:moveTo>
                  <a:cubicBezTo>
                    <a:pt x="1" y="1"/>
                    <a:pt x="1" y="17"/>
                    <a:pt x="1" y="17"/>
                  </a:cubicBezTo>
                  <a:cubicBezTo>
                    <a:pt x="17" y="150"/>
                    <a:pt x="17" y="304"/>
                    <a:pt x="17" y="437"/>
                  </a:cubicBezTo>
                  <a:cubicBezTo>
                    <a:pt x="17" y="522"/>
                    <a:pt x="1" y="607"/>
                    <a:pt x="17" y="687"/>
                  </a:cubicBezTo>
                  <a:lnTo>
                    <a:pt x="17" y="756"/>
                  </a:lnTo>
                  <a:cubicBezTo>
                    <a:pt x="17" y="809"/>
                    <a:pt x="1" y="857"/>
                    <a:pt x="33" y="910"/>
                  </a:cubicBezTo>
                  <a:lnTo>
                    <a:pt x="33" y="926"/>
                  </a:lnTo>
                  <a:lnTo>
                    <a:pt x="49" y="926"/>
                  </a:lnTo>
                  <a:lnTo>
                    <a:pt x="49" y="910"/>
                  </a:lnTo>
                  <a:cubicBezTo>
                    <a:pt x="33" y="857"/>
                    <a:pt x="33" y="809"/>
                    <a:pt x="33" y="756"/>
                  </a:cubicBezTo>
                  <a:lnTo>
                    <a:pt x="33" y="687"/>
                  </a:lnTo>
                  <a:lnTo>
                    <a:pt x="33" y="437"/>
                  </a:lnTo>
                  <a:cubicBezTo>
                    <a:pt x="33" y="304"/>
                    <a:pt x="49" y="150"/>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3"/>
            <p:cNvSpPr/>
            <p:nvPr/>
          </p:nvSpPr>
          <p:spPr>
            <a:xfrm>
              <a:off x="852932" y="1203318"/>
              <a:ext cx="359656" cy="324296"/>
            </a:xfrm>
            <a:custGeom>
              <a:rect b="b" l="l" r="r" t="t"/>
              <a:pathLst>
                <a:path extrusionOk="0" h="3265" w="3621">
                  <a:moveTo>
                    <a:pt x="3604" y="0"/>
                  </a:moveTo>
                  <a:cubicBezTo>
                    <a:pt x="3471" y="85"/>
                    <a:pt x="3334" y="170"/>
                    <a:pt x="3200" y="255"/>
                  </a:cubicBezTo>
                  <a:cubicBezTo>
                    <a:pt x="2914" y="421"/>
                    <a:pt x="2611" y="606"/>
                    <a:pt x="2324" y="792"/>
                  </a:cubicBezTo>
                  <a:cubicBezTo>
                    <a:pt x="1904" y="1043"/>
                    <a:pt x="1484" y="1313"/>
                    <a:pt x="1063" y="1568"/>
                  </a:cubicBezTo>
                  <a:cubicBezTo>
                    <a:pt x="744" y="1770"/>
                    <a:pt x="441" y="1952"/>
                    <a:pt x="122" y="2154"/>
                  </a:cubicBezTo>
                  <a:cubicBezTo>
                    <a:pt x="54" y="2206"/>
                    <a:pt x="21" y="2238"/>
                    <a:pt x="21" y="2356"/>
                  </a:cubicBezTo>
                  <a:cubicBezTo>
                    <a:pt x="37" y="2525"/>
                    <a:pt x="21" y="2711"/>
                    <a:pt x="21" y="2881"/>
                  </a:cubicBezTo>
                  <a:lnTo>
                    <a:pt x="21" y="3115"/>
                  </a:lnTo>
                  <a:lnTo>
                    <a:pt x="21" y="3131"/>
                  </a:lnTo>
                  <a:cubicBezTo>
                    <a:pt x="21" y="3184"/>
                    <a:pt x="1" y="3216"/>
                    <a:pt x="54" y="3248"/>
                  </a:cubicBezTo>
                  <a:lnTo>
                    <a:pt x="54" y="3264"/>
                  </a:lnTo>
                  <a:lnTo>
                    <a:pt x="70" y="3248"/>
                  </a:lnTo>
                  <a:lnTo>
                    <a:pt x="70" y="3232"/>
                  </a:lnTo>
                  <a:cubicBezTo>
                    <a:pt x="37" y="3216"/>
                    <a:pt x="37" y="3184"/>
                    <a:pt x="37" y="3131"/>
                  </a:cubicBezTo>
                  <a:lnTo>
                    <a:pt x="37" y="3115"/>
                  </a:lnTo>
                  <a:cubicBezTo>
                    <a:pt x="37" y="3030"/>
                    <a:pt x="54" y="2961"/>
                    <a:pt x="54" y="2881"/>
                  </a:cubicBezTo>
                  <a:lnTo>
                    <a:pt x="54" y="2356"/>
                  </a:lnTo>
                  <a:cubicBezTo>
                    <a:pt x="37" y="2255"/>
                    <a:pt x="70" y="2222"/>
                    <a:pt x="138" y="2174"/>
                  </a:cubicBezTo>
                  <a:cubicBezTo>
                    <a:pt x="457" y="1988"/>
                    <a:pt x="760" y="1786"/>
                    <a:pt x="1080" y="1600"/>
                  </a:cubicBezTo>
                  <a:cubicBezTo>
                    <a:pt x="1500" y="1329"/>
                    <a:pt x="1904" y="1079"/>
                    <a:pt x="2324" y="808"/>
                  </a:cubicBezTo>
                  <a:cubicBezTo>
                    <a:pt x="2627" y="622"/>
                    <a:pt x="2930" y="457"/>
                    <a:pt x="3217" y="271"/>
                  </a:cubicBezTo>
                  <a:cubicBezTo>
                    <a:pt x="3354" y="186"/>
                    <a:pt x="3487" y="101"/>
                    <a:pt x="3621" y="33"/>
                  </a:cubicBezTo>
                  <a:lnTo>
                    <a:pt x="3621" y="17"/>
                  </a:lnTo>
                  <a:cubicBezTo>
                    <a:pt x="3621" y="0"/>
                    <a:pt x="3604" y="0"/>
                    <a:pt x="36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3"/>
            <p:cNvSpPr/>
            <p:nvPr/>
          </p:nvSpPr>
          <p:spPr>
            <a:xfrm>
              <a:off x="2024967" y="3573809"/>
              <a:ext cx="6953" cy="50258"/>
            </a:xfrm>
            <a:custGeom>
              <a:rect b="b" l="l" r="r" t="t"/>
              <a:pathLst>
                <a:path extrusionOk="0" h="506" w="70">
                  <a:moveTo>
                    <a:pt x="37" y="1"/>
                  </a:moveTo>
                  <a:cubicBezTo>
                    <a:pt x="17" y="86"/>
                    <a:pt x="17" y="170"/>
                    <a:pt x="17" y="255"/>
                  </a:cubicBezTo>
                  <a:cubicBezTo>
                    <a:pt x="17" y="340"/>
                    <a:pt x="37" y="425"/>
                    <a:pt x="1" y="490"/>
                  </a:cubicBezTo>
                  <a:cubicBezTo>
                    <a:pt x="1" y="506"/>
                    <a:pt x="17" y="506"/>
                    <a:pt x="17" y="506"/>
                  </a:cubicBezTo>
                  <a:lnTo>
                    <a:pt x="37" y="506"/>
                  </a:lnTo>
                  <a:cubicBezTo>
                    <a:pt x="53" y="425"/>
                    <a:pt x="53" y="340"/>
                    <a:pt x="53" y="255"/>
                  </a:cubicBezTo>
                  <a:cubicBezTo>
                    <a:pt x="53" y="170"/>
                    <a:pt x="37" y="86"/>
                    <a:pt x="70" y="21"/>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3"/>
            <p:cNvSpPr/>
            <p:nvPr/>
          </p:nvSpPr>
          <p:spPr>
            <a:xfrm>
              <a:off x="706130" y="2213255"/>
              <a:ext cx="3278" cy="66647"/>
            </a:xfrm>
            <a:custGeom>
              <a:rect b="b" l="l" r="r" t="t"/>
              <a:pathLst>
                <a:path extrusionOk="0" h="671" w="33">
                  <a:moveTo>
                    <a:pt x="17" y="0"/>
                  </a:moveTo>
                  <a:cubicBezTo>
                    <a:pt x="17" y="0"/>
                    <a:pt x="0" y="0"/>
                    <a:pt x="0" y="16"/>
                  </a:cubicBezTo>
                  <a:lnTo>
                    <a:pt x="0" y="655"/>
                  </a:lnTo>
                  <a:cubicBezTo>
                    <a:pt x="0" y="671"/>
                    <a:pt x="17" y="671"/>
                    <a:pt x="17" y="671"/>
                  </a:cubicBezTo>
                  <a:cubicBezTo>
                    <a:pt x="33" y="671"/>
                    <a:pt x="33" y="671"/>
                    <a:pt x="33" y="655"/>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3"/>
            <p:cNvSpPr/>
            <p:nvPr/>
          </p:nvSpPr>
          <p:spPr>
            <a:xfrm>
              <a:off x="794827" y="1663094"/>
              <a:ext cx="6456" cy="55125"/>
            </a:xfrm>
            <a:custGeom>
              <a:rect b="b" l="l" r="r" t="t"/>
              <a:pathLst>
                <a:path extrusionOk="0" h="555" w="65">
                  <a:moveTo>
                    <a:pt x="16" y="1"/>
                  </a:moveTo>
                  <a:lnTo>
                    <a:pt x="16" y="102"/>
                  </a:lnTo>
                  <a:cubicBezTo>
                    <a:pt x="16" y="150"/>
                    <a:pt x="16" y="219"/>
                    <a:pt x="0" y="288"/>
                  </a:cubicBezTo>
                  <a:cubicBezTo>
                    <a:pt x="0" y="389"/>
                    <a:pt x="16" y="473"/>
                    <a:pt x="33" y="554"/>
                  </a:cubicBezTo>
                  <a:lnTo>
                    <a:pt x="49" y="554"/>
                  </a:lnTo>
                  <a:cubicBezTo>
                    <a:pt x="49" y="554"/>
                    <a:pt x="65" y="554"/>
                    <a:pt x="65" y="538"/>
                  </a:cubicBezTo>
                  <a:cubicBezTo>
                    <a:pt x="33" y="473"/>
                    <a:pt x="33" y="389"/>
                    <a:pt x="33" y="288"/>
                  </a:cubicBezTo>
                  <a:cubicBezTo>
                    <a:pt x="33" y="219"/>
                    <a:pt x="33" y="171"/>
                    <a:pt x="49" y="102"/>
                  </a:cubicBezTo>
                  <a:lnTo>
                    <a:pt x="49" y="17"/>
                  </a:lnTo>
                  <a:cubicBezTo>
                    <a:pt x="49"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3"/>
            <p:cNvSpPr/>
            <p:nvPr/>
          </p:nvSpPr>
          <p:spPr>
            <a:xfrm>
              <a:off x="1815987" y="2121379"/>
              <a:ext cx="5264" cy="61879"/>
            </a:xfrm>
            <a:custGeom>
              <a:rect b="b" l="l" r="r" t="t"/>
              <a:pathLst>
                <a:path extrusionOk="0" h="623" w="53">
                  <a:moveTo>
                    <a:pt x="53" y="0"/>
                  </a:moveTo>
                  <a:cubicBezTo>
                    <a:pt x="37" y="0"/>
                    <a:pt x="37" y="0"/>
                    <a:pt x="37" y="16"/>
                  </a:cubicBezTo>
                  <a:cubicBezTo>
                    <a:pt x="20" y="101"/>
                    <a:pt x="20" y="202"/>
                    <a:pt x="20" y="303"/>
                  </a:cubicBezTo>
                  <a:lnTo>
                    <a:pt x="20" y="469"/>
                  </a:lnTo>
                  <a:lnTo>
                    <a:pt x="20" y="521"/>
                  </a:lnTo>
                  <a:cubicBezTo>
                    <a:pt x="20" y="554"/>
                    <a:pt x="20" y="570"/>
                    <a:pt x="0" y="606"/>
                  </a:cubicBezTo>
                  <a:cubicBezTo>
                    <a:pt x="0" y="606"/>
                    <a:pt x="0" y="622"/>
                    <a:pt x="20" y="622"/>
                  </a:cubicBezTo>
                  <a:lnTo>
                    <a:pt x="37" y="622"/>
                  </a:lnTo>
                  <a:cubicBezTo>
                    <a:pt x="53" y="586"/>
                    <a:pt x="53" y="554"/>
                    <a:pt x="53" y="521"/>
                  </a:cubicBezTo>
                  <a:lnTo>
                    <a:pt x="53" y="469"/>
                  </a:lnTo>
                  <a:lnTo>
                    <a:pt x="53" y="303"/>
                  </a:lnTo>
                  <a:cubicBezTo>
                    <a:pt x="37" y="202"/>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3"/>
            <p:cNvSpPr/>
            <p:nvPr/>
          </p:nvSpPr>
          <p:spPr>
            <a:xfrm>
              <a:off x="1527051" y="2657834"/>
              <a:ext cx="192293" cy="336314"/>
            </a:xfrm>
            <a:custGeom>
              <a:rect b="b" l="l" r="r" t="t"/>
              <a:pathLst>
                <a:path extrusionOk="0" h="3386" w="1936">
                  <a:moveTo>
                    <a:pt x="17" y="0"/>
                  </a:moveTo>
                  <a:cubicBezTo>
                    <a:pt x="17" y="0"/>
                    <a:pt x="1" y="0"/>
                    <a:pt x="1" y="16"/>
                  </a:cubicBezTo>
                  <a:lnTo>
                    <a:pt x="1" y="33"/>
                  </a:lnTo>
                  <a:cubicBezTo>
                    <a:pt x="49" y="69"/>
                    <a:pt x="102" y="117"/>
                    <a:pt x="134" y="170"/>
                  </a:cubicBezTo>
                  <a:cubicBezTo>
                    <a:pt x="687" y="840"/>
                    <a:pt x="1261" y="1531"/>
                    <a:pt x="1818" y="2206"/>
                  </a:cubicBezTo>
                  <a:cubicBezTo>
                    <a:pt x="1883" y="2291"/>
                    <a:pt x="1899" y="2376"/>
                    <a:pt x="1899" y="2456"/>
                  </a:cubicBezTo>
                  <a:lnTo>
                    <a:pt x="1899" y="3030"/>
                  </a:lnTo>
                  <a:lnTo>
                    <a:pt x="1899" y="3216"/>
                  </a:lnTo>
                  <a:lnTo>
                    <a:pt x="1899" y="3232"/>
                  </a:lnTo>
                  <a:cubicBezTo>
                    <a:pt x="1899" y="3284"/>
                    <a:pt x="1899" y="3317"/>
                    <a:pt x="1883" y="3365"/>
                  </a:cubicBezTo>
                  <a:cubicBezTo>
                    <a:pt x="1867" y="3365"/>
                    <a:pt x="1867" y="3385"/>
                    <a:pt x="1883" y="3385"/>
                  </a:cubicBezTo>
                  <a:lnTo>
                    <a:pt x="1899" y="3385"/>
                  </a:lnTo>
                  <a:cubicBezTo>
                    <a:pt x="1936" y="3333"/>
                    <a:pt x="1936" y="3284"/>
                    <a:pt x="1936" y="3232"/>
                  </a:cubicBezTo>
                  <a:lnTo>
                    <a:pt x="1936" y="3216"/>
                  </a:lnTo>
                  <a:lnTo>
                    <a:pt x="1936" y="3014"/>
                  </a:lnTo>
                  <a:cubicBezTo>
                    <a:pt x="1919" y="2844"/>
                    <a:pt x="1919" y="2642"/>
                    <a:pt x="1936" y="2456"/>
                  </a:cubicBezTo>
                  <a:cubicBezTo>
                    <a:pt x="1936" y="2355"/>
                    <a:pt x="1899" y="2275"/>
                    <a:pt x="1835" y="2190"/>
                  </a:cubicBezTo>
                  <a:cubicBezTo>
                    <a:pt x="1277" y="1515"/>
                    <a:pt x="708" y="824"/>
                    <a:pt x="150" y="134"/>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3"/>
            <p:cNvSpPr/>
            <p:nvPr/>
          </p:nvSpPr>
          <p:spPr>
            <a:xfrm>
              <a:off x="1923059" y="2242655"/>
              <a:ext cx="147398" cy="360252"/>
            </a:xfrm>
            <a:custGeom>
              <a:rect b="b" l="l" r="r" t="t"/>
              <a:pathLst>
                <a:path extrusionOk="0" h="3627" w="1484">
                  <a:moveTo>
                    <a:pt x="12" y="0"/>
                  </a:moveTo>
                  <a:cubicBezTo>
                    <a:pt x="10" y="0"/>
                    <a:pt x="6" y="2"/>
                    <a:pt x="1" y="7"/>
                  </a:cubicBezTo>
                  <a:cubicBezTo>
                    <a:pt x="69" y="225"/>
                    <a:pt x="187" y="411"/>
                    <a:pt x="304" y="597"/>
                  </a:cubicBezTo>
                  <a:cubicBezTo>
                    <a:pt x="356" y="678"/>
                    <a:pt x="421" y="763"/>
                    <a:pt x="473" y="847"/>
                  </a:cubicBezTo>
                  <a:cubicBezTo>
                    <a:pt x="724" y="1284"/>
                    <a:pt x="995" y="1724"/>
                    <a:pt x="1245" y="2144"/>
                  </a:cubicBezTo>
                  <a:lnTo>
                    <a:pt x="1399" y="2395"/>
                  </a:lnTo>
                  <a:cubicBezTo>
                    <a:pt x="1415" y="2431"/>
                    <a:pt x="1431" y="2447"/>
                    <a:pt x="1431" y="2479"/>
                  </a:cubicBezTo>
                  <a:lnTo>
                    <a:pt x="1431" y="2698"/>
                  </a:lnTo>
                  <a:cubicBezTo>
                    <a:pt x="1431" y="2883"/>
                    <a:pt x="1431" y="3069"/>
                    <a:pt x="1415" y="3255"/>
                  </a:cubicBezTo>
                  <a:cubicBezTo>
                    <a:pt x="1415" y="3356"/>
                    <a:pt x="1415" y="3473"/>
                    <a:pt x="1447" y="3607"/>
                  </a:cubicBezTo>
                  <a:lnTo>
                    <a:pt x="1467" y="3627"/>
                  </a:lnTo>
                  <a:lnTo>
                    <a:pt x="1483" y="3607"/>
                  </a:lnTo>
                  <a:cubicBezTo>
                    <a:pt x="1447" y="3473"/>
                    <a:pt x="1431" y="3356"/>
                    <a:pt x="1447" y="3255"/>
                  </a:cubicBezTo>
                  <a:cubicBezTo>
                    <a:pt x="1467" y="3069"/>
                    <a:pt x="1467" y="2883"/>
                    <a:pt x="1447" y="2698"/>
                  </a:cubicBezTo>
                  <a:lnTo>
                    <a:pt x="1447" y="2479"/>
                  </a:lnTo>
                  <a:cubicBezTo>
                    <a:pt x="1447" y="2447"/>
                    <a:pt x="1447" y="2415"/>
                    <a:pt x="1431" y="2379"/>
                  </a:cubicBezTo>
                  <a:lnTo>
                    <a:pt x="1281" y="2128"/>
                  </a:lnTo>
                  <a:cubicBezTo>
                    <a:pt x="1011" y="1708"/>
                    <a:pt x="740" y="1268"/>
                    <a:pt x="490" y="847"/>
                  </a:cubicBezTo>
                  <a:cubicBezTo>
                    <a:pt x="437" y="746"/>
                    <a:pt x="389" y="662"/>
                    <a:pt x="320" y="577"/>
                  </a:cubicBezTo>
                  <a:cubicBezTo>
                    <a:pt x="203" y="395"/>
                    <a:pt x="86" y="209"/>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3"/>
            <p:cNvSpPr/>
            <p:nvPr/>
          </p:nvSpPr>
          <p:spPr>
            <a:xfrm>
              <a:off x="1185969" y="2472394"/>
              <a:ext cx="4966" cy="85221"/>
            </a:xfrm>
            <a:custGeom>
              <a:rect b="b" l="l" r="r" t="t"/>
              <a:pathLst>
                <a:path extrusionOk="0" h="858" w="50">
                  <a:moveTo>
                    <a:pt x="17" y="1"/>
                  </a:moveTo>
                  <a:cubicBezTo>
                    <a:pt x="1" y="1"/>
                    <a:pt x="1" y="1"/>
                    <a:pt x="1" y="17"/>
                  </a:cubicBezTo>
                  <a:cubicBezTo>
                    <a:pt x="17" y="150"/>
                    <a:pt x="17" y="304"/>
                    <a:pt x="17" y="437"/>
                  </a:cubicBezTo>
                  <a:lnTo>
                    <a:pt x="17" y="688"/>
                  </a:lnTo>
                  <a:lnTo>
                    <a:pt x="17" y="740"/>
                  </a:lnTo>
                  <a:cubicBezTo>
                    <a:pt x="17" y="772"/>
                    <a:pt x="17" y="809"/>
                    <a:pt x="33" y="857"/>
                  </a:cubicBezTo>
                  <a:lnTo>
                    <a:pt x="49" y="857"/>
                  </a:lnTo>
                  <a:lnTo>
                    <a:pt x="49" y="841"/>
                  </a:lnTo>
                  <a:cubicBezTo>
                    <a:pt x="33" y="809"/>
                    <a:pt x="33" y="772"/>
                    <a:pt x="33" y="740"/>
                  </a:cubicBezTo>
                  <a:lnTo>
                    <a:pt x="33" y="688"/>
                  </a:lnTo>
                  <a:lnTo>
                    <a:pt x="33" y="437"/>
                  </a:lnTo>
                  <a:cubicBezTo>
                    <a:pt x="33" y="304"/>
                    <a:pt x="49" y="150"/>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3"/>
            <p:cNvSpPr/>
            <p:nvPr/>
          </p:nvSpPr>
          <p:spPr>
            <a:xfrm>
              <a:off x="1794334" y="3477166"/>
              <a:ext cx="5264" cy="60290"/>
            </a:xfrm>
            <a:custGeom>
              <a:rect b="b" l="l" r="r" t="t"/>
              <a:pathLst>
                <a:path extrusionOk="0" h="607" w="53">
                  <a:moveTo>
                    <a:pt x="36" y="0"/>
                  </a:moveTo>
                  <a:cubicBezTo>
                    <a:pt x="36" y="0"/>
                    <a:pt x="16" y="0"/>
                    <a:pt x="16" y="16"/>
                  </a:cubicBezTo>
                  <a:lnTo>
                    <a:pt x="16" y="235"/>
                  </a:lnTo>
                  <a:cubicBezTo>
                    <a:pt x="16" y="352"/>
                    <a:pt x="16" y="469"/>
                    <a:pt x="0" y="590"/>
                  </a:cubicBezTo>
                  <a:cubicBezTo>
                    <a:pt x="0" y="606"/>
                    <a:pt x="16" y="606"/>
                    <a:pt x="16" y="606"/>
                  </a:cubicBezTo>
                  <a:cubicBezTo>
                    <a:pt x="36" y="606"/>
                    <a:pt x="36" y="606"/>
                    <a:pt x="36" y="590"/>
                  </a:cubicBezTo>
                  <a:cubicBezTo>
                    <a:pt x="53" y="469"/>
                    <a:pt x="53" y="352"/>
                    <a:pt x="53" y="235"/>
                  </a:cubicBezTo>
                  <a:lnTo>
                    <a:pt x="53" y="16"/>
                  </a:lnTo>
                  <a:cubicBezTo>
                    <a:pt x="53" y="0"/>
                    <a:pt x="36"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3"/>
            <p:cNvSpPr/>
            <p:nvPr/>
          </p:nvSpPr>
          <p:spPr>
            <a:xfrm>
              <a:off x="1521886" y="3366816"/>
              <a:ext cx="190605" cy="257252"/>
            </a:xfrm>
            <a:custGeom>
              <a:rect b="b" l="l" r="r" t="t"/>
              <a:pathLst>
                <a:path extrusionOk="0" h="2590" w="1919">
                  <a:moveTo>
                    <a:pt x="32" y="0"/>
                  </a:moveTo>
                  <a:cubicBezTo>
                    <a:pt x="32" y="0"/>
                    <a:pt x="16" y="0"/>
                    <a:pt x="16" y="16"/>
                  </a:cubicBezTo>
                  <a:cubicBezTo>
                    <a:pt x="0" y="186"/>
                    <a:pt x="0" y="368"/>
                    <a:pt x="0" y="538"/>
                  </a:cubicBezTo>
                  <a:cubicBezTo>
                    <a:pt x="16" y="639"/>
                    <a:pt x="16" y="740"/>
                    <a:pt x="0" y="857"/>
                  </a:cubicBezTo>
                  <a:cubicBezTo>
                    <a:pt x="0" y="893"/>
                    <a:pt x="32" y="909"/>
                    <a:pt x="53" y="942"/>
                  </a:cubicBezTo>
                  <a:lnTo>
                    <a:pt x="69" y="942"/>
                  </a:lnTo>
                  <a:cubicBezTo>
                    <a:pt x="218" y="1075"/>
                    <a:pt x="356" y="1212"/>
                    <a:pt x="505" y="1346"/>
                  </a:cubicBezTo>
                  <a:cubicBezTo>
                    <a:pt x="909" y="1717"/>
                    <a:pt x="1313" y="2105"/>
                    <a:pt x="1733" y="2456"/>
                  </a:cubicBezTo>
                  <a:cubicBezTo>
                    <a:pt x="1749" y="2473"/>
                    <a:pt x="1769" y="2489"/>
                    <a:pt x="1786" y="2509"/>
                  </a:cubicBezTo>
                  <a:cubicBezTo>
                    <a:pt x="1818" y="2541"/>
                    <a:pt x="1850" y="2590"/>
                    <a:pt x="1919" y="2590"/>
                  </a:cubicBezTo>
                  <a:lnTo>
                    <a:pt x="1919" y="2574"/>
                  </a:lnTo>
                  <a:cubicBezTo>
                    <a:pt x="1850" y="2574"/>
                    <a:pt x="1834" y="2541"/>
                    <a:pt x="1802" y="2489"/>
                  </a:cubicBezTo>
                  <a:cubicBezTo>
                    <a:pt x="1786" y="2473"/>
                    <a:pt x="1786" y="2456"/>
                    <a:pt x="1749" y="2440"/>
                  </a:cubicBezTo>
                  <a:cubicBezTo>
                    <a:pt x="1329" y="2085"/>
                    <a:pt x="925" y="1701"/>
                    <a:pt x="521" y="1329"/>
                  </a:cubicBezTo>
                  <a:cubicBezTo>
                    <a:pt x="372" y="1196"/>
                    <a:pt x="234" y="1059"/>
                    <a:pt x="85" y="925"/>
                  </a:cubicBezTo>
                  <a:lnTo>
                    <a:pt x="69" y="909"/>
                  </a:lnTo>
                  <a:cubicBezTo>
                    <a:pt x="53" y="893"/>
                    <a:pt x="32" y="873"/>
                    <a:pt x="32" y="857"/>
                  </a:cubicBezTo>
                  <a:lnTo>
                    <a:pt x="32" y="538"/>
                  </a:lnTo>
                  <a:cubicBezTo>
                    <a:pt x="32" y="368"/>
                    <a:pt x="32" y="186"/>
                    <a:pt x="53" y="16"/>
                  </a:cubicBezTo>
                  <a:cubicBezTo>
                    <a:pt x="53" y="16"/>
                    <a:pt x="53"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3"/>
            <p:cNvSpPr/>
            <p:nvPr/>
          </p:nvSpPr>
          <p:spPr>
            <a:xfrm>
              <a:off x="869817" y="2805033"/>
              <a:ext cx="334328" cy="225666"/>
            </a:xfrm>
            <a:custGeom>
              <a:rect b="b" l="l" r="r" t="t"/>
              <a:pathLst>
                <a:path extrusionOk="0" h="2272" w="3366">
                  <a:moveTo>
                    <a:pt x="3350" y="1"/>
                  </a:moveTo>
                  <a:cubicBezTo>
                    <a:pt x="3216" y="33"/>
                    <a:pt x="3083" y="86"/>
                    <a:pt x="2946" y="134"/>
                  </a:cubicBezTo>
                  <a:cubicBezTo>
                    <a:pt x="2881" y="166"/>
                    <a:pt x="2828" y="187"/>
                    <a:pt x="2760" y="219"/>
                  </a:cubicBezTo>
                  <a:cubicBezTo>
                    <a:pt x="2493" y="320"/>
                    <a:pt x="2222" y="421"/>
                    <a:pt x="1972" y="538"/>
                  </a:cubicBezTo>
                  <a:cubicBezTo>
                    <a:pt x="1851" y="570"/>
                    <a:pt x="1750" y="623"/>
                    <a:pt x="1649" y="655"/>
                  </a:cubicBezTo>
                  <a:cubicBezTo>
                    <a:pt x="1516" y="708"/>
                    <a:pt x="1398" y="756"/>
                    <a:pt x="1265" y="809"/>
                  </a:cubicBezTo>
                  <a:cubicBezTo>
                    <a:pt x="1063" y="894"/>
                    <a:pt x="861" y="974"/>
                    <a:pt x="639" y="1059"/>
                  </a:cubicBezTo>
                  <a:cubicBezTo>
                    <a:pt x="473" y="1128"/>
                    <a:pt x="320" y="1197"/>
                    <a:pt x="154" y="1245"/>
                  </a:cubicBezTo>
                  <a:cubicBezTo>
                    <a:pt x="33" y="1277"/>
                    <a:pt x="1" y="1346"/>
                    <a:pt x="1" y="1447"/>
                  </a:cubicBezTo>
                  <a:lnTo>
                    <a:pt x="1" y="1903"/>
                  </a:lnTo>
                  <a:lnTo>
                    <a:pt x="1" y="2122"/>
                  </a:lnTo>
                  <a:lnTo>
                    <a:pt x="1" y="2138"/>
                  </a:lnTo>
                  <a:cubicBezTo>
                    <a:pt x="1" y="2186"/>
                    <a:pt x="1" y="2223"/>
                    <a:pt x="33" y="2255"/>
                  </a:cubicBezTo>
                  <a:lnTo>
                    <a:pt x="53" y="2271"/>
                  </a:lnTo>
                  <a:lnTo>
                    <a:pt x="53" y="2255"/>
                  </a:lnTo>
                  <a:lnTo>
                    <a:pt x="53" y="2239"/>
                  </a:lnTo>
                  <a:cubicBezTo>
                    <a:pt x="33" y="2223"/>
                    <a:pt x="33" y="2186"/>
                    <a:pt x="33" y="2138"/>
                  </a:cubicBezTo>
                  <a:lnTo>
                    <a:pt x="33" y="2122"/>
                  </a:lnTo>
                  <a:lnTo>
                    <a:pt x="33" y="1903"/>
                  </a:lnTo>
                  <a:lnTo>
                    <a:pt x="33" y="1447"/>
                  </a:lnTo>
                  <a:cubicBezTo>
                    <a:pt x="33" y="1346"/>
                    <a:pt x="53" y="1314"/>
                    <a:pt x="154" y="1277"/>
                  </a:cubicBezTo>
                  <a:cubicBezTo>
                    <a:pt x="320" y="1229"/>
                    <a:pt x="489" y="1160"/>
                    <a:pt x="659" y="1096"/>
                  </a:cubicBezTo>
                  <a:lnTo>
                    <a:pt x="659" y="1075"/>
                  </a:lnTo>
                  <a:cubicBezTo>
                    <a:pt x="861" y="995"/>
                    <a:pt x="1079" y="926"/>
                    <a:pt x="1281" y="841"/>
                  </a:cubicBezTo>
                  <a:cubicBezTo>
                    <a:pt x="1398" y="793"/>
                    <a:pt x="1532" y="740"/>
                    <a:pt x="1669" y="692"/>
                  </a:cubicBezTo>
                  <a:cubicBezTo>
                    <a:pt x="1770" y="639"/>
                    <a:pt x="1871" y="607"/>
                    <a:pt x="1972" y="554"/>
                  </a:cubicBezTo>
                  <a:cubicBezTo>
                    <a:pt x="2239" y="453"/>
                    <a:pt x="2509" y="336"/>
                    <a:pt x="2760" y="235"/>
                  </a:cubicBezTo>
                  <a:cubicBezTo>
                    <a:pt x="2828" y="219"/>
                    <a:pt x="2897" y="187"/>
                    <a:pt x="2946" y="166"/>
                  </a:cubicBezTo>
                  <a:cubicBezTo>
                    <a:pt x="3083" y="102"/>
                    <a:pt x="3216" y="49"/>
                    <a:pt x="3366" y="17"/>
                  </a:cubicBezTo>
                  <a:lnTo>
                    <a:pt x="3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3"/>
            <p:cNvSpPr/>
            <p:nvPr/>
          </p:nvSpPr>
          <p:spPr>
            <a:xfrm>
              <a:off x="1183982" y="2985606"/>
              <a:ext cx="5364" cy="98828"/>
            </a:xfrm>
            <a:custGeom>
              <a:rect b="b" l="l" r="r" t="t"/>
              <a:pathLst>
                <a:path extrusionOk="0" h="995" w="54">
                  <a:moveTo>
                    <a:pt x="21" y="1"/>
                  </a:moveTo>
                  <a:cubicBezTo>
                    <a:pt x="21" y="1"/>
                    <a:pt x="1" y="1"/>
                    <a:pt x="1" y="17"/>
                  </a:cubicBezTo>
                  <a:lnTo>
                    <a:pt x="1" y="219"/>
                  </a:lnTo>
                  <a:lnTo>
                    <a:pt x="1" y="841"/>
                  </a:lnTo>
                  <a:lnTo>
                    <a:pt x="1" y="873"/>
                  </a:lnTo>
                  <a:cubicBezTo>
                    <a:pt x="1" y="910"/>
                    <a:pt x="1" y="942"/>
                    <a:pt x="21" y="974"/>
                  </a:cubicBezTo>
                  <a:lnTo>
                    <a:pt x="37" y="994"/>
                  </a:lnTo>
                  <a:cubicBezTo>
                    <a:pt x="37" y="974"/>
                    <a:pt x="53" y="974"/>
                    <a:pt x="37" y="974"/>
                  </a:cubicBezTo>
                  <a:lnTo>
                    <a:pt x="37" y="873"/>
                  </a:lnTo>
                  <a:lnTo>
                    <a:pt x="37" y="841"/>
                  </a:lnTo>
                  <a:lnTo>
                    <a:pt x="37" y="219"/>
                  </a:lnTo>
                  <a:lnTo>
                    <a:pt x="37" y="17"/>
                  </a:ln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3"/>
            <p:cNvSpPr/>
            <p:nvPr/>
          </p:nvSpPr>
          <p:spPr>
            <a:xfrm>
              <a:off x="1613761" y="3460280"/>
              <a:ext cx="3675" cy="67144"/>
            </a:xfrm>
            <a:custGeom>
              <a:rect b="b" l="l" r="r" t="t"/>
              <a:pathLst>
                <a:path extrusionOk="0" h="676" w="37">
                  <a:moveTo>
                    <a:pt x="16" y="1"/>
                  </a:moveTo>
                  <a:cubicBezTo>
                    <a:pt x="0" y="1"/>
                    <a:pt x="0" y="17"/>
                    <a:pt x="0" y="17"/>
                  </a:cubicBezTo>
                  <a:lnTo>
                    <a:pt x="0" y="675"/>
                  </a:lnTo>
                  <a:lnTo>
                    <a:pt x="37" y="675"/>
                  </a:lnTo>
                  <a:lnTo>
                    <a:pt x="37" y="17"/>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3"/>
            <p:cNvSpPr/>
            <p:nvPr/>
          </p:nvSpPr>
          <p:spPr>
            <a:xfrm>
              <a:off x="1411536" y="3363141"/>
              <a:ext cx="6853" cy="55523"/>
            </a:xfrm>
            <a:custGeom>
              <a:rect b="b" l="l" r="r" t="t"/>
              <a:pathLst>
                <a:path extrusionOk="0" h="559" w="69">
                  <a:moveTo>
                    <a:pt x="33" y="1"/>
                  </a:moveTo>
                  <a:cubicBezTo>
                    <a:pt x="16" y="86"/>
                    <a:pt x="16" y="171"/>
                    <a:pt x="16" y="255"/>
                  </a:cubicBezTo>
                  <a:cubicBezTo>
                    <a:pt x="16" y="304"/>
                    <a:pt x="33" y="356"/>
                    <a:pt x="16" y="405"/>
                  </a:cubicBezTo>
                  <a:lnTo>
                    <a:pt x="16" y="441"/>
                  </a:lnTo>
                  <a:cubicBezTo>
                    <a:pt x="16" y="474"/>
                    <a:pt x="33" y="506"/>
                    <a:pt x="0" y="542"/>
                  </a:cubicBezTo>
                  <a:cubicBezTo>
                    <a:pt x="0" y="558"/>
                    <a:pt x="0" y="558"/>
                    <a:pt x="16" y="558"/>
                  </a:cubicBezTo>
                  <a:lnTo>
                    <a:pt x="33" y="558"/>
                  </a:lnTo>
                  <a:cubicBezTo>
                    <a:pt x="53" y="526"/>
                    <a:pt x="53" y="474"/>
                    <a:pt x="53" y="441"/>
                  </a:cubicBezTo>
                  <a:lnTo>
                    <a:pt x="53" y="405"/>
                  </a:lnTo>
                  <a:lnTo>
                    <a:pt x="53" y="255"/>
                  </a:lnTo>
                  <a:cubicBezTo>
                    <a:pt x="53" y="171"/>
                    <a:pt x="5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3"/>
            <p:cNvSpPr/>
            <p:nvPr/>
          </p:nvSpPr>
          <p:spPr>
            <a:xfrm>
              <a:off x="1841216" y="2935447"/>
              <a:ext cx="4966" cy="50258"/>
            </a:xfrm>
            <a:custGeom>
              <a:rect b="b" l="l" r="r" t="t"/>
              <a:pathLst>
                <a:path extrusionOk="0" h="506" w="50">
                  <a:moveTo>
                    <a:pt x="17" y="1"/>
                  </a:moveTo>
                  <a:cubicBezTo>
                    <a:pt x="1" y="85"/>
                    <a:pt x="1" y="166"/>
                    <a:pt x="1" y="251"/>
                  </a:cubicBezTo>
                  <a:cubicBezTo>
                    <a:pt x="17" y="336"/>
                    <a:pt x="17" y="405"/>
                    <a:pt x="1" y="489"/>
                  </a:cubicBezTo>
                  <a:lnTo>
                    <a:pt x="1" y="506"/>
                  </a:lnTo>
                  <a:lnTo>
                    <a:pt x="17" y="506"/>
                  </a:lnTo>
                  <a:cubicBezTo>
                    <a:pt x="33" y="421"/>
                    <a:pt x="33" y="336"/>
                    <a:pt x="33" y="251"/>
                  </a:cubicBezTo>
                  <a:cubicBezTo>
                    <a:pt x="33" y="166"/>
                    <a:pt x="33" y="85"/>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3"/>
            <p:cNvSpPr/>
            <p:nvPr/>
          </p:nvSpPr>
          <p:spPr>
            <a:xfrm>
              <a:off x="1384619" y="2031093"/>
              <a:ext cx="3675" cy="91975"/>
            </a:xfrm>
            <a:custGeom>
              <a:rect b="b" l="l" r="r" t="t"/>
              <a:pathLst>
                <a:path extrusionOk="0" h="926" w="37">
                  <a:moveTo>
                    <a:pt x="1" y="0"/>
                  </a:moveTo>
                  <a:lnTo>
                    <a:pt x="1" y="16"/>
                  </a:lnTo>
                  <a:cubicBezTo>
                    <a:pt x="21" y="150"/>
                    <a:pt x="21" y="283"/>
                    <a:pt x="21" y="404"/>
                  </a:cubicBezTo>
                  <a:cubicBezTo>
                    <a:pt x="1" y="485"/>
                    <a:pt x="1" y="554"/>
                    <a:pt x="21" y="622"/>
                  </a:cubicBezTo>
                  <a:lnTo>
                    <a:pt x="21" y="824"/>
                  </a:lnTo>
                  <a:lnTo>
                    <a:pt x="21" y="909"/>
                  </a:lnTo>
                  <a:lnTo>
                    <a:pt x="21" y="925"/>
                  </a:lnTo>
                  <a:cubicBezTo>
                    <a:pt x="37" y="925"/>
                    <a:pt x="37" y="925"/>
                    <a:pt x="37" y="909"/>
                  </a:cubicBezTo>
                  <a:lnTo>
                    <a:pt x="37" y="824"/>
                  </a:lnTo>
                  <a:lnTo>
                    <a:pt x="37" y="622"/>
                  </a:lnTo>
                  <a:lnTo>
                    <a:pt x="37" y="420"/>
                  </a:lnTo>
                  <a:cubicBezTo>
                    <a:pt x="37" y="283"/>
                    <a:pt x="37" y="150"/>
                    <a:pt x="21" y="16"/>
                  </a:cubicBezTo>
                  <a:cubicBezTo>
                    <a:pt x="21" y="16"/>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3"/>
            <p:cNvSpPr/>
            <p:nvPr/>
          </p:nvSpPr>
          <p:spPr>
            <a:xfrm>
              <a:off x="1444810" y="1521059"/>
              <a:ext cx="2086" cy="61879"/>
            </a:xfrm>
            <a:custGeom>
              <a:rect b="b" l="l" r="r" t="t"/>
              <a:pathLst>
                <a:path extrusionOk="0" h="623" w="21">
                  <a:moveTo>
                    <a:pt x="1" y="1"/>
                  </a:moveTo>
                  <a:lnTo>
                    <a:pt x="1" y="607"/>
                  </a:lnTo>
                  <a:cubicBezTo>
                    <a:pt x="1" y="607"/>
                    <a:pt x="1" y="623"/>
                    <a:pt x="21" y="623"/>
                  </a:cubicBezTo>
                  <a:lnTo>
                    <a:pt x="21" y="607"/>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3"/>
            <p:cNvSpPr/>
            <p:nvPr/>
          </p:nvSpPr>
          <p:spPr>
            <a:xfrm>
              <a:off x="1740897" y="2133000"/>
              <a:ext cx="162198" cy="344360"/>
            </a:xfrm>
            <a:custGeom>
              <a:rect b="b" l="l" r="r" t="t"/>
              <a:pathLst>
                <a:path extrusionOk="0" h="3467" w="1633">
                  <a:moveTo>
                    <a:pt x="69" y="0"/>
                  </a:moveTo>
                  <a:cubicBezTo>
                    <a:pt x="49" y="0"/>
                    <a:pt x="49" y="16"/>
                    <a:pt x="49" y="16"/>
                  </a:cubicBezTo>
                  <a:cubicBezTo>
                    <a:pt x="1" y="150"/>
                    <a:pt x="17" y="267"/>
                    <a:pt x="118" y="404"/>
                  </a:cubicBezTo>
                  <a:cubicBezTo>
                    <a:pt x="251" y="590"/>
                    <a:pt x="389" y="792"/>
                    <a:pt x="506" y="994"/>
                  </a:cubicBezTo>
                  <a:cubicBezTo>
                    <a:pt x="554" y="1075"/>
                    <a:pt x="623" y="1160"/>
                    <a:pt x="675" y="1245"/>
                  </a:cubicBezTo>
                  <a:lnTo>
                    <a:pt x="825" y="1499"/>
                  </a:lnTo>
                  <a:cubicBezTo>
                    <a:pt x="1027" y="1782"/>
                    <a:pt x="1213" y="2069"/>
                    <a:pt x="1399" y="2372"/>
                  </a:cubicBezTo>
                  <a:cubicBezTo>
                    <a:pt x="1431" y="2424"/>
                    <a:pt x="1447" y="2456"/>
                    <a:pt x="1431" y="2525"/>
                  </a:cubicBezTo>
                  <a:lnTo>
                    <a:pt x="1431" y="2812"/>
                  </a:lnTo>
                  <a:cubicBezTo>
                    <a:pt x="1431" y="2913"/>
                    <a:pt x="1431" y="3030"/>
                    <a:pt x="1415" y="3147"/>
                  </a:cubicBezTo>
                  <a:cubicBezTo>
                    <a:pt x="1399" y="3264"/>
                    <a:pt x="1483" y="3398"/>
                    <a:pt x="1617" y="3466"/>
                  </a:cubicBezTo>
                  <a:lnTo>
                    <a:pt x="1633" y="3466"/>
                  </a:lnTo>
                  <a:lnTo>
                    <a:pt x="1633" y="3450"/>
                  </a:lnTo>
                  <a:lnTo>
                    <a:pt x="1633" y="3434"/>
                  </a:lnTo>
                  <a:cubicBezTo>
                    <a:pt x="1516" y="3382"/>
                    <a:pt x="1431" y="3264"/>
                    <a:pt x="1447" y="3147"/>
                  </a:cubicBezTo>
                  <a:cubicBezTo>
                    <a:pt x="1463" y="3030"/>
                    <a:pt x="1463" y="2913"/>
                    <a:pt x="1463" y="2812"/>
                  </a:cubicBezTo>
                  <a:cubicBezTo>
                    <a:pt x="1463" y="2711"/>
                    <a:pt x="1447" y="2626"/>
                    <a:pt x="1463" y="2525"/>
                  </a:cubicBezTo>
                  <a:cubicBezTo>
                    <a:pt x="1463" y="2456"/>
                    <a:pt x="1447" y="2408"/>
                    <a:pt x="1415" y="2355"/>
                  </a:cubicBezTo>
                  <a:cubicBezTo>
                    <a:pt x="1229" y="2052"/>
                    <a:pt x="1043" y="1766"/>
                    <a:pt x="857" y="1479"/>
                  </a:cubicBezTo>
                  <a:lnTo>
                    <a:pt x="692" y="1228"/>
                  </a:lnTo>
                  <a:cubicBezTo>
                    <a:pt x="639" y="1144"/>
                    <a:pt x="591" y="1059"/>
                    <a:pt x="538" y="974"/>
                  </a:cubicBezTo>
                  <a:cubicBezTo>
                    <a:pt x="405" y="792"/>
                    <a:pt x="271" y="570"/>
                    <a:pt x="134" y="388"/>
                  </a:cubicBezTo>
                  <a:cubicBezTo>
                    <a:pt x="49" y="251"/>
                    <a:pt x="17" y="150"/>
                    <a:pt x="69" y="33"/>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3"/>
            <p:cNvSpPr/>
            <p:nvPr/>
          </p:nvSpPr>
          <p:spPr>
            <a:xfrm>
              <a:off x="852932" y="2087609"/>
              <a:ext cx="359656" cy="282580"/>
            </a:xfrm>
            <a:custGeom>
              <a:rect b="b" l="l" r="r" t="t"/>
              <a:pathLst>
                <a:path extrusionOk="0" h="2845" w="3621">
                  <a:moveTo>
                    <a:pt x="3604" y="1"/>
                  </a:moveTo>
                  <a:cubicBezTo>
                    <a:pt x="3588" y="1"/>
                    <a:pt x="3588" y="17"/>
                    <a:pt x="3588" y="17"/>
                  </a:cubicBezTo>
                  <a:cubicBezTo>
                    <a:pt x="3572" y="37"/>
                    <a:pt x="3572" y="53"/>
                    <a:pt x="3556" y="69"/>
                  </a:cubicBezTo>
                  <a:cubicBezTo>
                    <a:pt x="2998" y="320"/>
                    <a:pt x="2425" y="607"/>
                    <a:pt x="1920" y="861"/>
                  </a:cubicBezTo>
                  <a:cubicBezTo>
                    <a:pt x="1718" y="946"/>
                    <a:pt x="1536" y="1047"/>
                    <a:pt x="1334" y="1148"/>
                  </a:cubicBezTo>
                  <a:cubicBezTo>
                    <a:pt x="946" y="1330"/>
                    <a:pt x="558" y="1532"/>
                    <a:pt x="155" y="1718"/>
                  </a:cubicBezTo>
                  <a:cubicBezTo>
                    <a:pt x="37" y="1770"/>
                    <a:pt x="1" y="1855"/>
                    <a:pt x="1" y="1972"/>
                  </a:cubicBezTo>
                  <a:lnTo>
                    <a:pt x="1" y="2461"/>
                  </a:lnTo>
                  <a:lnTo>
                    <a:pt x="1" y="2711"/>
                  </a:lnTo>
                  <a:lnTo>
                    <a:pt x="1" y="2728"/>
                  </a:lnTo>
                  <a:cubicBezTo>
                    <a:pt x="1" y="2780"/>
                    <a:pt x="1" y="2812"/>
                    <a:pt x="37" y="2845"/>
                  </a:cubicBezTo>
                  <a:lnTo>
                    <a:pt x="54" y="2845"/>
                  </a:lnTo>
                  <a:lnTo>
                    <a:pt x="54" y="2829"/>
                  </a:lnTo>
                  <a:cubicBezTo>
                    <a:pt x="21" y="2812"/>
                    <a:pt x="21" y="2780"/>
                    <a:pt x="21" y="2728"/>
                  </a:cubicBezTo>
                  <a:lnTo>
                    <a:pt x="21" y="2711"/>
                  </a:lnTo>
                  <a:cubicBezTo>
                    <a:pt x="21" y="2627"/>
                    <a:pt x="37" y="2542"/>
                    <a:pt x="37" y="2461"/>
                  </a:cubicBezTo>
                  <a:cubicBezTo>
                    <a:pt x="37" y="2307"/>
                    <a:pt x="37" y="2138"/>
                    <a:pt x="21" y="1972"/>
                  </a:cubicBezTo>
                  <a:cubicBezTo>
                    <a:pt x="21" y="1855"/>
                    <a:pt x="54" y="1786"/>
                    <a:pt x="171" y="1734"/>
                  </a:cubicBezTo>
                  <a:cubicBezTo>
                    <a:pt x="558" y="1552"/>
                    <a:pt x="962" y="1350"/>
                    <a:pt x="1350" y="1164"/>
                  </a:cubicBezTo>
                  <a:cubicBezTo>
                    <a:pt x="1536" y="1063"/>
                    <a:pt x="1738" y="978"/>
                    <a:pt x="1920" y="877"/>
                  </a:cubicBezTo>
                  <a:cubicBezTo>
                    <a:pt x="2425" y="643"/>
                    <a:pt x="2998" y="356"/>
                    <a:pt x="3556" y="86"/>
                  </a:cubicBezTo>
                  <a:cubicBezTo>
                    <a:pt x="3588" y="69"/>
                    <a:pt x="3604" y="53"/>
                    <a:pt x="3604" y="37"/>
                  </a:cubicBezTo>
                  <a:cubicBezTo>
                    <a:pt x="3604" y="17"/>
                    <a:pt x="3604" y="17"/>
                    <a:pt x="3621" y="17"/>
                  </a:cubicBezTo>
                  <a:lnTo>
                    <a:pt x="36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3"/>
            <p:cNvSpPr/>
            <p:nvPr/>
          </p:nvSpPr>
          <p:spPr>
            <a:xfrm>
              <a:off x="610678" y="3202731"/>
              <a:ext cx="3675" cy="87108"/>
            </a:xfrm>
            <a:custGeom>
              <a:rect b="b" l="l" r="r" t="t"/>
              <a:pathLst>
                <a:path extrusionOk="0" h="877" w="37">
                  <a:moveTo>
                    <a:pt x="0" y="0"/>
                  </a:moveTo>
                  <a:lnTo>
                    <a:pt x="0" y="20"/>
                  </a:lnTo>
                  <a:cubicBezTo>
                    <a:pt x="16" y="186"/>
                    <a:pt x="16" y="372"/>
                    <a:pt x="0" y="541"/>
                  </a:cubicBezTo>
                  <a:lnTo>
                    <a:pt x="0" y="861"/>
                  </a:lnTo>
                  <a:lnTo>
                    <a:pt x="16" y="877"/>
                  </a:lnTo>
                  <a:cubicBezTo>
                    <a:pt x="36" y="877"/>
                    <a:pt x="36" y="861"/>
                    <a:pt x="36" y="861"/>
                  </a:cubicBezTo>
                  <a:lnTo>
                    <a:pt x="36" y="541"/>
                  </a:lnTo>
                  <a:cubicBezTo>
                    <a:pt x="36" y="372"/>
                    <a:pt x="36" y="186"/>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3"/>
            <p:cNvSpPr/>
            <p:nvPr/>
          </p:nvSpPr>
          <p:spPr>
            <a:xfrm>
              <a:off x="1645446" y="2022650"/>
              <a:ext cx="3675" cy="58701"/>
            </a:xfrm>
            <a:custGeom>
              <a:rect b="b" l="l" r="r" t="t"/>
              <a:pathLst>
                <a:path extrusionOk="0" h="591" w="37">
                  <a:moveTo>
                    <a:pt x="21" y="0"/>
                  </a:moveTo>
                  <a:cubicBezTo>
                    <a:pt x="21" y="0"/>
                    <a:pt x="0" y="0"/>
                    <a:pt x="0" y="17"/>
                  </a:cubicBezTo>
                  <a:lnTo>
                    <a:pt x="0" y="570"/>
                  </a:lnTo>
                  <a:cubicBezTo>
                    <a:pt x="0" y="590"/>
                    <a:pt x="21" y="590"/>
                    <a:pt x="21" y="590"/>
                  </a:cubicBezTo>
                  <a:cubicBezTo>
                    <a:pt x="21" y="590"/>
                    <a:pt x="37" y="590"/>
                    <a:pt x="37" y="570"/>
                  </a:cubicBezTo>
                  <a:lnTo>
                    <a:pt x="37" y="17"/>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3"/>
            <p:cNvSpPr/>
            <p:nvPr/>
          </p:nvSpPr>
          <p:spPr>
            <a:xfrm>
              <a:off x="852932" y="1908725"/>
              <a:ext cx="356477" cy="314662"/>
            </a:xfrm>
            <a:custGeom>
              <a:rect b="b" l="l" r="r" t="t"/>
              <a:pathLst>
                <a:path extrusionOk="0" h="3168" w="3589">
                  <a:moveTo>
                    <a:pt x="3556" y="0"/>
                  </a:moveTo>
                  <a:cubicBezTo>
                    <a:pt x="3402" y="85"/>
                    <a:pt x="3253" y="170"/>
                    <a:pt x="3083" y="255"/>
                  </a:cubicBezTo>
                  <a:cubicBezTo>
                    <a:pt x="2748" y="424"/>
                    <a:pt x="2392" y="606"/>
                    <a:pt x="2041" y="792"/>
                  </a:cubicBezTo>
                  <a:cubicBezTo>
                    <a:pt x="1819" y="909"/>
                    <a:pt x="1601" y="1010"/>
                    <a:pt x="1399" y="1131"/>
                  </a:cubicBezTo>
                  <a:cubicBezTo>
                    <a:pt x="979" y="1349"/>
                    <a:pt x="542" y="1568"/>
                    <a:pt x="122" y="1786"/>
                  </a:cubicBezTo>
                  <a:cubicBezTo>
                    <a:pt x="21" y="1838"/>
                    <a:pt x="21" y="1887"/>
                    <a:pt x="21" y="1971"/>
                  </a:cubicBezTo>
                  <a:cubicBezTo>
                    <a:pt x="1" y="2089"/>
                    <a:pt x="21" y="2222"/>
                    <a:pt x="21" y="2343"/>
                  </a:cubicBezTo>
                  <a:cubicBezTo>
                    <a:pt x="21" y="2545"/>
                    <a:pt x="21" y="2763"/>
                    <a:pt x="1" y="2981"/>
                  </a:cubicBezTo>
                  <a:cubicBezTo>
                    <a:pt x="1" y="2998"/>
                    <a:pt x="1" y="3030"/>
                    <a:pt x="21" y="3050"/>
                  </a:cubicBezTo>
                  <a:cubicBezTo>
                    <a:pt x="21" y="3082"/>
                    <a:pt x="37" y="3115"/>
                    <a:pt x="1" y="3151"/>
                  </a:cubicBezTo>
                  <a:lnTo>
                    <a:pt x="1" y="3167"/>
                  </a:lnTo>
                  <a:lnTo>
                    <a:pt x="21" y="3167"/>
                  </a:lnTo>
                  <a:cubicBezTo>
                    <a:pt x="70" y="3115"/>
                    <a:pt x="54" y="3082"/>
                    <a:pt x="37" y="3030"/>
                  </a:cubicBezTo>
                  <a:cubicBezTo>
                    <a:pt x="37" y="3014"/>
                    <a:pt x="21" y="2998"/>
                    <a:pt x="37" y="2981"/>
                  </a:cubicBezTo>
                  <a:cubicBezTo>
                    <a:pt x="54" y="2763"/>
                    <a:pt x="37" y="2545"/>
                    <a:pt x="37" y="2343"/>
                  </a:cubicBezTo>
                  <a:lnTo>
                    <a:pt x="37" y="1971"/>
                  </a:lnTo>
                  <a:cubicBezTo>
                    <a:pt x="37" y="1887"/>
                    <a:pt x="54" y="1854"/>
                    <a:pt x="122" y="1818"/>
                  </a:cubicBezTo>
                  <a:cubicBezTo>
                    <a:pt x="558" y="1600"/>
                    <a:pt x="979" y="1366"/>
                    <a:pt x="1399" y="1147"/>
                  </a:cubicBezTo>
                  <a:cubicBezTo>
                    <a:pt x="1617" y="1046"/>
                    <a:pt x="1839" y="929"/>
                    <a:pt x="2041" y="808"/>
                  </a:cubicBezTo>
                  <a:cubicBezTo>
                    <a:pt x="2392" y="642"/>
                    <a:pt x="2764" y="457"/>
                    <a:pt x="3099" y="271"/>
                  </a:cubicBezTo>
                  <a:cubicBezTo>
                    <a:pt x="3253" y="186"/>
                    <a:pt x="3419" y="121"/>
                    <a:pt x="3572" y="36"/>
                  </a:cubicBezTo>
                  <a:cubicBezTo>
                    <a:pt x="3588" y="36"/>
                    <a:pt x="3588" y="20"/>
                    <a:pt x="3572" y="20"/>
                  </a:cubicBezTo>
                  <a:cubicBezTo>
                    <a:pt x="3572" y="0"/>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3"/>
            <p:cNvSpPr/>
            <p:nvPr/>
          </p:nvSpPr>
          <p:spPr>
            <a:xfrm>
              <a:off x="1740897" y="1942396"/>
              <a:ext cx="169051" cy="401372"/>
            </a:xfrm>
            <a:custGeom>
              <a:rect b="b" l="l" r="r" t="t"/>
              <a:pathLst>
                <a:path extrusionOk="0" h="4041" w="1702">
                  <a:moveTo>
                    <a:pt x="1" y="0"/>
                  </a:moveTo>
                  <a:cubicBezTo>
                    <a:pt x="1" y="134"/>
                    <a:pt x="69" y="219"/>
                    <a:pt x="134" y="303"/>
                  </a:cubicBezTo>
                  <a:cubicBezTo>
                    <a:pt x="134" y="320"/>
                    <a:pt x="150" y="336"/>
                    <a:pt x="150" y="336"/>
                  </a:cubicBezTo>
                  <a:cubicBezTo>
                    <a:pt x="304" y="554"/>
                    <a:pt x="437" y="792"/>
                    <a:pt x="607" y="1059"/>
                  </a:cubicBezTo>
                  <a:cubicBezTo>
                    <a:pt x="776" y="1346"/>
                    <a:pt x="942" y="1616"/>
                    <a:pt x="1112" y="1883"/>
                  </a:cubicBezTo>
                  <a:cubicBezTo>
                    <a:pt x="1261" y="2154"/>
                    <a:pt x="1431" y="2440"/>
                    <a:pt x="1600" y="2711"/>
                  </a:cubicBezTo>
                  <a:cubicBezTo>
                    <a:pt x="1633" y="2776"/>
                    <a:pt x="1649" y="2828"/>
                    <a:pt x="1649" y="2893"/>
                  </a:cubicBezTo>
                  <a:lnTo>
                    <a:pt x="1649" y="3164"/>
                  </a:lnTo>
                  <a:cubicBezTo>
                    <a:pt x="1649" y="3317"/>
                    <a:pt x="1665" y="3483"/>
                    <a:pt x="1649" y="3652"/>
                  </a:cubicBezTo>
                  <a:cubicBezTo>
                    <a:pt x="1633" y="3802"/>
                    <a:pt x="1649" y="3923"/>
                    <a:pt x="1685" y="4040"/>
                  </a:cubicBezTo>
                  <a:lnTo>
                    <a:pt x="1701" y="4040"/>
                  </a:lnTo>
                  <a:lnTo>
                    <a:pt x="1701" y="4024"/>
                  </a:lnTo>
                  <a:cubicBezTo>
                    <a:pt x="1665" y="3923"/>
                    <a:pt x="1665" y="3802"/>
                    <a:pt x="1665" y="3652"/>
                  </a:cubicBezTo>
                  <a:cubicBezTo>
                    <a:pt x="1685" y="3483"/>
                    <a:pt x="1685" y="3317"/>
                    <a:pt x="1685" y="3164"/>
                  </a:cubicBezTo>
                  <a:lnTo>
                    <a:pt x="1685" y="2893"/>
                  </a:lnTo>
                  <a:cubicBezTo>
                    <a:pt x="1685" y="2828"/>
                    <a:pt x="1665" y="2760"/>
                    <a:pt x="1633" y="2711"/>
                  </a:cubicBezTo>
                  <a:cubicBezTo>
                    <a:pt x="1463" y="2424"/>
                    <a:pt x="1298" y="2137"/>
                    <a:pt x="1128" y="1867"/>
                  </a:cubicBezTo>
                  <a:cubicBezTo>
                    <a:pt x="958" y="1600"/>
                    <a:pt x="809" y="1330"/>
                    <a:pt x="639" y="1059"/>
                  </a:cubicBezTo>
                  <a:cubicBezTo>
                    <a:pt x="473" y="772"/>
                    <a:pt x="320" y="538"/>
                    <a:pt x="170" y="320"/>
                  </a:cubicBezTo>
                  <a:cubicBezTo>
                    <a:pt x="170" y="320"/>
                    <a:pt x="150" y="303"/>
                    <a:pt x="150" y="287"/>
                  </a:cubicBezTo>
                  <a:cubicBezTo>
                    <a:pt x="86" y="202"/>
                    <a:pt x="33" y="118"/>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3"/>
            <p:cNvSpPr/>
            <p:nvPr/>
          </p:nvSpPr>
          <p:spPr>
            <a:xfrm>
              <a:off x="1859690" y="3537357"/>
              <a:ext cx="4867" cy="66647"/>
            </a:xfrm>
            <a:custGeom>
              <a:rect b="b" l="l" r="r" t="t"/>
              <a:pathLst>
                <a:path extrusionOk="0" h="671" w="49">
                  <a:moveTo>
                    <a:pt x="33" y="0"/>
                  </a:moveTo>
                  <a:lnTo>
                    <a:pt x="33" y="16"/>
                  </a:lnTo>
                  <a:cubicBezTo>
                    <a:pt x="1" y="117"/>
                    <a:pt x="17" y="218"/>
                    <a:pt x="17" y="319"/>
                  </a:cubicBezTo>
                  <a:lnTo>
                    <a:pt x="17" y="505"/>
                  </a:lnTo>
                  <a:lnTo>
                    <a:pt x="17" y="554"/>
                  </a:lnTo>
                  <a:cubicBezTo>
                    <a:pt x="17" y="590"/>
                    <a:pt x="17" y="622"/>
                    <a:pt x="1" y="655"/>
                  </a:cubicBezTo>
                  <a:lnTo>
                    <a:pt x="1" y="671"/>
                  </a:lnTo>
                  <a:lnTo>
                    <a:pt x="17" y="671"/>
                  </a:lnTo>
                  <a:cubicBezTo>
                    <a:pt x="33" y="638"/>
                    <a:pt x="33" y="590"/>
                    <a:pt x="33" y="554"/>
                  </a:cubicBezTo>
                  <a:lnTo>
                    <a:pt x="33" y="521"/>
                  </a:lnTo>
                  <a:lnTo>
                    <a:pt x="33" y="319"/>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3"/>
            <p:cNvSpPr/>
            <p:nvPr/>
          </p:nvSpPr>
          <p:spPr>
            <a:xfrm>
              <a:off x="1139087" y="1609756"/>
              <a:ext cx="3278" cy="90386"/>
            </a:xfrm>
            <a:custGeom>
              <a:rect b="b" l="l" r="r" t="t"/>
              <a:pathLst>
                <a:path extrusionOk="0" h="910" w="33">
                  <a:moveTo>
                    <a:pt x="0" y="1"/>
                  </a:moveTo>
                  <a:lnTo>
                    <a:pt x="0" y="336"/>
                  </a:lnTo>
                  <a:cubicBezTo>
                    <a:pt x="0" y="522"/>
                    <a:pt x="0" y="708"/>
                    <a:pt x="16" y="889"/>
                  </a:cubicBezTo>
                  <a:lnTo>
                    <a:pt x="16" y="910"/>
                  </a:lnTo>
                  <a:lnTo>
                    <a:pt x="33" y="910"/>
                  </a:lnTo>
                  <a:lnTo>
                    <a:pt x="33" y="889"/>
                  </a:lnTo>
                  <a:cubicBezTo>
                    <a:pt x="16" y="708"/>
                    <a:pt x="16" y="522"/>
                    <a:pt x="16" y="336"/>
                  </a:cubicBezTo>
                  <a:cubicBezTo>
                    <a:pt x="33" y="235"/>
                    <a:pt x="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3"/>
            <p:cNvSpPr/>
            <p:nvPr/>
          </p:nvSpPr>
          <p:spPr>
            <a:xfrm>
              <a:off x="1841216" y="3227959"/>
              <a:ext cx="4966" cy="61879"/>
            </a:xfrm>
            <a:custGeom>
              <a:rect b="b" l="l" r="r" t="t"/>
              <a:pathLst>
                <a:path extrusionOk="0" h="623" w="50">
                  <a:moveTo>
                    <a:pt x="17" y="1"/>
                  </a:moveTo>
                  <a:cubicBezTo>
                    <a:pt x="1" y="102"/>
                    <a:pt x="1" y="186"/>
                    <a:pt x="1" y="287"/>
                  </a:cubicBezTo>
                  <a:cubicBezTo>
                    <a:pt x="17" y="336"/>
                    <a:pt x="17" y="388"/>
                    <a:pt x="1" y="453"/>
                  </a:cubicBezTo>
                  <a:cubicBezTo>
                    <a:pt x="1" y="473"/>
                    <a:pt x="1" y="489"/>
                    <a:pt x="17" y="506"/>
                  </a:cubicBezTo>
                  <a:cubicBezTo>
                    <a:pt x="17" y="538"/>
                    <a:pt x="17" y="574"/>
                    <a:pt x="1" y="590"/>
                  </a:cubicBezTo>
                  <a:lnTo>
                    <a:pt x="1" y="607"/>
                  </a:lnTo>
                  <a:lnTo>
                    <a:pt x="1" y="623"/>
                  </a:lnTo>
                  <a:lnTo>
                    <a:pt x="17" y="607"/>
                  </a:lnTo>
                  <a:cubicBezTo>
                    <a:pt x="33" y="574"/>
                    <a:pt x="33" y="538"/>
                    <a:pt x="33" y="506"/>
                  </a:cubicBezTo>
                  <a:lnTo>
                    <a:pt x="33" y="453"/>
                  </a:lnTo>
                  <a:lnTo>
                    <a:pt x="33" y="287"/>
                  </a:lnTo>
                  <a:cubicBezTo>
                    <a:pt x="33" y="186"/>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3"/>
            <p:cNvSpPr/>
            <p:nvPr/>
          </p:nvSpPr>
          <p:spPr>
            <a:xfrm>
              <a:off x="938451" y="2074399"/>
              <a:ext cx="6953" cy="97239"/>
            </a:xfrm>
            <a:custGeom>
              <a:rect b="b" l="l" r="r" t="t"/>
              <a:pathLst>
                <a:path extrusionOk="0" h="979" w="70">
                  <a:moveTo>
                    <a:pt x="17" y="1"/>
                  </a:moveTo>
                  <a:lnTo>
                    <a:pt x="0" y="17"/>
                  </a:lnTo>
                  <a:cubicBezTo>
                    <a:pt x="17" y="170"/>
                    <a:pt x="17" y="320"/>
                    <a:pt x="17" y="453"/>
                  </a:cubicBezTo>
                  <a:lnTo>
                    <a:pt x="17" y="724"/>
                  </a:lnTo>
                  <a:lnTo>
                    <a:pt x="17" y="808"/>
                  </a:lnTo>
                  <a:cubicBezTo>
                    <a:pt x="17" y="857"/>
                    <a:pt x="17" y="909"/>
                    <a:pt x="33" y="958"/>
                  </a:cubicBezTo>
                  <a:lnTo>
                    <a:pt x="49" y="978"/>
                  </a:lnTo>
                  <a:cubicBezTo>
                    <a:pt x="49" y="978"/>
                    <a:pt x="69" y="958"/>
                    <a:pt x="49" y="958"/>
                  </a:cubicBezTo>
                  <a:cubicBezTo>
                    <a:pt x="33" y="909"/>
                    <a:pt x="33" y="857"/>
                    <a:pt x="49" y="808"/>
                  </a:cubicBezTo>
                  <a:lnTo>
                    <a:pt x="49" y="724"/>
                  </a:lnTo>
                  <a:cubicBezTo>
                    <a:pt x="33" y="639"/>
                    <a:pt x="49" y="554"/>
                    <a:pt x="49" y="453"/>
                  </a:cubicBezTo>
                  <a:cubicBezTo>
                    <a:pt x="49" y="320"/>
                    <a:pt x="49" y="17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3"/>
            <p:cNvSpPr/>
            <p:nvPr/>
          </p:nvSpPr>
          <p:spPr>
            <a:xfrm>
              <a:off x="1944712" y="2784970"/>
              <a:ext cx="6953" cy="50258"/>
            </a:xfrm>
            <a:custGeom>
              <a:rect b="b" l="l" r="r" t="t"/>
              <a:pathLst>
                <a:path extrusionOk="0" h="506" w="70">
                  <a:moveTo>
                    <a:pt x="37" y="1"/>
                  </a:moveTo>
                  <a:cubicBezTo>
                    <a:pt x="17" y="86"/>
                    <a:pt x="17" y="166"/>
                    <a:pt x="17" y="251"/>
                  </a:cubicBezTo>
                  <a:cubicBezTo>
                    <a:pt x="17" y="336"/>
                    <a:pt x="17" y="421"/>
                    <a:pt x="1" y="490"/>
                  </a:cubicBezTo>
                  <a:cubicBezTo>
                    <a:pt x="1" y="506"/>
                    <a:pt x="1" y="506"/>
                    <a:pt x="17" y="506"/>
                  </a:cubicBezTo>
                  <a:lnTo>
                    <a:pt x="37" y="506"/>
                  </a:lnTo>
                  <a:cubicBezTo>
                    <a:pt x="53" y="421"/>
                    <a:pt x="53" y="336"/>
                    <a:pt x="53" y="251"/>
                  </a:cubicBezTo>
                  <a:cubicBezTo>
                    <a:pt x="37" y="166"/>
                    <a:pt x="37" y="86"/>
                    <a:pt x="53" y="17"/>
                  </a:cubicBezTo>
                  <a:cubicBezTo>
                    <a:pt x="70"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3"/>
            <p:cNvSpPr/>
            <p:nvPr/>
          </p:nvSpPr>
          <p:spPr>
            <a:xfrm>
              <a:off x="1792646" y="2086020"/>
              <a:ext cx="5364" cy="57112"/>
            </a:xfrm>
            <a:custGeom>
              <a:rect b="b" l="l" r="r" t="t"/>
              <a:pathLst>
                <a:path extrusionOk="0" h="575" w="54">
                  <a:moveTo>
                    <a:pt x="17" y="1"/>
                  </a:moveTo>
                  <a:lnTo>
                    <a:pt x="17" y="17"/>
                  </a:lnTo>
                  <a:cubicBezTo>
                    <a:pt x="1" y="85"/>
                    <a:pt x="1" y="154"/>
                    <a:pt x="17" y="219"/>
                  </a:cubicBezTo>
                  <a:cubicBezTo>
                    <a:pt x="17" y="336"/>
                    <a:pt x="17" y="457"/>
                    <a:pt x="1" y="558"/>
                  </a:cubicBezTo>
                  <a:lnTo>
                    <a:pt x="1" y="574"/>
                  </a:lnTo>
                  <a:lnTo>
                    <a:pt x="17" y="574"/>
                  </a:lnTo>
                  <a:lnTo>
                    <a:pt x="17" y="558"/>
                  </a:lnTo>
                  <a:cubicBezTo>
                    <a:pt x="53" y="457"/>
                    <a:pt x="33" y="336"/>
                    <a:pt x="33" y="219"/>
                  </a:cubicBezTo>
                  <a:lnTo>
                    <a:pt x="33" y="17"/>
                  </a:ln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3"/>
            <p:cNvSpPr/>
            <p:nvPr/>
          </p:nvSpPr>
          <p:spPr>
            <a:xfrm>
              <a:off x="1765828" y="3146115"/>
              <a:ext cx="3675" cy="60290"/>
            </a:xfrm>
            <a:custGeom>
              <a:rect b="b" l="l" r="r" t="t"/>
              <a:pathLst>
                <a:path extrusionOk="0" h="607" w="37">
                  <a:moveTo>
                    <a:pt x="20" y="0"/>
                  </a:moveTo>
                  <a:lnTo>
                    <a:pt x="20" y="17"/>
                  </a:lnTo>
                  <a:cubicBezTo>
                    <a:pt x="0" y="85"/>
                    <a:pt x="0" y="166"/>
                    <a:pt x="20" y="235"/>
                  </a:cubicBezTo>
                  <a:cubicBezTo>
                    <a:pt x="20" y="352"/>
                    <a:pt x="20" y="469"/>
                    <a:pt x="0" y="590"/>
                  </a:cubicBezTo>
                  <a:lnTo>
                    <a:pt x="0" y="606"/>
                  </a:lnTo>
                  <a:lnTo>
                    <a:pt x="20" y="606"/>
                  </a:lnTo>
                  <a:lnTo>
                    <a:pt x="20" y="590"/>
                  </a:lnTo>
                  <a:cubicBezTo>
                    <a:pt x="37" y="469"/>
                    <a:pt x="37" y="352"/>
                    <a:pt x="37" y="235"/>
                  </a:cubicBezTo>
                  <a:lnTo>
                    <a:pt x="37" y="17"/>
                  </a:lnTo>
                  <a:cubicBezTo>
                    <a:pt x="37" y="17"/>
                    <a:pt x="3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3"/>
            <p:cNvSpPr/>
            <p:nvPr/>
          </p:nvSpPr>
          <p:spPr>
            <a:xfrm>
              <a:off x="1521886" y="2146211"/>
              <a:ext cx="180573" cy="342771"/>
            </a:xfrm>
            <a:custGeom>
              <a:rect b="b" l="l" r="r" t="t"/>
              <a:pathLst>
                <a:path extrusionOk="0" h="3451" w="1818">
                  <a:moveTo>
                    <a:pt x="53" y="1"/>
                  </a:moveTo>
                  <a:cubicBezTo>
                    <a:pt x="53" y="1"/>
                    <a:pt x="53" y="17"/>
                    <a:pt x="32" y="17"/>
                  </a:cubicBezTo>
                  <a:cubicBezTo>
                    <a:pt x="16" y="170"/>
                    <a:pt x="0" y="304"/>
                    <a:pt x="133" y="437"/>
                  </a:cubicBezTo>
                  <a:cubicBezTo>
                    <a:pt x="271" y="590"/>
                    <a:pt x="372" y="760"/>
                    <a:pt x="489" y="910"/>
                  </a:cubicBezTo>
                  <a:cubicBezTo>
                    <a:pt x="521" y="994"/>
                    <a:pt x="574" y="1063"/>
                    <a:pt x="638" y="1144"/>
                  </a:cubicBezTo>
                  <a:cubicBezTo>
                    <a:pt x="877" y="1483"/>
                    <a:pt x="1111" y="1835"/>
                    <a:pt x="1366" y="2174"/>
                  </a:cubicBezTo>
                  <a:lnTo>
                    <a:pt x="1382" y="2190"/>
                  </a:lnTo>
                  <a:cubicBezTo>
                    <a:pt x="1430" y="2275"/>
                    <a:pt x="1483" y="2340"/>
                    <a:pt x="1547" y="2424"/>
                  </a:cubicBezTo>
                  <a:cubicBezTo>
                    <a:pt x="1600" y="2509"/>
                    <a:pt x="1648" y="2578"/>
                    <a:pt x="1717" y="2659"/>
                  </a:cubicBezTo>
                  <a:lnTo>
                    <a:pt x="1717" y="2679"/>
                  </a:lnTo>
                  <a:cubicBezTo>
                    <a:pt x="1733" y="2711"/>
                    <a:pt x="1769" y="2727"/>
                    <a:pt x="1769" y="2744"/>
                  </a:cubicBezTo>
                  <a:lnTo>
                    <a:pt x="1769" y="2828"/>
                  </a:lnTo>
                  <a:cubicBezTo>
                    <a:pt x="1786" y="3030"/>
                    <a:pt x="1802" y="3232"/>
                    <a:pt x="1749" y="3434"/>
                  </a:cubicBezTo>
                  <a:cubicBezTo>
                    <a:pt x="1749" y="3450"/>
                    <a:pt x="1749" y="3450"/>
                    <a:pt x="1769" y="3450"/>
                  </a:cubicBezTo>
                  <a:lnTo>
                    <a:pt x="1786" y="3450"/>
                  </a:lnTo>
                  <a:cubicBezTo>
                    <a:pt x="1818" y="3232"/>
                    <a:pt x="1802" y="3030"/>
                    <a:pt x="1802" y="2828"/>
                  </a:cubicBezTo>
                  <a:cubicBezTo>
                    <a:pt x="1786" y="2796"/>
                    <a:pt x="1786" y="2780"/>
                    <a:pt x="1786" y="2744"/>
                  </a:cubicBezTo>
                  <a:cubicBezTo>
                    <a:pt x="1786" y="2727"/>
                    <a:pt x="1769" y="2695"/>
                    <a:pt x="1749" y="2659"/>
                  </a:cubicBezTo>
                  <a:lnTo>
                    <a:pt x="1733" y="2643"/>
                  </a:lnTo>
                  <a:cubicBezTo>
                    <a:pt x="1685" y="2578"/>
                    <a:pt x="1616" y="2493"/>
                    <a:pt x="1568" y="2408"/>
                  </a:cubicBezTo>
                  <a:cubicBezTo>
                    <a:pt x="1515" y="2323"/>
                    <a:pt x="1446" y="2255"/>
                    <a:pt x="1398" y="2174"/>
                  </a:cubicBezTo>
                  <a:lnTo>
                    <a:pt x="1382" y="2154"/>
                  </a:lnTo>
                  <a:cubicBezTo>
                    <a:pt x="1143" y="1818"/>
                    <a:pt x="893" y="1467"/>
                    <a:pt x="659" y="1128"/>
                  </a:cubicBezTo>
                  <a:cubicBezTo>
                    <a:pt x="606" y="1043"/>
                    <a:pt x="558" y="978"/>
                    <a:pt x="505" y="893"/>
                  </a:cubicBezTo>
                  <a:cubicBezTo>
                    <a:pt x="404" y="740"/>
                    <a:pt x="287" y="574"/>
                    <a:pt x="154" y="421"/>
                  </a:cubicBezTo>
                  <a:cubicBezTo>
                    <a:pt x="32" y="287"/>
                    <a:pt x="32"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3"/>
            <p:cNvSpPr/>
            <p:nvPr/>
          </p:nvSpPr>
          <p:spPr>
            <a:xfrm>
              <a:off x="1087339" y="2684651"/>
              <a:ext cx="6456" cy="86810"/>
            </a:xfrm>
            <a:custGeom>
              <a:rect b="b" l="l" r="r" t="t"/>
              <a:pathLst>
                <a:path extrusionOk="0" h="874" w="65">
                  <a:moveTo>
                    <a:pt x="16" y="1"/>
                  </a:moveTo>
                  <a:lnTo>
                    <a:pt x="0" y="17"/>
                  </a:lnTo>
                  <a:cubicBezTo>
                    <a:pt x="16" y="150"/>
                    <a:pt x="16" y="304"/>
                    <a:pt x="16" y="437"/>
                  </a:cubicBezTo>
                  <a:lnTo>
                    <a:pt x="16" y="692"/>
                  </a:lnTo>
                  <a:cubicBezTo>
                    <a:pt x="16" y="740"/>
                    <a:pt x="16" y="772"/>
                    <a:pt x="32" y="809"/>
                  </a:cubicBezTo>
                  <a:lnTo>
                    <a:pt x="32" y="857"/>
                  </a:lnTo>
                  <a:cubicBezTo>
                    <a:pt x="32" y="857"/>
                    <a:pt x="32" y="873"/>
                    <a:pt x="49" y="873"/>
                  </a:cubicBezTo>
                  <a:lnTo>
                    <a:pt x="65" y="857"/>
                  </a:lnTo>
                  <a:cubicBezTo>
                    <a:pt x="49" y="841"/>
                    <a:pt x="49" y="825"/>
                    <a:pt x="49" y="809"/>
                  </a:cubicBezTo>
                  <a:lnTo>
                    <a:pt x="49" y="692"/>
                  </a:lnTo>
                  <a:lnTo>
                    <a:pt x="49" y="437"/>
                  </a:lnTo>
                  <a:cubicBezTo>
                    <a:pt x="49" y="304"/>
                    <a:pt x="49" y="150"/>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3"/>
            <p:cNvSpPr/>
            <p:nvPr/>
          </p:nvSpPr>
          <p:spPr>
            <a:xfrm>
              <a:off x="1737719" y="3411710"/>
              <a:ext cx="170640" cy="244439"/>
            </a:xfrm>
            <a:custGeom>
              <a:rect b="b" l="l" r="r" t="t"/>
              <a:pathLst>
                <a:path extrusionOk="0" h="2461" w="1718">
                  <a:moveTo>
                    <a:pt x="33" y="1"/>
                  </a:moveTo>
                  <a:cubicBezTo>
                    <a:pt x="17" y="1"/>
                    <a:pt x="17" y="17"/>
                    <a:pt x="17" y="17"/>
                  </a:cubicBezTo>
                  <a:cubicBezTo>
                    <a:pt x="0" y="170"/>
                    <a:pt x="0" y="340"/>
                    <a:pt x="0" y="490"/>
                  </a:cubicBezTo>
                  <a:lnTo>
                    <a:pt x="0" y="776"/>
                  </a:lnTo>
                  <a:cubicBezTo>
                    <a:pt x="0" y="825"/>
                    <a:pt x="17" y="845"/>
                    <a:pt x="49" y="861"/>
                  </a:cubicBezTo>
                  <a:cubicBezTo>
                    <a:pt x="49" y="861"/>
                    <a:pt x="65" y="861"/>
                    <a:pt x="65" y="877"/>
                  </a:cubicBezTo>
                  <a:cubicBezTo>
                    <a:pt x="352" y="1128"/>
                    <a:pt x="639" y="1398"/>
                    <a:pt x="926" y="1685"/>
                  </a:cubicBezTo>
                  <a:cubicBezTo>
                    <a:pt x="990" y="1754"/>
                    <a:pt x="1059" y="1819"/>
                    <a:pt x="1128" y="1887"/>
                  </a:cubicBezTo>
                  <a:cubicBezTo>
                    <a:pt x="1293" y="2037"/>
                    <a:pt x="1447" y="2190"/>
                    <a:pt x="1616" y="2340"/>
                  </a:cubicBezTo>
                  <a:cubicBezTo>
                    <a:pt x="1649" y="2376"/>
                    <a:pt x="1665" y="2408"/>
                    <a:pt x="1681" y="2461"/>
                  </a:cubicBezTo>
                  <a:lnTo>
                    <a:pt x="1697" y="2461"/>
                  </a:lnTo>
                  <a:cubicBezTo>
                    <a:pt x="1717" y="2461"/>
                    <a:pt x="1717" y="2461"/>
                    <a:pt x="1717" y="2441"/>
                  </a:cubicBezTo>
                  <a:cubicBezTo>
                    <a:pt x="1697" y="2408"/>
                    <a:pt x="1665" y="2360"/>
                    <a:pt x="1632" y="2324"/>
                  </a:cubicBezTo>
                  <a:cubicBezTo>
                    <a:pt x="1463" y="2174"/>
                    <a:pt x="1313" y="2021"/>
                    <a:pt x="1144" y="1871"/>
                  </a:cubicBezTo>
                  <a:cubicBezTo>
                    <a:pt x="1075" y="1802"/>
                    <a:pt x="1010" y="1734"/>
                    <a:pt x="942" y="1669"/>
                  </a:cubicBezTo>
                  <a:cubicBezTo>
                    <a:pt x="655" y="1382"/>
                    <a:pt x="368" y="1112"/>
                    <a:pt x="81" y="845"/>
                  </a:cubicBezTo>
                  <a:cubicBezTo>
                    <a:pt x="81" y="845"/>
                    <a:pt x="65" y="845"/>
                    <a:pt x="65" y="825"/>
                  </a:cubicBezTo>
                  <a:cubicBezTo>
                    <a:pt x="33" y="809"/>
                    <a:pt x="17" y="809"/>
                    <a:pt x="17" y="776"/>
                  </a:cubicBezTo>
                  <a:cubicBezTo>
                    <a:pt x="33" y="692"/>
                    <a:pt x="33" y="591"/>
                    <a:pt x="17" y="490"/>
                  </a:cubicBezTo>
                  <a:cubicBezTo>
                    <a:pt x="17" y="340"/>
                    <a:pt x="17" y="187"/>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3"/>
            <p:cNvSpPr/>
            <p:nvPr/>
          </p:nvSpPr>
          <p:spPr>
            <a:xfrm>
              <a:off x="1923059" y="2985606"/>
              <a:ext cx="147398" cy="279401"/>
            </a:xfrm>
            <a:custGeom>
              <a:rect b="b" l="l" r="r" t="t"/>
              <a:pathLst>
                <a:path extrusionOk="0" h="2813" w="1484">
                  <a:moveTo>
                    <a:pt x="1" y="1"/>
                  </a:moveTo>
                  <a:lnTo>
                    <a:pt x="1" y="17"/>
                  </a:lnTo>
                  <a:cubicBezTo>
                    <a:pt x="17" y="166"/>
                    <a:pt x="102" y="267"/>
                    <a:pt x="187" y="368"/>
                  </a:cubicBezTo>
                  <a:cubicBezTo>
                    <a:pt x="219" y="405"/>
                    <a:pt x="255" y="437"/>
                    <a:pt x="288" y="489"/>
                  </a:cubicBezTo>
                  <a:cubicBezTo>
                    <a:pt x="574" y="857"/>
                    <a:pt x="861" y="1229"/>
                    <a:pt x="1144" y="1580"/>
                  </a:cubicBezTo>
                  <a:cubicBezTo>
                    <a:pt x="1229" y="1681"/>
                    <a:pt x="1314" y="1782"/>
                    <a:pt x="1399" y="1883"/>
                  </a:cubicBezTo>
                  <a:cubicBezTo>
                    <a:pt x="1431" y="1952"/>
                    <a:pt x="1447" y="2020"/>
                    <a:pt x="1447" y="2105"/>
                  </a:cubicBezTo>
                  <a:cubicBezTo>
                    <a:pt x="1431" y="2222"/>
                    <a:pt x="1431" y="2356"/>
                    <a:pt x="1431" y="2473"/>
                  </a:cubicBezTo>
                  <a:cubicBezTo>
                    <a:pt x="1431" y="2525"/>
                    <a:pt x="1447" y="2590"/>
                    <a:pt x="1431" y="2643"/>
                  </a:cubicBezTo>
                  <a:cubicBezTo>
                    <a:pt x="1431" y="2659"/>
                    <a:pt x="1447" y="2675"/>
                    <a:pt x="1447" y="2675"/>
                  </a:cubicBezTo>
                  <a:cubicBezTo>
                    <a:pt x="1447" y="2727"/>
                    <a:pt x="1447" y="2760"/>
                    <a:pt x="1415" y="2792"/>
                  </a:cubicBezTo>
                  <a:lnTo>
                    <a:pt x="1415" y="2812"/>
                  </a:lnTo>
                  <a:lnTo>
                    <a:pt x="1431" y="2812"/>
                  </a:lnTo>
                  <a:cubicBezTo>
                    <a:pt x="1467" y="2776"/>
                    <a:pt x="1467" y="2727"/>
                    <a:pt x="1467" y="2675"/>
                  </a:cubicBezTo>
                  <a:lnTo>
                    <a:pt x="1467" y="2643"/>
                  </a:lnTo>
                  <a:lnTo>
                    <a:pt x="1467" y="2473"/>
                  </a:lnTo>
                  <a:lnTo>
                    <a:pt x="1467" y="2105"/>
                  </a:lnTo>
                  <a:cubicBezTo>
                    <a:pt x="1483" y="2020"/>
                    <a:pt x="1467" y="1952"/>
                    <a:pt x="1415" y="1867"/>
                  </a:cubicBezTo>
                  <a:cubicBezTo>
                    <a:pt x="1330" y="1766"/>
                    <a:pt x="1245" y="1665"/>
                    <a:pt x="1164" y="1564"/>
                  </a:cubicBezTo>
                  <a:cubicBezTo>
                    <a:pt x="877" y="1213"/>
                    <a:pt x="591" y="841"/>
                    <a:pt x="304" y="469"/>
                  </a:cubicBezTo>
                  <a:cubicBezTo>
                    <a:pt x="271" y="421"/>
                    <a:pt x="235" y="388"/>
                    <a:pt x="219" y="352"/>
                  </a:cubicBezTo>
                  <a:cubicBezTo>
                    <a:pt x="118" y="251"/>
                    <a:pt x="33" y="150"/>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3"/>
            <p:cNvSpPr/>
            <p:nvPr/>
          </p:nvSpPr>
          <p:spPr>
            <a:xfrm>
              <a:off x="1088928" y="3528914"/>
              <a:ext cx="4867" cy="97140"/>
            </a:xfrm>
            <a:custGeom>
              <a:rect b="b" l="l" r="r" t="t"/>
              <a:pathLst>
                <a:path extrusionOk="0" h="978" w="49">
                  <a:moveTo>
                    <a:pt x="16" y="0"/>
                  </a:moveTo>
                  <a:cubicBezTo>
                    <a:pt x="0" y="0"/>
                    <a:pt x="0" y="16"/>
                    <a:pt x="0" y="16"/>
                  </a:cubicBezTo>
                  <a:cubicBezTo>
                    <a:pt x="16" y="170"/>
                    <a:pt x="16" y="319"/>
                    <a:pt x="16" y="453"/>
                  </a:cubicBezTo>
                  <a:lnTo>
                    <a:pt x="16" y="740"/>
                  </a:lnTo>
                  <a:lnTo>
                    <a:pt x="16" y="808"/>
                  </a:lnTo>
                  <a:cubicBezTo>
                    <a:pt x="16" y="857"/>
                    <a:pt x="16" y="909"/>
                    <a:pt x="33" y="958"/>
                  </a:cubicBezTo>
                  <a:lnTo>
                    <a:pt x="49" y="978"/>
                  </a:lnTo>
                  <a:lnTo>
                    <a:pt x="49" y="958"/>
                  </a:lnTo>
                  <a:cubicBezTo>
                    <a:pt x="33" y="909"/>
                    <a:pt x="33" y="857"/>
                    <a:pt x="49" y="808"/>
                  </a:cubicBezTo>
                  <a:lnTo>
                    <a:pt x="49" y="740"/>
                  </a:lnTo>
                  <a:cubicBezTo>
                    <a:pt x="33" y="639"/>
                    <a:pt x="33" y="554"/>
                    <a:pt x="49" y="453"/>
                  </a:cubicBezTo>
                  <a:cubicBezTo>
                    <a:pt x="49" y="319"/>
                    <a:pt x="49" y="170"/>
                    <a:pt x="33" y="16"/>
                  </a:cubicBez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3"/>
            <p:cNvSpPr/>
            <p:nvPr/>
          </p:nvSpPr>
          <p:spPr>
            <a:xfrm>
              <a:off x="702554" y="2373764"/>
              <a:ext cx="5264" cy="66647"/>
            </a:xfrm>
            <a:custGeom>
              <a:rect b="b" l="l" r="r" t="t"/>
              <a:pathLst>
                <a:path extrusionOk="0" h="671" w="53">
                  <a:moveTo>
                    <a:pt x="36" y="0"/>
                  </a:moveTo>
                  <a:cubicBezTo>
                    <a:pt x="20" y="0"/>
                    <a:pt x="20" y="16"/>
                    <a:pt x="20" y="16"/>
                  </a:cubicBezTo>
                  <a:lnTo>
                    <a:pt x="20" y="267"/>
                  </a:lnTo>
                  <a:cubicBezTo>
                    <a:pt x="20" y="388"/>
                    <a:pt x="0" y="537"/>
                    <a:pt x="36" y="671"/>
                  </a:cubicBezTo>
                  <a:lnTo>
                    <a:pt x="53" y="671"/>
                  </a:lnTo>
                  <a:lnTo>
                    <a:pt x="53" y="655"/>
                  </a:lnTo>
                  <a:cubicBezTo>
                    <a:pt x="36" y="521"/>
                    <a:pt x="36" y="388"/>
                    <a:pt x="36" y="267"/>
                  </a:cubicBezTo>
                  <a:cubicBezTo>
                    <a:pt x="36" y="186"/>
                    <a:pt x="53" y="101"/>
                    <a:pt x="36" y="16"/>
                  </a:cubicBez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3"/>
            <p:cNvSpPr/>
            <p:nvPr/>
          </p:nvSpPr>
          <p:spPr>
            <a:xfrm>
              <a:off x="1521886" y="1412398"/>
              <a:ext cx="203914" cy="463053"/>
            </a:xfrm>
            <a:custGeom>
              <a:rect b="b" l="l" r="r" t="t"/>
              <a:pathLst>
                <a:path extrusionOk="0" h="4662" w="2053">
                  <a:moveTo>
                    <a:pt x="16" y="0"/>
                  </a:moveTo>
                  <a:cubicBezTo>
                    <a:pt x="16" y="16"/>
                    <a:pt x="0" y="16"/>
                    <a:pt x="0" y="16"/>
                  </a:cubicBezTo>
                  <a:cubicBezTo>
                    <a:pt x="32" y="117"/>
                    <a:pt x="53" y="218"/>
                    <a:pt x="32" y="303"/>
                  </a:cubicBezTo>
                  <a:lnTo>
                    <a:pt x="32" y="925"/>
                  </a:lnTo>
                  <a:lnTo>
                    <a:pt x="32" y="1244"/>
                  </a:lnTo>
                  <a:cubicBezTo>
                    <a:pt x="32" y="1297"/>
                    <a:pt x="53" y="1345"/>
                    <a:pt x="85" y="1382"/>
                  </a:cubicBezTo>
                  <a:cubicBezTo>
                    <a:pt x="170" y="1531"/>
                    <a:pt x="271" y="1701"/>
                    <a:pt x="372" y="1866"/>
                  </a:cubicBezTo>
                  <a:cubicBezTo>
                    <a:pt x="505" y="2089"/>
                    <a:pt x="659" y="2323"/>
                    <a:pt x="792" y="2557"/>
                  </a:cubicBezTo>
                  <a:cubicBezTo>
                    <a:pt x="893" y="2727"/>
                    <a:pt x="994" y="2897"/>
                    <a:pt x="1079" y="3046"/>
                  </a:cubicBezTo>
                  <a:cubicBezTo>
                    <a:pt x="1265" y="3365"/>
                    <a:pt x="1467" y="3704"/>
                    <a:pt x="1669" y="4007"/>
                  </a:cubicBezTo>
                  <a:cubicBezTo>
                    <a:pt x="1701" y="4056"/>
                    <a:pt x="1733" y="4125"/>
                    <a:pt x="1749" y="4173"/>
                  </a:cubicBezTo>
                  <a:cubicBezTo>
                    <a:pt x="1818" y="4290"/>
                    <a:pt x="1887" y="4411"/>
                    <a:pt x="1988" y="4512"/>
                  </a:cubicBezTo>
                  <a:cubicBezTo>
                    <a:pt x="2004" y="4529"/>
                    <a:pt x="2004" y="4561"/>
                    <a:pt x="2004" y="4593"/>
                  </a:cubicBezTo>
                  <a:cubicBezTo>
                    <a:pt x="2020" y="4613"/>
                    <a:pt x="2020" y="4630"/>
                    <a:pt x="2020" y="4646"/>
                  </a:cubicBezTo>
                  <a:lnTo>
                    <a:pt x="2036" y="4662"/>
                  </a:lnTo>
                  <a:lnTo>
                    <a:pt x="2036" y="4646"/>
                  </a:lnTo>
                  <a:lnTo>
                    <a:pt x="2052" y="4646"/>
                  </a:lnTo>
                  <a:cubicBezTo>
                    <a:pt x="2036" y="4630"/>
                    <a:pt x="2036" y="4613"/>
                    <a:pt x="2036" y="4593"/>
                  </a:cubicBezTo>
                  <a:cubicBezTo>
                    <a:pt x="2036" y="4545"/>
                    <a:pt x="2020" y="4512"/>
                    <a:pt x="2004" y="4476"/>
                  </a:cubicBezTo>
                  <a:cubicBezTo>
                    <a:pt x="1903" y="4391"/>
                    <a:pt x="1834" y="4274"/>
                    <a:pt x="1786" y="4157"/>
                  </a:cubicBezTo>
                  <a:cubicBezTo>
                    <a:pt x="1749" y="4108"/>
                    <a:pt x="1717" y="4056"/>
                    <a:pt x="1685" y="3987"/>
                  </a:cubicBezTo>
                  <a:cubicBezTo>
                    <a:pt x="1483" y="3684"/>
                    <a:pt x="1297" y="3349"/>
                    <a:pt x="1111" y="3030"/>
                  </a:cubicBezTo>
                  <a:cubicBezTo>
                    <a:pt x="1010" y="2876"/>
                    <a:pt x="909" y="2711"/>
                    <a:pt x="808" y="2541"/>
                  </a:cubicBezTo>
                  <a:cubicBezTo>
                    <a:pt x="675" y="2307"/>
                    <a:pt x="537" y="2068"/>
                    <a:pt x="388" y="1850"/>
                  </a:cubicBezTo>
                  <a:cubicBezTo>
                    <a:pt x="303" y="1685"/>
                    <a:pt x="202" y="1531"/>
                    <a:pt x="101" y="1361"/>
                  </a:cubicBezTo>
                  <a:cubicBezTo>
                    <a:pt x="85" y="1329"/>
                    <a:pt x="69" y="1297"/>
                    <a:pt x="69" y="1244"/>
                  </a:cubicBezTo>
                  <a:lnTo>
                    <a:pt x="69" y="925"/>
                  </a:lnTo>
                  <a:cubicBezTo>
                    <a:pt x="53" y="723"/>
                    <a:pt x="53" y="505"/>
                    <a:pt x="69" y="303"/>
                  </a:cubicBezTo>
                  <a:cubicBezTo>
                    <a:pt x="69" y="202"/>
                    <a:pt x="69" y="117"/>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3"/>
            <p:cNvSpPr/>
            <p:nvPr/>
          </p:nvSpPr>
          <p:spPr>
            <a:xfrm>
              <a:off x="1617337" y="2151475"/>
              <a:ext cx="1689" cy="56615"/>
            </a:xfrm>
            <a:custGeom>
              <a:rect b="b" l="l" r="r" t="t"/>
              <a:pathLst>
                <a:path extrusionOk="0" h="570" w="17">
                  <a:moveTo>
                    <a:pt x="1" y="0"/>
                  </a:moveTo>
                  <a:lnTo>
                    <a:pt x="1" y="16"/>
                  </a:lnTo>
                  <a:lnTo>
                    <a:pt x="1" y="554"/>
                  </a:lnTo>
                  <a:lnTo>
                    <a:pt x="1" y="570"/>
                  </a:lnTo>
                  <a:cubicBezTo>
                    <a:pt x="17" y="570"/>
                    <a:pt x="17" y="554"/>
                    <a:pt x="17" y="554"/>
                  </a:cubicBezTo>
                  <a:lnTo>
                    <a:pt x="17" y="16"/>
                  </a:lnTo>
                  <a:cubicBezTo>
                    <a:pt x="17" y="0"/>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3"/>
            <p:cNvSpPr/>
            <p:nvPr/>
          </p:nvSpPr>
          <p:spPr>
            <a:xfrm>
              <a:off x="1336446" y="2402171"/>
              <a:ext cx="6555" cy="92074"/>
            </a:xfrm>
            <a:custGeom>
              <a:rect b="b" l="l" r="r" t="t"/>
              <a:pathLst>
                <a:path extrusionOk="0" h="927" w="66">
                  <a:moveTo>
                    <a:pt x="33" y="1"/>
                  </a:moveTo>
                  <a:cubicBezTo>
                    <a:pt x="17" y="1"/>
                    <a:pt x="17" y="1"/>
                    <a:pt x="17" y="17"/>
                  </a:cubicBezTo>
                  <a:cubicBezTo>
                    <a:pt x="1" y="33"/>
                    <a:pt x="17" y="49"/>
                    <a:pt x="17" y="66"/>
                  </a:cubicBezTo>
                  <a:cubicBezTo>
                    <a:pt x="33" y="82"/>
                    <a:pt x="33" y="82"/>
                    <a:pt x="33" y="102"/>
                  </a:cubicBezTo>
                  <a:lnTo>
                    <a:pt x="33" y="304"/>
                  </a:lnTo>
                  <a:cubicBezTo>
                    <a:pt x="17" y="506"/>
                    <a:pt x="17" y="708"/>
                    <a:pt x="33" y="910"/>
                  </a:cubicBezTo>
                  <a:lnTo>
                    <a:pt x="49" y="926"/>
                  </a:lnTo>
                  <a:lnTo>
                    <a:pt x="65" y="910"/>
                  </a:lnTo>
                  <a:cubicBezTo>
                    <a:pt x="33" y="708"/>
                    <a:pt x="49" y="506"/>
                    <a:pt x="49" y="304"/>
                  </a:cubicBezTo>
                  <a:lnTo>
                    <a:pt x="49" y="102"/>
                  </a:lnTo>
                  <a:lnTo>
                    <a:pt x="49" y="49"/>
                  </a:lnTo>
                  <a:cubicBezTo>
                    <a:pt x="33" y="33"/>
                    <a:pt x="33" y="33"/>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3"/>
            <p:cNvSpPr/>
            <p:nvPr/>
          </p:nvSpPr>
          <p:spPr>
            <a:xfrm>
              <a:off x="1185969" y="2127736"/>
              <a:ext cx="4966" cy="87207"/>
            </a:xfrm>
            <a:custGeom>
              <a:rect b="b" l="l" r="r" t="t"/>
              <a:pathLst>
                <a:path extrusionOk="0" h="878" w="50">
                  <a:moveTo>
                    <a:pt x="17" y="1"/>
                  </a:moveTo>
                  <a:cubicBezTo>
                    <a:pt x="1" y="1"/>
                    <a:pt x="1" y="17"/>
                    <a:pt x="1" y="17"/>
                  </a:cubicBezTo>
                  <a:cubicBezTo>
                    <a:pt x="17" y="170"/>
                    <a:pt x="17" y="304"/>
                    <a:pt x="17" y="441"/>
                  </a:cubicBezTo>
                  <a:lnTo>
                    <a:pt x="17" y="708"/>
                  </a:lnTo>
                  <a:lnTo>
                    <a:pt x="17" y="744"/>
                  </a:lnTo>
                  <a:cubicBezTo>
                    <a:pt x="17" y="793"/>
                    <a:pt x="17" y="825"/>
                    <a:pt x="33" y="861"/>
                  </a:cubicBezTo>
                  <a:lnTo>
                    <a:pt x="33" y="877"/>
                  </a:lnTo>
                  <a:lnTo>
                    <a:pt x="49" y="877"/>
                  </a:lnTo>
                  <a:lnTo>
                    <a:pt x="49" y="845"/>
                  </a:lnTo>
                  <a:cubicBezTo>
                    <a:pt x="33" y="825"/>
                    <a:pt x="33" y="793"/>
                    <a:pt x="33" y="744"/>
                  </a:cubicBezTo>
                  <a:lnTo>
                    <a:pt x="33" y="708"/>
                  </a:lnTo>
                  <a:lnTo>
                    <a:pt x="33" y="441"/>
                  </a:lnTo>
                  <a:cubicBezTo>
                    <a:pt x="33" y="304"/>
                    <a:pt x="49" y="15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3"/>
            <p:cNvSpPr/>
            <p:nvPr/>
          </p:nvSpPr>
          <p:spPr>
            <a:xfrm>
              <a:off x="669181" y="1928788"/>
              <a:ext cx="147398" cy="210668"/>
            </a:xfrm>
            <a:custGeom>
              <a:rect b="b" l="l" r="r" t="t"/>
              <a:pathLst>
                <a:path extrusionOk="0" h="2121" w="1484">
                  <a:moveTo>
                    <a:pt x="1467" y="0"/>
                  </a:moveTo>
                  <a:cubicBezTo>
                    <a:pt x="1346" y="85"/>
                    <a:pt x="1213" y="137"/>
                    <a:pt x="1096" y="202"/>
                  </a:cubicBezTo>
                  <a:cubicBezTo>
                    <a:pt x="1027" y="238"/>
                    <a:pt x="942" y="271"/>
                    <a:pt x="877" y="323"/>
                  </a:cubicBezTo>
                  <a:cubicBezTo>
                    <a:pt x="639" y="457"/>
                    <a:pt x="389" y="574"/>
                    <a:pt x="170" y="707"/>
                  </a:cubicBezTo>
                  <a:lnTo>
                    <a:pt x="102" y="743"/>
                  </a:lnTo>
                  <a:cubicBezTo>
                    <a:pt x="53" y="760"/>
                    <a:pt x="17" y="792"/>
                    <a:pt x="17" y="861"/>
                  </a:cubicBezTo>
                  <a:cubicBezTo>
                    <a:pt x="33" y="994"/>
                    <a:pt x="33" y="1131"/>
                    <a:pt x="33" y="1265"/>
                  </a:cubicBezTo>
                  <a:cubicBezTo>
                    <a:pt x="17" y="1515"/>
                    <a:pt x="17" y="1786"/>
                    <a:pt x="33" y="2040"/>
                  </a:cubicBezTo>
                  <a:cubicBezTo>
                    <a:pt x="33" y="2072"/>
                    <a:pt x="17" y="2072"/>
                    <a:pt x="17" y="2089"/>
                  </a:cubicBezTo>
                  <a:lnTo>
                    <a:pt x="1" y="2105"/>
                  </a:lnTo>
                  <a:lnTo>
                    <a:pt x="1" y="2121"/>
                  </a:lnTo>
                  <a:lnTo>
                    <a:pt x="17" y="2121"/>
                  </a:lnTo>
                  <a:lnTo>
                    <a:pt x="33" y="2105"/>
                  </a:lnTo>
                  <a:cubicBezTo>
                    <a:pt x="53" y="2089"/>
                    <a:pt x="53" y="2072"/>
                    <a:pt x="53" y="2040"/>
                  </a:cubicBezTo>
                  <a:lnTo>
                    <a:pt x="53" y="1265"/>
                  </a:lnTo>
                  <a:lnTo>
                    <a:pt x="53" y="861"/>
                  </a:lnTo>
                  <a:cubicBezTo>
                    <a:pt x="53" y="808"/>
                    <a:pt x="70" y="792"/>
                    <a:pt x="118" y="760"/>
                  </a:cubicBezTo>
                  <a:lnTo>
                    <a:pt x="170" y="727"/>
                  </a:lnTo>
                  <a:cubicBezTo>
                    <a:pt x="405" y="606"/>
                    <a:pt x="659" y="473"/>
                    <a:pt x="877" y="339"/>
                  </a:cubicBezTo>
                  <a:cubicBezTo>
                    <a:pt x="962" y="303"/>
                    <a:pt x="1027" y="271"/>
                    <a:pt x="1112" y="222"/>
                  </a:cubicBezTo>
                  <a:cubicBezTo>
                    <a:pt x="1229" y="170"/>
                    <a:pt x="1366" y="101"/>
                    <a:pt x="1483" y="20"/>
                  </a:cubicBezTo>
                  <a:lnTo>
                    <a:pt x="14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3"/>
            <p:cNvSpPr/>
            <p:nvPr/>
          </p:nvSpPr>
          <p:spPr>
            <a:xfrm>
              <a:off x="1409946" y="2295993"/>
              <a:ext cx="10131" cy="74196"/>
            </a:xfrm>
            <a:custGeom>
              <a:rect b="b" l="l" r="r" t="t"/>
              <a:pathLst>
                <a:path extrusionOk="0" h="747" w="102">
                  <a:moveTo>
                    <a:pt x="81" y="0"/>
                  </a:moveTo>
                  <a:cubicBezTo>
                    <a:pt x="76" y="0"/>
                    <a:pt x="69" y="7"/>
                    <a:pt x="69" y="7"/>
                  </a:cubicBezTo>
                  <a:cubicBezTo>
                    <a:pt x="16" y="125"/>
                    <a:pt x="32" y="242"/>
                    <a:pt x="32" y="363"/>
                  </a:cubicBezTo>
                  <a:lnTo>
                    <a:pt x="32" y="496"/>
                  </a:lnTo>
                  <a:cubicBezTo>
                    <a:pt x="32" y="529"/>
                    <a:pt x="32" y="565"/>
                    <a:pt x="16" y="597"/>
                  </a:cubicBezTo>
                  <a:cubicBezTo>
                    <a:pt x="16" y="646"/>
                    <a:pt x="0" y="698"/>
                    <a:pt x="16" y="747"/>
                  </a:cubicBezTo>
                  <a:lnTo>
                    <a:pt x="32" y="747"/>
                  </a:lnTo>
                  <a:lnTo>
                    <a:pt x="32" y="731"/>
                  </a:lnTo>
                  <a:cubicBezTo>
                    <a:pt x="16" y="698"/>
                    <a:pt x="32" y="646"/>
                    <a:pt x="49" y="597"/>
                  </a:cubicBezTo>
                  <a:cubicBezTo>
                    <a:pt x="49" y="565"/>
                    <a:pt x="69" y="529"/>
                    <a:pt x="69" y="496"/>
                  </a:cubicBezTo>
                  <a:lnTo>
                    <a:pt x="69" y="363"/>
                  </a:lnTo>
                  <a:cubicBezTo>
                    <a:pt x="49" y="242"/>
                    <a:pt x="49" y="125"/>
                    <a:pt x="101" y="24"/>
                  </a:cubicBezTo>
                  <a:cubicBezTo>
                    <a:pt x="101" y="7"/>
                    <a:pt x="101" y="7"/>
                    <a:pt x="85" y="7"/>
                  </a:cubicBezTo>
                  <a:cubicBezTo>
                    <a:pt x="85" y="2"/>
                    <a:pt x="83"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3"/>
            <p:cNvSpPr/>
            <p:nvPr/>
          </p:nvSpPr>
          <p:spPr>
            <a:xfrm>
              <a:off x="1819563" y="3202731"/>
              <a:ext cx="4966" cy="62277"/>
            </a:xfrm>
            <a:custGeom>
              <a:rect b="b" l="l" r="r" t="t"/>
              <a:pathLst>
                <a:path extrusionOk="0" h="627" w="50">
                  <a:moveTo>
                    <a:pt x="33" y="0"/>
                  </a:moveTo>
                  <a:lnTo>
                    <a:pt x="17" y="20"/>
                  </a:lnTo>
                  <a:cubicBezTo>
                    <a:pt x="1" y="101"/>
                    <a:pt x="1" y="202"/>
                    <a:pt x="17" y="303"/>
                  </a:cubicBezTo>
                  <a:lnTo>
                    <a:pt x="17" y="473"/>
                  </a:lnTo>
                  <a:lnTo>
                    <a:pt x="17" y="525"/>
                  </a:lnTo>
                  <a:cubicBezTo>
                    <a:pt x="17" y="558"/>
                    <a:pt x="17" y="574"/>
                    <a:pt x="1" y="606"/>
                  </a:cubicBezTo>
                  <a:lnTo>
                    <a:pt x="1" y="626"/>
                  </a:lnTo>
                  <a:lnTo>
                    <a:pt x="17" y="626"/>
                  </a:lnTo>
                  <a:cubicBezTo>
                    <a:pt x="49" y="590"/>
                    <a:pt x="33" y="558"/>
                    <a:pt x="33" y="525"/>
                  </a:cubicBezTo>
                  <a:lnTo>
                    <a:pt x="33" y="473"/>
                  </a:lnTo>
                  <a:lnTo>
                    <a:pt x="33" y="303"/>
                  </a:lnTo>
                  <a:cubicBezTo>
                    <a:pt x="33" y="202"/>
                    <a:pt x="33" y="121"/>
                    <a:pt x="49" y="20"/>
                  </a:cubicBezTo>
                  <a:cubicBezTo>
                    <a:pt x="49" y="2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3"/>
            <p:cNvSpPr/>
            <p:nvPr/>
          </p:nvSpPr>
          <p:spPr>
            <a:xfrm>
              <a:off x="1521886" y="1283573"/>
              <a:ext cx="203914" cy="446665"/>
            </a:xfrm>
            <a:custGeom>
              <a:rect b="b" l="l" r="r" t="t"/>
              <a:pathLst>
                <a:path extrusionOk="0" h="4497" w="2053">
                  <a:moveTo>
                    <a:pt x="53" y="0"/>
                  </a:moveTo>
                  <a:cubicBezTo>
                    <a:pt x="0" y="33"/>
                    <a:pt x="16" y="85"/>
                    <a:pt x="32" y="134"/>
                  </a:cubicBezTo>
                  <a:lnTo>
                    <a:pt x="32" y="186"/>
                  </a:lnTo>
                  <a:lnTo>
                    <a:pt x="32" y="437"/>
                  </a:lnTo>
                  <a:lnTo>
                    <a:pt x="32" y="760"/>
                  </a:lnTo>
                  <a:cubicBezTo>
                    <a:pt x="16" y="925"/>
                    <a:pt x="101" y="1063"/>
                    <a:pt x="170" y="1180"/>
                  </a:cubicBezTo>
                  <a:cubicBezTo>
                    <a:pt x="186" y="1196"/>
                    <a:pt x="202" y="1228"/>
                    <a:pt x="218" y="1265"/>
                  </a:cubicBezTo>
                  <a:cubicBezTo>
                    <a:pt x="707" y="2121"/>
                    <a:pt x="1228" y="3046"/>
                    <a:pt x="1870" y="4141"/>
                  </a:cubicBezTo>
                  <a:cubicBezTo>
                    <a:pt x="1887" y="4173"/>
                    <a:pt x="1903" y="4194"/>
                    <a:pt x="1919" y="4226"/>
                  </a:cubicBezTo>
                  <a:cubicBezTo>
                    <a:pt x="1971" y="4311"/>
                    <a:pt x="2020" y="4375"/>
                    <a:pt x="2036" y="4476"/>
                  </a:cubicBezTo>
                  <a:cubicBezTo>
                    <a:pt x="2036" y="4496"/>
                    <a:pt x="2036" y="4496"/>
                    <a:pt x="2052" y="4496"/>
                  </a:cubicBezTo>
                  <a:lnTo>
                    <a:pt x="2052" y="4476"/>
                  </a:lnTo>
                  <a:cubicBezTo>
                    <a:pt x="2052" y="4375"/>
                    <a:pt x="2004" y="4294"/>
                    <a:pt x="1951" y="4210"/>
                  </a:cubicBezTo>
                  <a:cubicBezTo>
                    <a:pt x="1935" y="4194"/>
                    <a:pt x="1919" y="4157"/>
                    <a:pt x="1903" y="4141"/>
                  </a:cubicBezTo>
                  <a:cubicBezTo>
                    <a:pt x="1265" y="3030"/>
                    <a:pt x="723" y="2105"/>
                    <a:pt x="234" y="1245"/>
                  </a:cubicBezTo>
                  <a:cubicBezTo>
                    <a:pt x="218" y="1212"/>
                    <a:pt x="202" y="1196"/>
                    <a:pt x="186" y="1164"/>
                  </a:cubicBezTo>
                  <a:cubicBezTo>
                    <a:pt x="117" y="1043"/>
                    <a:pt x="53" y="925"/>
                    <a:pt x="53" y="760"/>
                  </a:cubicBezTo>
                  <a:cubicBezTo>
                    <a:pt x="69" y="659"/>
                    <a:pt x="69" y="538"/>
                    <a:pt x="69" y="437"/>
                  </a:cubicBezTo>
                  <a:lnTo>
                    <a:pt x="69" y="186"/>
                  </a:lnTo>
                  <a:cubicBezTo>
                    <a:pt x="69" y="170"/>
                    <a:pt x="53" y="134"/>
                    <a:pt x="53" y="117"/>
                  </a:cubicBezTo>
                  <a:cubicBezTo>
                    <a:pt x="32" y="85"/>
                    <a:pt x="32"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3"/>
            <p:cNvSpPr/>
            <p:nvPr/>
          </p:nvSpPr>
          <p:spPr>
            <a:xfrm>
              <a:off x="1841216" y="2161507"/>
              <a:ext cx="4966" cy="60290"/>
            </a:xfrm>
            <a:custGeom>
              <a:rect b="b" l="l" r="r" t="t"/>
              <a:pathLst>
                <a:path extrusionOk="0" h="607" w="50">
                  <a:moveTo>
                    <a:pt x="33" y="0"/>
                  </a:moveTo>
                  <a:lnTo>
                    <a:pt x="17" y="16"/>
                  </a:lnTo>
                  <a:cubicBezTo>
                    <a:pt x="1" y="101"/>
                    <a:pt x="1" y="202"/>
                    <a:pt x="1" y="283"/>
                  </a:cubicBezTo>
                  <a:cubicBezTo>
                    <a:pt x="17" y="335"/>
                    <a:pt x="17" y="384"/>
                    <a:pt x="1" y="453"/>
                  </a:cubicBezTo>
                  <a:cubicBezTo>
                    <a:pt x="1" y="469"/>
                    <a:pt x="1" y="485"/>
                    <a:pt x="17" y="485"/>
                  </a:cubicBezTo>
                  <a:cubicBezTo>
                    <a:pt x="17" y="521"/>
                    <a:pt x="17" y="554"/>
                    <a:pt x="1" y="570"/>
                  </a:cubicBezTo>
                  <a:lnTo>
                    <a:pt x="1" y="586"/>
                  </a:lnTo>
                  <a:lnTo>
                    <a:pt x="1" y="606"/>
                  </a:lnTo>
                  <a:lnTo>
                    <a:pt x="17" y="586"/>
                  </a:lnTo>
                  <a:cubicBezTo>
                    <a:pt x="33" y="554"/>
                    <a:pt x="33" y="521"/>
                    <a:pt x="33" y="485"/>
                  </a:cubicBezTo>
                  <a:lnTo>
                    <a:pt x="33" y="453"/>
                  </a:lnTo>
                  <a:lnTo>
                    <a:pt x="33" y="283"/>
                  </a:lnTo>
                  <a:cubicBezTo>
                    <a:pt x="33" y="202"/>
                    <a:pt x="33" y="101"/>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3"/>
            <p:cNvSpPr/>
            <p:nvPr/>
          </p:nvSpPr>
          <p:spPr>
            <a:xfrm>
              <a:off x="1530229" y="1639852"/>
              <a:ext cx="170640" cy="351213"/>
            </a:xfrm>
            <a:custGeom>
              <a:rect b="b" l="l" r="r" t="t"/>
              <a:pathLst>
                <a:path extrusionOk="0" h="3536" w="1718">
                  <a:moveTo>
                    <a:pt x="1" y="1"/>
                  </a:moveTo>
                  <a:lnTo>
                    <a:pt x="1" y="17"/>
                  </a:lnTo>
                  <a:cubicBezTo>
                    <a:pt x="86" y="102"/>
                    <a:pt x="134" y="182"/>
                    <a:pt x="187" y="283"/>
                  </a:cubicBezTo>
                  <a:cubicBezTo>
                    <a:pt x="203" y="320"/>
                    <a:pt x="219" y="352"/>
                    <a:pt x="251" y="384"/>
                  </a:cubicBezTo>
                  <a:cubicBezTo>
                    <a:pt x="405" y="639"/>
                    <a:pt x="554" y="909"/>
                    <a:pt x="708" y="1160"/>
                  </a:cubicBezTo>
                  <a:cubicBezTo>
                    <a:pt x="793" y="1313"/>
                    <a:pt x="878" y="1447"/>
                    <a:pt x="958" y="1580"/>
                  </a:cubicBezTo>
                  <a:cubicBezTo>
                    <a:pt x="1197" y="1984"/>
                    <a:pt x="1431" y="2356"/>
                    <a:pt x="1649" y="2727"/>
                  </a:cubicBezTo>
                  <a:cubicBezTo>
                    <a:pt x="1665" y="2727"/>
                    <a:pt x="1665" y="2743"/>
                    <a:pt x="1665" y="2743"/>
                  </a:cubicBezTo>
                  <a:cubicBezTo>
                    <a:pt x="1685" y="2760"/>
                    <a:pt x="1702" y="2776"/>
                    <a:pt x="1702" y="2792"/>
                  </a:cubicBezTo>
                  <a:lnTo>
                    <a:pt x="1702" y="3010"/>
                  </a:lnTo>
                  <a:lnTo>
                    <a:pt x="1702" y="3467"/>
                  </a:lnTo>
                  <a:cubicBezTo>
                    <a:pt x="1702" y="3483"/>
                    <a:pt x="1685" y="3483"/>
                    <a:pt x="1685" y="3483"/>
                  </a:cubicBezTo>
                  <a:lnTo>
                    <a:pt x="1665" y="3499"/>
                  </a:lnTo>
                  <a:lnTo>
                    <a:pt x="1665" y="3515"/>
                  </a:lnTo>
                  <a:lnTo>
                    <a:pt x="1685" y="3535"/>
                  </a:lnTo>
                  <a:lnTo>
                    <a:pt x="1685" y="3515"/>
                  </a:lnTo>
                  <a:lnTo>
                    <a:pt x="1702" y="3499"/>
                  </a:lnTo>
                  <a:cubicBezTo>
                    <a:pt x="1702" y="3499"/>
                    <a:pt x="1718" y="3483"/>
                    <a:pt x="1718" y="3467"/>
                  </a:cubicBezTo>
                  <a:lnTo>
                    <a:pt x="1718" y="3010"/>
                  </a:lnTo>
                  <a:lnTo>
                    <a:pt x="1718" y="2792"/>
                  </a:lnTo>
                  <a:cubicBezTo>
                    <a:pt x="1718" y="2760"/>
                    <a:pt x="1702" y="2743"/>
                    <a:pt x="1685" y="2727"/>
                  </a:cubicBezTo>
                  <a:lnTo>
                    <a:pt x="1685" y="2707"/>
                  </a:lnTo>
                  <a:cubicBezTo>
                    <a:pt x="1463" y="2356"/>
                    <a:pt x="1229" y="1968"/>
                    <a:pt x="995" y="1580"/>
                  </a:cubicBezTo>
                  <a:cubicBezTo>
                    <a:pt x="910" y="1431"/>
                    <a:pt x="825" y="1293"/>
                    <a:pt x="740" y="1160"/>
                  </a:cubicBezTo>
                  <a:cubicBezTo>
                    <a:pt x="591" y="889"/>
                    <a:pt x="437" y="639"/>
                    <a:pt x="272" y="368"/>
                  </a:cubicBezTo>
                  <a:cubicBezTo>
                    <a:pt x="251" y="336"/>
                    <a:pt x="235" y="304"/>
                    <a:pt x="203" y="267"/>
                  </a:cubicBezTo>
                  <a:cubicBezTo>
                    <a:pt x="150" y="166"/>
                    <a:pt x="102" y="8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3"/>
            <p:cNvSpPr/>
            <p:nvPr/>
          </p:nvSpPr>
          <p:spPr>
            <a:xfrm>
              <a:off x="987021" y="1690011"/>
              <a:ext cx="6456" cy="96842"/>
            </a:xfrm>
            <a:custGeom>
              <a:rect b="b" l="l" r="r" t="t"/>
              <a:pathLst>
                <a:path extrusionOk="0" h="975" w="65">
                  <a:moveTo>
                    <a:pt x="16" y="1"/>
                  </a:moveTo>
                  <a:cubicBezTo>
                    <a:pt x="0" y="1"/>
                    <a:pt x="0" y="1"/>
                    <a:pt x="0" y="17"/>
                  </a:cubicBezTo>
                  <a:cubicBezTo>
                    <a:pt x="16" y="166"/>
                    <a:pt x="16" y="336"/>
                    <a:pt x="16" y="505"/>
                  </a:cubicBezTo>
                  <a:lnTo>
                    <a:pt x="16" y="808"/>
                  </a:lnTo>
                  <a:lnTo>
                    <a:pt x="16" y="841"/>
                  </a:lnTo>
                  <a:cubicBezTo>
                    <a:pt x="16" y="873"/>
                    <a:pt x="16" y="926"/>
                    <a:pt x="49" y="958"/>
                  </a:cubicBezTo>
                  <a:lnTo>
                    <a:pt x="49" y="974"/>
                  </a:lnTo>
                  <a:lnTo>
                    <a:pt x="65" y="958"/>
                  </a:lnTo>
                  <a:lnTo>
                    <a:pt x="65" y="942"/>
                  </a:lnTo>
                  <a:cubicBezTo>
                    <a:pt x="33" y="909"/>
                    <a:pt x="33" y="873"/>
                    <a:pt x="49" y="841"/>
                  </a:cubicBezTo>
                  <a:lnTo>
                    <a:pt x="49" y="808"/>
                  </a:lnTo>
                  <a:cubicBezTo>
                    <a:pt x="33" y="707"/>
                    <a:pt x="33" y="606"/>
                    <a:pt x="49" y="505"/>
                  </a:cubicBezTo>
                  <a:cubicBezTo>
                    <a:pt x="49" y="336"/>
                    <a:pt x="49" y="166"/>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3"/>
            <p:cNvSpPr/>
            <p:nvPr/>
          </p:nvSpPr>
          <p:spPr>
            <a:xfrm>
              <a:off x="1035591" y="3209485"/>
              <a:ext cx="4867" cy="91975"/>
            </a:xfrm>
            <a:custGeom>
              <a:rect b="b" l="l" r="r" t="t"/>
              <a:pathLst>
                <a:path extrusionOk="0" h="926" w="49">
                  <a:moveTo>
                    <a:pt x="16" y="1"/>
                  </a:moveTo>
                  <a:cubicBezTo>
                    <a:pt x="0" y="1"/>
                    <a:pt x="0" y="17"/>
                    <a:pt x="0" y="17"/>
                  </a:cubicBezTo>
                  <a:cubicBezTo>
                    <a:pt x="16" y="154"/>
                    <a:pt x="16" y="288"/>
                    <a:pt x="16" y="405"/>
                  </a:cubicBezTo>
                  <a:lnTo>
                    <a:pt x="16" y="623"/>
                  </a:lnTo>
                  <a:lnTo>
                    <a:pt x="16" y="825"/>
                  </a:lnTo>
                  <a:lnTo>
                    <a:pt x="16" y="910"/>
                  </a:lnTo>
                  <a:cubicBezTo>
                    <a:pt x="16" y="910"/>
                    <a:pt x="16" y="926"/>
                    <a:pt x="32" y="926"/>
                  </a:cubicBezTo>
                  <a:lnTo>
                    <a:pt x="32" y="910"/>
                  </a:lnTo>
                  <a:lnTo>
                    <a:pt x="32" y="825"/>
                  </a:lnTo>
                  <a:cubicBezTo>
                    <a:pt x="32" y="760"/>
                    <a:pt x="49" y="692"/>
                    <a:pt x="32" y="623"/>
                  </a:cubicBezTo>
                  <a:lnTo>
                    <a:pt x="32" y="405"/>
                  </a:lnTo>
                  <a:cubicBezTo>
                    <a:pt x="49" y="288"/>
                    <a:pt x="49" y="154"/>
                    <a:pt x="32" y="17"/>
                  </a:cubicBezTo>
                  <a:cubicBezTo>
                    <a:pt x="32"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3"/>
            <p:cNvSpPr/>
            <p:nvPr/>
          </p:nvSpPr>
          <p:spPr>
            <a:xfrm>
              <a:off x="1792646" y="2873667"/>
              <a:ext cx="5364" cy="50258"/>
            </a:xfrm>
            <a:custGeom>
              <a:rect b="b" l="l" r="r" t="t"/>
              <a:pathLst>
                <a:path extrusionOk="0" h="506" w="54">
                  <a:moveTo>
                    <a:pt x="17" y="1"/>
                  </a:moveTo>
                  <a:cubicBezTo>
                    <a:pt x="1" y="81"/>
                    <a:pt x="1" y="166"/>
                    <a:pt x="17" y="251"/>
                  </a:cubicBezTo>
                  <a:cubicBezTo>
                    <a:pt x="17" y="336"/>
                    <a:pt x="17" y="421"/>
                    <a:pt x="1" y="485"/>
                  </a:cubicBezTo>
                  <a:lnTo>
                    <a:pt x="1" y="506"/>
                  </a:lnTo>
                  <a:lnTo>
                    <a:pt x="17" y="506"/>
                  </a:lnTo>
                  <a:cubicBezTo>
                    <a:pt x="53" y="421"/>
                    <a:pt x="33" y="336"/>
                    <a:pt x="33" y="251"/>
                  </a:cubicBezTo>
                  <a:cubicBezTo>
                    <a:pt x="33" y="166"/>
                    <a:pt x="33" y="81"/>
                    <a:pt x="53" y="17"/>
                  </a:cubicBezTo>
                  <a:cubicBezTo>
                    <a:pt x="53" y="1"/>
                    <a:pt x="5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3"/>
            <p:cNvSpPr/>
            <p:nvPr/>
          </p:nvSpPr>
          <p:spPr>
            <a:xfrm>
              <a:off x="936861" y="2276624"/>
              <a:ext cx="4867" cy="55423"/>
            </a:xfrm>
            <a:custGeom>
              <a:rect b="b" l="l" r="r" t="t"/>
              <a:pathLst>
                <a:path extrusionOk="0" h="558" w="49">
                  <a:moveTo>
                    <a:pt x="16" y="1"/>
                  </a:moveTo>
                  <a:lnTo>
                    <a:pt x="0" y="17"/>
                  </a:lnTo>
                  <a:cubicBezTo>
                    <a:pt x="16" y="85"/>
                    <a:pt x="16" y="154"/>
                    <a:pt x="0" y="219"/>
                  </a:cubicBezTo>
                  <a:cubicBezTo>
                    <a:pt x="0" y="320"/>
                    <a:pt x="0" y="437"/>
                    <a:pt x="16" y="558"/>
                  </a:cubicBezTo>
                  <a:lnTo>
                    <a:pt x="33" y="558"/>
                  </a:lnTo>
                  <a:cubicBezTo>
                    <a:pt x="49" y="558"/>
                    <a:pt x="49" y="558"/>
                    <a:pt x="49" y="538"/>
                  </a:cubicBezTo>
                  <a:cubicBezTo>
                    <a:pt x="33" y="437"/>
                    <a:pt x="33" y="320"/>
                    <a:pt x="33" y="219"/>
                  </a:cubicBezTo>
                  <a:lnTo>
                    <a:pt x="33" y="17"/>
                  </a:lnTo>
                  <a:cubicBezTo>
                    <a:pt x="33" y="17"/>
                    <a:pt x="33"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3"/>
            <p:cNvSpPr/>
            <p:nvPr/>
          </p:nvSpPr>
          <p:spPr>
            <a:xfrm>
              <a:off x="1819563" y="3495640"/>
              <a:ext cx="4966" cy="66647"/>
            </a:xfrm>
            <a:custGeom>
              <a:rect b="b" l="l" r="r" t="t"/>
              <a:pathLst>
                <a:path extrusionOk="0" h="671" w="50">
                  <a:moveTo>
                    <a:pt x="33" y="0"/>
                  </a:moveTo>
                  <a:lnTo>
                    <a:pt x="17" y="16"/>
                  </a:lnTo>
                  <a:cubicBezTo>
                    <a:pt x="1" y="117"/>
                    <a:pt x="1" y="218"/>
                    <a:pt x="17" y="335"/>
                  </a:cubicBezTo>
                  <a:lnTo>
                    <a:pt x="17" y="521"/>
                  </a:lnTo>
                  <a:lnTo>
                    <a:pt x="17" y="570"/>
                  </a:lnTo>
                  <a:cubicBezTo>
                    <a:pt x="17" y="606"/>
                    <a:pt x="17" y="638"/>
                    <a:pt x="1" y="654"/>
                  </a:cubicBezTo>
                  <a:lnTo>
                    <a:pt x="1" y="671"/>
                  </a:lnTo>
                  <a:lnTo>
                    <a:pt x="17" y="671"/>
                  </a:lnTo>
                  <a:cubicBezTo>
                    <a:pt x="49" y="638"/>
                    <a:pt x="33" y="606"/>
                    <a:pt x="33" y="570"/>
                  </a:cubicBezTo>
                  <a:lnTo>
                    <a:pt x="33" y="521"/>
                  </a:lnTo>
                  <a:lnTo>
                    <a:pt x="33" y="335"/>
                  </a:lnTo>
                  <a:cubicBezTo>
                    <a:pt x="33" y="218"/>
                    <a:pt x="33" y="117"/>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3"/>
            <p:cNvSpPr/>
            <p:nvPr/>
          </p:nvSpPr>
          <p:spPr>
            <a:xfrm>
              <a:off x="608990" y="2243351"/>
              <a:ext cx="5364" cy="85122"/>
            </a:xfrm>
            <a:custGeom>
              <a:rect b="b" l="l" r="r" t="t"/>
              <a:pathLst>
                <a:path extrusionOk="0" h="857" w="54">
                  <a:moveTo>
                    <a:pt x="1" y="0"/>
                  </a:moveTo>
                  <a:lnTo>
                    <a:pt x="1" y="16"/>
                  </a:lnTo>
                  <a:cubicBezTo>
                    <a:pt x="17" y="150"/>
                    <a:pt x="17" y="303"/>
                    <a:pt x="17" y="437"/>
                  </a:cubicBezTo>
                  <a:cubicBezTo>
                    <a:pt x="17" y="521"/>
                    <a:pt x="1" y="606"/>
                    <a:pt x="17" y="671"/>
                  </a:cubicBezTo>
                  <a:lnTo>
                    <a:pt x="17" y="792"/>
                  </a:lnTo>
                  <a:lnTo>
                    <a:pt x="17" y="840"/>
                  </a:lnTo>
                  <a:lnTo>
                    <a:pt x="17" y="857"/>
                  </a:lnTo>
                  <a:cubicBezTo>
                    <a:pt x="33" y="857"/>
                    <a:pt x="33" y="840"/>
                    <a:pt x="33" y="840"/>
                  </a:cubicBezTo>
                  <a:lnTo>
                    <a:pt x="33" y="792"/>
                  </a:lnTo>
                  <a:lnTo>
                    <a:pt x="33" y="671"/>
                  </a:lnTo>
                  <a:lnTo>
                    <a:pt x="33" y="437"/>
                  </a:lnTo>
                  <a:cubicBezTo>
                    <a:pt x="33" y="303"/>
                    <a:pt x="53" y="150"/>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3"/>
            <p:cNvSpPr/>
            <p:nvPr/>
          </p:nvSpPr>
          <p:spPr>
            <a:xfrm>
              <a:off x="851343" y="2955511"/>
              <a:ext cx="354789" cy="250895"/>
            </a:xfrm>
            <a:custGeom>
              <a:rect b="b" l="l" r="r" t="t"/>
              <a:pathLst>
                <a:path extrusionOk="0" h="2526" w="3572">
                  <a:moveTo>
                    <a:pt x="3552" y="1"/>
                  </a:moveTo>
                  <a:cubicBezTo>
                    <a:pt x="2946" y="219"/>
                    <a:pt x="2340" y="437"/>
                    <a:pt x="1887" y="623"/>
                  </a:cubicBezTo>
                  <a:cubicBezTo>
                    <a:pt x="1532" y="756"/>
                    <a:pt x="1148" y="893"/>
                    <a:pt x="793" y="1027"/>
                  </a:cubicBezTo>
                  <a:cubicBezTo>
                    <a:pt x="643" y="1075"/>
                    <a:pt x="506" y="1128"/>
                    <a:pt x="356" y="1176"/>
                  </a:cubicBezTo>
                  <a:cubicBezTo>
                    <a:pt x="271" y="1213"/>
                    <a:pt x="171" y="1245"/>
                    <a:pt x="86" y="1277"/>
                  </a:cubicBezTo>
                  <a:cubicBezTo>
                    <a:pt x="37" y="1297"/>
                    <a:pt x="1" y="1346"/>
                    <a:pt x="1" y="1415"/>
                  </a:cubicBezTo>
                  <a:lnTo>
                    <a:pt x="1" y="2105"/>
                  </a:lnTo>
                  <a:lnTo>
                    <a:pt x="1" y="2441"/>
                  </a:lnTo>
                  <a:cubicBezTo>
                    <a:pt x="1" y="2457"/>
                    <a:pt x="1" y="2473"/>
                    <a:pt x="17" y="2489"/>
                  </a:cubicBezTo>
                  <a:lnTo>
                    <a:pt x="17" y="2509"/>
                  </a:lnTo>
                  <a:cubicBezTo>
                    <a:pt x="17" y="2509"/>
                    <a:pt x="17" y="2525"/>
                    <a:pt x="37" y="2525"/>
                  </a:cubicBezTo>
                  <a:cubicBezTo>
                    <a:pt x="37" y="2525"/>
                    <a:pt x="53" y="2509"/>
                    <a:pt x="37" y="2509"/>
                  </a:cubicBezTo>
                  <a:lnTo>
                    <a:pt x="37" y="2473"/>
                  </a:lnTo>
                  <a:lnTo>
                    <a:pt x="37" y="2441"/>
                  </a:lnTo>
                  <a:lnTo>
                    <a:pt x="37" y="2105"/>
                  </a:lnTo>
                  <a:lnTo>
                    <a:pt x="37" y="1415"/>
                  </a:lnTo>
                  <a:cubicBezTo>
                    <a:pt x="37" y="1346"/>
                    <a:pt x="53" y="1330"/>
                    <a:pt x="102" y="1297"/>
                  </a:cubicBezTo>
                  <a:cubicBezTo>
                    <a:pt x="187" y="1277"/>
                    <a:pt x="271" y="1245"/>
                    <a:pt x="372" y="1213"/>
                  </a:cubicBezTo>
                  <a:cubicBezTo>
                    <a:pt x="522" y="1160"/>
                    <a:pt x="659" y="1112"/>
                    <a:pt x="809" y="1043"/>
                  </a:cubicBezTo>
                  <a:cubicBezTo>
                    <a:pt x="1164" y="926"/>
                    <a:pt x="1532" y="772"/>
                    <a:pt x="1904" y="639"/>
                  </a:cubicBezTo>
                  <a:cubicBezTo>
                    <a:pt x="2360" y="469"/>
                    <a:pt x="2946" y="235"/>
                    <a:pt x="3572" y="17"/>
                  </a:cubicBezTo>
                  <a:lnTo>
                    <a:pt x="35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3"/>
            <p:cNvSpPr/>
            <p:nvPr/>
          </p:nvSpPr>
          <p:spPr>
            <a:xfrm>
              <a:off x="1841216" y="3077482"/>
              <a:ext cx="4966" cy="61879"/>
            </a:xfrm>
            <a:custGeom>
              <a:rect b="b" l="l" r="r" t="t"/>
              <a:pathLst>
                <a:path extrusionOk="0" h="623" w="50">
                  <a:moveTo>
                    <a:pt x="17" y="1"/>
                  </a:moveTo>
                  <a:cubicBezTo>
                    <a:pt x="1" y="102"/>
                    <a:pt x="1" y="203"/>
                    <a:pt x="1" y="288"/>
                  </a:cubicBezTo>
                  <a:cubicBezTo>
                    <a:pt x="17" y="352"/>
                    <a:pt x="17" y="405"/>
                    <a:pt x="1" y="473"/>
                  </a:cubicBezTo>
                  <a:cubicBezTo>
                    <a:pt x="1" y="490"/>
                    <a:pt x="1" y="506"/>
                    <a:pt x="17" y="506"/>
                  </a:cubicBezTo>
                  <a:cubicBezTo>
                    <a:pt x="17" y="538"/>
                    <a:pt x="17" y="574"/>
                    <a:pt x="1" y="590"/>
                  </a:cubicBezTo>
                  <a:lnTo>
                    <a:pt x="1" y="607"/>
                  </a:lnTo>
                  <a:lnTo>
                    <a:pt x="1" y="623"/>
                  </a:lnTo>
                  <a:lnTo>
                    <a:pt x="17" y="607"/>
                  </a:lnTo>
                  <a:cubicBezTo>
                    <a:pt x="33" y="574"/>
                    <a:pt x="33" y="538"/>
                    <a:pt x="33" y="506"/>
                  </a:cubicBezTo>
                  <a:lnTo>
                    <a:pt x="33" y="473"/>
                  </a:lnTo>
                  <a:lnTo>
                    <a:pt x="33" y="288"/>
                  </a:lnTo>
                  <a:cubicBezTo>
                    <a:pt x="33" y="203"/>
                    <a:pt x="33" y="102"/>
                    <a:pt x="49" y="17"/>
                  </a:cubicBez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3"/>
            <p:cNvSpPr/>
            <p:nvPr/>
          </p:nvSpPr>
          <p:spPr>
            <a:xfrm>
              <a:off x="1670675" y="2714747"/>
              <a:ext cx="6953" cy="58701"/>
            </a:xfrm>
            <a:custGeom>
              <a:rect b="b" l="l" r="r" t="t"/>
              <a:pathLst>
                <a:path extrusionOk="0" h="591" w="70">
                  <a:moveTo>
                    <a:pt x="49" y="1"/>
                  </a:moveTo>
                  <a:cubicBezTo>
                    <a:pt x="49" y="1"/>
                    <a:pt x="33" y="1"/>
                    <a:pt x="33" y="17"/>
                  </a:cubicBezTo>
                  <a:cubicBezTo>
                    <a:pt x="17" y="102"/>
                    <a:pt x="17" y="187"/>
                    <a:pt x="17" y="267"/>
                  </a:cubicBezTo>
                  <a:cubicBezTo>
                    <a:pt x="17" y="320"/>
                    <a:pt x="33" y="368"/>
                    <a:pt x="17" y="437"/>
                  </a:cubicBezTo>
                  <a:lnTo>
                    <a:pt x="17" y="490"/>
                  </a:lnTo>
                  <a:cubicBezTo>
                    <a:pt x="17" y="522"/>
                    <a:pt x="33" y="538"/>
                    <a:pt x="17" y="570"/>
                  </a:cubicBezTo>
                  <a:cubicBezTo>
                    <a:pt x="1" y="570"/>
                    <a:pt x="17" y="591"/>
                    <a:pt x="17" y="591"/>
                  </a:cubicBezTo>
                  <a:lnTo>
                    <a:pt x="33" y="591"/>
                  </a:lnTo>
                  <a:cubicBezTo>
                    <a:pt x="49" y="554"/>
                    <a:pt x="49" y="522"/>
                    <a:pt x="49" y="469"/>
                  </a:cubicBezTo>
                  <a:lnTo>
                    <a:pt x="49" y="437"/>
                  </a:lnTo>
                  <a:lnTo>
                    <a:pt x="49" y="267"/>
                  </a:lnTo>
                  <a:cubicBezTo>
                    <a:pt x="49" y="187"/>
                    <a:pt x="49" y="102"/>
                    <a:pt x="70" y="17"/>
                  </a:cubicBezTo>
                  <a:cubicBezTo>
                    <a:pt x="70" y="17"/>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3"/>
            <p:cNvSpPr/>
            <p:nvPr/>
          </p:nvSpPr>
          <p:spPr>
            <a:xfrm>
              <a:off x="687655" y="1785065"/>
              <a:ext cx="125348" cy="165873"/>
            </a:xfrm>
            <a:custGeom>
              <a:rect b="b" l="l" r="r" t="t"/>
              <a:pathLst>
                <a:path extrusionOk="0" h="1670" w="1262">
                  <a:moveTo>
                    <a:pt x="1245" y="1"/>
                  </a:moveTo>
                  <a:cubicBezTo>
                    <a:pt x="1180" y="33"/>
                    <a:pt x="1128" y="70"/>
                    <a:pt x="1059" y="86"/>
                  </a:cubicBezTo>
                  <a:cubicBezTo>
                    <a:pt x="926" y="171"/>
                    <a:pt x="792" y="235"/>
                    <a:pt x="655" y="304"/>
                  </a:cubicBezTo>
                  <a:lnTo>
                    <a:pt x="405" y="457"/>
                  </a:lnTo>
                  <a:cubicBezTo>
                    <a:pt x="304" y="522"/>
                    <a:pt x="203" y="575"/>
                    <a:pt x="102" y="623"/>
                  </a:cubicBezTo>
                  <a:lnTo>
                    <a:pt x="85" y="639"/>
                  </a:lnTo>
                  <a:cubicBezTo>
                    <a:pt x="49" y="659"/>
                    <a:pt x="1" y="692"/>
                    <a:pt x="1" y="740"/>
                  </a:cubicBezTo>
                  <a:lnTo>
                    <a:pt x="1" y="1063"/>
                  </a:lnTo>
                  <a:cubicBezTo>
                    <a:pt x="1" y="1265"/>
                    <a:pt x="1" y="1467"/>
                    <a:pt x="17" y="1669"/>
                  </a:cubicBezTo>
                  <a:lnTo>
                    <a:pt x="33" y="1669"/>
                  </a:lnTo>
                  <a:cubicBezTo>
                    <a:pt x="33" y="1669"/>
                    <a:pt x="49" y="1669"/>
                    <a:pt x="49" y="1649"/>
                  </a:cubicBezTo>
                  <a:cubicBezTo>
                    <a:pt x="17" y="1467"/>
                    <a:pt x="33" y="1265"/>
                    <a:pt x="33" y="1063"/>
                  </a:cubicBezTo>
                  <a:lnTo>
                    <a:pt x="33" y="740"/>
                  </a:lnTo>
                  <a:cubicBezTo>
                    <a:pt x="33" y="708"/>
                    <a:pt x="49" y="692"/>
                    <a:pt x="102" y="659"/>
                  </a:cubicBezTo>
                  <a:lnTo>
                    <a:pt x="118" y="659"/>
                  </a:lnTo>
                  <a:cubicBezTo>
                    <a:pt x="219" y="607"/>
                    <a:pt x="320" y="538"/>
                    <a:pt x="421" y="490"/>
                  </a:cubicBezTo>
                  <a:lnTo>
                    <a:pt x="675" y="336"/>
                  </a:lnTo>
                  <a:cubicBezTo>
                    <a:pt x="809" y="255"/>
                    <a:pt x="942" y="187"/>
                    <a:pt x="1079" y="118"/>
                  </a:cubicBezTo>
                  <a:cubicBezTo>
                    <a:pt x="1128" y="86"/>
                    <a:pt x="1196" y="53"/>
                    <a:pt x="1245" y="17"/>
                  </a:cubicBezTo>
                  <a:cubicBezTo>
                    <a:pt x="1261" y="17"/>
                    <a:pt x="1261" y="17"/>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3"/>
            <p:cNvSpPr/>
            <p:nvPr/>
          </p:nvSpPr>
          <p:spPr>
            <a:xfrm>
              <a:off x="1528640" y="2005765"/>
              <a:ext cx="177096" cy="327971"/>
            </a:xfrm>
            <a:custGeom>
              <a:rect b="b" l="l" r="r" t="t"/>
              <a:pathLst>
                <a:path extrusionOk="0" h="3302" w="1783">
                  <a:moveTo>
                    <a:pt x="33" y="1"/>
                  </a:moveTo>
                  <a:cubicBezTo>
                    <a:pt x="17" y="1"/>
                    <a:pt x="17" y="1"/>
                    <a:pt x="17" y="17"/>
                  </a:cubicBezTo>
                  <a:cubicBezTo>
                    <a:pt x="1" y="17"/>
                    <a:pt x="17" y="33"/>
                    <a:pt x="17" y="33"/>
                  </a:cubicBezTo>
                  <a:cubicBezTo>
                    <a:pt x="65" y="53"/>
                    <a:pt x="102" y="102"/>
                    <a:pt x="118" y="154"/>
                  </a:cubicBezTo>
                  <a:lnTo>
                    <a:pt x="134" y="154"/>
                  </a:lnTo>
                  <a:cubicBezTo>
                    <a:pt x="288" y="421"/>
                    <a:pt x="453" y="675"/>
                    <a:pt x="607" y="893"/>
                  </a:cubicBezTo>
                  <a:cubicBezTo>
                    <a:pt x="708" y="1027"/>
                    <a:pt x="793" y="1164"/>
                    <a:pt x="873" y="1281"/>
                  </a:cubicBezTo>
                  <a:cubicBezTo>
                    <a:pt x="1043" y="1532"/>
                    <a:pt x="1213" y="1802"/>
                    <a:pt x="1399" y="2037"/>
                  </a:cubicBezTo>
                  <a:cubicBezTo>
                    <a:pt x="1665" y="2376"/>
                    <a:pt x="1766" y="2728"/>
                    <a:pt x="1718" y="3115"/>
                  </a:cubicBezTo>
                  <a:cubicBezTo>
                    <a:pt x="1701" y="3131"/>
                    <a:pt x="1718" y="3148"/>
                    <a:pt x="1718" y="3164"/>
                  </a:cubicBezTo>
                  <a:cubicBezTo>
                    <a:pt x="1718" y="3216"/>
                    <a:pt x="1718" y="3249"/>
                    <a:pt x="1681" y="3285"/>
                  </a:cubicBezTo>
                  <a:lnTo>
                    <a:pt x="1681" y="3301"/>
                  </a:lnTo>
                  <a:lnTo>
                    <a:pt x="1701" y="3301"/>
                  </a:lnTo>
                  <a:cubicBezTo>
                    <a:pt x="1734" y="3249"/>
                    <a:pt x="1734" y="3216"/>
                    <a:pt x="1734" y="3164"/>
                  </a:cubicBezTo>
                  <a:lnTo>
                    <a:pt x="1734" y="3115"/>
                  </a:lnTo>
                  <a:cubicBezTo>
                    <a:pt x="1782" y="2711"/>
                    <a:pt x="1681" y="2356"/>
                    <a:pt x="1415" y="2021"/>
                  </a:cubicBezTo>
                  <a:cubicBezTo>
                    <a:pt x="1229" y="1786"/>
                    <a:pt x="1059" y="1516"/>
                    <a:pt x="894" y="1281"/>
                  </a:cubicBezTo>
                  <a:cubicBezTo>
                    <a:pt x="809" y="1144"/>
                    <a:pt x="724" y="1011"/>
                    <a:pt x="639" y="877"/>
                  </a:cubicBezTo>
                  <a:cubicBezTo>
                    <a:pt x="469" y="659"/>
                    <a:pt x="304" y="405"/>
                    <a:pt x="150" y="154"/>
                  </a:cubicBezTo>
                  <a:lnTo>
                    <a:pt x="150" y="134"/>
                  </a:lnTo>
                  <a:cubicBezTo>
                    <a:pt x="118" y="86"/>
                    <a:pt x="86" y="3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3"/>
            <p:cNvSpPr/>
            <p:nvPr/>
          </p:nvSpPr>
          <p:spPr>
            <a:xfrm>
              <a:off x="1247848" y="3051558"/>
              <a:ext cx="168952" cy="186532"/>
            </a:xfrm>
            <a:custGeom>
              <a:rect b="b" l="l" r="r" t="t"/>
              <a:pathLst>
                <a:path extrusionOk="0" h="1878" w="1701">
                  <a:moveTo>
                    <a:pt x="1686" y="0"/>
                  </a:moveTo>
                  <a:cubicBezTo>
                    <a:pt x="1683" y="0"/>
                    <a:pt x="1681" y="2"/>
                    <a:pt x="1681" y="7"/>
                  </a:cubicBezTo>
                  <a:lnTo>
                    <a:pt x="1313" y="128"/>
                  </a:lnTo>
                  <a:cubicBezTo>
                    <a:pt x="994" y="246"/>
                    <a:pt x="671" y="363"/>
                    <a:pt x="351" y="480"/>
                  </a:cubicBezTo>
                  <a:cubicBezTo>
                    <a:pt x="267" y="512"/>
                    <a:pt x="186" y="532"/>
                    <a:pt x="85" y="565"/>
                  </a:cubicBezTo>
                  <a:cubicBezTo>
                    <a:pt x="49" y="581"/>
                    <a:pt x="0" y="597"/>
                    <a:pt x="16" y="682"/>
                  </a:cubicBezTo>
                  <a:lnTo>
                    <a:pt x="16" y="1118"/>
                  </a:lnTo>
                  <a:cubicBezTo>
                    <a:pt x="16" y="1340"/>
                    <a:pt x="0" y="1575"/>
                    <a:pt x="16" y="1793"/>
                  </a:cubicBezTo>
                  <a:lnTo>
                    <a:pt x="16" y="1825"/>
                  </a:lnTo>
                  <a:cubicBezTo>
                    <a:pt x="0" y="1845"/>
                    <a:pt x="0" y="1845"/>
                    <a:pt x="0" y="1861"/>
                  </a:cubicBezTo>
                  <a:lnTo>
                    <a:pt x="0" y="1878"/>
                  </a:lnTo>
                  <a:lnTo>
                    <a:pt x="16" y="1878"/>
                  </a:lnTo>
                  <a:lnTo>
                    <a:pt x="16" y="1861"/>
                  </a:lnTo>
                  <a:cubicBezTo>
                    <a:pt x="32" y="1861"/>
                    <a:pt x="32" y="1861"/>
                    <a:pt x="32" y="1845"/>
                  </a:cubicBezTo>
                  <a:cubicBezTo>
                    <a:pt x="49" y="1825"/>
                    <a:pt x="49" y="1809"/>
                    <a:pt x="49" y="1793"/>
                  </a:cubicBezTo>
                  <a:cubicBezTo>
                    <a:pt x="32" y="1575"/>
                    <a:pt x="32" y="1340"/>
                    <a:pt x="32" y="1118"/>
                  </a:cubicBezTo>
                  <a:lnTo>
                    <a:pt x="32" y="682"/>
                  </a:lnTo>
                  <a:cubicBezTo>
                    <a:pt x="32" y="633"/>
                    <a:pt x="49" y="613"/>
                    <a:pt x="101" y="597"/>
                  </a:cubicBezTo>
                  <a:cubicBezTo>
                    <a:pt x="186" y="565"/>
                    <a:pt x="267" y="532"/>
                    <a:pt x="368" y="496"/>
                  </a:cubicBezTo>
                  <a:cubicBezTo>
                    <a:pt x="691" y="379"/>
                    <a:pt x="994" y="278"/>
                    <a:pt x="1313" y="161"/>
                  </a:cubicBezTo>
                  <a:lnTo>
                    <a:pt x="1681" y="27"/>
                  </a:lnTo>
                  <a:cubicBezTo>
                    <a:pt x="1701" y="27"/>
                    <a:pt x="1701" y="7"/>
                    <a:pt x="1701" y="7"/>
                  </a:cubicBezTo>
                  <a:cubicBezTo>
                    <a:pt x="1701" y="7"/>
                    <a:pt x="1692" y="0"/>
                    <a:pt x="1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3"/>
            <p:cNvSpPr/>
            <p:nvPr/>
          </p:nvSpPr>
          <p:spPr>
            <a:xfrm>
              <a:off x="1928324" y="2122969"/>
              <a:ext cx="142134" cy="331150"/>
            </a:xfrm>
            <a:custGeom>
              <a:rect b="b" l="l" r="r" t="t"/>
              <a:pathLst>
                <a:path extrusionOk="0" h="3334" w="1431">
                  <a:moveTo>
                    <a:pt x="0" y="0"/>
                  </a:moveTo>
                  <a:lnTo>
                    <a:pt x="0" y="16"/>
                  </a:lnTo>
                  <a:cubicBezTo>
                    <a:pt x="101" y="85"/>
                    <a:pt x="134" y="166"/>
                    <a:pt x="182" y="267"/>
                  </a:cubicBezTo>
                  <a:cubicBezTo>
                    <a:pt x="202" y="303"/>
                    <a:pt x="218" y="336"/>
                    <a:pt x="235" y="368"/>
                  </a:cubicBezTo>
                  <a:cubicBezTo>
                    <a:pt x="469" y="756"/>
                    <a:pt x="687" y="1144"/>
                    <a:pt x="909" y="1515"/>
                  </a:cubicBezTo>
                  <a:cubicBezTo>
                    <a:pt x="1043" y="1749"/>
                    <a:pt x="1176" y="1968"/>
                    <a:pt x="1313" y="2206"/>
                  </a:cubicBezTo>
                  <a:cubicBezTo>
                    <a:pt x="1362" y="2287"/>
                    <a:pt x="1378" y="2372"/>
                    <a:pt x="1378" y="2440"/>
                  </a:cubicBezTo>
                  <a:cubicBezTo>
                    <a:pt x="1362" y="2525"/>
                    <a:pt x="1362" y="2626"/>
                    <a:pt x="1378" y="2711"/>
                  </a:cubicBezTo>
                  <a:cubicBezTo>
                    <a:pt x="1378" y="2828"/>
                    <a:pt x="1378" y="2961"/>
                    <a:pt x="1346" y="3095"/>
                  </a:cubicBezTo>
                  <a:cubicBezTo>
                    <a:pt x="1346" y="3147"/>
                    <a:pt x="1362" y="3196"/>
                    <a:pt x="1378" y="3248"/>
                  </a:cubicBezTo>
                  <a:cubicBezTo>
                    <a:pt x="1394" y="3281"/>
                    <a:pt x="1394" y="3297"/>
                    <a:pt x="1394" y="3333"/>
                  </a:cubicBezTo>
                  <a:lnTo>
                    <a:pt x="1414" y="3333"/>
                  </a:lnTo>
                  <a:cubicBezTo>
                    <a:pt x="1430" y="3333"/>
                    <a:pt x="1430" y="3333"/>
                    <a:pt x="1430" y="3317"/>
                  </a:cubicBezTo>
                  <a:cubicBezTo>
                    <a:pt x="1430" y="3297"/>
                    <a:pt x="1414" y="3264"/>
                    <a:pt x="1414" y="3248"/>
                  </a:cubicBezTo>
                  <a:cubicBezTo>
                    <a:pt x="1378" y="3196"/>
                    <a:pt x="1362" y="3147"/>
                    <a:pt x="1378" y="3095"/>
                  </a:cubicBezTo>
                  <a:cubicBezTo>
                    <a:pt x="1394" y="2961"/>
                    <a:pt x="1394" y="2828"/>
                    <a:pt x="1394" y="2691"/>
                  </a:cubicBezTo>
                  <a:lnTo>
                    <a:pt x="1394" y="2440"/>
                  </a:lnTo>
                  <a:cubicBezTo>
                    <a:pt x="1414" y="2355"/>
                    <a:pt x="1378" y="2287"/>
                    <a:pt x="1329" y="2186"/>
                  </a:cubicBezTo>
                  <a:cubicBezTo>
                    <a:pt x="1192" y="1968"/>
                    <a:pt x="1059" y="1733"/>
                    <a:pt x="925" y="1499"/>
                  </a:cubicBezTo>
                  <a:cubicBezTo>
                    <a:pt x="707" y="1127"/>
                    <a:pt x="485" y="740"/>
                    <a:pt x="267" y="352"/>
                  </a:cubicBezTo>
                  <a:cubicBezTo>
                    <a:pt x="235" y="319"/>
                    <a:pt x="218" y="287"/>
                    <a:pt x="202" y="251"/>
                  </a:cubicBezTo>
                  <a:cubicBezTo>
                    <a:pt x="166" y="166"/>
                    <a:pt x="117" y="6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3"/>
            <p:cNvSpPr/>
            <p:nvPr/>
          </p:nvSpPr>
          <p:spPr>
            <a:xfrm>
              <a:off x="1923059" y="3136084"/>
              <a:ext cx="148988" cy="282580"/>
            </a:xfrm>
            <a:custGeom>
              <a:rect b="b" l="l" r="r" t="t"/>
              <a:pathLst>
                <a:path extrusionOk="0" h="2845" w="1500">
                  <a:moveTo>
                    <a:pt x="17" y="0"/>
                  </a:moveTo>
                  <a:cubicBezTo>
                    <a:pt x="17" y="0"/>
                    <a:pt x="1" y="0"/>
                    <a:pt x="1" y="17"/>
                  </a:cubicBezTo>
                  <a:cubicBezTo>
                    <a:pt x="1" y="134"/>
                    <a:pt x="86" y="219"/>
                    <a:pt x="154" y="287"/>
                  </a:cubicBezTo>
                  <a:cubicBezTo>
                    <a:pt x="187" y="320"/>
                    <a:pt x="219" y="336"/>
                    <a:pt x="255" y="368"/>
                  </a:cubicBezTo>
                  <a:cubicBezTo>
                    <a:pt x="506" y="691"/>
                    <a:pt x="776" y="1027"/>
                    <a:pt x="1027" y="1330"/>
                  </a:cubicBezTo>
                  <a:cubicBezTo>
                    <a:pt x="1144" y="1479"/>
                    <a:pt x="1265" y="1616"/>
                    <a:pt x="1382" y="1750"/>
                  </a:cubicBezTo>
                  <a:cubicBezTo>
                    <a:pt x="1415" y="1802"/>
                    <a:pt x="1447" y="1867"/>
                    <a:pt x="1447" y="1935"/>
                  </a:cubicBezTo>
                  <a:cubicBezTo>
                    <a:pt x="1431" y="2053"/>
                    <a:pt x="1431" y="2170"/>
                    <a:pt x="1431" y="2287"/>
                  </a:cubicBezTo>
                  <a:lnTo>
                    <a:pt x="1431" y="2558"/>
                  </a:lnTo>
                  <a:lnTo>
                    <a:pt x="1431" y="2574"/>
                  </a:lnTo>
                  <a:cubicBezTo>
                    <a:pt x="1447" y="2590"/>
                    <a:pt x="1447" y="2610"/>
                    <a:pt x="1431" y="2626"/>
                  </a:cubicBezTo>
                  <a:cubicBezTo>
                    <a:pt x="1399" y="2711"/>
                    <a:pt x="1415" y="2776"/>
                    <a:pt x="1483" y="2828"/>
                  </a:cubicBezTo>
                  <a:lnTo>
                    <a:pt x="1500" y="2844"/>
                  </a:lnTo>
                  <a:lnTo>
                    <a:pt x="1500" y="2828"/>
                  </a:lnTo>
                  <a:lnTo>
                    <a:pt x="1500" y="2812"/>
                  </a:lnTo>
                  <a:cubicBezTo>
                    <a:pt x="1431" y="2776"/>
                    <a:pt x="1415" y="2711"/>
                    <a:pt x="1447" y="2642"/>
                  </a:cubicBezTo>
                  <a:cubicBezTo>
                    <a:pt x="1467" y="2610"/>
                    <a:pt x="1467" y="2590"/>
                    <a:pt x="1467" y="2574"/>
                  </a:cubicBezTo>
                  <a:lnTo>
                    <a:pt x="1467" y="2558"/>
                  </a:lnTo>
                  <a:lnTo>
                    <a:pt x="1467" y="2287"/>
                  </a:lnTo>
                  <a:lnTo>
                    <a:pt x="1467" y="1935"/>
                  </a:lnTo>
                  <a:cubicBezTo>
                    <a:pt x="1467" y="1867"/>
                    <a:pt x="1447" y="1802"/>
                    <a:pt x="1399" y="1734"/>
                  </a:cubicBezTo>
                  <a:cubicBezTo>
                    <a:pt x="1281" y="1600"/>
                    <a:pt x="1164" y="1463"/>
                    <a:pt x="1043" y="1313"/>
                  </a:cubicBezTo>
                  <a:cubicBezTo>
                    <a:pt x="793" y="1010"/>
                    <a:pt x="522" y="671"/>
                    <a:pt x="271" y="352"/>
                  </a:cubicBezTo>
                  <a:cubicBezTo>
                    <a:pt x="235" y="320"/>
                    <a:pt x="203" y="287"/>
                    <a:pt x="187" y="267"/>
                  </a:cubicBezTo>
                  <a:cubicBezTo>
                    <a:pt x="102" y="202"/>
                    <a:pt x="33"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3"/>
            <p:cNvSpPr/>
            <p:nvPr/>
          </p:nvSpPr>
          <p:spPr>
            <a:xfrm>
              <a:off x="1033505" y="3042221"/>
              <a:ext cx="6953" cy="97140"/>
            </a:xfrm>
            <a:custGeom>
              <a:rect b="b" l="l" r="r" t="t"/>
              <a:pathLst>
                <a:path extrusionOk="0" h="978" w="70">
                  <a:moveTo>
                    <a:pt x="21" y="0"/>
                  </a:moveTo>
                  <a:cubicBezTo>
                    <a:pt x="1" y="0"/>
                    <a:pt x="1" y="20"/>
                    <a:pt x="1" y="20"/>
                  </a:cubicBezTo>
                  <a:cubicBezTo>
                    <a:pt x="21" y="69"/>
                    <a:pt x="37" y="121"/>
                    <a:pt x="37" y="186"/>
                  </a:cubicBezTo>
                  <a:lnTo>
                    <a:pt x="37" y="760"/>
                  </a:lnTo>
                  <a:lnTo>
                    <a:pt x="37" y="962"/>
                  </a:lnTo>
                  <a:cubicBezTo>
                    <a:pt x="37" y="962"/>
                    <a:pt x="37" y="978"/>
                    <a:pt x="53" y="978"/>
                  </a:cubicBezTo>
                  <a:lnTo>
                    <a:pt x="53" y="962"/>
                  </a:lnTo>
                  <a:lnTo>
                    <a:pt x="53" y="760"/>
                  </a:lnTo>
                  <a:lnTo>
                    <a:pt x="53" y="186"/>
                  </a:lnTo>
                  <a:cubicBezTo>
                    <a:pt x="70" y="121"/>
                    <a:pt x="53" y="6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3"/>
            <p:cNvSpPr/>
            <p:nvPr/>
          </p:nvSpPr>
          <p:spPr>
            <a:xfrm>
              <a:off x="1413125" y="1368993"/>
              <a:ext cx="5264" cy="50258"/>
            </a:xfrm>
            <a:custGeom>
              <a:rect b="b" l="l" r="r" t="t"/>
              <a:pathLst>
                <a:path extrusionOk="0" h="506" w="53">
                  <a:moveTo>
                    <a:pt x="53" y="1"/>
                  </a:moveTo>
                  <a:cubicBezTo>
                    <a:pt x="37" y="1"/>
                    <a:pt x="37" y="1"/>
                    <a:pt x="37" y="17"/>
                  </a:cubicBezTo>
                  <a:cubicBezTo>
                    <a:pt x="0" y="118"/>
                    <a:pt x="0" y="219"/>
                    <a:pt x="0" y="320"/>
                  </a:cubicBezTo>
                  <a:cubicBezTo>
                    <a:pt x="17" y="368"/>
                    <a:pt x="17" y="437"/>
                    <a:pt x="0" y="506"/>
                  </a:cubicBezTo>
                  <a:lnTo>
                    <a:pt x="37" y="506"/>
                  </a:lnTo>
                  <a:lnTo>
                    <a:pt x="37" y="320"/>
                  </a:lnTo>
                  <a:cubicBezTo>
                    <a:pt x="37" y="219"/>
                    <a:pt x="37" y="118"/>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3"/>
            <p:cNvSpPr/>
            <p:nvPr/>
          </p:nvSpPr>
          <p:spPr>
            <a:xfrm>
              <a:off x="1553570" y="2057513"/>
              <a:ext cx="5264" cy="67144"/>
            </a:xfrm>
            <a:custGeom>
              <a:rect b="b" l="l" r="r" t="t"/>
              <a:pathLst>
                <a:path extrusionOk="0" h="676" w="53">
                  <a:moveTo>
                    <a:pt x="16" y="1"/>
                  </a:moveTo>
                  <a:cubicBezTo>
                    <a:pt x="0" y="86"/>
                    <a:pt x="16" y="171"/>
                    <a:pt x="16" y="255"/>
                  </a:cubicBezTo>
                  <a:cubicBezTo>
                    <a:pt x="16" y="389"/>
                    <a:pt x="16" y="522"/>
                    <a:pt x="0" y="659"/>
                  </a:cubicBezTo>
                  <a:cubicBezTo>
                    <a:pt x="0" y="659"/>
                    <a:pt x="0" y="675"/>
                    <a:pt x="16" y="675"/>
                  </a:cubicBezTo>
                  <a:lnTo>
                    <a:pt x="16" y="659"/>
                  </a:ln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3"/>
            <p:cNvSpPr/>
            <p:nvPr/>
          </p:nvSpPr>
          <p:spPr>
            <a:xfrm>
              <a:off x="1861279" y="2196370"/>
              <a:ext cx="6953" cy="58701"/>
            </a:xfrm>
            <a:custGeom>
              <a:rect b="b" l="l" r="r" t="t"/>
              <a:pathLst>
                <a:path extrusionOk="0" h="591" w="70">
                  <a:moveTo>
                    <a:pt x="49" y="1"/>
                  </a:moveTo>
                  <a:cubicBezTo>
                    <a:pt x="49" y="1"/>
                    <a:pt x="33" y="1"/>
                    <a:pt x="33" y="17"/>
                  </a:cubicBezTo>
                  <a:cubicBezTo>
                    <a:pt x="17" y="102"/>
                    <a:pt x="17" y="186"/>
                    <a:pt x="17" y="287"/>
                  </a:cubicBezTo>
                  <a:lnTo>
                    <a:pt x="17" y="457"/>
                  </a:lnTo>
                  <a:lnTo>
                    <a:pt x="17" y="489"/>
                  </a:lnTo>
                  <a:cubicBezTo>
                    <a:pt x="33" y="522"/>
                    <a:pt x="33" y="558"/>
                    <a:pt x="17" y="574"/>
                  </a:cubicBezTo>
                  <a:cubicBezTo>
                    <a:pt x="1" y="590"/>
                    <a:pt x="1" y="590"/>
                    <a:pt x="17" y="590"/>
                  </a:cubicBezTo>
                  <a:lnTo>
                    <a:pt x="33" y="590"/>
                  </a:lnTo>
                  <a:cubicBezTo>
                    <a:pt x="49" y="558"/>
                    <a:pt x="49" y="522"/>
                    <a:pt x="49" y="489"/>
                  </a:cubicBezTo>
                  <a:lnTo>
                    <a:pt x="49" y="457"/>
                  </a:lnTo>
                  <a:lnTo>
                    <a:pt x="49" y="287"/>
                  </a:lnTo>
                  <a:cubicBezTo>
                    <a:pt x="49" y="186"/>
                    <a:pt x="49" y="102"/>
                    <a:pt x="6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3"/>
            <p:cNvSpPr/>
            <p:nvPr/>
          </p:nvSpPr>
          <p:spPr>
            <a:xfrm>
              <a:off x="574127" y="3217927"/>
              <a:ext cx="4867" cy="55125"/>
            </a:xfrm>
            <a:custGeom>
              <a:rect b="b" l="l" r="r" t="t"/>
              <a:pathLst>
                <a:path extrusionOk="0" h="555" w="49">
                  <a:moveTo>
                    <a:pt x="17" y="1"/>
                  </a:moveTo>
                  <a:cubicBezTo>
                    <a:pt x="0" y="1"/>
                    <a:pt x="0" y="17"/>
                    <a:pt x="0" y="17"/>
                  </a:cubicBezTo>
                  <a:cubicBezTo>
                    <a:pt x="17" y="118"/>
                    <a:pt x="17" y="235"/>
                    <a:pt x="17" y="336"/>
                  </a:cubicBezTo>
                  <a:lnTo>
                    <a:pt x="17" y="538"/>
                  </a:lnTo>
                  <a:cubicBezTo>
                    <a:pt x="17" y="554"/>
                    <a:pt x="17" y="554"/>
                    <a:pt x="33" y="554"/>
                  </a:cubicBezTo>
                  <a:lnTo>
                    <a:pt x="33" y="538"/>
                  </a:lnTo>
                  <a:lnTo>
                    <a:pt x="33" y="336"/>
                  </a:lnTo>
                  <a:cubicBezTo>
                    <a:pt x="33" y="235"/>
                    <a:pt x="49" y="11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3"/>
            <p:cNvSpPr/>
            <p:nvPr/>
          </p:nvSpPr>
          <p:spPr>
            <a:xfrm>
              <a:off x="527146" y="3349930"/>
              <a:ext cx="108860" cy="41816"/>
            </a:xfrm>
            <a:custGeom>
              <a:rect b="b" l="l" r="r" t="t"/>
              <a:pathLst>
                <a:path extrusionOk="0" h="421" w="1096">
                  <a:moveTo>
                    <a:pt x="1079" y="1"/>
                  </a:moveTo>
                  <a:cubicBezTo>
                    <a:pt x="942" y="33"/>
                    <a:pt x="825" y="69"/>
                    <a:pt x="724" y="118"/>
                  </a:cubicBezTo>
                  <a:cubicBezTo>
                    <a:pt x="675" y="134"/>
                    <a:pt x="623" y="154"/>
                    <a:pt x="574" y="170"/>
                  </a:cubicBezTo>
                  <a:cubicBezTo>
                    <a:pt x="522" y="186"/>
                    <a:pt x="473" y="203"/>
                    <a:pt x="421" y="219"/>
                  </a:cubicBezTo>
                  <a:cubicBezTo>
                    <a:pt x="271" y="271"/>
                    <a:pt x="134" y="320"/>
                    <a:pt x="1" y="388"/>
                  </a:cubicBezTo>
                  <a:lnTo>
                    <a:pt x="1" y="405"/>
                  </a:lnTo>
                  <a:lnTo>
                    <a:pt x="17" y="421"/>
                  </a:lnTo>
                  <a:lnTo>
                    <a:pt x="17" y="405"/>
                  </a:lnTo>
                  <a:cubicBezTo>
                    <a:pt x="150" y="336"/>
                    <a:pt x="288" y="304"/>
                    <a:pt x="421" y="255"/>
                  </a:cubicBezTo>
                  <a:cubicBezTo>
                    <a:pt x="473" y="235"/>
                    <a:pt x="522" y="219"/>
                    <a:pt x="591" y="203"/>
                  </a:cubicBezTo>
                  <a:cubicBezTo>
                    <a:pt x="639" y="186"/>
                    <a:pt x="675" y="170"/>
                    <a:pt x="724" y="154"/>
                  </a:cubicBezTo>
                  <a:cubicBezTo>
                    <a:pt x="841" y="102"/>
                    <a:pt x="958" y="53"/>
                    <a:pt x="1079" y="33"/>
                  </a:cubicBezTo>
                  <a:cubicBezTo>
                    <a:pt x="1096" y="33"/>
                    <a:pt x="1096" y="33"/>
                    <a:pt x="1096" y="17"/>
                  </a:cubicBezTo>
                  <a:lnTo>
                    <a:pt x="10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3"/>
            <p:cNvSpPr/>
            <p:nvPr/>
          </p:nvSpPr>
          <p:spPr>
            <a:xfrm>
              <a:off x="1530229" y="1434050"/>
              <a:ext cx="193982" cy="424614"/>
            </a:xfrm>
            <a:custGeom>
              <a:rect b="b" l="l" r="r" t="t"/>
              <a:pathLst>
                <a:path extrusionOk="0" h="4275" w="1953">
                  <a:moveTo>
                    <a:pt x="1" y="0"/>
                  </a:moveTo>
                  <a:lnTo>
                    <a:pt x="1" y="16"/>
                  </a:lnTo>
                  <a:cubicBezTo>
                    <a:pt x="102" y="117"/>
                    <a:pt x="150" y="234"/>
                    <a:pt x="219" y="356"/>
                  </a:cubicBezTo>
                  <a:cubicBezTo>
                    <a:pt x="251" y="404"/>
                    <a:pt x="272" y="457"/>
                    <a:pt x="304" y="505"/>
                  </a:cubicBezTo>
                  <a:cubicBezTo>
                    <a:pt x="825" y="1382"/>
                    <a:pt x="1330" y="2254"/>
                    <a:pt x="1718" y="2929"/>
                  </a:cubicBezTo>
                  <a:cubicBezTo>
                    <a:pt x="1750" y="2981"/>
                    <a:pt x="1766" y="3014"/>
                    <a:pt x="1803" y="3062"/>
                  </a:cubicBezTo>
                  <a:cubicBezTo>
                    <a:pt x="1835" y="3131"/>
                    <a:pt x="1867" y="3183"/>
                    <a:pt x="1904" y="3248"/>
                  </a:cubicBezTo>
                  <a:cubicBezTo>
                    <a:pt x="1904" y="3264"/>
                    <a:pt x="1920" y="3301"/>
                    <a:pt x="1920" y="3333"/>
                  </a:cubicBezTo>
                  <a:lnTo>
                    <a:pt x="1920" y="3838"/>
                  </a:lnTo>
                  <a:lnTo>
                    <a:pt x="1920" y="4157"/>
                  </a:lnTo>
                  <a:cubicBezTo>
                    <a:pt x="1920" y="4193"/>
                    <a:pt x="1920" y="4210"/>
                    <a:pt x="1904" y="4226"/>
                  </a:cubicBezTo>
                  <a:lnTo>
                    <a:pt x="1904" y="4258"/>
                  </a:lnTo>
                  <a:lnTo>
                    <a:pt x="1904" y="4274"/>
                  </a:lnTo>
                  <a:lnTo>
                    <a:pt x="1920" y="4258"/>
                  </a:lnTo>
                  <a:lnTo>
                    <a:pt x="1936" y="4242"/>
                  </a:lnTo>
                  <a:cubicBezTo>
                    <a:pt x="1936" y="4210"/>
                    <a:pt x="1952" y="4193"/>
                    <a:pt x="1952" y="4157"/>
                  </a:cubicBezTo>
                  <a:lnTo>
                    <a:pt x="1952" y="3838"/>
                  </a:lnTo>
                  <a:lnTo>
                    <a:pt x="1952" y="3349"/>
                  </a:lnTo>
                  <a:cubicBezTo>
                    <a:pt x="1952" y="3301"/>
                    <a:pt x="1936" y="3248"/>
                    <a:pt x="1920" y="3232"/>
                  </a:cubicBezTo>
                  <a:cubicBezTo>
                    <a:pt x="1887" y="3163"/>
                    <a:pt x="1851" y="3115"/>
                    <a:pt x="1819" y="3046"/>
                  </a:cubicBezTo>
                  <a:cubicBezTo>
                    <a:pt x="1803" y="3014"/>
                    <a:pt x="1766" y="2961"/>
                    <a:pt x="1750" y="2913"/>
                  </a:cubicBezTo>
                  <a:cubicBezTo>
                    <a:pt x="1362" y="2254"/>
                    <a:pt x="841" y="1366"/>
                    <a:pt x="320" y="489"/>
                  </a:cubicBezTo>
                  <a:cubicBezTo>
                    <a:pt x="304" y="436"/>
                    <a:pt x="272" y="388"/>
                    <a:pt x="251" y="335"/>
                  </a:cubicBezTo>
                  <a:cubicBezTo>
                    <a:pt x="187" y="218"/>
                    <a:pt x="118"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3"/>
            <p:cNvSpPr/>
            <p:nvPr/>
          </p:nvSpPr>
          <p:spPr>
            <a:xfrm>
              <a:off x="1643857" y="2679487"/>
              <a:ext cx="6853" cy="61879"/>
            </a:xfrm>
            <a:custGeom>
              <a:rect b="b" l="l" r="r" t="t"/>
              <a:pathLst>
                <a:path extrusionOk="0" h="623" w="69">
                  <a:moveTo>
                    <a:pt x="53" y="0"/>
                  </a:moveTo>
                  <a:cubicBezTo>
                    <a:pt x="53" y="0"/>
                    <a:pt x="37" y="0"/>
                    <a:pt x="37" y="17"/>
                  </a:cubicBezTo>
                  <a:cubicBezTo>
                    <a:pt x="16" y="101"/>
                    <a:pt x="16" y="202"/>
                    <a:pt x="16" y="303"/>
                  </a:cubicBezTo>
                  <a:lnTo>
                    <a:pt x="16" y="473"/>
                  </a:lnTo>
                  <a:lnTo>
                    <a:pt x="16" y="521"/>
                  </a:lnTo>
                  <a:cubicBezTo>
                    <a:pt x="16" y="558"/>
                    <a:pt x="37" y="574"/>
                    <a:pt x="16" y="606"/>
                  </a:cubicBezTo>
                  <a:cubicBezTo>
                    <a:pt x="0" y="606"/>
                    <a:pt x="0" y="622"/>
                    <a:pt x="16" y="622"/>
                  </a:cubicBezTo>
                  <a:lnTo>
                    <a:pt x="37" y="622"/>
                  </a:lnTo>
                  <a:cubicBezTo>
                    <a:pt x="53" y="590"/>
                    <a:pt x="53" y="558"/>
                    <a:pt x="53" y="521"/>
                  </a:cubicBezTo>
                  <a:lnTo>
                    <a:pt x="53" y="473"/>
                  </a:lnTo>
                  <a:lnTo>
                    <a:pt x="53" y="303"/>
                  </a:lnTo>
                  <a:cubicBezTo>
                    <a:pt x="53" y="202"/>
                    <a:pt x="53" y="117"/>
                    <a:pt x="69"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3"/>
            <p:cNvSpPr/>
            <p:nvPr/>
          </p:nvSpPr>
          <p:spPr>
            <a:xfrm>
              <a:off x="1252616" y="3179787"/>
              <a:ext cx="165773" cy="75189"/>
            </a:xfrm>
            <a:custGeom>
              <a:rect b="b" l="l" r="r" t="t"/>
              <a:pathLst>
                <a:path extrusionOk="0" h="757" w="1669">
                  <a:moveTo>
                    <a:pt x="1571" y="1"/>
                  </a:moveTo>
                  <a:cubicBezTo>
                    <a:pt x="1551" y="1"/>
                    <a:pt x="1525" y="5"/>
                    <a:pt x="1499" y="13"/>
                  </a:cubicBezTo>
                  <a:cubicBezTo>
                    <a:pt x="1249" y="82"/>
                    <a:pt x="994" y="166"/>
                    <a:pt x="760" y="251"/>
                  </a:cubicBezTo>
                  <a:lnTo>
                    <a:pt x="303" y="401"/>
                  </a:lnTo>
                  <a:cubicBezTo>
                    <a:pt x="239" y="417"/>
                    <a:pt x="170" y="433"/>
                    <a:pt x="101" y="469"/>
                  </a:cubicBezTo>
                  <a:lnTo>
                    <a:pt x="17" y="486"/>
                  </a:lnTo>
                  <a:lnTo>
                    <a:pt x="1" y="502"/>
                  </a:lnTo>
                  <a:cubicBezTo>
                    <a:pt x="1" y="518"/>
                    <a:pt x="17" y="518"/>
                    <a:pt x="17" y="518"/>
                  </a:cubicBezTo>
                  <a:lnTo>
                    <a:pt x="118" y="486"/>
                  </a:lnTo>
                  <a:cubicBezTo>
                    <a:pt x="186" y="469"/>
                    <a:pt x="255" y="453"/>
                    <a:pt x="320" y="417"/>
                  </a:cubicBezTo>
                  <a:cubicBezTo>
                    <a:pt x="473" y="368"/>
                    <a:pt x="606" y="332"/>
                    <a:pt x="760" y="284"/>
                  </a:cubicBezTo>
                  <a:cubicBezTo>
                    <a:pt x="1010" y="199"/>
                    <a:pt x="1265" y="114"/>
                    <a:pt x="1499" y="29"/>
                  </a:cubicBezTo>
                  <a:cubicBezTo>
                    <a:pt x="1514" y="24"/>
                    <a:pt x="1528" y="22"/>
                    <a:pt x="1540" y="22"/>
                  </a:cubicBezTo>
                  <a:cubicBezTo>
                    <a:pt x="1570" y="22"/>
                    <a:pt x="1593" y="35"/>
                    <a:pt x="1616" y="49"/>
                  </a:cubicBezTo>
                  <a:cubicBezTo>
                    <a:pt x="1633" y="65"/>
                    <a:pt x="1633" y="82"/>
                    <a:pt x="1633" y="114"/>
                  </a:cubicBezTo>
                  <a:cubicBezTo>
                    <a:pt x="1633" y="267"/>
                    <a:pt x="1616" y="417"/>
                    <a:pt x="1600" y="554"/>
                  </a:cubicBezTo>
                  <a:cubicBezTo>
                    <a:pt x="1600" y="619"/>
                    <a:pt x="1584" y="671"/>
                    <a:pt x="1584" y="736"/>
                  </a:cubicBezTo>
                  <a:cubicBezTo>
                    <a:pt x="1584" y="736"/>
                    <a:pt x="1584" y="756"/>
                    <a:pt x="1600" y="756"/>
                  </a:cubicBezTo>
                  <a:lnTo>
                    <a:pt x="1616" y="736"/>
                  </a:lnTo>
                  <a:cubicBezTo>
                    <a:pt x="1616" y="671"/>
                    <a:pt x="1616" y="619"/>
                    <a:pt x="1633" y="554"/>
                  </a:cubicBezTo>
                  <a:cubicBezTo>
                    <a:pt x="1633" y="417"/>
                    <a:pt x="1653" y="267"/>
                    <a:pt x="1669" y="114"/>
                  </a:cubicBezTo>
                  <a:cubicBezTo>
                    <a:pt x="1669" y="82"/>
                    <a:pt x="1653" y="49"/>
                    <a:pt x="1616" y="13"/>
                  </a:cubicBezTo>
                  <a:cubicBezTo>
                    <a:pt x="1608" y="5"/>
                    <a:pt x="1592" y="1"/>
                    <a:pt x="15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3"/>
            <p:cNvSpPr/>
            <p:nvPr/>
          </p:nvSpPr>
          <p:spPr>
            <a:xfrm>
              <a:off x="1132234" y="3515704"/>
              <a:ext cx="5364" cy="96743"/>
            </a:xfrm>
            <a:custGeom>
              <a:rect b="b" l="l" r="r" t="t"/>
              <a:pathLst>
                <a:path extrusionOk="0" h="974" w="54">
                  <a:moveTo>
                    <a:pt x="17" y="0"/>
                  </a:moveTo>
                  <a:cubicBezTo>
                    <a:pt x="1" y="0"/>
                    <a:pt x="1" y="16"/>
                    <a:pt x="1" y="16"/>
                  </a:cubicBezTo>
                  <a:cubicBezTo>
                    <a:pt x="17" y="166"/>
                    <a:pt x="17" y="303"/>
                    <a:pt x="17" y="452"/>
                  </a:cubicBezTo>
                  <a:cubicBezTo>
                    <a:pt x="17" y="537"/>
                    <a:pt x="1" y="622"/>
                    <a:pt x="17" y="723"/>
                  </a:cubicBezTo>
                  <a:lnTo>
                    <a:pt x="17" y="788"/>
                  </a:lnTo>
                  <a:cubicBezTo>
                    <a:pt x="1" y="856"/>
                    <a:pt x="1" y="909"/>
                    <a:pt x="37" y="957"/>
                  </a:cubicBezTo>
                  <a:lnTo>
                    <a:pt x="37" y="974"/>
                  </a:lnTo>
                  <a:cubicBezTo>
                    <a:pt x="53" y="974"/>
                    <a:pt x="53" y="957"/>
                    <a:pt x="53" y="957"/>
                  </a:cubicBezTo>
                  <a:cubicBezTo>
                    <a:pt x="37" y="909"/>
                    <a:pt x="37" y="856"/>
                    <a:pt x="37" y="788"/>
                  </a:cubicBezTo>
                  <a:lnTo>
                    <a:pt x="37" y="723"/>
                  </a:lnTo>
                  <a:lnTo>
                    <a:pt x="37" y="452"/>
                  </a:lnTo>
                  <a:cubicBezTo>
                    <a:pt x="37" y="303"/>
                    <a:pt x="53" y="149"/>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3"/>
            <p:cNvSpPr/>
            <p:nvPr/>
          </p:nvSpPr>
          <p:spPr>
            <a:xfrm>
              <a:off x="1523475" y="3701044"/>
              <a:ext cx="50258" cy="33373"/>
            </a:xfrm>
            <a:custGeom>
              <a:rect b="b" l="l" r="r" t="t"/>
              <a:pathLst>
                <a:path extrusionOk="0" h="336" w="506">
                  <a:moveTo>
                    <a:pt x="0" y="0"/>
                  </a:moveTo>
                  <a:cubicBezTo>
                    <a:pt x="0" y="17"/>
                    <a:pt x="0" y="17"/>
                    <a:pt x="16" y="17"/>
                  </a:cubicBezTo>
                  <a:cubicBezTo>
                    <a:pt x="101" y="69"/>
                    <a:pt x="186" y="134"/>
                    <a:pt x="255" y="202"/>
                  </a:cubicBezTo>
                  <a:cubicBezTo>
                    <a:pt x="287" y="235"/>
                    <a:pt x="340" y="271"/>
                    <a:pt x="372" y="303"/>
                  </a:cubicBezTo>
                  <a:cubicBezTo>
                    <a:pt x="404" y="319"/>
                    <a:pt x="441" y="336"/>
                    <a:pt x="489" y="336"/>
                  </a:cubicBezTo>
                  <a:cubicBezTo>
                    <a:pt x="505" y="336"/>
                    <a:pt x="505" y="336"/>
                    <a:pt x="505" y="319"/>
                  </a:cubicBezTo>
                  <a:cubicBezTo>
                    <a:pt x="505" y="319"/>
                    <a:pt x="505" y="303"/>
                    <a:pt x="489" y="303"/>
                  </a:cubicBezTo>
                  <a:cubicBezTo>
                    <a:pt x="457" y="303"/>
                    <a:pt x="420" y="303"/>
                    <a:pt x="388" y="271"/>
                  </a:cubicBezTo>
                  <a:cubicBezTo>
                    <a:pt x="356" y="255"/>
                    <a:pt x="303" y="202"/>
                    <a:pt x="271" y="170"/>
                  </a:cubicBezTo>
                  <a:cubicBezTo>
                    <a:pt x="202" y="101"/>
                    <a:pt x="117" y="3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3"/>
            <p:cNvSpPr/>
            <p:nvPr/>
          </p:nvSpPr>
          <p:spPr>
            <a:xfrm>
              <a:off x="700865" y="3038944"/>
              <a:ext cx="5364" cy="58701"/>
            </a:xfrm>
            <a:custGeom>
              <a:rect b="b" l="l" r="r" t="t"/>
              <a:pathLst>
                <a:path extrusionOk="0" h="591" w="54">
                  <a:moveTo>
                    <a:pt x="17" y="1"/>
                  </a:moveTo>
                  <a:lnTo>
                    <a:pt x="1" y="17"/>
                  </a:lnTo>
                  <a:lnTo>
                    <a:pt x="1" y="219"/>
                  </a:lnTo>
                  <a:cubicBezTo>
                    <a:pt x="1" y="336"/>
                    <a:pt x="1" y="457"/>
                    <a:pt x="17" y="575"/>
                  </a:cubicBezTo>
                  <a:cubicBezTo>
                    <a:pt x="17" y="575"/>
                    <a:pt x="17" y="591"/>
                    <a:pt x="37" y="591"/>
                  </a:cubicBezTo>
                  <a:lnTo>
                    <a:pt x="53" y="575"/>
                  </a:lnTo>
                  <a:cubicBezTo>
                    <a:pt x="17" y="457"/>
                    <a:pt x="37" y="336"/>
                    <a:pt x="37" y="219"/>
                  </a:cubicBezTo>
                  <a:lnTo>
                    <a:pt x="3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3"/>
            <p:cNvSpPr/>
            <p:nvPr/>
          </p:nvSpPr>
          <p:spPr>
            <a:xfrm>
              <a:off x="1342902" y="1323700"/>
              <a:ext cx="3675" cy="68733"/>
            </a:xfrm>
            <a:custGeom>
              <a:rect b="b" l="l" r="r" t="t"/>
              <a:pathLst>
                <a:path extrusionOk="0" h="692" w="37">
                  <a:moveTo>
                    <a:pt x="17" y="0"/>
                  </a:moveTo>
                  <a:cubicBezTo>
                    <a:pt x="0" y="0"/>
                    <a:pt x="0" y="16"/>
                    <a:pt x="0" y="16"/>
                  </a:cubicBezTo>
                  <a:lnTo>
                    <a:pt x="0" y="271"/>
                  </a:lnTo>
                  <a:cubicBezTo>
                    <a:pt x="0" y="404"/>
                    <a:pt x="0" y="538"/>
                    <a:pt x="17" y="675"/>
                  </a:cubicBezTo>
                  <a:lnTo>
                    <a:pt x="17" y="691"/>
                  </a:lnTo>
                  <a:lnTo>
                    <a:pt x="37" y="691"/>
                  </a:lnTo>
                  <a:lnTo>
                    <a:pt x="37" y="675"/>
                  </a:lnTo>
                  <a:cubicBezTo>
                    <a:pt x="17" y="538"/>
                    <a:pt x="17" y="404"/>
                    <a:pt x="17" y="271"/>
                  </a:cubicBezTo>
                  <a:cubicBezTo>
                    <a:pt x="37" y="186"/>
                    <a:pt x="37" y="101"/>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3"/>
            <p:cNvSpPr/>
            <p:nvPr/>
          </p:nvSpPr>
          <p:spPr>
            <a:xfrm>
              <a:off x="851343" y="2776527"/>
              <a:ext cx="356477" cy="262516"/>
            </a:xfrm>
            <a:custGeom>
              <a:rect b="b" l="l" r="r" t="t"/>
              <a:pathLst>
                <a:path extrusionOk="0" h="2643" w="3589">
                  <a:moveTo>
                    <a:pt x="3552" y="1"/>
                  </a:moveTo>
                  <a:lnTo>
                    <a:pt x="3552" y="33"/>
                  </a:lnTo>
                  <a:cubicBezTo>
                    <a:pt x="3552" y="49"/>
                    <a:pt x="3552" y="70"/>
                    <a:pt x="3519" y="70"/>
                  </a:cubicBezTo>
                  <a:cubicBezTo>
                    <a:pt x="2663" y="405"/>
                    <a:pt x="1887" y="708"/>
                    <a:pt x="1128" y="1011"/>
                  </a:cubicBezTo>
                  <a:cubicBezTo>
                    <a:pt x="978" y="1080"/>
                    <a:pt x="809" y="1144"/>
                    <a:pt x="643" y="1197"/>
                  </a:cubicBezTo>
                  <a:cubicBezTo>
                    <a:pt x="473" y="1261"/>
                    <a:pt x="288" y="1346"/>
                    <a:pt x="102" y="1415"/>
                  </a:cubicBezTo>
                  <a:cubicBezTo>
                    <a:pt x="37" y="1447"/>
                    <a:pt x="1" y="1463"/>
                    <a:pt x="1" y="1532"/>
                  </a:cubicBezTo>
                  <a:lnTo>
                    <a:pt x="1" y="2611"/>
                  </a:lnTo>
                  <a:cubicBezTo>
                    <a:pt x="1" y="2611"/>
                    <a:pt x="1" y="2627"/>
                    <a:pt x="17" y="2627"/>
                  </a:cubicBezTo>
                  <a:lnTo>
                    <a:pt x="17" y="2643"/>
                  </a:lnTo>
                  <a:lnTo>
                    <a:pt x="37" y="2643"/>
                  </a:lnTo>
                  <a:cubicBezTo>
                    <a:pt x="37" y="2643"/>
                    <a:pt x="53" y="2627"/>
                    <a:pt x="37" y="2627"/>
                  </a:cubicBezTo>
                  <a:lnTo>
                    <a:pt x="37" y="2611"/>
                  </a:lnTo>
                  <a:lnTo>
                    <a:pt x="37" y="1532"/>
                  </a:lnTo>
                  <a:cubicBezTo>
                    <a:pt x="37" y="1484"/>
                    <a:pt x="53" y="1463"/>
                    <a:pt x="118" y="1431"/>
                  </a:cubicBezTo>
                  <a:cubicBezTo>
                    <a:pt x="288" y="1362"/>
                    <a:pt x="473" y="1298"/>
                    <a:pt x="659" y="1229"/>
                  </a:cubicBezTo>
                  <a:cubicBezTo>
                    <a:pt x="809" y="1160"/>
                    <a:pt x="978" y="1096"/>
                    <a:pt x="1148" y="1027"/>
                  </a:cubicBezTo>
                  <a:cubicBezTo>
                    <a:pt x="1904" y="724"/>
                    <a:pt x="2679" y="421"/>
                    <a:pt x="3536" y="102"/>
                  </a:cubicBezTo>
                  <a:cubicBezTo>
                    <a:pt x="3588" y="86"/>
                    <a:pt x="3588" y="49"/>
                    <a:pt x="3588" y="33"/>
                  </a:cubicBezTo>
                  <a:lnTo>
                    <a:pt x="3588" y="17"/>
                  </a:lnTo>
                  <a:cubicBezTo>
                    <a:pt x="3588" y="17"/>
                    <a:pt x="3588" y="1"/>
                    <a:pt x="3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3"/>
            <p:cNvSpPr/>
            <p:nvPr/>
          </p:nvSpPr>
          <p:spPr>
            <a:xfrm>
              <a:off x="981756" y="2562680"/>
              <a:ext cx="6953" cy="85221"/>
            </a:xfrm>
            <a:custGeom>
              <a:rect b="b" l="l" r="r" t="t"/>
              <a:pathLst>
                <a:path extrusionOk="0" h="858" w="70">
                  <a:moveTo>
                    <a:pt x="37" y="1"/>
                  </a:moveTo>
                  <a:cubicBezTo>
                    <a:pt x="17" y="1"/>
                    <a:pt x="17" y="17"/>
                    <a:pt x="17" y="17"/>
                  </a:cubicBezTo>
                  <a:lnTo>
                    <a:pt x="17" y="203"/>
                  </a:lnTo>
                  <a:lnTo>
                    <a:pt x="17" y="708"/>
                  </a:lnTo>
                  <a:lnTo>
                    <a:pt x="17" y="740"/>
                  </a:lnTo>
                  <a:cubicBezTo>
                    <a:pt x="17" y="772"/>
                    <a:pt x="1" y="825"/>
                    <a:pt x="53" y="857"/>
                  </a:cubicBezTo>
                  <a:lnTo>
                    <a:pt x="69" y="857"/>
                  </a:lnTo>
                  <a:lnTo>
                    <a:pt x="69" y="825"/>
                  </a:lnTo>
                  <a:cubicBezTo>
                    <a:pt x="37" y="809"/>
                    <a:pt x="37" y="772"/>
                    <a:pt x="37" y="740"/>
                  </a:cubicBezTo>
                  <a:lnTo>
                    <a:pt x="37" y="708"/>
                  </a:lnTo>
                  <a:lnTo>
                    <a:pt x="37" y="203"/>
                  </a:ln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3"/>
            <p:cNvSpPr/>
            <p:nvPr/>
          </p:nvSpPr>
          <p:spPr>
            <a:xfrm>
              <a:off x="1413125" y="2468818"/>
              <a:ext cx="5264" cy="55423"/>
            </a:xfrm>
            <a:custGeom>
              <a:rect b="b" l="l" r="r" t="t"/>
              <a:pathLst>
                <a:path extrusionOk="0" h="558" w="53">
                  <a:moveTo>
                    <a:pt x="37" y="1"/>
                  </a:moveTo>
                  <a:cubicBezTo>
                    <a:pt x="37" y="1"/>
                    <a:pt x="17" y="1"/>
                    <a:pt x="17" y="17"/>
                  </a:cubicBezTo>
                  <a:cubicBezTo>
                    <a:pt x="0" y="202"/>
                    <a:pt x="0" y="372"/>
                    <a:pt x="17" y="542"/>
                  </a:cubicBezTo>
                  <a:cubicBezTo>
                    <a:pt x="17" y="558"/>
                    <a:pt x="37" y="558"/>
                    <a:pt x="37" y="558"/>
                  </a:cubicBezTo>
                  <a:cubicBezTo>
                    <a:pt x="53" y="558"/>
                    <a:pt x="53" y="558"/>
                    <a:pt x="53" y="542"/>
                  </a:cubicBezTo>
                  <a:cubicBezTo>
                    <a:pt x="17" y="372"/>
                    <a:pt x="17" y="2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3"/>
            <p:cNvSpPr/>
            <p:nvPr/>
          </p:nvSpPr>
          <p:spPr>
            <a:xfrm>
              <a:off x="1520197" y="2997227"/>
              <a:ext cx="183950" cy="291022"/>
            </a:xfrm>
            <a:custGeom>
              <a:rect b="b" l="l" r="r" t="t"/>
              <a:pathLst>
                <a:path extrusionOk="0" h="2930" w="1852">
                  <a:moveTo>
                    <a:pt x="70" y="1"/>
                  </a:moveTo>
                  <a:cubicBezTo>
                    <a:pt x="70" y="1"/>
                    <a:pt x="49" y="1"/>
                    <a:pt x="49" y="17"/>
                  </a:cubicBezTo>
                  <a:cubicBezTo>
                    <a:pt x="1" y="134"/>
                    <a:pt x="1" y="251"/>
                    <a:pt x="134" y="372"/>
                  </a:cubicBezTo>
                  <a:cubicBezTo>
                    <a:pt x="336" y="574"/>
                    <a:pt x="538" y="793"/>
                    <a:pt x="724" y="1011"/>
                  </a:cubicBezTo>
                  <a:cubicBezTo>
                    <a:pt x="825" y="1096"/>
                    <a:pt x="910" y="1197"/>
                    <a:pt x="995" y="1281"/>
                  </a:cubicBezTo>
                  <a:cubicBezTo>
                    <a:pt x="1043" y="1346"/>
                    <a:pt x="1096" y="1415"/>
                    <a:pt x="1160" y="1463"/>
                  </a:cubicBezTo>
                  <a:cubicBezTo>
                    <a:pt x="1298" y="1617"/>
                    <a:pt x="1431" y="1786"/>
                    <a:pt x="1585" y="1920"/>
                  </a:cubicBezTo>
                  <a:cubicBezTo>
                    <a:pt x="1750" y="2069"/>
                    <a:pt x="1819" y="2239"/>
                    <a:pt x="1803" y="2509"/>
                  </a:cubicBezTo>
                  <a:cubicBezTo>
                    <a:pt x="1786" y="2558"/>
                    <a:pt x="1786" y="2610"/>
                    <a:pt x="1803" y="2659"/>
                  </a:cubicBezTo>
                  <a:cubicBezTo>
                    <a:pt x="1803" y="2744"/>
                    <a:pt x="1803" y="2829"/>
                    <a:pt x="1766" y="2913"/>
                  </a:cubicBezTo>
                  <a:lnTo>
                    <a:pt x="1766" y="2930"/>
                  </a:lnTo>
                  <a:lnTo>
                    <a:pt x="1786" y="2930"/>
                  </a:lnTo>
                  <a:cubicBezTo>
                    <a:pt x="1835" y="2829"/>
                    <a:pt x="1819" y="2744"/>
                    <a:pt x="1819" y="2659"/>
                  </a:cubicBezTo>
                  <a:lnTo>
                    <a:pt x="1819" y="2509"/>
                  </a:lnTo>
                  <a:cubicBezTo>
                    <a:pt x="1851" y="2239"/>
                    <a:pt x="1786" y="2053"/>
                    <a:pt x="1601" y="1903"/>
                  </a:cubicBezTo>
                  <a:cubicBezTo>
                    <a:pt x="1447" y="1766"/>
                    <a:pt x="1314" y="1600"/>
                    <a:pt x="1181" y="1447"/>
                  </a:cubicBezTo>
                  <a:cubicBezTo>
                    <a:pt x="1128" y="1398"/>
                    <a:pt x="1059" y="1330"/>
                    <a:pt x="1011" y="1261"/>
                  </a:cubicBezTo>
                  <a:cubicBezTo>
                    <a:pt x="926" y="1180"/>
                    <a:pt x="841" y="1079"/>
                    <a:pt x="756" y="995"/>
                  </a:cubicBezTo>
                  <a:cubicBezTo>
                    <a:pt x="554" y="776"/>
                    <a:pt x="352" y="554"/>
                    <a:pt x="150" y="352"/>
                  </a:cubicBezTo>
                  <a:cubicBezTo>
                    <a:pt x="33" y="235"/>
                    <a:pt x="33" y="134"/>
                    <a:pt x="86" y="17"/>
                  </a:cubicBezTo>
                  <a:cubicBezTo>
                    <a:pt x="86" y="17"/>
                    <a:pt x="70" y="17"/>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3"/>
            <p:cNvSpPr/>
            <p:nvPr/>
          </p:nvSpPr>
          <p:spPr>
            <a:xfrm>
              <a:off x="1583666" y="3100823"/>
              <a:ext cx="3675" cy="61879"/>
            </a:xfrm>
            <a:custGeom>
              <a:rect b="b" l="l" r="r" t="t"/>
              <a:pathLst>
                <a:path extrusionOk="0" h="623" w="37">
                  <a:moveTo>
                    <a:pt x="16" y="0"/>
                  </a:moveTo>
                  <a:lnTo>
                    <a:pt x="0" y="16"/>
                  </a:lnTo>
                  <a:lnTo>
                    <a:pt x="0" y="606"/>
                  </a:lnTo>
                  <a:cubicBezTo>
                    <a:pt x="0" y="622"/>
                    <a:pt x="16" y="622"/>
                    <a:pt x="16" y="622"/>
                  </a:cubicBezTo>
                  <a:cubicBezTo>
                    <a:pt x="37" y="622"/>
                    <a:pt x="37" y="622"/>
                    <a:pt x="37" y="606"/>
                  </a:cubicBezTo>
                  <a:lnTo>
                    <a:pt x="37" y="16"/>
                  </a:lnTo>
                  <a:cubicBezTo>
                    <a:pt x="37" y="16"/>
                    <a:pt x="37"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3"/>
            <p:cNvSpPr/>
            <p:nvPr/>
          </p:nvSpPr>
          <p:spPr>
            <a:xfrm>
              <a:off x="1859690" y="3252890"/>
              <a:ext cx="4867" cy="57013"/>
            </a:xfrm>
            <a:custGeom>
              <a:rect b="b" l="l" r="r" t="t"/>
              <a:pathLst>
                <a:path extrusionOk="0" h="574" w="49">
                  <a:moveTo>
                    <a:pt x="33" y="0"/>
                  </a:moveTo>
                  <a:cubicBezTo>
                    <a:pt x="1" y="101"/>
                    <a:pt x="17" y="186"/>
                    <a:pt x="17" y="271"/>
                  </a:cubicBezTo>
                  <a:lnTo>
                    <a:pt x="17" y="424"/>
                  </a:lnTo>
                  <a:lnTo>
                    <a:pt x="17" y="473"/>
                  </a:lnTo>
                  <a:cubicBezTo>
                    <a:pt x="17" y="505"/>
                    <a:pt x="17" y="541"/>
                    <a:pt x="1" y="558"/>
                  </a:cubicBezTo>
                  <a:lnTo>
                    <a:pt x="1" y="574"/>
                  </a:lnTo>
                  <a:lnTo>
                    <a:pt x="17" y="574"/>
                  </a:lnTo>
                  <a:cubicBezTo>
                    <a:pt x="49" y="541"/>
                    <a:pt x="33" y="505"/>
                    <a:pt x="33" y="473"/>
                  </a:cubicBezTo>
                  <a:lnTo>
                    <a:pt x="33" y="440"/>
                  </a:lnTo>
                  <a:lnTo>
                    <a:pt x="33" y="271"/>
                  </a:lnTo>
                  <a:cubicBezTo>
                    <a:pt x="33" y="186"/>
                    <a:pt x="33" y="101"/>
                    <a:pt x="49" y="20"/>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3"/>
            <p:cNvSpPr/>
            <p:nvPr/>
          </p:nvSpPr>
          <p:spPr>
            <a:xfrm>
              <a:off x="1520197" y="2983123"/>
              <a:ext cx="197557" cy="319926"/>
            </a:xfrm>
            <a:custGeom>
              <a:rect b="b" l="l" r="r" t="t"/>
              <a:pathLst>
                <a:path extrusionOk="0" h="3221" w="1989">
                  <a:moveTo>
                    <a:pt x="12" y="0"/>
                  </a:moveTo>
                  <a:cubicBezTo>
                    <a:pt x="10" y="0"/>
                    <a:pt x="6" y="3"/>
                    <a:pt x="1" y="9"/>
                  </a:cubicBezTo>
                  <a:lnTo>
                    <a:pt x="1" y="26"/>
                  </a:lnTo>
                  <a:cubicBezTo>
                    <a:pt x="1" y="26"/>
                    <a:pt x="1" y="42"/>
                    <a:pt x="17" y="58"/>
                  </a:cubicBezTo>
                  <a:cubicBezTo>
                    <a:pt x="17" y="90"/>
                    <a:pt x="33" y="143"/>
                    <a:pt x="49" y="159"/>
                  </a:cubicBezTo>
                  <a:cubicBezTo>
                    <a:pt x="235" y="292"/>
                    <a:pt x="389" y="478"/>
                    <a:pt x="522" y="632"/>
                  </a:cubicBezTo>
                  <a:cubicBezTo>
                    <a:pt x="607" y="716"/>
                    <a:pt x="676" y="797"/>
                    <a:pt x="740" y="882"/>
                  </a:cubicBezTo>
                  <a:cubicBezTo>
                    <a:pt x="995" y="1137"/>
                    <a:pt x="1245" y="1423"/>
                    <a:pt x="1484" y="1674"/>
                  </a:cubicBezTo>
                  <a:cubicBezTo>
                    <a:pt x="1617" y="1827"/>
                    <a:pt x="1750" y="1961"/>
                    <a:pt x="1887" y="2094"/>
                  </a:cubicBezTo>
                  <a:cubicBezTo>
                    <a:pt x="1920" y="2146"/>
                    <a:pt x="1952" y="2195"/>
                    <a:pt x="1952" y="2264"/>
                  </a:cubicBezTo>
                  <a:lnTo>
                    <a:pt x="1952" y="3120"/>
                  </a:lnTo>
                  <a:cubicBezTo>
                    <a:pt x="1952" y="3156"/>
                    <a:pt x="1952" y="3173"/>
                    <a:pt x="1936" y="3189"/>
                  </a:cubicBezTo>
                  <a:lnTo>
                    <a:pt x="1936" y="3205"/>
                  </a:lnTo>
                  <a:lnTo>
                    <a:pt x="1936" y="3221"/>
                  </a:lnTo>
                  <a:lnTo>
                    <a:pt x="1952" y="3205"/>
                  </a:lnTo>
                  <a:cubicBezTo>
                    <a:pt x="1968" y="3189"/>
                    <a:pt x="1988" y="3156"/>
                    <a:pt x="1988" y="3120"/>
                  </a:cubicBezTo>
                  <a:lnTo>
                    <a:pt x="1988" y="2264"/>
                  </a:lnTo>
                  <a:cubicBezTo>
                    <a:pt x="1988" y="2195"/>
                    <a:pt x="1936" y="2130"/>
                    <a:pt x="1904" y="2078"/>
                  </a:cubicBezTo>
                  <a:cubicBezTo>
                    <a:pt x="1766" y="1944"/>
                    <a:pt x="1633" y="1807"/>
                    <a:pt x="1516" y="1658"/>
                  </a:cubicBezTo>
                  <a:cubicBezTo>
                    <a:pt x="1261" y="1387"/>
                    <a:pt x="1011" y="1120"/>
                    <a:pt x="756" y="850"/>
                  </a:cubicBezTo>
                  <a:cubicBezTo>
                    <a:pt x="692" y="781"/>
                    <a:pt x="623" y="696"/>
                    <a:pt x="554" y="615"/>
                  </a:cubicBezTo>
                  <a:cubicBezTo>
                    <a:pt x="405" y="462"/>
                    <a:pt x="251" y="276"/>
                    <a:pt x="70" y="143"/>
                  </a:cubicBezTo>
                  <a:cubicBezTo>
                    <a:pt x="49" y="127"/>
                    <a:pt x="49" y="90"/>
                    <a:pt x="33" y="58"/>
                  </a:cubicBezTo>
                  <a:cubicBezTo>
                    <a:pt x="33" y="42"/>
                    <a:pt x="33" y="26"/>
                    <a:pt x="17" y="9"/>
                  </a:cubicBezTo>
                  <a:cubicBezTo>
                    <a:pt x="17" y="9"/>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3"/>
            <p:cNvSpPr/>
            <p:nvPr/>
          </p:nvSpPr>
          <p:spPr>
            <a:xfrm>
              <a:off x="608990" y="1900679"/>
              <a:ext cx="5364" cy="90386"/>
            </a:xfrm>
            <a:custGeom>
              <a:rect b="b" l="l" r="r" t="t"/>
              <a:pathLst>
                <a:path extrusionOk="0" h="910" w="54">
                  <a:moveTo>
                    <a:pt x="17" y="0"/>
                  </a:moveTo>
                  <a:cubicBezTo>
                    <a:pt x="1" y="0"/>
                    <a:pt x="1" y="0"/>
                    <a:pt x="1" y="16"/>
                  </a:cubicBezTo>
                  <a:cubicBezTo>
                    <a:pt x="17" y="150"/>
                    <a:pt x="17" y="303"/>
                    <a:pt x="17" y="453"/>
                  </a:cubicBezTo>
                  <a:cubicBezTo>
                    <a:pt x="17" y="538"/>
                    <a:pt x="1" y="639"/>
                    <a:pt x="17" y="723"/>
                  </a:cubicBezTo>
                  <a:lnTo>
                    <a:pt x="17" y="772"/>
                  </a:lnTo>
                  <a:cubicBezTo>
                    <a:pt x="1" y="824"/>
                    <a:pt x="1" y="857"/>
                    <a:pt x="17" y="909"/>
                  </a:cubicBezTo>
                  <a:lnTo>
                    <a:pt x="53" y="909"/>
                  </a:lnTo>
                  <a:lnTo>
                    <a:pt x="53" y="889"/>
                  </a:lnTo>
                  <a:cubicBezTo>
                    <a:pt x="33" y="857"/>
                    <a:pt x="33" y="824"/>
                    <a:pt x="33" y="772"/>
                  </a:cubicBezTo>
                  <a:lnTo>
                    <a:pt x="33" y="723"/>
                  </a:lnTo>
                  <a:lnTo>
                    <a:pt x="33" y="453"/>
                  </a:lnTo>
                  <a:cubicBezTo>
                    <a:pt x="33" y="303"/>
                    <a:pt x="33" y="15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3"/>
            <p:cNvSpPr/>
            <p:nvPr/>
          </p:nvSpPr>
          <p:spPr>
            <a:xfrm>
              <a:off x="518703" y="2535863"/>
              <a:ext cx="120481" cy="165376"/>
            </a:xfrm>
            <a:custGeom>
              <a:rect b="b" l="l" r="r" t="t"/>
              <a:pathLst>
                <a:path extrusionOk="0" h="1665" w="1213">
                  <a:moveTo>
                    <a:pt x="1181" y="0"/>
                  </a:moveTo>
                  <a:lnTo>
                    <a:pt x="1164" y="16"/>
                  </a:lnTo>
                  <a:lnTo>
                    <a:pt x="1164" y="32"/>
                  </a:lnTo>
                  <a:cubicBezTo>
                    <a:pt x="1197" y="49"/>
                    <a:pt x="1197" y="69"/>
                    <a:pt x="1197" y="101"/>
                  </a:cubicBezTo>
                  <a:lnTo>
                    <a:pt x="1197" y="117"/>
                  </a:lnTo>
                  <a:lnTo>
                    <a:pt x="1197" y="352"/>
                  </a:lnTo>
                  <a:lnTo>
                    <a:pt x="1197" y="994"/>
                  </a:lnTo>
                  <a:cubicBezTo>
                    <a:pt x="1197" y="1059"/>
                    <a:pt x="1181" y="1095"/>
                    <a:pt x="1112" y="1127"/>
                  </a:cubicBezTo>
                  <a:cubicBezTo>
                    <a:pt x="825" y="1244"/>
                    <a:pt x="558" y="1382"/>
                    <a:pt x="304" y="1499"/>
                  </a:cubicBezTo>
                  <a:cubicBezTo>
                    <a:pt x="203" y="1547"/>
                    <a:pt x="102" y="1600"/>
                    <a:pt x="1" y="1632"/>
                  </a:cubicBezTo>
                  <a:lnTo>
                    <a:pt x="1" y="1648"/>
                  </a:lnTo>
                  <a:lnTo>
                    <a:pt x="17" y="1664"/>
                  </a:lnTo>
                  <a:cubicBezTo>
                    <a:pt x="118" y="1616"/>
                    <a:pt x="219" y="1563"/>
                    <a:pt x="304" y="1531"/>
                  </a:cubicBezTo>
                  <a:cubicBezTo>
                    <a:pt x="575" y="1398"/>
                    <a:pt x="841" y="1281"/>
                    <a:pt x="1112" y="1160"/>
                  </a:cubicBezTo>
                  <a:cubicBezTo>
                    <a:pt x="1197" y="1111"/>
                    <a:pt x="1213" y="1079"/>
                    <a:pt x="1213" y="994"/>
                  </a:cubicBezTo>
                  <a:lnTo>
                    <a:pt x="1213" y="352"/>
                  </a:lnTo>
                  <a:lnTo>
                    <a:pt x="1213" y="117"/>
                  </a:lnTo>
                  <a:lnTo>
                    <a:pt x="1213" y="101"/>
                  </a:lnTo>
                  <a:cubicBezTo>
                    <a:pt x="1213" y="69"/>
                    <a:pt x="1213" y="32"/>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3"/>
            <p:cNvSpPr/>
            <p:nvPr/>
          </p:nvSpPr>
          <p:spPr>
            <a:xfrm>
              <a:off x="1133823" y="3343077"/>
              <a:ext cx="5364" cy="97239"/>
            </a:xfrm>
            <a:custGeom>
              <a:rect b="b" l="l" r="r" t="t"/>
              <a:pathLst>
                <a:path extrusionOk="0" h="979" w="54">
                  <a:moveTo>
                    <a:pt x="1" y="1"/>
                  </a:moveTo>
                  <a:lnTo>
                    <a:pt x="1" y="21"/>
                  </a:lnTo>
                  <a:cubicBezTo>
                    <a:pt x="21" y="203"/>
                    <a:pt x="21" y="405"/>
                    <a:pt x="1" y="591"/>
                  </a:cubicBezTo>
                  <a:lnTo>
                    <a:pt x="1" y="744"/>
                  </a:lnTo>
                  <a:lnTo>
                    <a:pt x="1" y="777"/>
                  </a:lnTo>
                  <a:lnTo>
                    <a:pt x="1" y="979"/>
                  </a:lnTo>
                  <a:lnTo>
                    <a:pt x="21" y="979"/>
                  </a:lnTo>
                  <a:cubicBezTo>
                    <a:pt x="37" y="979"/>
                    <a:pt x="37" y="979"/>
                    <a:pt x="37" y="962"/>
                  </a:cubicBezTo>
                  <a:lnTo>
                    <a:pt x="37" y="777"/>
                  </a:lnTo>
                  <a:lnTo>
                    <a:pt x="37" y="744"/>
                  </a:lnTo>
                  <a:lnTo>
                    <a:pt x="37" y="591"/>
                  </a:lnTo>
                  <a:cubicBezTo>
                    <a:pt x="37" y="405"/>
                    <a:pt x="53" y="203"/>
                    <a:pt x="21" y="21"/>
                  </a:cubicBezTo>
                  <a:cubicBezTo>
                    <a:pt x="21" y="21"/>
                    <a:pt x="2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3"/>
            <p:cNvSpPr/>
            <p:nvPr/>
          </p:nvSpPr>
          <p:spPr>
            <a:xfrm>
              <a:off x="875081" y="3647707"/>
              <a:ext cx="332739" cy="87207"/>
            </a:xfrm>
            <a:custGeom>
              <a:rect b="b" l="l" r="r" t="t"/>
              <a:pathLst>
                <a:path extrusionOk="0" h="878" w="3350">
                  <a:moveTo>
                    <a:pt x="3297" y="0"/>
                  </a:moveTo>
                  <a:cubicBezTo>
                    <a:pt x="3147" y="32"/>
                    <a:pt x="2994" y="85"/>
                    <a:pt x="2860" y="117"/>
                  </a:cubicBezTo>
                  <a:cubicBezTo>
                    <a:pt x="2525" y="218"/>
                    <a:pt x="2186" y="303"/>
                    <a:pt x="1834" y="404"/>
                  </a:cubicBezTo>
                  <a:cubicBezTo>
                    <a:pt x="1665" y="453"/>
                    <a:pt x="1479" y="505"/>
                    <a:pt x="1293" y="554"/>
                  </a:cubicBezTo>
                  <a:cubicBezTo>
                    <a:pt x="1059" y="622"/>
                    <a:pt x="788" y="691"/>
                    <a:pt x="537" y="755"/>
                  </a:cubicBezTo>
                  <a:cubicBezTo>
                    <a:pt x="505" y="772"/>
                    <a:pt x="469" y="772"/>
                    <a:pt x="436" y="792"/>
                  </a:cubicBezTo>
                  <a:cubicBezTo>
                    <a:pt x="334" y="817"/>
                    <a:pt x="229" y="851"/>
                    <a:pt x="119" y="851"/>
                  </a:cubicBezTo>
                  <a:cubicBezTo>
                    <a:pt x="85" y="851"/>
                    <a:pt x="51" y="848"/>
                    <a:pt x="16" y="840"/>
                  </a:cubicBezTo>
                  <a:lnTo>
                    <a:pt x="16" y="856"/>
                  </a:lnTo>
                  <a:cubicBezTo>
                    <a:pt x="0" y="873"/>
                    <a:pt x="16" y="873"/>
                    <a:pt x="16" y="873"/>
                  </a:cubicBezTo>
                  <a:lnTo>
                    <a:pt x="117" y="873"/>
                  </a:lnTo>
                  <a:cubicBezTo>
                    <a:pt x="234" y="873"/>
                    <a:pt x="335" y="840"/>
                    <a:pt x="453" y="808"/>
                  </a:cubicBezTo>
                  <a:cubicBezTo>
                    <a:pt x="485" y="808"/>
                    <a:pt x="521" y="792"/>
                    <a:pt x="554" y="772"/>
                  </a:cubicBezTo>
                  <a:cubicBezTo>
                    <a:pt x="808" y="707"/>
                    <a:pt x="1059" y="638"/>
                    <a:pt x="1313" y="570"/>
                  </a:cubicBezTo>
                  <a:cubicBezTo>
                    <a:pt x="1495" y="521"/>
                    <a:pt x="1665" y="469"/>
                    <a:pt x="1850" y="420"/>
                  </a:cubicBezTo>
                  <a:cubicBezTo>
                    <a:pt x="2186" y="335"/>
                    <a:pt x="2525" y="234"/>
                    <a:pt x="2860" y="150"/>
                  </a:cubicBezTo>
                  <a:cubicBezTo>
                    <a:pt x="3010" y="101"/>
                    <a:pt x="3147" y="65"/>
                    <a:pt x="3297" y="16"/>
                  </a:cubicBezTo>
                  <a:cubicBezTo>
                    <a:pt x="3313" y="101"/>
                    <a:pt x="3313" y="150"/>
                    <a:pt x="3297" y="202"/>
                  </a:cubicBezTo>
                  <a:cubicBezTo>
                    <a:pt x="3147" y="234"/>
                    <a:pt x="3010" y="287"/>
                    <a:pt x="2893" y="319"/>
                  </a:cubicBezTo>
                  <a:cubicBezTo>
                    <a:pt x="2775" y="352"/>
                    <a:pt x="2674" y="388"/>
                    <a:pt x="2557" y="404"/>
                  </a:cubicBezTo>
                  <a:cubicBezTo>
                    <a:pt x="2424" y="453"/>
                    <a:pt x="2287" y="489"/>
                    <a:pt x="2169" y="521"/>
                  </a:cubicBezTo>
                  <a:cubicBezTo>
                    <a:pt x="1951" y="590"/>
                    <a:pt x="1733" y="638"/>
                    <a:pt x="1515" y="691"/>
                  </a:cubicBezTo>
                  <a:cubicBezTo>
                    <a:pt x="1446" y="707"/>
                    <a:pt x="1362" y="739"/>
                    <a:pt x="1293" y="772"/>
                  </a:cubicBezTo>
                  <a:cubicBezTo>
                    <a:pt x="1177" y="812"/>
                    <a:pt x="1058" y="851"/>
                    <a:pt x="941" y="851"/>
                  </a:cubicBezTo>
                  <a:cubicBezTo>
                    <a:pt x="908" y="851"/>
                    <a:pt x="874" y="848"/>
                    <a:pt x="840" y="840"/>
                  </a:cubicBezTo>
                  <a:cubicBezTo>
                    <a:pt x="824" y="840"/>
                    <a:pt x="824" y="856"/>
                    <a:pt x="824" y="856"/>
                  </a:cubicBezTo>
                  <a:lnTo>
                    <a:pt x="824" y="873"/>
                  </a:lnTo>
                  <a:cubicBezTo>
                    <a:pt x="852" y="876"/>
                    <a:pt x="880" y="877"/>
                    <a:pt x="906" y="877"/>
                  </a:cubicBezTo>
                  <a:cubicBezTo>
                    <a:pt x="1055" y="877"/>
                    <a:pt x="1183" y="833"/>
                    <a:pt x="1313" y="792"/>
                  </a:cubicBezTo>
                  <a:cubicBezTo>
                    <a:pt x="1378" y="772"/>
                    <a:pt x="1446" y="739"/>
                    <a:pt x="1531" y="723"/>
                  </a:cubicBezTo>
                  <a:cubicBezTo>
                    <a:pt x="1749" y="671"/>
                    <a:pt x="1951" y="606"/>
                    <a:pt x="2169" y="554"/>
                  </a:cubicBezTo>
                  <a:cubicBezTo>
                    <a:pt x="2303" y="505"/>
                    <a:pt x="2440" y="469"/>
                    <a:pt x="2557" y="436"/>
                  </a:cubicBezTo>
                  <a:cubicBezTo>
                    <a:pt x="2674" y="404"/>
                    <a:pt x="2792" y="368"/>
                    <a:pt x="2893" y="335"/>
                  </a:cubicBezTo>
                  <a:cubicBezTo>
                    <a:pt x="3030" y="303"/>
                    <a:pt x="3163" y="267"/>
                    <a:pt x="3297" y="234"/>
                  </a:cubicBezTo>
                  <a:lnTo>
                    <a:pt x="3313" y="218"/>
                  </a:lnTo>
                  <a:cubicBezTo>
                    <a:pt x="3349" y="166"/>
                    <a:pt x="3333" y="85"/>
                    <a:pt x="3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3"/>
            <p:cNvSpPr/>
            <p:nvPr/>
          </p:nvSpPr>
          <p:spPr>
            <a:xfrm>
              <a:off x="888292" y="2930282"/>
              <a:ext cx="3278" cy="55423"/>
            </a:xfrm>
            <a:custGeom>
              <a:rect b="b" l="l" r="r" t="t"/>
              <a:pathLst>
                <a:path extrusionOk="0" h="558" w="33">
                  <a:moveTo>
                    <a:pt x="0" y="0"/>
                  </a:moveTo>
                  <a:lnTo>
                    <a:pt x="0" y="16"/>
                  </a:lnTo>
                  <a:cubicBezTo>
                    <a:pt x="17" y="137"/>
                    <a:pt x="17" y="238"/>
                    <a:pt x="17" y="356"/>
                  </a:cubicBezTo>
                  <a:cubicBezTo>
                    <a:pt x="0" y="404"/>
                    <a:pt x="0" y="473"/>
                    <a:pt x="17" y="541"/>
                  </a:cubicBezTo>
                  <a:lnTo>
                    <a:pt x="17" y="558"/>
                  </a:lnTo>
                  <a:cubicBezTo>
                    <a:pt x="33" y="558"/>
                    <a:pt x="33" y="558"/>
                    <a:pt x="33" y="541"/>
                  </a:cubicBezTo>
                  <a:lnTo>
                    <a:pt x="33" y="356"/>
                  </a:lnTo>
                  <a:cubicBezTo>
                    <a:pt x="33" y="238"/>
                    <a:pt x="33" y="117"/>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3"/>
            <p:cNvSpPr/>
            <p:nvPr/>
          </p:nvSpPr>
          <p:spPr>
            <a:xfrm>
              <a:off x="1252616" y="3001896"/>
              <a:ext cx="160609" cy="57211"/>
            </a:xfrm>
            <a:custGeom>
              <a:rect b="b" l="l" r="r" t="t"/>
              <a:pathLst>
                <a:path extrusionOk="0" h="576" w="1617">
                  <a:moveTo>
                    <a:pt x="1560" y="1"/>
                  </a:moveTo>
                  <a:cubicBezTo>
                    <a:pt x="1537" y="1"/>
                    <a:pt x="1518" y="11"/>
                    <a:pt x="1499" y="22"/>
                  </a:cubicBezTo>
                  <a:cubicBezTo>
                    <a:pt x="1483" y="22"/>
                    <a:pt x="1483" y="22"/>
                    <a:pt x="1467" y="39"/>
                  </a:cubicBezTo>
                  <a:cubicBezTo>
                    <a:pt x="1148" y="140"/>
                    <a:pt x="825" y="273"/>
                    <a:pt x="505" y="390"/>
                  </a:cubicBezTo>
                  <a:cubicBezTo>
                    <a:pt x="372" y="443"/>
                    <a:pt x="239" y="491"/>
                    <a:pt x="85" y="544"/>
                  </a:cubicBezTo>
                  <a:lnTo>
                    <a:pt x="37" y="544"/>
                  </a:lnTo>
                  <a:cubicBezTo>
                    <a:pt x="37" y="560"/>
                    <a:pt x="17" y="560"/>
                    <a:pt x="17" y="560"/>
                  </a:cubicBezTo>
                  <a:cubicBezTo>
                    <a:pt x="1" y="560"/>
                    <a:pt x="1" y="560"/>
                    <a:pt x="1" y="576"/>
                  </a:cubicBezTo>
                  <a:lnTo>
                    <a:pt x="53" y="576"/>
                  </a:lnTo>
                  <a:cubicBezTo>
                    <a:pt x="69" y="576"/>
                    <a:pt x="85" y="576"/>
                    <a:pt x="101" y="560"/>
                  </a:cubicBezTo>
                  <a:cubicBezTo>
                    <a:pt x="239" y="507"/>
                    <a:pt x="388" y="459"/>
                    <a:pt x="522" y="406"/>
                  </a:cubicBezTo>
                  <a:cubicBezTo>
                    <a:pt x="845" y="289"/>
                    <a:pt x="1164" y="172"/>
                    <a:pt x="1483" y="55"/>
                  </a:cubicBezTo>
                  <a:cubicBezTo>
                    <a:pt x="1483" y="55"/>
                    <a:pt x="1499" y="55"/>
                    <a:pt x="1515" y="39"/>
                  </a:cubicBezTo>
                  <a:cubicBezTo>
                    <a:pt x="1523" y="31"/>
                    <a:pt x="1537" y="26"/>
                    <a:pt x="1552" y="26"/>
                  </a:cubicBezTo>
                  <a:cubicBezTo>
                    <a:pt x="1567" y="26"/>
                    <a:pt x="1584" y="31"/>
                    <a:pt x="1600" y="39"/>
                  </a:cubicBezTo>
                  <a:lnTo>
                    <a:pt x="1616" y="39"/>
                  </a:lnTo>
                  <a:lnTo>
                    <a:pt x="1616" y="22"/>
                  </a:lnTo>
                  <a:cubicBezTo>
                    <a:pt x="1595" y="7"/>
                    <a:pt x="157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3"/>
            <p:cNvSpPr/>
            <p:nvPr/>
          </p:nvSpPr>
          <p:spPr>
            <a:xfrm>
              <a:off x="1553570" y="3069039"/>
              <a:ext cx="5264" cy="65554"/>
            </a:xfrm>
            <a:custGeom>
              <a:rect b="b" l="l" r="r" t="t"/>
              <a:pathLst>
                <a:path extrusionOk="0" h="660" w="53">
                  <a:moveTo>
                    <a:pt x="37" y="1"/>
                  </a:moveTo>
                  <a:cubicBezTo>
                    <a:pt x="16" y="1"/>
                    <a:pt x="16" y="1"/>
                    <a:pt x="16" y="17"/>
                  </a:cubicBezTo>
                  <a:lnTo>
                    <a:pt x="16" y="255"/>
                  </a:lnTo>
                  <a:cubicBezTo>
                    <a:pt x="16" y="389"/>
                    <a:pt x="16" y="522"/>
                    <a:pt x="0" y="639"/>
                  </a:cubicBezTo>
                  <a:cubicBezTo>
                    <a:pt x="0" y="659"/>
                    <a:pt x="0" y="659"/>
                    <a:pt x="16" y="659"/>
                  </a:cubicBezTo>
                  <a:cubicBezTo>
                    <a:pt x="53" y="522"/>
                    <a:pt x="37" y="389"/>
                    <a:pt x="37" y="255"/>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3"/>
            <p:cNvSpPr/>
            <p:nvPr/>
          </p:nvSpPr>
          <p:spPr>
            <a:xfrm>
              <a:off x="1739308" y="2282783"/>
              <a:ext cx="169051" cy="350220"/>
            </a:xfrm>
            <a:custGeom>
              <a:rect b="b" l="l" r="r" t="t"/>
              <a:pathLst>
                <a:path extrusionOk="0" h="3526" w="1702">
                  <a:moveTo>
                    <a:pt x="28" y="0"/>
                  </a:moveTo>
                  <a:cubicBezTo>
                    <a:pt x="26" y="0"/>
                    <a:pt x="22" y="2"/>
                    <a:pt x="17" y="7"/>
                  </a:cubicBezTo>
                  <a:cubicBezTo>
                    <a:pt x="17" y="7"/>
                    <a:pt x="1" y="7"/>
                    <a:pt x="1" y="23"/>
                  </a:cubicBezTo>
                  <a:cubicBezTo>
                    <a:pt x="49" y="209"/>
                    <a:pt x="166" y="359"/>
                    <a:pt x="287" y="496"/>
                  </a:cubicBezTo>
                  <a:cubicBezTo>
                    <a:pt x="336" y="561"/>
                    <a:pt x="388" y="629"/>
                    <a:pt x="437" y="698"/>
                  </a:cubicBezTo>
                  <a:cubicBezTo>
                    <a:pt x="691" y="1102"/>
                    <a:pt x="958" y="1506"/>
                    <a:pt x="1229" y="1890"/>
                  </a:cubicBezTo>
                  <a:cubicBezTo>
                    <a:pt x="1362" y="2075"/>
                    <a:pt x="1479" y="2277"/>
                    <a:pt x="1616" y="2463"/>
                  </a:cubicBezTo>
                  <a:cubicBezTo>
                    <a:pt x="1649" y="2516"/>
                    <a:pt x="1665" y="2580"/>
                    <a:pt x="1665" y="2665"/>
                  </a:cubicBezTo>
                  <a:cubicBezTo>
                    <a:pt x="1649" y="2782"/>
                    <a:pt x="1649" y="2900"/>
                    <a:pt x="1665" y="3001"/>
                  </a:cubicBezTo>
                  <a:cubicBezTo>
                    <a:pt x="1665" y="3122"/>
                    <a:pt x="1665" y="3239"/>
                    <a:pt x="1649" y="3356"/>
                  </a:cubicBezTo>
                  <a:lnTo>
                    <a:pt x="1649" y="3388"/>
                  </a:lnTo>
                  <a:cubicBezTo>
                    <a:pt x="1649" y="3425"/>
                    <a:pt x="1649" y="3473"/>
                    <a:pt x="1616" y="3506"/>
                  </a:cubicBezTo>
                  <a:lnTo>
                    <a:pt x="1616" y="3526"/>
                  </a:lnTo>
                  <a:lnTo>
                    <a:pt x="1633" y="3526"/>
                  </a:lnTo>
                  <a:cubicBezTo>
                    <a:pt x="1681" y="3473"/>
                    <a:pt x="1681" y="3425"/>
                    <a:pt x="1681" y="3388"/>
                  </a:cubicBezTo>
                  <a:lnTo>
                    <a:pt x="1681" y="3356"/>
                  </a:lnTo>
                  <a:cubicBezTo>
                    <a:pt x="1701" y="3239"/>
                    <a:pt x="1681" y="3122"/>
                    <a:pt x="1681" y="3001"/>
                  </a:cubicBezTo>
                  <a:lnTo>
                    <a:pt x="1681" y="2681"/>
                  </a:lnTo>
                  <a:cubicBezTo>
                    <a:pt x="1701" y="2580"/>
                    <a:pt x="1681" y="2516"/>
                    <a:pt x="1633" y="2447"/>
                  </a:cubicBezTo>
                  <a:cubicBezTo>
                    <a:pt x="1516" y="2261"/>
                    <a:pt x="1378" y="2075"/>
                    <a:pt x="1245" y="1890"/>
                  </a:cubicBezTo>
                  <a:cubicBezTo>
                    <a:pt x="994" y="1486"/>
                    <a:pt x="708" y="1102"/>
                    <a:pt x="453" y="698"/>
                  </a:cubicBezTo>
                  <a:cubicBezTo>
                    <a:pt x="405" y="613"/>
                    <a:pt x="352" y="544"/>
                    <a:pt x="304" y="476"/>
                  </a:cubicBezTo>
                  <a:cubicBezTo>
                    <a:pt x="186" y="342"/>
                    <a:pt x="85" y="193"/>
                    <a:pt x="33" y="7"/>
                  </a:cubicBezTo>
                  <a:cubicBezTo>
                    <a:pt x="33" y="7"/>
                    <a:pt x="33"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3"/>
            <p:cNvSpPr/>
            <p:nvPr/>
          </p:nvSpPr>
          <p:spPr>
            <a:xfrm>
              <a:off x="1643857" y="2515799"/>
              <a:ext cx="6853" cy="61879"/>
            </a:xfrm>
            <a:custGeom>
              <a:rect b="b" l="l" r="r" t="t"/>
              <a:pathLst>
                <a:path extrusionOk="0" h="623" w="69">
                  <a:moveTo>
                    <a:pt x="53" y="0"/>
                  </a:moveTo>
                  <a:cubicBezTo>
                    <a:pt x="53" y="0"/>
                    <a:pt x="37" y="0"/>
                    <a:pt x="37" y="16"/>
                  </a:cubicBezTo>
                  <a:cubicBezTo>
                    <a:pt x="16" y="101"/>
                    <a:pt x="16" y="202"/>
                    <a:pt x="16" y="287"/>
                  </a:cubicBezTo>
                  <a:lnTo>
                    <a:pt x="16" y="453"/>
                  </a:lnTo>
                  <a:lnTo>
                    <a:pt x="16" y="505"/>
                  </a:lnTo>
                  <a:cubicBezTo>
                    <a:pt x="16" y="537"/>
                    <a:pt x="37" y="574"/>
                    <a:pt x="16" y="606"/>
                  </a:cubicBezTo>
                  <a:cubicBezTo>
                    <a:pt x="0" y="606"/>
                    <a:pt x="0" y="622"/>
                    <a:pt x="16" y="622"/>
                  </a:cubicBezTo>
                  <a:lnTo>
                    <a:pt x="37" y="622"/>
                  </a:lnTo>
                  <a:cubicBezTo>
                    <a:pt x="53" y="590"/>
                    <a:pt x="53" y="537"/>
                    <a:pt x="53" y="505"/>
                  </a:cubicBezTo>
                  <a:lnTo>
                    <a:pt x="53" y="473"/>
                  </a:lnTo>
                  <a:lnTo>
                    <a:pt x="53" y="287"/>
                  </a:lnTo>
                  <a:cubicBezTo>
                    <a:pt x="53" y="202"/>
                    <a:pt x="53" y="101"/>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3"/>
            <p:cNvSpPr/>
            <p:nvPr/>
          </p:nvSpPr>
          <p:spPr>
            <a:xfrm>
              <a:off x="889881" y="2438723"/>
              <a:ext cx="5364" cy="58701"/>
            </a:xfrm>
            <a:custGeom>
              <a:rect b="b" l="l" r="r" t="t"/>
              <a:pathLst>
                <a:path extrusionOk="0" h="591" w="54">
                  <a:moveTo>
                    <a:pt x="17" y="1"/>
                  </a:moveTo>
                  <a:cubicBezTo>
                    <a:pt x="17" y="17"/>
                    <a:pt x="1" y="17"/>
                    <a:pt x="1" y="17"/>
                  </a:cubicBezTo>
                  <a:cubicBezTo>
                    <a:pt x="17" y="138"/>
                    <a:pt x="17" y="255"/>
                    <a:pt x="17" y="372"/>
                  </a:cubicBezTo>
                  <a:lnTo>
                    <a:pt x="17" y="574"/>
                  </a:lnTo>
                  <a:cubicBezTo>
                    <a:pt x="17" y="590"/>
                    <a:pt x="33" y="590"/>
                    <a:pt x="33" y="590"/>
                  </a:cubicBezTo>
                  <a:cubicBezTo>
                    <a:pt x="33" y="590"/>
                    <a:pt x="53" y="590"/>
                    <a:pt x="53" y="574"/>
                  </a:cubicBezTo>
                  <a:lnTo>
                    <a:pt x="53" y="372"/>
                  </a:lnTo>
                  <a:cubicBezTo>
                    <a:pt x="53" y="255"/>
                    <a:pt x="53" y="138"/>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3"/>
            <p:cNvSpPr/>
            <p:nvPr/>
          </p:nvSpPr>
          <p:spPr>
            <a:xfrm>
              <a:off x="1523475" y="1582839"/>
              <a:ext cx="200736" cy="443089"/>
            </a:xfrm>
            <a:custGeom>
              <a:rect b="b" l="l" r="r" t="t"/>
              <a:pathLst>
                <a:path extrusionOk="0" h="4461" w="2021">
                  <a:moveTo>
                    <a:pt x="0" y="1"/>
                  </a:moveTo>
                  <a:cubicBezTo>
                    <a:pt x="0" y="134"/>
                    <a:pt x="69" y="219"/>
                    <a:pt x="117" y="304"/>
                  </a:cubicBezTo>
                  <a:cubicBezTo>
                    <a:pt x="154" y="336"/>
                    <a:pt x="170" y="352"/>
                    <a:pt x="186" y="389"/>
                  </a:cubicBezTo>
                  <a:cubicBezTo>
                    <a:pt x="723" y="1281"/>
                    <a:pt x="1265" y="2170"/>
                    <a:pt x="1802" y="3031"/>
                  </a:cubicBezTo>
                  <a:lnTo>
                    <a:pt x="1935" y="3265"/>
                  </a:lnTo>
                  <a:cubicBezTo>
                    <a:pt x="1972" y="3334"/>
                    <a:pt x="1988" y="3382"/>
                    <a:pt x="1988" y="3435"/>
                  </a:cubicBezTo>
                  <a:lnTo>
                    <a:pt x="1988" y="4311"/>
                  </a:lnTo>
                  <a:cubicBezTo>
                    <a:pt x="1988" y="4360"/>
                    <a:pt x="1988" y="4412"/>
                    <a:pt x="1955" y="4445"/>
                  </a:cubicBezTo>
                  <a:lnTo>
                    <a:pt x="1955" y="4461"/>
                  </a:lnTo>
                  <a:lnTo>
                    <a:pt x="1972" y="4461"/>
                  </a:lnTo>
                  <a:cubicBezTo>
                    <a:pt x="2004" y="4412"/>
                    <a:pt x="2020" y="4360"/>
                    <a:pt x="2020" y="4311"/>
                  </a:cubicBezTo>
                  <a:lnTo>
                    <a:pt x="2020" y="3435"/>
                  </a:lnTo>
                  <a:cubicBezTo>
                    <a:pt x="2020" y="3366"/>
                    <a:pt x="2004" y="3317"/>
                    <a:pt x="1972" y="3249"/>
                  </a:cubicBezTo>
                  <a:lnTo>
                    <a:pt x="1818" y="3015"/>
                  </a:lnTo>
                  <a:cubicBezTo>
                    <a:pt x="1281" y="2154"/>
                    <a:pt x="744" y="1261"/>
                    <a:pt x="202" y="373"/>
                  </a:cubicBezTo>
                  <a:cubicBezTo>
                    <a:pt x="186" y="336"/>
                    <a:pt x="170" y="320"/>
                    <a:pt x="154" y="288"/>
                  </a:cubicBezTo>
                  <a:cubicBezTo>
                    <a:pt x="85" y="203"/>
                    <a:pt x="16" y="118"/>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3"/>
            <p:cNvSpPr/>
            <p:nvPr/>
          </p:nvSpPr>
          <p:spPr>
            <a:xfrm>
              <a:off x="702554" y="2527420"/>
              <a:ext cx="5264" cy="85519"/>
            </a:xfrm>
            <a:custGeom>
              <a:rect b="b" l="l" r="r" t="t"/>
              <a:pathLst>
                <a:path extrusionOk="0" h="861" w="53">
                  <a:moveTo>
                    <a:pt x="20" y="0"/>
                  </a:moveTo>
                  <a:cubicBezTo>
                    <a:pt x="0" y="0"/>
                    <a:pt x="0" y="16"/>
                    <a:pt x="0" y="16"/>
                  </a:cubicBezTo>
                  <a:cubicBezTo>
                    <a:pt x="20" y="154"/>
                    <a:pt x="20" y="303"/>
                    <a:pt x="20" y="437"/>
                  </a:cubicBezTo>
                  <a:lnTo>
                    <a:pt x="20" y="691"/>
                  </a:lnTo>
                  <a:lnTo>
                    <a:pt x="20" y="792"/>
                  </a:lnTo>
                  <a:cubicBezTo>
                    <a:pt x="20" y="808"/>
                    <a:pt x="36" y="824"/>
                    <a:pt x="36" y="841"/>
                  </a:cubicBezTo>
                  <a:lnTo>
                    <a:pt x="36" y="861"/>
                  </a:lnTo>
                  <a:cubicBezTo>
                    <a:pt x="53" y="861"/>
                    <a:pt x="53" y="861"/>
                    <a:pt x="53" y="841"/>
                  </a:cubicBezTo>
                  <a:lnTo>
                    <a:pt x="53" y="792"/>
                  </a:lnTo>
                  <a:cubicBezTo>
                    <a:pt x="53" y="760"/>
                    <a:pt x="36" y="723"/>
                    <a:pt x="36" y="691"/>
                  </a:cubicBezTo>
                  <a:lnTo>
                    <a:pt x="36" y="437"/>
                  </a:lnTo>
                  <a:cubicBezTo>
                    <a:pt x="53" y="303"/>
                    <a:pt x="53" y="154"/>
                    <a:pt x="36" y="16"/>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3"/>
            <p:cNvSpPr/>
            <p:nvPr/>
          </p:nvSpPr>
          <p:spPr>
            <a:xfrm>
              <a:off x="1246160" y="3416975"/>
              <a:ext cx="257351" cy="197061"/>
            </a:xfrm>
            <a:custGeom>
              <a:rect b="b" l="l" r="r" t="t"/>
              <a:pathLst>
                <a:path extrusionOk="0" h="1984" w="2591">
                  <a:moveTo>
                    <a:pt x="1665" y="0"/>
                  </a:moveTo>
                  <a:lnTo>
                    <a:pt x="17" y="489"/>
                  </a:lnTo>
                  <a:lnTo>
                    <a:pt x="1" y="489"/>
                  </a:lnTo>
                  <a:lnTo>
                    <a:pt x="1" y="942"/>
                  </a:lnTo>
                  <a:cubicBezTo>
                    <a:pt x="1" y="1176"/>
                    <a:pt x="1" y="1414"/>
                    <a:pt x="17" y="1648"/>
                  </a:cubicBezTo>
                  <a:lnTo>
                    <a:pt x="33" y="1648"/>
                  </a:lnTo>
                  <a:cubicBezTo>
                    <a:pt x="17" y="1414"/>
                    <a:pt x="17" y="1176"/>
                    <a:pt x="33" y="942"/>
                  </a:cubicBezTo>
                  <a:lnTo>
                    <a:pt x="33" y="505"/>
                  </a:lnTo>
                  <a:lnTo>
                    <a:pt x="1665" y="16"/>
                  </a:lnTo>
                  <a:cubicBezTo>
                    <a:pt x="1681" y="49"/>
                    <a:pt x="1665" y="65"/>
                    <a:pt x="1665" y="85"/>
                  </a:cubicBezTo>
                  <a:cubicBezTo>
                    <a:pt x="1649" y="117"/>
                    <a:pt x="1633" y="134"/>
                    <a:pt x="1649" y="166"/>
                  </a:cubicBezTo>
                  <a:cubicBezTo>
                    <a:pt x="1799" y="267"/>
                    <a:pt x="1952" y="404"/>
                    <a:pt x="2085" y="521"/>
                  </a:cubicBezTo>
                  <a:cubicBezTo>
                    <a:pt x="2122" y="570"/>
                    <a:pt x="2170" y="606"/>
                    <a:pt x="2223" y="655"/>
                  </a:cubicBezTo>
                  <a:cubicBezTo>
                    <a:pt x="2255" y="691"/>
                    <a:pt x="2271" y="723"/>
                    <a:pt x="2271" y="772"/>
                  </a:cubicBezTo>
                  <a:cubicBezTo>
                    <a:pt x="2255" y="909"/>
                    <a:pt x="2255" y="1043"/>
                    <a:pt x="2255" y="1176"/>
                  </a:cubicBezTo>
                  <a:lnTo>
                    <a:pt x="2255" y="1515"/>
                  </a:lnTo>
                  <a:cubicBezTo>
                    <a:pt x="2239" y="1632"/>
                    <a:pt x="2271" y="1681"/>
                    <a:pt x="2356" y="1749"/>
                  </a:cubicBezTo>
                  <a:cubicBezTo>
                    <a:pt x="2372" y="1766"/>
                    <a:pt x="2404" y="1782"/>
                    <a:pt x="2425" y="1802"/>
                  </a:cubicBezTo>
                  <a:cubicBezTo>
                    <a:pt x="2489" y="1834"/>
                    <a:pt x="2558" y="1883"/>
                    <a:pt x="2574" y="1968"/>
                  </a:cubicBezTo>
                  <a:lnTo>
                    <a:pt x="2574" y="1984"/>
                  </a:lnTo>
                  <a:cubicBezTo>
                    <a:pt x="2590" y="1984"/>
                    <a:pt x="2590" y="1968"/>
                    <a:pt x="2590" y="1968"/>
                  </a:cubicBezTo>
                  <a:cubicBezTo>
                    <a:pt x="2574" y="1867"/>
                    <a:pt x="2505" y="1818"/>
                    <a:pt x="2441" y="1766"/>
                  </a:cubicBezTo>
                  <a:cubicBezTo>
                    <a:pt x="2404" y="1766"/>
                    <a:pt x="2388" y="1749"/>
                    <a:pt x="2372" y="1733"/>
                  </a:cubicBezTo>
                  <a:cubicBezTo>
                    <a:pt x="2287" y="1665"/>
                    <a:pt x="2271" y="1616"/>
                    <a:pt x="2271" y="1531"/>
                  </a:cubicBezTo>
                  <a:cubicBezTo>
                    <a:pt x="2287" y="1414"/>
                    <a:pt x="2287" y="1277"/>
                    <a:pt x="2287" y="1176"/>
                  </a:cubicBezTo>
                  <a:cubicBezTo>
                    <a:pt x="2287" y="1043"/>
                    <a:pt x="2287" y="909"/>
                    <a:pt x="2303" y="772"/>
                  </a:cubicBezTo>
                  <a:cubicBezTo>
                    <a:pt x="2303" y="723"/>
                    <a:pt x="2287" y="671"/>
                    <a:pt x="2239" y="639"/>
                  </a:cubicBezTo>
                  <a:cubicBezTo>
                    <a:pt x="2186" y="590"/>
                    <a:pt x="2138" y="554"/>
                    <a:pt x="2101" y="505"/>
                  </a:cubicBezTo>
                  <a:cubicBezTo>
                    <a:pt x="1968" y="388"/>
                    <a:pt x="1835" y="251"/>
                    <a:pt x="1665" y="150"/>
                  </a:cubicBezTo>
                  <a:cubicBezTo>
                    <a:pt x="1665" y="134"/>
                    <a:pt x="1665" y="117"/>
                    <a:pt x="1681" y="101"/>
                  </a:cubicBezTo>
                  <a:cubicBezTo>
                    <a:pt x="1698" y="85"/>
                    <a:pt x="1718" y="49"/>
                    <a:pt x="1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3"/>
            <p:cNvSpPr/>
            <p:nvPr/>
          </p:nvSpPr>
          <p:spPr>
            <a:xfrm>
              <a:off x="1289565" y="1711664"/>
              <a:ext cx="8443" cy="95253"/>
            </a:xfrm>
            <a:custGeom>
              <a:rect b="b" l="l" r="r" t="t"/>
              <a:pathLst>
                <a:path extrusionOk="0" h="959" w="85">
                  <a:moveTo>
                    <a:pt x="49" y="1"/>
                  </a:moveTo>
                  <a:cubicBezTo>
                    <a:pt x="16" y="287"/>
                    <a:pt x="0" y="623"/>
                    <a:pt x="49" y="958"/>
                  </a:cubicBezTo>
                  <a:lnTo>
                    <a:pt x="69" y="958"/>
                  </a:lnTo>
                  <a:cubicBezTo>
                    <a:pt x="69" y="958"/>
                    <a:pt x="85" y="958"/>
                    <a:pt x="85" y="942"/>
                  </a:cubicBezTo>
                  <a:cubicBezTo>
                    <a:pt x="16" y="623"/>
                    <a:pt x="49" y="287"/>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3"/>
            <p:cNvSpPr/>
            <p:nvPr/>
          </p:nvSpPr>
          <p:spPr>
            <a:xfrm>
              <a:off x="1765828" y="2207991"/>
              <a:ext cx="5264" cy="55523"/>
            </a:xfrm>
            <a:custGeom>
              <a:rect b="b" l="l" r="r" t="t"/>
              <a:pathLst>
                <a:path extrusionOk="0" h="559" w="53">
                  <a:moveTo>
                    <a:pt x="37" y="1"/>
                  </a:moveTo>
                  <a:lnTo>
                    <a:pt x="20" y="17"/>
                  </a:lnTo>
                  <a:cubicBezTo>
                    <a:pt x="0" y="138"/>
                    <a:pt x="0" y="239"/>
                    <a:pt x="20" y="356"/>
                  </a:cubicBezTo>
                  <a:lnTo>
                    <a:pt x="20" y="542"/>
                  </a:lnTo>
                  <a:cubicBezTo>
                    <a:pt x="0" y="558"/>
                    <a:pt x="20" y="558"/>
                    <a:pt x="20" y="558"/>
                  </a:cubicBezTo>
                  <a:lnTo>
                    <a:pt x="37" y="558"/>
                  </a:lnTo>
                  <a:lnTo>
                    <a:pt x="37" y="356"/>
                  </a:lnTo>
                  <a:cubicBezTo>
                    <a:pt x="37" y="239"/>
                    <a:pt x="37" y="138"/>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3"/>
            <p:cNvSpPr/>
            <p:nvPr/>
          </p:nvSpPr>
          <p:spPr>
            <a:xfrm>
              <a:off x="1520197" y="3027323"/>
              <a:ext cx="199147" cy="291022"/>
            </a:xfrm>
            <a:custGeom>
              <a:rect b="b" l="l" r="r" t="t"/>
              <a:pathLst>
                <a:path extrusionOk="0" h="2930" w="2005">
                  <a:moveTo>
                    <a:pt x="49" y="1"/>
                  </a:moveTo>
                  <a:cubicBezTo>
                    <a:pt x="17" y="33"/>
                    <a:pt x="17" y="69"/>
                    <a:pt x="17" y="102"/>
                  </a:cubicBezTo>
                  <a:lnTo>
                    <a:pt x="17" y="288"/>
                  </a:lnTo>
                  <a:lnTo>
                    <a:pt x="17" y="453"/>
                  </a:lnTo>
                  <a:cubicBezTo>
                    <a:pt x="1" y="591"/>
                    <a:pt x="1" y="724"/>
                    <a:pt x="33" y="841"/>
                  </a:cubicBezTo>
                  <a:cubicBezTo>
                    <a:pt x="86" y="958"/>
                    <a:pt x="203" y="1059"/>
                    <a:pt x="304" y="1160"/>
                  </a:cubicBezTo>
                  <a:cubicBezTo>
                    <a:pt x="352" y="1196"/>
                    <a:pt x="389" y="1245"/>
                    <a:pt x="437" y="1281"/>
                  </a:cubicBezTo>
                  <a:cubicBezTo>
                    <a:pt x="724" y="1584"/>
                    <a:pt x="1027" y="1903"/>
                    <a:pt x="1330" y="2206"/>
                  </a:cubicBezTo>
                  <a:lnTo>
                    <a:pt x="1665" y="2542"/>
                  </a:lnTo>
                  <a:cubicBezTo>
                    <a:pt x="1686" y="2574"/>
                    <a:pt x="1718" y="2610"/>
                    <a:pt x="1750" y="2627"/>
                  </a:cubicBezTo>
                  <a:cubicBezTo>
                    <a:pt x="1851" y="2728"/>
                    <a:pt x="1936" y="2796"/>
                    <a:pt x="1968" y="2930"/>
                  </a:cubicBezTo>
                  <a:lnTo>
                    <a:pt x="1988" y="2930"/>
                  </a:lnTo>
                  <a:cubicBezTo>
                    <a:pt x="1988" y="2930"/>
                    <a:pt x="2005" y="2930"/>
                    <a:pt x="2005" y="2913"/>
                  </a:cubicBezTo>
                  <a:cubicBezTo>
                    <a:pt x="1952" y="2776"/>
                    <a:pt x="1851" y="2695"/>
                    <a:pt x="1766" y="2610"/>
                  </a:cubicBezTo>
                  <a:cubicBezTo>
                    <a:pt x="1734" y="2594"/>
                    <a:pt x="1718" y="2558"/>
                    <a:pt x="1686" y="2526"/>
                  </a:cubicBezTo>
                  <a:lnTo>
                    <a:pt x="1346" y="2190"/>
                  </a:lnTo>
                  <a:cubicBezTo>
                    <a:pt x="1043" y="1887"/>
                    <a:pt x="756" y="1564"/>
                    <a:pt x="453" y="1261"/>
                  </a:cubicBezTo>
                  <a:cubicBezTo>
                    <a:pt x="421" y="1213"/>
                    <a:pt x="373" y="1180"/>
                    <a:pt x="320" y="1144"/>
                  </a:cubicBezTo>
                  <a:cubicBezTo>
                    <a:pt x="219" y="1043"/>
                    <a:pt x="118" y="942"/>
                    <a:pt x="70" y="825"/>
                  </a:cubicBezTo>
                  <a:cubicBezTo>
                    <a:pt x="17" y="724"/>
                    <a:pt x="33" y="591"/>
                    <a:pt x="33" y="453"/>
                  </a:cubicBezTo>
                  <a:cubicBezTo>
                    <a:pt x="49" y="405"/>
                    <a:pt x="49" y="336"/>
                    <a:pt x="49" y="288"/>
                  </a:cubicBezTo>
                  <a:lnTo>
                    <a:pt x="49" y="102"/>
                  </a:lnTo>
                  <a:cubicBezTo>
                    <a:pt x="49" y="69"/>
                    <a:pt x="49" y="3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3"/>
            <p:cNvSpPr/>
            <p:nvPr/>
          </p:nvSpPr>
          <p:spPr>
            <a:xfrm>
              <a:off x="608990" y="2074399"/>
              <a:ext cx="5364" cy="90386"/>
            </a:xfrm>
            <a:custGeom>
              <a:rect b="b" l="l" r="r" t="t"/>
              <a:pathLst>
                <a:path extrusionOk="0" h="910" w="54">
                  <a:moveTo>
                    <a:pt x="1" y="1"/>
                  </a:moveTo>
                  <a:lnTo>
                    <a:pt x="1" y="17"/>
                  </a:lnTo>
                  <a:cubicBezTo>
                    <a:pt x="17" y="134"/>
                    <a:pt x="17" y="251"/>
                    <a:pt x="17" y="372"/>
                  </a:cubicBezTo>
                  <a:cubicBezTo>
                    <a:pt x="17" y="453"/>
                    <a:pt x="1" y="538"/>
                    <a:pt x="17" y="606"/>
                  </a:cubicBezTo>
                  <a:lnTo>
                    <a:pt x="17" y="707"/>
                  </a:lnTo>
                  <a:cubicBezTo>
                    <a:pt x="1" y="776"/>
                    <a:pt x="1" y="841"/>
                    <a:pt x="17" y="893"/>
                  </a:cubicBezTo>
                  <a:lnTo>
                    <a:pt x="33" y="909"/>
                  </a:lnTo>
                  <a:cubicBezTo>
                    <a:pt x="53" y="909"/>
                    <a:pt x="53" y="893"/>
                    <a:pt x="53" y="893"/>
                  </a:cubicBezTo>
                  <a:cubicBezTo>
                    <a:pt x="33" y="825"/>
                    <a:pt x="33" y="776"/>
                    <a:pt x="33" y="707"/>
                  </a:cubicBezTo>
                  <a:lnTo>
                    <a:pt x="33" y="606"/>
                  </a:lnTo>
                  <a:lnTo>
                    <a:pt x="33" y="372"/>
                  </a:lnTo>
                  <a:cubicBezTo>
                    <a:pt x="33" y="251"/>
                    <a:pt x="33" y="134"/>
                    <a:pt x="17" y="17"/>
                  </a:cubicBez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3"/>
            <p:cNvSpPr/>
            <p:nvPr/>
          </p:nvSpPr>
          <p:spPr>
            <a:xfrm>
              <a:off x="1254205" y="1746626"/>
              <a:ext cx="159019" cy="83930"/>
            </a:xfrm>
            <a:custGeom>
              <a:rect b="b" l="l" r="r" t="t"/>
              <a:pathLst>
                <a:path extrusionOk="0" h="845" w="1601">
                  <a:moveTo>
                    <a:pt x="1584" y="0"/>
                  </a:moveTo>
                  <a:cubicBezTo>
                    <a:pt x="1467" y="16"/>
                    <a:pt x="1366" y="85"/>
                    <a:pt x="1265" y="137"/>
                  </a:cubicBezTo>
                  <a:cubicBezTo>
                    <a:pt x="1233" y="170"/>
                    <a:pt x="1180" y="186"/>
                    <a:pt x="1148" y="218"/>
                  </a:cubicBezTo>
                  <a:cubicBezTo>
                    <a:pt x="877" y="356"/>
                    <a:pt x="590" y="505"/>
                    <a:pt x="324" y="642"/>
                  </a:cubicBezTo>
                  <a:cubicBezTo>
                    <a:pt x="223" y="707"/>
                    <a:pt x="122" y="760"/>
                    <a:pt x="1" y="824"/>
                  </a:cubicBezTo>
                  <a:lnTo>
                    <a:pt x="1" y="844"/>
                  </a:lnTo>
                  <a:lnTo>
                    <a:pt x="21" y="844"/>
                  </a:lnTo>
                  <a:cubicBezTo>
                    <a:pt x="122" y="776"/>
                    <a:pt x="239" y="723"/>
                    <a:pt x="340" y="675"/>
                  </a:cubicBezTo>
                  <a:cubicBezTo>
                    <a:pt x="607" y="521"/>
                    <a:pt x="877" y="372"/>
                    <a:pt x="1164" y="238"/>
                  </a:cubicBezTo>
                  <a:cubicBezTo>
                    <a:pt x="1196" y="218"/>
                    <a:pt x="1249" y="186"/>
                    <a:pt x="1281" y="170"/>
                  </a:cubicBezTo>
                  <a:cubicBezTo>
                    <a:pt x="1366" y="101"/>
                    <a:pt x="1467" y="53"/>
                    <a:pt x="1584" y="36"/>
                  </a:cubicBezTo>
                  <a:lnTo>
                    <a:pt x="1600" y="16"/>
                  </a:lnTo>
                  <a:lnTo>
                    <a:pt x="15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3"/>
            <p:cNvSpPr/>
            <p:nvPr/>
          </p:nvSpPr>
          <p:spPr>
            <a:xfrm>
              <a:off x="848164" y="3480344"/>
              <a:ext cx="354392" cy="223978"/>
            </a:xfrm>
            <a:custGeom>
              <a:rect b="b" l="l" r="r" t="t"/>
              <a:pathLst>
                <a:path extrusionOk="0" h="2255" w="3568">
                  <a:moveTo>
                    <a:pt x="3568" y="1"/>
                  </a:moveTo>
                  <a:cubicBezTo>
                    <a:pt x="3467" y="1"/>
                    <a:pt x="3382" y="17"/>
                    <a:pt x="3301" y="53"/>
                  </a:cubicBezTo>
                  <a:cubicBezTo>
                    <a:pt x="3281" y="53"/>
                    <a:pt x="3248" y="69"/>
                    <a:pt x="3216" y="85"/>
                  </a:cubicBezTo>
                  <a:cubicBezTo>
                    <a:pt x="2828" y="186"/>
                    <a:pt x="2440" y="304"/>
                    <a:pt x="2053" y="421"/>
                  </a:cubicBezTo>
                  <a:cubicBezTo>
                    <a:pt x="1786" y="505"/>
                    <a:pt x="1515" y="590"/>
                    <a:pt x="1245" y="675"/>
                  </a:cubicBezTo>
                  <a:cubicBezTo>
                    <a:pt x="1079" y="724"/>
                    <a:pt x="893" y="776"/>
                    <a:pt x="724" y="825"/>
                  </a:cubicBezTo>
                  <a:lnTo>
                    <a:pt x="170" y="978"/>
                  </a:lnTo>
                  <a:cubicBezTo>
                    <a:pt x="85" y="1010"/>
                    <a:pt x="1" y="1043"/>
                    <a:pt x="1" y="1164"/>
                  </a:cubicBezTo>
                  <a:cubicBezTo>
                    <a:pt x="17" y="1313"/>
                    <a:pt x="17" y="1447"/>
                    <a:pt x="1" y="1584"/>
                  </a:cubicBezTo>
                  <a:cubicBezTo>
                    <a:pt x="1" y="1802"/>
                    <a:pt x="1" y="2004"/>
                    <a:pt x="17" y="2222"/>
                  </a:cubicBezTo>
                  <a:lnTo>
                    <a:pt x="17" y="2239"/>
                  </a:lnTo>
                  <a:cubicBezTo>
                    <a:pt x="1" y="2255"/>
                    <a:pt x="17" y="2255"/>
                    <a:pt x="17" y="2255"/>
                  </a:cubicBezTo>
                  <a:lnTo>
                    <a:pt x="33" y="2255"/>
                  </a:lnTo>
                  <a:lnTo>
                    <a:pt x="33" y="2239"/>
                  </a:lnTo>
                  <a:cubicBezTo>
                    <a:pt x="49" y="2239"/>
                    <a:pt x="49" y="2239"/>
                    <a:pt x="49" y="2222"/>
                  </a:cubicBezTo>
                  <a:cubicBezTo>
                    <a:pt x="33" y="2004"/>
                    <a:pt x="33" y="1802"/>
                    <a:pt x="33" y="1584"/>
                  </a:cubicBezTo>
                  <a:lnTo>
                    <a:pt x="33" y="1164"/>
                  </a:lnTo>
                  <a:cubicBezTo>
                    <a:pt x="33" y="1063"/>
                    <a:pt x="102" y="1027"/>
                    <a:pt x="170" y="1010"/>
                  </a:cubicBezTo>
                  <a:cubicBezTo>
                    <a:pt x="352" y="962"/>
                    <a:pt x="538" y="893"/>
                    <a:pt x="724" y="841"/>
                  </a:cubicBezTo>
                  <a:cubicBezTo>
                    <a:pt x="893" y="792"/>
                    <a:pt x="1079" y="740"/>
                    <a:pt x="1261" y="691"/>
                  </a:cubicBezTo>
                  <a:cubicBezTo>
                    <a:pt x="1515" y="606"/>
                    <a:pt x="1786" y="538"/>
                    <a:pt x="2053" y="457"/>
                  </a:cubicBezTo>
                  <a:cubicBezTo>
                    <a:pt x="2440" y="336"/>
                    <a:pt x="2844" y="219"/>
                    <a:pt x="3232" y="102"/>
                  </a:cubicBezTo>
                  <a:cubicBezTo>
                    <a:pt x="3248" y="102"/>
                    <a:pt x="3281" y="85"/>
                    <a:pt x="3317" y="69"/>
                  </a:cubicBezTo>
                  <a:cubicBezTo>
                    <a:pt x="3402" y="53"/>
                    <a:pt x="3467" y="17"/>
                    <a:pt x="3568" y="17"/>
                  </a:cubicBezTo>
                  <a:lnTo>
                    <a:pt x="3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3"/>
            <p:cNvSpPr/>
            <p:nvPr/>
          </p:nvSpPr>
          <p:spPr>
            <a:xfrm>
              <a:off x="1416701" y="3540138"/>
              <a:ext cx="53536" cy="37446"/>
            </a:xfrm>
            <a:custGeom>
              <a:rect b="b" l="l" r="r" t="t"/>
              <a:pathLst>
                <a:path extrusionOk="0" h="377" w="539">
                  <a:moveTo>
                    <a:pt x="42" y="0"/>
                  </a:moveTo>
                  <a:cubicBezTo>
                    <a:pt x="34" y="0"/>
                    <a:pt x="26" y="2"/>
                    <a:pt x="17" y="4"/>
                  </a:cubicBezTo>
                  <a:cubicBezTo>
                    <a:pt x="1" y="4"/>
                    <a:pt x="1" y="4"/>
                    <a:pt x="1" y="21"/>
                  </a:cubicBezTo>
                  <a:lnTo>
                    <a:pt x="17" y="21"/>
                  </a:lnTo>
                  <a:cubicBezTo>
                    <a:pt x="49" y="21"/>
                    <a:pt x="82" y="37"/>
                    <a:pt x="118" y="73"/>
                  </a:cubicBezTo>
                  <a:lnTo>
                    <a:pt x="134" y="89"/>
                  </a:lnTo>
                  <a:cubicBezTo>
                    <a:pt x="183" y="122"/>
                    <a:pt x="219" y="158"/>
                    <a:pt x="251" y="190"/>
                  </a:cubicBezTo>
                  <a:cubicBezTo>
                    <a:pt x="336" y="259"/>
                    <a:pt x="421" y="340"/>
                    <a:pt x="522" y="376"/>
                  </a:cubicBezTo>
                  <a:lnTo>
                    <a:pt x="538" y="376"/>
                  </a:lnTo>
                  <a:lnTo>
                    <a:pt x="538" y="360"/>
                  </a:lnTo>
                  <a:cubicBezTo>
                    <a:pt x="437" y="307"/>
                    <a:pt x="352" y="239"/>
                    <a:pt x="267" y="174"/>
                  </a:cubicBezTo>
                  <a:cubicBezTo>
                    <a:pt x="235" y="138"/>
                    <a:pt x="203" y="105"/>
                    <a:pt x="150" y="73"/>
                  </a:cubicBezTo>
                  <a:cubicBezTo>
                    <a:pt x="150" y="57"/>
                    <a:pt x="134" y="57"/>
                    <a:pt x="134" y="57"/>
                  </a:cubicBezTo>
                  <a:cubicBezTo>
                    <a:pt x="108" y="27"/>
                    <a:pt x="78"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3"/>
            <p:cNvSpPr/>
            <p:nvPr/>
          </p:nvSpPr>
          <p:spPr>
            <a:xfrm>
              <a:off x="1670675" y="2550662"/>
              <a:ext cx="6953" cy="62277"/>
            </a:xfrm>
            <a:custGeom>
              <a:rect b="b" l="l" r="r" t="t"/>
              <a:pathLst>
                <a:path extrusionOk="0" h="627" w="70">
                  <a:moveTo>
                    <a:pt x="49" y="1"/>
                  </a:moveTo>
                  <a:cubicBezTo>
                    <a:pt x="49" y="1"/>
                    <a:pt x="33" y="1"/>
                    <a:pt x="33" y="21"/>
                  </a:cubicBezTo>
                  <a:cubicBezTo>
                    <a:pt x="17" y="102"/>
                    <a:pt x="17" y="203"/>
                    <a:pt x="17" y="287"/>
                  </a:cubicBezTo>
                  <a:cubicBezTo>
                    <a:pt x="17" y="340"/>
                    <a:pt x="33" y="405"/>
                    <a:pt x="17" y="457"/>
                  </a:cubicBezTo>
                  <a:lnTo>
                    <a:pt x="17" y="506"/>
                  </a:lnTo>
                  <a:cubicBezTo>
                    <a:pt x="33" y="542"/>
                    <a:pt x="33" y="574"/>
                    <a:pt x="17" y="607"/>
                  </a:cubicBezTo>
                  <a:cubicBezTo>
                    <a:pt x="1" y="607"/>
                    <a:pt x="17" y="627"/>
                    <a:pt x="17" y="627"/>
                  </a:cubicBezTo>
                  <a:lnTo>
                    <a:pt x="33" y="627"/>
                  </a:lnTo>
                  <a:cubicBezTo>
                    <a:pt x="49" y="574"/>
                    <a:pt x="49" y="542"/>
                    <a:pt x="49" y="506"/>
                  </a:cubicBezTo>
                  <a:lnTo>
                    <a:pt x="49" y="457"/>
                  </a:lnTo>
                  <a:lnTo>
                    <a:pt x="49" y="287"/>
                  </a:lnTo>
                  <a:cubicBezTo>
                    <a:pt x="49" y="203"/>
                    <a:pt x="49" y="102"/>
                    <a:pt x="70" y="21"/>
                  </a:cubicBezTo>
                  <a:cubicBezTo>
                    <a:pt x="70" y="2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3"/>
            <p:cNvSpPr/>
            <p:nvPr/>
          </p:nvSpPr>
          <p:spPr>
            <a:xfrm>
              <a:off x="1291154" y="2253382"/>
              <a:ext cx="5264" cy="83532"/>
            </a:xfrm>
            <a:custGeom>
              <a:rect b="b" l="l" r="r" t="t"/>
              <a:pathLst>
                <a:path extrusionOk="0" h="841" w="53">
                  <a:moveTo>
                    <a:pt x="0" y="0"/>
                  </a:moveTo>
                  <a:lnTo>
                    <a:pt x="0" y="16"/>
                  </a:lnTo>
                  <a:cubicBezTo>
                    <a:pt x="16" y="150"/>
                    <a:pt x="16" y="303"/>
                    <a:pt x="0" y="436"/>
                  </a:cubicBezTo>
                  <a:lnTo>
                    <a:pt x="0" y="691"/>
                  </a:lnTo>
                  <a:lnTo>
                    <a:pt x="0" y="723"/>
                  </a:lnTo>
                  <a:cubicBezTo>
                    <a:pt x="0" y="756"/>
                    <a:pt x="0" y="808"/>
                    <a:pt x="16" y="840"/>
                  </a:cubicBezTo>
                  <a:lnTo>
                    <a:pt x="33" y="840"/>
                  </a:lnTo>
                  <a:cubicBezTo>
                    <a:pt x="53" y="840"/>
                    <a:pt x="53" y="840"/>
                    <a:pt x="53" y="824"/>
                  </a:cubicBezTo>
                  <a:cubicBezTo>
                    <a:pt x="33" y="792"/>
                    <a:pt x="33" y="756"/>
                    <a:pt x="33" y="723"/>
                  </a:cubicBezTo>
                  <a:lnTo>
                    <a:pt x="33" y="691"/>
                  </a:lnTo>
                  <a:lnTo>
                    <a:pt x="33" y="436"/>
                  </a:lnTo>
                  <a:cubicBezTo>
                    <a:pt x="33" y="287"/>
                    <a:pt x="33" y="150"/>
                    <a:pt x="16" y="16"/>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3"/>
            <p:cNvSpPr/>
            <p:nvPr/>
          </p:nvSpPr>
          <p:spPr>
            <a:xfrm>
              <a:off x="2080390" y="2978753"/>
              <a:ext cx="8542" cy="50258"/>
            </a:xfrm>
            <a:custGeom>
              <a:rect b="b" l="l" r="r" t="t"/>
              <a:pathLst>
                <a:path extrusionOk="0" h="506" w="86">
                  <a:moveTo>
                    <a:pt x="85" y="1"/>
                  </a:moveTo>
                  <a:cubicBezTo>
                    <a:pt x="65" y="1"/>
                    <a:pt x="65" y="1"/>
                    <a:pt x="65" y="17"/>
                  </a:cubicBezTo>
                  <a:cubicBezTo>
                    <a:pt x="17" y="70"/>
                    <a:pt x="33" y="134"/>
                    <a:pt x="33" y="203"/>
                  </a:cubicBezTo>
                  <a:lnTo>
                    <a:pt x="33" y="304"/>
                  </a:lnTo>
                  <a:lnTo>
                    <a:pt x="33" y="356"/>
                  </a:lnTo>
                  <a:cubicBezTo>
                    <a:pt x="33" y="405"/>
                    <a:pt x="33" y="457"/>
                    <a:pt x="0" y="490"/>
                  </a:cubicBezTo>
                  <a:cubicBezTo>
                    <a:pt x="0" y="490"/>
                    <a:pt x="0" y="506"/>
                    <a:pt x="17" y="506"/>
                  </a:cubicBezTo>
                  <a:lnTo>
                    <a:pt x="33" y="506"/>
                  </a:lnTo>
                  <a:cubicBezTo>
                    <a:pt x="49" y="457"/>
                    <a:pt x="49" y="405"/>
                    <a:pt x="49" y="356"/>
                  </a:cubicBezTo>
                  <a:cubicBezTo>
                    <a:pt x="49" y="336"/>
                    <a:pt x="49" y="320"/>
                    <a:pt x="65" y="304"/>
                  </a:cubicBezTo>
                  <a:cubicBezTo>
                    <a:pt x="65" y="272"/>
                    <a:pt x="65" y="235"/>
                    <a:pt x="49" y="203"/>
                  </a:cubicBezTo>
                  <a:cubicBezTo>
                    <a:pt x="49" y="134"/>
                    <a:pt x="49" y="86"/>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3"/>
            <p:cNvSpPr/>
            <p:nvPr/>
          </p:nvSpPr>
          <p:spPr>
            <a:xfrm>
              <a:off x="1180804" y="3677008"/>
              <a:ext cx="3278" cy="57410"/>
            </a:xfrm>
            <a:custGeom>
              <a:rect b="b" l="l" r="r" t="t"/>
              <a:pathLst>
                <a:path extrusionOk="0" h="578" w="33">
                  <a:moveTo>
                    <a:pt x="12" y="1"/>
                  </a:moveTo>
                  <a:cubicBezTo>
                    <a:pt x="9" y="1"/>
                    <a:pt x="6" y="3"/>
                    <a:pt x="0" y="8"/>
                  </a:cubicBezTo>
                  <a:cubicBezTo>
                    <a:pt x="17" y="125"/>
                    <a:pt x="17" y="242"/>
                    <a:pt x="17" y="360"/>
                  </a:cubicBezTo>
                  <a:cubicBezTo>
                    <a:pt x="0" y="428"/>
                    <a:pt x="0" y="497"/>
                    <a:pt x="17" y="561"/>
                  </a:cubicBezTo>
                  <a:lnTo>
                    <a:pt x="17" y="578"/>
                  </a:lnTo>
                  <a:cubicBezTo>
                    <a:pt x="33" y="578"/>
                    <a:pt x="33" y="578"/>
                    <a:pt x="33" y="561"/>
                  </a:cubicBezTo>
                  <a:lnTo>
                    <a:pt x="33" y="360"/>
                  </a:lnTo>
                  <a:cubicBezTo>
                    <a:pt x="33" y="242"/>
                    <a:pt x="33" y="12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3"/>
            <p:cNvSpPr/>
            <p:nvPr/>
          </p:nvSpPr>
          <p:spPr>
            <a:xfrm>
              <a:off x="1287876" y="2948657"/>
              <a:ext cx="4966" cy="97239"/>
            </a:xfrm>
            <a:custGeom>
              <a:rect b="b" l="l" r="r" t="t"/>
              <a:pathLst>
                <a:path extrusionOk="0" h="979" w="50">
                  <a:moveTo>
                    <a:pt x="17" y="1"/>
                  </a:moveTo>
                  <a:lnTo>
                    <a:pt x="1" y="17"/>
                  </a:lnTo>
                  <a:cubicBezTo>
                    <a:pt x="17" y="134"/>
                    <a:pt x="17" y="272"/>
                    <a:pt x="17" y="389"/>
                  </a:cubicBezTo>
                  <a:lnTo>
                    <a:pt x="17" y="575"/>
                  </a:lnTo>
                  <a:lnTo>
                    <a:pt x="17" y="841"/>
                  </a:lnTo>
                  <a:lnTo>
                    <a:pt x="17" y="962"/>
                  </a:lnTo>
                  <a:cubicBezTo>
                    <a:pt x="17" y="979"/>
                    <a:pt x="17" y="979"/>
                    <a:pt x="33" y="979"/>
                  </a:cubicBezTo>
                  <a:lnTo>
                    <a:pt x="33" y="962"/>
                  </a:lnTo>
                  <a:lnTo>
                    <a:pt x="33" y="841"/>
                  </a:lnTo>
                  <a:lnTo>
                    <a:pt x="33" y="575"/>
                  </a:lnTo>
                  <a:lnTo>
                    <a:pt x="33" y="389"/>
                  </a:lnTo>
                  <a:cubicBezTo>
                    <a:pt x="49" y="272"/>
                    <a:pt x="49" y="134"/>
                    <a:pt x="33" y="17"/>
                  </a:cubicBezTo>
                  <a:cubicBezTo>
                    <a:pt x="17" y="17"/>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3"/>
            <p:cNvSpPr/>
            <p:nvPr/>
          </p:nvSpPr>
          <p:spPr>
            <a:xfrm>
              <a:off x="2010167" y="3553745"/>
              <a:ext cx="4867" cy="55523"/>
            </a:xfrm>
            <a:custGeom>
              <a:rect b="b" l="l" r="r" t="t"/>
              <a:pathLst>
                <a:path extrusionOk="0" h="559" w="49">
                  <a:moveTo>
                    <a:pt x="33" y="1"/>
                  </a:moveTo>
                  <a:cubicBezTo>
                    <a:pt x="33" y="1"/>
                    <a:pt x="33" y="21"/>
                    <a:pt x="17" y="21"/>
                  </a:cubicBezTo>
                  <a:cubicBezTo>
                    <a:pt x="0" y="102"/>
                    <a:pt x="0" y="187"/>
                    <a:pt x="17" y="288"/>
                  </a:cubicBezTo>
                  <a:cubicBezTo>
                    <a:pt x="17" y="372"/>
                    <a:pt x="17" y="457"/>
                    <a:pt x="0" y="542"/>
                  </a:cubicBezTo>
                  <a:lnTo>
                    <a:pt x="0" y="558"/>
                  </a:lnTo>
                  <a:lnTo>
                    <a:pt x="17" y="558"/>
                  </a:lnTo>
                  <a:lnTo>
                    <a:pt x="17" y="542"/>
                  </a:lnTo>
                  <a:cubicBezTo>
                    <a:pt x="49" y="457"/>
                    <a:pt x="33" y="372"/>
                    <a:pt x="33" y="271"/>
                  </a:cubicBezTo>
                  <a:cubicBezTo>
                    <a:pt x="33" y="203"/>
                    <a:pt x="33" y="102"/>
                    <a:pt x="49" y="21"/>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3"/>
            <p:cNvSpPr/>
            <p:nvPr/>
          </p:nvSpPr>
          <p:spPr>
            <a:xfrm>
              <a:off x="1033505" y="2539041"/>
              <a:ext cx="8542" cy="83930"/>
            </a:xfrm>
            <a:custGeom>
              <a:rect b="b" l="l" r="r" t="t"/>
              <a:pathLst>
                <a:path extrusionOk="0" h="845" w="86">
                  <a:moveTo>
                    <a:pt x="21" y="0"/>
                  </a:moveTo>
                  <a:cubicBezTo>
                    <a:pt x="1" y="0"/>
                    <a:pt x="1" y="17"/>
                    <a:pt x="1" y="17"/>
                  </a:cubicBezTo>
                  <a:cubicBezTo>
                    <a:pt x="37" y="53"/>
                    <a:pt x="37" y="101"/>
                    <a:pt x="37" y="154"/>
                  </a:cubicBezTo>
                  <a:lnTo>
                    <a:pt x="37" y="707"/>
                  </a:lnTo>
                  <a:lnTo>
                    <a:pt x="37" y="724"/>
                  </a:lnTo>
                  <a:cubicBezTo>
                    <a:pt x="37" y="760"/>
                    <a:pt x="37" y="808"/>
                    <a:pt x="70" y="845"/>
                  </a:cubicBezTo>
                  <a:lnTo>
                    <a:pt x="86" y="845"/>
                  </a:lnTo>
                  <a:lnTo>
                    <a:pt x="86" y="825"/>
                  </a:lnTo>
                  <a:cubicBezTo>
                    <a:pt x="53" y="792"/>
                    <a:pt x="53" y="760"/>
                    <a:pt x="53" y="724"/>
                  </a:cubicBezTo>
                  <a:lnTo>
                    <a:pt x="53" y="707"/>
                  </a:lnTo>
                  <a:lnTo>
                    <a:pt x="53" y="154"/>
                  </a:lnTo>
                  <a:cubicBezTo>
                    <a:pt x="53" y="101"/>
                    <a:pt x="53" y="5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3"/>
            <p:cNvSpPr/>
            <p:nvPr/>
          </p:nvSpPr>
          <p:spPr>
            <a:xfrm>
              <a:off x="1923059" y="2555926"/>
              <a:ext cx="145809" cy="305822"/>
            </a:xfrm>
            <a:custGeom>
              <a:rect b="b" l="l" r="r" t="t"/>
              <a:pathLst>
                <a:path extrusionOk="0" h="3079" w="1468">
                  <a:moveTo>
                    <a:pt x="17" y="0"/>
                  </a:moveTo>
                  <a:lnTo>
                    <a:pt x="1" y="16"/>
                  </a:lnTo>
                  <a:cubicBezTo>
                    <a:pt x="1" y="117"/>
                    <a:pt x="69" y="186"/>
                    <a:pt x="118" y="251"/>
                  </a:cubicBezTo>
                  <a:cubicBezTo>
                    <a:pt x="134" y="271"/>
                    <a:pt x="134" y="287"/>
                    <a:pt x="154" y="303"/>
                  </a:cubicBezTo>
                  <a:cubicBezTo>
                    <a:pt x="288" y="489"/>
                    <a:pt x="405" y="675"/>
                    <a:pt x="522" y="857"/>
                  </a:cubicBezTo>
                  <a:cubicBezTo>
                    <a:pt x="591" y="958"/>
                    <a:pt x="659" y="1059"/>
                    <a:pt x="724" y="1160"/>
                  </a:cubicBezTo>
                  <a:cubicBezTo>
                    <a:pt x="962" y="1499"/>
                    <a:pt x="1164" y="1818"/>
                    <a:pt x="1382" y="2121"/>
                  </a:cubicBezTo>
                  <a:cubicBezTo>
                    <a:pt x="1415" y="2169"/>
                    <a:pt x="1431" y="2222"/>
                    <a:pt x="1431" y="2307"/>
                  </a:cubicBezTo>
                  <a:lnTo>
                    <a:pt x="1431" y="2541"/>
                  </a:lnTo>
                  <a:cubicBezTo>
                    <a:pt x="1431" y="2711"/>
                    <a:pt x="1415" y="2876"/>
                    <a:pt x="1431" y="3030"/>
                  </a:cubicBezTo>
                  <a:lnTo>
                    <a:pt x="1431" y="3046"/>
                  </a:lnTo>
                  <a:lnTo>
                    <a:pt x="1415" y="3062"/>
                  </a:lnTo>
                  <a:lnTo>
                    <a:pt x="1415" y="3078"/>
                  </a:lnTo>
                  <a:lnTo>
                    <a:pt x="1431" y="3078"/>
                  </a:lnTo>
                  <a:lnTo>
                    <a:pt x="1447" y="3062"/>
                  </a:lnTo>
                  <a:cubicBezTo>
                    <a:pt x="1447" y="3062"/>
                    <a:pt x="1467" y="3046"/>
                    <a:pt x="1467" y="3030"/>
                  </a:cubicBezTo>
                  <a:cubicBezTo>
                    <a:pt x="1447" y="2860"/>
                    <a:pt x="1447" y="2711"/>
                    <a:pt x="1447" y="2541"/>
                  </a:cubicBezTo>
                  <a:lnTo>
                    <a:pt x="1447" y="2307"/>
                  </a:lnTo>
                  <a:cubicBezTo>
                    <a:pt x="1447" y="2222"/>
                    <a:pt x="1431" y="2153"/>
                    <a:pt x="1399" y="2105"/>
                  </a:cubicBezTo>
                  <a:cubicBezTo>
                    <a:pt x="1197" y="1802"/>
                    <a:pt x="978" y="1483"/>
                    <a:pt x="740" y="1143"/>
                  </a:cubicBezTo>
                  <a:cubicBezTo>
                    <a:pt x="675" y="1042"/>
                    <a:pt x="623" y="941"/>
                    <a:pt x="558" y="840"/>
                  </a:cubicBezTo>
                  <a:cubicBezTo>
                    <a:pt x="421" y="675"/>
                    <a:pt x="304" y="473"/>
                    <a:pt x="187" y="303"/>
                  </a:cubicBezTo>
                  <a:cubicBezTo>
                    <a:pt x="170" y="271"/>
                    <a:pt x="154" y="251"/>
                    <a:pt x="134" y="234"/>
                  </a:cubicBezTo>
                  <a:cubicBezTo>
                    <a:pt x="86" y="170"/>
                    <a:pt x="33" y="101"/>
                    <a:pt x="33" y="16"/>
                  </a:cubicBezTo>
                  <a:cubicBezTo>
                    <a:pt x="33" y="16"/>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3"/>
            <p:cNvSpPr/>
            <p:nvPr/>
          </p:nvSpPr>
          <p:spPr>
            <a:xfrm>
              <a:off x="2095190" y="3522061"/>
              <a:ext cx="5364" cy="48669"/>
            </a:xfrm>
            <a:custGeom>
              <a:rect b="b" l="l" r="r" t="t"/>
              <a:pathLst>
                <a:path extrusionOk="0" h="490" w="54">
                  <a:moveTo>
                    <a:pt x="53" y="1"/>
                  </a:moveTo>
                  <a:cubicBezTo>
                    <a:pt x="37" y="1"/>
                    <a:pt x="37" y="1"/>
                    <a:pt x="37" y="17"/>
                  </a:cubicBezTo>
                  <a:cubicBezTo>
                    <a:pt x="17" y="85"/>
                    <a:pt x="17" y="170"/>
                    <a:pt x="17" y="255"/>
                  </a:cubicBezTo>
                  <a:cubicBezTo>
                    <a:pt x="17" y="320"/>
                    <a:pt x="17" y="405"/>
                    <a:pt x="1" y="473"/>
                  </a:cubicBezTo>
                  <a:cubicBezTo>
                    <a:pt x="1" y="489"/>
                    <a:pt x="1" y="489"/>
                    <a:pt x="17" y="489"/>
                  </a:cubicBezTo>
                  <a:lnTo>
                    <a:pt x="37" y="473"/>
                  </a:lnTo>
                  <a:cubicBezTo>
                    <a:pt x="53" y="405"/>
                    <a:pt x="53" y="320"/>
                    <a:pt x="53" y="255"/>
                  </a:cubicBezTo>
                  <a:cubicBezTo>
                    <a:pt x="37" y="170"/>
                    <a:pt x="37" y="102"/>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3"/>
            <p:cNvSpPr/>
            <p:nvPr/>
          </p:nvSpPr>
          <p:spPr>
            <a:xfrm>
              <a:off x="1408258" y="2731235"/>
              <a:ext cx="6555" cy="90386"/>
            </a:xfrm>
            <a:custGeom>
              <a:rect b="b" l="l" r="r" t="t"/>
              <a:pathLst>
                <a:path extrusionOk="0" h="910" w="66">
                  <a:moveTo>
                    <a:pt x="66" y="0"/>
                  </a:moveTo>
                  <a:cubicBezTo>
                    <a:pt x="49" y="0"/>
                    <a:pt x="49" y="21"/>
                    <a:pt x="49" y="21"/>
                  </a:cubicBezTo>
                  <a:cubicBezTo>
                    <a:pt x="17" y="170"/>
                    <a:pt x="33" y="324"/>
                    <a:pt x="33" y="473"/>
                  </a:cubicBezTo>
                  <a:lnTo>
                    <a:pt x="33" y="728"/>
                  </a:lnTo>
                  <a:lnTo>
                    <a:pt x="33" y="744"/>
                  </a:lnTo>
                  <a:cubicBezTo>
                    <a:pt x="33" y="792"/>
                    <a:pt x="33" y="845"/>
                    <a:pt x="1" y="893"/>
                  </a:cubicBezTo>
                  <a:cubicBezTo>
                    <a:pt x="1" y="893"/>
                    <a:pt x="1" y="909"/>
                    <a:pt x="17" y="909"/>
                  </a:cubicBezTo>
                  <a:lnTo>
                    <a:pt x="33" y="909"/>
                  </a:lnTo>
                  <a:cubicBezTo>
                    <a:pt x="49" y="861"/>
                    <a:pt x="49" y="808"/>
                    <a:pt x="49" y="744"/>
                  </a:cubicBezTo>
                  <a:lnTo>
                    <a:pt x="49" y="728"/>
                  </a:lnTo>
                  <a:cubicBezTo>
                    <a:pt x="66" y="643"/>
                    <a:pt x="49" y="558"/>
                    <a:pt x="49" y="473"/>
                  </a:cubicBezTo>
                  <a:cubicBezTo>
                    <a:pt x="49" y="324"/>
                    <a:pt x="49" y="170"/>
                    <a:pt x="66" y="21"/>
                  </a:cubicBezTo>
                  <a:lnTo>
                    <a:pt x="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3"/>
            <p:cNvSpPr/>
            <p:nvPr/>
          </p:nvSpPr>
          <p:spPr>
            <a:xfrm>
              <a:off x="1247848" y="2874561"/>
              <a:ext cx="168952" cy="191399"/>
            </a:xfrm>
            <a:custGeom>
              <a:rect b="b" l="l" r="r" t="t"/>
              <a:pathLst>
                <a:path extrusionOk="0" h="1927" w="1701">
                  <a:moveTo>
                    <a:pt x="1686" y="1"/>
                  </a:moveTo>
                  <a:cubicBezTo>
                    <a:pt x="1683" y="1"/>
                    <a:pt x="1681" y="2"/>
                    <a:pt x="1681" y="8"/>
                  </a:cubicBezTo>
                  <a:cubicBezTo>
                    <a:pt x="1479" y="93"/>
                    <a:pt x="1277" y="173"/>
                    <a:pt x="1075" y="242"/>
                  </a:cubicBezTo>
                  <a:cubicBezTo>
                    <a:pt x="974" y="274"/>
                    <a:pt x="873" y="311"/>
                    <a:pt x="772" y="343"/>
                  </a:cubicBezTo>
                  <a:cubicBezTo>
                    <a:pt x="570" y="428"/>
                    <a:pt x="351" y="513"/>
                    <a:pt x="117" y="597"/>
                  </a:cubicBezTo>
                  <a:cubicBezTo>
                    <a:pt x="32" y="614"/>
                    <a:pt x="0" y="662"/>
                    <a:pt x="16" y="763"/>
                  </a:cubicBezTo>
                  <a:lnTo>
                    <a:pt x="16" y="1183"/>
                  </a:lnTo>
                  <a:cubicBezTo>
                    <a:pt x="0" y="1405"/>
                    <a:pt x="0" y="1624"/>
                    <a:pt x="32" y="1858"/>
                  </a:cubicBezTo>
                  <a:cubicBezTo>
                    <a:pt x="32" y="1858"/>
                    <a:pt x="32" y="1874"/>
                    <a:pt x="16" y="1890"/>
                  </a:cubicBezTo>
                  <a:lnTo>
                    <a:pt x="0" y="1910"/>
                  </a:lnTo>
                  <a:lnTo>
                    <a:pt x="0" y="1927"/>
                  </a:lnTo>
                  <a:lnTo>
                    <a:pt x="16" y="1927"/>
                  </a:lnTo>
                  <a:lnTo>
                    <a:pt x="32" y="1910"/>
                  </a:lnTo>
                  <a:cubicBezTo>
                    <a:pt x="49" y="1890"/>
                    <a:pt x="65" y="1874"/>
                    <a:pt x="65" y="1842"/>
                  </a:cubicBezTo>
                  <a:cubicBezTo>
                    <a:pt x="32" y="1624"/>
                    <a:pt x="32" y="1405"/>
                    <a:pt x="32" y="1183"/>
                  </a:cubicBezTo>
                  <a:cubicBezTo>
                    <a:pt x="32" y="1050"/>
                    <a:pt x="49" y="900"/>
                    <a:pt x="32" y="747"/>
                  </a:cubicBezTo>
                  <a:cubicBezTo>
                    <a:pt x="32" y="678"/>
                    <a:pt x="49" y="646"/>
                    <a:pt x="117" y="614"/>
                  </a:cubicBezTo>
                  <a:cubicBezTo>
                    <a:pt x="368" y="529"/>
                    <a:pt x="590" y="460"/>
                    <a:pt x="792" y="375"/>
                  </a:cubicBezTo>
                  <a:cubicBezTo>
                    <a:pt x="873" y="343"/>
                    <a:pt x="974" y="311"/>
                    <a:pt x="1075" y="258"/>
                  </a:cubicBezTo>
                  <a:cubicBezTo>
                    <a:pt x="1277" y="194"/>
                    <a:pt x="1499" y="109"/>
                    <a:pt x="1701" y="24"/>
                  </a:cubicBezTo>
                  <a:lnTo>
                    <a:pt x="1701" y="8"/>
                  </a:lnTo>
                  <a:cubicBezTo>
                    <a:pt x="1701" y="8"/>
                    <a:pt x="1692" y="1"/>
                    <a:pt x="1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3"/>
            <p:cNvSpPr/>
            <p:nvPr/>
          </p:nvSpPr>
          <p:spPr>
            <a:xfrm>
              <a:off x="1521886" y="2350026"/>
              <a:ext cx="200636" cy="343168"/>
            </a:xfrm>
            <a:custGeom>
              <a:rect b="b" l="l" r="r" t="t"/>
              <a:pathLst>
                <a:path extrusionOk="0" h="3455" w="2020">
                  <a:moveTo>
                    <a:pt x="53" y="1"/>
                  </a:moveTo>
                  <a:cubicBezTo>
                    <a:pt x="32" y="21"/>
                    <a:pt x="0" y="53"/>
                    <a:pt x="0" y="86"/>
                  </a:cubicBezTo>
                  <a:lnTo>
                    <a:pt x="0" y="223"/>
                  </a:lnTo>
                  <a:lnTo>
                    <a:pt x="0" y="728"/>
                  </a:lnTo>
                  <a:cubicBezTo>
                    <a:pt x="0" y="793"/>
                    <a:pt x="53" y="845"/>
                    <a:pt x="85" y="894"/>
                  </a:cubicBezTo>
                  <a:cubicBezTo>
                    <a:pt x="101" y="910"/>
                    <a:pt x="117" y="930"/>
                    <a:pt x="117" y="930"/>
                  </a:cubicBezTo>
                  <a:cubicBezTo>
                    <a:pt x="335" y="1233"/>
                    <a:pt x="574" y="1516"/>
                    <a:pt x="792" y="1802"/>
                  </a:cubicBezTo>
                  <a:cubicBezTo>
                    <a:pt x="1010" y="2089"/>
                    <a:pt x="1244" y="2392"/>
                    <a:pt x="1467" y="2679"/>
                  </a:cubicBezTo>
                  <a:cubicBezTo>
                    <a:pt x="1499" y="2728"/>
                    <a:pt x="1547" y="2780"/>
                    <a:pt x="1584" y="2829"/>
                  </a:cubicBezTo>
                  <a:cubicBezTo>
                    <a:pt x="1701" y="2982"/>
                    <a:pt x="1802" y="3132"/>
                    <a:pt x="1935" y="3285"/>
                  </a:cubicBezTo>
                  <a:cubicBezTo>
                    <a:pt x="1971" y="3301"/>
                    <a:pt x="1971" y="3334"/>
                    <a:pt x="1988" y="3386"/>
                  </a:cubicBezTo>
                  <a:lnTo>
                    <a:pt x="1988" y="3455"/>
                  </a:lnTo>
                  <a:lnTo>
                    <a:pt x="2004" y="3455"/>
                  </a:lnTo>
                  <a:cubicBezTo>
                    <a:pt x="2020" y="3455"/>
                    <a:pt x="2020" y="3455"/>
                    <a:pt x="2020" y="3434"/>
                  </a:cubicBezTo>
                  <a:cubicBezTo>
                    <a:pt x="2020" y="3418"/>
                    <a:pt x="2004" y="3402"/>
                    <a:pt x="2004" y="3386"/>
                  </a:cubicBezTo>
                  <a:cubicBezTo>
                    <a:pt x="2004" y="3334"/>
                    <a:pt x="1988" y="3285"/>
                    <a:pt x="1951" y="3269"/>
                  </a:cubicBezTo>
                  <a:cubicBezTo>
                    <a:pt x="1834" y="3115"/>
                    <a:pt x="1717" y="2966"/>
                    <a:pt x="1600" y="2812"/>
                  </a:cubicBezTo>
                  <a:cubicBezTo>
                    <a:pt x="1568" y="2764"/>
                    <a:pt x="1531" y="2711"/>
                    <a:pt x="1483" y="2663"/>
                  </a:cubicBezTo>
                  <a:cubicBezTo>
                    <a:pt x="1265" y="2376"/>
                    <a:pt x="1042" y="2073"/>
                    <a:pt x="824" y="1786"/>
                  </a:cubicBezTo>
                  <a:cubicBezTo>
                    <a:pt x="590" y="1499"/>
                    <a:pt x="372" y="1213"/>
                    <a:pt x="133" y="910"/>
                  </a:cubicBezTo>
                  <a:cubicBezTo>
                    <a:pt x="133" y="910"/>
                    <a:pt x="117" y="894"/>
                    <a:pt x="117" y="877"/>
                  </a:cubicBezTo>
                  <a:cubicBezTo>
                    <a:pt x="69" y="845"/>
                    <a:pt x="32" y="793"/>
                    <a:pt x="32" y="728"/>
                  </a:cubicBezTo>
                  <a:lnTo>
                    <a:pt x="32" y="223"/>
                  </a:lnTo>
                  <a:lnTo>
                    <a:pt x="32" y="86"/>
                  </a:lnTo>
                  <a:cubicBezTo>
                    <a:pt x="32" y="69"/>
                    <a:pt x="53" y="37"/>
                    <a:pt x="69" y="21"/>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3"/>
            <p:cNvSpPr/>
            <p:nvPr/>
          </p:nvSpPr>
          <p:spPr>
            <a:xfrm>
              <a:off x="610678" y="2896909"/>
              <a:ext cx="1689" cy="57112"/>
            </a:xfrm>
            <a:custGeom>
              <a:rect b="b" l="l" r="r" t="t"/>
              <a:pathLst>
                <a:path extrusionOk="0" h="575" w="17">
                  <a:moveTo>
                    <a:pt x="0" y="1"/>
                  </a:moveTo>
                  <a:lnTo>
                    <a:pt x="0" y="17"/>
                  </a:lnTo>
                  <a:lnTo>
                    <a:pt x="0" y="554"/>
                  </a:lnTo>
                  <a:lnTo>
                    <a:pt x="0" y="574"/>
                  </a:lnTo>
                  <a:cubicBezTo>
                    <a:pt x="16" y="574"/>
                    <a:pt x="16" y="554"/>
                    <a:pt x="16" y="554"/>
                  </a:cubicBezTo>
                  <a:lnTo>
                    <a:pt x="16" y="17"/>
                  </a:lnTo>
                  <a:cubicBezTo>
                    <a:pt x="16" y="17"/>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3"/>
            <p:cNvSpPr/>
            <p:nvPr/>
          </p:nvSpPr>
          <p:spPr>
            <a:xfrm>
              <a:off x="1742487" y="1791918"/>
              <a:ext cx="167462" cy="394519"/>
            </a:xfrm>
            <a:custGeom>
              <a:rect b="b" l="l" r="r" t="t"/>
              <a:pathLst>
                <a:path extrusionOk="0" h="3972" w="1686">
                  <a:moveTo>
                    <a:pt x="17" y="1"/>
                  </a:moveTo>
                  <a:cubicBezTo>
                    <a:pt x="1" y="1"/>
                    <a:pt x="1" y="1"/>
                    <a:pt x="1" y="17"/>
                  </a:cubicBezTo>
                  <a:cubicBezTo>
                    <a:pt x="1" y="134"/>
                    <a:pt x="70" y="235"/>
                    <a:pt x="134" y="320"/>
                  </a:cubicBezTo>
                  <a:cubicBezTo>
                    <a:pt x="171" y="352"/>
                    <a:pt x="187" y="388"/>
                    <a:pt x="203" y="437"/>
                  </a:cubicBezTo>
                  <a:cubicBezTo>
                    <a:pt x="474" y="893"/>
                    <a:pt x="740" y="1362"/>
                    <a:pt x="1011" y="1818"/>
                  </a:cubicBezTo>
                  <a:cubicBezTo>
                    <a:pt x="1128" y="2004"/>
                    <a:pt x="1245" y="2206"/>
                    <a:pt x="1346" y="2388"/>
                  </a:cubicBezTo>
                  <a:cubicBezTo>
                    <a:pt x="1383" y="2441"/>
                    <a:pt x="1399" y="2489"/>
                    <a:pt x="1431" y="2525"/>
                  </a:cubicBezTo>
                  <a:cubicBezTo>
                    <a:pt x="1467" y="2610"/>
                    <a:pt x="1516" y="2691"/>
                    <a:pt x="1568" y="2760"/>
                  </a:cubicBezTo>
                  <a:cubicBezTo>
                    <a:pt x="1617" y="2845"/>
                    <a:pt x="1633" y="2929"/>
                    <a:pt x="1633" y="3030"/>
                  </a:cubicBezTo>
                  <a:lnTo>
                    <a:pt x="1633" y="3281"/>
                  </a:lnTo>
                  <a:cubicBezTo>
                    <a:pt x="1633" y="3434"/>
                    <a:pt x="1649" y="3584"/>
                    <a:pt x="1617" y="3721"/>
                  </a:cubicBezTo>
                  <a:cubicBezTo>
                    <a:pt x="1601" y="3770"/>
                    <a:pt x="1617" y="3838"/>
                    <a:pt x="1649" y="3887"/>
                  </a:cubicBezTo>
                  <a:cubicBezTo>
                    <a:pt x="1649" y="3903"/>
                    <a:pt x="1649" y="3939"/>
                    <a:pt x="1669" y="3955"/>
                  </a:cubicBezTo>
                  <a:cubicBezTo>
                    <a:pt x="1669" y="3955"/>
                    <a:pt x="1669" y="3972"/>
                    <a:pt x="1685" y="3972"/>
                  </a:cubicBezTo>
                  <a:lnTo>
                    <a:pt x="1685" y="3955"/>
                  </a:lnTo>
                  <a:cubicBezTo>
                    <a:pt x="1685" y="3923"/>
                    <a:pt x="1669" y="3903"/>
                    <a:pt x="1669" y="3871"/>
                  </a:cubicBezTo>
                  <a:cubicBezTo>
                    <a:pt x="1649" y="3822"/>
                    <a:pt x="1633" y="3770"/>
                    <a:pt x="1633" y="3721"/>
                  </a:cubicBezTo>
                  <a:cubicBezTo>
                    <a:pt x="1669" y="3584"/>
                    <a:pt x="1669" y="3434"/>
                    <a:pt x="1669" y="3281"/>
                  </a:cubicBezTo>
                  <a:cubicBezTo>
                    <a:pt x="1669" y="3196"/>
                    <a:pt x="1649" y="3115"/>
                    <a:pt x="1669" y="3030"/>
                  </a:cubicBezTo>
                  <a:cubicBezTo>
                    <a:pt x="1669" y="2913"/>
                    <a:pt x="1649" y="2828"/>
                    <a:pt x="1584" y="2744"/>
                  </a:cubicBezTo>
                  <a:cubicBezTo>
                    <a:pt x="1532" y="2675"/>
                    <a:pt x="1500" y="2590"/>
                    <a:pt x="1447" y="2525"/>
                  </a:cubicBezTo>
                  <a:cubicBezTo>
                    <a:pt x="1431" y="2473"/>
                    <a:pt x="1399" y="2424"/>
                    <a:pt x="1383" y="2372"/>
                  </a:cubicBezTo>
                  <a:cubicBezTo>
                    <a:pt x="1265" y="2186"/>
                    <a:pt x="1144" y="1984"/>
                    <a:pt x="1043" y="1802"/>
                  </a:cubicBezTo>
                  <a:cubicBezTo>
                    <a:pt x="777" y="1346"/>
                    <a:pt x="490" y="873"/>
                    <a:pt x="235" y="421"/>
                  </a:cubicBezTo>
                  <a:cubicBezTo>
                    <a:pt x="203" y="388"/>
                    <a:pt x="187" y="336"/>
                    <a:pt x="154" y="304"/>
                  </a:cubicBezTo>
                  <a:cubicBezTo>
                    <a:pt x="86" y="219"/>
                    <a:pt x="17"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3"/>
            <p:cNvSpPr/>
            <p:nvPr/>
          </p:nvSpPr>
          <p:spPr>
            <a:xfrm>
              <a:off x="1553570" y="2226465"/>
              <a:ext cx="5264" cy="63469"/>
            </a:xfrm>
            <a:custGeom>
              <a:rect b="b" l="l" r="r" t="t"/>
              <a:pathLst>
                <a:path extrusionOk="0" h="639" w="53">
                  <a:moveTo>
                    <a:pt x="37" y="1"/>
                  </a:moveTo>
                  <a:cubicBezTo>
                    <a:pt x="0" y="102"/>
                    <a:pt x="16" y="203"/>
                    <a:pt x="16" y="304"/>
                  </a:cubicBezTo>
                  <a:lnTo>
                    <a:pt x="16" y="489"/>
                  </a:lnTo>
                  <a:lnTo>
                    <a:pt x="16" y="538"/>
                  </a:lnTo>
                  <a:cubicBezTo>
                    <a:pt x="16" y="574"/>
                    <a:pt x="16" y="607"/>
                    <a:pt x="0" y="623"/>
                  </a:cubicBezTo>
                  <a:lnTo>
                    <a:pt x="0" y="639"/>
                  </a:lnTo>
                  <a:lnTo>
                    <a:pt x="16" y="639"/>
                  </a:lnTo>
                  <a:cubicBezTo>
                    <a:pt x="53" y="607"/>
                    <a:pt x="37" y="574"/>
                    <a:pt x="37" y="538"/>
                  </a:cubicBezTo>
                  <a:lnTo>
                    <a:pt x="37" y="506"/>
                  </a:lnTo>
                  <a:lnTo>
                    <a:pt x="37" y="304"/>
                  </a:lnTo>
                  <a:cubicBezTo>
                    <a:pt x="37" y="203"/>
                    <a:pt x="37" y="118"/>
                    <a:pt x="53" y="17"/>
                  </a:cubicBezTo>
                  <a:cubicBezTo>
                    <a:pt x="53" y="1"/>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3"/>
            <p:cNvSpPr/>
            <p:nvPr/>
          </p:nvSpPr>
          <p:spPr>
            <a:xfrm>
              <a:off x="1643857" y="2355290"/>
              <a:ext cx="6853" cy="61879"/>
            </a:xfrm>
            <a:custGeom>
              <a:rect b="b" l="l" r="r" t="t"/>
              <a:pathLst>
                <a:path extrusionOk="0" h="623" w="69">
                  <a:moveTo>
                    <a:pt x="53" y="0"/>
                  </a:moveTo>
                  <a:cubicBezTo>
                    <a:pt x="53" y="0"/>
                    <a:pt x="37" y="0"/>
                    <a:pt x="37" y="16"/>
                  </a:cubicBezTo>
                  <a:cubicBezTo>
                    <a:pt x="16" y="101"/>
                    <a:pt x="16" y="202"/>
                    <a:pt x="16" y="287"/>
                  </a:cubicBezTo>
                  <a:lnTo>
                    <a:pt x="16" y="473"/>
                  </a:lnTo>
                  <a:lnTo>
                    <a:pt x="16" y="521"/>
                  </a:lnTo>
                  <a:cubicBezTo>
                    <a:pt x="16" y="538"/>
                    <a:pt x="37" y="574"/>
                    <a:pt x="16" y="606"/>
                  </a:cubicBezTo>
                  <a:cubicBezTo>
                    <a:pt x="0" y="606"/>
                    <a:pt x="0" y="606"/>
                    <a:pt x="16" y="622"/>
                  </a:cubicBezTo>
                  <a:lnTo>
                    <a:pt x="37" y="606"/>
                  </a:lnTo>
                  <a:cubicBezTo>
                    <a:pt x="53" y="574"/>
                    <a:pt x="53" y="538"/>
                    <a:pt x="53" y="505"/>
                  </a:cubicBezTo>
                  <a:lnTo>
                    <a:pt x="53" y="473"/>
                  </a:lnTo>
                  <a:lnTo>
                    <a:pt x="53" y="287"/>
                  </a:lnTo>
                  <a:cubicBezTo>
                    <a:pt x="53" y="202"/>
                    <a:pt x="53" y="101"/>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3"/>
            <p:cNvSpPr/>
            <p:nvPr/>
          </p:nvSpPr>
          <p:spPr>
            <a:xfrm>
              <a:off x="869817" y="2978753"/>
              <a:ext cx="334328" cy="219210"/>
            </a:xfrm>
            <a:custGeom>
              <a:rect b="b" l="l" r="r" t="t"/>
              <a:pathLst>
                <a:path extrusionOk="0" h="2207" w="3366">
                  <a:moveTo>
                    <a:pt x="3350" y="1"/>
                  </a:moveTo>
                  <a:cubicBezTo>
                    <a:pt x="3200" y="33"/>
                    <a:pt x="3063" y="86"/>
                    <a:pt x="2929" y="154"/>
                  </a:cubicBezTo>
                  <a:cubicBezTo>
                    <a:pt x="2881" y="171"/>
                    <a:pt x="2828" y="187"/>
                    <a:pt x="2780" y="203"/>
                  </a:cubicBezTo>
                  <a:cubicBezTo>
                    <a:pt x="2392" y="356"/>
                    <a:pt x="2004" y="490"/>
                    <a:pt x="1633" y="639"/>
                  </a:cubicBezTo>
                  <a:cubicBezTo>
                    <a:pt x="1415" y="724"/>
                    <a:pt x="1180" y="809"/>
                    <a:pt x="962" y="894"/>
                  </a:cubicBezTo>
                  <a:cubicBezTo>
                    <a:pt x="792" y="962"/>
                    <a:pt x="623" y="1011"/>
                    <a:pt x="473" y="1080"/>
                  </a:cubicBezTo>
                  <a:cubicBezTo>
                    <a:pt x="356" y="1128"/>
                    <a:pt x="235" y="1164"/>
                    <a:pt x="118" y="1213"/>
                  </a:cubicBezTo>
                  <a:cubicBezTo>
                    <a:pt x="33" y="1245"/>
                    <a:pt x="1" y="1298"/>
                    <a:pt x="1" y="1383"/>
                  </a:cubicBezTo>
                  <a:cubicBezTo>
                    <a:pt x="17" y="1568"/>
                    <a:pt x="1" y="1734"/>
                    <a:pt x="1" y="1920"/>
                  </a:cubicBezTo>
                  <a:lnTo>
                    <a:pt x="1" y="2053"/>
                  </a:lnTo>
                  <a:cubicBezTo>
                    <a:pt x="1" y="2106"/>
                    <a:pt x="1" y="2154"/>
                    <a:pt x="33" y="2207"/>
                  </a:cubicBezTo>
                  <a:lnTo>
                    <a:pt x="53" y="2207"/>
                  </a:lnTo>
                  <a:cubicBezTo>
                    <a:pt x="69" y="2207"/>
                    <a:pt x="69" y="2190"/>
                    <a:pt x="53" y="2190"/>
                  </a:cubicBezTo>
                  <a:cubicBezTo>
                    <a:pt x="33" y="2138"/>
                    <a:pt x="33" y="2106"/>
                    <a:pt x="33" y="2053"/>
                  </a:cubicBezTo>
                  <a:lnTo>
                    <a:pt x="33" y="1920"/>
                  </a:lnTo>
                  <a:lnTo>
                    <a:pt x="33" y="1383"/>
                  </a:lnTo>
                  <a:cubicBezTo>
                    <a:pt x="33" y="1298"/>
                    <a:pt x="53" y="1265"/>
                    <a:pt x="134" y="1229"/>
                  </a:cubicBezTo>
                  <a:cubicBezTo>
                    <a:pt x="255" y="1197"/>
                    <a:pt x="356" y="1144"/>
                    <a:pt x="473" y="1112"/>
                  </a:cubicBezTo>
                  <a:cubicBezTo>
                    <a:pt x="639" y="1043"/>
                    <a:pt x="809" y="979"/>
                    <a:pt x="978" y="926"/>
                  </a:cubicBezTo>
                  <a:cubicBezTo>
                    <a:pt x="1196" y="841"/>
                    <a:pt x="1415" y="740"/>
                    <a:pt x="1649" y="659"/>
                  </a:cubicBezTo>
                  <a:cubicBezTo>
                    <a:pt x="2020" y="522"/>
                    <a:pt x="2408" y="373"/>
                    <a:pt x="2780" y="235"/>
                  </a:cubicBezTo>
                  <a:cubicBezTo>
                    <a:pt x="2828" y="219"/>
                    <a:pt x="2897" y="187"/>
                    <a:pt x="2946" y="171"/>
                  </a:cubicBezTo>
                  <a:cubicBezTo>
                    <a:pt x="3083" y="118"/>
                    <a:pt x="3216" y="53"/>
                    <a:pt x="3366" y="33"/>
                  </a:cubicBezTo>
                  <a:lnTo>
                    <a:pt x="3366" y="17"/>
                  </a:lnTo>
                  <a:cubicBezTo>
                    <a:pt x="3366" y="1"/>
                    <a:pt x="3366" y="1"/>
                    <a:pt x="33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3"/>
            <p:cNvSpPr/>
            <p:nvPr/>
          </p:nvSpPr>
          <p:spPr>
            <a:xfrm>
              <a:off x="1257880" y="1238579"/>
              <a:ext cx="160509" cy="204014"/>
            </a:xfrm>
            <a:custGeom>
              <a:rect b="b" l="l" r="r" t="t"/>
              <a:pathLst>
                <a:path extrusionOk="0" h="2054" w="1616">
                  <a:moveTo>
                    <a:pt x="1600" y="1"/>
                  </a:moveTo>
                  <a:lnTo>
                    <a:pt x="1277" y="183"/>
                  </a:lnTo>
                  <a:cubicBezTo>
                    <a:pt x="994" y="352"/>
                    <a:pt x="707" y="522"/>
                    <a:pt x="436" y="688"/>
                  </a:cubicBezTo>
                  <a:cubicBezTo>
                    <a:pt x="388" y="724"/>
                    <a:pt x="351" y="740"/>
                    <a:pt x="319" y="772"/>
                  </a:cubicBezTo>
                  <a:cubicBezTo>
                    <a:pt x="250" y="809"/>
                    <a:pt x="186" y="857"/>
                    <a:pt x="101" y="890"/>
                  </a:cubicBezTo>
                  <a:cubicBezTo>
                    <a:pt x="32" y="926"/>
                    <a:pt x="0" y="974"/>
                    <a:pt x="0" y="1043"/>
                  </a:cubicBezTo>
                  <a:lnTo>
                    <a:pt x="0" y="1968"/>
                  </a:lnTo>
                  <a:cubicBezTo>
                    <a:pt x="0" y="1984"/>
                    <a:pt x="16" y="2001"/>
                    <a:pt x="16" y="2021"/>
                  </a:cubicBezTo>
                  <a:cubicBezTo>
                    <a:pt x="32" y="2037"/>
                    <a:pt x="32" y="2037"/>
                    <a:pt x="32" y="2053"/>
                  </a:cubicBezTo>
                  <a:lnTo>
                    <a:pt x="48" y="2053"/>
                  </a:lnTo>
                  <a:cubicBezTo>
                    <a:pt x="48" y="2053"/>
                    <a:pt x="65" y="2037"/>
                    <a:pt x="48" y="2037"/>
                  </a:cubicBezTo>
                  <a:lnTo>
                    <a:pt x="48" y="2021"/>
                  </a:lnTo>
                  <a:cubicBezTo>
                    <a:pt x="32" y="2001"/>
                    <a:pt x="32" y="1984"/>
                    <a:pt x="32" y="1968"/>
                  </a:cubicBezTo>
                  <a:lnTo>
                    <a:pt x="32" y="1043"/>
                  </a:lnTo>
                  <a:cubicBezTo>
                    <a:pt x="32" y="974"/>
                    <a:pt x="48" y="942"/>
                    <a:pt x="117" y="910"/>
                  </a:cubicBezTo>
                  <a:cubicBezTo>
                    <a:pt x="186" y="873"/>
                    <a:pt x="250" y="841"/>
                    <a:pt x="319" y="789"/>
                  </a:cubicBezTo>
                  <a:cubicBezTo>
                    <a:pt x="368" y="756"/>
                    <a:pt x="404" y="740"/>
                    <a:pt x="436" y="708"/>
                  </a:cubicBezTo>
                  <a:cubicBezTo>
                    <a:pt x="723" y="538"/>
                    <a:pt x="1010" y="385"/>
                    <a:pt x="1297" y="219"/>
                  </a:cubicBezTo>
                  <a:lnTo>
                    <a:pt x="1600" y="33"/>
                  </a:lnTo>
                  <a:cubicBezTo>
                    <a:pt x="1616" y="17"/>
                    <a:pt x="1616" y="17"/>
                    <a:pt x="1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3"/>
            <p:cNvSpPr/>
            <p:nvPr/>
          </p:nvSpPr>
          <p:spPr>
            <a:xfrm>
              <a:off x="871406" y="1393923"/>
              <a:ext cx="339592" cy="280891"/>
            </a:xfrm>
            <a:custGeom>
              <a:rect b="b" l="l" r="r" t="t"/>
              <a:pathLst>
                <a:path extrusionOk="0" h="2828" w="3419">
                  <a:moveTo>
                    <a:pt x="3402" y="0"/>
                  </a:moveTo>
                  <a:cubicBezTo>
                    <a:pt x="3233" y="69"/>
                    <a:pt x="3083" y="170"/>
                    <a:pt x="2930" y="255"/>
                  </a:cubicBezTo>
                  <a:cubicBezTo>
                    <a:pt x="2881" y="303"/>
                    <a:pt x="2812" y="336"/>
                    <a:pt x="2764" y="372"/>
                  </a:cubicBezTo>
                  <a:cubicBezTo>
                    <a:pt x="2174" y="707"/>
                    <a:pt x="1601" y="1042"/>
                    <a:pt x="1047" y="1382"/>
                  </a:cubicBezTo>
                  <a:lnTo>
                    <a:pt x="623" y="1632"/>
                  </a:lnTo>
                  <a:cubicBezTo>
                    <a:pt x="558" y="1669"/>
                    <a:pt x="490" y="1701"/>
                    <a:pt x="421" y="1733"/>
                  </a:cubicBezTo>
                  <a:cubicBezTo>
                    <a:pt x="320" y="1802"/>
                    <a:pt x="203" y="1887"/>
                    <a:pt x="69" y="1951"/>
                  </a:cubicBezTo>
                  <a:cubicBezTo>
                    <a:pt x="37" y="1972"/>
                    <a:pt x="1" y="1988"/>
                    <a:pt x="1" y="2036"/>
                  </a:cubicBezTo>
                  <a:lnTo>
                    <a:pt x="1" y="2323"/>
                  </a:lnTo>
                  <a:cubicBezTo>
                    <a:pt x="1" y="2493"/>
                    <a:pt x="1" y="2658"/>
                    <a:pt x="17" y="2812"/>
                  </a:cubicBezTo>
                  <a:cubicBezTo>
                    <a:pt x="17" y="2828"/>
                    <a:pt x="17" y="2828"/>
                    <a:pt x="37" y="2828"/>
                  </a:cubicBezTo>
                  <a:lnTo>
                    <a:pt x="53" y="2812"/>
                  </a:lnTo>
                  <a:cubicBezTo>
                    <a:pt x="17" y="2658"/>
                    <a:pt x="37" y="2493"/>
                    <a:pt x="37" y="2323"/>
                  </a:cubicBezTo>
                  <a:lnTo>
                    <a:pt x="37" y="2036"/>
                  </a:lnTo>
                  <a:cubicBezTo>
                    <a:pt x="37" y="2004"/>
                    <a:pt x="53" y="1988"/>
                    <a:pt x="86" y="1972"/>
                  </a:cubicBezTo>
                  <a:cubicBezTo>
                    <a:pt x="203" y="1903"/>
                    <a:pt x="320" y="1834"/>
                    <a:pt x="441" y="1770"/>
                  </a:cubicBezTo>
                  <a:cubicBezTo>
                    <a:pt x="506" y="1717"/>
                    <a:pt x="574" y="1685"/>
                    <a:pt x="623" y="1648"/>
                  </a:cubicBezTo>
                  <a:lnTo>
                    <a:pt x="1047" y="1398"/>
                  </a:lnTo>
                  <a:cubicBezTo>
                    <a:pt x="1617" y="1079"/>
                    <a:pt x="2190" y="723"/>
                    <a:pt x="2764" y="388"/>
                  </a:cubicBezTo>
                  <a:cubicBezTo>
                    <a:pt x="2829" y="356"/>
                    <a:pt x="2897" y="319"/>
                    <a:pt x="2946" y="287"/>
                  </a:cubicBezTo>
                  <a:cubicBezTo>
                    <a:pt x="3099" y="186"/>
                    <a:pt x="3249" y="101"/>
                    <a:pt x="3418" y="33"/>
                  </a:cubicBezTo>
                  <a:lnTo>
                    <a:pt x="3418" y="16"/>
                  </a:lnTo>
                  <a:cubicBezTo>
                    <a:pt x="3418" y="0"/>
                    <a:pt x="3402" y="0"/>
                    <a:pt x="3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3"/>
            <p:cNvSpPr/>
            <p:nvPr/>
          </p:nvSpPr>
          <p:spPr>
            <a:xfrm>
              <a:off x="936861" y="2418659"/>
              <a:ext cx="4867" cy="83930"/>
            </a:xfrm>
            <a:custGeom>
              <a:rect b="b" l="l" r="r" t="t"/>
              <a:pathLst>
                <a:path extrusionOk="0" h="845" w="49">
                  <a:moveTo>
                    <a:pt x="0" y="1"/>
                  </a:moveTo>
                  <a:lnTo>
                    <a:pt x="0" y="17"/>
                  </a:lnTo>
                  <a:cubicBezTo>
                    <a:pt x="16" y="154"/>
                    <a:pt x="16" y="287"/>
                    <a:pt x="0" y="421"/>
                  </a:cubicBezTo>
                  <a:lnTo>
                    <a:pt x="0" y="691"/>
                  </a:lnTo>
                  <a:cubicBezTo>
                    <a:pt x="16" y="691"/>
                    <a:pt x="0" y="707"/>
                    <a:pt x="0" y="724"/>
                  </a:cubicBezTo>
                  <a:cubicBezTo>
                    <a:pt x="0" y="760"/>
                    <a:pt x="0" y="808"/>
                    <a:pt x="33" y="845"/>
                  </a:cubicBezTo>
                  <a:lnTo>
                    <a:pt x="49" y="845"/>
                  </a:lnTo>
                  <a:lnTo>
                    <a:pt x="49" y="825"/>
                  </a:lnTo>
                  <a:cubicBezTo>
                    <a:pt x="33" y="792"/>
                    <a:pt x="33" y="760"/>
                    <a:pt x="33" y="724"/>
                  </a:cubicBezTo>
                  <a:lnTo>
                    <a:pt x="33" y="691"/>
                  </a:lnTo>
                  <a:lnTo>
                    <a:pt x="33" y="421"/>
                  </a:lnTo>
                  <a:cubicBezTo>
                    <a:pt x="33" y="287"/>
                    <a:pt x="33" y="15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3"/>
            <p:cNvSpPr/>
            <p:nvPr/>
          </p:nvSpPr>
          <p:spPr>
            <a:xfrm>
              <a:off x="687655" y="2637770"/>
              <a:ext cx="127335" cy="135678"/>
            </a:xfrm>
            <a:custGeom>
              <a:rect b="b" l="l" r="r" t="t"/>
              <a:pathLst>
                <a:path extrusionOk="0" h="1366" w="1282">
                  <a:moveTo>
                    <a:pt x="1261" y="0"/>
                  </a:moveTo>
                  <a:cubicBezTo>
                    <a:pt x="1128" y="53"/>
                    <a:pt x="978" y="117"/>
                    <a:pt x="841" y="186"/>
                  </a:cubicBezTo>
                  <a:cubicBezTo>
                    <a:pt x="740" y="235"/>
                    <a:pt x="639" y="271"/>
                    <a:pt x="538" y="319"/>
                  </a:cubicBezTo>
                  <a:cubicBezTo>
                    <a:pt x="421" y="356"/>
                    <a:pt x="304" y="420"/>
                    <a:pt x="203" y="473"/>
                  </a:cubicBezTo>
                  <a:cubicBezTo>
                    <a:pt x="170" y="489"/>
                    <a:pt x="150" y="489"/>
                    <a:pt x="118" y="505"/>
                  </a:cubicBezTo>
                  <a:lnTo>
                    <a:pt x="102" y="505"/>
                  </a:lnTo>
                  <a:cubicBezTo>
                    <a:pt x="69" y="537"/>
                    <a:pt x="1" y="558"/>
                    <a:pt x="1" y="622"/>
                  </a:cubicBezTo>
                  <a:lnTo>
                    <a:pt x="1" y="877"/>
                  </a:lnTo>
                  <a:cubicBezTo>
                    <a:pt x="1" y="1026"/>
                    <a:pt x="1" y="1196"/>
                    <a:pt x="17" y="1366"/>
                  </a:cubicBezTo>
                  <a:lnTo>
                    <a:pt x="33" y="1366"/>
                  </a:lnTo>
                  <a:cubicBezTo>
                    <a:pt x="33" y="1366"/>
                    <a:pt x="49" y="1366"/>
                    <a:pt x="49" y="1345"/>
                  </a:cubicBezTo>
                  <a:cubicBezTo>
                    <a:pt x="17" y="1196"/>
                    <a:pt x="33" y="1026"/>
                    <a:pt x="33" y="877"/>
                  </a:cubicBezTo>
                  <a:lnTo>
                    <a:pt x="33" y="622"/>
                  </a:lnTo>
                  <a:cubicBezTo>
                    <a:pt x="33" y="574"/>
                    <a:pt x="69" y="558"/>
                    <a:pt x="118" y="537"/>
                  </a:cubicBezTo>
                  <a:lnTo>
                    <a:pt x="134" y="521"/>
                  </a:lnTo>
                  <a:cubicBezTo>
                    <a:pt x="150" y="521"/>
                    <a:pt x="186" y="505"/>
                    <a:pt x="219" y="489"/>
                  </a:cubicBezTo>
                  <a:cubicBezTo>
                    <a:pt x="320" y="437"/>
                    <a:pt x="437" y="388"/>
                    <a:pt x="554" y="336"/>
                  </a:cubicBezTo>
                  <a:cubicBezTo>
                    <a:pt x="655" y="303"/>
                    <a:pt x="756" y="255"/>
                    <a:pt x="857" y="202"/>
                  </a:cubicBezTo>
                  <a:cubicBezTo>
                    <a:pt x="994" y="134"/>
                    <a:pt x="1128" y="69"/>
                    <a:pt x="1281" y="33"/>
                  </a:cubicBezTo>
                  <a:lnTo>
                    <a:pt x="1281" y="16"/>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3"/>
            <p:cNvSpPr/>
            <p:nvPr/>
          </p:nvSpPr>
          <p:spPr>
            <a:xfrm>
              <a:off x="540455" y="3329867"/>
              <a:ext cx="97140" cy="33373"/>
            </a:xfrm>
            <a:custGeom>
              <a:rect b="b" l="l" r="r" t="t"/>
              <a:pathLst>
                <a:path extrusionOk="0" h="336" w="978">
                  <a:moveTo>
                    <a:pt x="962" y="1"/>
                  </a:moveTo>
                  <a:cubicBezTo>
                    <a:pt x="776" y="53"/>
                    <a:pt x="606" y="118"/>
                    <a:pt x="440" y="186"/>
                  </a:cubicBezTo>
                  <a:cubicBezTo>
                    <a:pt x="356" y="203"/>
                    <a:pt x="271" y="235"/>
                    <a:pt x="202" y="271"/>
                  </a:cubicBezTo>
                  <a:cubicBezTo>
                    <a:pt x="186" y="271"/>
                    <a:pt x="170" y="271"/>
                    <a:pt x="154" y="287"/>
                  </a:cubicBezTo>
                  <a:cubicBezTo>
                    <a:pt x="101" y="304"/>
                    <a:pt x="69" y="320"/>
                    <a:pt x="16" y="320"/>
                  </a:cubicBezTo>
                  <a:cubicBezTo>
                    <a:pt x="0" y="320"/>
                    <a:pt x="0" y="320"/>
                    <a:pt x="0" y="336"/>
                  </a:cubicBezTo>
                  <a:lnTo>
                    <a:pt x="16" y="336"/>
                  </a:lnTo>
                  <a:cubicBezTo>
                    <a:pt x="69" y="336"/>
                    <a:pt x="117" y="320"/>
                    <a:pt x="154" y="304"/>
                  </a:cubicBezTo>
                  <a:cubicBezTo>
                    <a:pt x="170" y="304"/>
                    <a:pt x="186" y="304"/>
                    <a:pt x="202" y="287"/>
                  </a:cubicBezTo>
                  <a:cubicBezTo>
                    <a:pt x="287" y="271"/>
                    <a:pt x="372" y="235"/>
                    <a:pt x="440" y="203"/>
                  </a:cubicBezTo>
                  <a:cubicBezTo>
                    <a:pt x="606" y="134"/>
                    <a:pt x="792" y="69"/>
                    <a:pt x="962" y="33"/>
                  </a:cubicBezTo>
                  <a:cubicBezTo>
                    <a:pt x="978" y="33"/>
                    <a:pt x="978" y="17"/>
                    <a:pt x="978" y="17"/>
                  </a:cubicBezTo>
                  <a:cubicBezTo>
                    <a:pt x="978" y="17"/>
                    <a:pt x="978" y="1"/>
                    <a:pt x="9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3"/>
            <p:cNvSpPr/>
            <p:nvPr/>
          </p:nvSpPr>
          <p:spPr>
            <a:xfrm>
              <a:off x="1413125" y="1562080"/>
              <a:ext cx="5264" cy="47775"/>
            </a:xfrm>
            <a:custGeom>
              <a:rect b="b" l="l" r="r" t="t"/>
              <a:pathLst>
                <a:path extrusionOk="0" h="481" w="53">
                  <a:moveTo>
                    <a:pt x="31" y="1"/>
                  </a:moveTo>
                  <a:cubicBezTo>
                    <a:pt x="26" y="1"/>
                    <a:pt x="17" y="8"/>
                    <a:pt x="17" y="8"/>
                  </a:cubicBezTo>
                  <a:cubicBezTo>
                    <a:pt x="0" y="109"/>
                    <a:pt x="0" y="210"/>
                    <a:pt x="0" y="311"/>
                  </a:cubicBezTo>
                  <a:cubicBezTo>
                    <a:pt x="0" y="359"/>
                    <a:pt x="17" y="412"/>
                    <a:pt x="0" y="481"/>
                  </a:cubicBezTo>
                  <a:lnTo>
                    <a:pt x="37" y="481"/>
                  </a:lnTo>
                  <a:lnTo>
                    <a:pt x="37" y="311"/>
                  </a:lnTo>
                  <a:cubicBezTo>
                    <a:pt x="37" y="210"/>
                    <a:pt x="37" y="109"/>
                    <a:pt x="53" y="8"/>
                  </a:cubicBezTo>
                  <a:lnTo>
                    <a:pt x="37" y="8"/>
                  </a:lnTo>
                  <a:cubicBezTo>
                    <a:pt x="37" y="3"/>
                    <a:pt x="34"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3"/>
            <p:cNvSpPr/>
            <p:nvPr/>
          </p:nvSpPr>
          <p:spPr>
            <a:xfrm>
              <a:off x="1583666" y="1928788"/>
              <a:ext cx="3675" cy="55423"/>
            </a:xfrm>
            <a:custGeom>
              <a:rect b="b" l="l" r="r" t="t"/>
              <a:pathLst>
                <a:path extrusionOk="0" h="558" w="37">
                  <a:moveTo>
                    <a:pt x="0" y="0"/>
                  </a:moveTo>
                  <a:lnTo>
                    <a:pt x="0" y="558"/>
                  </a:lnTo>
                  <a:lnTo>
                    <a:pt x="37" y="558"/>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3"/>
            <p:cNvSpPr/>
            <p:nvPr/>
          </p:nvSpPr>
          <p:spPr>
            <a:xfrm>
              <a:off x="891470" y="2106083"/>
              <a:ext cx="5364" cy="88797"/>
            </a:xfrm>
            <a:custGeom>
              <a:rect b="b" l="l" r="r" t="t"/>
              <a:pathLst>
                <a:path extrusionOk="0" h="894" w="54">
                  <a:moveTo>
                    <a:pt x="1" y="1"/>
                  </a:moveTo>
                  <a:lnTo>
                    <a:pt x="1" y="203"/>
                  </a:lnTo>
                  <a:lnTo>
                    <a:pt x="1" y="760"/>
                  </a:lnTo>
                  <a:lnTo>
                    <a:pt x="1" y="776"/>
                  </a:lnTo>
                  <a:cubicBezTo>
                    <a:pt x="1" y="809"/>
                    <a:pt x="1" y="861"/>
                    <a:pt x="17" y="893"/>
                  </a:cubicBezTo>
                  <a:lnTo>
                    <a:pt x="37" y="893"/>
                  </a:lnTo>
                  <a:cubicBezTo>
                    <a:pt x="53" y="893"/>
                    <a:pt x="53" y="893"/>
                    <a:pt x="37" y="877"/>
                  </a:cubicBezTo>
                  <a:lnTo>
                    <a:pt x="37" y="776"/>
                  </a:lnTo>
                  <a:lnTo>
                    <a:pt x="37" y="760"/>
                  </a:lnTo>
                  <a:lnTo>
                    <a:pt x="37" y="203"/>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3"/>
            <p:cNvSpPr/>
            <p:nvPr/>
          </p:nvSpPr>
          <p:spPr>
            <a:xfrm>
              <a:off x="1815987" y="1976564"/>
              <a:ext cx="5264" cy="42610"/>
            </a:xfrm>
            <a:custGeom>
              <a:rect b="b" l="l" r="r" t="t"/>
              <a:pathLst>
                <a:path extrusionOk="0" h="429" w="53">
                  <a:moveTo>
                    <a:pt x="41" y="1"/>
                  </a:moveTo>
                  <a:cubicBezTo>
                    <a:pt x="37" y="1"/>
                    <a:pt x="37" y="8"/>
                    <a:pt x="37" y="8"/>
                  </a:cubicBezTo>
                  <a:cubicBezTo>
                    <a:pt x="20" y="77"/>
                    <a:pt x="20" y="145"/>
                    <a:pt x="20" y="210"/>
                  </a:cubicBezTo>
                  <a:cubicBezTo>
                    <a:pt x="20" y="279"/>
                    <a:pt x="20" y="347"/>
                    <a:pt x="0" y="412"/>
                  </a:cubicBezTo>
                  <a:cubicBezTo>
                    <a:pt x="0" y="428"/>
                    <a:pt x="0" y="428"/>
                    <a:pt x="20" y="428"/>
                  </a:cubicBezTo>
                  <a:lnTo>
                    <a:pt x="37" y="428"/>
                  </a:lnTo>
                  <a:cubicBezTo>
                    <a:pt x="53" y="363"/>
                    <a:pt x="53" y="279"/>
                    <a:pt x="53" y="210"/>
                  </a:cubicBezTo>
                  <a:cubicBezTo>
                    <a:pt x="37" y="145"/>
                    <a:pt x="37" y="77"/>
                    <a:pt x="53" y="24"/>
                  </a:cubicBezTo>
                  <a:lnTo>
                    <a:pt x="53" y="8"/>
                  </a:lnTo>
                  <a:cubicBezTo>
                    <a:pt x="47" y="3"/>
                    <a:pt x="44"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3"/>
            <p:cNvSpPr/>
            <p:nvPr/>
          </p:nvSpPr>
          <p:spPr>
            <a:xfrm>
              <a:off x="1182393" y="3328277"/>
              <a:ext cx="5364" cy="97239"/>
            </a:xfrm>
            <a:custGeom>
              <a:rect b="b" l="l" r="r" t="t"/>
              <a:pathLst>
                <a:path extrusionOk="0" h="979" w="54">
                  <a:moveTo>
                    <a:pt x="17" y="0"/>
                  </a:moveTo>
                  <a:cubicBezTo>
                    <a:pt x="17" y="0"/>
                    <a:pt x="1" y="0"/>
                    <a:pt x="1" y="17"/>
                  </a:cubicBezTo>
                  <a:cubicBezTo>
                    <a:pt x="37" y="134"/>
                    <a:pt x="17" y="251"/>
                    <a:pt x="17" y="372"/>
                  </a:cubicBezTo>
                  <a:lnTo>
                    <a:pt x="17" y="574"/>
                  </a:lnTo>
                  <a:lnTo>
                    <a:pt x="17" y="841"/>
                  </a:lnTo>
                  <a:lnTo>
                    <a:pt x="17" y="958"/>
                  </a:lnTo>
                  <a:lnTo>
                    <a:pt x="37" y="978"/>
                  </a:lnTo>
                  <a:lnTo>
                    <a:pt x="53" y="958"/>
                  </a:lnTo>
                  <a:lnTo>
                    <a:pt x="53" y="841"/>
                  </a:lnTo>
                  <a:lnTo>
                    <a:pt x="53" y="574"/>
                  </a:lnTo>
                  <a:lnTo>
                    <a:pt x="53" y="372"/>
                  </a:lnTo>
                  <a:cubicBezTo>
                    <a:pt x="53" y="251"/>
                    <a:pt x="53" y="13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3"/>
            <p:cNvSpPr/>
            <p:nvPr/>
          </p:nvSpPr>
          <p:spPr>
            <a:xfrm>
              <a:off x="1923059" y="2398595"/>
              <a:ext cx="145809" cy="324693"/>
            </a:xfrm>
            <a:custGeom>
              <a:rect b="b" l="l" r="r" t="t"/>
              <a:pathLst>
                <a:path extrusionOk="0" h="3269" w="1468">
                  <a:moveTo>
                    <a:pt x="1" y="1"/>
                  </a:moveTo>
                  <a:cubicBezTo>
                    <a:pt x="1" y="118"/>
                    <a:pt x="53" y="203"/>
                    <a:pt x="118" y="287"/>
                  </a:cubicBezTo>
                  <a:cubicBezTo>
                    <a:pt x="134" y="304"/>
                    <a:pt x="154" y="340"/>
                    <a:pt x="170" y="372"/>
                  </a:cubicBezTo>
                  <a:cubicBezTo>
                    <a:pt x="558" y="978"/>
                    <a:pt x="978" y="1633"/>
                    <a:pt x="1399" y="2291"/>
                  </a:cubicBezTo>
                  <a:cubicBezTo>
                    <a:pt x="1415" y="2323"/>
                    <a:pt x="1431" y="2376"/>
                    <a:pt x="1431" y="2408"/>
                  </a:cubicBezTo>
                  <a:lnTo>
                    <a:pt x="1431" y="2695"/>
                  </a:lnTo>
                  <a:cubicBezTo>
                    <a:pt x="1431" y="2845"/>
                    <a:pt x="1415" y="2982"/>
                    <a:pt x="1431" y="3131"/>
                  </a:cubicBezTo>
                  <a:cubicBezTo>
                    <a:pt x="1447" y="3147"/>
                    <a:pt x="1431" y="3184"/>
                    <a:pt x="1415" y="3200"/>
                  </a:cubicBezTo>
                  <a:cubicBezTo>
                    <a:pt x="1415" y="3216"/>
                    <a:pt x="1399" y="3232"/>
                    <a:pt x="1399" y="3248"/>
                  </a:cubicBezTo>
                  <a:cubicBezTo>
                    <a:pt x="1399" y="3248"/>
                    <a:pt x="1399" y="3269"/>
                    <a:pt x="1415" y="3269"/>
                  </a:cubicBezTo>
                  <a:lnTo>
                    <a:pt x="1431" y="3248"/>
                  </a:lnTo>
                  <a:cubicBezTo>
                    <a:pt x="1431" y="3248"/>
                    <a:pt x="1431" y="3232"/>
                    <a:pt x="1447" y="3216"/>
                  </a:cubicBezTo>
                  <a:cubicBezTo>
                    <a:pt x="1447" y="3184"/>
                    <a:pt x="1467" y="3147"/>
                    <a:pt x="1467" y="3131"/>
                  </a:cubicBezTo>
                  <a:cubicBezTo>
                    <a:pt x="1447" y="2982"/>
                    <a:pt x="1447" y="2845"/>
                    <a:pt x="1447" y="2695"/>
                  </a:cubicBezTo>
                  <a:lnTo>
                    <a:pt x="1447" y="2408"/>
                  </a:lnTo>
                  <a:cubicBezTo>
                    <a:pt x="1447" y="2360"/>
                    <a:pt x="1447" y="2323"/>
                    <a:pt x="1415" y="2275"/>
                  </a:cubicBezTo>
                  <a:cubicBezTo>
                    <a:pt x="995" y="1616"/>
                    <a:pt x="591" y="962"/>
                    <a:pt x="203" y="356"/>
                  </a:cubicBezTo>
                  <a:cubicBezTo>
                    <a:pt x="187" y="320"/>
                    <a:pt x="154" y="287"/>
                    <a:pt x="134" y="271"/>
                  </a:cubicBezTo>
                  <a:cubicBezTo>
                    <a:pt x="86" y="186"/>
                    <a:pt x="17" y="118"/>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3"/>
            <p:cNvSpPr/>
            <p:nvPr/>
          </p:nvSpPr>
          <p:spPr>
            <a:xfrm>
              <a:off x="2153791" y="2945479"/>
              <a:ext cx="6953" cy="48669"/>
            </a:xfrm>
            <a:custGeom>
              <a:rect b="b" l="l" r="r" t="t"/>
              <a:pathLst>
                <a:path extrusionOk="0" h="490" w="70">
                  <a:moveTo>
                    <a:pt x="53" y="1"/>
                  </a:moveTo>
                  <a:cubicBezTo>
                    <a:pt x="53" y="1"/>
                    <a:pt x="33" y="1"/>
                    <a:pt x="33" y="17"/>
                  </a:cubicBezTo>
                  <a:cubicBezTo>
                    <a:pt x="17" y="85"/>
                    <a:pt x="17" y="166"/>
                    <a:pt x="17" y="251"/>
                  </a:cubicBezTo>
                  <a:cubicBezTo>
                    <a:pt x="17" y="320"/>
                    <a:pt x="33" y="405"/>
                    <a:pt x="17" y="469"/>
                  </a:cubicBezTo>
                  <a:cubicBezTo>
                    <a:pt x="1" y="469"/>
                    <a:pt x="17" y="489"/>
                    <a:pt x="17" y="489"/>
                  </a:cubicBezTo>
                  <a:lnTo>
                    <a:pt x="33" y="469"/>
                  </a:lnTo>
                  <a:cubicBezTo>
                    <a:pt x="53" y="405"/>
                    <a:pt x="53" y="320"/>
                    <a:pt x="53" y="235"/>
                  </a:cubicBezTo>
                  <a:cubicBezTo>
                    <a:pt x="53" y="166"/>
                    <a:pt x="33" y="85"/>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3"/>
            <p:cNvSpPr/>
            <p:nvPr/>
          </p:nvSpPr>
          <p:spPr>
            <a:xfrm>
              <a:off x="1491790" y="1230236"/>
              <a:ext cx="8443" cy="102007"/>
            </a:xfrm>
            <a:custGeom>
              <a:rect b="b" l="l" r="r" t="t"/>
              <a:pathLst>
                <a:path extrusionOk="0" h="1027" w="85">
                  <a:moveTo>
                    <a:pt x="53" y="0"/>
                  </a:moveTo>
                  <a:cubicBezTo>
                    <a:pt x="16" y="32"/>
                    <a:pt x="32" y="85"/>
                    <a:pt x="32" y="117"/>
                  </a:cubicBezTo>
                  <a:lnTo>
                    <a:pt x="32" y="150"/>
                  </a:lnTo>
                  <a:lnTo>
                    <a:pt x="32" y="420"/>
                  </a:lnTo>
                  <a:cubicBezTo>
                    <a:pt x="53" y="553"/>
                    <a:pt x="53" y="691"/>
                    <a:pt x="16" y="824"/>
                  </a:cubicBezTo>
                  <a:cubicBezTo>
                    <a:pt x="0" y="873"/>
                    <a:pt x="16" y="925"/>
                    <a:pt x="32" y="957"/>
                  </a:cubicBezTo>
                  <a:cubicBezTo>
                    <a:pt x="53" y="974"/>
                    <a:pt x="53" y="1010"/>
                    <a:pt x="53" y="1026"/>
                  </a:cubicBezTo>
                  <a:lnTo>
                    <a:pt x="69" y="1026"/>
                  </a:lnTo>
                  <a:cubicBezTo>
                    <a:pt x="85" y="1026"/>
                    <a:pt x="85" y="1026"/>
                    <a:pt x="85" y="1010"/>
                  </a:cubicBezTo>
                  <a:cubicBezTo>
                    <a:pt x="69" y="994"/>
                    <a:pt x="69" y="974"/>
                    <a:pt x="69" y="957"/>
                  </a:cubicBezTo>
                  <a:cubicBezTo>
                    <a:pt x="53" y="909"/>
                    <a:pt x="32" y="873"/>
                    <a:pt x="53" y="840"/>
                  </a:cubicBezTo>
                  <a:cubicBezTo>
                    <a:pt x="69" y="691"/>
                    <a:pt x="69" y="553"/>
                    <a:pt x="69" y="420"/>
                  </a:cubicBezTo>
                  <a:lnTo>
                    <a:pt x="69" y="150"/>
                  </a:lnTo>
                  <a:lnTo>
                    <a:pt x="69" y="101"/>
                  </a:lnTo>
                  <a:cubicBezTo>
                    <a:pt x="53" y="65"/>
                    <a:pt x="53" y="49"/>
                    <a:pt x="69" y="32"/>
                  </a:cubicBezTo>
                  <a:lnTo>
                    <a:pt x="85" y="16"/>
                  </a:ln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3"/>
            <p:cNvSpPr/>
            <p:nvPr/>
          </p:nvSpPr>
          <p:spPr>
            <a:xfrm>
              <a:off x="1734143" y="3369994"/>
              <a:ext cx="174216" cy="276124"/>
            </a:xfrm>
            <a:custGeom>
              <a:rect b="b" l="l" r="r" t="t"/>
              <a:pathLst>
                <a:path extrusionOk="0" h="2780" w="1754">
                  <a:moveTo>
                    <a:pt x="16" y="1"/>
                  </a:moveTo>
                  <a:cubicBezTo>
                    <a:pt x="0" y="1"/>
                    <a:pt x="0" y="1"/>
                    <a:pt x="0" y="17"/>
                  </a:cubicBezTo>
                  <a:cubicBezTo>
                    <a:pt x="36" y="118"/>
                    <a:pt x="101" y="186"/>
                    <a:pt x="186" y="255"/>
                  </a:cubicBezTo>
                  <a:cubicBezTo>
                    <a:pt x="218" y="271"/>
                    <a:pt x="238" y="304"/>
                    <a:pt x="271" y="320"/>
                  </a:cubicBezTo>
                  <a:cubicBezTo>
                    <a:pt x="622" y="691"/>
                    <a:pt x="978" y="1043"/>
                    <a:pt x="1329" y="1398"/>
                  </a:cubicBezTo>
                  <a:lnTo>
                    <a:pt x="1632" y="1701"/>
                  </a:lnTo>
                  <a:cubicBezTo>
                    <a:pt x="1632" y="1717"/>
                    <a:pt x="1652" y="1717"/>
                    <a:pt x="1652" y="1717"/>
                  </a:cubicBezTo>
                  <a:cubicBezTo>
                    <a:pt x="1685" y="1770"/>
                    <a:pt x="1733" y="1802"/>
                    <a:pt x="1717" y="1851"/>
                  </a:cubicBezTo>
                  <a:cubicBezTo>
                    <a:pt x="1701" y="2020"/>
                    <a:pt x="1701" y="2174"/>
                    <a:pt x="1701" y="2340"/>
                  </a:cubicBezTo>
                  <a:cubicBezTo>
                    <a:pt x="1701" y="2424"/>
                    <a:pt x="1717" y="2525"/>
                    <a:pt x="1701" y="2610"/>
                  </a:cubicBezTo>
                  <a:lnTo>
                    <a:pt x="1701" y="2643"/>
                  </a:lnTo>
                  <a:cubicBezTo>
                    <a:pt x="1701" y="2679"/>
                    <a:pt x="1701" y="2727"/>
                    <a:pt x="1685" y="2760"/>
                  </a:cubicBezTo>
                  <a:lnTo>
                    <a:pt x="1685" y="2780"/>
                  </a:lnTo>
                  <a:lnTo>
                    <a:pt x="1701" y="2780"/>
                  </a:lnTo>
                  <a:cubicBezTo>
                    <a:pt x="1733" y="2727"/>
                    <a:pt x="1733" y="2679"/>
                    <a:pt x="1733" y="2643"/>
                  </a:cubicBezTo>
                  <a:lnTo>
                    <a:pt x="1733" y="2610"/>
                  </a:lnTo>
                  <a:lnTo>
                    <a:pt x="1733" y="2340"/>
                  </a:lnTo>
                  <a:cubicBezTo>
                    <a:pt x="1733" y="2174"/>
                    <a:pt x="1733" y="2020"/>
                    <a:pt x="1753" y="1871"/>
                  </a:cubicBezTo>
                  <a:cubicBezTo>
                    <a:pt x="1753" y="1786"/>
                    <a:pt x="1717" y="1750"/>
                    <a:pt x="1668" y="1701"/>
                  </a:cubicBezTo>
                  <a:cubicBezTo>
                    <a:pt x="1668" y="1701"/>
                    <a:pt x="1652" y="1701"/>
                    <a:pt x="1652" y="1685"/>
                  </a:cubicBezTo>
                  <a:lnTo>
                    <a:pt x="1349" y="1382"/>
                  </a:lnTo>
                  <a:cubicBezTo>
                    <a:pt x="994" y="1027"/>
                    <a:pt x="642" y="675"/>
                    <a:pt x="287" y="304"/>
                  </a:cubicBezTo>
                  <a:cubicBezTo>
                    <a:pt x="255" y="287"/>
                    <a:pt x="238" y="255"/>
                    <a:pt x="202" y="235"/>
                  </a:cubicBezTo>
                  <a:cubicBezTo>
                    <a:pt x="117" y="170"/>
                    <a:pt x="53" y="102"/>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3"/>
            <p:cNvSpPr/>
            <p:nvPr/>
          </p:nvSpPr>
          <p:spPr>
            <a:xfrm>
              <a:off x="2153791" y="3463459"/>
              <a:ext cx="6953" cy="43902"/>
            </a:xfrm>
            <a:custGeom>
              <a:rect b="b" l="l" r="r" t="t"/>
              <a:pathLst>
                <a:path extrusionOk="0" h="442" w="70">
                  <a:moveTo>
                    <a:pt x="33" y="1"/>
                  </a:moveTo>
                  <a:cubicBezTo>
                    <a:pt x="17" y="86"/>
                    <a:pt x="17" y="154"/>
                    <a:pt x="17" y="223"/>
                  </a:cubicBezTo>
                  <a:cubicBezTo>
                    <a:pt x="17" y="288"/>
                    <a:pt x="33" y="356"/>
                    <a:pt x="17" y="425"/>
                  </a:cubicBezTo>
                  <a:cubicBezTo>
                    <a:pt x="1" y="425"/>
                    <a:pt x="17" y="425"/>
                    <a:pt x="17" y="441"/>
                  </a:cubicBezTo>
                  <a:lnTo>
                    <a:pt x="33" y="425"/>
                  </a:lnTo>
                  <a:cubicBezTo>
                    <a:pt x="53" y="356"/>
                    <a:pt x="53" y="288"/>
                    <a:pt x="53" y="223"/>
                  </a:cubicBezTo>
                  <a:cubicBezTo>
                    <a:pt x="53" y="154"/>
                    <a:pt x="33" y="86"/>
                    <a:pt x="69" y="21"/>
                  </a:cubicBezTo>
                  <a:cubicBezTo>
                    <a:pt x="69" y="1"/>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3"/>
            <p:cNvSpPr/>
            <p:nvPr/>
          </p:nvSpPr>
          <p:spPr>
            <a:xfrm>
              <a:off x="1249437" y="2701835"/>
              <a:ext cx="250796" cy="206795"/>
            </a:xfrm>
            <a:custGeom>
              <a:rect b="b" l="l" r="r" t="t"/>
              <a:pathLst>
                <a:path extrusionOk="0" h="2082" w="2525">
                  <a:moveTo>
                    <a:pt x="1632" y="1"/>
                  </a:moveTo>
                  <a:cubicBezTo>
                    <a:pt x="1597" y="1"/>
                    <a:pt x="1558" y="11"/>
                    <a:pt x="1515" y="30"/>
                  </a:cubicBezTo>
                  <a:lnTo>
                    <a:pt x="1244" y="131"/>
                  </a:lnTo>
                  <a:cubicBezTo>
                    <a:pt x="877" y="280"/>
                    <a:pt x="489" y="434"/>
                    <a:pt x="101" y="583"/>
                  </a:cubicBezTo>
                  <a:lnTo>
                    <a:pt x="85" y="583"/>
                  </a:lnTo>
                  <a:cubicBezTo>
                    <a:pt x="49" y="599"/>
                    <a:pt x="16" y="620"/>
                    <a:pt x="16" y="668"/>
                  </a:cubicBezTo>
                  <a:cubicBezTo>
                    <a:pt x="0" y="1056"/>
                    <a:pt x="0" y="1428"/>
                    <a:pt x="16" y="1795"/>
                  </a:cubicBezTo>
                  <a:lnTo>
                    <a:pt x="33" y="1811"/>
                  </a:lnTo>
                  <a:lnTo>
                    <a:pt x="49" y="1795"/>
                  </a:lnTo>
                  <a:cubicBezTo>
                    <a:pt x="16" y="1428"/>
                    <a:pt x="33" y="1056"/>
                    <a:pt x="49" y="668"/>
                  </a:cubicBezTo>
                  <a:cubicBezTo>
                    <a:pt x="49" y="636"/>
                    <a:pt x="69" y="636"/>
                    <a:pt x="101" y="620"/>
                  </a:cubicBezTo>
                  <a:cubicBezTo>
                    <a:pt x="489" y="466"/>
                    <a:pt x="877" y="317"/>
                    <a:pt x="1244" y="163"/>
                  </a:cubicBezTo>
                  <a:lnTo>
                    <a:pt x="1531" y="46"/>
                  </a:lnTo>
                  <a:cubicBezTo>
                    <a:pt x="1563" y="36"/>
                    <a:pt x="1593" y="31"/>
                    <a:pt x="1621" y="31"/>
                  </a:cubicBezTo>
                  <a:cubicBezTo>
                    <a:pt x="1684" y="31"/>
                    <a:pt x="1739" y="56"/>
                    <a:pt x="1786" y="115"/>
                  </a:cubicBezTo>
                  <a:cubicBezTo>
                    <a:pt x="2036" y="397"/>
                    <a:pt x="2238" y="636"/>
                    <a:pt x="2424" y="854"/>
                  </a:cubicBezTo>
                  <a:cubicBezTo>
                    <a:pt x="2472" y="902"/>
                    <a:pt x="2493" y="955"/>
                    <a:pt x="2493" y="1040"/>
                  </a:cubicBezTo>
                  <a:lnTo>
                    <a:pt x="2493" y="1630"/>
                  </a:lnTo>
                  <a:lnTo>
                    <a:pt x="2493" y="1933"/>
                  </a:lnTo>
                  <a:lnTo>
                    <a:pt x="2493" y="1949"/>
                  </a:lnTo>
                  <a:cubicBezTo>
                    <a:pt x="2493" y="1997"/>
                    <a:pt x="2493" y="2034"/>
                    <a:pt x="2472" y="2050"/>
                  </a:cubicBezTo>
                  <a:lnTo>
                    <a:pt x="2472" y="2066"/>
                  </a:lnTo>
                  <a:lnTo>
                    <a:pt x="2472" y="2082"/>
                  </a:lnTo>
                  <a:lnTo>
                    <a:pt x="2493" y="2066"/>
                  </a:lnTo>
                  <a:cubicBezTo>
                    <a:pt x="2525" y="2034"/>
                    <a:pt x="2525" y="1997"/>
                    <a:pt x="2525" y="1949"/>
                  </a:cubicBezTo>
                  <a:lnTo>
                    <a:pt x="2525" y="1933"/>
                  </a:lnTo>
                  <a:lnTo>
                    <a:pt x="2525" y="1630"/>
                  </a:lnTo>
                  <a:lnTo>
                    <a:pt x="2525" y="1040"/>
                  </a:lnTo>
                  <a:cubicBezTo>
                    <a:pt x="2525" y="955"/>
                    <a:pt x="2509" y="886"/>
                    <a:pt x="2456" y="838"/>
                  </a:cubicBezTo>
                  <a:cubicBezTo>
                    <a:pt x="2254" y="620"/>
                    <a:pt x="2052" y="381"/>
                    <a:pt x="1802" y="94"/>
                  </a:cubicBezTo>
                  <a:cubicBezTo>
                    <a:pt x="1748" y="31"/>
                    <a:pt x="1694" y="1"/>
                    <a:pt x="1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3"/>
            <p:cNvSpPr/>
            <p:nvPr/>
          </p:nvSpPr>
          <p:spPr>
            <a:xfrm>
              <a:off x="2081979" y="2792518"/>
              <a:ext cx="100418" cy="244935"/>
            </a:xfrm>
            <a:custGeom>
              <a:rect b="b" l="l" r="r" t="t"/>
              <a:pathLst>
                <a:path extrusionOk="0" h="2466" w="1011">
                  <a:moveTo>
                    <a:pt x="21" y="1"/>
                  </a:moveTo>
                  <a:cubicBezTo>
                    <a:pt x="18" y="1"/>
                    <a:pt x="17" y="3"/>
                    <a:pt x="17" y="10"/>
                  </a:cubicBezTo>
                  <a:cubicBezTo>
                    <a:pt x="1" y="10"/>
                    <a:pt x="1" y="10"/>
                    <a:pt x="1" y="26"/>
                  </a:cubicBezTo>
                  <a:cubicBezTo>
                    <a:pt x="49" y="228"/>
                    <a:pt x="33" y="430"/>
                    <a:pt x="17" y="648"/>
                  </a:cubicBezTo>
                  <a:lnTo>
                    <a:pt x="17" y="834"/>
                  </a:lnTo>
                  <a:cubicBezTo>
                    <a:pt x="1" y="1020"/>
                    <a:pt x="49" y="1185"/>
                    <a:pt x="186" y="1355"/>
                  </a:cubicBezTo>
                  <a:cubicBezTo>
                    <a:pt x="336" y="1557"/>
                    <a:pt x="489" y="1775"/>
                    <a:pt x="639" y="1993"/>
                  </a:cubicBezTo>
                  <a:cubicBezTo>
                    <a:pt x="707" y="2110"/>
                    <a:pt x="792" y="2231"/>
                    <a:pt x="877" y="2349"/>
                  </a:cubicBezTo>
                  <a:cubicBezTo>
                    <a:pt x="877" y="2349"/>
                    <a:pt x="877" y="2365"/>
                    <a:pt x="893" y="2381"/>
                  </a:cubicBezTo>
                  <a:cubicBezTo>
                    <a:pt x="909" y="2413"/>
                    <a:pt x="926" y="2450"/>
                    <a:pt x="994" y="2466"/>
                  </a:cubicBezTo>
                  <a:cubicBezTo>
                    <a:pt x="994" y="2466"/>
                    <a:pt x="994" y="2450"/>
                    <a:pt x="1010" y="2450"/>
                  </a:cubicBezTo>
                  <a:cubicBezTo>
                    <a:pt x="1010" y="2433"/>
                    <a:pt x="994" y="2433"/>
                    <a:pt x="994" y="2433"/>
                  </a:cubicBezTo>
                  <a:cubicBezTo>
                    <a:pt x="942" y="2433"/>
                    <a:pt x="926" y="2397"/>
                    <a:pt x="909" y="2365"/>
                  </a:cubicBezTo>
                  <a:cubicBezTo>
                    <a:pt x="909" y="2349"/>
                    <a:pt x="893" y="2349"/>
                    <a:pt x="893" y="2332"/>
                  </a:cubicBezTo>
                  <a:cubicBezTo>
                    <a:pt x="808" y="2211"/>
                    <a:pt x="740" y="2094"/>
                    <a:pt x="655" y="1977"/>
                  </a:cubicBezTo>
                  <a:cubicBezTo>
                    <a:pt x="505" y="1775"/>
                    <a:pt x="352" y="1541"/>
                    <a:pt x="202" y="1339"/>
                  </a:cubicBezTo>
                  <a:cubicBezTo>
                    <a:pt x="85" y="1169"/>
                    <a:pt x="33" y="1020"/>
                    <a:pt x="33" y="834"/>
                  </a:cubicBezTo>
                  <a:cubicBezTo>
                    <a:pt x="33" y="765"/>
                    <a:pt x="49" y="717"/>
                    <a:pt x="49" y="648"/>
                  </a:cubicBezTo>
                  <a:cubicBezTo>
                    <a:pt x="69" y="430"/>
                    <a:pt x="69" y="228"/>
                    <a:pt x="33" y="10"/>
                  </a:cubicBezTo>
                  <a:cubicBezTo>
                    <a:pt x="33" y="10"/>
                    <a:pt x="26"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3"/>
            <p:cNvSpPr/>
            <p:nvPr/>
          </p:nvSpPr>
          <p:spPr>
            <a:xfrm>
              <a:off x="1520197" y="2816654"/>
              <a:ext cx="199147" cy="346048"/>
            </a:xfrm>
            <a:custGeom>
              <a:rect b="b" l="l" r="r" t="t"/>
              <a:pathLst>
                <a:path extrusionOk="0" h="3484" w="2005">
                  <a:moveTo>
                    <a:pt x="17" y="1"/>
                  </a:moveTo>
                  <a:lnTo>
                    <a:pt x="17" y="17"/>
                  </a:lnTo>
                  <a:cubicBezTo>
                    <a:pt x="1" y="102"/>
                    <a:pt x="49" y="150"/>
                    <a:pt x="118" y="187"/>
                  </a:cubicBezTo>
                  <a:cubicBezTo>
                    <a:pt x="134" y="203"/>
                    <a:pt x="150" y="219"/>
                    <a:pt x="171" y="235"/>
                  </a:cubicBezTo>
                  <a:cubicBezTo>
                    <a:pt x="272" y="373"/>
                    <a:pt x="389" y="490"/>
                    <a:pt x="490" y="607"/>
                  </a:cubicBezTo>
                  <a:cubicBezTo>
                    <a:pt x="538" y="655"/>
                    <a:pt x="575" y="708"/>
                    <a:pt x="623" y="756"/>
                  </a:cubicBezTo>
                  <a:cubicBezTo>
                    <a:pt x="724" y="878"/>
                    <a:pt x="825" y="995"/>
                    <a:pt x="910" y="1096"/>
                  </a:cubicBezTo>
                  <a:cubicBezTo>
                    <a:pt x="1213" y="1431"/>
                    <a:pt x="1516" y="1786"/>
                    <a:pt x="1803" y="2138"/>
                  </a:cubicBezTo>
                  <a:cubicBezTo>
                    <a:pt x="1819" y="2154"/>
                    <a:pt x="1835" y="2170"/>
                    <a:pt x="1867" y="2190"/>
                  </a:cubicBezTo>
                  <a:cubicBezTo>
                    <a:pt x="1920" y="2239"/>
                    <a:pt x="1968" y="2308"/>
                    <a:pt x="1968" y="2392"/>
                  </a:cubicBezTo>
                  <a:lnTo>
                    <a:pt x="1968" y="2760"/>
                  </a:lnTo>
                  <a:cubicBezTo>
                    <a:pt x="1968" y="2962"/>
                    <a:pt x="1988" y="3180"/>
                    <a:pt x="1936" y="3382"/>
                  </a:cubicBezTo>
                  <a:cubicBezTo>
                    <a:pt x="1936" y="3418"/>
                    <a:pt x="1936" y="3451"/>
                    <a:pt x="1968" y="3483"/>
                  </a:cubicBezTo>
                  <a:lnTo>
                    <a:pt x="1988" y="3483"/>
                  </a:lnTo>
                  <a:cubicBezTo>
                    <a:pt x="2005" y="3467"/>
                    <a:pt x="2005" y="3467"/>
                    <a:pt x="1988" y="3467"/>
                  </a:cubicBezTo>
                  <a:cubicBezTo>
                    <a:pt x="1968" y="3451"/>
                    <a:pt x="1968" y="3418"/>
                    <a:pt x="1968" y="3382"/>
                  </a:cubicBezTo>
                  <a:cubicBezTo>
                    <a:pt x="2005" y="3180"/>
                    <a:pt x="2005" y="2962"/>
                    <a:pt x="2005" y="2760"/>
                  </a:cubicBezTo>
                  <a:cubicBezTo>
                    <a:pt x="1988" y="2643"/>
                    <a:pt x="1988" y="2526"/>
                    <a:pt x="2005" y="2392"/>
                  </a:cubicBezTo>
                  <a:cubicBezTo>
                    <a:pt x="2005" y="2291"/>
                    <a:pt x="1936" y="2223"/>
                    <a:pt x="1887" y="2170"/>
                  </a:cubicBezTo>
                  <a:cubicBezTo>
                    <a:pt x="1867" y="2154"/>
                    <a:pt x="1835" y="2138"/>
                    <a:pt x="1835" y="2122"/>
                  </a:cubicBezTo>
                  <a:cubicBezTo>
                    <a:pt x="1532" y="1766"/>
                    <a:pt x="1229" y="1415"/>
                    <a:pt x="942" y="1080"/>
                  </a:cubicBezTo>
                  <a:cubicBezTo>
                    <a:pt x="841" y="979"/>
                    <a:pt x="740" y="857"/>
                    <a:pt x="639" y="740"/>
                  </a:cubicBezTo>
                  <a:cubicBezTo>
                    <a:pt x="591" y="692"/>
                    <a:pt x="554" y="639"/>
                    <a:pt x="506" y="591"/>
                  </a:cubicBezTo>
                  <a:cubicBezTo>
                    <a:pt x="405" y="474"/>
                    <a:pt x="288" y="336"/>
                    <a:pt x="187" y="219"/>
                  </a:cubicBezTo>
                  <a:cubicBezTo>
                    <a:pt x="171" y="203"/>
                    <a:pt x="150" y="187"/>
                    <a:pt x="134" y="171"/>
                  </a:cubicBezTo>
                  <a:cubicBezTo>
                    <a:pt x="86" y="118"/>
                    <a:pt x="33" y="86"/>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3"/>
            <p:cNvSpPr/>
            <p:nvPr/>
          </p:nvSpPr>
          <p:spPr>
            <a:xfrm>
              <a:off x="1384619" y="1708088"/>
              <a:ext cx="5364" cy="46981"/>
            </a:xfrm>
            <a:custGeom>
              <a:rect b="b" l="l" r="r" t="t"/>
              <a:pathLst>
                <a:path extrusionOk="0" h="473" w="54">
                  <a:moveTo>
                    <a:pt x="21" y="0"/>
                  </a:moveTo>
                  <a:lnTo>
                    <a:pt x="21" y="20"/>
                  </a:lnTo>
                  <a:lnTo>
                    <a:pt x="21" y="186"/>
                  </a:lnTo>
                  <a:cubicBezTo>
                    <a:pt x="1" y="271"/>
                    <a:pt x="1" y="372"/>
                    <a:pt x="21" y="457"/>
                  </a:cubicBezTo>
                  <a:cubicBezTo>
                    <a:pt x="21" y="473"/>
                    <a:pt x="37" y="473"/>
                    <a:pt x="37" y="473"/>
                  </a:cubicBezTo>
                  <a:cubicBezTo>
                    <a:pt x="53" y="473"/>
                    <a:pt x="53" y="473"/>
                    <a:pt x="53" y="457"/>
                  </a:cubicBezTo>
                  <a:cubicBezTo>
                    <a:pt x="37" y="372"/>
                    <a:pt x="37" y="271"/>
                    <a:pt x="37" y="186"/>
                  </a:cubicBezTo>
                  <a:lnTo>
                    <a:pt x="37" y="20"/>
                  </a:lnTo>
                  <a:cubicBezTo>
                    <a:pt x="37" y="0"/>
                    <a:pt x="37"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3"/>
            <p:cNvSpPr/>
            <p:nvPr/>
          </p:nvSpPr>
          <p:spPr>
            <a:xfrm>
              <a:off x="2095190" y="3649296"/>
              <a:ext cx="5364" cy="48669"/>
            </a:xfrm>
            <a:custGeom>
              <a:rect b="b" l="l" r="r" t="t"/>
              <a:pathLst>
                <a:path extrusionOk="0" h="490" w="54">
                  <a:moveTo>
                    <a:pt x="37" y="0"/>
                  </a:moveTo>
                  <a:cubicBezTo>
                    <a:pt x="17" y="85"/>
                    <a:pt x="17" y="170"/>
                    <a:pt x="17" y="235"/>
                  </a:cubicBezTo>
                  <a:cubicBezTo>
                    <a:pt x="17" y="319"/>
                    <a:pt x="17" y="388"/>
                    <a:pt x="1" y="473"/>
                  </a:cubicBezTo>
                  <a:lnTo>
                    <a:pt x="17" y="489"/>
                  </a:lnTo>
                  <a:lnTo>
                    <a:pt x="37" y="473"/>
                  </a:lnTo>
                  <a:cubicBezTo>
                    <a:pt x="53" y="388"/>
                    <a:pt x="53" y="319"/>
                    <a:pt x="53" y="235"/>
                  </a:cubicBezTo>
                  <a:cubicBezTo>
                    <a:pt x="37" y="170"/>
                    <a:pt x="37" y="85"/>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3"/>
            <p:cNvSpPr/>
            <p:nvPr/>
          </p:nvSpPr>
          <p:spPr>
            <a:xfrm>
              <a:off x="852932" y="1198452"/>
              <a:ext cx="364920" cy="337606"/>
            </a:xfrm>
            <a:custGeom>
              <a:rect b="b" l="l" r="r" t="t"/>
              <a:pathLst>
                <a:path extrusionOk="0" h="3399" w="3674">
                  <a:moveTo>
                    <a:pt x="3637" y="1"/>
                  </a:moveTo>
                  <a:cubicBezTo>
                    <a:pt x="3621" y="1"/>
                    <a:pt x="3621" y="1"/>
                    <a:pt x="3621" y="17"/>
                  </a:cubicBezTo>
                  <a:lnTo>
                    <a:pt x="3621" y="251"/>
                  </a:lnTo>
                  <a:cubicBezTo>
                    <a:pt x="3621" y="421"/>
                    <a:pt x="3604" y="607"/>
                    <a:pt x="3621" y="789"/>
                  </a:cubicBezTo>
                  <a:cubicBezTo>
                    <a:pt x="3657" y="1043"/>
                    <a:pt x="3572" y="1193"/>
                    <a:pt x="3318" y="1330"/>
                  </a:cubicBezTo>
                  <a:cubicBezTo>
                    <a:pt x="2562" y="1782"/>
                    <a:pt x="1787" y="2255"/>
                    <a:pt x="1031" y="2728"/>
                  </a:cubicBezTo>
                  <a:cubicBezTo>
                    <a:pt x="760" y="2893"/>
                    <a:pt x="474" y="3063"/>
                    <a:pt x="187" y="3249"/>
                  </a:cubicBezTo>
                  <a:cubicBezTo>
                    <a:pt x="171" y="3249"/>
                    <a:pt x="138" y="3265"/>
                    <a:pt x="122" y="3265"/>
                  </a:cubicBezTo>
                  <a:cubicBezTo>
                    <a:pt x="70" y="3281"/>
                    <a:pt x="21" y="3313"/>
                    <a:pt x="1" y="3382"/>
                  </a:cubicBezTo>
                  <a:cubicBezTo>
                    <a:pt x="1" y="3398"/>
                    <a:pt x="1" y="3398"/>
                    <a:pt x="21" y="3398"/>
                  </a:cubicBezTo>
                  <a:cubicBezTo>
                    <a:pt x="37" y="3334"/>
                    <a:pt x="86" y="3313"/>
                    <a:pt x="138" y="3297"/>
                  </a:cubicBezTo>
                  <a:cubicBezTo>
                    <a:pt x="155" y="3281"/>
                    <a:pt x="171" y="3281"/>
                    <a:pt x="203" y="3265"/>
                  </a:cubicBezTo>
                  <a:cubicBezTo>
                    <a:pt x="474" y="3095"/>
                    <a:pt x="760" y="2909"/>
                    <a:pt x="1047" y="2744"/>
                  </a:cubicBezTo>
                  <a:cubicBezTo>
                    <a:pt x="1803" y="2287"/>
                    <a:pt x="2562" y="1799"/>
                    <a:pt x="3334" y="1362"/>
                  </a:cubicBezTo>
                  <a:cubicBezTo>
                    <a:pt x="3588" y="1213"/>
                    <a:pt x="3673" y="1059"/>
                    <a:pt x="3657" y="772"/>
                  </a:cubicBezTo>
                  <a:cubicBezTo>
                    <a:pt x="3637" y="607"/>
                    <a:pt x="3637" y="421"/>
                    <a:pt x="3637" y="251"/>
                  </a:cubicBezTo>
                  <a:cubicBezTo>
                    <a:pt x="3637" y="167"/>
                    <a:pt x="3657" y="82"/>
                    <a:pt x="3657" y="17"/>
                  </a:cubicBezTo>
                  <a:cubicBezTo>
                    <a:pt x="3657" y="1"/>
                    <a:pt x="3637" y="1"/>
                    <a:pt x="3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3"/>
            <p:cNvSpPr/>
            <p:nvPr/>
          </p:nvSpPr>
          <p:spPr>
            <a:xfrm>
              <a:off x="515525" y="3648104"/>
              <a:ext cx="122070" cy="86313"/>
            </a:xfrm>
            <a:custGeom>
              <a:rect b="b" l="l" r="r" t="t"/>
              <a:pathLst>
                <a:path extrusionOk="0" h="869" w="1229">
                  <a:moveTo>
                    <a:pt x="1174" y="0"/>
                  </a:moveTo>
                  <a:cubicBezTo>
                    <a:pt x="1157" y="0"/>
                    <a:pt x="1136" y="4"/>
                    <a:pt x="1112" y="12"/>
                  </a:cubicBezTo>
                  <a:cubicBezTo>
                    <a:pt x="893" y="81"/>
                    <a:pt x="671" y="146"/>
                    <a:pt x="453" y="214"/>
                  </a:cubicBezTo>
                  <a:cubicBezTo>
                    <a:pt x="336" y="247"/>
                    <a:pt x="219" y="283"/>
                    <a:pt x="85" y="315"/>
                  </a:cubicBezTo>
                  <a:cubicBezTo>
                    <a:pt x="65" y="331"/>
                    <a:pt x="65" y="331"/>
                    <a:pt x="49" y="331"/>
                  </a:cubicBezTo>
                  <a:lnTo>
                    <a:pt x="17" y="331"/>
                  </a:lnTo>
                  <a:cubicBezTo>
                    <a:pt x="17" y="331"/>
                    <a:pt x="1" y="331"/>
                    <a:pt x="1" y="348"/>
                  </a:cubicBezTo>
                  <a:cubicBezTo>
                    <a:pt x="11" y="348"/>
                    <a:pt x="15" y="355"/>
                    <a:pt x="16" y="355"/>
                  </a:cubicBezTo>
                  <a:cubicBezTo>
                    <a:pt x="17" y="355"/>
                    <a:pt x="17" y="353"/>
                    <a:pt x="17" y="348"/>
                  </a:cubicBezTo>
                  <a:lnTo>
                    <a:pt x="85" y="348"/>
                  </a:lnTo>
                  <a:cubicBezTo>
                    <a:pt x="219" y="315"/>
                    <a:pt x="352" y="263"/>
                    <a:pt x="469" y="230"/>
                  </a:cubicBezTo>
                  <a:cubicBezTo>
                    <a:pt x="691" y="182"/>
                    <a:pt x="910" y="113"/>
                    <a:pt x="1112" y="45"/>
                  </a:cubicBezTo>
                  <a:cubicBezTo>
                    <a:pt x="1160" y="28"/>
                    <a:pt x="1176" y="28"/>
                    <a:pt x="1196" y="28"/>
                  </a:cubicBezTo>
                  <a:cubicBezTo>
                    <a:pt x="1213" y="45"/>
                    <a:pt x="1213" y="61"/>
                    <a:pt x="1213" y="97"/>
                  </a:cubicBezTo>
                  <a:lnTo>
                    <a:pt x="1213" y="634"/>
                  </a:lnTo>
                  <a:lnTo>
                    <a:pt x="1213" y="852"/>
                  </a:lnTo>
                  <a:cubicBezTo>
                    <a:pt x="1213" y="869"/>
                    <a:pt x="1213" y="869"/>
                    <a:pt x="1229" y="869"/>
                  </a:cubicBezTo>
                  <a:lnTo>
                    <a:pt x="1229" y="852"/>
                  </a:lnTo>
                  <a:lnTo>
                    <a:pt x="1229" y="634"/>
                  </a:lnTo>
                  <a:lnTo>
                    <a:pt x="1229" y="97"/>
                  </a:lnTo>
                  <a:cubicBezTo>
                    <a:pt x="1229" y="45"/>
                    <a:pt x="1229" y="28"/>
                    <a:pt x="1213" y="12"/>
                  </a:cubicBezTo>
                  <a:cubicBezTo>
                    <a:pt x="1204" y="4"/>
                    <a:pt x="1191"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3"/>
            <p:cNvSpPr/>
            <p:nvPr/>
          </p:nvSpPr>
          <p:spPr>
            <a:xfrm>
              <a:off x="789563" y="3296593"/>
              <a:ext cx="5364" cy="81943"/>
            </a:xfrm>
            <a:custGeom>
              <a:rect b="b" l="l" r="r" t="t"/>
              <a:pathLst>
                <a:path extrusionOk="0" h="825" w="54">
                  <a:moveTo>
                    <a:pt x="1" y="0"/>
                  </a:moveTo>
                  <a:lnTo>
                    <a:pt x="1" y="186"/>
                  </a:lnTo>
                  <a:lnTo>
                    <a:pt x="1" y="671"/>
                  </a:lnTo>
                  <a:lnTo>
                    <a:pt x="1" y="707"/>
                  </a:lnTo>
                  <a:cubicBezTo>
                    <a:pt x="1" y="740"/>
                    <a:pt x="1" y="792"/>
                    <a:pt x="17" y="824"/>
                  </a:cubicBezTo>
                  <a:lnTo>
                    <a:pt x="33" y="824"/>
                  </a:lnTo>
                  <a:cubicBezTo>
                    <a:pt x="53" y="824"/>
                    <a:pt x="53" y="824"/>
                    <a:pt x="33" y="808"/>
                  </a:cubicBezTo>
                  <a:lnTo>
                    <a:pt x="33" y="707"/>
                  </a:lnTo>
                  <a:lnTo>
                    <a:pt x="33" y="671"/>
                  </a:lnTo>
                  <a:lnTo>
                    <a:pt x="33" y="186"/>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3"/>
            <p:cNvSpPr/>
            <p:nvPr/>
          </p:nvSpPr>
          <p:spPr>
            <a:xfrm>
              <a:off x="697687" y="3647707"/>
              <a:ext cx="3278" cy="41816"/>
            </a:xfrm>
            <a:custGeom>
              <a:rect b="b" l="l" r="r" t="t"/>
              <a:pathLst>
                <a:path extrusionOk="0" h="421" w="33">
                  <a:moveTo>
                    <a:pt x="1" y="0"/>
                  </a:moveTo>
                  <a:lnTo>
                    <a:pt x="1" y="16"/>
                  </a:lnTo>
                  <a:cubicBezTo>
                    <a:pt x="17" y="101"/>
                    <a:pt x="17" y="186"/>
                    <a:pt x="17" y="251"/>
                  </a:cubicBezTo>
                  <a:cubicBezTo>
                    <a:pt x="17" y="303"/>
                    <a:pt x="1" y="352"/>
                    <a:pt x="17" y="404"/>
                  </a:cubicBezTo>
                  <a:lnTo>
                    <a:pt x="17" y="420"/>
                  </a:lnTo>
                  <a:cubicBezTo>
                    <a:pt x="33" y="420"/>
                    <a:pt x="33" y="404"/>
                    <a:pt x="33" y="404"/>
                  </a:cubicBezTo>
                  <a:lnTo>
                    <a:pt x="33" y="251"/>
                  </a:lnTo>
                  <a:cubicBezTo>
                    <a:pt x="33" y="166"/>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3"/>
            <p:cNvSpPr/>
            <p:nvPr/>
          </p:nvSpPr>
          <p:spPr>
            <a:xfrm>
              <a:off x="1409946" y="1288738"/>
              <a:ext cx="83532" cy="192293"/>
            </a:xfrm>
            <a:custGeom>
              <a:rect b="b" l="l" r="r" t="t"/>
              <a:pathLst>
                <a:path extrusionOk="0" h="1936" w="841">
                  <a:moveTo>
                    <a:pt x="32" y="1"/>
                  </a:moveTo>
                  <a:cubicBezTo>
                    <a:pt x="0" y="235"/>
                    <a:pt x="16" y="453"/>
                    <a:pt x="16" y="671"/>
                  </a:cubicBezTo>
                  <a:lnTo>
                    <a:pt x="16" y="708"/>
                  </a:lnTo>
                  <a:cubicBezTo>
                    <a:pt x="16" y="756"/>
                    <a:pt x="49" y="772"/>
                    <a:pt x="69" y="789"/>
                  </a:cubicBezTo>
                  <a:cubicBezTo>
                    <a:pt x="186" y="890"/>
                    <a:pt x="271" y="1043"/>
                    <a:pt x="335" y="1176"/>
                  </a:cubicBezTo>
                  <a:cubicBezTo>
                    <a:pt x="388" y="1277"/>
                    <a:pt x="452" y="1378"/>
                    <a:pt x="521" y="1463"/>
                  </a:cubicBezTo>
                  <a:cubicBezTo>
                    <a:pt x="574" y="1516"/>
                    <a:pt x="606" y="1597"/>
                    <a:pt x="638" y="1665"/>
                  </a:cubicBezTo>
                  <a:cubicBezTo>
                    <a:pt x="691" y="1766"/>
                    <a:pt x="739" y="1867"/>
                    <a:pt x="824" y="1936"/>
                  </a:cubicBezTo>
                  <a:lnTo>
                    <a:pt x="840" y="1936"/>
                  </a:lnTo>
                  <a:lnTo>
                    <a:pt x="840" y="1920"/>
                  </a:lnTo>
                  <a:cubicBezTo>
                    <a:pt x="755" y="1851"/>
                    <a:pt x="707" y="1750"/>
                    <a:pt x="654" y="1649"/>
                  </a:cubicBezTo>
                  <a:cubicBezTo>
                    <a:pt x="622" y="1580"/>
                    <a:pt x="590" y="1516"/>
                    <a:pt x="537" y="1447"/>
                  </a:cubicBezTo>
                  <a:cubicBezTo>
                    <a:pt x="473" y="1362"/>
                    <a:pt x="420" y="1261"/>
                    <a:pt x="372" y="1160"/>
                  </a:cubicBezTo>
                  <a:cubicBezTo>
                    <a:pt x="287" y="1027"/>
                    <a:pt x="202" y="873"/>
                    <a:pt x="85" y="772"/>
                  </a:cubicBezTo>
                  <a:cubicBezTo>
                    <a:pt x="69" y="756"/>
                    <a:pt x="49" y="740"/>
                    <a:pt x="49" y="708"/>
                  </a:cubicBezTo>
                  <a:lnTo>
                    <a:pt x="49" y="671"/>
                  </a:lnTo>
                  <a:cubicBezTo>
                    <a:pt x="32" y="453"/>
                    <a:pt x="32" y="235"/>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3"/>
            <p:cNvSpPr/>
            <p:nvPr/>
          </p:nvSpPr>
          <p:spPr>
            <a:xfrm>
              <a:off x="1520197" y="3167073"/>
              <a:ext cx="180672" cy="281686"/>
            </a:xfrm>
            <a:custGeom>
              <a:rect b="b" l="l" r="r" t="t"/>
              <a:pathLst>
                <a:path extrusionOk="0" h="2836" w="1819">
                  <a:moveTo>
                    <a:pt x="64" y="0"/>
                  </a:moveTo>
                  <a:cubicBezTo>
                    <a:pt x="58" y="0"/>
                    <a:pt x="49" y="8"/>
                    <a:pt x="49" y="8"/>
                  </a:cubicBezTo>
                  <a:cubicBezTo>
                    <a:pt x="1" y="157"/>
                    <a:pt x="1" y="258"/>
                    <a:pt x="150" y="379"/>
                  </a:cubicBezTo>
                  <a:cubicBezTo>
                    <a:pt x="352" y="561"/>
                    <a:pt x="538" y="747"/>
                    <a:pt x="724" y="949"/>
                  </a:cubicBezTo>
                  <a:cubicBezTo>
                    <a:pt x="793" y="1018"/>
                    <a:pt x="857" y="1086"/>
                    <a:pt x="926" y="1151"/>
                  </a:cubicBezTo>
                  <a:cubicBezTo>
                    <a:pt x="1027" y="1252"/>
                    <a:pt x="1128" y="1353"/>
                    <a:pt x="1213" y="1454"/>
                  </a:cubicBezTo>
                  <a:cubicBezTo>
                    <a:pt x="1399" y="1623"/>
                    <a:pt x="1564" y="1809"/>
                    <a:pt x="1750" y="1975"/>
                  </a:cubicBezTo>
                  <a:cubicBezTo>
                    <a:pt x="1786" y="2011"/>
                    <a:pt x="1803" y="2027"/>
                    <a:pt x="1803" y="2060"/>
                  </a:cubicBezTo>
                  <a:lnTo>
                    <a:pt x="1803" y="2751"/>
                  </a:lnTo>
                  <a:cubicBezTo>
                    <a:pt x="1803" y="2767"/>
                    <a:pt x="1786" y="2783"/>
                    <a:pt x="1786" y="2803"/>
                  </a:cubicBezTo>
                  <a:cubicBezTo>
                    <a:pt x="1766" y="2803"/>
                    <a:pt x="1766" y="2819"/>
                    <a:pt x="1766" y="2819"/>
                  </a:cubicBezTo>
                  <a:lnTo>
                    <a:pt x="1766" y="2835"/>
                  </a:lnTo>
                  <a:lnTo>
                    <a:pt x="1803" y="2835"/>
                  </a:lnTo>
                  <a:lnTo>
                    <a:pt x="1803" y="2819"/>
                  </a:lnTo>
                  <a:cubicBezTo>
                    <a:pt x="1819" y="2803"/>
                    <a:pt x="1819" y="2767"/>
                    <a:pt x="1819" y="2751"/>
                  </a:cubicBezTo>
                  <a:lnTo>
                    <a:pt x="1819" y="2060"/>
                  </a:lnTo>
                  <a:cubicBezTo>
                    <a:pt x="1819" y="2027"/>
                    <a:pt x="1803" y="1995"/>
                    <a:pt x="1766" y="1959"/>
                  </a:cubicBezTo>
                  <a:cubicBezTo>
                    <a:pt x="1585" y="1793"/>
                    <a:pt x="1415" y="1607"/>
                    <a:pt x="1245" y="1422"/>
                  </a:cubicBezTo>
                  <a:cubicBezTo>
                    <a:pt x="1144" y="1337"/>
                    <a:pt x="1043" y="1236"/>
                    <a:pt x="958" y="1135"/>
                  </a:cubicBezTo>
                  <a:cubicBezTo>
                    <a:pt x="878" y="1066"/>
                    <a:pt x="809" y="1001"/>
                    <a:pt x="740" y="933"/>
                  </a:cubicBezTo>
                  <a:cubicBezTo>
                    <a:pt x="554" y="731"/>
                    <a:pt x="373" y="529"/>
                    <a:pt x="171" y="359"/>
                  </a:cubicBezTo>
                  <a:cubicBezTo>
                    <a:pt x="33" y="242"/>
                    <a:pt x="33" y="157"/>
                    <a:pt x="86" y="24"/>
                  </a:cubicBezTo>
                  <a:cubicBezTo>
                    <a:pt x="86" y="8"/>
                    <a:pt x="70" y="8"/>
                    <a:pt x="70" y="8"/>
                  </a:cubicBezTo>
                  <a:cubicBezTo>
                    <a:pt x="70" y="2"/>
                    <a:pt x="67"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3"/>
            <p:cNvSpPr/>
            <p:nvPr/>
          </p:nvSpPr>
          <p:spPr>
            <a:xfrm>
              <a:off x="1133823" y="3004081"/>
              <a:ext cx="6953" cy="96743"/>
            </a:xfrm>
            <a:custGeom>
              <a:rect b="b" l="l" r="r" t="t"/>
              <a:pathLst>
                <a:path extrusionOk="0" h="974" w="70">
                  <a:moveTo>
                    <a:pt x="1" y="0"/>
                  </a:moveTo>
                  <a:lnTo>
                    <a:pt x="1" y="17"/>
                  </a:lnTo>
                  <a:cubicBezTo>
                    <a:pt x="21" y="81"/>
                    <a:pt x="21" y="150"/>
                    <a:pt x="21" y="202"/>
                  </a:cubicBezTo>
                  <a:lnTo>
                    <a:pt x="21" y="788"/>
                  </a:lnTo>
                  <a:lnTo>
                    <a:pt x="21" y="825"/>
                  </a:lnTo>
                  <a:lnTo>
                    <a:pt x="21" y="857"/>
                  </a:lnTo>
                  <a:cubicBezTo>
                    <a:pt x="21" y="889"/>
                    <a:pt x="21" y="942"/>
                    <a:pt x="53" y="974"/>
                  </a:cubicBezTo>
                  <a:lnTo>
                    <a:pt x="69" y="974"/>
                  </a:lnTo>
                  <a:lnTo>
                    <a:pt x="69" y="958"/>
                  </a:lnTo>
                  <a:cubicBezTo>
                    <a:pt x="53" y="926"/>
                    <a:pt x="53" y="889"/>
                    <a:pt x="53" y="857"/>
                  </a:cubicBezTo>
                  <a:lnTo>
                    <a:pt x="53" y="825"/>
                  </a:lnTo>
                  <a:lnTo>
                    <a:pt x="53" y="788"/>
                  </a:lnTo>
                  <a:lnTo>
                    <a:pt x="53" y="202"/>
                  </a:lnTo>
                  <a:cubicBezTo>
                    <a:pt x="53" y="150"/>
                    <a:pt x="53" y="81"/>
                    <a:pt x="21" y="17"/>
                  </a:cubicBezTo>
                  <a:cubicBezTo>
                    <a:pt x="21" y="0"/>
                    <a:pt x="2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3"/>
            <p:cNvSpPr/>
            <p:nvPr/>
          </p:nvSpPr>
          <p:spPr>
            <a:xfrm>
              <a:off x="2028642" y="2900187"/>
              <a:ext cx="4867" cy="48570"/>
            </a:xfrm>
            <a:custGeom>
              <a:rect b="b" l="l" r="r" t="t"/>
              <a:pathLst>
                <a:path extrusionOk="0" h="489" w="49">
                  <a:moveTo>
                    <a:pt x="33" y="0"/>
                  </a:moveTo>
                  <a:cubicBezTo>
                    <a:pt x="0" y="85"/>
                    <a:pt x="16" y="170"/>
                    <a:pt x="16" y="239"/>
                  </a:cubicBezTo>
                  <a:cubicBezTo>
                    <a:pt x="16" y="319"/>
                    <a:pt x="16" y="388"/>
                    <a:pt x="0" y="473"/>
                  </a:cubicBezTo>
                  <a:cubicBezTo>
                    <a:pt x="0" y="473"/>
                    <a:pt x="0" y="489"/>
                    <a:pt x="16" y="489"/>
                  </a:cubicBezTo>
                  <a:lnTo>
                    <a:pt x="33" y="473"/>
                  </a:lnTo>
                  <a:cubicBezTo>
                    <a:pt x="49" y="388"/>
                    <a:pt x="49" y="319"/>
                    <a:pt x="33" y="239"/>
                  </a:cubicBezTo>
                  <a:cubicBezTo>
                    <a:pt x="33" y="170"/>
                    <a:pt x="33" y="85"/>
                    <a:pt x="49"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3"/>
            <p:cNvSpPr/>
            <p:nvPr/>
          </p:nvSpPr>
          <p:spPr>
            <a:xfrm>
              <a:off x="1525064" y="1604591"/>
              <a:ext cx="200736" cy="444678"/>
            </a:xfrm>
            <a:custGeom>
              <a:rect b="b" l="l" r="r" t="t"/>
              <a:pathLst>
                <a:path extrusionOk="0" h="4477" w="2021">
                  <a:moveTo>
                    <a:pt x="37" y="0"/>
                  </a:moveTo>
                  <a:cubicBezTo>
                    <a:pt x="0" y="53"/>
                    <a:pt x="0" y="85"/>
                    <a:pt x="0" y="133"/>
                  </a:cubicBezTo>
                  <a:lnTo>
                    <a:pt x="0" y="170"/>
                  </a:lnTo>
                  <a:lnTo>
                    <a:pt x="0" y="707"/>
                  </a:lnTo>
                  <a:lnTo>
                    <a:pt x="0" y="1127"/>
                  </a:lnTo>
                  <a:cubicBezTo>
                    <a:pt x="0" y="1196"/>
                    <a:pt x="21" y="1244"/>
                    <a:pt x="53" y="1313"/>
                  </a:cubicBezTo>
                  <a:cubicBezTo>
                    <a:pt x="154" y="1466"/>
                    <a:pt x="255" y="1616"/>
                    <a:pt x="340" y="1769"/>
                  </a:cubicBezTo>
                  <a:cubicBezTo>
                    <a:pt x="526" y="2052"/>
                    <a:pt x="691" y="2339"/>
                    <a:pt x="877" y="2626"/>
                  </a:cubicBezTo>
                  <a:cubicBezTo>
                    <a:pt x="994" y="2796"/>
                    <a:pt x="1111" y="2981"/>
                    <a:pt x="1212" y="3163"/>
                  </a:cubicBezTo>
                  <a:cubicBezTo>
                    <a:pt x="1350" y="3365"/>
                    <a:pt x="1467" y="3587"/>
                    <a:pt x="1600" y="3769"/>
                  </a:cubicBezTo>
                  <a:cubicBezTo>
                    <a:pt x="1637" y="3822"/>
                    <a:pt x="1669" y="3870"/>
                    <a:pt x="1685" y="3923"/>
                  </a:cubicBezTo>
                  <a:cubicBezTo>
                    <a:pt x="1754" y="4040"/>
                    <a:pt x="1818" y="4157"/>
                    <a:pt x="1919" y="4242"/>
                  </a:cubicBezTo>
                  <a:cubicBezTo>
                    <a:pt x="1972" y="4294"/>
                    <a:pt x="1988" y="4395"/>
                    <a:pt x="1972" y="4460"/>
                  </a:cubicBezTo>
                  <a:cubicBezTo>
                    <a:pt x="1972" y="4460"/>
                    <a:pt x="1972" y="4476"/>
                    <a:pt x="1988" y="4476"/>
                  </a:cubicBezTo>
                  <a:cubicBezTo>
                    <a:pt x="1988" y="4476"/>
                    <a:pt x="2004" y="4476"/>
                    <a:pt x="2004" y="4460"/>
                  </a:cubicBezTo>
                  <a:cubicBezTo>
                    <a:pt x="2020" y="4359"/>
                    <a:pt x="1988" y="4274"/>
                    <a:pt x="1939" y="4226"/>
                  </a:cubicBezTo>
                  <a:cubicBezTo>
                    <a:pt x="1838" y="4141"/>
                    <a:pt x="1770" y="4024"/>
                    <a:pt x="1717" y="3923"/>
                  </a:cubicBezTo>
                  <a:cubicBezTo>
                    <a:pt x="1685" y="3870"/>
                    <a:pt x="1653" y="3805"/>
                    <a:pt x="1616" y="3769"/>
                  </a:cubicBezTo>
                  <a:cubicBezTo>
                    <a:pt x="1499" y="3567"/>
                    <a:pt x="1366" y="3349"/>
                    <a:pt x="1249" y="3147"/>
                  </a:cubicBezTo>
                  <a:cubicBezTo>
                    <a:pt x="1132" y="2981"/>
                    <a:pt x="1031" y="2779"/>
                    <a:pt x="909" y="2610"/>
                  </a:cubicBezTo>
                  <a:cubicBezTo>
                    <a:pt x="728" y="2323"/>
                    <a:pt x="542" y="2036"/>
                    <a:pt x="372" y="1749"/>
                  </a:cubicBezTo>
                  <a:cubicBezTo>
                    <a:pt x="271" y="1600"/>
                    <a:pt x="170" y="1446"/>
                    <a:pt x="85" y="1297"/>
                  </a:cubicBezTo>
                  <a:cubicBezTo>
                    <a:pt x="37" y="1244"/>
                    <a:pt x="37" y="1196"/>
                    <a:pt x="37" y="1127"/>
                  </a:cubicBezTo>
                  <a:lnTo>
                    <a:pt x="37" y="707"/>
                  </a:lnTo>
                  <a:lnTo>
                    <a:pt x="37" y="170"/>
                  </a:lnTo>
                  <a:lnTo>
                    <a:pt x="37" y="133"/>
                  </a:lnTo>
                  <a:cubicBezTo>
                    <a:pt x="21" y="101"/>
                    <a:pt x="21" y="53"/>
                    <a:pt x="53" y="32"/>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3"/>
            <p:cNvSpPr/>
            <p:nvPr/>
          </p:nvSpPr>
          <p:spPr>
            <a:xfrm>
              <a:off x="849753" y="2262918"/>
              <a:ext cx="364423" cy="279799"/>
            </a:xfrm>
            <a:custGeom>
              <a:rect b="b" l="l" r="r" t="t"/>
              <a:pathLst>
                <a:path extrusionOk="0" h="2817" w="3669">
                  <a:moveTo>
                    <a:pt x="3583" y="1"/>
                  </a:moveTo>
                  <a:cubicBezTo>
                    <a:pt x="3529" y="1"/>
                    <a:pt x="3480" y="27"/>
                    <a:pt x="3451" y="54"/>
                  </a:cubicBezTo>
                  <a:cubicBezTo>
                    <a:pt x="3434" y="54"/>
                    <a:pt x="3418" y="70"/>
                    <a:pt x="3386" y="90"/>
                  </a:cubicBezTo>
                  <a:cubicBezTo>
                    <a:pt x="2493" y="510"/>
                    <a:pt x="1568" y="946"/>
                    <a:pt x="675" y="1367"/>
                  </a:cubicBezTo>
                  <a:lnTo>
                    <a:pt x="372" y="1520"/>
                  </a:lnTo>
                  <a:cubicBezTo>
                    <a:pt x="356" y="1520"/>
                    <a:pt x="356" y="1520"/>
                    <a:pt x="356" y="1536"/>
                  </a:cubicBezTo>
                  <a:lnTo>
                    <a:pt x="336" y="1536"/>
                  </a:lnTo>
                  <a:cubicBezTo>
                    <a:pt x="102" y="1585"/>
                    <a:pt x="1" y="1722"/>
                    <a:pt x="33" y="1989"/>
                  </a:cubicBezTo>
                  <a:lnTo>
                    <a:pt x="33" y="2461"/>
                  </a:lnTo>
                  <a:cubicBezTo>
                    <a:pt x="17" y="2530"/>
                    <a:pt x="17" y="2595"/>
                    <a:pt x="17" y="2663"/>
                  </a:cubicBezTo>
                  <a:lnTo>
                    <a:pt x="17" y="2696"/>
                  </a:lnTo>
                  <a:cubicBezTo>
                    <a:pt x="17" y="2732"/>
                    <a:pt x="17" y="2780"/>
                    <a:pt x="33" y="2817"/>
                  </a:cubicBezTo>
                  <a:lnTo>
                    <a:pt x="53" y="2817"/>
                  </a:lnTo>
                  <a:cubicBezTo>
                    <a:pt x="53" y="2817"/>
                    <a:pt x="69" y="2797"/>
                    <a:pt x="53" y="2797"/>
                  </a:cubicBezTo>
                  <a:cubicBezTo>
                    <a:pt x="33" y="2764"/>
                    <a:pt x="53" y="2732"/>
                    <a:pt x="53" y="2696"/>
                  </a:cubicBezTo>
                  <a:lnTo>
                    <a:pt x="53" y="2663"/>
                  </a:lnTo>
                  <a:lnTo>
                    <a:pt x="53" y="2461"/>
                  </a:lnTo>
                  <a:cubicBezTo>
                    <a:pt x="69" y="2312"/>
                    <a:pt x="69" y="2142"/>
                    <a:pt x="53" y="1989"/>
                  </a:cubicBezTo>
                  <a:cubicBezTo>
                    <a:pt x="33" y="1738"/>
                    <a:pt x="118" y="1605"/>
                    <a:pt x="336" y="1569"/>
                  </a:cubicBezTo>
                  <a:lnTo>
                    <a:pt x="372" y="1536"/>
                  </a:lnTo>
                  <a:lnTo>
                    <a:pt x="691" y="1383"/>
                  </a:lnTo>
                  <a:cubicBezTo>
                    <a:pt x="1584" y="963"/>
                    <a:pt x="2493" y="526"/>
                    <a:pt x="3402" y="106"/>
                  </a:cubicBezTo>
                  <a:cubicBezTo>
                    <a:pt x="3418" y="90"/>
                    <a:pt x="3434" y="90"/>
                    <a:pt x="3451" y="70"/>
                  </a:cubicBezTo>
                  <a:cubicBezTo>
                    <a:pt x="3503" y="38"/>
                    <a:pt x="3552" y="21"/>
                    <a:pt x="3604" y="21"/>
                  </a:cubicBezTo>
                  <a:cubicBezTo>
                    <a:pt x="3636" y="207"/>
                    <a:pt x="3636" y="223"/>
                    <a:pt x="3467" y="292"/>
                  </a:cubicBezTo>
                  <a:cubicBezTo>
                    <a:pt x="3350" y="357"/>
                    <a:pt x="3216" y="409"/>
                    <a:pt x="3083" y="474"/>
                  </a:cubicBezTo>
                  <a:cubicBezTo>
                    <a:pt x="2946" y="542"/>
                    <a:pt x="2796" y="611"/>
                    <a:pt x="2659" y="676"/>
                  </a:cubicBezTo>
                  <a:cubicBezTo>
                    <a:pt x="2542" y="728"/>
                    <a:pt x="2408" y="797"/>
                    <a:pt x="2291" y="862"/>
                  </a:cubicBezTo>
                  <a:cubicBezTo>
                    <a:pt x="2138" y="930"/>
                    <a:pt x="1988" y="1015"/>
                    <a:pt x="1835" y="1080"/>
                  </a:cubicBezTo>
                  <a:cubicBezTo>
                    <a:pt x="1516" y="1233"/>
                    <a:pt x="1196" y="1383"/>
                    <a:pt x="877" y="1520"/>
                  </a:cubicBezTo>
                  <a:cubicBezTo>
                    <a:pt x="691" y="1621"/>
                    <a:pt x="489" y="1706"/>
                    <a:pt x="304" y="1787"/>
                  </a:cubicBezTo>
                  <a:cubicBezTo>
                    <a:pt x="235" y="1823"/>
                    <a:pt x="203" y="1872"/>
                    <a:pt x="203" y="1956"/>
                  </a:cubicBezTo>
                  <a:lnTo>
                    <a:pt x="203" y="2259"/>
                  </a:lnTo>
                  <a:lnTo>
                    <a:pt x="203" y="2514"/>
                  </a:lnTo>
                  <a:lnTo>
                    <a:pt x="203" y="2562"/>
                  </a:lnTo>
                  <a:cubicBezTo>
                    <a:pt x="203" y="2615"/>
                    <a:pt x="203" y="2663"/>
                    <a:pt x="235" y="2716"/>
                  </a:cubicBezTo>
                  <a:lnTo>
                    <a:pt x="255" y="2716"/>
                  </a:lnTo>
                  <a:lnTo>
                    <a:pt x="255" y="2696"/>
                  </a:lnTo>
                  <a:cubicBezTo>
                    <a:pt x="219" y="2663"/>
                    <a:pt x="235" y="2615"/>
                    <a:pt x="235" y="2562"/>
                  </a:cubicBezTo>
                  <a:lnTo>
                    <a:pt x="235" y="2514"/>
                  </a:lnTo>
                  <a:lnTo>
                    <a:pt x="235" y="2259"/>
                  </a:lnTo>
                  <a:lnTo>
                    <a:pt x="235" y="1956"/>
                  </a:lnTo>
                  <a:cubicBezTo>
                    <a:pt x="235" y="1888"/>
                    <a:pt x="255" y="1839"/>
                    <a:pt x="304" y="1823"/>
                  </a:cubicBezTo>
                  <a:cubicBezTo>
                    <a:pt x="506" y="1722"/>
                    <a:pt x="691" y="1637"/>
                    <a:pt x="893" y="1552"/>
                  </a:cubicBezTo>
                  <a:cubicBezTo>
                    <a:pt x="1213" y="1403"/>
                    <a:pt x="1532" y="1249"/>
                    <a:pt x="1851" y="1100"/>
                  </a:cubicBezTo>
                  <a:cubicBezTo>
                    <a:pt x="2004" y="1031"/>
                    <a:pt x="2154" y="946"/>
                    <a:pt x="2307" y="878"/>
                  </a:cubicBezTo>
                  <a:cubicBezTo>
                    <a:pt x="2424" y="813"/>
                    <a:pt x="2542" y="761"/>
                    <a:pt x="2679" y="696"/>
                  </a:cubicBezTo>
                  <a:cubicBezTo>
                    <a:pt x="2812" y="627"/>
                    <a:pt x="2962" y="559"/>
                    <a:pt x="3099" y="494"/>
                  </a:cubicBezTo>
                  <a:cubicBezTo>
                    <a:pt x="3216" y="441"/>
                    <a:pt x="3350" y="373"/>
                    <a:pt x="3487" y="324"/>
                  </a:cubicBezTo>
                  <a:cubicBezTo>
                    <a:pt x="3653" y="240"/>
                    <a:pt x="3669" y="223"/>
                    <a:pt x="3620" y="21"/>
                  </a:cubicBezTo>
                  <a:lnTo>
                    <a:pt x="3620" y="5"/>
                  </a:lnTo>
                  <a:cubicBezTo>
                    <a:pt x="3608" y="2"/>
                    <a:pt x="3595" y="1"/>
                    <a:pt x="3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3"/>
            <p:cNvSpPr/>
            <p:nvPr/>
          </p:nvSpPr>
          <p:spPr>
            <a:xfrm>
              <a:off x="751024" y="2042714"/>
              <a:ext cx="5364" cy="46583"/>
            </a:xfrm>
            <a:custGeom>
              <a:rect b="b" l="l" r="r" t="t"/>
              <a:pathLst>
                <a:path extrusionOk="0" h="469" w="54">
                  <a:moveTo>
                    <a:pt x="37" y="0"/>
                  </a:moveTo>
                  <a:lnTo>
                    <a:pt x="37" y="17"/>
                  </a:lnTo>
                  <a:cubicBezTo>
                    <a:pt x="1" y="166"/>
                    <a:pt x="1" y="320"/>
                    <a:pt x="37" y="453"/>
                  </a:cubicBezTo>
                  <a:lnTo>
                    <a:pt x="37" y="469"/>
                  </a:lnTo>
                  <a:cubicBezTo>
                    <a:pt x="53" y="469"/>
                    <a:pt x="53" y="453"/>
                    <a:pt x="53" y="453"/>
                  </a:cubicBezTo>
                  <a:cubicBezTo>
                    <a:pt x="37" y="320"/>
                    <a:pt x="37" y="166"/>
                    <a:pt x="53" y="17"/>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3"/>
            <p:cNvSpPr/>
            <p:nvPr/>
          </p:nvSpPr>
          <p:spPr>
            <a:xfrm>
              <a:off x="2006592" y="2873667"/>
              <a:ext cx="5264" cy="48272"/>
            </a:xfrm>
            <a:custGeom>
              <a:rect b="b" l="l" r="r" t="t"/>
              <a:pathLst>
                <a:path extrusionOk="0" h="486" w="53">
                  <a:moveTo>
                    <a:pt x="36" y="1"/>
                  </a:moveTo>
                  <a:cubicBezTo>
                    <a:pt x="20" y="81"/>
                    <a:pt x="20" y="166"/>
                    <a:pt x="20" y="235"/>
                  </a:cubicBezTo>
                  <a:cubicBezTo>
                    <a:pt x="20" y="320"/>
                    <a:pt x="20" y="384"/>
                    <a:pt x="0" y="469"/>
                  </a:cubicBezTo>
                  <a:lnTo>
                    <a:pt x="20" y="485"/>
                  </a:lnTo>
                  <a:lnTo>
                    <a:pt x="36" y="469"/>
                  </a:lnTo>
                  <a:cubicBezTo>
                    <a:pt x="53" y="384"/>
                    <a:pt x="53" y="320"/>
                    <a:pt x="53" y="235"/>
                  </a:cubicBezTo>
                  <a:cubicBezTo>
                    <a:pt x="36" y="166"/>
                    <a:pt x="36" y="81"/>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3"/>
            <p:cNvSpPr/>
            <p:nvPr/>
          </p:nvSpPr>
          <p:spPr>
            <a:xfrm>
              <a:off x="672458" y="1751791"/>
              <a:ext cx="144121" cy="207192"/>
            </a:xfrm>
            <a:custGeom>
              <a:rect b="b" l="l" r="r" t="t"/>
              <a:pathLst>
                <a:path extrusionOk="0" h="2086" w="1451">
                  <a:moveTo>
                    <a:pt x="1434" y="1"/>
                  </a:moveTo>
                  <a:cubicBezTo>
                    <a:pt x="1414" y="33"/>
                    <a:pt x="1398" y="33"/>
                    <a:pt x="1366" y="49"/>
                  </a:cubicBezTo>
                  <a:cubicBezTo>
                    <a:pt x="1349" y="49"/>
                    <a:pt x="1333" y="65"/>
                    <a:pt x="1333" y="65"/>
                  </a:cubicBezTo>
                  <a:cubicBezTo>
                    <a:pt x="1131" y="186"/>
                    <a:pt x="909" y="304"/>
                    <a:pt x="707" y="421"/>
                  </a:cubicBezTo>
                  <a:cubicBezTo>
                    <a:pt x="505" y="538"/>
                    <a:pt x="287" y="671"/>
                    <a:pt x="69" y="792"/>
                  </a:cubicBezTo>
                  <a:cubicBezTo>
                    <a:pt x="20" y="809"/>
                    <a:pt x="0" y="825"/>
                    <a:pt x="0" y="893"/>
                  </a:cubicBezTo>
                  <a:lnTo>
                    <a:pt x="0" y="1362"/>
                  </a:lnTo>
                  <a:lnTo>
                    <a:pt x="0" y="2037"/>
                  </a:lnTo>
                  <a:cubicBezTo>
                    <a:pt x="0" y="2053"/>
                    <a:pt x="0" y="2053"/>
                    <a:pt x="20" y="2069"/>
                  </a:cubicBezTo>
                  <a:lnTo>
                    <a:pt x="20" y="2085"/>
                  </a:lnTo>
                  <a:lnTo>
                    <a:pt x="37" y="2085"/>
                  </a:lnTo>
                  <a:cubicBezTo>
                    <a:pt x="53" y="2085"/>
                    <a:pt x="53" y="2069"/>
                    <a:pt x="53" y="2069"/>
                  </a:cubicBezTo>
                  <a:lnTo>
                    <a:pt x="37" y="2053"/>
                  </a:lnTo>
                  <a:lnTo>
                    <a:pt x="20" y="2037"/>
                  </a:lnTo>
                  <a:lnTo>
                    <a:pt x="20" y="1362"/>
                  </a:lnTo>
                  <a:lnTo>
                    <a:pt x="20" y="893"/>
                  </a:lnTo>
                  <a:cubicBezTo>
                    <a:pt x="20" y="841"/>
                    <a:pt x="37" y="841"/>
                    <a:pt x="69" y="825"/>
                  </a:cubicBezTo>
                  <a:lnTo>
                    <a:pt x="85" y="809"/>
                  </a:lnTo>
                  <a:cubicBezTo>
                    <a:pt x="287" y="691"/>
                    <a:pt x="505" y="570"/>
                    <a:pt x="727" y="437"/>
                  </a:cubicBezTo>
                  <a:cubicBezTo>
                    <a:pt x="929" y="320"/>
                    <a:pt x="1131" y="203"/>
                    <a:pt x="1333" y="85"/>
                  </a:cubicBezTo>
                  <a:lnTo>
                    <a:pt x="1382" y="85"/>
                  </a:lnTo>
                  <a:cubicBezTo>
                    <a:pt x="1398" y="65"/>
                    <a:pt x="1434" y="49"/>
                    <a:pt x="1450" y="17"/>
                  </a:cubicBezTo>
                  <a:lnTo>
                    <a:pt x="1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3"/>
            <p:cNvSpPr/>
            <p:nvPr/>
          </p:nvSpPr>
          <p:spPr>
            <a:xfrm>
              <a:off x="1521886" y="1766690"/>
              <a:ext cx="202325" cy="429779"/>
            </a:xfrm>
            <a:custGeom>
              <a:rect b="b" l="l" r="r" t="t"/>
              <a:pathLst>
                <a:path extrusionOk="0" h="4327" w="2037">
                  <a:moveTo>
                    <a:pt x="16" y="0"/>
                  </a:moveTo>
                  <a:lnTo>
                    <a:pt x="0" y="16"/>
                  </a:lnTo>
                  <a:cubicBezTo>
                    <a:pt x="16" y="117"/>
                    <a:pt x="69" y="186"/>
                    <a:pt x="117" y="271"/>
                  </a:cubicBezTo>
                  <a:cubicBezTo>
                    <a:pt x="133" y="287"/>
                    <a:pt x="154" y="303"/>
                    <a:pt x="170" y="339"/>
                  </a:cubicBezTo>
                  <a:cubicBezTo>
                    <a:pt x="319" y="574"/>
                    <a:pt x="473" y="808"/>
                    <a:pt x="622" y="1046"/>
                  </a:cubicBezTo>
                  <a:cubicBezTo>
                    <a:pt x="962" y="1567"/>
                    <a:pt x="1313" y="2121"/>
                    <a:pt x="1648" y="2642"/>
                  </a:cubicBezTo>
                  <a:cubicBezTo>
                    <a:pt x="1685" y="2711"/>
                    <a:pt x="1717" y="2763"/>
                    <a:pt x="1749" y="2812"/>
                  </a:cubicBezTo>
                  <a:cubicBezTo>
                    <a:pt x="1850" y="2929"/>
                    <a:pt x="1935" y="3066"/>
                    <a:pt x="1971" y="3216"/>
                  </a:cubicBezTo>
                  <a:cubicBezTo>
                    <a:pt x="2004" y="3349"/>
                    <a:pt x="1988" y="3486"/>
                    <a:pt x="1988" y="3636"/>
                  </a:cubicBezTo>
                  <a:lnTo>
                    <a:pt x="1988" y="3789"/>
                  </a:lnTo>
                  <a:cubicBezTo>
                    <a:pt x="1971" y="3838"/>
                    <a:pt x="1988" y="3906"/>
                    <a:pt x="1988" y="3955"/>
                  </a:cubicBezTo>
                  <a:cubicBezTo>
                    <a:pt x="1988" y="4076"/>
                    <a:pt x="1988" y="4193"/>
                    <a:pt x="1971" y="4310"/>
                  </a:cubicBezTo>
                  <a:lnTo>
                    <a:pt x="1971" y="4327"/>
                  </a:lnTo>
                  <a:lnTo>
                    <a:pt x="1988" y="4327"/>
                  </a:lnTo>
                  <a:lnTo>
                    <a:pt x="1988" y="4310"/>
                  </a:lnTo>
                  <a:cubicBezTo>
                    <a:pt x="2020" y="4193"/>
                    <a:pt x="2004" y="4076"/>
                    <a:pt x="2004" y="3955"/>
                  </a:cubicBezTo>
                  <a:lnTo>
                    <a:pt x="2004" y="3789"/>
                  </a:lnTo>
                  <a:cubicBezTo>
                    <a:pt x="2004" y="3737"/>
                    <a:pt x="2004" y="3688"/>
                    <a:pt x="2020" y="3636"/>
                  </a:cubicBezTo>
                  <a:cubicBezTo>
                    <a:pt x="2020" y="3486"/>
                    <a:pt x="2036" y="3349"/>
                    <a:pt x="2004" y="3200"/>
                  </a:cubicBezTo>
                  <a:cubicBezTo>
                    <a:pt x="1971" y="3046"/>
                    <a:pt x="1870" y="2929"/>
                    <a:pt x="1769" y="2796"/>
                  </a:cubicBezTo>
                  <a:cubicBezTo>
                    <a:pt x="1733" y="2743"/>
                    <a:pt x="1701" y="2695"/>
                    <a:pt x="1669" y="2642"/>
                  </a:cubicBezTo>
                  <a:cubicBezTo>
                    <a:pt x="1329" y="2105"/>
                    <a:pt x="978" y="1567"/>
                    <a:pt x="659" y="1046"/>
                  </a:cubicBezTo>
                  <a:cubicBezTo>
                    <a:pt x="505" y="792"/>
                    <a:pt x="356" y="558"/>
                    <a:pt x="202" y="319"/>
                  </a:cubicBezTo>
                  <a:cubicBezTo>
                    <a:pt x="186" y="303"/>
                    <a:pt x="154" y="271"/>
                    <a:pt x="133" y="255"/>
                  </a:cubicBezTo>
                  <a:cubicBezTo>
                    <a:pt x="85" y="170"/>
                    <a:pt x="32" y="117"/>
                    <a:pt x="32" y="16"/>
                  </a:cubicBez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3"/>
            <p:cNvSpPr/>
            <p:nvPr/>
          </p:nvSpPr>
          <p:spPr>
            <a:xfrm>
              <a:off x="1411536" y="2376943"/>
              <a:ext cx="90386" cy="195869"/>
            </a:xfrm>
            <a:custGeom>
              <a:rect b="b" l="l" r="r" t="t"/>
              <a:pathLst>
                <a:path extrusionOk="0" h="1972" w="910">
                  <a:moveTo>
                    <a:pt x="33" y="0"/>
                  </a:moveTo>
                  <a:cubicBezTo>
                    <a:pt x="0" y="33"/>
                    <a:pt x="0" y="85"/>
                    <a:pt x="0" y="118"/>
                  </a:cubicBezTo>
                  <a:lnTo>
                    <a:pt x="0" y="154"/>
                  </a:lnTo>
                  <a:lnTo>
                    <a:pt x="0" y="675"/>
                  </a:lnTo>
                  <a:cubicBezTo>
                    <a:pt x="0" y="792"/>
                    <a:pt x="0" y="893"/>
                    <a:pt x="134" y="994"/>
                  </a:cubicBezTo>
                  <a:cubicBezTo>
                    <a:pt x="218" y="1043"/>
                    <a:pt x="271" y="1127"/>
                    <a:pt x="336" y="1212"/>
                  </a:cubicBezTo>
                  <a:cubicBezTo>
                    <a:pt x="372" y="1265"/>
                    <a:pt x="404" y="1313"/>
                    <a:pt x="457" y="1346"/>
                  </a:cubicBezTo>
                  <a:cubicBezTo>
                    <a:pt x="505" y="1414"/>
                    <a:pt x="558" y="1483"/>
                    <a:pt x="590" y="1548"/>
                  </a:cubicBezTo>
                  <a:cubicBezTo>
                    <a:pt x="659" y="1632"/>
                    <a:pt x="739" y="1733"/>
                    <a:pt x="824" y="1818"/>
                  </a:cubicBezTo>
                  <a:cubicBezTo>
                    <a:pt x="840" y="1834"/>
                    <a:pt x="861" y="1871"/>
                    <a:pt x="861" y="1903"/>
                  </a:cubicBezTo>
                  <a:cubicBezTo>
                    <a:pt x="861" y="1919"/>
                    <a:pt x="877" y="1935"/>
                    <a:pt x="877" y="1952"/>
                  </a:cubicBezTo>
                  <a:lnTo>
                    <a:pt x="893" y="1972"/>
                  </a:lnTo>
                  <a:lnTo>
                    <a:pt x="909" y="1952"/>
                  </a:lnTo>
                  <a:cubicBezTo>
                    <a:pt x="893" y="1935"/>
                    <a:pt x="893" y="1919"/>
                    <a:pt x="893" y="1903"/>
                  </a:cubicBezTo>
                  <a:cubicBezTo>
                    <a:pt x="877" y="1871"/>
                    <a:pt x="877" y="1818"/>
                    <a:pt x="840" y="1802"/>
                  </a:cubicBezTo>
                  <a:cubicBezTo>
                    <a:pt x="760" y="1717"/>
                    <a:pt x="691" y="1616"/>
                    <a:pt x="622" y="1531"/>
                  </a:cubicBezTo>
                  <a:cubicBezTo>
                    <a:pt x="574" y="1467"/>
                    <a:pt x="521" y="1398"/>
                    <a:pt x="473" y="1329"/>
                  </a:cubicBezTo>
                  <a:cubicBezTo>
                    <a:pt x="420" y="1297"/>
                    <a:pt x="388" y="1245"/>
                    <a:pt x="356" y="1196"/>
                  </a:cubicBezTo>
                  <a:cubicBezTo>
                    <a:pt x="287" y="1111"/>
                    <a:pt x="235" y="1027"/>
                    <a:pt x="154" y="962"/>
                  </a:cubicBezTo>
                  <a:cubicBezTo>
                    <a:pt x="16" y="893"/>
                    <a:pt x="16" y="792"/>
                    <a:pt x="16" y="675"/>
                  </a:cubicBezTo>
                  <a:lnTo>
                    <a:pt x="16" y="154"/>
                  </a:lnTo>
                  <a:lnTo>
                    <a:pt x="16" y="118"/>
                  </a:lnTo>
                  <a:cubicBezTo>
                    <a:pt x="16" y="85"/>
                    <a:pt x="16" y="53"/>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3"/>
            <p:cNvSpPr/>
            <p:nvPr/>
          </p:nvSpPr>
          <p:spPr>
            <a:xfrm>
              <a:off x="1334459" y="3102412"/>
              <a:ext cx="5364" cy="97140"/>
            </a:xfrm>
            <a:custGeom>
              <a:rect b="b" l="l" r="r" t="t"/>
              <a:pathLst>
                <a:path extrusionOk="0" h="978" w="54">
                  <a:moveTo>
                    <a:pt x="37" y="0"/>
                  </a:moveTo>
                  <a:cubicBezTo>
                    <a:pt x="21" y="0"/>
                    <a:pt x="21" y="0"/>
                    <a:pt x="21" y="20"/>
                  </a:cubicBezTo>
                  <a:lnTo>
                    <a:pt x="21" y="222"/>
                  </a:lnTo>
                  <a:cubicBezTo>
                    <a:pt x="1" y="424"/>
                    <a:pt x="1" y="626"/>
                    <a:pt x="1" y="828"/>
                  </a:cubicBezTo>
                  <a:lnTo>
                    <a:pt x="1" y="844"/>
                  </a:lnTo>
                  <a:cubicBezTo>
                    <a:pt x="1" y="893"/>
                    <a:pt x="1" y="929"/>
                    <a:pt x="21" y="962"/>
                  </a:cubicBezTo>
                  <a:lnTo>
                    <a:pt x="37" y="978"/>
                  </a:lnTo>
                  <a:cubicBezTo>
                    <a:pt x="37" y="962"/>
                    <a:pt x="53" y="962"/>
                    <a:pt x="37" y="962"/>
                  </a:cubicBezTo>
                  <a:cubicBezTo>
                    <a:pt x="21" y="929"/>
                    <a:pt x="37" y="893"/>
                    <a:pt x="37" y="861"/>
                  </a:cubicBezTo>
                  <a:lnTo>
                    <a:pt x="37" y="828"/>
                  </a:lnTo>
                  <a:lnTo>
                    <a:pt x="37" y="222"/>
                  </a:lnTo>
                  <a:lnTo>
                    <a:pt x="37" y="20"/>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3"/>
            <p:cNvSpPr/>
            <p:nvPr/>
          </p:nvSpPr>
          <p:spPr>
            <a:xfrm>
              <a:off x="2083569" y="3192699"/>
              <a:ext cx="103596" cy="158920"/>
            </a:xfrm>
            <a:custGeom>
              <a:rect b="b" l="l" r="r" t="t"/>
              <a:pathLst>
                <a:path extrusionOk="0" h="1600" w="1043">
                  <a:moveTo>
                    <a:pt x="17" y="0"/>
                  </a:moveTo>
                  <a:cubicBezTo>
                    <a:pt x="1" y="0"/>
                    <a:pt x="1" y="0"/>
                    <a:pt x="1" y="20"/>
                  </a:cubicBezTo>
                  <a:cubicBezTo>
                    <a:pt x="1" y="101"/>
                    <a:pt x="17" y="154"/>
                    <a:pt x="69" y="202"/>
                  </a:cubicBezTo>
                  <a:cubicBezTo>
                    <a:pt x="118" y="255"/>
                    <a:pt x="170" y="303"/>
                    <a:pt x="203" y="356"/>
                  </a:cubicBezTo>
                  <a:cubicBezTo>
                    <a:pt x="287" y="457"/>
                    <a:pt x="356" y="541"/>
                    <a:pt x="421" y="642"/>
                  </a:cubicBezTo>
                  <a:cubicBezTo>
                    <a:pt x="574" y="844"/>
                    <a:pt x="740" y="1046"/>
                    <a:pt x="893" y="1232"/>
                  </a:cubicBezTo>
                  <a:cubicBezTo>
                    <a:pt x="994" y="1349"/>
                    <a:pt x="1027" y="1450"/>
                    <a:pt x="978" y="1584"/>
                  </a:cubicBezTo>
                  <a:lnTo>
                    <a:pt x="978" y="1600"/>
                  </a:lnTo>
                  <a:lnTo>
                    <a:pt x="994" y="1600"/>
                  </a:lnTo>
                  <a:cubicBezTo>
                    <a:pt x="1043" y="1450"/>
                    <a:pt x="1027" y="1349"/>
                    <a:pt x="926" y="1212"/>
                  </a:cubicBezTo>
                  <a:cubicBezTo>
                    <a:pt x="760" y="1030"/>
                    <a:pt x="590" y="828"/>
                    <a:pt x="437" y="626"/>
                  </a:cubicBezTo>
                  <a:cubicBezTo>
                    <a:pt x="372" y="525"/>
                    <a:pt x="304" y="440"/>
                    <a:pt x="219" y="339"/>
                  </a:cubicBezTo>
                  <a:cubicBezTo>
                    <a:pt x="186" y="287"/>
                    <a:pt x="134" y="238"/>
                    <a:pt x="85" y="186"/>
                  </a:cubicBezTo>
                  <a:cubicBezTo>
                    <a:pt x="33" y="154"/>
                    <a:pt x="17" y="85"/>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3"/>
            <p:cNvSpPr/>
            <p:nvPr/>
          </p:nvSpPr>
          <p:spPr>
            <a:xfrm>
              <a:off x="1923059" y="3323013"/>
              <a:ext cx="147398" cy="229242"/>
            </a:xfrm>
            <a:custGeom>
              <a:rect b="b" l="l" r="r" t="t"/>
              <a:pathLst>
                <a:path extrusionOk="0" h="2308" w="1484">
                  <a:moveTo>
                    <a:pt x="53" y="1"/>
                  </a:moveTo>
                  <a:lnTo>
                    <a:pt x="33" y="21"/>
                  </a:lnTo>
                  <a:cubicBezTo>
                    <a:pt x="17" y="102"/>
                    <a:pt x="17" y="187"/>
                    <a:pt x="17" y="272"/>
                  </a:cubicBezTo>
                  <a:cubicBezTo>
                    <a:pt x="17" y="340"/>
                    <a:pt x="33" y="405"/>
                    <a:pt x="17" y="474"/>
                  </a:cubicBezTo>
                  <a:cubicBezTo>
                    <a:pt x="1" y="607"/>
                    <a:pt x="53" y="708"/>
                    <a:pt x="154" y="829"/>
                  </a:cubicBezTo>
                  <a:cubicBezTo>
                    <a:pt x="457" y="1148"/>
                    <a:pt x="740" y="1467"/>
                    <a:pt x="1063" y="1819"/>
                  </a:cubicBezTo>
                  <a:cubicBezTo>
                    <a:pt x="1096" y="1855"/>
                    <a:pt x="1144" y="1888"/>
                    <a:pt x="1180" y="1940"/>
                  </a:cubicBezTo>
                  <a:cubicBezTo>
                    <a:pt x="1245" y="2005"/>
                    <a:pt x="1314" y="2073"/>
                    <a:pt x="1366" y="2158"/>
                  </a:cubicBezTo>
                  <a:cubicBezTo>
                    <a:pt x="1415" y="2207"/>
                    <a:pt x="1431" y="2259"/>
                    <a:pt x="1447" y="2291"/>
                  </a:cubicBezTo>
                  <a:lnTo>
                    <a:pt x="1467" y="2308"/>
                  </a:lnTo>
                  <a:cubicBezTo>
                    <a:pt x="1483" y="2308"/>
                    <a:pt x="1483" y="2291"/>
                    <a:pt x="1483" y="2291"/>
                  </a:cubicBezTo>
                  <a:cubicBezTo>
                    <a:pt x="1467" y="2243"/>
                    <a:pt x="1431" y="2190"/>
                    <a:pt x="1382" y="2142"/>
                  </a:cubicBezTo>
                  <a:cubicBezTo>
                    <a:pt x="1330" y="2057"/>
                    <a:pt x="1265" y="1989"/>
                    <a:pt x="1197" y="1920"/>
                  </a:cubicBezTo>
                  <a:cubicBezTo>
                    <a:pt x="1164" y="1871"/>
                    <a:pt x="1112" y="1839"/>
                    <a:pt x="1079" y="1803"/>
                  </a:cubicBezTo>
                  <a:cubicBezTo>
                    <a:pt x="776" y="1451"/>
                    <a:pt x="473" y="1132"/>
                    <a:pt x="187" y="809"/>
                  </a:cubicBezTo>
                  <a:cubicBezTo>
                    <a:pt x="69" y="692"/>
                    <a:pt x="33" y="591"/>
                    <a:pt x="53" y="474"/>
                  </a:cubicBezTo>
                  <a:lnTo>
                    <a:pt x="53" y="272"/>
                  </a:lnTo>
                  <a:cubicBezTo>
                    <a:pt x="53" y="187"/>
                    <a:pt x="53" y="102"/>
                    <a:pt x="69" y="21"/>
                  </a:cubicBezTo>
                  <a:cubicBezTo>
                    <a:pt x="69" y="21"/>
                    <a:pt x="53" y="2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3"/>
            <p:cNvSpPr/>
            <p:nvPr/>
          </p:nvSpPr>
          <p:spPr>
            <a:xfrm>
              <a:off x="1132234" y="3172635"/>
              <a:ext cx="6953" cy="95551"/>
            </a:xfrm>
            <a:custGeom>
              <a:rect b="b" l="l" r="r" t="t"/>
              <a:pathLst>
                <a:path extrusionOk="0" h="962" w="70">
                  <a:moveTo>
                    <a:pt x="17" y="0"/>
                  </a:moveTo>
                  <a:cubicBezTo>
                    <a:pt x="1" y="36"/>
                    <a:pt x="17" y="53"/>
                    <a:pt x="17" y="69"/>
                  </a:cubicBezTo>
                  <a:cubicBezTo>
                    <a:pt x="37" y="69"/>
                    <a:pt x="37" y="85"/>
                    <a:pt x="37" y="101"/>
                  </a:cubicBezTo>
                  <a:lnTo>
                    <a:pt x="37" y="271"/>
                  </a:lnTo>
                  <a:cubicBezTo>
                    <a:pt x="17" y="489"/>
                    <a:pt x="17" y="727"/>
                    <a:pt x="37" y="945"/>
                  </a:cubicBezTo>
                  <a:lnTo>
                    <a:pt x="53" y="962"/>
                  </a:lnTo>
                  <a:cubicBezTo>
                    <a:pt x="69" y="962"/>
                    <a:pt x="69" y="945"/>
                    <a:pt x="69" y="945"/>
                  </a:cubicBezTo>
                  <a:cubicBezTo>
                    <a:pt x="53" y="707"/>
                    <a:pt x="53" y="489"/>
                    <a:pt x="53" y="271"/>
                  </a:cubicBezTo>
                  <a:lnTo>
                    <a:pt x="53" y="101"/>
                  </a:lnTo>
                  <a:lnTo>
                    <a:pt x="53" y="53"/>
                  </a:lnTo>
                  <a:cubicBezTo>
                    <a:pt x="37" y="36"/>
                    <a:pt x="37" y="20"/>
                    <a:pt x="37" y="20"/>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3"/>
            <p:cNvSpPr/>
            <p:nvPr/>
          </p:nvSpPr>
          <p:spPr>
            <a:xfrm>
              <a:off x="1734143" y="3706209"/>
              <a:ext cx="21752" cy="28208"/>
            </a:xfrm>
            <a:custGeom>
              <a:rect b="b" l="l" r="r" t="t"/>
              <a:pathLst>
                <a:path extrusionOk="0" h="284" w="219">
                  <a:moveTo>
                    <a:pt x="53" y="1"/>
                  </a:moveTo>
                  <a:lnTo>
                    <a:pt x="36" y="17"/>
                  </a:lnTo>
                  <a:cubicBezTo>
                    <a:pt x="0" y="102"/>
                    <a:pt x="16" y="183"/>
                    <a:pt x="53" y="267"/>
                  </a:cubicBezTo>
                  <a:lnTo>
                    <a:pt x="69" y="284"/>
                  </a:lnTo>
                  <a:lnTo>
                    <a:pt x="202" y="284"/>
                  </a:lnTo>
                  <a:cubicBezTo>
                    <a:pt x="218" y="284"/>
                    <a:pt x="218" y="284"/>
                    <a:pt x="218" y="267"/>
                  </a:cubicBezTo>
                  <a:cubicBezTo>
                    <a:pt x="218" y="267"/>
                    <a:pt x="218" y="251"/>
                    <a:pt x="202" y="251"/>
                  </a:cubicBezTo>
                  <a:lnTo>
                    <a:pt x="69" y="251"/>
                  </a:lnTo>
                  <a:cubicBezTo>
                    <a:pt x="53" y="183"/>
                    <a:pt x="36" y="102"/>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3"/>
            <p:cNvSpPr/>
            <p:nvPr/>
          </p:nvSpPr>
          <p:spPr>
            <a:xfrm>
              <a:off x="1520197" y="3343077"/>
              <a:ext cx="182261" cy="266191"/>
            </a:xfrm>
            <a:custGeom>
              <a:rect b="b" l="l" r="r" t="t"/>
              <a:pathLst>
                <a:path extrusionOk="0" h="2680" w="1835">
                  <a:moveTo>
                    <a:pt x="33" y="1"/>
                  </a:moveTo>
                  <a:cubicBezTo>
                    <a:pt x="17" y="122"/>
                    <a:pt x="1" y="223"/>
                    <a:pt x="134" y="288"/>
                  </a:cubicBezTo>
                  <a:cubicBezTo>
                    <a:pt x="203" y="340"/>
                    <a:pt x="272" y="405"/>
                    <a:pt x="320" y="457"/>
                  </a:cubicBezTo>
                  <a:cubicBezTo>
                    <a:pt x="352" y="490"/>
                    <a:pt x="389" y="526"/>
                    <a:pt x="405" y="542"/>
                  </a:cubicBezTo>
                  <a:lnTo>
                    <a:pt x="692" y="829"/>
                  </a:lnTo>
                  <a:cubicBezTo>
                    <a:pt x="1027" y="1148"/>
                    <a:pt x="1383" y="1484"/>
                    <a:pt x="1734" y="1819"/>
                  </a:cubicBezTo>
                  <a:cubicBezTo>
                    <a:pt x="1766" y="1839"/>
                    <a:pt x="1803" y="1871"/>
                    <a:pt x="1786" y="1904"/>
                  </a:cubicBezTo>
                  <a:cubicBezTo>
                    <a:pt x="1786" y="1988"/>
                    <a:pt x="1786" y="2073"/>
                    <a:pt x="1803" y="2174"/>
                  </a:cubicBezTo>
                  <a:cubicBezTo>
                    <a:pt x="1803" y="2324"/>
                    <a:pt x="1803" y="2510"/>
                    <a:pt x="1786" y="2663"/>
                  </a:cubicBezTo>
                  <a:lnTo>
                    <a:pt x="1786" y="2679"/>
                  </a:lnTo>
                  <a:lnTo>
                    <a:pt x="1803" y="2679"/>
                  </a:lnTo>
                  <a:cubicBezTo>
                    <a:pt x="1835" y="2510"/>
                    <a:pt x="1819" y="2324"/>
                    <a:pt x="1819" y="2174"/>
                  </a:cubicBezTo>
                  <a:lnTo>
                    <a:pt x="1819" y="1904"/>
                  </a:lnTo>
                  <a:cubicBezTo>
                    <a:pt x="1819" y="1855"/>
                    <a:pt x="1786" y="1839"/>
                    <a:pt x="1750" y="1803"/>
                  </a:cubicBezTo>
                  <a:lnTo>
                    <a:pt x="1750" y="1787"/>
                  </a:lnTo>
                  <a:cubicBezTo>
                    <a:pt x="1399" y="1467"/>
                    <a:pt x="1059" y="1132"/>
                    <a:pt x="708" y="809"/>
                  </a:cubicBezTo>
                  <a:lnTo>
                    <a:pt x="421" y="526"/>
                  </a:lnTo>
                  <a:cubicBezTo>
                    <a:pt x="405" y="506"/>
                    <a:pt x="373" y="474"/>
                    <a:pt x="352" y="441"/>
                  </a:cubicBezTo>
                  <a:cubicBezTo>
                    <a:pt x="288" y="389"/>
                    <a:pt x="219" y="324"/>
                    <a:pt x="150" y="272"/>
                  </a:cubicBezTo>
                  <a:cubicBezTo>
                    <a:pt x="33" y="203"/>
                    <a:pt x="33" y="122"/>
                    <a:pt x="70" y="21"/>
                  </a:cubicBezTo>
                  <a:cubicBezTo>
                    <a:pt x="70" y="1"/>
                    <a:pt x="7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3"/>
            <p:cNvSpPr/>
            <p:nvPr/>
          </p:nvSpPr>
          <p:spPr>
            <a:xfrm>
              <a:off x="1413125" y="3610758"/>
              <a:ext cx="60290" cy="123660"/>
            </a:xfrm>
            <a:custGeom>
              <a:rect b="b" l="l" r="r" t="t"/>
              <a:pathLst>
                <a:path extrusionOk="0" h="1245" w="607">
                  <a:moveTo>
                    <a:pt x="17" y="0"/>
                  </a:moveTo>
                  <a:cubicBezTo>
                    <a:pt x="0" y="0"/>
                    <a:pt x="0" y="0"/>
                    <a:pt x="0" y="17"/>
                  </a:cubicBezTo>
                  <a:lnTo>
                    <a:pt x="0" y="33"/>
                  </a:lnTo>
                  <a:cubicBezTo>
                    <a:pt x="101" y="69"/>
                    <a:pt x="186" y="134"/>
                    <a:pt x="271" y="202"/>
                  </a:cubicBezTo>
                  <a:cubicBezTo>
                    <a:pt x="320" y="255"/>
                    <a:pt x="372" y="303"/>
                    <a:pt x="441" y="336"/>
                  </a:cubicBezTo>
                  <a:cubicBezTo>
                    <a:pt x="542" y="404"/>
                    <a:pt x="590" y="505"/>
                    <a:pt x="574" y="659"/>
                  </a:cubicBezTo>
                  <a:lnTo>
                    <a:pt x="574" y="909"/>
                  </a:lnTo>
                  <a:cubicBezTo>
                    <a:pt x="574" y="1010"/>
                    <a:pt x="574" y="1127"/>
                    <a:pt x="558" y="1228"/>
                  </a:cubicBezTo>
                  <a:cubicBezTo>
                    <a:pt x="558" y="1245"/>
                    <a:pt x="574" y="1245"/>
                    <a:pt x="574" y="1245"/>
                  </a:cubicBezTo>
                  <a:cubicBezTo>
                    <a:pt x="574" y="1245"/>
                    <a:pt x="590" y="1245"/>
                    <a:pt x="590" y="1228"/>
                  </a:cubicBezTo>
                  <a:cubicBezTo>
                    <a:pt x="606" y="1127"/>
                    <a:pt x="606" y="1010"/>
                    <a:pt x="606" y="909"/>
                  </a:cubicBezTo>
                  <a:cubicBezTo>
                    <a:pt x="606" y="825"/>
                    <a:pt x="590" y="740"/>
                    <a:pt x="606" y="675"/>
                  </a:cubicBezTo>
                  <a:cubicBezTo>
                    <a:pt x="606" y="505"/>
                    <a:pt x="574" y="388"/>
                    <a:pt x="441" y="320"/>
                  </a:cubicBezTo>
                  <a:cubicBezTo>
                    <a:pt x="388" y="287"/>
                    <a:pt x="340" y="235"/>
                    <a:pt x="287" y="186"/>
                  </a:cubicBezTo>
                  <a:cubicBezTo>
                    <a:pt x="202"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3"/>
            <p:cNvSpPr/>
            <p:nvPr/>
          </p:nvSpPr>
          <p:spPr>
            <a:xfrm>
              <a:off x="706130" y="2031093"/>
              <a:ext cx="4867" cy="81943"/>
            </a:xfrm>
            <a:custGeom>
              <a:rect b="b" l="l" r="r" t="t"/>
              <a:pathLst>
                <a:path extrusionOk="0" h="825" w="49">
                  <a:moveTo>
                    <a:pt x="0" y="0"/>
                  </a:moveTo>
                  <a:cubicBezTo>
                    <a:pt x="17" y="101"/>
                    <a:pt x="0" y="218"/>
                    <a:pt x="0" y="303"/>
                  </a:cubicBezTo>
                  <a:cubicBezTo>
                    <a:pt x="0" y="469"/>
                    <a:pt x="0" y="655"/>
                    <a:pt x="17" y="824"/>
                  </a:cubicBezTo>
                  <a:lnTo>
                    <a:pt x="49" y="824"/>
                  </a:lnTo>
                  <a:cubicBezTo>
                    <a:pt x="33" y="655"/>
                    <a:pt x="33" y="469"/>
                    <a:pt x="33" y="319"/>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3"/>
            <p:cNvSpPr/>
            <p:nvPr/>
          </p:nvSpPr>
          <p:spPr>
            <a:xfrm>
              <a:off x="1923059" y="3281297"/>
              <a:ext cx="147398" cy="259338"/>
            </a:xfrm>
            <a:custGeom>
              <a:rect b="b" l="l" r="r" t="t"/>
              <a:pathLst>
                <a:path extrusionOk="0" h="2611" w="1484">
                  <a:moveTo>
                    <a:pt x="17" y="1"/>
                  </a:moveTo>
                  <a:cubicBezTo>
                    <a:pt x="17" y="1"/>
                    <a:pt x="1" y="1"/>
                    <a:pt x="1" y="17"/>
                  </a:cubicBezTo>
                  <a:cubicBezTo>
                    <a:pt x="17" y="138"/>
                    <a:pt x="86" y="203"/>
                    <a:pt x="170" y="272"/>
                  </a:cubicBezTo>
                  <a:cubicBezTo>
                    <a:pt x="203" y="288"/>
                    <a:pt x="235" y="320"/>
                    <a:pt x="255" y="356"/>
                  </a:cubicBezTo>
                  <a:lnTo>
                    <a:pt x="304" y="421"/>
                  </a:lnTo>
                  <a:cubicBezTo>
                    <a:pt x="607" y="776"/>
                    <a:pt x="910" y="1164"/>
                    <a:pt x="1245" y="1500"/>
                  </a:cubicBezTo>
                  <a:cubicBezTo>
                    <a:pt x="1399" y="1653"/>
                    <a:pt x="1467" y="1819"/>
                    <a:pt x="1447" y="2057"/>
                  </a:cubicBezTo>
                  <a:cubicBezTo>
                    <a:pt x="1431" y="2122"/>
                    <a:pt x="1431" y="2190"/>
                    <a:pt x="1447" y="2259"/>
                  </a:cubicBezTo>
                  <a:cubicBezTo>
                    <a:pt x="1447" y="2376"/>
                    <a:pt x="1447" y="2477"/>
                    <a:pt x="1415" y="2594"/>
                  </a:cubicBezTo>
                  <a:lnTo>
                    <a:pt x="1415" y="2610"/>
                  </a:lnTo>
                  <a:lnTo>
                    <a:pt x="1431" y="2610"/>
                  </a:lnTo>
                  <a:lnTo>
                    <a:pt x="1431" y="2594"/>
                  </a:lnTo>
                  <a:cubicBezTo>
                    <a:pt x="1483" y="2493"/>
                    <a:pt x="1467" y="2376"/>
                    <a:pt x="1467" y="2259"/>
                  </a:cubicBezTo>
                  <a:lnTo>
                    <a:pt x="1467" y="2073"/>
                  </a:lnTo>
                  <a:cubicBezTo>
                    <a:pt x="1483" y="1819"/>
                    <a:pt x="1431" y="1653"/>
                    <a:pt x="1265" y="1483"/>
                  </a:cubicBezTo>
                  <a:cubicBezTo>
                    <a:pt x="942" y="1148"/>
                    <a:pt x="623" y="760"/>
                    <a:pt x="336" y="405"/>
                  </a:cubicBezTo>
                  <a:lnTo>
                    <a:pt x="271" y="340"/>
                  </a:lnTo>
                  <a:cubicBezTo>
                    <a:pt x="255" y="304"/>
                    <a:pt x="219" y="272"/>
                    <a:pt x="187" y="255"/>
                  </a:cubicBezTo>
                  <a:cubicBezTo>
                    <a:pt x="118" y="187"/>
                    <a:pt x="33" y="11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3"/>
            <p:cNvSpPr/>
            <p:nvPr/>
          </p:nvSpPr>
          <p:spPr>
            <a:xfrm>
              <a:off x="575716" y="2096052"/>
              <a:ext cx="6555" cy="88797"/>
            </a:xfrm>
            <a:custGeom>
              <a:rect b="b" l="l" r="r" t="t"/>
              <a:pathLst>
                <a:path extrusionOk="0" h="894" w="66">
                  <a:moveTo>
                    <a:pt x="17" y="1"/>
                  </a:moveTo>
                  <a:cubicBezTo>
                    <a:pt x="17" y="1"/>
                    <a:pt x="1" y="1"/>
                    <a:pt x="17" y="17"/>
                  </a:cubicBezTo>
                  <a:cubicBezTo>
                    <a:pt x="33" y="170"/>
                    <a:pt x="33" y="304"/>
                    <a:pt x="17" y="457"/>
                  </a:cubicBezTo>
                  <a:lnTo>
                    <a:pt x="17" y="724"/>
                  </a:lnTo>
                  <a:lnTo>
                    <a:pt x="17" y="776"/>
                  </a:lnTo>
                  <a:cubicBezTo>
                    <a:pt x="17" y="809"/>
                    <a:pt x="17" y="841"/>
                    <a:pt x="33" y="877"/>
                  </a:cubicBezTo>
                  <a:lnTo>
                    <a:pt x="49" y="893"/>
                  </a:lnTo>
                  <a:cubicBezTo>
                    <a:pt x="65" y="893"/>
                    <a:pt x="65" y="877"/>
                    <a:pt x="65" y="877"/>
                  </a:cubicBezTo>
                  <a:cubicBezTo>
                    <a:pt x="49" y="841"/>
                    <a:pt x="49" y="809"/>
                    <a:pt x="49" y="776"/>
                  </a:cubicBezTo>
                  <a:lnTo>
                    <a:pt x="49" y="724"/>
                  </a:lnTo>
                  <a:lnTo>
                    <a:pt x="49" y="457"/>
                  </a:lnTo>
                  <a:cubicBezTo>
                    <a:pt x="49" y="304"/>
                    <a:pt x="49" y="154"/>
                    <a:pt x="33" y="17"/>
                  </a:cubicBez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3"/>
            <p:cNvSpPr/>
            <p:nvPr/>
          </p:nvSpPr>
          <p:spPr>
            <a:xfrm>
              <a:off x="2080390" y="3346752"/>
              <a:ext cx="106774" cy="193882"/>
            </a:xfrm>
            <a:custGeom>
              <a:rect b="b" l="l" r="r" t="t"/>
              <a:pathLst>
                <a:path extrusionOk="0" h="1952" w="1075">
                  <a:moveTo>
                    <a:pt x="85" y="0"/>
                  </a:moveTo>
                  <a:cubicBezTo>
                    <a:pt x="65" y="0"/>
                    <a:pt x="65" y="0"/>
                    <a:pt x="65" y="16"/>
                  </a:cubicBezTo>
                  <a:cubicBezTo>
                    <a:pt x="49" y="16"/>
                    <a:pt x="49" y="16"/>
                    <a:pt x="49" y="33"/>
                  </a:cubicBezTo>
                  <a:cubicBezTo>
                    <a:pt x="49" y="49"/>
                    <a:pt x="33" y="65"/>
                    <a:pt x="33" y="85"/>
                  </a:cubicBezTo>
                  <a:cubicBezTo>
                    <a:pt x="0" y="186"/>
                    <a:pt x="65" y="251"/>
                    <a:pt x="134" y="319"/>
                  </a:cubicBezTo>
                  <a:cubicBezTo>
                    <a:pt x="150" y="336"/>
                    <a:pt x="166" y="336"/>
                    <a:pt x="166" y="352"/>
                  </a:cubicBezTo>
                  <a:cubicBezTo>
                    <a:pt x="287" y="489"/>
                    <a:pt x="388" y="622"/>
                    <a:pt x="489" y="756"/>
                  </a:cubicBezTo>
                  <a:cubicBezTo>
                    <a:pt x="655" y="942"/>
                    <a:pt x="808" y="1160"/>
                    <a:pt x="994" y="1329"/>
                  </a:cubicBezTo>
                  <a:cubicBezTo>
                    <a:pt x="1010" y="1362"/>
                    <a:pt x="1026" y="1378"/>
                    <a:pt x="1026" y="1398"/>
                  </a:cubicBezTo>
                  <a:lnTo>
                    <a:pt x="1026" y="1580"/>
                  </a:lnTo>
                  <a:cubicBezTo>
                    <a:pt x="1043" y="1701"/>
                    <a:pt x="1043" y="1834"/>
                    <a:pt x="1010" y="1935"/>
                  </a:cubicBezTo>
                  <a:lnTo>
                    <a:pt x="1010" y="1951"/>
                  </a:lnTo>
                  <a:lnTo>
                    <a:pt x="1026" y="1951"/>
                  </a:lnTo>
                  <a:cubicBezTo>
                    <a:pt x="1075" y="1834"/>
                    <a:pt x="1059" y="1701"/>
                    <a:pt x="1059" y="1580"/>
                  </a:cubicBezTo>
                  <a:lnTo>
                    <a:pt x="1059" y="1398"/>
                  </a:lnTo>
                  <a:cubicBezTo>
                    <a:pt x="1059" y="1362"/>
                    <a:pt x="1026" y="1329"/>
                    <a:pt x="1010" y="1313"/>
                  </a:cubicBezTo>
                  <a:cubicBezTo>
                    <a:pt x="824" y="1144"/>
                    <a:pt x="671" y="925"/>
                    <a:pt x="521" y="740"/>
                  </a:cubicBezTo>
                  <a:cubicBezTo>
                    <a:pt x="404" y="606"/>
                    <a:pt x="303" y="469"/>
                    <a:pt x="186" y="336"/>
                  </a:cubicBezTo>
                  <a:cubicBezTo>
                    <a:pt x="186" y="319"/>
                    <a:pt x="166" y="303"/>
                    <a:pt x="150" y="303"/>
                  </a:cubicBezTo>
                  <a:cubicBezTo>
                    <a:pt x="85" y="235"/>
                    <a:pt x="33" y="186"/>
                    <a:pt x="65" y="85"/>
                  </a:cubicBezTo>
                  <a:cubicBezTo>
                    <a:pt x="65" y="65"/>
                    <a:pt x="65" y="49"/>
                    <a:pt x="85" y="33"/>
                  </a:cubicBezTo>
                  <a:lnTo>
                    <a:pt x="85" y="16"/>
                  </a:ln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3"/>
            <p:cNvSpPr/>
            <p:nvPr/>
          </p:nvSpPr>
          <p:spPr>
            <a:xfrm>
              <a:off x="1284300" y="3470312"/>
              <a:ext cx="6953" cy="97239"/>
            </a:xfrm>
            <a:custGeom>
              <a:rect b="b" l="l" r="r" t="t"/>
              <a:pathLst>
                <a:path extrusionOk="0" h="979" w="70">
                  <a:moveTo>
                    <a:pt x="21" y="1"/>
                  </a:moveTo>
                  <a:cubicBezTo>
                    <a:pt x="21" y="1"/>
                    <a:pt x="1" y="1"/>
                    <a:pt x="1" y="17"/>
                  </a:cubicBezTo>
                  <a:cubicBezTo>
                    <a:pt x="21" y="154"/>
                    <a:pt x="21" y="304"/>
                    <a:pt x="21" y="457"/>
                  </a:cubicBezTo>
                  <a:lnTo>
                    <a:pt x="21" y="724"/>
                  </a:lnTo>
                  <a:lnTo>
                    <a:pt x="21" y="792"/>
                  </a:lnTo>
                  <a:cubicBezTo>
                    <a:pt x="21" y="861"/>
                    <a:pt x="21" y="909"/>
                    <a:pt x="37" y="962"/>
                  </a:cubicBezTo>
                  <a:lnTo>
                    <a:pt x="53" y="978"/>
                  </a:lnTo>
                  <a:cubicBezTo>
                    <a:pt x="53" y="962"/>
                    <a:pt x="69" y="962"/>
                    <a:pt x="53" y="962"/>
                  </a:cubicBezTo>
                  <a:cubicBezTo>
                    <a:pt x="37" y="909"/>
                    <a:pt x="53" y="861"/>
                    <a:pt x="53" y="808"/>
                  </a:cubicBezTo>
                  <a:lnTo>
                    <a:pt x="53" y="724"/>
                  </a:lnTo>
                  <a:lnTo>
                    <a:pt x="53" y="457"/>
                  </a:lnTo>
                  <a:cubicBezTo>
                    <a:pt x="53" y="304"/>
                    <a:pt x="53" y="154"/>
                    <a:pt x="37" y="17"/>
                  </a:cubicBezTo>
                  <a:cubicBezTo>
                    <a:pt x="3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3"/>
            <p:cNvSpPr/>
            <p:nvPr/>
          </p:nvSpPr>
          <p:spPr>
            <a:xfrm>
              <a:off x="1993282" y="3543713"/>
              <a:ext cx="5364" cy="45491"/>
            </a:xfrm>
            <a:custGeom>
              <a:rect b="b" l="l" r="r" t="t"/>
              <a:pathLst>
                <a:path extrusionOk="0" h="458" w="54">
                  <a:moveTo>
                    <a:pt x="33" y="1"/>
                  </a:moveTo>
                  <a:cubicBezTo>
                    <a:pt x="17" y="1"/>
                    <a:pt x="17" y="1"/>
                    <a:pt x="17" y="21"/>
                  </a:cubicBezTo>
                  <a:lnTo>
                    <a:pt x="17" y="187"/>
                  </a:lnTo>
                  <a:cubicBezTo>
                    <a:pt x="17" y="271"/>
                    <a:pt x="17" y="356"/>
                    <a:pt x="1" y="441"/>
                  </a:cubicBezTo>
                  <a:cubicBezTo>
                    <a:pt x="1" y="457"/>
                    <a:pt x="1" y="457"/>
                    <a:pt x="17" y="457"/>
                  </a:cubicBezTo>
                  <a:lnTo>
                    <a:pt x="33" y="457"/>
                  </a:lnTo>
                  <a:cubicBezTo>
                    <a:pt x="53" y="356"/>
                    <a:pt x="53" y="271"/>
                    <a:pt x="53" y="170"/>
                  </a:cubicBezTo>
                  <a:cubicBezTo>
                    <a:pt x="33" y="122"/>
                    <a:pt x="33" y="69"/>
                    <a:pt x="53" y="21"/>
                  </a:cubicBezTo>
                  <a:cubicBezTo>
                    <a:pt x="53" y="1"/>
                    <a:pt x="33"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3"/>
            <p:cNvSpPr/>
            <p:nvPr/>
          </p:nvSpPr>
          <p:spPr>
            <a:xfrm>
              <a:off x="985431" y="1870584"/>
              <a:ext cx="4867" cy="95153"/>
            </a:xfrm>
            <a:custGeom>
              <a:rect b="b" l="l" r="r" t="t"/>
              <a:pathLst>
                <a:path extrusionOk="0" h="958" w="49">
                  <a:moveTo>
                    <a:pt x="16" y="0"/>
                  </a:moveTo>
                  <a:cubicBezTo>
                    <a:pt x="16" y="0"/>
                    <a:pt x="0" y="0"/>
                    <a:pt x="0" y="17"/>
                  </a:cubicBezTo>
                  <a:lnTo>
                    <a:pt x="0" y="219"/>
                  </a:lnTo>
                  <a:lnTo>
                    <a:pt x="0" y="808"/>
                  </a:lnTo>
                  <a:lnTo>
                    <a:pt x="0" y="841"/>
                  </a:lnTo>
                  <a:cubicBezTo>
                    <a:pt x="0" y="873"/>
                    <a:pt x="0" y="925"/>
                    <a:pt x="16" y="958"/>
                  </a:cubicBezTo>
                  <a:lnTo>
                    <a:pt x="32" y="958"/>
                  </a:lnTo>
                  <a:cubicBezTo>
                    <a:pt x="49" y="958"/>
                    <a:pt x="49" y="942"/>
                    <a:pt x="49" y="942"/>
                  </a:cubicBezTo>
                  <a:cubicBezTo>
                    <a:pt x="32" y="909"/>
                    <a:pt x="32" y="873"/>
                    <a:pt x="32" y="857"/>
                  </a:cubicBezTo>
                  <a:lnTo>
                    <a:pt x="32" y="808"/>
                  </a:lnTo>
                  <a:lnTo>
                    <a:pt x="32" y="219"/>
                  </a:lnTo>
                  <a:lnTo>
                    <a:pt x="32" y="17"/>
                  </a:lnTo>
                  <a:cubicBezTo>
                    <a:pt x="32" y="0"/>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3"/>
            <p:cNvSpPr/>
            <p:nvPr/>
          </p:nvSpPr>
          <p:spPr>
            <a:xfrm>
              <a:off x="1744175" y="1813571"/>
              <a:ext cx="138856" cy="312675"/>
            </a:xfrm>
            <a:custGeom>
              <a:rect b="b" l="l" r="r" t="t"/>
              <a:pathLst>
                <a:path extrusionOk="0" h="3148" w="1398">
                  <a:moveTo>
                    <a:pt x="16" y="1"/>
                  </a:moveTo>
                  <a:lnTo>
                    <a:pt x="16" y="437"/>
                  </a:lnTo>
                  <a:lnTo>
                    <a:pt x="16" y="776"/>
                  </a:lnTo>
                  <a:cubicBezTo>
                    <a:pt x="0" y="893"/>
                    <a:pt x="36" y="1011"/>
                    <a:pt x="101" y="1112"/>
                  </a:cubicBezTo>
                  <a:cubicBezTo>
                    <a:pt x="303" y="1415"/>
                    <a:pt x="489" y="1750"/>
                    <a:pt x="675" y="2069"/>
                  </a:cubicBezTo>
                  <a:cubicBezTo>
                    <a:pt x="743" y="2190"/>
                    <a:pt x="808" y="2291"/>
                    <a:pt x="877" y="2408"/>
                  </a:cubicBezTo>
                  <a:cubicBezTo>
                    <a:pt x="925" y="2493"/>
                    <a:pt x="978" y="2574"/>
                    <a:pt x="1026" y="2659"/>
                  </a:cubicBezTo>
                  <a:cubicBezTo>
                    <a:pt x="1111" y="2776"/>
                    <a:pt x="1180" y="2897"/>
                    <a:pt x="1248" y="3030"/>
                  </a:cubicBezTo>
                  <a:cubicBezTo>
                    <a:pt x="1281" y="3079"/>
                    <a:pt x="1313" y="3131"/>
                    <a:pt x="1366" y="3148"/>
                  </a:cubicBezTo>
                  <a:lnTo>
                    <a:pt x="1382" y="3148"/>
                  </a:lnTo>
                  <a:cubicBezTo>
                    <a:pt x="1398" y="3148"/>
                    <a:pt x="1382" y="3131"/>
                    <a:pt x="1382" y="3131"/>
                  </a:cubicBezTo>
                  <a:cubicBezTo>
                    <a:pt x="1329" y="3115"/>
                    <a:pt x="1313" y="3063"/>
                    <a:pt x="1281" y="3014"/>
                  </a:cubicBezTo>
                  <a:cubicBezTo>
                    <a:pt x="1212" y="2897"/>
                    <a:pt x="1127" y="2760"/>
                    <a:pt x="1046" y="2643"/>
                  </a:cubicBezTo>
                  <a:cubicBezTo>
                    <a:pt x="994" y="2558"/>
                    <a:pt x="945" y="2473"/>
                    <a:pt x="909" y="2392"/>
                  </a:cubicBezTo>
                  <a:cubicBezTo>
                    <a:pt x="844" y="2271"/>
                    <a:pt x="776" y="2170"/>
                    <a:pt x="707" y="2053"/>
                  </a:cubicBezTo>
                  <a:cubicBezTo>
                    <a:pt x="521" y="1734"/>
                    <a:pt x="319" y="1415"/>
                    <a:pt x="117" y="1095"/>
                  </a:cubicBezTo>
                  <a:cubicBezTo>
                    <a:pt x="53" y="994"/>
                    <a:pt x="36" y="893"/>
                    <a:pt x="36" y="776"/>
                  </a:cubicBezTo>
                  <a:cubicBezTo>
                    <a:pt x="53" y="655"/>
                    <a:pt x="53" y="538"/>
                    <a:pt x="36" y="437"/>
                  </a:cubicBezTo>
                  <a:cubicBezTo>
                    <a:pt x="36" y="288"/>
                    <a:pt x="36" y="150"/>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3"/>
            <p:cNvSpPr/>
            <p:nvPr/>
          </p:nvSpPr>
          <p:spPr>
            <a:xfrm>
              <a:off x="2095190" y="3390952"/>
              <a:ext cx="5364" cy="47775"/>
            </a:xfrm>
            <a:custGeom>
              <a:rect b="b" l="l" r="r" t="t"/>
              <a:pathLst>
                <a:path extrusionOk="0" h="481" w="54">
                  <a:moveTo>
                    <a:pt x="42" y="1"/>
                  </a:moveTo>
                  <a:cubicBezTo>
                    <a:pt x="37" y="1"/>
                    <a:pt x="37" y="8"/>
                    <a:pt x="37" y="8"/>
                  </a:cubicBezTo>
                  <a:cubicBezTo>
                    <a:pt x="17" y="93"/>
                    <a:pt x="17" y="161"/>
                    <a:pt x="17" y="246"/>
                  </a:cubicBezTo>
                  <a:cubicBezTo>
                    <a:pt x="17" y="311"/>
                    <a:pt x="17" y="396"/>
                    <a:pt x="1" y="464"/>
                  </a:cubicBezTo>
                  <a:cubicBezTo>
                    <a:pt x="1" y="480"/>
                    <a:pt x="1" y="480"/>
                    <a:pt x="17" y="480"/>
                  </a:cubicBezTo>
                  <a:lnTo>
                    <a:pt x="37" y="480"/>
                  </a:lnTo>
                  <a:cubicBezTo>
                    <a:pt x="53" y="396"/>
                    <a:pt x="53" y="327"/>
                    <a:pt x="53" y="246"/>
                  </a:cubicBezTo>
                  <a:cubicBezTo>
                    <a:pt x="37" y="177"/>
                    <a:pt x="37" y="93"/>
                    <a:pt x="53" y="24"/>
                  </a:cubicBezTo>
                  <a:lnTo>
                    <a:pt x="53" y="8"/>
                  </a:lnTo>
                  <a:cubicBezTo>
                    <a:pt x="48" y="2"/>
                    <a:pt x="44"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3"/>
            <p:cNvSpPr/>
            <p:nvPr/>
          </p:nvSpPr>
          <p:spPr>
            <a:xfrm>
              <a:off x="2028642" y="3037355"/>
              <a:ext cx="4867" cy="40227"/>
            </a:xfrm>
            <a:custGeom>
              <a:rect b="b" l="l" r="r" t="t"/>
              <a:pathLst>
                <a:path extrusionOk="0" h="405" w="49">
                  <a:moveTo>
                    <a:pt x="33" y="1"/>
                  </a:moveTo>
                  <a:cubicBezTo>
                    <a:pt x="0" y="69"/>
                    <a:pt x="16" y="134"/>
                    <a:pt x="16" y="203"/>
                  </a:cubicBezTo>
                  <a:cubicBezTo>
                    <a:pt x="16" y="271"/>
                    <a:pt x="16" y="336"/>
                    <a:pt x="0" y="389"/>
                  </a:cubicBezTo>
                  <a:cubicBezTo>
                    <a:pt x="0" y="405"/>
                    <a:pt x="0" y="405"/>
                    <a:pt x="16" y="405"/>
                  </a:cubicBezTo>
                  <a:lnTo>
                    <a:pt x="33" y="405"/>
                  </a:lnTo>
                  <a:cubicBezTo>
                    <a:pt x="49" y="336"/>
                    <a:pt x="49" y="271"/>
                    <a:pt x="33" y="203"/>
                  </a:cubicBezTo>
                  <a:cubicBezTo>
                    <a:pt x="33" y="134"/>
                    <a:pt x="33" y="69"/>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3"/>
            <p:cNvSpPr/>
            <p:nvPr/>
          </p:nvSpPr>
          <p:spPr>
            <a:xfrm>
              <a:off x="983346" y="2729646"/>
              <a:ext cx="3774" cy="83930"/>
            </a:xfrm>
            <a:custGeom>
              <a:rect b="b" l="l" r="r" t="t"/>
              <a:pathLst>
                <a:path extrusionOk="0" h="845" w="38">
                  <a:moveTo>
                    <a:pt x="21" y="0"/>
                  </a:moveTo>
                  <a:cubicBezTo>
                    <a:pt x="1" y="0"/>
                    <a:pt x="1" y="0"/>
                    <a:pt x="1" y="16"/>
                  </a:cubicBezTo>
                  <a:lnTo>
                    <a:pt x="1" y="186"/>
                  </a:lnTo>
                  <a:lnTo>
                    <a:pt x="1" y="691"/>
                  </a:lnTo>
                  <a:lnTo>
                    <a:pt x="1" y="723"/>
                  </a:lnTo>
                  <a:cubicBezTo>
                    <a:pt x="1" y="760"/>
                    <a:pt x="1" y="792"/>
                    <a:pt x="21" y="824"/>
                  </a:cubicBezTo>
                  <a:lnTo>
                    <a:pt x="21" y="845"/>
                  </a:lnTo>
                  <a:lnTo>
                    <a:pt x="37" y="824"/>
                  </a:lnTo>
                  <a:lnTo>
                    <a:pt x="37" y="808"/>
                  </a:lnTo>
                  <a:cubicBezTo>
                    <a:pt x="21" y="792"/>
                    <a:pt x="21" y="760"/>
                    <a:pt x="21" y="723"/>
                  </a:cubicBezTo>
                  <a:lnTo>
                    <a:pt x="21" y="691"/>
                  </a:lnTo>
                  <a:lnTo>
                    <a:pt x="21" y="186"/>
                  </a:lnTo>
                  <a:lnTo>
                    <a:pt x="21" y="1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3"/>
            <p:cNvSpPr/>
            <p:nvPr/>
          </p:nvSpPr>
          <p:spPr>
            <a:xfrm>
              <a:off x="1520197" y="2861649"/>
              <a:ext cx="193982" cy="291022"/>
            </a:xfrm>
            <a:custGeom>
              <a:rect b="b" l="l" r="r" t="t"/>
              <a:pathLst>
                <a:path extrusionOk="0" h="2930" w="1953">
                  <a:moveTo>
                    <a:pt x="49" y="0"/>
                  </a:moveTo>
                  <a:cubicBezTo>
                    <a:pt x="17" y="37"/>
                    <a:pt x="17" y="69"/>
                    <a:pt x="17" y="122"/>
                  </a:cubicBezTo>
                  <a:lnTo>
                    <a:pt x="17" y="138"/>
                  </a:lnTo>
                  <a:cubicBezTo>
                    <a:pt x="17" y="186"/>
                    <a:pt x="17" y="223"/>
                    <a:pt x="33" y="271"/>
                  </a:cubicBezTo>
                  <a:cubicBezTo>
                    <a:pt x="33" y="356"/>
                    <a:pt x="33" y="441"/>
                    <a:pt x="17" y="526"/>
                  </a:cubicBezTo>
                  <a:cubicBezTo>
                    <a:pt x="1" y="744"/>
                    <a:pt x="70" y="929"/>
                    <a:pt x="251" y="1095"/>
                  </a:cubicBezTo>
                  <a:cubicBezTo>
                    <a:pt x="421" y="1265"/>
                    <a:pt x="591" y="1451"/>
                    <a:pt x="740" y="1636"/>
                  </a:cubicBezTo>
                  <a:cubicBezTo>
                    <a:pt x="878" y="1786"/>
                    <a:pt x="995" y="1939"/>
                    <a:pt x="1144" y="2073"/>
                  </a:cubicBezTo>
                  <a:cubicBezTo>
                    <a:pt x="1245" y="2190"/>
                    <a:pt x="1330" y="2291"/>
                    <a:pt x="1431" y="2392"/>
                  </a:cubicBezTo>
                  <a:cubicBezTo>
                    <a:pt x="1585" y="2578"/>
                    <a:pt x="1750" y="2763"/>
                    <a:pt x="1936" y="2913"/>
                  </a:cubicBezTo>
                  <a:lnTo>
                    <a:pt x="1936" y="2929"/>
                  </a:lnTo>
                  <a:lnTo>
                    <a:pt x="1952" y="2913"/>
                  </a:lnTo>
                  <a:lnTo>
                    <a:pt x="1952" y="2897"/>
                  </a:lnTo>
                  <a:cubicBezTo>
                    <a:pt x="1766" y="2747"/>
                    <a:pt x="1601" y="2562"/>
                    <a:pt x="1447" y="2376"/>
                  </a:cubicBezTo>
                  <a:cubicBezTo>
                    <a:pt x="1346" y="2275"/>
                    <a:pt x="1261" y="2158"/>
                    <a:pt x="1160" y="2057"/>
                  </a:cubicBezTo>
                  <a:cubicBezTo>
                    <a:pt x="1027" y="1919"/>
                    <a:pt x="894" y="1770"/>
                    <a:pt x="756" y="1616"/>
                  </a:cubicBezTo>
                  <a:cubicBezTo>
                    <a:pt x="607" y="1434"/>
                    <a:pt x="437" y="1249"/>
                    <a:pt x="272" y="1079"/>
                  </a:cubicBezTo>
                  <a:cubicBezTo>
                    <a:pt x="86" y="909"/>
                    <a:pt x="33" y="744"/>
                    <a:pt x="49" y="526"/>
                  </a:cubicBezTo>
                  <a:lnTo>
                    <a:pt x="49" y="271"/>
                  </a:lnTo>
                  <a:lnTo>
                    <a:pt x="49" y="138"/>
                  </a:lnTo>
                  <a:lnTo>
                    <a:pt x="49" y="122"/>
                  </a:lnTo>
                  <a:cubicBezTo>
                    <a:pt x="49" y="69"/>
                    <a:pt x="49" y="37"/>
                    <a:pt x="70" y="21"/>
                  </a:cubicBezTo>
                  <a:lnTo>
                    <a:pt x="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3"/>
            <p:cNvSpPr/>
            <p:nvPr/>
          </p:nvSpPr>
          <p:spPr>
            <a:xfrm>
              <a:off x="674445" y="1964049"/>
              <a:ext cx="143723" cy="172230"/>
            </a:xfrm>
            <a:custGeom>
              <a:rect b="b" l="l" r="r" t="t"/>
              <a:pathLst>
                <a:path extrusionOk="0" h="1734" w="1447">
                  <a:moveTo>
                    <a:pt x="1394" y="1"/>
                  </a:moveTo>
                  <a:cubicBezTo>
                    <a:pt x="1414" y="170"/>
                    <a:pt x="1414" y="336"/>
                    <a:pt x="1414" y="506"/>
                  </a:cubicBezTo>
                  <a:cubicBezTo>
                    <a:pt x="1414" y="607"/>
                    <a:pt x="1394" y="708"/>
                    <a:pt x="1414" y="809"/>
                  </a:cubicBezTo>
                  <a:lnTo>
                    <a:pt x="1414" y="841"/>
                  </a:lnTo>
                  <a:cubicBezTo>
                    <a:pt x="1414" y="877"/>
                    <a:pt x="1414" y="926"/>
                    <a:pt x="1430" y="978"/>
                  </a:cubicBezTo>
                  <a:lnTo>
                    <a:pt x="17" y="1717"/>
                  </a:lnTo>
                  <a:cubicBezTo>
                    <a:pt x="0" y="1717"/>
                    <a:pt x="0" y="1717"/>
                    <a:pt x="0" y="1734"/>
                  </a:cubicBezTo>
                  <a:lnTo>
                    <a:pt x="17" y="1734"/>
                  </a:lnTo>
                  <a:lnTo>
                    <a:pt x="1447" y="994"/>
                  </a:lnTo>
                  <a:lnTo>
                    <a:pt x="1447" y="978"/>
                  </a:lnTo>
                  <a:cubicBezTo>
                    <a:pt x="1430" y="926"/>
                    <a:pt x="1430" y="877"/>
                    <a:pt x="1430" y="841"/>
                  </a:cubicBezTo>
                  <a:lnTo>
                    <a:pt x="1430" y="809"/>
                  </a:lnTo>
                  <a:lnTo>
                    <a:pt x="1430" y="506"/>
                  </a:lnTo>
                  <a:cubicBezTo>
                    <a:pt x="1430" y="336"/>
                    <a:pt x="1447" y="170"/>
                    <a:pt x="1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3"/>
            <p:cNvSpPr/>
            <p:nvPr/>
          </p:nvSpPr>
          <p:spPr>
            <a:xfrm>
              <a:off x="1087339" y="2343669"/>
              <a:ext cx="6456" cy="88697"/>
            </a:xfrm>
            <a:custGeom>
              <a:rect b="b" l="l" r="r" t="t"/>
              <a:pathLst>
                <a:path extrusionOk="0" h="893" w="65">
                  <a:moveTo>
                    <a:pt x="16" y="0"/>
                  </a:moveTo>
                  <a:lnTo>
                    <a:pt x="0" y="16"/>
                  </a:lnTo>
                  <a:lnTo>
                    <a:pt x="0" y="202"/>
                  </a:lnTo>
                  <a:lnTo>
                    <a:pt x="0" y="707"/>
                  </a:lnTo>
                  <a:cubicBezTo>
                    <a:pt x="0" y="772"/>
                    <a:pt x="16" y="840"/>
                    <a:pt x="32" y="893"/>
                  </a:cubicBezTo>
                  <a:lnTo>
                    <a:pt x="49" y="893"/>
                  </a:lnTo>
                  <a:cubicBezTo>
                    <a:pt x="49" y="893"/>
                    <a:pt x="65" y="893"/>
                    <a:pt x="49" y="873"/>
                  </a:cubicBezTo>
                  <a:cubicBezTo>
                    <a:pt x="32" y="824"/>
                    <a:pt x="32" y="772"/>
                    <a:pt x="32" y="707"/>
                  </a:cubicBezTo>
                  <a:lnTo>
                    <a:pt x="32" y="202"/>
                  </a:lnTo>
                  <a:lnTo>
                    <a:pt x="32" y="16"/>
                  </a:lnTo>
                  <a:cubicBezTo>
                    <a:pt x="32" y="16"/>
                    <a:pt x="32"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3"/>
            <p:cNvSpPr/>
            <p:nvPr/>
          </p:nvSpPr>
          <p:spPr>
            <a:xfrm>
              <a:off x="686066" y="3261630"/>
              <a:ext cx="138956" cy="151769"/>
            </a:xfrm>
            <a:custGeom>
              <a:rect b="b" l="l" r="r" t="t"/>
              <a:pathLst>
                <a:path extrusionOk="0" h="1528" w="1399">
                  <a:moveTo>
                    <a:pt x="1354" y="1"/>
                  </a:moveTo>
                  <a:cubicBezTo>
                    <a:pt x="1350" y="1"/>
                    <a:pt x="1346" y="5"/>
                    <a:pt x="1346" y="13"/>
                  </a:cubicBezTo>
                  <a:cubicBezTo>
                    <a:pt x="1330" y="49"/>
                    <a:pt x="1330" y="98"/>
                    <a:pt x="1346" y="134"/>
                  </a:cubicBezTo>
                  <a:cubicBezTo>
                    <a:pt x="1346" y="183"/>
                    <a:pt x="1362" y="215"/>
                    <a:pt x="1313" y="235"/>
                  </a:cubicBezTo>
                  <a:cubicBezTo>
                    <a:pt x="1277" y="268"/>
                    <a:pt x="1229" y="268"/>
                    <a:pt x="1176" y="284"/>
                  </a:cubicBezTo>
                  <a:cubicBezTo>
                    <a:pt x="1160" y="284"/>
                    <a:pt x="1128" y="300"/>
                    <a:pt x="1095" y="300"/>
                  </a:cubicBezTo>
                  <a:cubicBezTo>
                    <a:pt x="974" y="352"/>
                    <a:pt x="857" y="385"/>
                    <a:pt x="740" y="437"/>
                  </a:cubicBezTo>
                  <a:cubicBezTo>
                    <a:pt x="554" y="486"/>
                    <a:pt x="368" y="571"/>
                    <a:pt x="186" y="619"/>
                  </a:cubicBezTo>
                  <a:cubicBezTo>
                    <a:pt x="49" y="671"/>
                    <a:pt x="0" y="740"/>
                    <a:pt x="17" y="857"/>
                  </a:cubicBezTo>
                  <a:lnTo>
                    <a:pt x="17" y="1209"/>
                  </a:lnTo>
                  <a:lnTo>
                    <a:pt x="17" y="1378"/>
                  </a:lnTo>
                  <a:lnTo>
                    <a:pt x="17" y="1411"/>
                  </a:lnTo>
                  <a:cubicBezTo>
                    <a:pt x="17" y="1447"/>
                    <a:pt x="17" y="1496"/>
                    <a:pt x="49" y="1528"/>
                  </a:cubicBezTo>
                  <a:lnTo>
                    <a:pt x="65" y="1528"/>
                  </a:lnTo>
                  <a:lnTo>
                    <a:pt x="65" y="1512"/>
                  </a:lnTo>
                  <a:cubicBezTo>
                    <a:pt x="33" y="1479"/>
                    <a:pt x="49" y="1447"/>
                    <a:pt x="49" y="1411"/>
                  </a:cubicBezTo>
                  <a:lnTo>
                    <a:pt x="49" y="1378"/>
                  </a:lnTo>
                  <a:lnTo>
                    <a:pt x="49" y="1209"/>
                  </a:lnTo>
                  <a:lnTo>
                    <a:pt x="49" y="857"/>
                  </a:lnTo>
                  <a:cubicBezTo>
                    <a:pt x="33" y="740"/>
                    <a:pt x="65" y="688"/>
                    <a:pt x="186" y="655"/>
                  </a:cubicBezTo>
                  <a:cubicBezTo>
                    <a:pt x="368" y="587"/>
                    <a:pt x="570" y="518"/>
                    <a:pt x="756" y="453"/>
                  </a:cubicBezTo>
                  <a:cubicBezTo>
                    <a:pt x="873" y="417"/>
                    <a:pt x="994" y="369"/>
                    <a:pt x="1111" y="336"/>
                  </a:cubicBezTo>
                  <a:cubicBezTo>
                    <a:pt x="1128" y="316"/>
                    <a:pt x="1160" y="316"/>
                    <a:pt x="1196" y="300"/>
                  </a:cubicBezTo>
                  <a:cubicBezTo>
                    <a:pt x="1245" y="300"/>
                    <a:pt x="1297" y="284"/>
                    <a:pt x="1330" y="251"/>
                  </a:cubicBezTo>
                  <a:cubicBezTo>
                    <a:pt x="1398" y="215"/>
                    <a:pt x="1378" y="167"/>
                    <a:pt x="1362" y="114"/>
                  </a:cubicBezTo>
                  <a:cubicBezTo>
                    <a:pt x="1362" y="82"/>
                    <a:pt x="1346" y="49"/>
                    <a:pt x="1362" y="33"/>
                  </a:cubicBezTo>
                  <a:cubicBezTo>
                    <a:pt x="1378" y="13"/>
                    <a:pt x="1362" y="13"/>
                    <a:pt x="1362" y="13"/>
                  </a:cubicBezTo>
                  <a:cubicBezTo>
                    <a:pt x="1362" y="5"/>
                    <a:pt x="1358" y="1"/>
                    <a:pt x="1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3"/>
            <p:cNvSpPr/>
            <p:nvPr/>
          </p:nvSpPr>
          <p:spPr>
            <a:xfrm>
              <a:off x="1792646" y="3020569"/>
              <a:ext cx="5364" cy="48570"/>
            </a:xfrm>
            <a:custGeom>
              <a:rect b="b" l="l" r="r" t="t"/>
              <a:pathLst>
                <a:path extrusionOk="0" h="489" w="54">
                  <a:moveTo>
                    <a:pt x="33" y="0"/>
                  </a:moveTo>
                  <a:cubicBezTo>
                    <a:pt x="33" y="0"/>
                    <a:pt x="17" y="0"/>
                    <a:pt x="17" y="16"/>
                  </a:cubicBezTo>
                  <a:cubicBezTo>
                    <a:pt x="1" y="101"/>
                    <a:pt x="1" y="202"/>
                    <a:pt x="17" y="303"/>
                  </a:cubicBezTo>
                  <a:lnTo>
                    <a:pt x="17" y="473"/>
                  </a:lnTo>
                  <a:lnTo>
                    <a:pt x="17" y="489"/>
                  </a:lnTo>
                  <a:cubicBezTo>
                    <a:pt x="33" y="489"/>
                    <a:pt x="33" y="489"/>
                    <a:pt x="33" y="473"/>
                  </a:cubicBezTo>
                  <a:lnTo>
                    <a:pt x="33" y="303"/>
                  </a:lnTo>
                  <a:cubicBezTo>
                    <a:pt x="33" y="202"/>
                    <a:pt x="33" y="117"/>
                    <a:pt x="53" y="16"/>
                  </a:cubicBezTo>
                  <a:cubicBezTo>
                    <a:pt x="53" y="16"/>
                    <a:pt x="5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3"/>
            <p:cNvSpPr/>
            <p:nvPr/>
          </p:nvSpPr>
          <p:spPr>
            <a:xfrm>
              <a:off x="1416701" y="3234813"/>
              <a:ext cx="85221" cy="195472"/>
            </a:xfrm>
            <a:custGeom>
              <a:rect b="b" l="l" r="r" t="t"/>
              <a:pathLst>
                <a:path extrusionOk="0" h="1968" w="858">
                  <a:moveTo>
                    <a:pt x="1" y="0"/>
                  </a:moveTo>
                  <a:lnTo>
                    <a:pt x="1" y="16"/>
                  </a:lnTo>
                  <a:cubicBezTo>
                    <a:pt x="65" y="81"/>
                    <a:pt x="134" y="134"/>
                    <a:pt x="203" y="202"/>
                  </a:cubicBezTo>
                  <a:cubicBezTo>
                    <a:pt x="368" y="352"/>
                    <a:pt x="538" y="521"/>
                    <a:pt x="708" y="671"/>
                  </a:cubicBezTo>
                  <a:cubicBezTo>
                    <a:pt x="788" y="756"/>
                    <a:pt x="825" y="841"/>
                    <a:pt x="825" y="958"/>
                  </a:cubicBezTo>
                  <a:lnTo>
                    <a:pt x="825" y="1547"/>
                  </a:lnTo>
                  <a:lnTo>
                    <a:pt x="825" y="1818"/>
                  </a:lnTo>
                  <a:lnTo>
                    <a:pt x="825" y="1850"/>
                  </a:lnTo>
                  <a:cubicBezTo>
                    <a:pt x="825" y="1883"/>
                    <a:pt x="825" y="1919"/>
                    <a:pt x="809" y="1935"/>
                  </a:cubicBezTo>
                  <a:lnTo>
                    <a:pt x="809" y="1968"/>
                  </a:lnTo>
                  <a:lnTo>
                    <a:pt x="825" y="1968"/>
                  </a:lnTo>
                  <a:cubicBezTo>
                    <a:pt x="857" y="1919"/>
                    <a:pt x="857" y="1883"/>
                    <a:pt x="857" y="1850"/>
                  </a:cubicBezTo>
                  <a:lnTo>
                    <a:pt x="857" y="1818"/>
                  </a:lnTo>
                  <a:cubicBezTo>
                    <a:pt x="857" y="1733"/>
                    <a:pt x="857" y="1632"/>
                    <a:pt x="841" y="1547"/>
                  </a:cubicBezTo>
                  <a:cubicBezTo>
                    <a:pt x="841" y="1345"/>
                    <a:pt x="841" y="1143"/>
                    <a:pt x="857" y="958"/>
                  </a:cubicBezTo>
                  <a:cubicBezTo>
                    <a:pt x="857" y="824"/>
                    <a:pt x="825" y="740"/>
                    <a:pt x="724" y="655"/>
                  </a:cubicBezTo>
                  <a:cubicBezTo>
                    <a:pt x="554" y="505"/>
                    <a:pt x="384" y="336"/>
                    <a:pt x="219" y="182"/>
                  </a:cubicBezTo>
                  <a:cubicBezTo>
                    <a:pt x="150" y="117"/>
                    <a:pt x="82" y="6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3"/>
            <p:cNvSpPr/>
            <p:nvPr/>
          </p:nvSpPr>
          <p:spPr>
            <a:xfrm>
              <a:off x="871406" y="1559597"/>
              <a:ext cx="338003" cy="289036"/>
            </a:xfrm>
            <a:custGeom>
              <a:rect b="b" l="l" r="r" t="t"/>
              <a:pathLst>
                <a:path extrusionOk="0" h="2910" w="3403">
                  <a:moveTo>
                    <a:pt x="3386" y="1"/>
                  </a:moveTo>
                  <a:cubicBezTo>
                    <a:pt x="3184" y="118"/>
                    <a:pt x="2966" y="235"/>
                    <a:pt x="2764" y="352"/>
                  </a:cubicBezTo>
                  <a:cubicBezTo>
                    <a:pt x="2461" y="522"/>
                    <a:pt x="2138" y="687"/>
                    <a:pt x="1855" y="873"/>
                  </a:cubicBezTo>
                  <a:cubicBezTo>
                    <a:pt x="1399" y="1144"/>
                    <a:pt x="946" y="1394"/>
                    <a:pt x="490" y="1633"/>
                  </a:cubicBezTo>
                  <a:cubicBezTo>
                    <a:pt x="372" y="1697"/>
                    <a:pt x="239" y="1782"/>
                    <a:pt x="102" y="1851"/>
                  </a:cubicBezTo>
                  <a:cubicBezTo>
                    <a:pt x="37" y="1883"/>
                    <a:pt x="1" y="1919"/>
                    <a:pt x="1" y="2020"/>
                  </a:cubicBezTo>
                  <a:lnTo>
                    <a:pt x="1" y="2643"/>
                  </a:lnTo>
                  <a:lnTo>
                    <a:pt x="1" y="2760"/>
                  </a:lnTo>
                  <a:cubicBezTo>
                    <a:pt x="1" y="2808"/>
                    <a:pt x="1" y="2861"/>
                    <a:pt x="37" y="2909"/>
                  </a:cubicBezTo>
                  <a:lnTo>
                    <a:pt x="53" y="2909"/>
                  </a:lnTo>
                  <a:lnTo>
                    <a:pt x="53" y="2893"/>
                  </a:lnTo>
                  <a:cubicBezTo>
                    <a:pt x="37" y="2861"/>
                    <a:pt x="37" y="2808"/>
                    <a:pt x="37" y="2760"/>
                  </a:cubicBezTo>
                  <a:lnTo>
                    <a:pt x="37" y="2643"/>
                  </a:lnTo>
                  <a:lnTo>
                    <a:pt x="37" y="2000"/>
                  </a:lnTo>
                  <a:cubicBezTo>
                    <a:pt x="17" y="1936"/>
                    <a:pt x="53" y="1899"/>
                    <a:pt x="118" y="1867"/>
                  </a:cubicBezTo>
                  <a:cubicBezTo>
                    <a:pt x="255" y="1798"/>
                    <a:pt x="372" y="1734"/>
                    <a:pt x="506" y="1649"/>
                  </a:cubicBezTo>
                  <a:cubicBezTo>
                    <a:pt x="962" y="1415"/>
                    <a:pt x="1415" y="1160"/>
                    <a:pt x="1855" y="889"/>
                  </a:cubicBezTo>
                  <a:cubicBezTo>
                    <a:pt x="2158" y="724"/>
                    <a:pt x="2477" y="538"/>
                    <a:pt x="2780" y="384"/>
                  </a:cubicBezTo>
                  <a:cubicBezTo>
                    <a:pt x="2982" y="267"/>
                    <a:pt x="3200" y="150"/>
                    <a:pt x="3402"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3"/>
            <p:cNvSpPr/>
            <p:nvPr/>
          </p:nvSpPr>
          <p:spPr>
            <a:xfrm>
              <a:off x="2165412" y="2963953"/>
              <a:ext cx="5364" cy="40227"/>
            </a:xfrm>
            <a:custGeom>
              <a:rect b="b" l="l" r="r" t="t"/>
              <a:pathLst>
                <a:path extrusionOk="0" h="405" w="54">
                  <a:moveTo>
                    <a:pt x="37" y="0"/>
                  </a:moveTo>
                  <a:lnTo>
                    <a:pt x="37" y="17"/>
                  </a:lnTo>
                  <a:cubicBezTo>
                    <a:pt x="1" y="101"/>
                    <a:pt x="17" y="182"/>
                    <a:pt x="17" y="251"/>
                  </a:cubicBezTo>
                  <a:lnTo>
                    <a:pt x="17" y="404"/>
                  </a:lnTo>
                  <a:lnTo>
                    <a:pt x="37" y="404"/>
                  </a:lnTo>
                  <a:lnTo>
                    <a:pt x="37" y="251"/>
                  </a:lnTo>
                  <a:cubicBezTo>
                    <a:pt x="37" y="182"/>
                    <a:pt x="37" y="101"/>
                    <a:pt x="53" y="17"/>
                  </a:cubicBezTo>
                  <a:cubicBezTo>
                    <a:pt x="53" y="17"/>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3"/>
            <p:cNvSpPr/>
            <p:nvPr/>
          </p:nvSpPr>
          <p:spPr>
            <a:xfrm>
              <a:off x="1287876" y="2772455"/>
              <a:ext cx="4966" cy="94458"/>
            </a:xfrm>
            <a:custGeom>
              <a:rect b="b" l="l" r="r" t="t"/>
              <a:pathLst>
                <a:path extrusionOk="0" h="951" w="50">
                  <a:moveTo>
                    <a:pt x="18" y="1"/>
                  </a:moveTo>
                  <a:cubicBezTo>
                    <a:pt x="17" y="1"/>
                    <a:pt x="17" y="3"/>
                    <a:pt x="17" y="10"/>
                  </a:cubicBezTo>
                  <a:lnTo>
                    <a:pt x="1" y="10"/>
                  </a:lnTo>
                  <a:cubicBezTo>
                    <a:pt x="17" y="143"/>
                    <a:pt x="17" y="260"/>
                    <a:pt x="17" y="377"/>
                  </a:cubicBezTo>
                  <a:lnTo>
                    <a:pt x="17" y="579"/>
                  </a:lnTo>
                  <a:lnTo>
                    <a:pt x="17" y="834"/>
                  </a:lnTo>
                  <a:lnTo>
                    <a:pt x="17" y="951"/>
                  </a:lnTo>
                  <a:lnTo>
                    <a:pt x="33" y="951"/>
                  </a:lnTo>
                  <a:lnTo>
                    <a:pt x="33" y="834"/>
                  </a:lnTo>
                  <a:lnTo>
                    <a:pt x="33" y="579"/>
                  </a:lnTo>
                  <a:lnTo>
                    <a:pt x="33" y="377"/>
                  </a:lnTo>
                  <a:cubicBezTo>
                    <a:pt x="49" y="260"/>
                    <a:pt x="49" y="143"/>
                    <a:pt x="33" y="10"/>
                  </a:cubicBezTo>
                  <a:cubicBezTo>
                    <a:pt x="23" y="10"/>
                    <a:pt x="19"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3"/>
            <p:cNvSpPr/>
            <p:nvPr/>
          </p:nvSpPr>
          <p:spPr>
            <a:xfrm>
              <a:off x="791152" y="2485704"/>
              <a:ext cx="5364" cy="81943"/>
            </a:xfrm>
            <a:custGeom>
              <a:rect b="b" l="l" r="r" t="t"/>
              <a:pathLst>
                <a:path extrusionOk="0" h="825" w="54">
                  <a:moveTo>
                    <a:pt x="17" y="0"/>
                  </a:moveTo>
                  <a:cubicBezTo>
                    <a:pt x="1" y="0"/>
                    <a:pt x="1" y="0"/>
                    <a:pt x="1" y="16"/>
                  </a:cubicBezTo>
                  <a:cubicBezTo>
                    <a:pt x="17" y="133"/>
                    <a:pt x="17" y="251"/>
                    <a:pt x="17" y="372"/>
                  </a:cubicBezTo>
                  <a:lnTo>
                    <a:pt x="17" y="606"/>
                  </a:lnTo>
                  <a:lnTo>
                    <a:pt x="17" y="675"/>
                  </a:lnTo>
                  <a:cubicBezTo>
                    <a:pt x="17" y="707"/>
                    <a:pt x="1" y="756"/>
                    <a:pt x="37" y="808"/>
                  </a:cubicBezTo>
                  <a:lnTo>
                    <a:pt x="37" y="824"/>
                  </a:lnTo>
                  <a:lnTo>
                    <a:pt x="53" y="824"/>
                  </a:lnTo>
                  <a:lnTo>
                    <a:pt x="53" y="808"/>
                  </a:lnTo>
                  <a:cubicBezTo>
                    <a:pt x="37" y="756"/>
                    <a:pt x="37" y="707"/>
                    <a:pt x="37" y="675"/>
                  </a:cubicBezTo>
                  <a:lnTo>
                    <a:pt x="37" y="606"/>
                  </a:lnTo>
                  <a:lnTo>
                    <a:pt x="37" y="372"/>
                  </a:lnTo>
                  <a:cubicBezTo>
                    <a:pt x="37" y="251"/>
                    <a:pt x="53" y="1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3"/>
            <p:cNvSpPr/>
            <p:nvPr/>
          </p:nvSpPr>
          <p:spPr>
            <a:xfrm>
              <a:off x="2120518" y="3672538"/>
              <a:ext cx="4867" cy="48669"/>
            </a:xfrm>
            <a:custGeom>
              <a:rect b="b" l="l" r="r" t="t"/>
              <a:pathLst>
                <a:path extrusionOk="0" h="490" w="49">
                  <a:moveTo>
                    <a:pt x="33" y="1"/>
                  </a:moveTo>
                  <a:cubicBezTo>
                    <a:pt x="33" y="1"/>
                    <a:pt x="16" y="1"/>
                    <a:pt x="16" y="17"/>
                  </a:cubicBezTo>
                  <a:cubicBezTo>
                    <a:pt x="0" y="85"/>
                    <a:pt x="0" y="170"/>
                    <a:pt x="0" y="255"/>
                  </a:cubicBezTo>
                  <a:cubicBezTo>
                    <a:pt x="16" y="320"/>
                    <a:pt x="16" y="405"/>
                    <a:pt x="0" y="473"/>
                  </a:cubicBezTo>
                  <a:lnTo>
                    <a:pt x="0" y="489"/>
                  </a:lnTo>
                  <a:lnTo>
                    <a:pt x="16" y="473"/>
                  </a:lnTo>
                  <a:cubicBezTo>
                    <a:pt x="33" y="405"/>
                    <a:pt x="33" y="320"/>
                    <a:pt x="33" y="255"/>
                  </a:cubicBezTo>
                  <a:cubicBezTo>
                    <a:pt x="33" y="170"/>
                    <a:pt x="33" y="85"/>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3"/>
            <p:cNvSpPr/>
            <p:nvPr/>
          </p:nvSpPr>
          <p:spPr>
            <a:xfrm>
              <a:off x="1734143" y="3547786"/>
              <a:ext cx="157331" cy="186632"/>
            </a:xfrm>
            <a:custGeom>
              <a:rect b="b" l="l" r="r" t="t"/>
              <a:pathLst>
                <a:path extrusionOk="0" h="1879" w="1584">
                  <a:moveTo>
                    <a:pt x="71" y="0"/>
                  </a:moveTo>
                  <a:cubicBezTo>
                    <a:pt x="69" y="0"/>
                    <a:pt x="69" y="4"/>
                    <a:pt x="69" y="12"/>
                  </a:cubicBezTo>
                  <a:cubicBezTo>
                    <a:pt x="0" y="113"/>
                    <a:pt x="16" y="198"/>
                    <a:pt x="137" y="283"/>
                  </a:cubicBezTo>
                  <a:cubicBezTo>
                    <a:pt x="303" y="432"/>
                    <a:pt x="473" y="602"/>
                    <a:pt x="642" y="768"/>
                  </a:cubicBezTo>
                  <a:cubicBezTo>
                    <a:pt x="675" y="804"/>
                    <a:pt x="707" y="836"/>
                    <a:pt x="760" y="869"/>
                  </a:cubicBezTo>
                  <a:cubicBezTo>
                    <a:pt x="792" y="921"/>
                    <a:pt x="824" y="954"/>
                    <a:pt x="877" y="990"/>
                  </a:cubicBezTo>
                  <a:cubicBezTo>
                    <a:pt x="1079" y="1192"/>
                    <a:pt x="1281" y="1394"/>
                    <a:pt x="1499" y="1576"/>
                  </a:cubicBezTo>
                  <a:cubicBezTo>
                    <a:pt x="1551" y="1628"/>
                    <a:pt x="1551" y="1697"/>
                    <a:pt x="1551" y="1761"/>
                  </a:cubicBezTo>
                  <a:cubicBezTo>
                    <a:pt x="1551" y="1798"/>
                    <a:pt x="1531" y="1830"/>
                    <a:pt x="1551" y="1862"/>
                  </a:cubicBezTo>
                  <a:cubicBezTo>
                    <a:pt x="1551" y="1879"/>
                    <a:pt x="1551" y="1879"/>
                    <a:pt x="1568" y="1879"/>
                  </a:cubicBezTo>
                  <a:lnTo>
                    <a:pt x="1568" y="1862"/>
                  </a:lnTo>
                  <a:lnTo>
                    <a:pt x="1568" y="1761"/>
                  </a:lnTo>
                  <a:cubicBezTo>
                    <a:pt x="1584" y="1697"/>
                    <a:pt x="1584" y="1628"/>
                    <a:pt x="1515" y="1560"/>
                  </a:cubicBezTo>
                  <a:cubicBezTo>
                    <a:pt x="1297" y="1374"/>
                    <a:pt x="1095" y="1172"/>
                    <a:pt x="893" y="970"/>
                  </a:cubicBezTo>
                  <a:cubicBezTo>
                    <a:pt x="844" y="937"/>
                    <a:pt x="808" y="905"/>
                    <a:pt x="776" y="853"/>
                  </a:cubicBezTo>
                  <a:cubicBezTo>
                    <a:pt x="743" y="820"/>
                    <a:pt x="691" y="788"/>
                    <a:pt x="659" y="752"/>
                  </a:cubicBezTo>
                  <a:cubicBezTo>
                    <a:pt x="489" y="586"/>
                    <a:pt x="319" y="416"/>
                    <a:pt x="154" y="263"/>
                  </a:cubicBezTo>
                  <a:cubicBezTo>
                    <a:pt x="53" y="182"/>
                    <a:pt x="36" y="113"/>
                    <a:pt x="85" y="28"/>
                  </a:cubicBezTo>
                  <a:lnTo>
                    <a:pt x="85" y="12"/>
                  </a:lnTo>
                  <a:cubicBezTo>
                    <a:pt x="77" y="4"/>
                    <a:pt x="73"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3"/>
            <p:cNvSpPr/>
            <p:nvPr/>
          </p:nvSpPr>
          <p:spPr>
            <a:xfrm>
              <a:off x="754699" y="1826881"/>
              <a:ext cx="3278" cy="88697"/>
            </a:xfrm>
            <a:custGeom>
              <a:rect b="b" l="l" r="r" t="t"/>
              <a:pathLst>
                <a:path extrusionOk="0" h="893" w="33">
                  <a:moveTo>
                    <a:pt x="0" y="0"/>
                  </a:moveTo>
                  <a:lnTo>
                    <a:pt x="0" y="877"/>
                  </a:lnTo>
                  <a:lnTo>
                    <a:pt x="16" y="893"/>
                  </a:lnTo>
                  <a:cubicBezTo>
                    <a:pt x="33" y="893"/>
                    <a:pt x="33" y="877"/>
                    <a:pt x="33" y="877"/>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3"/>
            <p:cNvSpPr/>
            <p:nvPr/>
          </p:nvSpPr>
          <p:spPr>
            <a:xfrm>
              <a:off x="2096779" y="2860059"/>
              <a:ext cx="3774" cy="45392"/>
            </a:xfrm>
            <a:custGeom>
              <a:rect b="b" l="l" r="r" t="t"/>
              <a:pathLst>
                <a:path extrusionOk="0" h="457" w="38">
                  <a:moveTo>
                    <a:pt x="21" y="0"/>
                  </a:moveTo>
                  <a:cubicBezTo>
                    <a:pt x="1" y="101"/>
                    <a:pt x="1" y="186"/>
                    <a:pt x="1" y="287"/>
                  </a:cubicBezTo>
                  <a:lnTo>
                    <a:pt x="1" y="441"/>
                  </a:lnTo>
                  <a:cubicBezTo>
                    <a:pt x="1" y="457"/>
                    <a:pt x="1" y="457"/>
                    <a:pt x="21" y="457"/>
                  </a:cubicBezTo>
                  <a:cubicBezTo>
                    <a:pt x="21" y="457"/>
                    <a:pt x="37" y="457"/>
                    <a:pt x="37" y="441"/>
                  </a:cubicBezTo>
                  <a:lnTo>
                    <a:pt x="37" y="287"/>
                  </a:lnTo>
                  <a:cubicBezTo>
                    <a:pt x="21" y="186"/>
                    <a:pt x="21" y="101"/>
                    <a:pt x="37"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3"/>
            <p:cNvSpPr/>
            <p:nvPr/>
          </p:nvSpPr>
          <p:spPr>
            <a:xfrm>
              <a:off x="1246160" y="3533682"/>
              <a:ext cx="172230" cy="200736"/>
            </a:xfrm>
            <a:custGeom>
              <a:rect b="b" l="l" r="r" t="t"/>
              <a:pathLst>
                <a:path extrusionOk="0" h="2021" w="1734">
                  <a:moveTo>
                    <a:pt x="1649" y="1"/>
                  </a:moveTo>
                  <a:lnTo>
                    <a:pt x="1649" y="21"/>
                  </a:lnTo>
                  <a:cubicBezTo>
                    <a:pt x="1665" y="21"/>
                    <a:pt x="1665" y="37"/>
                    <a:pt x="1681" y="37"/>
                  </a:cubicBezTo>
                  <a:cubicBezTo>
                    <a:pt x="1698" y="53"/>
                    <a:pt x="1698" y="69"/>
                    <a:pt x="1698" y="86"/>
                  </a:cubicBezTo>
                  <a:cubicBezTo>
                    <a:pt x="1681" y="187"/>
                    <a:pt x="1681" y="271"/>
                    <a:pt x="1681" y="372"/>
                  </a:cubicBezTo>
                  <a:cubicBezTo>
                    <a:pt x="1681" y="389"/>
                    <a:pt x="1698" y="425"/>
                    <a:pt x="1698" y="457"/>
                  </a:cubicBezTo>
                  <a:cubicBezTo>
                    <a:pt x="1698" y="542"/>
                    <a:pt x="1665" y="574"/>
                    <a:pt x="1597" y="591"/>
                  </a:cubicBezTo>
                  <a:cubicBezTo>
                    <a:pt x="1447" y="627"/>
                    <a:pt x="1314" y="675"/>
                    <a:pt x="1160" y="708"/>
                  </a:cubicBezTo>
                  <a:cubicBezTo>
                    <a:pt x="825" y="793"/>
                    <a:pt x="486" y="894"/>
                    <a:pt x="150" y="978"/>
                  </a:cubicBezTo>
                  <a:cubicBezTo>
                    <a:pt x="33" y="1011"/>
                    <a:pt x="1" y="1047"/>
                    <a:pt x="1" y="1164"/>
                  </a:cubicBezTo>
                  <a:lnTo>
                    <a:pt x="1" y="1770"/>
                  </a:lnTo>
                  <a:lnTo>
                    <a:pt x="1" y="2004"/>
                  </a:lnTo>
                  <a:cubicBezTo>
                    <a:pt x="1" y="2021"/>
                    <a:pt x="1" y="2021"/>
                    <a:pt x="17" y="2021"/>
                  </a:cubicBezTo>
                  <a:cubicBezTo>
                    <a:pt x="17" y="2021"/>
                    <a:pt x="33" y="2021"/>
                    <a:pt x="33" y="2004"/>
                  </a:cubicBezTo>
                  <a:lnTo>
                    <a:pt x="33" y="1770"/>
                  </a:lnTo>
                  <a:lnTo>
                    <a:pt x="33" y="1164"/>
                  </a:lnTo>
                  <a:cubicBezTo>
                    <a:pt x="17" y="1063"/>
                    <a:pt x="49" y="1031"/>
                    <a:pt x="150" y="1011"/>
                  </a:cubicBezTo>
                  <a:cubicBezTo>
                    <a:pt x="486" y="910"/>
                    <a:pt x="841" y="829"/>
                    <a:pt x="1176" y="728"/>
                  </a:cubicBezTo>
                  <a:cubicBezTo>
                    <a:pt x="1314" y="692"/>
                    <a:pt x="1463" y="659"/>
                    <a:pt x="1597" y="627"/>
                  </a:cubicBezTo>
                  <a:cubicBezTo>
                    <a:pt x="1681" y="591"/>
                    <a:pt x="1718" y="542"/>
                    <a:pt x="1718" y="457"/>
                  </a:cubicBezTo>
                  <a:lnTo>
                    <a:pt x="1718" y="372"/>
                  </a:lnTo>
                  <a:cubicBezTo>
                    <a:pt x="1718" y="271"/>
                    <a:pt x="1718" y="187"/>
                    <a:pt x="1734" y="86"/>
                  </a:cubicBezTo>
                  <a:cubicBezTo>
                    <a:pt x="1734" y="53"/>
                    <a:pt x="1718" y="37"/>
                    <a:pt x="1698" y="21"/>
                  </a:cubicBezTo>
                  <a:cubicBezTo>
                    <a:pt x="1681" y="21"/>
                    <a:pt x="1681" y="1"/>
                    <a:pt x="16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3"/>
            <p:cNvSpPr/>
            <p:nvPr/>
          </p:nvSpPr>
          <p:spPr>
            <a:xfrm>
              <a:off x="1923059" y="2704715"/>
              <a:ext cx="145809" cy="294201"/>
            </a:xfrm>
            <a:custGeom>
              <a:rect b="b" l="l" r="r" t="t"/>
              <a:pathLst>
                <a:path extrusionOk="0" h="2962" w="1468">
                  <a:moveTo>
                    <a:pt x="1" y="1"/>
                  </a:moveTo>
                  <a:lnTo>
                    <a:pt x="1" y="17"/>
                  </a:lnTo>
                  <a:cubicBezTo>
                    <a:pt x="33" y="166"/>
                    <a:pt x="134" y="304"/>
                    <a:pt x="235" y="437"/>
                  </a:cubicBezTo>
                  <a:cubicBezTo>
                    <a:pt x="288" y="490"/>
                    <a:pt x="336" y="538"/>
                    <a:pt x="372" y="607"/>
                  </a:cubicBezTo>
                  <a:cubicBezTo>
                    <a:pt x="607" y="942"/>
                    <a:pt x="841" y="1277"/>
                    <a:pt x="1079" y="1617"/>
                  </a:cubicBezTo>
                  <a:cubicBezTo>
                    <a:pt x="1180" y="1766"/>
                    <a:pt x="1281" y="1904"/>
                    <a:pt x="1382" y="2053"/>
                  </a:cubicBezTo>
                  <a:cubicBezTo>
                    <a:pt x="1415" y="2106"/>
                    <a:pt x="1431" y="2154"/>
                    <a:pt x="1431" y="2207"/>
                  </a:cubicBezTo>
                  <a:cubicBezTo>
                    <a:pt x="1447" y="2457"/>
                    <a:pt x="1447" y="2691"/>
                    <a:pt x="1431" y="2893"/>
                  </a:cubicBezTo>
                  <a:lnTo>
                    <a:pt x="1431" y="2930"/>
                  </a:lnTo>
                  <a:cubicBezTo>
                    <a:pt x="1415" y="2930"/>
                    <a:pt x="1415" y="2946"/>
                    <a:pt x="1415" y="2946"/>
                  </a:cubicBezTo>
                  <a:lnTo>
                    <a:pt x="1415" y="2962"/>
                  </a:lnTo>
                  <a:lnTo>
                    <a:pt x="1431" y="2962"/>
                  </a:lnTo>
                  <a:lnTo>
                    <a:pt x="1447" y="2946"/>
                  </a:lnTo>
                  <a:cubicBezTo>
                    <a:pt x="1447" y="2930"/>
                    <a:pt x="1467" y="2913"/>
                    <a:pt x="1467" y="2893"/>
                  </a:cubicBezTo>
                  <a:lnTo>
                    <a:pt x="1467" y="2207"/>
                  </a:lnTo>
                  <a:cubicBezTo>
                    <a:pt x="1467" y="2154"/>
                    <a:pt x="1447" y="2085"/>
                    <a:pt x="1415" y="2037"/>
                  </a:cubicBezTo>
                  <a:cubicBezTo>
                    <a:pt x="1314" y="1883"/>
                    <a:pt x="1197" y="1750"/>
                    <a:pt x="1096" y="1601"/>
                  </a:cubicBezTo>
                  <a:cubicBezTo>
                    <a:pt x="861" y="1261"/>
                    <a:pt x="623" y="926"/>
                    <a:pt x="405" y="591"/>
                  </a:cubicBezTo>
                  <a:cubicBezTo>
                    <a:pt x="356" y="522"/>
                    <a:pt x="304" y="469"/>
                    <a:pt x="271" y="421"/>
                  </a:cubicBezTo>
                  <a:cubicBezTo>
                    <a:pt x="170" y="288"/>
                    <a:pt x="69" y="166"/>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3"/>
            <p:cNvSpPr/>
            <p:nvPr/>
          </p:nvSpPr>
          <p:spPr>
            <a:xfrm>
              <a:off x="1264237" y="3075098"/>
              <a:ext cx="150577" cy="149782"/>
            </a:xfrm>
            <a:custGeom>
              <a:rect b="b" l="l" r="r" t="t"/>
              <a:pathLst>
                <a:path extrusionOk="0" h="1508" w="1516">
                  <a:moveTo>
                    <a:pt x="1429" y="0"/>
                  </a:moveTo>
                  <a:cubicBezTo>
                    <a:pt x="1403" y="0"/>
                    <a:pt x="1374" y="9"/>
                    <a:pt x="1350" y="25"/>
                  </a:cubicBezTo>
                  <a:lnTo>
                    <a:pt x="893" y="174"/>
                  </a:lnTo>
                  <a:lnTo>
                    <a:pt x="659" y="259"/>
                  </a:lnTo>
                  <a:cubicBezTo>
                    <a:pt x="607" y="275"/>
                    <a:pt x="558" y="295"/>
                    <a:pt x="506" y="328"/>
                  </a:cubicBezTo>
                  <a:cubicBezTo>
                    <a:pt x="388" y="360"/>
                    <a:pt x="271" y="413"/>
                    <a:pt x="138" y="445"/>
                  </a:cubicBezTo>
                  <a:cubicBezTo>
                    <a:pt x="21" y="477"/>
                    <a:pt x="1" y="546"/>
                    <a:pt x="1" y="647"/>
                  </a:cubicBezTo>
                  <a:lnTo>
                    <a:pt x="1" y="1119"/>
                  </a:lnTo>
                  <a:lnTo>
                    <a:pt x="1" y="1370"/>
                  </a:lnTo>
                  <a:cubicBezTo>
                    <a:pt x="1" y="1406"/>
                    <a:pt x="21" y="1422"/>
                    <a:pt x="21" y="1455"/>
                  </a:cubicBezTo>
                  <a:lnTo>
                    <a:pt x="21" y="1487"/>
                  </a:lnTo>
                  <a:cubicBezTo>
                    <a:pt x="21" y="1507"/>
                    <a:pt x="37" y="1507"/>
                    <a:pt x="37" y="1507"/>
                  </a:cubicBezTo>
                  <a:cubicBezTo>
                    <a:pt x="37" y="1507"/>
                    <a:pt x="53" y="1507"/>
                    <a:pt x="53" y="1487"/>
                  </a:cubicBezTo>
                  <a:cubicBezTo>
                    <a:pt x="53" y="1471"/>
                    <a:pt x="37" y="1471"/>
                    <a:pt x="37" y="1455"/>
                  </a:cubicBezTo>
                  <a:lnTo>
                    <a:pt x="37" y="1370"/>
                  </a:lnTo>
                  <a:lnTo>
                    <a:pt x="37" y="1119"/>
                  </a:lnTo>
                  <a:lnTo>
                    <a:pt x="37" y="647"/>
                  </a:lnTo>
                  <a:cubicBezTo>
                    <a:pt x="37" y="546"/>
                    <a:pt x="53" y="497"/>
                    <a:pt x="138" y="477"/>
                  </a:cubicBezTo>
                  <a:cubicBezTo>
                    <a:pt x="271" y="445"/>
                    <a:pt x="405" y="396"/>
                    <a:pt x="526" y="344"/>
                  </a:cubicBezTo>
                  <a:cubicBezTo>
                    <a:pt x="574" y="328"/>
                    <a:pt x="627" y="312"/>
                    <a:pt x="675" y="295"/>
                  </a:cubicBezTo>
                  <a:lnTo>
                    <a:pt x="910" y="211"/>
                  </a:lnTo>
                  <a:cubicBezTo>
                    <a:pt x="1047" y="158"/>
                    <a:pt x="1196" y="93"/>
                    <a:pt x="1350" y="41"/>
                  </a:cubicBezTo>
                  <a:cubicBezTo>
                    <a:pt x="1374" y="33"/>
                    <a:pt x="1399" y="29"/>
                    <a:pt x="1421" y="29"/>
                  </a:cubicBezTo>
                  <a:cubicBezTo>
                    <a:pt x="1442" y="29"/>
                    <a:pt x="1459" y="33"/>
                    <a:pt x="1467" y="41"/>
                  </a:cubicBezTo>
                  <a:cubicBezTo>
                    <a:pt x="1483" y="57"/>
                    <a:pt x="1499" y="73"/>
                    <a:pt x="1499" y="93"/>
                  </a:cubicBezTo>
                  <a:cubicBezTo>
                    <a:pt x="1467" y="275"/>
                    <a:pt x="1483" y="445"/>
                    <a:pt x="1483" y="631"/>
                  </a:cubicBezTo>
                  <a:lnTo>
                    <a:pt x="1483" y="917"/>
                  </a:lnTo>
                  <a:cubicBezTo>
                    <a:pt x="1483" y="966"/>
                    <a:pt x="1467" y="1018"/>
                    <a:pt x="1451" y="1051"/>
                  </a:cubicBezTo>
                  <a:cubicBezTo>
                    <a:pt x="1451" y="1067"/>
                    <a:pt x="1451" y="1067"/>
                    <a:pt x="1467" y="1067"/>
                  </a:cubicBezTo>
                  <a:lnTo>
                    <a:pt x="1483" y="1067"/>
                  </a:lnTo>
                  <a:cubicBezTo>
                    <a:pt x="1499" y="1018"/>
                    <a:pt x="1499" y="966"/>
                    <a:pt x="1499" y="934"/>
                  </a:cubicBezTo>
                  <a:cubicBezTo>
                    <a:pt x="1516" y="833"/>
                    <a:pt x="1499" y="715"/>
                    <a:pt x="1499" y="631"/>
                  </a:cubicBezTo>
                  <a:cubicBezTo>
                    <a:pt x="1499" y="445"/>
                    <a:pt x="1499" y="275"/>
                    <a:pt x="1516" y="110"/>
                  </a:cubicBezTo>
                  <a:cubicBezTo>
                    <a:pt x="1516" y="57"/>
                    <a:pt x="1499" y="41"/>
                    <a:pt x="1483" y="25"/>
                  </a:cubicBezTo>
                  <a:cubicBezTo>
                    <a:pt x="1475" y="9"/>
                    <a:pt x="1454"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3"/>
            <p:cNvSpPr/>
            <p:nvPr/>
          </p:nvSpPr>
          <p:spPr>
            <a:xfrm>
              <a:off x="1266223" y="2368699"/>
              <a:ext cx="212357" cy="158821"/>
            </a:xfrm>
            <a:custGeom>
              <a:rect b="b" l="l" r="r" t="t"/>
              <a:pathLst>
                <a:path extrusionOk="0" h="1599" w="2138">
                  <a:moveTo>
                    <a:pt x="1439" y="1"/>
                  </a:moveTo>
                  <a:cubicBezTo>
                    <a:pt x="1420" y="1"/>
                    <a:pt x="1401" y="8"/>
                    <a:pt x="1378" y="15"/>
                  </a:cubicBezTo>
                  <a:cubicBezTo>
                    <a:pt x="942" y="237"/>
                    <a:pt x="570" y="403"/>
                    <a:pt x="219" y="540"/>
                  </a:cubicBezTo>
                  <a:cubicBezTo>
                    <a:pt x="33" y="621"/>
                    <a:pt x="1" y="722"/>
                    <a:pt x="17" y="891"/>
                  </a:cubicBezTo>
                  <a:lnTo>
                    <a:pt x="17" y="1178"/>
                  </a:lnTo>
                  <a:cubicBezTo>
                    <a:pt x="17" y="1295"/>
                    <a:pt x="17" y="1429"/>
                    <a:pt x="33" y="1550"/>
                  </a:cubicBezTo>
                  <a:cubicBezTo>
                    <a:pt x="33" y="1566"/>
                    <a:pt x="33" y="1566"/>
                    <a:pt x="49" y="1566"/>
                  </a:cubicBezTo>
                  <a:lnTo>
                    <a:pt x="49" y="1550"/>
                  </a:lnTo>
                  <a:cubicBezTo>
                    <a:pt x="33" y="1429"/>
                    <a:pt x="33" y="1295"/>
                    <a:pt x="49" y="1178"/>
                  </a:cubicBezTo>
                  <a:cubicBezTo>
                    <a:pt x="49" y="1077"/>
                    <a:pt x="49" y="976"/>
                    <a:pt x="33" y="891"/>
                  </a:cubicBezTo>
                  <a:cubicBezTo>
                    <a:pt x="33" y="722"/>
                    <a:pt x="49" y="641"/>
                    <a:pt x="235" y="572"/>
                  </a:cubicBezTo>
                  <a:cubicBezTo>
                    <a:pt x="570" y="419"/>
                    <a:pt x="958" y="253"/>
                    <a:pt x="1378" y="51"/>
                  </a:cubicBezTo>
                  <a:cubicBezTo>
                    <a:pt x="1402" y="35"/>
                    <a:pt x="1422" y="26"/>
                    <a:pt x="1439" y="26"/>
                  </a:cubicBezTo>
                  <a:cubicBezTo>
                    <a:pt x="1460" y="26"/>
                    <a:pt x="1478" y="39"/>
                    <a:pt x="1496" y="67"/>
                  </a:cubicBezTo>
                  <a:cubicBezTo>
                    <a:pt x="1597" y="184"/>
                    <a:pt x="1698" y="318"/>
                    <a:pt x="1799" y="439"/>
                  </a:cubicBezTo>
                  <a:cubicBezTo>
                    <a:pt x="2101" y="807"/>
                    <a:pt x="2101" y="807"/>
                    <a:pt x="2085" y="1279"/>
                  </a:cubicBezTo>
                  <a:cubicBezTo>
                    <a:pt x="2085" y="1311"/>
                    <a:pt x="2101" y="1348"/>
                    <a:pt x="2101" y="1364"/>
                  </a:cubicBezTo>
                  <a:cubicBezTo>
                    <a:pt x="2101" y="1449"/>
                    <a:pt x="2101" y="1513"/>
                    <a:pt x="2069" y="1582"/>
                  </a:cubicBezTo>
                  <a:lnTo>
                    <a:pt x="2069" y="1598"/>
                  </a:lnTo>
                  <a:lnTo>
                    <a:pt x="2085" y="1598"/>
                  </a:lnTo>
                  <a:cubicBezTo>
                    <a:pt x="2138" y="1513"/>
                    <a:pt x="2138" y="1449"/>
                    <a:pt x="2122" y="1364"/>
                  </a:cubicBezTo>
                  <a:lnTo>
                    <a:pt x="2122" y="1279"/>
                  </a:lnTo>
                  <a:cubicBezTo>
                    <a:pt x="2122" y="790"/>
                    <a:pt x="2122" y="790"/>
                    <a:pt x="1835" y="419"/>
                  </a:cubicBezTo>
                  <a:lnTo>
                    <a:pt x="1819" y="419"/>
                  </a:lnTo>
                  <a:cubicBezTo>
                    <a:pt x="1718" y="302"/>
                    <a:pt x="1617" y="168"/>
                    <a:pt x="1516" y="51"/>
                  </a:cubicBezTo>
                  <a:cubicBezTo>
                    <a:pt x="1486" y="12"/>
                    <a:pt x="1463" y="1"/>
                    <a:pt x="1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3"/>
            <p:cNvSpPr/>
            <p:nvPr/>
          </p:nvSpPr>
          <p:spPr>
            <a:xfrm>
              <a:off x="2167002" y="3477166"/>
              <a:ext cx="6953" cy="44994"/>
            </a:xfrm>
            <a:custGeom>
              <a:rect b="b" l="l" r="r" t="t"/>
              <a:pathLst>
                <a:path extrusionOk="0" h="453" w="70">
                  <a:moveTo>
                    <a:pt x="53" y="0"/>
                  </a:moveTo>
                  <a:cubicBezTo>
                    <a:pt x="53" y="0"/>
                    <a:pt x="37" y="0"/>
                    <a:pt x="37" y="16"/>
                  </a:cubicBezTo>
                  <a:cubicBezTo>
                    <a:pt x="21" y="85"/>
                    <a:pt x="21" y="150"/>
                    <a:pt x="21" y="235"/>
                  </a:cubicBezTo>
                  <a:cubicBezTo>
                    <a:pt x="21" y="303"/>
                    <a:pt x="37" y="368"/>
                    <a:pt x="21" y="437"/>
                  </a:cubicBezTo>
                  <a:cubicBezTo>
                    <a:pt x="1" y="453"/>
                    <a:pt x="21" y="453"/>
                    <a:pt x="21" y="453"/>
                  </a:cubicBezTo>
                  <a:lnTo>
                    <a:pt x="37" y="453"/>
                  </a:lnTo>
                  <a:cubicBezTo>
                    <a:pt x="53" y="368"/>
                    <a:pt x="53" y="303"/>
                    <a:pt x="53" y="235"/>
                  </a:cubicBezTo>
                  <a:cubicBezTo>
                    <a:pt x="53" y="150"/>
                    <a:pt x="53" y="85"/>
                    <a:pt x="70" y="16"/>
                  </a:cubicBezTo>
                  <a:cubicBezTo>
                    <a:pt x="70" y="0"/>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3"/>
            <p:cNvSpPr/>
            <p:nvPr/>
          </p:nvSpPr>
          <p:spPr>
            <a:xfrm>
              <a:off x="574127" y="3528914"/>
              <a:ext cx="4867" cy="81943"/>
            </a:xfrm>
            <a:custGeom>
              <a:rect b="b" l="l" r="r" t="t"/>
              <a:pathLst>
                <a:path extrusionOk="0" h="825" w="49">
                  <a:moveTo>
                    <a:pt x="17" y="0"/>
                  </a:moveTo>
                  <a:cubicBezTo>
                    <a:pt x="0" y="0"/>
                    <a:pt x="0" y="16"/>
                    <a:pt x="0" y="16"/>
                  </a:cubicBezTo>
                  <a:cubicBezTo>
                    <a:pt x="17" y="186"/>
                    <a:pt x="17" y="352"/>
                    <a:pt x="17" y="521"/>
                  </a:cubicBezTo>
                  <a:lnTo>
                    <a:pt x="17" y="808"/>
                  </a:lnTo>
                  <a:cubicBezTo>
                    <a:pt x="17" y="824"/>
                    <a:pt x="17" y="824"/>
                    <a:pt x="33" y="824"/>
                  </a:cubicBezTo>
                  <a:lnTo>
                    <a:pt x="33" y="808"/>
                  </a:lnTo>
                  <a:lnTo>
                    <a:pt x="33" y="521"/>
                  </a:lnTo>
                  <a:cubicBezTo>
                    <a:pt x="33" y="352"/>
                    <a:pt x="49" y="186"/>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3"/>
            <p:cNvSpPr/>
            <p:nvPr/>
          </p:nvSpPr>
          <p:spPr>
            <a:xfrm>
              <a:off x="985431" y="2051157"/>
              <a:ext cx="4867" cy="95153"/>
            </a:xfrm>
            <a:custGeom>
              <a:rect b="b" l="l" r="r" t="t"/>
              <a:pathLst>
                <a:path extrusionOk="0" h="958" w="49">
                  <a:moveTo>
                    <a:pt x="0" y="0"/>
                  </a:moveTo>
                  <a:lnTo>
                    <a:pt x="0" y="16"/>
                  </a:lnTo>
                  <a:cubicBezTo>
                    <a:pt x="16" y="117"/>
                    <a:pt x="0" y="235"/>
                    <a:pt x="0" y="352"/>
                  </a:cubicBezTo>
                  <a:lnTo>
                    <a:pt x="0" y="570"/>
                  </a:lnTo>
                  <a:cubicBezTo>
                    <a:pt x="16" y="622"/>
                    <a:pt x="0" y="655"/>
                    <a:pt x="0" y="707"/>
                  </a:cubicBezTo>
                  <a:cubicBezTo>
                    <a:pt x="0" y="788"/>
                    <a:pt x="0" y="857"/>
                    <a:pt x="16" y="941"/>
                  </a:cubicBezTo>
                  <a:lnTo>
                    <a:pt x="32" y="958"/>
                  </a:lnTo>
                  <a:cubicBezTo>
                    <a:pt x="49" y="958"/>
                    <a:pt x="49" y="941"/>
                    <a:pt x="49" y="941"/>
                  </a:cubicBezTo>
                  <a:cubicBezTo>
                    <a:pt x="32" y="857"/>
                    <a:pt x="32" y="772"/>
                    <a:pt x="32" y="707"/>
                  </a:cubicBezTo>
                  <a:lnTo>
                    <a:pt x="32" y="570"/>
                  </a:lnTo>
                  <a:lnTo>
                    <a:pt x="32" y="352"/>
                  </a:lnTo>
                  <a:cubicBezTo>
                    <a:pt x="32" y="235"/>
                    <a:pt x="32" y="11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3"/>
            <p:cNvSpPr/>
            <p:nvPr/>
          </p:nvSpPr>
          <p:spPr>
            <a:xfrm>
              <a:off x="1520197" y="3152572"/>
              <a:ext cx="197557" cy="310987"/>
            </a:xfrm>
            <a:custGeom>
              <a:rect b="b" l="l" r="r" t="t"/>
              <a:pathLst>
                <a:path extrusionOk="0" h="3131" w="1989">
                  <a:moveTo>
                    <a:pt x="17" y="0"/>
                  </a:moveTo>
                  <a:cubicBezTo>
                    <a:pt x="1" y="0"/>
                    <a:pt x="1" y="0"/>
                    <a:pt x="1" y="20"/>
                  </a:cubicBezTo>
                  <a:cubicBezTo>
                    <a:pt x="1" y="101"/>
                    <a:pt x="70" y="137"/>
                    <a:pt x="118" y="186"/>
                  </a:cubicBezTo>
                  <a:cubicBezTo>
                    <a:pt x="134" y="202"/>
                    <a:pt x="150" y="222"/>
                    <a:pt x="171" y="238"/>
                  </a:cubicBezTo>
                  <a:cubicBezTo>
                    <a:pt x="272" y="323"/>
                    <a:pt x="352" y="424"/>
                    <a:pt x="453" y="525"/>
                  </a:cubicBezTo>
                  <a:cubicBezTo>
                    <a:pt x="554" y="642"/>
                    <a:pt x="676" y="760"/>
                    <a:pt x="793" y="877"/>
                  </a:cubicBezTo>
                  <a:cubicBezTo>
                    <a:pt x="1160" y="1248"/>
                    <a:pt x="1516" y="1600"/>
                    <a:pt x="1867" y="1955"/>
                  </a:cubicBezTo>
                  <a:cubicBezTo>
                    <a:pt x="1936" y="2020"/>
                    <a:pt x="1952" y="2072"/>
                    <a:pt x="1952" y="2173"/>
                  </a:cubicBezTo>
                  <a:cubicBezTo>
                    <a:pt x="1952" y="2424"/>
                    <a:pt x="1952" y="2695"/>
                    <a:pt x="1936" y="3014"/>
                  </a:cubicBezTo>
                  <a:cubicBezTo>
                    <a:pt x="1936" y="3050"/>
                    <a:pt x="1936" y="3066"/>
                    <a:pt x="1920" y="3099"/>
                  </a:cubicBezTo>
                  <a:lnTo>
                    <a:pt x="1920" y="3115"/>
                  </a:lnTo>
                  <a:lnTo>
                    <a:pt x="1920" y="3131"/>
                  </a:lnTo>
                  <a:lnTo>
                    <a:pt x="1936" y="3131"/>
                  </a:lnTo>
                  <a:lnTo>
                    <a:pt x="1936" y="3115"/>
                  </a:lnTo>
                  <a:lnTo>
                    <a:pt x="1952" y="3115"/>
                  </a:lnTo>
                  <a:cubicBezTo>
                    <a:pt x="1952" y="3082"/>
                    <a:pt x="1968" y="3050"/>
                    <a:pt x="1968" y="3014"/>
                  </a:cubicBezTo>
                  <a:cubicBezTo>
                    <a:pt x="1968" y="2695"/>
                    <a:pt x="1968" y="2424"/>
                    <a:pt x="1988" y="2173"/>
                  </a:cubicBezTo>
                  <a:cubicBezTo>
                    <a:pt x="1988" y="2072"/>
                    <a:pt x="1952" y="2004"/>
                    <a:pt x="1887" y="1939"/>
                  </a:cubicBezTo>
                  <a:cubicBezTo>
                    <a:pt x="1532" y="1584"/>
                    <a:pt x="1181" y="1232"/>
                    <a:pt x="809" y="844"/>
                  </a:cubicBezTo>
                  <a:cubicBezTo>
                    <a:pt x="692" y="743"/>
                    <a:pt x="575" y="606"/>
                    <a:pt x="474" y="505"/>
                  </a:cubicBezTo>
                  <a:cubicBezTo>
                    <a:pt x="373" y="404"/>
                    <a:pt x="288" y="303"/>
                    <a:pt x="203" y="222"/>
                  </a:cubicBezTo>
                  <a:cubicBezTo>
                    <a:pt x="171" y="202"/>
                    <a:pt x="150" y="186"/>
                    <a:pt x="134" y="170"/>
                  </a:cubicBezTo>
                  <a:cubicBezTo>
                    <a:pt x="86" y="121"/>
                    <a:pt x="33" y="8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3"/>
            <p:cNvSpPr/>
            <p:nvPr/>
          </p:nvSpPr>
          <p:spPr>
            <a:xfrm>
              <a:off x="2095190" y="3127641"/>
              <a:ext cx="5364" cy="40227"/>
            </a:xfrm>
            <a:custGeom>
              <a:rect b="b" l="l" r="r" t="t"/>
              <a:pathLst>
                <a:path extrusionOk="0" h="405" w="54">
                  <a:moveTo>
                    <a:pt x="53" y="1"/>
                  </a:moveTo>
                  <a:cubicBezTo>
                    <a:pt x="37" y="1"/>
                    <a:pt x="37" y="1"/>
                    <a:pt x="37" y="17"/>
                  </a:cubicBezTo>
                  <a:cubicBezTo>
                    <a:pt x="17" y="85"/>
                    <a:pt x="17" y="150"/>
                    <a:pt x="17" y="203"/>
                  </a:cubicBezTo>
                  <a:cubicBezTo>
                    <a:pt x="17" y="271"/>
                    <a:pt x="17" y="336"/>
                    <a:pt x="1" y="388"/>
                  </a:cubicBezTo>
                  <a:cubicBezTo>
                    <a:pt x="1" y="405"/>
                    <a:pt x="1" y="405"/>
                    <a:pt x="17" y="405"/>
                  </a:cubicBezTo>
                  <a:lnTo>
                    <a:pt x="37" y="405"/>
                  </a:lnTo>
                  <a:cubicBezTo>
                    <a:pt x="53" y="336"/>
                    <a:pt x="53" y="271"/>
                    <a:pt x="53" y="203"/>
                  </a:cubicBezTo>
                  <a:cubicBezTo>
                    <a:pt x="37" y="134"/>
                    <a:pt x="37" y="85"/>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3"/>
            <p:cNvSpPr/>
            <p:nvPr/>
          </p:nvSpPr>
          <p:spPr>
            <a:xfrm>
              <a:off x="2080390" y="3607579"/>
              <a:ext cx="98828" cy="126838"/>
            </a:xfrm>
            <a:custGeom>
              <a:rect b="b" l="l" r="r" t="t"/>
              <a:pathLst>
                <a:path extrusionOk="0" h="1277" w="995">
                  <a:moveTo>
                    <a:pt x="65" y="0"/>
                  </a:moveTo>
                  <a:cubicBezTo>
                    <a:pt x="0" y="101"/>
                    <a:pt x="17" y="186"/>
                    <a:pt x="85" y="251"/>
                  </a:cubicBezTo>
                  <a:cubicBezTo>
                    <a:pt x="186" y="335"/>
                    <a:pt x="287" y="453"/>
                    <a:pt x="368" y="554"/>
                  </a:cubicBezTo>
                  <a:lnTo>
                    <a:pt x="521" y="707"/>
                  </a:lnTo>
                  <a:lnTo>
                    <a:pt x="554" y="739"/>
                  </a:lnTo>
                  <a:cubicBezTo>
                    <a:pt x="707" y="893"/>
                    <a:pt x="857" y="1042"/>
                    <a:pt x="925" y="1260"/>
                  </a:cubicBezTo>
                  <a:lnTo>
                    <a:pt x="942" y="1277"/>
                  </a:lnTo>
                  <a:lnTo>
                    <a:pt x="974" y="1277"/>
                  </a:lnTo>
                  <a:cubicBezTo>
                    <a:pt x="994" y="1277"/>
                    <a:pt x="994" y="1260"/>
                    <a:pt x="994" y="1260"/>
                  </a:cubicBezTo>
                  <a:cubicBezTo>
                    <a:pt x="994" y="1244"/>
                    <a:pt x="974" y="1244"/>
                    <a:pt x="974" y="1244"/>
                  </a:cubicBezTo>
                  <a:lnTo>
                    <a:pt x="958" y="1244"/>
                  </a:lnTo>
                  <a:lnTo>
                    <a:pt x="958" y="1260"/>
                  </a:lnTo>
                  <a:lnTo>
                    <a:pt x="942" y="1244"/>
                  </a:lnTo>
                  <a:cubicBezTo>
                    <a:pt x="873" y="1026"/>
                    <a:pt x="723" y="873"/>
                    <a:pt x="570" y="723"/>
                  </a:cubicBezTo>
                  <a:lnTo>
                    <a:pt x="538" y="691"/>
                  </a:lnTo>
                  <a:cubicBezTo>
                    <a:pt x="489" y="638"/>
                    <a:pt x="437" y="590"/>
                    <a:pt x="404" y="537"/>
                  </a:cubicBezTo>
                  <a:cubicBezTo>
                    <a:pt x="303" y="420"/>
                    <a:pt x="202" y="319"/>
                    <a:pt x="101" y="218"/>
                  </a:cubicBezTo>
                  <a:cubicBezTo>
                    <a:pt x="33" y="166"/>
                    <a:pt x="49" y="85"/>
                    <a:pt x="85" y="16"/>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3"/>
            <p:cNvSpPr/>
            <p:nvPr/>
          </p:nvSpPr>
          <p:spPr>
            <a:xfrm>
              <a:off x="1411536" y="1420741"/>
              <a:ext cx="63469" cy="217224"/>
            </a:xfrm>
            <a:custGeom>
              <a:rect b="b" l="l" r="r" t="t"/>
              <a:pathLst>
                <a:path extrusionOk="0" h="2187" w="639">
                  <a:moveTo>
                    <a:pt x="53" y="1"/>
                  </a:moveTo>
                  <a:cubicBezTo>
                    <a:pt x="53" y="1"/>
                    <a:pt x="33" y="1"/>
                    <a:pt x="33" y="17"/>
                  </a:cubicBezTo>
                  <a:cubicBezTo>
                    <a:pt x="16" y="187"/>
                    <a:pt x="0" y="320"/>
                    <a:pt x="0" y="469"/>
                  </a:cubicBezTo>
                  <a:lnTo>
                    <a:pt x="0" y="1197"/>
                  </a:lnTo>
                  <a:cubicBezTo>
                    <a:pt x="0" y="1298"/>
                    <a:pt x="33" y="1378"/>
                    <a:pt x="117" y="1463"/>
                  </a:cubicBezTo>
                  <a:cubicBezTo>
                    <a:pt x="202" y="1548"/>
                    <a:pt x="271" y="1665"/>
                    <a:pt x="319" y="1766"/>
                  </a:cubicBezTo>
                  <a:cubicBezTo>
                    <a:pt x="356" y="1819"/>
                    <a:pt x="388" y="1867"/>
                    <a:pt x="420" y="1920"/>
                  </a:cubicBezTo>
                  <a:cubicBezTo>
                    <a:pt x="436" y="1936"/>
                    <a:pt x="457" y="1968"/>
                    <a:pt x="473" y="1984"/>
                  </a:cubicBezTo>
                  <a:cubicBezTo>
                    <a:pt x="505" y="2069"/>
                    <a:pt x="558" y="2138"/>
                    <a:pt x="622" y="2186"/>
                  </a:cubicBezTo>
                  <a:lnTo>
                    <a:pt x="638" y="2186"/>
                  </a:lnTo>
                  <a:lnTo>
                    <a:pt x="638" y="2170"/>
                  </a:lnTo>
                  <a:cubicBezTo>
                    <a:pt x="574" y="2122"/>
                    <a:pt x="521" y="2053"/>
                    <a:pt x="489" y="1984"/>
                  </a:cubicBezTo>
                  <a:cubicBezTo>
                    <a:pt x="473" y="1952"/>
                    <a:pt x="457" y="1920"/>
                    <a:pt x="436" y="1904"/>
                  </a:cubicBezTo>
                  <a:cubicBezTo>
                    <a:pt x="404" y="1851"/>
                    <a:pt x="388" y="1803"/>
                    <a:pt x="356" y="1750"/>
                  </a:cubicBezTo>
                  <a:cubicBezTo>
                    <a:pt x="287" y="1649"/>
                    <a:pt x="218" y="1532"/>
                    <a:pt x="134" y="1447"/>
                  </a:cubicBezTo>
                  <a:cubicBezTo>
                    <a:pt x="53" y="1362"/>
                    <a:pt x="16" y="1298"/>
                    <a:pt x="16" y="1197"/>
                  </a:cubicBezTo>
                  <a:lnTo>
                    <a:pt x="16" y="469"/>
                  </a:lnTo>
                  <a:cubicBezTo>
                    <a:pt x="16" y="320"/>
                    <a:pt x="33" y="187"/>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3"/>
            <p:cNvSpPr/>
            <p:nvPr/>
          </p:nvSpPr>
          <p:spPr>
            <a:xfrm>
              <a:off x="480264" y="2855193"/>
              <a:ext cx="160609" cy="163787"/>
            </a:xfrm>
            <a:custGeom>
              <a:rect b="b" l="l" r="r" t="t"/>
              <a:pathLst>
                <a:path extrusionOk="0" h="1649" w="1617">
                  <a:moveTo>
                    <a:pt x="1551" y="1"/>
                  </a:moveTo>
                  <a:lnTo>
                    <a:pt x="1551" y="33"/>
                  </a:lnTo>
                  <a:cubicBezTo>
                    <a:pt x="1600" y="86"/>
                    <a:pt x="1584" y="150"/>
                    <a:pt x="1584" y="219"/>
                  </a:cubicBezTo>
                  <a:cubicBezTo>
                    <a:pt x="1568" y="267"/>
                    <a:pt x="1568" y="304"/>
                    <a:pt x="1568" y="336"/>
                  </a:cubicBezTo>
                  <a:cubicBezTo>
                    <a:pt x="1584" y="453"/>
                    <a:pt x="1584" y="591"/>
                    <a:pt x="1584" y="708"/>
                  </a:cubicBezTo>
                  <a:lnTo>
                    <a:pt x="1584" y="893"/>
                  </a:lnTo>
                  <a:cubicBezTo>
                    <a:pt x="1584" y="958"/>
                    <a:pt x="1551" y="1011"/>
                    <a:pt x="1499" y="1027"/>
                  </a:cubicBezTo>
                  <a:cubicBezTo>
                    <a:pt x="1095" y="1196"/>
                    <a:pt x="707" y="1346"/>
                    <a:pt x="303" y="1499"/>
                  </a:cubicBezTo>
                  <a:lnTo>
                    <a:pt x="0" y="1633"/>
                  </a:lnTo>
                  <a:lnTo>
                    <a:pt x="0" y="1649"/>
                  </a:lnTo>
                  <a:lnTo>
                    <a:pt x="16" y="1649"/>
                  </a:lnTo>
                  <a:lnTo>
                    <a:pt x="319" y="1532"/>
                  </a:lnTo>
                  <a:cubicBezTo>
                    <a:pt x="707" y="1378"/>
                    <a:pt x="1111" y="1213"/>
                    <a:pt x="1499" y="1059"/>
                  </a:cubicBezTo>
                  <a:cubicBezTo>
                    <a:pt x="1568" y="1027"/>
                    <a:pt x="1600" y="974"/>
                    <a:pt x="1600" y="893"/>
                  </a:cubicBezTo>
                  <a:lnTo>
                    <a:pt x="1600" y="708"/>
                  </a:lnTo>
                  <a:cubicBezTo>
                    <a:pt x="1616" y="591"/>
                    <a:pt x="1616" y="453"/>
                    <a:pt x="1600" y="336"/>
                  </a:cubicBezTo>
                  <a:lnTo>
                    <a:pt x="1600" y="219"/>
                  </a:lnTo>
                  <a:cubicBezTo>
                    <a:pt x="1616" y="150"/>
                    <a:pt x="1616" y="86"/>
                    <a:pt x="1584" y="17"/>
                  </a:cubicBezTo>
                  <a:cubicBezTo>
                    <a:pt x="1568" y="1"/>
                    <a:pt x="1568" y="1"/>
                    <a:pt x="1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3"/>
            <p:cNvSpPr/>
            <p:nvPr/>
          </p:nvSpPr>
          <p:spPr>
            <a:xfrm>
              <a:off x="2088833" y="2560694"/>
              <a:ext cx="98332" cy="207589"/>
            </a:xfrm>
            <a:custGeom>
              <a:rect b="b" l="l" r="r" t="t"/>
              <a:pathLst>
                <a:path extrusionOk="0" h="2090" w="990">
                  <a:moveTo>
                    <a:pt x="0" y="1"/>
                  </a:moveTo>
                  <a:lnTo>
                    <a:pt x="0" y="21"/>
                  </a:lnTo>
                  <a:cubicBezTo>
                    <a:pt x="101" y="138"/>
                    <a:pt x="166" y="271"/>
                    <a:pt x="251" y="388"/>
                  </a:cubicBezTo>
                  <a:cubicBezTo>
                    <a:pt x="283" y="473"/>
                    <a:pt x="335" y="558"/>
                    <a:pt x="384" y="627"/>
                  </a:cubicBezTo>
                  <a:cubicBezTo>
                    <a:pt x="453" y="728"/>
                    <a:pt x="521" y="829"/>
                    <a:pt x="570" y="946"/>
                  </a:cubicBezTo>
                  <a:cubicBezTo>
                    <a:pt x="671" y="1112"/>
                    <a:pt x="772" y="1281"/>
                    <a:pt x="909" y="1435"/>
                  </a:cubicBezTo>
                  <a:cubicBezTo>
                    <a:pt x="925" y="1467"/>
                    <a:pt x="941" y="1483"/>
                    <a:pt x="941" y="1515"/>
                  </a:cubicBezTo>
                  <a:lnTo>
                    <a:pt x="941" y="1701"/>
                  </a:lnTo>
                  <a:cubicBezTo>
                    <a:pt x="958" y="1839"/>
                    <a:pt x="958" y="1956"/>
                    <a:pt x="925" y="2073"/>
                  </a:cubicBezTo>
                  <a:lnTo>
                    <a:pt x="925" y="2089"/>
                  </a:lnTo>
                  <a:lnTo>
                    <a:pt x="941" y="2089"/>
                  </a:lnTo>
                  <a:cubicBezTo>
                    <a:pt x="990" y="1956"/>
                    <a:pt x="974" y="1839"/>
                    <a:pt x="974" y="1701"/>
                  </a:cubicBezTo>
                  <a:lnTo>
                    <a:pt x="974" y="1515"/>
                  </a:lnTo>
                  <a:cubicBezTo>
                    <a:pt x="974" y="1467"/>
                    <a:pt x="941" y="1435"/>
                    <a:pt x="925" y="1414"/>
                  </a:cubicBezTo>
                  <a:cubicBezTo>
                    <a:pt x="788" y="1265"/>
                    <a:pt x="687" y="1095"/>
                    <a:pt x="606" y="930"/>
                  </a:cubicBezTo>
                  <a:cubicBezTo>
                    <a:pt x="537" y="829"/>
                    <a:pt x="469" y="708"/>
                    <a:pt x="404" y="607"/>
                  </a:cubicBezTo>
                  <a:cubicBezTo>
                    <a:pt x="352" y="542"/>
                    <a:pt x="303" y="457"/>
                    <a:pt x="267" y="372"/>
                  </a:cubicBezTo>
                  <a:cubicBezTo>
                    <a:pt x="182" y="255"/>
                    <a:pt x="117" y="12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3"/>
            <p:cNvSpPr/>
            <p:nvPr/>
          </p:nvSpPr>
          <p:spPr>
            <a:xfrm>
              <a:off x="2167002" y="3602315"/>
              <a:ext cx="6953" cy="48669"/>
            </a:xfrm>
            <a:custGeom>
              <a:rect b="b" l="l" r="r" t="t"/>
              <a:pathLst>
                <a:path extrusionOk="0" h="490" w="70">
                  <a:moveTo>
                    <a:pt x="53" y="1"/>
                  </a:moveTo>
                  <a:lnTo>
                    <a:pt x="37" y="17"/>
                  </a:lnTo>
                  <a:cubicBezTo>
                    <a:pt x="21" y="102"/>
                    <a:pt x="21" y="170"/>
                    <a:pt x="21" y="255"/>
                  </a:cubicBezTo>
                  <a:cubicBezTo>
                    <a:pt x="21" y="320"/>
                    <a:pt x="37" y="405"/>
                    <a:pt x="21" y="473"/>
                  </a:cubicBezTo>
                  <a:cubicBezTo>
                    <a:pt x="1" y="489"/>
                    <a:pt x="21" y="489"/>
                    <a:pt x="21" y="489"/>
                  </a:cubicBezTo>
                  <a:lnTo>
                    <a:pt x="37" y="489"/>
                  </a:lnTo>
                  <a:cubicBezTo>
                    <a:pt x="53" y="405"/>
                    <a:pt x="53" y="320"/>
                    <a:pt x="53" y="255"/>
                  </a:cubicBezTo>
                  <a:cubicBezTo>
                    <a:pt x="53" y="170"/>
                    <a:pt x="53" y="102"/>
                    <a:pt x="70"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3"/>
            <p:cNvSpPr/>
            <p:nvPr/>
          </p:nvSpPr>
          <p:spPr>
            <a:xfrm>
              <a:off x="1338035" y="2052746"/>
              <a:ext cx="6555" cy="88797"/>
            </a:xfrm>
            <a:custGeom>
              <a:rect b="b" l="l" r="r" t="t"/>
              <a:pathLst>
                <a:path extrusionOk="0" h="894" w="66">
                  <a:moveTo>
                    <a:pt x="17" y="0"/>
                  </a:moveTo>
                  <a:lnTo>
                    <a:pt x="1" y="17"/>
                  </a:lnTo>
                  <a:cubicBezTo>
                    <a:pt x="33" y="166"/>
                    <a:pt x="17" y="303"/>
                    <a:pt x="17" y="453"/>
                  </a:cubicBezTo>
                  <a:lnTo>
                    <a:pt x="17" y="723"/>
                  </a:lnTo>
                  <a:lnTo>
                    <a:pt x="17" y="772"/>
                  </a:lnTo>
                  <a:cubicBezTo>
                    <a:pt x="17" y="808"/>
                    <a:pt x="17" y="841"/>
                    <a:pt x="33" y="893"/>
                  </a:cubicBezTo>
                  <a:lnTo>
                    <a:pt x="49" y="893"/>
                  </a:lnTo>
                  <a:cubicBezTo>
                    <a:pt x="66" y="893"/>
                    <a:pt x="66" y="893"/>
                    <a:pt x="66" y="873"/>
                  </a:cubicBezTo>
                  <a:cubicBezTo>
                    <a:pt x="49" y="841"/>
                    <a:pt x="49" y="808"/>
                    <a:pt x="49" y="772"/>
                  </a:cubicBezTo>
                  <a:lnTo>
                    <a:pt x="49" y="723"/>
                  </a:lnTo>
                  <a:lnTo>
                    <a:pt x="49" y="453"/>
                  </a:lnTo>
                  <a:cubicBezTo>
                    <a:pt x="49" y="303"/>
                    <a:pt x="49" y="166"/>
                    <a:pt x="33" y="17"/>
                  </a:cubicBezTo>
                  <a:cubicBezTo>
                    <a:pt x="33" y="17"/>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3"/>
            <p:cNvSpPr/>
            <p:nvPr/>
          </p:nvSpPr>
          <p:spPr>
            <a:xfrm>
              <a:off x="513936" y="2719614"/>
              <a:ext cx="126937" cy="132102"/>
            </a:xfrm>
            <a:custGeom>
              <a:rect b="b" l="l" r="r" t="t"/>
              <a:pathLst>
                <a:path extrusionOk="0" h="1330" w="1278">
                  <a:moveTo>
                    <a:pt x="1245" y="0"/>
                  </a:moveTo>
                  <a:cubicBezTo>
                    <a:pt x="1229" y="0"/>
                    <a:pt x="1229" y="16"/>
                    <a:pt x="1229" y="16"/>
                  </a:cubicBezTo>
                  <a:cubicBezTo>
                    <a:pt x="1245" y="170"/>
                    <a:pt x="1245" y="319"/>
                    <a:pt x="1245" y="473"/>
                  </a:cubicBezTo>
                  <a:cubicBezTo>
                    <a:pt x="1245" y="558"/>
                    <a:pt x="1229" y="643"/>
                    <a:pt x="1245" y="723"/>
                  </a:cubicBezTo>
                  <a:cubicBezTo>
                    <a:pt x="1245" y="776"/>
                    <a:pt x="1212" y="792"/>
                    <a:pt x="1144" y="808"/>
                  </a:cubicBezTo>
                  <a:lnTo>
                    <a:pt x="1144" y="824"/>
                  </a:lnTo>
                  <a:cubicBezTo>
                    <a:pt x="857" y="946"/>
                    <a:pt x="554" y="1063"/>
                    <a:pt x="283" y="1180"/>
                  </a:cubicBezTo>
                  <a:lnTo>
                    <a:pt x="0" y="1297"/>
                  </a:lnTo>
                  <a:lnTo>
                    <a:pt x="0" y="1313"/>
                  </a:lnTo>
                  <a:lnTo>
                    <a:pt x="17" y="1329"/>
                  </a:lnTo>
                  <a:lnTo>
                    <a:pt x="283" y="1212"/>
                  </a:lnTo>
                  <a:cubicBezTo>
                    <a:pt x="570" y="1095"/>
                    <a:pt x="857" y="962"/>
                    <a:pt x="1144" y="845"/>
                  </a:cubicBezTo>
                  <a:lnTo>
                    <a:pt x="1160" y="845"/>
                  </a:lnTo>
                  <a:cubicBezTo>
                    <a:pt x="1212" y="808"/>
                    <a:pt x="1261" y="792"/>
                    <a:pt x="1261" y="723"/>
                  </a:cubicBezTo>
                  <a:lnTo>
                    <a:pt x="1261" y="473"/>
                  </a:lnTo>
                  <a:cubicBezTo>
                    <a:pt x="1261" y="319"/>
                    <a:pt x="1277" y="170"/>
                    <a:pt x="1245" y="16"/>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3"/>
            <p:cNvSpPr/>
            <p:nvPr/>
          </p:nvSpPr>
          <p:spPr>
            <a:xfrm>
              <a:off x="1861279" y="2816654"/>
              <a:ext cx="4966" cy="45094"/>
            </a:xfrm>
            <a:custGeom>
              <a:rect b="b" l="l" r="r" t="t"/>
              <a:pathLst>
                <a:path extrusionOk="0" h="454" w="50">
                  <a:moveTo>
                    <a:pt x="33" y="1"/>
                  </a:moveTo>
                  <a:cubicBezTo>
                    <a:pt x="33" y="1"/>
                    <a:pt x="17" y="1"/>
                    <a:pt x="17" y="17"/>
                  </a:cubicBezTo>
                  <a:lnTo>
                    <a:pt x="17" y="171"/>
                  </a:lnTo>
                  <a:cubicBezTo>
                    <a:pt x="17" y="272"/>
                    <a:pt x="33" y="352"/>
                    <a:pt x="17" y="437"/>
                  </a:cubicBezTo>
                  <a:cubicBezTo>
                    <a:pt x="1" y="453"/>
                    <a:pt x="17" y="453"/>
                    <a:pt x="17" y="453"/>
                  </a:cubicBezTo>
                  <a:lnTo>
                    <a:pt x="33" y="453"/>
                  </a:lnTo>
                  <a:cubicBezTo>
                    <a:pt x="49" y="352"/>
                    <a:pt x="49" y="272"/>
                    <a:pt x="49" y="171"/>
                  </a:cubicBezTo>
                  <a:lnTo>
                    <a:pt x="49" y="17"/>
                  </a:lnTo>
                  <a:cubicBezTo>
                    <a:pt x="49" y="1"/>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3"/>
            <p:cNvSpPr/>
            <p:nvPr/>
          </p:nvSpPr>
          <p:spPr>
            <a:xfrm>
              <a:off x="491885" y="2392139"/>
              <a:ext cx="144121" cy="70322"/>
            </a:xfrm>
            <a:custGeom>
              <a:rect b="b" l="l" r="r" t="t"/>
              <a:pathLst>
                <a:path extrusionOk="0" h="708" w="1451">
                  <a:moveTo>
                    <a:pt x="1434" y="1"/>
                  </a:moveTo>
                  <a:cubicBezTo>
                    <a:pt x="1232" y="82"/>
                    <a:pt x="1047" y="167"/>
                    <a:pt x="877" y="268"/>
                  </a:cubicBezTo>
                  <a:cubicBezTo>
                    <a:pt x="808" y="304"/>
                    <a:pt x="760" y="320"/>
                    <a:pt x="691" y="352"/>
                  </a:cubicBezTo>
                  <a:cubicBezTo>
                    <a:pt x="542" y="437"/>
                    <a:pt x="372" y="506"/>
                    <a:pt x="222" y="587"/>
                  </a:cubicBezTo>
                  <a:cubicBezTo>
                    <a:pt x="154" y="623"/>
                    <a:pt x="85" y="655"/>
                    <a:pt x="0" y="688"/>
                  </a:cubicBezTo>
                  <a:lnTo>
                    <a:pt x="0" y="708"/>
                  </a:lnTo>
                  <a:lnTo>
                    <a:pt x="20" y="708"/>
                  </a:lnTo>
                  <a:cubicBezTo>
                    <a:pt x="85" y="672"/>
                    <a:pt x="154" y="639"/>
                    <a:pt x="239" y="607"/>
                  </a:cubicBezTo>
                  <a:cubicBezTo>
                    <a:pt x="388" y="538"/>
                    <a:pt x="558" y="453"/>
                    <a:pt x="707" y="385"/>
                  </a:cubicBezTo>
                  <a:cubicBezTo>
                    <a:pt x="776" y="352"/>
                    <a:pt x="828" y="320"/>
                    <a:pt x="877" y="284"/>
                  </a:cubicBezTo>
                  <a:cubicBezTo>
                    <a:pt x="1063" y="203"/>
                    <a:pt x="1249" y="102"/>
                    <a:pt x="1434" y="33"/>
                  </a:cubicBezTo>
                  <a:cubicBezTo>
                    <a:pt x="1451" y="33"/>
                    <a:pt x="1451" y="17"/>
                    <a:pt x="1451" y="17"/>
                  </a:cubicBez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3"/>
            <p:cNvSpPr/>
            <p:nvPr/>
          </p:nvSpPr>
          <p:spPr>
            <a:xfrm>
              <a:off x="686066" y="1700043"/>
              <a:ext cx="6555" cy="81943"/>
            </a:xfrm>
            <a:custGeom>
              <a:rect b="b" l="l" r="r" t="t"/>
              <a:pathLst>
                <a:path extrusionOk="0" h="825" w="66">
                  <a:moveTo>
                    <a:pt x="49" y="1"/>
                  </a:moveTo>
                  <a:cubicBezTo>
                    <a:pt x="33" y="1"/>
                    <a:pt x="33" y="1"/>
                    <a:pt x="33" y="17"/>
                  </a:cubicBezTo>
                  <a:lnTo>
                    <a:pt x="33" y="118"/>
                  </a:lnTo>
                  <a:cubicBezTo>
                    <a:pt x="17" y="336"/>
                    <a:pt x="0" y="586"/>
                    <a:pt x="49" y="808"/>
                  </a:cubicBezTo>
                  <a:cubicBezTo>
                    <a:pt x="49" y="825"/>
                    <a:pt x="49" y="825"/>
                    <a:pt x="65" y="825"/>
                  </a:cubicBezTo>
                  <a:lnTo>
                    <a:pt x="65" y="808"/>
                  </a:lnTo>
                  <a:cubicBezTo>
                    <a:pt x="33" y="586"/>
                    <a:pt x="33" y="336"/>
                    <a:pt x="49" y="118"/>
                  </a:cubicBezTo>
                  <a:cubicBezTo>
                    <a:pt x="49" y="81"/>
                    <a:pt x="49" y="49"/>
                    <a:pt x="65"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a:off x="2118928" y="3028912"/>
              <a:ext cx="3278" cy="40227"/>
            </a:xfrm>
            <a:custGeom>
              <a:rect b="b" l="l" r="r" t="t"/>
              <a:pathLst>
                <a:path extrusionOk="0" h="405" w="33">
                  <a:moveTo>
                    <a:pt x="16" y="1"/>
                  </a:moveTo>
                  <a:cubicBezTo>
                    <a:pt x="0" y="86"/>
                    <a:pt x="0" y="171"/>
                    <a:pt x="0" y="255"/>
                  </a:cubicBezTo>
                  <a:lnTo>
                    <a:pt x="0" y="389"/>
                  </a:lnTo>
                  <a:cubicBezTo>
                    <a:pt x="0" y="389"/>
                    <a:pt x="0" y="405"/>
                    <a:pt x="16" y="405"/>
                  </a:cubicBezTo>
                  <a:lnTo>
                    <a:pt x="16" y="389"/>
                  </a:lnTo>
                  <a:cubicBezTo>
                    <a:pt x="32" y="336"/>
                    <a:pt x="16" y="304"/>
                    <a:pt x="16" y="255"/>
                  </a:cubicBezTo>
                  <a:cubicBezTo>
                    <a:pt x="16" y="171"/>
                    <a:pt x="16" y="86"/>
                    <a:pt x="32"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3"/>
            <p:cNvSpPr/>
            <p:nvPr/>
          </p:nvSpPr>
          <p:spPr>
            <a:xfrm>
              <a:off x="1923059" y="2846750"/>
              <a:ext cx="145809" cy="280990"/>
            </a:xfrm>
            <a:custGeom>
              <a:rect b="b" l="l" r="r" t="t"/>
              <a:pathLst>
                <a:path extrusionOk="0" h="2829" w="1468">
                  <a:moveTo>
                    <a:pt x="1" y="1"/>
                  </a:moveTo>
                  <a:cubicBezTo>
                    <a:pt x="1" y="150"/>
                    <a:pt x="86" y="251"/>
                    <a:pt x="170" y="352"/>
                  </a:cubicBezTo>
                  <a:cubicBezTo>
                    <a:pt x="203" y="389"/>
                    <a:pt x="235" y="437"/>
                    <a:pt x="271" y="474"/>
                  </a:cubicBezTo>
                  <a:cubicBezTo>
                    <a:pt x="591" y="926"/>
                    <a:pt x="926" y="1382"/>
                    <a:pt x="1245" y="1819"/>
                  </a:cubicBezTo>
                  <a:lnTo>
                    <a:pt x="1382" y="1988"/>
                  </a:lnTo>
                  <a:cubicBezTo>
                    <a:pt x="1415" y="2053"/>
                    <a:pt x="1447" y="2106"/>
                    <a:pt x="1447" y="2190"/>
                  </a:cubicBezTo>
                  <a:cubicBezTo>
                    <a:pt x="1431" y="2291"/>
                    <a:pt x="1431" y="2409"/>
                    <a:pt x="1431" y="2526"/>
                  </a:cubicBezTo>
                  <a:cubicBezTo>
                    <a:pt x="1447" y="2574"/>
                    <a:pt x="1447" y="2643"/>
                    <a:pt x="1447" y="2695"/>
                  </a:cubicBezTo>
                  <a:lnTo>
                    <a:pt x="1447" y="2712"/>
                  </a:lnTo>
                  <a:cubicBezTo>
                    <a:pt x="1447" y="2760"/>
                    <a:pt x="1447" y="2776"/>
                    <a:pt x="1415" y="2813"/>
                  </a:cubicBezTo>
                  <a:lnTo>
                    <a:pt x="1415" y="2829"/>
                  </a:lnTo>
                  <a:lnTo>
                    <a:pt x="1431" y="2829"/>
                  </a:lnTo>
                  <a:cubicBezTo>
                    <a:pt x="1467" y="2796"/>
                    <a:pt x="1467" y="2760"/>
                    <a:pt x="1467" y="2712"/>
                  </a:cubicBezTo>
                  <a:lnTo>
                    <a:pt x="1467" y="2695"/>
                  </a:lnTo>
                  <a:lnTo>
                    <a:pt x="1467" y="2510"/>
                  </a:lnTo>
                  <a:lnTo>
                    <a:pt x="1467" y="2190"/>
                  </a:lnTo>
                  <a:cubicBezTo>
                    <a:pt x="1467" y="2106"/>
                    <a:pt x="1447" y="2037"/>
                    <a:pt x="1399" y="1968"/>
                  </a:cubicBezTo>
                  <a:lnTo>
                    <a:pt x="1265" y="1803"/>
                  </a:lnTo>
                  <a:cubicBezTo>
                    <a:pt x="942" y="1362"/>
                    <a:pt x="607" y="910"/>
                    <a:pt x="288" y="453"/>
                  </a:cubicBezTo>
                  <a:cubicBezTo>
                    <a:pt x="271" y="421"/>
                    <a:pt x="235" y="373"/>
                    <a:pt x="203" y="336"/>
                  </a:cubicBezTo>
                  <a:cubicBezTo>
                    <a:pt x="118" y="251"/>
                    <a:pt x="33" y="15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3"/>
            <p:cNvSpPr/>
            <p:nvPr/>
          </p:nvSpPr>
          <p:spPr>
            <a:xfrm>
              <a:off x="751024" y="2171539"/>
              <a:ext cx="6953" cy="95153"/>
            </a:xfrm>
            <a:custGeom>
              <a:rect b="b" l="l" r="r" t="t"/>
              <a:pathLst>
                <a:path extrusionOk="0" h="958" w="70">
                  <a:moveTo>
                    <a:pt x="17" y="0"/>
                  </a:moveTo>
                  <a:cubicBezTo>
                    <a:pt x="1" y="0"/>
                    <a:pt x="1" y="0"/>
                    <a:pt x="1" y="16"/>
                  </a:cubicBezTo>
                  <a:cubicBezTo>
                    <a:pt x="17" y="166"/>
                    <a:pt x="17" y="335"/>
                    <a:pt x="17" y="505"/>
                  </a:cubicBezTo>
                  <a:lnTo>
                    <a:pt x="17" y="788"/>
                  </a:lnTo>
                  <a:lnTo>
                    <a:pt x="17" y="824"/>
                  </a:lnTo>
                  <a:cubicBezTo>
                    <a:pt x="17" y="873"/>
                    <a:pt x="1" y="909"/>
                    <a:pt x="53" y="958"/>
                  </a:cubicBezTo>
                  <a:lnTo>
                    <a:pt x="70" y="958"/>
                  </a:lnTo>
                  <a:lnTo>
                    <a:pt x="70" y="941"/>
                  </a:lnTo>
                  <a:cubicBezTo>
                    <a:pt x="37" y="909"/>
                    <a:pt x="37" y="873"/>
                    <a:pt x="37" y="824"/>
                  </a:cubicBezTo>
                  <a:lnTo>
                    <a:pt x="37" y="788"/>
                  </a:lnTo>
                  <a:lnTo>
                    <a:pt x="37" y="505"/>
                  </a:lnTo>
                  <a:cubicBezTo>
                    <a:pt x="37" y="335"/>
                    <a:pt x="53" y="166"/>
                    <a:pt x="17"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a:off x="2088833" y="3501997"/>
              <a:ext cx="95153" cy="103993"/>
            </a:xfrm>
            <a:custGeom>
              <a:rect b="b" l="l" r="r" t="t"/>
              <a:pathLst>
                <a:path extrusionOk="0" h="1047" w="958">
                  <a:moveTo>
                    <a:pt x="0" y="1"/>
                  </a:moveTo>
                  <a:lnTo>
                    <a:pt x="0" y="37"/>
                  </a:lnTo>
                  <a:cubicBezTo>
                    <a:pt x="117" y="138"/>
                    <a:pt x="218" y="271"/>
                    <a:pt x="319" y="388"/>
                  </a:cubicBezTo>
                  <a:cubicBezTo>
                    <a:pt x="404" y="473"/>
                    <a:pt x="469" y="558"/>
                    <a:pt x="537" y="643"/>
                  </a:cubicBezTo>
                  <a:cubicBezTo>
                    <a:pt x="586" y="675"/>
                    <a:pt x="622" y="724"/>
                    <a:pt x="671" y="776"/>
                  </a:cubicBezTo>
                  <a:cubicBezTo>
                    <a:pt x="739" y="877"/>
                    <a:pt x="824" y="978"/>
                    <a:pt x="941" y="1047"/>
                  </a:cubicBezTo>
                  <a:lnTo>
                    <a:pt x="958" y="1047"/>
                  </a:lnTo>
                  <a:lnTo>
                    <a:pt x="958" y="1011"/>
                  </a:lnTo>
                  <a:cubicBezTo>
                    <a:pt x="840" y="962"/>
                    <a:pt x="756" y="861"/>
                    <a:pt x="687" y="760"/>
                  </a:cubicBezTo>
                  <a:cubicBezTo>
                    <a:pt x="638" y="708"/>
                    <a:pt x="606" y="659"/>
                    <a:pt x="570" y="623"/>
                  </a:cubicBezTo>
                  <a:cubicBezTo>
                    <a:pt x="485" y="542"/>
                    <a:pt x="420" y="457"/>
                    <a:pt x="352" y="372"/>
                  </a:cubicBezTo>
                  <a:cubicBezTo>
                    <a:pt x="234" y="255"/>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1815987" y="2903762"/>
              <a:ext cx="6853" cy="46683"/>
            </a:xfrm>
            <a:custGeom>
              <a:rect b="b" l="l" r="r" t="t"/>
              <a:pathLst>
                <a:path extrusionOk="0" h="470" w="69">
                  <a:moveTo>
                    <a:pt x="69" y="1"/>
                  </a:moveTo>
                  <a:cubicBezTo>
                    <a:pt x="53" y="1"/>
                    <a:pt x="53" y="1"/>
                    <a:pt x="53" y="17"/>
                  </a:cubicBezTo>
                  <a:cubicBezTo>
                    <a:pt x="0" y="102"/>
                    <a:pt x="20" y="203"/>
                    <a:pt x="20" y="303"/>
                  </a:cubicBezTo>
                  <a:lnTo>
                    <a:pt x="20" y="453"/>
                  </a:lnTo>
                  <a:cubicBezTo>
                    <a:pt x="20" y="469"/>
                    <a:pt x="20" y="469"/>
                    <a:pt x="37" y="469"/>
                  </a:cubicBezTo>
                  <a:lnTo>
                    <a:pt x="53" y="469"/>
                  </a:lnTo>
                  <a:lnTo>
                    <a:pt x="53" y="303"/>
                  </a:lnTo>
                  <a:cubicBezTo>
                    <a:pt x="37" y="203"/>
                    <a:pt x="37" y="118"/>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2153791" y="3079071"/>
              <a:ext cx="6953" cy="47080"/>
            </a:xfrm>
            <a:custGeom>
              <a:rect b="b" l="l" r="r" t="t"/>
              <a:pathLst>
                <a:path extrusionOk="0" h="474" w="70">
                  <a:moveTo>
                    <a:pt x="53" y="1"/>
                  </a:moveTo>
                  <a:cubicBezTo>
                    <a:pt x="53" y="1"/>
                    <a:pt x="33" y="1"/>
                    <a:pt x="33" y="17"/>
                  </a:cubicBezTo>
                  <a:cubicBezTo>
                    <a:pt x="17" y="86"/>
                    <a:pt x="17" y="171"/>
                    <a:pt x="17" y="235"/>
                  </a:cubicBezTo>
                  <a:cubicBezTo>
                    <a:pt x="17" y="304"/>
                    <a:pt x="33" y="373"/>
                    <a:pt x="17" y="457"/>
                  </a:cubicBezTo>
                  <a:cubicBezTo>
                    <a:pt x="1" y="457"/>
                    <a:pt x="17" y="457"/>
                    <a:pt x="17" y="474"/>
                  </a:cubicBezTo>
                  <a:lnTo>
                    <a:pt x="33" y="457"/>
                  </a:lnTo>
                  <a:cubicBezTo>
                    <a:pt x="53" y="389"/>
                    <a:pt x="53" y="304"/>
                    <a:pt x="53" y="235"/>
                  </a:cubicBezTo>
                  <a:cubicBezTo>
                    <a:pt x="53" y="171"/>
                    <a:pt x="53" y="86"/>
                    <a:pt x="69" y="17"/>
                  </a:cubicBezTo>
                  <a:cubicBezTo>
                    <a:pt x="69" y="17"/>
                    <a:pt x="69"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1521886" y="2316752"/>
              <a:ext cx="178984" cy="327872"/>
            </a:xfrm>
            <a:custGeom>
              <a:rect b="b" l="l" r="r" t="t"/>
              <a:pathLst>
                <a:path extrusionOk="0" h="3301" w="1802">
                  <a:moveTo>
                    <a:pt x="69" y="0"/>
                  </a:moveTo>
                  <a:cubicBezTo>
                    <a:pt x="53" y="0"/>
                    <a:pt x="53" y="17"/>
                    <a:pt x="53" y="17"/>
                  </a:cubicBezTo>
                  <a:cubicBezTo>
                    <a:pt x="0" y="170"/>
                    <a:pt x="0" y="271"/>
                    <a:pt x="133" y="404"/>
                  </a:cubicBezTo>
                  <a:cubicBezTo>
                    <a:pt x="271" y="538"/>
                    <a:pt x="372" y="707"/>
                    <a:pt x="489" y="861"/>
                  </a:cubicBezTo>
                  <a:cubicBezTo>
                    <a:pt x="537" y="926"/>
                    <a:pt x="574" y="978"/>
                    <a:pt x="622" y="1043"/>
                  </a:cubicBezTo>
                  <a:lnTo>
                    <a:pt x="1079" y="1649"/>
                  </a:lnTo>
                  <a:cubicBezTo>
                    <a:pt x="1281" y="1935"/>
                    <a:pt x="1483" y="2222"/>
                    <a:pt x="1701" y="2509"/>
                  </a:cubicBezTo>
                  <a:cubicBezTo>
                    <a:pt x="1749" y="2594"/>
                    <a:pt x="1786" y="2679"/>
                    <a:pt x="1786" y="2760"/>
                  </a:cubicBezTo>
                  <a:cubicBezTo>
                    <a:pt x="1769" y="2844"/>
                    <a:pt x="1786" y="2929"/>
                    <a:pt x="1786" y="3014"/>
                  </a:cubicBezTo>
                  <a:lnTo>
                    <a:pt x="1786" y="3147"/>
                  </a:lnTo>
                  <a:lnTo>
                    <a:pt x="1786" y="3184"/>
                  </a:lnTo>
                  <a:cubicBezTo>
                    <a:pt x="1786" y="3216"/>
                    <a:pt x="1786" y="3248"/>
                    <a:pt x="1749" y="3285"/>
                  </a:cubicBezTo>
                  <a:lnTo>
                    <a:pt x="1749" y="3301"/>
                  </a:lnTo>
                  <a:lnTo>
                    <a:pt x="1769" y="3301"/>
                  </a:lnTo>
                  <a:cubicBezTo>
                    <a:pt x="1802" y="3265"/>
                    <a:pt x="1802" y="3216"/>
                    <a:pt x="1802" y="3184"/>
                  </a:cubicBezTo>
                  <a:lnTo>
                    <a:pt x="1802" y="3147"/>
                  </a:lnTo>
                  <a:lnTo>
                    <a:pt x="1802" y="3014"/>
                  </a:lnTo>
                  <a:lnTo>
                    <a:pt x="1802" y="2760"/>
                  </a:lnTo>
                  <a:cubicBezTo>
                    <a:pt x="1802" y="2659"/>
                    <a:pt x="1786" y="2578"/>
                    <a:pt x="1717" y="2493"/>
                  </a:cubicBezTo>
                  <a:cubicBezTo>
                    <a:pt x="1515" y="2206"/>
                    <a:pt x="1297" y="1919"/>
                    <a:pt x="1095" y="1633"/>
                  </a:cubicBezTo>
                  <a:lnTo>
                    <a:pt x="638" y="1027"/>
                  </a:lnTo>
                  <a:cubicBezTo>
                    <a:pt x="590" y="978"/>
                    <a:pt x="558" y="909"/>
                    <a:pt x="505" y="861"/>
                  </a:cubicBezTo>
                  <a:cubicBezTo>
                    <a:pt x="404" y="691"/>
                    <a:pt x="287" y="522"/>
                    <a:pt x="154" y="388"/>
                  </a:cubicBezTo>
                  <a:cubicBezTo>
                    <a:pt x="32" y="271"/>
                    <a:pt x="32" y="170"/>
                    <a:pt x="69" y="17"/>
                  </a:cubicBezTo>
                  <a:cubicBezTo>
                    <a:pt x="85" y="17"/>
                    <a:pt x="69" y="17"/>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1737719" y="2331948"/>
              <a:ext cx="145312" cy="270959"/>
            </a:xfrm>
            <a:custGeom>
              <a:rect b="b" l="l" r="r" t="t"/>
              <a:pathLst>
                <a:path extrusionOk="0" h="2728" w="1463">
                  <a:moveTo>
                    <a:pt x="101" y="1"/>
                  </a:moveTo>
                  <a:lnTo>
                    <a:pt x="81" y="17"/>
                  </a:lnTo>
                  <a:cubicBezTo>
                    <a:pt x="49" y="66"/>
                    <a:pt x="49" y="118"/>
                    <a:pt x="49" y="167"/>
                  </a:cubicBezTo>
                  <a:lnTo>
                    <a:pt x="49" y="251"/>
                  </a:lnTo>
                  <a:cubicBezTo>
                    <a:pt x="0" y="607"/>
                    <a:pt x="101" y="890"/>
                    <a:pt x="336" y="1213"/>
                  </a:cubicBezTo>
                  <a:cubicBezTo>
                    <a:pt x="586" y="1516"/>
                    <a:pt x="808" y="1851"/>
                    <a:pt x="1027" y="2186"/>
                  </a:cubicBezTo>
                  <a:cubicBezTo>
                    <a:pt x="1128" y="2324"/>
                    <a:pt x="1229" y="2473"/>
                    <a:pt x="1330" y="2627"/>
                  </a:cubicBezTo>
                  <a:cubicBezTo>
                    <a:pt x="1330" y="2627"/>
                    <a:pt x="1330" y="2643"/>
                    <a:pt x="1346" y="2643"/>
                  </a:cubicBezTo>
                  <a:cubicBezTo>
                    <a:pt x="1362" y="2675"/>
                    <a:pt x="1378" y="2728"/>
                    <a:pt x="1447" y="2728"/>
                  </a:cubicBezTo>
                  <a:cubicBezTo>
                    <a:pt x="1463" y="2708"/>
                    <a:pt x="1447" y="2708"/>
                    <a:pt x="1447" y="2708"/>
                  </a:cubicBezTo>
                  <a:cubicBezTo>
                    <a:pt x="1394" y="2691"/>
                    <a:pt x="1378" y="2659"/>
                    <a:pt x="1362" y="2627"/>
                  </a:cubicBezTo>
                  <a:lnTo>
                    <a:pt x="1346" y="2607"/>
                  </a:lnTo>
                  <a:cubicBezTo>
                    <a:pt x="1245" y="2457"/>
                    <a:pt x="1144" y="2304"/>
                    <a:pt x="1059" y="2170"/>
                  </a:cubicBezTo>
                  <a:cubicBezTo>
                    <a:pt x="841" y="1851"/>
                    <a:pt x="606" y="1496"/>
                    <a:pt x="368" y="1193"/>
                  </a:cubicBezTo>
                  <a:cubicBezTo>
                    <a:pt x="118" y="874"/>
                    <a:pt x="33" y="587"/>
                    <a:pt x="81" y="268"/>
                  </a:cubicBezTo>
                  <a:lnTo>
                    <a:pt x="81" y="167"/>
                  </a:lnTo>
                  <a:cubicBezTo>
                    <a:pt x="65" y="118"/>
                    <a:pt x="65" y="66"/>
                    <a:pt x="101" y="17"/>
                  </a:cubicBezTo>
                  <a:lnTo>
                    <a:pt x="1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a:off x="1088928" y="3191010"/>
              <a:ext cx="4867" cy="88797"/>
            </a:xfrm>
            <a:custGeom>
              <a:rect b="b" l="l" r="r" t="t"/>
              <a:pathLst>
                <a:path extrusionOk="0" h="894" w="49">
                  <a:moveTo>
                    <a:pt x="16" y="1"/>
                  </a:moveTo>
                  <a:cubicBezTo>
                    <a:pt x="0" y="1"/>
                    <a:pt x="0" y="1"/>
                    <a:pt x="0" y="17"/>
                  </a:cubicBezTo>
                  <a:cubicBezTo>
                    <a:pt x="16" y="154"/>
                    <a:pt x="16" y="304"/>
                    <a:pt x="16" y="441"/>
                  </a:cubicBezTo>
                  <a:lnTo>
                    <a:pt x="16" y="724"/>
                  </a:lnTo>
                  <a:lnTo>
                    <a:pt x="16" y="760"/>
                  </a:lnTo>
                  <a:cubicBezTo>
                    <a:pt x="16" y="809"/>
                    <a:pt x="16" y="845"/>
                    <a:pt x="33" y="878"/>
                  </a:cubicBezTo>
                  <a:lnTo>
                    <a:pt x="49" y="894"/>
                  </a:lnTo>
                  <a:lnTo>
                    <a:pt x="49" y="878"/>
                  </a:lnTo>
                  <a:cubicBezTo>
                    <a:pt x="33" y="845"/>
                    <a:pt x="33" y="809"/>
                    <a:pt x="49" y="760"/>
                  </a:cubicBezTo>
                  <a:lnTo>
                    <a:pt x="49" y="708"/>
                  </a:lnTo>
                  <a:cubicBezTo>
                    <a:pt x="33" y="623"/>
                    <a:pt x="33" y="542"/>
                    <a:pt x="49" y="441"/>
                  </a:cubicBezTo>
                  <a:cubicBezTo>
                    <a:pt x="49" y="304"/>
                    <a:pt x="49" y="15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a:off x="2080390" y="2951935"/>
              <a:ext cx="102007" cy="147299"/>
            </a:xfrm>
            <a:custGeom>
              <a:rect b="b" l="l" r="r" t="t"/>
              <a:pathLst>
                <a:path extrusionOk="0" h="1483" w="1027">
                  <a:moveTo>
                    <a:pt x="85" y="0"/>
                  </a:moveTo>
                  <a:cubicBezTo>
                    <a:pt x="65" y="0"/>
                    <a:pt x="65" y="0"/>
                    <a:pt x="65" y="20"/>
                  </a:cubicBezTo>
                  <a:cubicBezTo>
                    <a:pt x="0" y="138"/>
                    <a:pt x="49" y="222"/>
                    <a:pt x="117" y="303"/>
                  </a:cubicBezTo>
                  <a:cubicBezTo>
                    <a:pt x="235" y="473"/>
                    <a:pt x="352" y="643"/>
                    <a:pt x="469" y="808"/>
                  </a:cubicBezTo>
                  <a:cubicBezTo>
                    <a:pt x="521" y="861"/>
                    <a:pt x="554" y="929"/>
                    <a:pt x="606" y="978"/>
                  </a:cubicBezTo>
                  <a:cubicBezTo>
                    <a:pt x="691" y="1111"/>
                    <a:pt x="792" y="1249"/>
                    <a:pt x="893" y="1398"/>
                  </a:cubicBezTo>
                  <a:lnTo>
                    <a:pt x="909" y="1414"/>
                  </a:lnTo>
                  <a:cubicBezTo>
                    <a:pt x="925" y="1451"/>
                    <a:pt x="958" y="1483"/>
                    <a:pt x="1010" y="1483"/>
                  </a:cubicBezTo>
                  <a:lnTo>
                    <a:pt x="1026" y="1483"/>
                  </a:lnTo>
                  <a:lnTo>
                    <a:pt x="1026" y="1467"/>
                  </a:lnTo>
                  <a:lnTo>
                    <a:pt x="1010" y="1467"/>
                  </a:lnTo>
                  <a:cubicBezTo>
                    <a:pt x="974" y="1467"/>
                    <a:pt x="958" y="1434"/>
                    <a:pt x="925" y="1398"/>
                  </a:cubicBezTo>
                  <a:lnTo>
                    <a:pt x="925" y="1382"/>
                  </a:lnTo>
                  <a:cubicBezTo>
                    <a:pt x="808" y="1232"/>
                    <a:pt x="707" y="1095"/>
                    <a:pt x="622" y="962"/>
                  </a:cubicBezTo>
                  <a:cubicBezTo>
                    <a:pt x="590" y="909"/>
                    <a:pt x="538" y="845"/>
                    <a:pt x="505" y="792"/>
                  </a:cubicBezTo>
                  <a:cubicBezTo>
                    <a:pt x="388" y="626"/>
                    <a:pt x="251" y="457"/>
                    <a:pt x="134" y="287"/>
                  </a:cubicBezTo>
                  <a:cubicBezTo>
                    <a:pt x="65" y="202"/>
                    <a:pt x="33" y="138"/>
                    <a:pt x="85" y="20"/>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3"/>
            <p:cNvSpPr/>
            <p:nvPr/>
          </p:nvSpPr>
          <p:spPr>
            <a:xfrm>
              <a:off x="517114" y="2846750"/>
              <a:ext cx="123759" cy="57112"/>
            </a:xfrm>
            <a:custGeom>
              <a:rect b="b" l="l" r="r" t="t"/>
              <a:pathLst>
                <a:path extrusionOk="0" h="575" w="1246">
                  <a:moveTo>
                    <a:pt x="1213" y="1"/>
                  </a:moveTo>
                  <a:cubicBezTo>
                    <a:pt x="1213" y="70"/>
                    <a:pt x="1160" y="86"/>
                    <a:pt x="1112" y="86"/>
                  </a:cubicBezTo>
                  <a:cubicBezTo>
                    <a:pt x="1096" y="86"/>
                    <a:pt x="1079" y="102"/>
                    <a:pt x="1043" y="102"/>
                  </a:cubicBezTo>
                  <a:cubicBezTo>
                    <a:pt x="793" y="219"/>
                    <a:pt x="538" y="320"/>
                    <a:pt x="288" y="437"/>
                  </a:cubicBezTo>
                  <a:lnTo>
                    <a:pt x="17" y="554"/>
                  </a:lnTo>
                  <a:cubicBezTo>
                    <a:pt x="1" y="554"/>
                    <a:pt x="1" y="554"/>
                    <a:pt x="1" y="575"/>
                  </a:cubicBezTo>
                  <a:lnTo>
                    <a:pt x="17" y="575"/>
                  </a:lnTo>
                  <a:lnTo>
                    <a:pt x="304" y="453"/>
                  </a:lnTo>
                  <a:cubicBezTo>
                    <a:pt x="554" y="352"/>
                    <a:pt x="809" y="235"/>
                    <a:pt x="1059" y="134"/>
                  </a:cubicBezTo>
                  <a:cubicBezTo>
                    <a:pt x="1079" y="118"/>
                    <a:pt x="1096" y="118"/>
                    <a:pt x="1128" y="118"/>
                  </a:cubicBezTo>
                  <a:cubicBezTo>
                    <a:pt x="1180" y="102"/>
                    <a:pt x="1229" y="102"/>
                    <a:pt x="1245" y="17"/>
                  </a:cubicBezTo>
                  <a:cubicBezTo>
                    <a:pt x="1245" y="1"/>
                    <a:pt x="1245" y="1"/>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3"/>
            <p:cNvSpPr/>
            <p:nvPr/>
          </p:nvSpPr>
          <p:spPr>
            <a:xfrm>
              <a:off x="1861279" y="2054335"/>
              <a:ext cx="6953" cy="40227"/>
            </a:xfrm>
            <a:custGeom>
              <a:rect b="b" l="l" r="r" t="t"/>
              <a:pathLst>
                <a:path extrusionOk="0" h="405" w="70">
                  <a:moveTo>
                    <a:pt x="49" y="1"/>
                  </a:moveTo>
                  <a:cubicBezTo>
                    <a:pt x="49" y="1"/>
                    <a:pt x="33" y="1"/>
                    <a:pt x="33" y="17"/>
                  </a:cubicBezTo>
                  <a:cubicBezTo>
                    <a:pt x="17" y="69"/>
                    <a:pt x="17" y="134"/>
                    <a:pt x="17" y="203"/>
                  </a:cubicBezTo>
                  <a:cubicBezTo>
                    <a:pt x="17" y="271"/>
                    <a:pt x="33" y="336"/>
                    <a:pt x="17" y="388"/>
                  </a:cubicBezTo>
                  <a:cubicBezTo>
                    <a:pt x="1" y="404"/>
                    <a:pt x="17" y="404"/>
                    <a:pt x="17" y="404"/>
                  </a:cubicBezTo>
                  <a:lnTo>
                    <a:pt x="33" y="404"/>
                  </a:lnTo>
                  <a:cubicBezTo>
                    <a:pt x="49" y="336"/>
                    <a:pt x="49" y="271"/>
                    <a:pt x="49" y="203"/>
                  </a:cubicBezTo>
                  <a:cubicBezTo>
                    <a:pt x="49" y="134"/>
                    <a:pt x="49" y="85"/>
                    <a:pt x="69" y="17"/>
                  </a:cubicBezTo>
                  <a:cubicBezTo>
                    <a:pt x="69" y="17"/>
                    <a:pt x="69"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980167" y="2893731"/>
              <a:ext cx="5364" cy="95153"/>
            </a:xfrm>
            <a:custGeom>
              <a:rect b="b" l="l" r="r" t="t"/>
              <a:pathLst>
                <a:path extrusionOk="0" h="958" w="54">
                  <a:moveTo>
                    <a:pt x="17" y="1"/>
                  </a:moveTo>
                  <a:cubicBezTo>
                    <a:pt x="1" y="1"/>
                    <a:pt x="1" y="17"/>
                    <a:pt x="1" y="17"/>
                  </a:cubicBezTo>
                  <a:cubicBezTo>
                    <a:pt x="33" y="49"/>
                    <a:pt x="33" y="102"/>
                    <a:pt x="33" y="150"/>
                  </a:cubicBezTo>
                  <a:lnTo>
                    <a:pt x="33" y="740"/>
                  </a:lnTo>
                  <a:lnTo>
                    <a:pt x="33" y="942"/>
                  </a:lnTo>
                  <a:cubicBezTo>
                    <a:pt x="33" y="942"/>
                    <a:pt x="33" y="958"/>
                    <a:pt x="53" y="958"/>
                  </a:cubicBezTo>
                  <a:lnTo>
                    <a:pt x="53" y="942"/>
                  </a:lnTo>
                  <a:lnTo>
                    <a:pt x="53" y="740"/>
                  </a:lnTo>
                  <a:lnTo>
                    <a:pt x="53" y="150"/>
                  </a:lnTo>
                  <a:cubicBezTo>
                    <a:pt x="53" y="102"/>
                    <a:pt x="53" y="4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3"/>
            <p:cNvSpPr/>
            <p:nvPr/>
          </p:nvSpPr>
          <p:spPr>
            <a:xfrm>
              <a:off x="749435" y="2507356"/>
              <a:ext cx="6953" cy="81943"/>
            </a:xfrm>
            <a:custGeom>
              <a:rect b="b" l="l" r="r" t="t"/>
              <a:pathLst>
                <a:path extrusionOk="0" h="825" w="70">
                  <a:moveTo>
                    <a:pt x="33" y="0"/>
                  </a:moveTo>
                  <a:cubicBezTo>
                    <a:pt x="17" y="0"/>
                    <a:pt x="17" y="16"/>
                    <a:pt x="17" y="16"/>
                  </a:cubicBezTo>
                  <a:cubicBezTo>
                    <a:pt x="33" y="134"/>
                    <a:pt x="33" y="255"/>
                    <a:pt x="17" y="372"/>
                  </a:cubicBezTo>
                  <a:cubicBezTo>
                    <a:pt x="17" y="473"/>
                    <a:pt x="1" y="574"/>
                    <a:pt x="17" y="675"/>
                  </a:cubicBezTo>
                  <a:lnTo>
                    <a:pt x="17" y="776"/>
                  </a:lnTo>
                  <a:lnTo>
                    <a:pt x="33" y="824"/>
                  </a:lnTo>
                  <a:lnTo>
                    <a:pt x="53" y="824"/>
                  </a:lnTo>
                  <a:lnTo>
                    <a:pt x="53" y="808"/>
                  </a:lnTo>
                  <a:lnTo>
                    <a:pt x="53" y="776"/>
                  </a:lnTo>
                  <a:cubicBezTo>
                    <a:pt x="53" y="740"/>
                    <a:pt x="53" y="707"/>
                    <a:pt x="33" y="675"/>
                  </a:cubicBezTo>
                  <a:cubicBezTo>
                    <a:pt x="33" y="574"/>
                    <a:pt x="33" y="473"/>
                    <a:pt x="53" y="372"/>
                  </a:cubicBezTo>
                  <a:cubicBezTo>
                    <a:pt x="53" y="255"/>
                    <a:pt x="69" y="134"/>
                    <a:pt x="33" y="16"/>
                  </a:cubicBez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3"/>
            <p:cNvSpPr/>
            <p:nvPr/>
          </p:nvSpPr>
          <p:spPr>
            <a:xfrm>
              <a:off x="2081979" y="2382108"/>
              <a:ext cx="100418" cy="193982"/>
            </a:xfrm>
            <a:custGeom>
              <a:rect b="b" l="l" r="r" t="t"/>
              <a:pathLst>
                <a:path extrusionOk="0" h="1953" w="1011">
                  <a:moveTo>
                    <a:pt x="33" y="1"/>
                  </a:moveTo>
                  <a:cubicBezTo>
                    <a:pt x="17" y="1"/>
                    <a:pt x="17" y="1"/>
                    <a:pt x="17" y="17"/>
                  </a:cubicBezTo>
                  <a:cubicBezTo>
                    <a:pt x="33" y="82"/>
                    <a:pt x="33" y="167"/>
                    <a:pt x="17" y="235"/>
                  </a:cubicBezTo>
                  <a:cubicBezTo>
                    <a:pt x="1" y="369"/>
                    <a:pt x="33" y="470"/>
                    <a:pt x="101" y="571"/>
                  </a:cubicBezTo>
                  <a:cubicBezTo>
                    <a:pt x="219" y="708"/>
                    <a:pt x="303" y="874"/>
                    <a:pt x="404" y="1043"/>
                  </a:cubicBezTo>
                  <a:cubicBezTo>
                    <a:pt x="437" y="1128"/>
                    <a:pt x="489" y="1213"/>
                    <a:pt x="538" y="1294"/>
                  </a:cubicBezTo>
                  <a:cubicBezTo>
                    <a:pt x="574" y="1346"/>
                    <a:pt x="606" y="1395"/>
                    <a:pt x="639" y="1447"/>
                  </a:cubicBezTo>
                  <a:cubicBezTo>
                    <a:pt x="724" y="1580"/>
                    <a:pt x="808" y="1734"/>
                    <a:pt x="877" y="1883"/>
                  </a:cubicBezTo>
                  <a:cubicBezTo>
                    <a:pt x="893" y="1920"/>
                    <a:pt x="926" y="1952"/>
                    <a:pt x="978" y="1952"/>
                  </a:cubicBezTo>
                  <a:cubicBezTo>
                    <a:pt x="994" y="1952"/>
                    <a:pt x="994" y="1952"/>
                    <a:pt x="1010" y="1936"/>
                  </a:cubicBezTo>
                  <a:cubicBezTo>
                    <a:pt x="1010" y="1920"/>
                    <a:pt x="1010" y="1920"/>
                    <a:pt x="994" y="1920"/>
                  </a:cubicBezTo>
                  <a:cubicBezTo>
                    <a:pt x="987" y="1922"/>
                    <a:pt x="981" y="1923"/>
                    <a:pt x="975" y="1923"/>
                  </a:cubicBezTo>
                  <a:cubicBezTo>
                    <a:pt x="934" y="1923"/>
                    <a:pt x="909" y="1881"/>
                    <a:pt x="909" y="1867"/>
                  </a:cubicBezTo>
                  <a:cubicBezTo>
                    <a:pt x="825" y="1718"/>
                    <a:pt x="740" y="1564"/>
                    <a:pt x="655" y="1431"/>
                  </a:cubicBezTo>
                  <a:cubicBezTo>
                    <a:pt x="623" y="1378"/>
                    <a:pt x="590" y="1330"/>
                    <a:pt x="574" y="1294"/>
                  </a:cubicBezTo>
                  <a:cubicBezTo>
                    <a:pt x="522" y="1193"/>
                    <a:pt x="473" y="1112"/>
                    <a:pt x="421" y="1027"/>
                  </a:cubicBezTo>
                  <a:cubicBezTo>
                    <a:pt x="336" y="874"/>
                    <a:pt x="235" y="708"/>
                    <a:pt x="134" y="554"/>
                  </a:cubicBezTo>
                  <a:cubicBezTo>
                    <a:pt x="49" y="453"/>
                    <a:pt x="33" y="369"/>
                    <a:pt x="49" y="235"/>
                  </a:cubicBezTo>
                  <a:lnTo>
                    <a:pt x="49" y="1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1132234" y="3690317"/>
              <a:ext cx="5364" cy="44100"/>
            </a:xfrm>
            <a:custGeom>
              <a:rect b="b" l="l" r="r" t="t"/>
              <a:pathLst>
                <a:path extrusionOk="0" h="444" w="54">
                  <a:moveTo>
                    <a:pt x="12" y="0"/>
                  </a:moveTo>
                  <a:cubicBezTo>
                    <a:pt x="10" y="0"/>
                    <a:pt x="6" y="2"/>
                    <a:pt x="1" y="7"/>
                  </a:cubicBezTo>
                  <a:cubicBezTo>
                    <a:pt x="17" y="108"/>
                    <a:pt x="17" y="193"/>
                    <a:pt x="17" y="278"/>
                  </a:cubicBezTo>
                  <a:lnTo>
                    <a:pt x="17" y="427"/>
                  </a:lnTo>
                  <a:lnTo>
                    <a:pt x="17" y="444"/>
                  </a:lnTo>
                  <a:cubicBezTo>
                    <a:pt x="37" y="444"/>
                    <a:pt x="37" y="444"/>
                    <a:pt x="37" y="427"/>
                  </a:cubicBezTo>
                  <a:lnTo>
                    <a:pt x="37" y="278"/>
                  </a:lnTo>
                  <a:cubicBezTo>
                    <a:pt x="37" y="193"/>
                    <a:pt x="53" y="108"/>
                    <a:pt x="17" y="7"/>
                  </a:cubicBezTo>
                  <a:cubicBezTo>
                    <a:pt x="17" y="7"/>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3"/>
            <p:cNvSpPr/>
            <p:nvPr/>
          </p:nvSpPr>
          <p:spPr>
            <a:xfrm>
              <a:off x="852932" y="2094462"/>
              <a:ext cx="361245" cy="284169"/>
            </a:xfrm>
            <a:custGeom>
              <a:rect b="b" l="l" r="r" t="t"/>
              <a:pathLst>
                <a:path extrusionOk="0" h="2861" w="3637">
                  <a:moveTo>
                    <a:pt x="3572" y="0"/>
                  </a:moveTo>
                  <a:lnTo>
                    <a:pt x="3572" y="17"/>
                  </a:lnTo>
                  <a:cubicBezTo>
                    <a:pt x="3604" y="85"/>
                    <a:pt x="3604" y="150"/>
                    <a:pt x="3588" y="235"/>
                  </a:cubicBezTo>
                  <a:lnTo>
                    <a:pt x="3588" y="352"/>
                  </a:lnTo>
                  <a:cubicBezTo>
                    <a:pt x="3604" y="538"/>
                    <a:pt x="3604" y="724"/>
                    <a:pt x="3604" y="893"/>
                  </a:cubicBezTo>
                  <a:cubicBezTo>
                    <a:pt x="3588" y="942"/>
                    <a:pt x="3588" y="994"/>
                    <a:pt x="3588" y="1043"/>
                  </a:cubicBezTo>
                  <a:cubicBezTo>
                    <a:pt x="3588" y="1111"/>
                    <a:pt x="3556" y="1144"/>
                    <a:pt x="3487" y="1160"/>
                  </a:cubicBezTo>
                  <a:cubicBezTo>
                    <a:pt x="3233" y="1281"/>
                    <a:pt x="2998" y="1398"/>
                    <a:pt x="2764" y="1515"/>
                  </a:cubicBezTo>
                  <a:cubicBezTo>
                    <a:pt x="2679" y="1548"/>
                    <a:pt x="2578" y="1600"/>
                    <a:pt x="2493" y="1633"/>
                  </a:cubicBezTo>
                  <a:cubicBezTo>
                    <a:pt x="2376" y="1701"/>
                    <a:pt x="2259" y="1750"/>
                    <a:pt x="2158" y="1802"/>
                  </a:cubicBezTo>
                  <a:cubicBezTo>
                    <a:pt x="1855" y="1952"/>
                    <a:pt x="1552" y="2089"/>
                    <a:pt x="1249" y="2238"/>
                  </a:cubicBezTo>
                  <a:cubicBezTo>
                    <a:pt x="1063" y="2323"/>
                    <a:pt x="878" y="2408"/>
                    <a:pt x="692" y="2493"/>
                  </a:cubicBezTo>
                  <a:cubicBezTo>
                    <a:pt x="542" y="2558"/>
                    <a:pt x="373" y="2642"/>
                    <a:pt x="223" y="2711"/>
                  </a:cubicBezTo>
                  <a:cubicBezTo>
                    <a:pt x="171" y="2727"/>
                    <a:pt x="122" y="2760"/>
                    <a:pt x="70" y="2796"/>
                  </a:cubicBezTo>
                  <a:cubicBezTo>
                    <a:pt x="54" y="2796"/>
                    <a:pt x="37" y="2812"/>
                    <a:pt x="1" y="2828"/>
                  </a:cubicBezTo>
                  <a:lnTo>
                    <a:pt x="1" y="2844"/>
                  </a:lnTo>
                  <a:lnTo>
                    <a:pt x="21" y="2861"/>
                  </a:lnTo>
                  <a:lnTo>
                    <a:pt x="21" y="2844"/>
                  </a:lnTo>
                  <a:cubicBezTo>
                    <a:pt x="37" y="2844"/>
                    <a:pt x="70" y="2828"/>
                    <a:pt x="86" y="2812"/>
                  </a:cubicBezTo>
                  <a:cubicBezTo>
                    <a:pt x="138" y="2776"/>
                    <a:pt x="187" y="2760"/>
                    <a:pt x="239" y="2727"/>
                  </a:cubicBezTo>
                  <a:cubicBezTo>
                    <a:pt x="389" y="2659"/>
                    <a:pt x="542" y="2594"/>
                    <a:pt x="708" y="2509"/>
                  </a:cubicBezTo>
                  <a:cubicBezTo>
                    <a:pt x="894" y="2424"/>
                    <a:pt x="1080" y="2339"/>
                    <a:pt x="1265" y="2255"/>
                  </a:cubicBezTo>
                  <a:cubicBezTo>
                    <a:pt x="1568" y="2121"/>
                    <a:pt x="1871" y="1968"/>
                    <a:pt x="2158" y="1835"/>
                  </a:cubicBezTo>
                  <a:cubicBezTo>
                    <a:pt x="2275" y="1766"/>
                    <a:pt x="2392" y="1717"/>
                    <a:pt x="2510" y="1665"/>
                  </a:cubicBezTo>
                  <a:cubicBezTo>
                    <a:pt x="2594" y="1616"/>
                    <a:pt x="2695" y="1584"/>
                    <a:pt x="2780" y="1532"/>
                  </a:cubicBezTo>
                  <a:cubicBezTo>
                    <a:pt x="3015" y="1414"/>
                    <a:pt x="3253" y="1297"/>
                    <a:pt x="3487" y="1196"/>
                  </a:cubicBezTo>
                  <a:cubicBezTo>
                    <a:pt x="3556" y="1160"/>
                    <a:pt x="3621" y="1128"/>
                    <a:pt x="3621" y="1043"/>
                  </a:cubicBezTo>
                  <a:lnTo>
                    <a:pt x="3621" y="893"/>
                  </a:lnTo>
                  <a:cubicBezTo>
                    <a:pt x="3621" y="724"/>
                    <a:pt x="3637" y="538"/>
                    <a:pt x="3621" y="352"/>
                  </a:cubicBezTo>
                  <a:cubicBezTo>
                    <a:pt x="3604" y="320"/>
                    <a:pt x="3621" y="271"/>
                    <a:pt x="3621" y="235"/>
                  </a:cubicBezTo>
                  <a:cubicBezTo>
                    <a:pt x="3621" y="170"/>
                    <a:pt x="3637" y="85"/>
                    <a:pt x="3588" y="17"/>
                  </a:cubicBezTo>
                  <a:cubicBezTo>
                    <a:pt x="3588" y="0"/>
                    <a:pt x="3588" y="0"/>
                    <a:pt x="3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3"/>
            <p:cNvSpPr/>
            <p:nvPr/>
          </p:nvSpPr>
          <p:spPr>
            <a:xfrm>
              <a:off x="2096779" y="2998816"/>
              <a:ext cx="3774" cy="40227"/>
            </a:xfrm>
            <a:custGeom>
              <a:rect b="b" l="l" r="r" t="t"/>
              <a:pathLst>
                <a:path extrusionOk="0" h="405" w="38">
                  <a:moveTo>
                    <a:pt x="37" y="1"/>
                  </a:moveTo>
                  <a:cubicBezTo>
                    <a:pt x="21" y="1"/>
                    <a:pt x="21" y="1"/>
                    <a:pt x="21" y="17"/>
                  </a:cubicBezTo>
                  <a:cubicBezTo>
                    <a:pt x="1" y="102"/>
                    <a:pt x="1" y="171"/>
                    <a:pt x="1" y="255"/>
                  </a:cubicBezTo>
                  <a:lnTo>
                    <a:pt x="1" y="389"/>
                  </a:lnTo>
                  <a:cubicBezTo>
                    <a:pt x="1" y="405"/>
                    <a:pt x="1" y="405"/>
                    <a:pt x="21" y="405"/>
                  </a:cubicBezTo>
                  <a:cubicBezTo>
                    <a:pt x="21" y="405"/>
                    <a:pt x="37" y="405"/>
                    <a:pt x="37" y="389"/>
                  </a:cubicBezTo>
                  <a:lnTo>
                    <a:pt x="37" y="255"/>
                  </a:lnTo>
                  <a:cubicBezTo>
                    <a:pt x="21" y="187"/>
                    <a:pt x="21" y="102"/>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978578" y="3227959"/>
              <a:ext cx="6953" cy="88797"/>
            </a:xfrm>
            <a:custGeom>
              <a:rect b="b" l="l" r="r" t="t"/>
              <a:pathLst>
                <a:path extrusionOk="0" h="894" w="70">
                  <a:moveTo>
                    <a:pt x="17" y="1"/>
                  </a:moveTo>
                  <a:lnTo>
                    <a:pt x="0" y="17"/>
                  </a:lnTo>
                  <a:cubicBezTo>
                    <a:pt x="17" y="170"/>
                    <a:pt x="17" y="320"/>
                    <a:pt x="17" y="473"/>
                  </a:cubicBezTo>
                  <a:lnTo>
                    <a:pt x="17" y="740"/>
                  </a:lnTo>
                  <a:lnTo>
                    <a:pt x="17" y="776"/>
                  </a:lnTo>
                  <a:cubicBezTo>
                    <a:pt x="17" y="809"/>
                    <a:pt x="17" y="857"/>
                    <a:pt x="33" y="893"/>
                  </a:cubicBezTo>
                  <a:lnTo>
                    <a:pt x="49" y="893"/>
                  </a:lnTo>
                  <a:cubicBezTo>
                    <a:pt x="49" y="893"/>
                    <a:pt x="69" y="893"/>
                    <a:pt x="49" y="877"/>
                  </a:cubicBezTo>
                  <a:lnTo>
                    <a:pt x="49" y="776"/>
                  </a:lnTo>
                  <a:lnTo>
                    <a:pt x="49" y="740"/>
                  </a:lnTo>
                  <a:lnTo>
                    <a:pt x="49" y="473"/>
                  </a:lnTo>
                  <a:cubicBezTo>
                    <a:pt x="49" y="320"/>
                    <a:pt x="49" y="170"/>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2080390" y="3211074"/>
              <a:ext cx="105185" cy="244538"/>
            </a:xfrm>
            <a:custGeom>
              <a:rect b="b" l="l" r="r" t="t"/>
              <a:pathLst>
                <a:path extrusionOk="0" h="2462" w="1059">
                  <a:moveTo>
                    <a:pt x="65" y="1"/>
                  </a:moveTo>
                  <a:cubicBezTo>
                    <a:pt x="0" y="171"/>
                    <a:pt x="33" y="272"/>
                    <a:pt x="134" y="373"/>
                  </a:cubicBezTo>
                  <a:cubicBezTo>
                    <a:pt x="251" y="542"/>
                    <a:pt x="388" y="692"/>
                    <a:pt x="505" y="845"/>
                  </a:cubicBezTo>
                  <a:cubicBezTo>
                    <a:pt x="606" y="979"/>
                    <a:pt x="707" y="1112"/>
                    <a:pt x="808" y="1249"/>
                  </a:cubicBezTo>
                  <a:cubicBezTo>
                    <a:pt x="824" y="1265"/>
                    <a:pt x="824" y="1265"/>
                    <a:pt x="841" y="1281"/>
                  </a:cubicBezTo>
                  <a:cubicBezTo>
                    <a:pt x="873" y="1330"/>
                    <a:pt x="925" y="1399"/>
                    <a:pt x="974" y="1431"/>
                  </a:cubicBezTo>
                  <a:cubicBezTo>
                    <a:pt x="1026" y="1467"/>
                    <a:pt x="1043" y="1516"/>
                    <a:pt x="1026" y="1601"/>
                  </a:cubicBezTo>
                  <a:lnTo>
                    <a:pt x="1026" y="1770"/>
                  </a:lnTo>
                  <a:cubicBezTo>
                    <a:pt x="1026" y="1855"/>
                    <a:pt x="1026" y="1936"/>
                    <a:pt x="1010" y="2021"/>
                  </a:cubicBezTo>
                  <a:cubicBezTo>
                    <a:pt x="1010" y="2073"/>
                    <a:pt x="1010" y="2122"/>
                    <a:pt x="1026" y="2190"/>
                  </a:cubicBezTo>
                  <a:lnTo>
                    <a:pt x="1026" y="2291"/>
                  </a:lnTo>
                  <a:cubicBezTo>
                    <a:pt x="1026" y="2340"/>
                    <a:pt x="1026" y="2392"/>
                    <a:pt x="1010" y="2441"/>
                  </a:cubicBezTo>
                  <a:lnTo>
                    <a:pt x="1010" y="2461"/>
                  </a:lnTo>
                  <a:lnTo>
                    <a:pt x="1026" y="2461"/>
                  </a:lnTo>
                  <a:cubicBezTo>
                    <a:pt x="1059" y="2409"/>
                    <a:pt x="1059" y="2360"/>
                    <a:pt x="1059" y="2291"/>
                  </a:cubicBezTo>
                  <a:cubicBezTo>
                    <a:pt x="1059" y="2259"/>
                    <a:pt x="1059" y="2223"/>
                    <a:pt x="1043" y="2190"/>
                  </a:cubicBezTo>
                  <a:cubicBezTo>
                    <a:pt x="1043" y="2122"/>
                    <a:pt x="1026" y="2073"/>
                    <a:pt x="1043" y="2021"/>
                  </a:cubicBezTo>
                  <a:cubicBezTo>
                    <a:pt x="1059" y="1936"/>
                    <a:pt x="1059" y="1855"/>
                    <a:pt x="1059" y="1770"/>
                  </a:cubicBezTo>
                  <a:lnTo>
                    <a:pt x="1059" y="1601"/>
                  </a:lnTo>
                  <a:cubicBezTo>
                    <a:pt x="1059" y="1500"/>
                    <a:pt x="1043" y="1451"/>
                    <a:pt x="994" y="1415"/>
                  </a:cubicBezTo>
                  <a:cubicBezTo>
                    <a:pt x="942" y="1366"/>
                    <a:pt x="893" y="1314"/>
                    <a:pt x="857" y="1265"/>
                  </a:cubicBezTo>
                  <a:lnTo>
                    <a:pt x="824" y="1229"/>
                  </a:lnTo>
                  <a:cubicBezTo>
                    <a:pt x="723" y="1096"/>
                    <a:pt x="622" y="962"/>
                    <a:pt x="521" y="845"/>
                  </a:cubicBezTo>
                  <a:cubicBezTo>
                    <a:pt x="404" y="676"/>
                    <a:pt x="267" y="522"/>
                    <a:pt x="150" y="356"/>
                  </a:cubicBezTo>
                  <a:cubicBezTo>
                    <a:pt x="49" y="239"/>
                    <a:pt x="33" y="154"/>
                    <a:pt x="101" y="17"/>
                  </a:cubicBezTo>
                  <a:cubicBezTo>
                    <a:pt x="101" y="17"/>
                    <a:pt x="101" y="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1734143" y="3697071"/>
              <a:ext cx="48570" cy="37346"/>
            </a:xfrm>
            <a:custGeom>
              <a:rect b="b" l="l" r="r" t="t"/>
              <a:pathLst>
                <a:path extrusionOk="0" h="376" w="489">
                  <a:moveTo>
                    <a:pt x="22" y="1"/>
                  </a:moveTo>
                  <a:cubicBezTo>
                    <a:pt x="19" y="1"/>
                    <a:pt x="16" y="3"/>
                    <a:pt x="16" y="8"/>
                  </a:cubicBezTo>
                  <a:cubicBezTo>
                    <a:pt x="0" y="8"/>
                    <a:pt x="0" y="8"/>
                    <a:pt x="0" y="24"/>
                  </a:cubicBezTo>
                  <a:cubicBezTo>
                    <a:pt x="53" y="93"/>
                    <a:pt x="117" y="141"/>
                    <a:pt x="186" y="194"/>
                  </a:cubicBezTo>
                  <a:cubicBezTo>
                    <a:pt x="218" y="226"/>
                    <a:pt x="255" y="242"/>
                    <a:pt x="287" y="275"/>
                  </a:cubicBezTo>
                  <a:cubicBezTo>
                    <a:pt x="303" y="295"/>
                    <a:pt x="303" y="295"/>
                    <a:pt x="319" y="311"/>
                  </a:cubicBezTo>
                  <a:cubicBezTo>
                    <a:pt x="356" y="343"/>
                    <a:pt x="388" y="376"/>
                    <a:pt x="440" y="376"/>
                  </a:cubicBezTo>
                  <a:lnTo>
                    <a:pt x="489" y="376"/>
                  </a:lnTo>
                  <a:lnTo>
                    <a:pt x="489" y="359"/>
                  </a:lnTo>
                  <a:cubicBezTo>
                    <a:pt x="489" y="359"/>
                    <a:pt x="489" y="343"/>
                    <a:pt x="473" y="343"/>
                  </a:cubicBezTo>
                  <a:cubicBezTo>
                    <a:pt x="457" y="351"/>
                    <a:pt x="443" y="354"/>
                    <a:pt x="430" y="354"/>
                  </a:cubicBezTo>
                  <a:cubicBezTo>
                    <a:pt x="389" y="354"/>
                    <a:pt x="364" y="320"/>
                    <a:pt x="339" y="295"/>
                  </a:cubicBezTo>
                  <a:cubicBezTo>
                    <a:pt x="339" y="275"/>
                    <a:pt x="319" y="275"/>
                    <a:pt x="303" y="258"/>
                  </a:cubicBezTo>
                  <a:cubicBezTo>
                    <a:pt x="271" y="226"/>
                    <a:pt x="238" y="194"/>
                    <a:pt x="202" y="174"/>
                  </a:cubicBezTo>
                  <a:cubicBezTo>
                    <a:pt x="137" y="125"/>
                    <a:pt x="69" y="73"/>
                    <a:pt x="36" y="8"/>
                  </a:cubicBezTo>
                  <a:cubicBezTo>
                    <a:pt x="36" y="8"/>
                    <a:pt x="27"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478576" y="2559105"/>
              <a:ext cx="157430" cy="75487"/>
            </a:xfrm>
            <a:custGeom>
              <a:rect b="b" l="l" r="r" t="t"/>
              <a:pathLst>
                <a:path extrusionOk="0" h="760" w="1585">
                  <a:moveTo>
                    <a:pt x="1568" y="0"/>
                  </a:moveTo>
                  <a:cubicBezTo>
                    <a:pt x="1500" y="17"/>
                    <a:pt x="1431" y="53"/>
                    <a:pt x="1366" y="85"/>
                  </a:cubicBezTo>
                  <a:cubicBezTo>
                    <a:pt x="1346" y="85"/>
                    <a:pt x="1330" y="101"/>
                    <a:pt x="1298" y="101"/>
                  </a:cubicBezTo>
                  <a:cubicBezTo>
                    <a:pt x="1144" y="186"/>
                    <a:pt x="979" y="271"/>
                    <a:pt x="809" y="340"/>
                  </a:cubicBezTo>
                  <a:cubicBezTo>
                    <a:pt x="538" y="457"/>
                    <a:pt x="272" y="590"/>
                    <a:pt x="1" y="724"/>
                  </a:cubicBezTo>
                  <a:lnTo>
                    <a:pt x="1" y="744"/>
                  </a:lnTo>
                  <a:lnTo>
                    <a:pt x="17" y="760"/>
                  </a:lnTo>
                  <a:cubicBezTo>
                    <a:pt x="288" y="606"/>
                    <a:pt x="558" y="489"/>
                    <a:pt x="825" y="372"/>
                  </a:cubicBezTo>
                  <a:cubicBezTo>
                    <a:pt x="979" y="287"/>
                    <a:pt x="1144" y="219"/>
                    <a:pt x="1314" y="138"/>
                  </a:cubicBezTo>
                  <a:cubicBezTo>
                    <a:pt x="1330" y="118"/>
                    <a:pt x="1366" y="118"/>
                    <a:pt x="1383" y="101"/>
                  </a:cubicBezTo>
                  <a:cubicBezTo>
                    <a:pt x="1447" y="69"/>
                    <a:pt x="1500" y="37"/>
                    <a:pt x="1568" y="17"/>
                  </a:cubicBezTo>
                  <a:lnTo>
                    <a:pt x="1585" y="17"/>
                  </a:lnTo>
                  <a:cubicBezTo>
                    <a:pt x="1585" y="0"/>
                    <a:pt x="1568" y="0"/>
                    <a:pt x="1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a:off x="851343" y="2288245"/>
              <a:ext cx="361245" cy="257748"/>
            </a:xfrm>
            <a:custGeom>
              <a:rect b="b" l="l" r="r" t="t"/>
              <a:pathLst>
                <a:path extrusionOk="0" h="2595" w="3637">
                  <a:moveTo>
                    <a:pt x="3604" y="1"/>
                  </a:moveTo>
                  <a:cubicBezTo>
                    <a:pt x="3588" y="1"/>
                    <a:pt x="3588" y="1"/>
                    <a:pt x="3588" y="17"/>
                  </a:cubicBezTo>
                  <a:cubicBezTo>
                    <a:pt x="3604" y="186"/>
                    <a:pt x="3604" y="356"/>
                    <a:pt x="3604" y="522"/>
                  </a:cubicBezTo>
                  <a:cubicBezTo>
                    <a:pt x="3604" y="623"/>
                    <a:pt x="3588" y="724"/>
                    <a:pt x="3604" y="845"/>
                  </a:cubicBezTo>
                  <a:cubicBezTo>
                    <a:pt x="3604" y="893"/>
                    <a:pt x="3552" y="910"/>
                    <a:pt x="3519" y="926"/>
                  </a:cubicBezTo>
                  <a:lnTo>
                    <a:pt x="3503" y="946"/>
                  </a:lnTo>
                  <a:lnTo>
                    <a:pt x="3386" y="994"/>
                  </a:lnTo>
                  <a:cubicBezTo>
                    <a:pt x="3200" y="1079"/>
                    <a:pt x="3014" y="1180"/>
                    <a:pt x="2812" y="1265"/>
                  </a:cubicBezTo>
                  <a:cubicBezTo>
                    <a:pt x="2679" y="1330"/>
                    <a:pt x="2542" y="1398"/>
                    <a:pt x="2408" y="1451"/>
                  </a:cubicBezTo>
                  <a:cubicBezTo>
                    <a:pt x="2275" y="1516"/>
                    <a:pt x="2158" y="1568"/>
                    <a:pt x="2037" y="1617"/>
                  </a:cubicBezTo>
                  <a:cubicBezTo>
                    <a:pt x="1584" y="1835"/>
                    <a:pt x="1112" y="2037"/>
                    <a:pt x="659" y="2259"/>
                  </a:cubicBezTo>
                  <a:cubicBezTo>
                    <a:pt x="522" y="2323"/>
                    <a:pt x="389" y="2376"/>
                    <a:pt x="255" y="2441"/>
                  </a:cubicBezTo>
                  <a:cubicBezTo>
                    <a:pt x="203" y="2477"/>
                    <a:pt x="138" y="2493"/>
                    <a:pt x="86" y="2525"/>
                  </a:cubicBezTo>
                  <a:cubicBezTo>
                    <a:pt x="70" y="2542"/>
                    <a:pt x="37" y="2562"/>
                    <a:pt x="17" y="2562"/>
                  </a:cubicBezTo>
                  <a:lnTo>
                    <a:pt x="1" y="2578"/>
                  </a:lnTo>
                  <a:lnTo>
                    <a:pt x="17" y="2594"/>
                  </a:lnTo>
                  <a:cubicBezTo>
                    <a:pt x="53" y="2578"/>
                    <a:pt x="70" y="2562"/>
                    <a:pt x="102" y="2542"/>
                  </a:cubicBezTo>
                  <a:cubicBezTo>
                    <a:pt x="154" y="2525"/>
                    <a:pt x="203" y="2493"/>
                    <a:pt x="271" y="2477"/>
                  </a:cubicBezTo>
                  <a:cubicBezTo>
                    <a:pt x="405" y="2408"/>
                    <a:pt x="542" y="2340"/>
                    <a:pt x="675" y="2275"/>
                  </a:cubicBezTo>
                  <a:cubicBezTo>
                    <a:pt x="1128" y="2073"/>
                    <a:pt x="1584" y="1855"/>
                    <a:pt x="2057" y="1653"/>
                  </a:cubicBezTo>
                  <a:cubicBezTo>
                    <a:pt x="2174" y="1584"/>
                    <a:pt x="2291" y="1532"/>
                    <a:pt x="2408" y="1483"/>
                  </a:cubicBezTo>
                  <a:cubicBezTo>
                    <a:pt x="2542" y="1415"/>
                    <a:pt x="2695" y="1350"/>
                    <a:pt x="2829" y="1281"/>
                  </a:cubicBezTo>
                  <a:cubicBezTo>
                    <a:pt x="3014" y="1196"/>
                    <a:pt x="3216" y="1112"/>
                    <a:pt x="3402" y="1011"/>
                  </a:cubicBezTo>
                  <a:lnTo>
                    <a:pt x="3519" y="962"/>
                  </a:lnTo>
                  <a:cubicBezTo>
                    <a:pt x="3572" y="946"/>
                    <a:pt x="3620" y="910"/>
                    <a:pt x="3620" y="825"/>
                  </a:cubicBezTo>
                  <a:lnTo>
                    <a:pt x="3620" y="522"/>
                  </a:lnTo>
                  <a:cubicBezTo>
                    <a:pt x="3620" y="356"/>
                    <a:pt x="3637" y="186"/>
                    <a:pt x="3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1033505" y="2871680"/>
              <a:ext cx="6953" cy="95551"/>
            </a:xfrm>
            <a:custGeom>
              <a:rect b="b" l="l" r="r" t="t"/>
              <a:pathLst>
                <a:path extrusionOk="0" h="962" w="70">
                  <a:moveTo>
                    <a:pt x="21" y="0"/>
                  </a:moveTo>
                  <a:cubicBezTo>
                    <a:pt x="1" y="0"/>
                    <a:pt x="1" y="21"/>
                    <a:pt x="1" y="21"/>
                  </a:cubicBezTo>
                  <a:cubicBezTo>
                    <a:pt x="37" y="101"/>
                    <a:pt x="37" y="186"/>
                    <a:pt x="37" y="271"/>
                  </a:cubicBezTo>
                  <a:lnTo>
                    <a:pt x="37" y="340"/>
                  </a:lnTo>
                  <a:lnTo>
                    <a:pt x="37" y="760"/>
                  </a:lnTo>
                  <a:lnTo>
                    <a:pt x="37" y="946"/>
                  </a:lnTo>
                  <a:cubicBezTo>
                    <a:pt x="37" y="962"/>
                    <a:pt x="37" y="962"/>
                    <a:pt x="53" y="962"/>
                  </a:cubicBezTo>
                  <a:lnTo>
                    <a:pt x="53" y="946"/>
                  </a:lnTo>
                  <a:lnTo>
                    <a:pt x="53" y="760"/>
                  </a:lnTo>
                  <a:lnTo>
                    <a:pt x="53" y="340"/>
                  </a:lnTo>
                  <a:lnTo>
                    <a:pt x="53" y="271"/>
                  </a:lnTo>
                  <a:cubicBezTo>
                    <a:pt x="70" y="186"/>
                    <a:pt x="70" y="85"/>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3"/>
            <p:cNvSpPr/>
            <p:nvPr/>
          </p:nvSpPr>
          <p:spPr>
            <a:xfrm>
              <a:off x="746257" y="3159326"/>
              <a:ext cx="6555" cy="81943"/>
            </a:xfrm>
            <a:custGeom>
              <a:rect b="b" l="l" r="r" t="t"/>
              <a:pathLst>
                <a:path extrusionOk="0" h="825" w="66">
                  <a:moveTo>
                    <a:pt x="49" y="1"/>
                  </a:moveTo>
                  <a:cubicBezTo>
                    <a:pt x="33" y="1"/>
                    <a:pt x="33" y="17"/>
                    <a:pt x="33" y="17"/>
                  </a:cubicBezTo>
                  <a:cubicBezTo>
                    <a:pt x="33" y="69"/>
                    <a:pt x="33" y="118"/>
                    <a:pt x="17" y="170"/>
                  </a:cubicBezTo>
                  <a:cubicBezTo>
                    <a:pt x="17" y="389"/>
                    <a:pt x="0" y="607"/>
                    <a:pt x="17" y="825"/>
                  </a:cubicBezTo>
                  <a:lnTo>
                    <a:pt x="49" y="825"/>
                  </a:lnTo>
                  <a:cubicBezTo>
                    <a:pt x="17" y="607"/>
                    <a:pt x="33" y="389"/>
                    <a:pt x="49" y="170"/>
                  </a:cubicBezTo>
                  <a:cubicBezTo>
                    <a:pt x="49" y="118"/>
                    <a:pt x="49" y="69"/>
                    <a:pt x="65" y="17"/>
                  </a:cubicBezTo>
                  <a:cubicBezTo>
                    <a:pt x="65" y="17"/>
                    <a:pt x="49" y="17"/>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3"/>
            <p:cNvSpPr/>
            <p:nvPr/>
          </p:nvSpPr>
          <p:spPr>
            <a:xfrm>
              <a:off x="2120518" y="3547388"/>
              <a:ext cx="4867" cy="41816"/>
            </a:xfrm>
            <a:custGeom>
              <a:rect b="b" l="l" r="r" t="t"/>
              <a:pathLst>
                <a:path extrusionOk="0" h="421" w="49">
                  <a:moveTo>
                    <a:pt x="16" y="0"/>
                  </a:moveTo>
                  <a:cubicBezTo>
                    <a:pt x="0" y="85"/>
                    <a:pt x="0" y="186"/>
                    <a:pt x="0" y="267"/>
                  </a:cubicBezTo>
                  <a:cubicBezTo>
                    <a:pt x="16" y="303"/>
                    <a:pt x="16" y="368"/>
                    <a:pt x="0" y="404"/>
                  </a:cubicBezTo>
                  <a:cubicBezTo>
                    <a:pt x="0" y="420"/>
                    <a:pt x="16" y="420"/>
                    <a:pt x="16" y="420"/>
                  </a:cubicBezTo>
                  <a:lnTo>
                    <a:pt x="33" y="420"/>
                  </a:lnTo>
                  <a:lnTo>
                    <a:pt x="33" y="251"/>
                  </a:lnTo>
                  <a:cubicBezTo>
                    <a:pt x="33" y="186"/>
                    <a:pt x="33" y="101"/>
                    <a:pt x="49" y="16"/>
                  </a:cubicBezTo>
                  <a:cubicBezTo>
                    <a:pt x="49" y="0"/>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3"/>
            <p:cNvSpPr/>
            <p:nvPr/>
          </p:nvSpPr>
          <p:spPr>
            <a:xfrm>
              <a:off x="2153791" y="3206306"/>
              <a:ext cx="6953" cy="40227"/>
            </a:xfrm>
            <a:custGeom>
              <a:rect b="b" l="l" r="r" t="t"/>
              <a:pathLst>
                <a:path extrusionOk="0" h="405" w="70">
                  <a:moveTo>
                    <a:pt x="33" y="0"/>
                  </a:moveTo>
                  <a:cubicBezTo>
                    <a:pt x="17" y="65"/>
                    <a:pt x="17" y="134"/>
                    <a:pt x="17" y="202"/>
                  </a:cubicBezTo>
                  <a:cubicBezTo>
                    <a:pt x="17" y="267"/>
                    <a:pt x="33" y="320"/>
                    <a:pt x="17" y="388"/>
                  </a:cubicBezTo>
                  <a:cubicBezTo>
                    <a:pt x="1" y="388"/>
                    <a:pt x="17" y="404"/>
                    <a:pt x="17" y="404"/>
                  </a:cubicBezTo>
                  <a:lnTo>
                    <a:pt x="33" y="388"/>
                  </a:lnTo>
                  <a:cubicBezTo>
                    <a:pt x="53" y="320"/>
                    <a:pt x="53" y="267"/>
                    <a:pt x="53" y="202"/>
                  </a:cubicBezTo>
                  <a:cubicBezTo>
                    <a:pt x="53" y="134"/>
                    <a:pt x="53" y="65"/>
                    <a:pt x="69" y="17"/>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3"/>
            <p:cNvSpPr/>
            <p:nvPr/>
          </p:nvSpPr>
          <p:spPr>
            <a:xfrm>
              <a:off x="1135809" y="2664588"/>
              <a:ext cx="6555" cy="86810"/>
            </a:xfrm>
            <a:custGeom>
              <a:rect b="b" l="l" r="r" t="t"/>
              <a:pathLst>
                <a:path extrusionOk="0" h="874" w="66">
                  <a:moveTo>
                    <a:pt x="1" y="1"/>
                  </a:moveTo>
                  <a:lnTo>
                    <a:pt x="1" y="187"/>
                  </a:lnTo>
                  <a:lnTo>
                    <a:pt x="1" y="692"/>
                  </a:lnTo>
                  <a:cubicBezTo>
                    <a:pt x="1" y="756"/>
                    <a:pt x="17" y="825"/>
                    <a:pt x="33" y="873"/>
                  </a:cubicBezTo>
                  <a:lnTo>
                    <a:pt x="49" y="873"/>
                  </a:lnTo>
                  <a:cubicBezTo>
                    <a:pt x="49" y="873"/>
                    <a:pt x="66" y="873"/>
                    <a:pt x="49" y="857"/>
                  </a:cubicBezTo>
                  <a:cubicBezTo>
                    <a:pt x="33" y="809"/>
                    <a:pt x="33" y="756"/>
                    <a:pt x="33" y="692"/>
                  </a:cubicBezTo>
                  <a:lnTo>
                    <a:pt x="33" y="18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a:off x="856607" y="1720106"/>
              <a:ext cx="355981" cy="319131"/>
            </a:xfrm>
            <a:custGeom>
              <a:rect b="b" l="l" r="r" t="t"/>
              <a:pathLst>
                <a:path extrusionOk="0" h="3213" w="3584">
                  <a:moveTo>
                    <a:pt x="3535" y="0"/>
                  </a:moveTo>
                  <a:lnTo>
                    <a:pt x="3535" y="17"/>
                  </a:lnTo>
                  <a:cubicBezTo>
                    <a:pt x="3567" y="33"/>
                    <a:pt x="3551" y="65"/>
                    <a:pt x="3551" y="101"/>
                  </a:cubicBezTo>
                  <a:lnTo>
                    <a:pt x="3551" y="118"/>
                  </a:lnTo>
                  <a:lnTo>
                    <a:pt x="3551" y="437"/>
                  </a:lnTo>
                  <a:cubicBezTo>
                    <a:pt x="3551" y="687"/>
                    <a:pt x="3551" y="958"/>
                    <a:pt x="3567" y="1212"/>
                  </a:cubicBezTo>
                  <a:cubicBezTo>
                    <a:pt x="3567" y="1293"/>
                    <a:pt x="3535" y="1330"/>
                    <a:pt x="3466" y="1362"/>
                  </a:cubicBezTo>
                  <a:cubicBezTo>
                    <a:pt x="2913" y="1665"/>
                    <a:pt x="2339" y="1968"/>
                    <a:pt x="1851" y="2222"/>
                  </a:cubicBezTo>
                  <a:cubicBezTo>
                    <a:pt x="1531" y="2388"/>
                    <a:pt x="1228" y="2558"/>
                    <a:pt x="909" y="2707"/>
                  </a:cubicBezTo>
                  <a:lnTo>
                    <a:pt x="352" y="3010"/>
                  </a:lnTo>
                  <a:cubicBezTo>
                    <a:pt x="267" y="3063"/>
                    <a:pt x="202" y="3095"/>
                    <a:pt x="118" y="3131"/>
                  </a:cubicBezTo>
                  <a:lnTo>
                    <a:pt x="17" y="3196"/>
                  </a:lnTo>
                  <a:cubicBezTo>
                    <a:pt x="0" y="3196"/>
                    <a:pt x="0" y="3196"/>
                    <a:pt x="0" y="3212"/>
                  </a:cubicBezTo>
                  <a:lnTo>
                    <a:pt x="17" y="3212"/>
                  </a:lnTo>
                  <a:lnTo>
                    <a:pt x="134" y="3164"/>
                  </a:lnTo>
                  <a:cubicBezTo>
                    <a:pt x="202" y="3111"/>
                    <a:pt x="287" y="3079"/>
                    <a:pt x="368" y="3046"/>
                  </a:cubicBezTo>
                  <a:lnTo>
                    <a:pt x="925" y="2743"/>
                  </a:lnTo>
                  <a:cubicBezTo>
                    <a:pt x="1245" y="2574"/>
                    <a:pt x="1548" y="2404"/>
                    <a:pt x="1867" y="2238"/>
                  </a:cubicBezTo>
                  <a:cubicBezTo>
                    <a:pt x="2339" y="1984"/>
                    <a:pt x="2913" y="1681"/>
                    <a:pt x="3483" y="1394"/>
                  </a:cubicBezTo>
                  <a:cubicBezTo>
                    <a:pt x="3551" y="1362"/>
                    <a:pt x="3584" y="1313"/>
                    <a:pt x="3584" y="1212"/>
                  </a:cubicBezTo>
                  <a:lnTo>
                    <a:pt x="3584" y="437"/>
                  </a:lnTo>
                  <a:lnTo>
                    <a:pt x="3584" y="118"/>
                  </a:lnTo>
                  <a:lnTo>
                    <a:pt x="3584" y="101"/>
                  </a:lnTo>
                  <a:cubicBezTo>
                    <a:pt x="3584" y="65"/>
                    <a:pt x="3584" y="33"/>
                    <a:pt x="35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a:off x="1582077" y="3425417"/>
              <a:ext cx="6853" cy="81943"/>
            </a:xfrm>
            <a:custGeom>
              <a:rect b="b" l="l" r="r" t="t"/>
              <a:pathLst>
                <a:path extrusionOk="0" h="825" w="69">
                  <a:moveTo>
                    <a:pt x="53" y="0"/>
                  </a:moveTo>
                  <a:lnTo>
                    <a:pt x="32" y="16"/>
                  </a:lnTo>
                  <a:cubicBezTo>
                    <a:pt x="16" y="150"/>
                    <a:pt x="16" y="283"/>
                    <a:pt x="16" y="404"/>
                  </a:cubicBezTo>
                  <a:cubicBezTo>
                    <a:pt x="16" y="485"/>
                    <a:pt x="32" y="570"/>
                    <a:pt x="16" y="655"/>
                  </a:cubicBezTo>
                  <a:lnTo>
                    <a:pt x="16" y="707"/>
                  </a:lnTo>
                  <a:cubicBezTo>
                    <a:pt x="32" y="739"/>
                    <a:pt x="32" y="772"/>
                    <a:pt x="16" y="788"/>
                  </a:cubicBezTo>
                  <a:cubicBezTo>
                    <a:pt x="0" y="808"/>
                    <a:pt x="16" y="808"/>
                    <a:pt x="16" y="808"/>
                  </a:cubicBezTo>
                  <a:lnTo>
                    <a:pt x="16" y="824"/>
                  </a:lnTo>
                  <a:lnTo>
                    <a:pt x="32" y="808"/>
                  </a:lnTo>
                  <a:cubicBezTo>
                    <a:pt x="53" y="772"/>
                    <a:pt x="53" y="739"/>
                    <a:pt x="53" y="707"/>
                  </a:cubicBezTo>
                  <a:lnTo>
                    <a:pt x="53" y="655"/>
                  </a:lnTo>
                  <a:lnTo>
                    <a:pt x="53" y="404"/>
                  </a:lnTo>
                  <a:cubicBezTo>
                    <a:pt x="53" y="283"/>
                    <a:pt x="53" y="150"/>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a:off x="672458" y="2958689"/>
              <a:ext cx="147299" cy="152166"/>
            </a:xfrm>
            <a:custGeom>
              <a:rect b="b" l="l" r="r" t="t"/>
              <a:pathLst>
                <a:path extrusionOk="0" h="1532" w="1483">
                  <a:moveTo>
                    <a:pt x="1450" y="1"/>
                  </a:moveTo>
                  <a:lnTo>
                    <a:pt x="1434" y="17"/>
                  </a:lnTo>
                  <a:cubicBezTo>
                    <a:pt x="1467" y="203"/>
                    <a:pt x="1450" y="389"/>
                    <a:pt x="1450" y="575"/>
                  </a:cubicBezTo>
                  <a:lnTo>
                    <a:pt x="1450" y="910"/>
                  </a:lnTo>
                  <a:cubicBezTo>
                    <a:pt x="1450" y="962"/>
                    <a:pt x="1414" y="979"/>
                    <a:pt x="1366" y="995"/>
                  </a:cubicBezTo>
                  <a:lnTo>
                    <a:pt x="1349" y="995"/>
                  </a:lnTo>
                  <a:cubicBezTo>
                    <a:pt x="978" y="1144"/>
                    <a:pt x="606" y="1282"/>
                    <a:pt x="271" y="1431"/>
                  </a:cubicBezTo>
                  <a:cubicBezTo>
                    <a:pt x="255" y="1431"/>
                    <a:pt x="238" y="1447"/>
                    <a:pt x="222" y="1447"/>
                  </a:cubicBezTo>
                  <a:cubicBezTo>
                    <a:pt x="166" y="1477"/>
                    <a:pt x="110" y="1504"/>
                    <a:pt x="56" y="1504"/>
                  </a:cubicBezTo>
                  <a:cubicBezTo>
                    <a:pt x="44" y="1504"/>
                    <a:pt x="32" y="1503"/>
                    <a:pt x="20" y="1500"/>
                  </a:cubicBezTo>
                  <a:cubicBezTo>
                    <a:pt x="20" y="1500"/>
                    <a:pt x="0" y="1500"/>
                    <a:pt x="0" y="1516"/>
                  </a:cubicBezTo>
                  <a:lnTo>
                    <a:pt x="20" y="1532"/>
                  </a:lnTo>
                  <a:lnTo>
                    <a:pt x="37" y="1532"/>
                  </a:lnTo>
                  <a:cubicBezTo>
                    <a:pt x="121" y="1532"/>
                    <a:pt x="170" y="1500"/>
                    <a:pt x="238" y="1467"/>
                  </a:cubicBezTo>
                  <a:cubicBezTo>
                    <a:pt x="255" y="1467"/>
                    <a:pt x="271" y="1467"/>
                    <a:pt x="287" y="1447"/>
                  </a:cubicBezTo>
                  <a:cubicBezTo>
                    <a:pt x="626" y="1314"/>
                    <a:pt x="994" y="1164"/>
                    <a:pt x="1366" y="1027"/>
                  </a:cubicBezTo>
                  <a:lnTo>
                    <a:pt x="1382" y="1011"/>
                  </a:lnTo>
                  <a:cubicBezTo>
                    <a:pt x="1414" y="1011"/>
                    <a:pt x="1483" y="979"/>
                    <a:pt x="1483" y="910"/>
                  </a:cubicBezTo>
                  <a:lnTo>
                    <a:pt x="1483" y="575"/>
                  </a:lnTo>
                  <a:cubicBezTo>
                    <a:pt x="1483" y="389"/>
                    <a:pt x="1483" y="203"/>
                    <a:pt x="1467" y="17"/>
                  </a:cubicBezTo>
                  <a:cubicBezTo>
                    <a:pt x="1467" y="1"/>
                    <a:pt x="1467" y="1"/>
                    <a:pt x="1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3"/>
            <p:cNvSpPr/>
            <p:nvPr/>
          </p:nvSpPr>
          <p:spPr>
            <a:xfrm>
              <a:off x="1740897" y="2305131"/>
              <a:ext cx="169051" cy="347935"/>
            </a:xfrm>
            <a:custGeom>
              <a:rect b="b" l="l" r="r" t="t"/>
              <a:pathLst>
                <a:path extrusionOk="0" h="3503" w="1702">
                  <a:moveTo>
                    <a:pt x="69" y="0"/>
                  </a:moveTo>
                  <a:cubicBezTo>
                    <a:pt x="49" y="0"/>
                    <a:pt x="49" y="0"/>
                    <a:pt x="49" y="16"/>
                  </a:cubicBezTo>
                  <a:cubicBezTo>
                    <a:pt x="1" y="117"/>
                    <a:pt x="17" y="218"/>
                    <a:pt x="102" y="303"/>
                  </a:cubicBezTo>
                  <a:cubicBezTo>
                    <a:pt x="187" y="404"/>
                    <a:pt x="251" y="505"/>
                    <a:pt x="320" y="622"/>
                  </a:cubicBezTo>
                  <a:cubicBezTo>
                    <a:pt x="352" y="675"/>
                    <a:pt x="389" y="723"/>
                    <a:pt x="421" y="776"/>
                  </a:cubicBezTo>
                  <a:cubicBezTo>
                    <a:pt x="639" y="1079"/>
                    <a:pt x="857" y="1398"/>
                    <a:pt x="1059" y="1717"/>
                  </a:cubicBezTo>
                  <a:cubicBezTo>
                    <a:pt x="1180" y="1887"/>
                    <a:pt x="1281" y="2052"/>
                    <a:pt x="1399" y="2222"/>
                  </a:cubicBezTo>
                  <a:cubicBezTo>
                    <a:pt x="1415" y="2254"/>
                    <a:pt x="1431" y="2291"/>
                    <a:pt x="1431" y="2307"/>
                  </a:cubicBezTo>
                  <a:lnTo>
                    <a:pt x="1431" y="2541"/>
                  </a:lnTo>
                  <a:cubicBezTo>
                    <a:pt x="1447" y="2675"/>
                    <a:pt x="1447" y="2828"/>
                    <a:pt x="1415" y="2961"/>
                  </a:cubicBezTo>
                  <a:cubicBezTo>
                    <a:pt x="1399" y="3062"/>
                    <a:pt x="1463" y="3147"/>
                    <a:pt x="1516" y="3216"/>
                  </a:cubicBezTo>
                  <a:cubicBezTo>
                    <a:pt x="1600" y="3301"/>
                    <a:pt x="1633" y="3402"/>
                    <a:pt x="1665" y="3483"/>
                  </a:cubicBezTo>
                  <a:lnTo>
                    <a:pt x="1685" y="3503"/>
                  </a:lnTo>
                  <a:lnTo>
                    <a:pt x="1701" y="3483"/>
                  </a:lnTo>
                  <a:cubicBezTo>
                    <a:pt x="1665" y="3382"/>
                    <a:pt x="1633" y="3281"/>
                    <a:pt x="1548" y="3200"/>
                  </a:cubicBezTo>
                  <a:cubicBezTo>
                    <a:pt x="1483" y="3131"/>
                    <a:pt x="1431" y="3062"/>
                    <a:pt x="1447" y="2961"/>
                  </a:cubicBezTo>
                  <a:cubicBezTo>
                    <a:pt x="1463" y="2828"/>
                    <a:pt x="1463" y="2675"/>
                    <a:pt x="1463" y="2541"/>
                  </a:cubicBezTo>
                  <a:lnTo>
                    <a:pt x="1463" y="2307"/>
                  </a:lnTo>
                  <a:cubicBezTo>
                    <a:pt x="1463" y="2271"/>
                    <a:pt x="1447" y="2238"/>
                    <a:pt x="1415" y="2206"/>
                  </a:cubicBezTo>
                  <a:cubicBezTo>
                    <a:pt x="1314" y="2036"/>
                    <a:pt x="1197" y="1867"/>
                    <a:pt x="1079" y="1701"/>
                  </a:cubicBezTo>
                  <a:cubicBezTo>
                    <a:pt x="877" y="1398"/>
                    <a:pt x="655" y="1059"/>
                    <a:pt x="437" y="756"/>
                  </a:cubicBezTo>
                  <a:cubicBezTo>
                    <a:pt x="405" y="707"/>
                    <a:pt x="372" y="655"/>
                    <a:pt x="352" y="606"/>
                  </a:cubicBezTo>
                  <a:cubicBezTo>
                    <a:pt x="288" y="489"/>
                    <a:pt x="219" y="388"/>
                    <a:pt x="118" y="287"/>
                  </a:cubicBezTo>
                  <a:cubicBezTo>
                    <a:pt x="33" y="202"/>
                    <a:pt x="17" y="117"/>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3"/>
            <p:cNvSpPr/>
            <p:nvPr/>
          </p:nvSpPr>
          <p:spPr>
            <a:xfrm>
              <a:off x="1087339" y="1999011"/>
              <a:ext cx="4867" cy="95551"/>
            </a:xfrm>
            <a:custGeom>
              <a:rect b="b" l="l" r="r" t="t"/>
              <a:pathLst>
                <a:path extrusionOk="0" h="962" w="49">
                  <a:moveTo>
                    <a:pt x="0" y="0"/>
                  </a:moveTo>
                  <a:lnTo>
                    <a:pt x="0" y="20"/>
                  </a:lnTo>
                  <a:cubicBezTo>
                    <a:pt x="16" y="137"/>
                    <a:pt x="16" y="255"/>
                    <a:pt x="0" y="372"/>
                  </a:cubicBezTo>
                  <a:lnTo>
                    <a:pt x="0" y="590"/>
                  </a:lnTo>
                  <a:cubicBezTo>
                    <a:pt x="16" y="626"/>
                    <a:pt x="0" y="675"/>
                    <a:pt x="0" y="707"/>
                  </a:cubicBezTo>
                  <a:cubicBezTo>
                    <a:pt x="0" y="792"/>
                    <a:pt x="0" y="877"/>
                    <a:pt x="16" y="961"/>
                  </a:cubicBezTo>
                  <a:lnTo>
                    <a:pt x="32" y="961"/>
                  </a:lnTo>
                  <a:cubicBezTo>
                    <a:pt x="49" y="961"/>
                    <a:pt x="49" y="961"/>
                    <a:pt x="49" y="945"/>
                  </a:cubicBezTo>
                  <a:cubicBezTo>
                    <a:pt x="32" y="877"/>
                    <a:pt x="32" y="792"/>
                    <a:pt x="32" y="707"/>
                  </a:cubicBezTo>
                  <a:lnTo>
                    <a:pt x="32" y="590"/>
                  </a:lnTo>
                  <a:lnTo>
                    <a:pt x="32" y="372"/>
                  </a:lnTo>
                  <a:cubicBezTo>
                    <a:pt x="32" y="255"/>
                    <a:pt x="32" y="137"/>
                    <a:pt x="16" y="20"/>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3"/>
            <p:cNvSpPr/>
            <p:nvPr/>
          </p:nvSpPr>
          <p:spPr>
            <a:xfrm>
              <a:off x="669181" y="3099135"/>
              <a:ext cx="153854" cy="175905"/>
            </a:xfrm>
            <a:custGeom>
              <a:rect b="b" l="l" r="r" t="t"/>
              <a:pathLst>
                <a:path extrusionOk="0" h="1771" w="1549">
                  <a:moveTo>
                    <a:pt x="1483" y="33"/>
                  </a:moveTo>
                  <a:cubicBezTo>
                    <a:pt x="1500" y="102"/>
                    <a:pt x="1500" y="187"/>
                    <a:pt x="1500" y="272"/>
                  </a:cubicBezTo>
                  <a:lnTo>
                    <a:pt x="1500" y="405"/>
                  </a:lnTo>
                  <a:lnTo>
                    <a:pt x="1500" y="675"/>
                  </a:lnTo>
                  <a:cubicBezTo>
                    <a:pt x="1500" y="793"/>
                    <a:pt x="1500" y="926"/>
                    <a:pt x="1516" y="1043"/>
                  </a:cubicBezTo>
                  <a:cubicBezTo>
                    <a:pt x="1532" y="1164"/>
                    <a:pt x="1500" y="1213"/>
                    <a:pt x="1382" y="1245"/>
                  </a:cubicBezTo>
                  <a:cubicBezTo>
                    <a:pt x="1265" y="1281"/>
                    <a:pt x="1144" y="1330"/>
                    <a:pt x="1027" y="1366"/>
                  </a:cubicBezTo>
                  <a:cubicBezTo>
                    <a:pt x="926" y="1415"/>
                    <a:pt x="825" y="1447"/>
                    <a:pt x="724" y="1483"/>
                  </a:cubicBezTo>
                  <a:cubicBezTo>
                    <a:pt x="639" y="1500"/>
                    <a:pt x="558" y="1532"/>
                    <a:pt x="490" y="1568"/>
                  </a:cubicBezTo>
                  <a:cubicBezTo>
                    <a:pt x="336" y="1617"/>
                    <a:pt x="203" y="1685"/>
                    <a:pt x="53" y="1718"/>
                  </a:cubicBezTo>
                  <a:cubicBezTo>
                    <a:pt x="53" y="1685"/>
                    <a:pt x="33" y="1669"/>
                    <a:pt x="33" y="1633"/>
                  </a:cubicBezTo>
                  <a:cubicBezTo>
                    <a:pt x="33" y="1617"/>
                    <a:pt x="17" y="1601"/>
                    <a:pt x="17" y="1568"/>
                  </a:cubicBezTo>
                  <a:cubicBezTo>
                    <a:pt x="33" y="1245"/>
                    <a:pt x="33" y="978"/>
                    <a:pt x="17" y="708"/>
                  </a:cubicBezTo>
                  <a:cubicBezTo>
                    <a:pt x="17" y="607"/>
                    <a:pt x="53" y="558"/>
                    <a:pt x="154" y="522"/>
                  </a:cubicBezTo>
                  <a:cubicBezTo>
                    <a:pt x="490" y="405"/>
                    <a:pt x="825" y="272"/>
                    <a:pt x="1164" y="154"/>
                  </a:cubicBezTo>
                  <a:lnTo>
                    <a:pt x="1483" y="33"/>
                  </a:lnTo>
                  <a:close/>
                  <a:moveTo>
                    <a:pt x="1483" y="1"/>
                  </a:moveTo>
                  <a:lnTo>
                    <a:pt x="1144" y="118"/>
                  </a:lnTo>
                  <a:cubicBezTo>
                    <a:pt x="809" y="255"/>
                    <a:pt x="473" y="372"/>
                    <a:pt x="134" y="490"/>
                  </a:cubicBezTo>
                  <a:cubicBezTo>
                    <a:pt x="33" y="538"/>
                    <a:pt x="1" y="591"/>
                    <a:pt x="1" y="708"/>
                  </a:cubicBezTo>
                  <a:lnTo>
                    <a:pt x="1" y="1568"/>
                  </a:lnTo>
                  <a:lnTo>
                    <a:pt x="1" y="1649"/>
                  </a:lnTo>
                  <a:cubicBezTo>
                    <a:pt x="17" y="1685"/>
                    <a:pt x="33" y="1718"/>
                    <a:pt x="1" y="1750"/>
                  </a:cubicBezTo>
                  <a:lnTo>
                    <a:pt x="1" y="1770"/>
                  </a:lnTo>
                  <a:lnTo>
                    <a:pt x="17" y="1770"/>
                  </a:lnTo>
                  <a:cubicBezTo>
                    <a:pt x="33" y="1750"/>
                    <a:pt x="33" y="1734"/>
                    <a:pt x="33" y="1734"/>
                  </a:cubicBezTo>
                  <a:lnTo>
                    <a:pt x="53" y="1734"/>
                  </a:lnTo>
                  <a:cubicBezTo>
                    <a:pt x="203" y="1702"/>
                    <a:pt x="356" y="1649"/>
                    <a:pt x="490" y="1601"/>
                  </a:cubicBezTo>
                  <a:cubicBezTo>
                    <a:pt x="574" y="1568"/>
                    <a:pt x="659" y="1532"/>
                    <a:pt x="724" y="1500"/>
                  </a:cubicBezTo>
                  <a:cubicBezTo>
                    <a:pt x="825" y="1467"/>
                    <a:pt x="926" y="1431"/>
                    <a:pt x="1027" y="1399"/>
                  </a:cubicBezTo>
                  <a:cubicBezTo>
                    <a:pt x="1144" y="1346"/>
                    <a:pt x="1281" y="1298"/>
                    <a:pt x="1399" y="1265"/>
                  </a:cubicBezTo>
                  <a:cubicBezTo>
                    <a:pt x="1516" y="1229"/>
                    <a:pt x="1548" y="1164"/>
                    <a:pt x="1532" y="1043"/>
                  </a:cubicBezTo>
                  <a:cubicBezTo>
                    <a:pt x="1516" y="926"/>
                    <a:pt x="1516" y="793"/>
                    <a:pt x="1532" y="675"/>
                  </a:cubicBezTo>
                  <a:lnTo>
                    <a:pt x="1532" y="405"/>
                  </a:lnTo>
                  <a:cubicBezTo>
                    <a:pt x="1516" y="356"/>
                    <a:pt x="1516" y="320"/>
                    <a:pt x="1532" y="272"/>
                  </a:cubicBezTo>
                  <a:cubicBezTo>
                    <a:pt x="1532" y="187"/>
                    <a:pt x="1532" y="102"/>
                    <a:pt x="1500" y="17"/>
                  </a:cubicBezTo>
                  <a:lnTo>
                    <a:pt x="15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3"/>
            <p:cNvSpPr/>
            <p:nvPr/>
          </p:nvSpPr>
          <p:spPr>
            <a:xfrm>
              <a:off x="2165412" y="2696372"/>
              <a:ext cx="5364" cy="40127"/>
            </a:xfrm>
            <a:custGeom>
              <a:rect b="b" l="l" r="r" t="t"/>
              <a:pathLst>
                <a:path extrusionOk="0" h="404" w="54">
                  <a:moveTo>
                    <a:pt x="37" y="0"/>
                  </a:moveTo>
                  <a:cubicBezTo>
                    <a:pt x="1" y="85"/>
                    <a:pt x="17" y="170"/>
                    <a:pt x="17" y="250"/>
                  </a:cubicBezTo>
                  <a:lnTo>
                    <a:pt x="17" y="388"/>
                  </a:lnTo>
                  <a:lnTo>
                    <a:pt x="17" y="404"/>
                  </a:lnTo>
                  <a:cubicBezTo>
                    <a:pt x="37" y="404"/>
                    <a:pt x="37" y="388"/>
                    <a:pt x="37" y="388"/>
                  </a:cubicBezTo>
                  <a:lnTo>
                    <a:pt x="37" y="250"/>
                  </a:lnTo>
                  <a:cubicBezTo>
                    <a:pt x="37" y="170"/>
                    <a:pt x="37" y="85"/>
                    <a:pt x="53" y="16"/>
                  </a:cubicBezTo>
                  <a:cubicBezTo>
                    <a:pt x="53" y="0"/>
                    <a:pt x="53"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1970040" y="2958689"/>
              <a:ext cx="4867" cy="43504"/>
            </a:xfrm>
            <a:custGeom>
              <a:rect b="b" l="l" r="r" t="t"/>
              <a:pathLst>
                <a:path extrusionOk="0" h="438" w="49">
                  <a:moveTo>
                    <a:pt x="33" y="1"/>
                  </a:moveTo>
                  <a:cubicBezTo>
                    <a:pt x="33" y="1"/>
                    <a:pt x="17" y="1"/>
                    <a:pt x="17" y="17"/>
                  </a:cubicBezTo>
                  <a:cubicBezTo>
                    <a:pt x="0" y="86"/>
                    <a:pt x="0" y="154"/>
                    <a:pt x="17" y="219"/>
                  </a:cubicBezTo>
                  <a:cubicBezTo>
                    <a:pt x="17" y="288"/>
                    <a:pt x="17" y="356"/>
                    <a:pt x="0" y="421"/>
                  </a:cubicBezTo>
                  <a:lnTo>
                    <a:pt x="0" y="437"/>
                  </a:lnTo>
                  <a:lnTo>
                    <a:pt x="17" y="437"/>
                  </a:lnTo>
                  <a:lnTo>
                    <a:pt x="17" y="421"/>
                  </a:lnTo>
                  <a:cubicBezTo>
                    <a:pt x="33" y="356"/>
                    <a:pt x="33" y="288"/>
                    <a:pt x="33" y="219"/>
                  </a:cubicBezTo>
                  <a:cubicBezTo>
                    <a:pt x="33" y="154"/>
                    <a:pt x="33" y="86"/>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501917" y="3193791"/>
              <a:ext cx="132500" cy="51152"/>
            </a:xfrm>
            <a:custGeom>
              <a:rect b="b" l="l" r="r" t="t"/>
              <a:pathLst>
                <a:path extrusionOk="0" h="515" w="1334">
                  <a:moveTo>
                    <a:pt x="1318" y="0"/>
                  </a:moveTo>
                  <a:cubicBezTo>
                    <a:pt x="1315" y="0"/>
                    <a:pt x="1313" y="3"/>
                    <a:pt x="1313" y="9"/>
                  </a:cubicBezTo>
                  <a:cubicBezTo>
                    <a:pt x="861" y="159"/>
                    <a:pt x="424" y="312"/>
                    <a:pt x="20" y="494"/>
                  </a:cubicBezTo>
                  <a:cubicBezTo>
                    <a:pt x="0" y="494"/>
                    <a:pt x="0" y="494"/>
                    <a:pt x="0" y="514"/>
                  </a:cubicBezTo>
                  <a:lnTo>
                    <a:pt x="20" y="514"/>
                  </a:lnTo>
                  <a:cubicBezTo>
                    <a:pt x="441" y="345"/>
                    <a:pt x="877" y="175"/>
                    <a:pt x="1333" y="25"/>
                  </a:cubicBezTo>
                  <a:lnTo>
                    <a:pt x="1333" y="9"/>
                  </a:lnTo>
                  <a:cubicBezTo>
                    <a:pt x="1333" y="9"/>
                    <a:pt x="1324" y="0"/>
                    <a:pt x="13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3"/>
            <p:cNvSpPr/>
            <p:nvPr/>
          </p:nvSpPr>
          <p:spPr>
            <a:xfrm>
              <a:off x="1246160" y="3232826"/>
              <a:ext cx="167065" cy="172627"/>
            </a:xfrm>
            <a:custGeom>
              <a:rect b="b" l="l" r="r" t="t"/>
              <a:pathLst>
                <a:path extrusionOk="0" h="1738" w="1682">
                  <a:moveTo>
                    <a:pt x="1649" y="0"/>
                  </a:moveTo>
                  <a:cubicBezTo>
                    <a:pt x="1532" y="36"/>
                    <a:pt x="1395" y="85"/>
                    <a:pt x="1277" y="121"/>
                  </a:cubicBezTo>
                  <a:cubicBezTo>
                    <a:pt x="910" y="238"/>
                    <a:pt x="506" y="372"/>
                    <a:pt x="118" y="489"/>
                  </a:cubicBezTo>
                  <a:cubicBezTo>
                    <a:pt x="49" y="525"/>
                    <a:pt x="33" y="541"/>
                    <a:pt x="33" y="606"/>
                  </a:cubicBezTo>
                  <a:cubicBezTo>
                    <a:pt x="17" y="808"/>
                    <a:pt x="17" y="1010"/>
                    <a:pt x="17" y="1212"/>
                  </a:cubicBezTo>
                  <a:cubicBezTo>
                    <a:pt x="17" y="1349"/>
                    <a:pt x="1" y="1483"/>
                    <a:pt x="1" y="1616"/>
                  </a:cubicBezTo>
                  <a:lnTo>
                    <a:pt x="1" y="1685"/>
                  </a:lnTo>
                  <a:cubicBezTo>
                    <a:pt x="1" y="1701"/>
                    <a:pt x="17" y="1717"/>
                    <a:pt x="17" y="1717"/>
                  </a:cubicBezTo>
                  <a:lnTo>
                    <a:pt x="17" y="1737"/>
                  </a:lnTo>
                  <a:lnTo>
                    <a:pt x="66" y="1737"/>
                  </a:lnTo>
                  <a:cubicBezTo>
                    <a:pt x="118" y="1737"/>
                    <a:pt x="166" y="1717"/>
                    <a:pt x="219" y="1701"/>
                  </a:cubicBezTo>
                  <a:cubicBezTo>
                    <a:pt x="235" y="1701"/>
                    <a:pt x="251" y="1685"/>
                    <a:pt x="267" y="1685"/>
                  </a:cubicBezTo>
                  <a:cubicBezTo>
                    <a:pt x="437" y="1636"/>
                    <a:pt x="607" y="1584"/>
                    <a:pt x="756" y="1535"/>
                  </a:cubicBezTo>
                  <a:cubicBezTo>
                    <a:pt x="1011" y="1466"/>
                    <a:pt x="1277" y="1382"/>
                    <a:pt x="1532" y="1297"/>
                  </a:cubicBezTo>
                  <a:cubicBezTo>
                    <a:pt x="1564" y="1281"/>
                    <a:pt x="1580" y="1281"/>
                    <a:pt x="1617" y="1281"/>
                  </a:cubicBezTo>
                  <a:lnTo>
                    <a:pt x="1665" y="1281"/>
                  </a:lnTo>
                  <a:cubicBezTo>
                    <a:pt x="1665" y="1281"/>
                    <a:pt x="1681" y="1281"/>
                    <a:pt x="1681" y="1264"/>
                  </a:cubicBezTo>
                  <a:lnTo>
                    <a:pt x="1665" y="1248"/>
                  </a:lnTo>
                  <a:cubicBezTo>
                    <a:pt x="1649" y="1264"/>
                    <a:pt x="1633" y="1264"/>
                    <a:pt x="1617" y="1264"/>
                  </a:cubicBezTo>
                  <a:lnTo>
                    <a:pt x="1532" y="1264"/>
                  </a:lnTo>
                  <a:cubicBezTo>
                    <a:pt x="1261" y="1365"/>
                    <a:pt x="1011" y="1434"/>
                    <a:pt x="740" y="1515"/>
                  </a:cubicBezTo>
                  <a:cubicBezTo>
                    <a:pt x="587" y="1567"/>
                    <a:pt x="421" y="1600"/>
                    <a:pt x="267" y="1652"/>
                  </a:cubicBezTo>
                  <a:cubicBezTo>
                    <a:pt x="251" y="1668"/>
                    <a:pt x="235" y="1668"/>
                    <a:pt x="203" y="1685"/>
                  </a:cubicBezTo>
                  <a:cubicBezTo>
                    <a:pt x="150" y="1701"/>
                    <a:pt x="102" y="1717"/>
                    <a:pt x="33" y="1717"/>
                  </a:cubicBezTo>
                  <a:lnTo>
                    <a:pt x="33" y="1685"/>
                  </a:lnTo>
                  <a:lnTo>
                    <a:pt x="33" y="1616"/>
                  </a:lnTo>
                  <a:lnTo>
                    <a:pt x="33" y="1212"/>
                  </a:lnTo>
                  <a:cubicBezTo>
                    <a:pt x="49" y="1010"/>
                    <a:pt x="49" y="808"/>
                    <a:pt x="49" y="606"/>
                  </a:cubicBezTo>
                  <a:cubicBezTo>
                    <a:pt x="49" y="558"/>
                    <a:pt x="66" y="541"/>
                    <a:pt x="118" y="525"/>
                  </a:cubicBezTo>
                  <a:cubicBezTo>
                    <a:pt x="522" y="404"/>
                    <a:pt x="910" y="271"/>
                    <a:pt x="1294" y="137"/>
                  </a:cubicBezTo>
                  <a:cubicBezTo>
                    <a:pt x="1415" y="101"/>
                    <a:pt x="1532" y="69"/>
                    <a:pt x="1649" y="20"/>
                  </a:cubicBezTo>
                  <a:cubicBezTo>
                    <a:pt x="1665" y="20"/>
                    <a:pt x="1665" y="20"/>
                    <a:pt x="1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3"/>
            <p:cNvSpPr/>
            <p:nvPr/>
          </p:nvSpPr>
          <p:spPr>
            <a:xfrm>
              <a:off x="1287876" y="2600821"/>
              <a:ext cx="4966" cy="88797"/>
            </a:xfrm>
            <a:custGeom>
              <a:rect b="b" l="l" r="r" t="t"/>
              <a:pathLst>
                <a:path extrusionOk="0" h="894" w="50">
                  <a:moveTo>
                    <a:pt x="17" y="1"/>
                  </a:moveTo>
                  <a:cubicBezTo>
                    <a:pt x="1" y="1"/>
                    <a:pt x="1" y="1"/>
                    <a:pt x="1" y="21"/>
                  </a:cubicBezTo>
                  <a:cubicBezTo>
                    <a:pt x="17" y="154"/>
                    <a:pt x="17" y="304"/>
                    <a:pt x="17" y="457"/>
                  </a:cubicBezTo>
                  <a:lnTo>
                    <a:pt x="17" y="728"/>
                  </a:lnTo>
                  <a:lnTo>
                    <a:pt x="17" y="776"/>
                  </a:lnTo>
                  <a:cubicBezTo>
                    <a:pt x="17" y="809"/>
                    <a:pt x="17" y="845"/>
                    <a:pt x="33" y="877"/>
                  </a:cubicBezTo>
                  <a:lnTo>
                    <a:pt x="33" y="893"/>
                  </a:lnTo>
                  <a:lnTo>
                    <a:pt x="49" y="893"/>
                  </a:lnTo>
                  <a:lnTo>
                    <a:pt x="49" y="877"/>
                  </a:lnTo>
                  <a:cubicBezTo>
                    <a:pt x="33" y="845"/>
                    <a:pt x="33" y="809"/>
                    <a:pt x="33" y="776"/>
                  </a:cubicBezTo>
                  <a:lnTo>
                    <a:pt x="33" y="728"/>
                  </a:lnTo>
                  <a:lnTo>
                    <a:pt x="33" y="457"/>
                  </a:lnTo>
                  <a:cubicBezTo>
                    <a:pt x="33" y="304"/>
                    <a:pt x="49" y="15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3"/>
            <p:cNvSpPr/>
            <p:nvPr/>
          </p:nvSpPr>
          <p:spPr>
            <a:xfrm>
              <a:off x="2070358" y="2246529"/>
              <a:ext cx="116806" cy="302643"/>
            </a:xfrm>
            <a:custGeom>
              <a:rect b="b" l="l" r="r" t="t"/>
              <a:pathLst>
                <a:path extrusionOk="0" h="3047" w="1176">
                  <a:moveTo>
                    <a:pt x="0" y="1"/>
                  </a:moveTo>
                  <a:lnTo>
                    <a:pt x="0" y="17"/>
                  </a:lnTo>
                  <a:cubicBezTo>
                    <a:pt x="85" y="102"/>
                    <a:pt x="118" y="203"/>
                    <a:pt x="166" y="320"/>
                  </a:cubicBezTo>
                  <a:cubicBezTo>
                    <a:pt x="202" y="372"/>
                    <a:pt x="235" y="437"/>
                    <a:pt x="267" y="489"/>
                  </a:cubicBezTo>
                  <a:cubicBezTo>
                    <a:pt x="303" y="522"/>
                    <a:pt x="319" y="558"/>
                    <a:pt x="336" y="590"/>
                  </a:cubicBezTo>
                  <a:cubicBezTo>
                    <a:pt x="388" y="675"/>
                    <a:pt x="420" y="740"/>
                    <a:pt x="453" y="825"/>
                  </a:cubicBezTo>
                  <a:cubicBezTo>
                    <a:pt x="622" y="1144"/>
                    <a:pt x="808" y="1467"/>
                    <a:pt x="1010" y="1770"/>
                  </a:cubicBezTo>
                  <a:cubicBezTo>
                    <a:pt x="1160" y="1988"/>
                    <a:pt x="1144" y="2206"/>
                    <a:pt x="1127" y="2440"/>
                  </a:cubicBezTo>
                  <a:cubicBezTo>
                    <a:pt x="1127" y="2509"/>
                    <a:pt x="1111" y="2558"/>
                    <a:pt x="1111" y="2626"/>
                  </a:cubicBezTo>
                  <a:cubicBezTo>
                    <a:pt x="1111" y="2659"/>
                    <a:pt x="1111" y="2711"/>
                    <a:pt x="1127" y="2760"/>
                  </a:cubicBezTo>
                  <a:cubicBezTo>
                    <a:pt x="1144" y="2844"/>
                    <a:pt x="1144" y="2929"/>
                    <a:pt x="1111" y="3030"/>
                  </a:cubicBezTo>
                  <a:lnTo>
                    <a:pt x="1111" y="3046"/>
                  </a:lnTo>
                  <a:lnTo>
                    <a:pt x="1127" y="3046"/>
                  </a:lnTo>
                  <a:lnTo>
                    <a:pt x="1127" y="3030"/>
                  </a:lnTo>
                  <a:cubicBezTo>
                    <a:pt x="1176" y="2945"/>
                    <a:pt x="1160" y="2844"/>
                    <a:pt x="1144" y="2743"/>
                  </a:cubicBezTo>
                  <a:lnTo>
                    <a:pt x="1144" y="2626"/>
                  </a:lnTo>
                  <a:lnTo>
                    <a:pt x="1144" y="2457"/>
                  </a:lnTo>
                  <a:cubicBezTo>
                    <a:pt x="1160" y="2222"/>
                    <a:pt x="1176" y="1988"/>
                    <a:pt x="1026" y="1750"/>
                  </a:cubicBezTo>
                  <a:cubicBezTo>
                    <a:pt x="824" y="1447"/>
                    <a:pt x="655" y="1128"/>
                    <a:pt x="489" y="808"/>
                  </a:cubicBezTo>
                  <a:cubicBezTo>
                    <a:pt x="437" y="740"/>
                    <a:pt x="404" y="659"/>
                    <a:pt x="368" y="590"/>
                  </a:cubicBezTo>
                  <a:cubicBezTo>
                    <a:pt x="336" y="538"/>
                    <a:pt x="319" y="505"/>
                    <a:pt x="287" y="473"/>
                  </a:cubicBezTo>
                  <a:cubicBezTo>
                    <a:pt x="251" y="421"/>
                    <a:pt x="218" y="372"/>
                    <a:pt x="202" y="304"/>
                  </a:cubicBezTo>
                  <a:cubicBezTo>
                    <a:pt x="150" y="186"/>
                    <a:pt x="101" y="85"/>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3"/>
            <p:cNvSpPr/>
            <p:nvPr/>
          </p:nvSpPr>
          <p:spPr>
            <a:xfrm>
              <a:off x="744668" y="3630821"/>
              <a:ext cx="6456" cy="102007"/>
            </a:xfrm>
            <a:custGeom>
              <a:rect b="b" l="l" r="r" t="t"/>
              <a:pathLst>
                <a:path extrusionOk="0" h="1027" w="65">
                  <a:moveTo>
                    <a:pt x="0" y="0"/>
                  </a:moveTo>
                  <a:lnTo>
                    <a:pt x="0" y="17"/>
                  </a:lnTo>
                  <a:cubicBezTo>
                    <a:pt x="33" y="186"/>
                    <a:pt x="33" y="336"/>
                    <a:pt x="33" y="505"/>
                  </a:cubicBezTo>
                  <a:cubicBezTo>
                    <a:pt x="16" y="558"/>
                    <a:pt x="16" y="590"/>
                    <a:pt x="16" y="639"/>
                  </a:cubicBezTo>
                  <a:lnTo>
                    <a:pt x="16" y="707"/>
                  </a:lnTo>
                  <a:lnTo>
                    <a:pt x="16" y="1026"/>
                  </a:lnTo>
                  <a:lnTo>
                    <a:pt x="33" y="1026"/>
                  </a:lnTo>
                  <a:cubicBezTo>
                    <a:pt x="49" y="1026"/>
                    <a:pt x="49" y="1026"/>
                    <a:pt x="49" y="1010"/>
                  </a:cubicBezTo>
                  <a:cubicBezTo>
                    <a:pt x="33" y="909"/>
                    <a:pt x="33" y="808"/>
                    <a:pt x="49" y="707"/>
                  </a:cubicBezTo>
                  <a:lnTo>
                    <a:pt x="49" y="639"/>
                  </a:lnTo>
                  <a:lnTo>
                    <a:pt x="49" y="505"/>
                  </a:lnTo>
                  <a:cubicBezTo>
                    <a:pt x="65" y="336"/>
                    <a:pt x="65" y="17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1183982" y="2811490"/>
              <a:ext cx="5364" cy="95551"/>
            </a:xfrm>
            <a:custGeom>
              <a:rect b="b" l="l" r="r" t="t"/>
              <a:pathLst>
                <a:path extrusionOk="0" h="962" w="54">
                  <a:moveTo>
                    <a:pt x="21" y="0"/>
                  </a:moveTo>
                  <a:cubicBezTo>
                    <a:pt x="21" y="0"/>
                    <a:pt x="1" y="0"/>
                    <a:pt x="1" y="21"/>
                  </a:cubicBezTo>
                  <a:lnTo>
                    <a:pt x="1" y="223"/>
                  </a:lnTo>
                  <a:lnTo>
                    <a:pt x="1" y="792"/>
                  </a:lnTo>
                  <a:lnTo>
                    <a:pt x="1" y="808"/>
                  </a:lnTo>
                  <a:cubicBezTo>
                    <a:pt x="1" y="861"/>
                    <a:pt x="1" y="909"/>
                    <a:pt x="37" y="946"/>
                  </a:cubicBezTo>
                  <a:lnTo>
                    <a:pt x="53" y="962"/>
                  </a:lnTo>
                  <a:lnTo>
                    <a:pt x="53" y="946"/>
                  </a:lnTo>
                  <a:cubicBezTo>
                    <a:pt x="37" y="893"/>
                    <a:pt x="37" y="845"/>
                    <a:pt x="37" y="808"/>
                  </a:cubicBezTo>
                  <a:lnTo>
                    <a:pt x="37" y="792"/>
                  </a:lnTo>
                  <a:lnTo>
                    <a:pt x="37" y="223"/>
                  </a:lnTo>
                  <a:lnTo>
                    <a:pt x="37" y="21"/>
                  </a:ln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3"/>
            <p:cNvSpPr/>
            <p:nvPr/>
          </p:nvSpPr>
          <p:spPr>
            <a:xfrm>
              <a:off x="1792646" y="1935542"/>
              <a:ext cx="5364" cy="41816"/>
            </a:xfrm>
            <a:custGeom>
              <a:rect b="b" l="l" r="r" t="t"/>
              <a:pathLst>
                <a:path extrusionOk="0" h="421" w="54">
                  <a:moveTo>
                    <a:pt x="33" y="1"/>
                  </a:moveTo>
                  <a:cubicBezTo>
                    <a:pt x="33" y="1"/>
                    <a:pt x="33" y="17"/>
                    <a:pt x="17" y="17"/>
                  </a:cubicBezTo>
                  <a:cubicBezTo>
                    <a:pt x="1" y="86"/>
                    <a:pt x="1" y="154"/>
                    <a:pt x="17" y="219"/>
                  </a:cubicBezTo>
                  <a:cubicBezTo>
                    <a:pt x="17" y="271"/>
                    <a:pt x="17" y="336"/>
                    <a:pt x="1" y="389"/>
                  </a:cubicBezTo>
                  <a:lnTo>
                    <a:pt x="1" y="405"/>
                  </a:lnTo>
                  <a:lnTo>
                    <a:pt x="17" y="421"/>
                  </a:lnTo>
                  <a:lnTo>
                    <a:pt x="17" y="405"/>
                  </a:lnTo>
                  <a:cubicBezTo>
                    <a:pt x="53" y="336"/>
                    <a:pt x="33" y="271"/>
                    <a:pt x="33" y="203"/>
                  </a:cubicBezTo>
                  <a:cubicBezTo>
                    <a:pt x="33" y="154"/>
                    <a:pt x="33" y="86"/>
                    <a:pt x="5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3"/>
            <p:cNvSpPr/>
            <p:nvPr/>
          </p:nvSpPr>
          <p:spPr>
            <a:xfrm>
              <a:off x="852932" y="3477166"/>
              <a:ext cx="353200" cy="223978"/>
            </a:xfrm>
            <a:custGeom>
              <a:rect b="b" l="l" r="r" t="t"/>
              <a:pathLst>
                <a:path extrusionOk="0" h="2255" w="3556">
                  <a:moveTo>
                    <a:pt x="3536" y="0"/>
                  </a:moveTo>
                  <a:cubicBezTo>
                    <a:pt x="3536" y="0"/>
                    <a:pt x="3520" y="0"/>
                    <a:pt x="3520" y="16"/>
                  </a:cubicBezTo>
                  <a:lnTo>
                    <a:pt x="3520" y="287"/>
                  </a:lnTo>
                  <a:lnTo>
                    <a:pt x="3520" y="1095"/>
                  </a:lnTo>
                  <a:cubicBezTo>
                    <a:pt x="3520" y="1160"/>
                    <a:pt x="3520" y="1176"/>
                    <a:pt x="3435" y="1212"/>
                  </a:cubicBezTo>
                  <a:cubicBezTo>
                    <a:pt x="3152" y="1297"/>
                    <a:pt x="2849" y="1378"/>
                    <a:pt x="2562" y="1479"/>
                  </a:cubicBezTo>
                  <a:cubicBezTo>
                    <a:pt x="2376" y="1531"/>
                    <a:pt x="2190" y="1580"/>
                    <a:pt x="1989" y="1648"/>
                  </a:cubicBezTo>
                  <a:lnTo>
                    <a:pt x="1972" y="1648"/>
                  </a:lnTo>
                  <a:cubicBezTo>
                    <a:pt x="1435" y="1818"/>
                    <a:pt x="878" y="1984"/>
                    <a:pt x="324" y="2137"/>
                  </a:cubicBezTo>
                  <a:cubicBezTo>
                    <a:pt x="288" y="2153"/>
                    <a:pt x="255" y="2170"/>
                    <a:pt x="223" y="2186"/>
                  </a:cubicBezTo>
                  <a:cubicBezTo>
                    <a:pt x="167" y="2202"/>
                    <a:pt x="112" y="2226"/>
                    <a:pt x="58" y="2226"/>
                  </a:cubicBezTo>
                  <a:cubicBezTo>
                    <a:pt x="46" y="2226"/>
                    <a:pt x="33" y="2225"/>
                    <a:pt x="21" y="2222"/>
                  </a:cubicBezTo>
                  <a:cubicBezTo>
                    <a:pt x="1" y="2222"/>
                    <a:pt x="1" y="2238"/>
                    <a:pt x="1" y="2238"/>
                  </a:cubicBezTo>
                  <a:cubicBezTo>
                    <a:pt x="1" y="2254"/>
                    <a:pt x="1" y="2254"/>
                    <a:pt x="21" y="2254"/>
                  </a:cubicBezTo>
                  <a:lnTo>
                    <a:pt x="37" y="2254"/>
                  </a:lnTo>
                  <a:cubicBezTo>
                    <a:pt x="102" y="2254"/>
                    <a:pt x="171" y="2222"/>
                    <a:pt x="239" y="2206"/>
                  </a:cubicBezTo>
                  <a:cubicBezTo>
                    <a:pt x="255" y="2186"/>
                    <a:pt x="288" y="2170"/>
                    <a:pt x="324" y="2170"/>
                  </a:cubicBezTo>
                  <a:cubicBezTo>
                    <a:pt x="878" y="2020"/>
                    <a:pt x="1435" y="1850"/>
                    <a:pt x="1972" y="1681"/>
                  </a:cubicBezTo>
                  <a:lnTo>
                    <a:pt x="2005" y="1665"/>
                  </a:lnTo>
                  <a:cubicBezTo>
                    <a:pt x="2190" y="1616"/>
                    <a:pt x="2376" y="1564"/>
                    <a:pt x="2562" y="1499"/>
                  </a:cubicBezTo>
                  <a:cubicBezTo>
                    <a:pt x="2849" y="1414"/>
                    <a:pt x="3152" y="1313"/>
                    <a:pt x="3455" y="1228"/>
                  </a:cubicBezTo>
                  <a:cubicBezTo>
                    <a:pt x="3536" y="1212"/>
                    <a:pt x="3556" y="1160"/>
                    <a:pt x="3556" y="1095"/>
                  </a:cubicBezTo>
                  <a:lnTo>
                    <a:pt x="3556" y="287"/>
                  </a:lnTo>
                  <a:lnTo>
                    <a:pt x="3556" y="16"/>
                  </a:lnTo>
                  <a:cubicBezTo>
                    <a:pt x="3556" y="0"/>
                    <a:pt x="3556" y="0"/>
                    <a:pt x="3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574127" y="2589200"/>
              <a:ext cx="4867" cy="80354"/>
            </a:xfrm>
            <a:custGeom>
              <a:rect b="b" l="l" r="r" t="t"/>
              <a:pathLst>
                <a:path extrusionOk="0" h="809" w="49">
                  <a:moveTo>
                    <a:pt x="17" y="0"/>
                  </a:moveTo>
                  <a:cubicBezTo>
                    <a:pt x="0" y="0"/>
                    <a:pt x="0" y="17"/>
                    <a:pt x="0" y="17"/>
                  </a:cubicBezTo>
                  <a:cubicBezTo>
                    <a:pt x="17" y="154"/>
                    <a:pt x="17" y="287"/>
                    <a:pt x="17" y="404"/>
                  </a:cubicBezTo>
                  <a:lnTo>
                    <a:pt x="17" y="643"/>
                  </a:lnTo>
                  <a:lnTo>
                    <a:pt x="17" y="691"/>
                  </a:lnTo>
                  <a:cubicBezTo>
                    <a:pt x="17" y="724"/>
                    <a:pt x="17" y="776"/>
                    <a:pt x="33" y="808"/>
                  </a:cubicBezTo>
                  <a:lnTo>
                    <a:pt x="49" y="808"/>
                  </a:lnTo>
                  <a:lnTo>
                    <a:pt x="49" y="792"/>
                  </a:lnTo>
                  <a:cubicBezTo>
                    <a:pt x="33" y="760"/>
                    <a:pt x="33" y="724"/>
                    <a:pt x="33" y="691"/>
                  </a:cubicBezTo>
                  <a:lnTo>
                    <a:pt x="33" y="643"/>
                  </a:lnTo>
                  <a:lnTo>
                    <a:pt x="33" y="404"/>
                  </a:lnTo>
                  <a:cubicBezTo>
                    <a:pt x="33" y="287"/>
                    <a:pt x="49" y="154"/>
                    <a:pt x="33" y="17"/>
                  </a:cubicBezTo>
                  <a:cubicBezTo>
                    <a:pt x="17" y="17"/>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3"/>
            <p:cNvSpPr/>
            <p:nvPr/>
          </p:nvSpPr>
          <p:spPr>
            <a:xfrm>
              <a:off x="871406" y="1748215"/>
              <a:ext cx="338003" cy="280990"/>
            </a:xfrm>
            <a:custGeom>
              <a:rect b="b" l="l" r="r" t="t"/>
              <a:pathLst>
                <a:path extrusionOk="0" h="2829" w="3403">
                  <a:moveTo>
                    <a:pt x="3370" y="0"/>
                  </a:moveTo>
                  <a:cubicBezTo>
                    <a:pt x="3301" y="53"/>
                    <a:pt x="3216" y="85"/>
                    <a:pt x="3132" y="138"/>
                  </a:cubicBezTo>
                  <a:cubicBezTo>
                    <a:pt x="2966" y="222"/>
                    <a:pt x="2780" y="323"/>
                    <a:pt x="2610" y="404"/>
                  </a:cubicBezTo>
                  <a:cubicBezTo>
                    <a:pt x="2392" y="525"/>
                    <a:pt x="2174" y="643"/>
                    <a:pt x="1972" y="760"/>
                  </a:cubicBezTo>
                  <a:cubicBezTo>
                    <a:pt x="1835" y="828"/>
                    <a:pt x="1702" y="909"/>
                    <a:pt x="1568" y="978"/>
                  </a:cubicBezTo>
                  <a:cubicBezTo>
                    <a:pt x="1197" y="1180"/>
                    <a:pt x="825" y="1382"/>
                    <a:pt x="473" y="1568"/>
                  </a:cubicBezTo>
                  <a:lnTo>
                    <a:pt x="17" y="1818"/>
                  </a:lnTo>
                  <a:lnTo>
                    <a:pt x="1" y="1838"/>
                  </a:lnTo>
                  <a:lnTo>
                    <a:pt x="1" y="2056"/>
                  </a:lnTo>
                  <a:lnTo>
                    <a:pt x="1" y="2646"/>
                  </a:lnTo>
                  <a:lnTo>
                    <a:pt x="1" y="2662"/>
                  </a:lnTo>
                  <a:cubicBezTo>
                    <a:pt x="1" y="2711"/>
                    <a:pt x="1" y="2780"/>
                    <a:pt x="37" y="2812"/>
                  </a:cubicBezTo>
                  <a:lnTo>
                    <a:pt x="53" y="2828"/>
                  </a:lnTo>
                  <a:lnTo>
                    <a:pt x="53" y="2812"/>
                  </a:lnTo>
                  <a:cubicBezTo>
                    <a:pt x="37" y="2763"/>
                    <a:pt x="37" y="2711"/>
                    <a:pt x="37" y="2662"/>
                  </a:cubicBezTo>
                  <a:lnTo>
                    <a:pt x="37" y="2646"/>
                  </a:lnTo>
                  <a:lnTo>
                    <a:pt x="37" y="2056"/>
                  </a:lnTo>
                  <a:lnTo>
                    <a:pt x="37" y="1838"/>
                  </a:lnTo>
                  <a:lnTo>
                    <a:pt x="473" y="1600"/>
                  </a:lnTo>
                  <a:cubicBezTo>
                    <a:pt x="845" y="1398"/>
                    <a:pt x="1213" y="1196"/>
                    <a:pt x="1584" y="994"/>
                  </a:cubicBezTo>
                  <a:cubicBezTo>
                    <a:pt x="1718" y="929"/>
                    <a:pt x="1835" y="861"/>
                    <a:pt x="1972" y="776"/>
                  </a:cubicBezTo>
                  <a:cubicBezTo>
                    <a:pt x="2190" y="675"/>
                    <a:pt x="2408" y="558"/>
                    <a:pt x="2610" y="441"/>
                  </a:cubicBezTo>
                  <a:cubicBezTo>
                    <a:pt x="2796" y="340"/>
                    <a:pt x="2982" y="239"/>
                    <a:pt x="3148" y="154"/>
                  </a:cubicBezTo>
                  <a:cubicBezTo>
                    <a:pt x="3233" y="101"/>
                    <a:pt x="3301" y="69"/>
                    <a:pt x="3386" y="37"/>
                  </a:cubicBezTo>
                  <a:cubicBezTo>
                    <a:pt x="3402" y="20"/>
                    <a:pt x="3402" y="20"/>
                    <a:pt x="3386" y="20"/>
                  </a:cubicBezTo>
                  <a:cubicBezTo>
                    <a:pt x="3386" y="0"/>
                    <a:pt x="3386"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3"/>
            <p:cNvSpPr/>
            <p:nvPr/>
          </p:nvSpPr>
          <p:spPr>
            <a:xfrm>
              <a:off x="2088833" y="2811490"/>
              <a:ext cx="98332" cy="266092"/>
            </a:xfrm>
            <a:custGeom>
              <a:rect b="b" l="l" r="r" t="t"/>
              <a:pathLst>
                <a:path extrusionOk="0" h="2679" w="990">
                  <a:moveTo>
                    <a:pt x="0" y="0"/>
                  </a:moveTo>
                  <a:lnTo>
                    <a:pt x="0" y="21"/>
                  </a:lnTo>
                  <a:cubicBezTo>
                    <a:pt x="81" y="101"/>
                    <a:pt x="150" y="186"/>
                    <a:pt x="202" y="287"/>
                  </a:cubicBezTo>
                  <a:cubicBezTo>
                    <a:pt x="234" y="340"/>
                    <a:pt x="251" y="388"/>
                    <a:pt x="283" y="425"/>
                  </a:cubicBezTo>
                  <a:cubicBezTo>
                    <a:pt x="368" y="542"/>
                    <a:pt x="453" y="659"/>
                    <a:pt x="521" y="760"/>
                  </a:cubicBezTo>
                  <a:cubicBezTo>
                    <a:pt x="622" y="930"/>
                    <a:pt x="739" y="1095"/>
                    <a:pt x="857" y="1249"/>
                  </a:cubicBezTo>
                  <a:cubicBezTo>
                    <a:pt x="925" y="1333"/>
                    <a:pt x="958" y="1414"/>
                    <a:pt x="941" y="1535"/>
                  </a:cubicBezTo>
                  <a:cubicBezTo>
                    <a:pt x="925" y="1552"/>
                    <a:pt x="925" y="1584"/>
                    <a:pt x="925" y="1600"/>
                  </a:cubicBezTo>
                  <a:cubicBezTo>
                    <a:pt x="958" y="1786"/>
                    <a:pt x="941" y="1956"/>
                    <a:pt x="941" y="2121"/>
                  </a:cubicBezTo>
                  <a:lnTo>
                    <a:pt x="941" y="2562"/>
                  </a:lnTo>
                  <a:cubicBezTo>
                    <a:pt x="958" y="2578"/>
                    <a:pt x="941" y="2610"/>
                    <a:pt x="925" y="2626"/>
                  </a:cubicBezTo>
                  <a:lnTo>
                    <a:pt x="925" y="2663"/>
                  </a:lnTo>
                  <a:lnTo>
                    <a:pt x="925" y="2679"/>
                  </a:lnTo>
                  <a:lnTo>
                    <a:pt x="941" y="2679"/>
                  </a:lnTo>
                  <a:lnTo>
                    <a:pt x="941" y="2663"/>
                  </a:lnTo>
                  <a:lnTo>
                    <a:pt x="958" y="2646"/>
                  </a:lnTo>
                  <a:cubicBezTo>
                    <a:pt x="958" y="2610"/>
                    <a:pt x="974" y="2594"/>
                    <a:pt x="974" y="2545"/>
                  </a:cubicBezTo>
                  <a:cubicBezTo>
                    <a:pt x="958" y="2408"/>
                    <a:pt x="958" y="2259"/>
                    <a:pt x="974" y="2121"/>
                  </a:cubicBezTo>
                  <a:cubicBezTo>
                    <a:pt x="974" y="1956"/>
                    <a:pt x="974" y="1770"/>
                    <a:pt x="958" y="1600"/>
                  </a:cubicBezTo>
                  <a:lnTo>
                    <a:pt x="958" y="1552"/>
                  </a:lnTo>
                  <a:cubicBezTo>
                    <a:pt x="990" y="1414"/>
                    <a:pt x="958" y="1333"/>
                    <a:pt x="873" y="1232"/>
                  </a:cubicBezTo>
                  <a:cubicBezTo>
                    <a:pt x="756" y="1079"/>
                    <a:pt x="655" y="909"/>
                    <a:pt x="537" y="744"/>
                  </a:cubicBezTo>
                  <a:cubicBezTo>
                    <a:pt x="469" y="643"/>
                    <a:pt x="384" y="526"/>
                    <a:pt x="303" y="404"/>
                  </a:cubicBezTo>
                  <a:cubicBezTo>
                    <a:pt x="283" y="372"/>
                    <a:pt x="251" y="324"/>
                    <a:pt x="218" y="271"/>
                  </a:cubicBezTo>
                  <a:cubicBezTo>
                    <a:pt x="166" y="186"/>
                    <a:pt x="101"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2138992" y="3315961"/>
              <a:ext cx="4867" cy="40922"/>
            </a:xfrm>
            <a:custGeom>
              <a:rect b="b" l="l" r="r" t="t"/>
              <a:pathLst>
                <a:path extrusionOk="0" h="412" w="49">
                  <a:moveTo>
                    <a:pt x="32" y="0"/>
                  </a:moveTo>
                  <a:cubicBezTo>
                    <a:pt x="31" y="0"/>
                    <a:pt x="27" y="7"/>
                    <a:pt x="16" y="7"/>
                  </a:cubicBezTo>
                  <a:cubicBezTo>
                    <a:pt x="0" y="72"/>
                    <a:pt x="0" y="141"/>
                    <a:pt x="16" y="209"/>
                  </a:cubicBezTo>
                  <a:cubicBezTo>
                    <a:pt x="16" y="258"/>
                    <a:pt x="16" y="326"/>
                    <a:pt x="0" y="395"/>
                  </a:cubicBezTo>
                  <a:lnTo>
                    <a:pt x="0" y="411"/>
                  </a:lnTo>
                  <a:lnTo>
                    <a:pt x="16" y="411"/>
                  </a:lnTo>
                  <a:lnTo>
                    <a:pt x="16" y="395"/>
                  </a:lnTo>
                  <a:cubicBezTo>
                    <a:pt x="49" y="326"/>
                    <a:pt x="32" y="258"/>
                    <a:pt x="32" y="209"/>
                  </a:cubicBezTo>
                  <a:cubicBezTo>
                    <a:pt x="32" y="141"/>
                    <a:pt x="32" y="72"/>
                    <a:pt x="49" y="24"/>
                  </a:cubicBezTo>
                  <a:cubicBezTo>
                    <a:pt x="49" y="7"/>
                    <a:pt x="49" y="7"/>
                    <a:pt x="32" y="7"/>
                  </a:cubicBezTo>
                  <a:cubicBezTo>
                    <a:pt x="32" y="2"/>
                    <a:pt x="32"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3"/>
            <p:cNvSpPr/>
            <p:nvPr/>
          </p:nvSpPr>
          <p:spPr>
            <a:xfrm>
              <a:off x="1732455" y="3533682"/>
              <a:ext cx="175905" cy="200736"/>
            </a:xfrm>
            <a:custGeom>
              <a:rect b="b" l="l" r="r" t="t"/>
              <a:pathLst>
                <a:path extrusionOk="0" h="2021" w="1771">
                  <a:moveTo>
                    <a:pt x="1" y="1"/>
                  </a:moveTo>
                  <a:lnTo>
                    <a:pt x="1" y="21"/>
                  </a:lnTo>
                  <a:cubicBezTo>
                    <a:pt x="53" y="86"/>
                    <a:pt x="118" y="154"/>
                    <a:pt x="203" y="239"/>
                  </a:cubicBezTo>
                  <a:cubicBezTo>
                    <a:pt x="356" y="389"/>
                    <a:pt x="522" y="542"/>
                    <a:pt x="692" y="708"/>
                  </a:cubicBezTo>
                  <a:cubicBezTo>
                    <a:pt x="962" y="962"/>
                    <a:pt x="1245" y="1249"/>
                    <a:pt x="1532" y="1500"/>
                  </a:cubicBezTo>
                  <a:cubicBezTo>
                    <a:pt x="1685" y="1637"/>
                    <a:pt x="1750" y="1786"/>
                    <a:pt x="1718" y="1988"/>
                  </a:cubicBezTo>
                  <a:lnTo>
                    <a:pt x="1718" y="2004"/>
                  </a:lnTo>
                  <a:cubicBezTo>
                    <a:pt x="1718" y="2021"/>
                    <a:pt x="1734" y="2021"/>
                    <a:pt x="1734" y="2021"/>
                  </a:cubicBezTo>
                  <a:cubicBezTo>
                    <a:pt x="1750" y="2021"/>
                    <a:pt x="1750" y="2021"/>
                    <a:pt x="1750" y="2004"/>
                  </a:cubicBezTo>
                  <a:lnTo>
                    <a:pt x="1750" y="1988"/>
                  </a:lnTo>
                  <a:cubicBezTo>
                    <a:pt x="1770" y="1770"/>
                    <a:pt x="1718" y="1637"/>
                    <a:pt x="1548" y="1483"/>
                  </a:cubicBezTo>
                  <a:cubicBezTo>
                    <a:pt x="1265" y="1213"/>
                    <a:pt x="979" y="946"/>
                    <a:pt x="708" y="675"/>
                  </a:cubicBezTo>
                  <a:cubicBezTo>
                    <a:pt x="538" y="526"/>
                    <a:pt x="389" y="372"/>
                    <a:pt x="219" y="223"/>
                  </a:cubicBezTo>
                  <a:cubicBezTo>
                    <a:pt x="134" y="138"/>
                    <a:pt x="70" y="69"/>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3"/>
            <p:cNvSpPr/>
            <p:nvPr/>
          </p:nvSpPr>
          <p:spPr>
            <a:xfrm>
              <a:off x="1338035" y="2228054"/>
              <a:ext cx="4966" cy="88797"/>
            </a:xfrm>
            <a:custGeom>
              <a:rect b="b" l="l" r="r" t="t"/>
              <a:pathLst>
                <a:path extrusionOk="0" h="894" w="50">
                  <a:moveTo>
                    <a:pt x="17" y="1"/>
                  </a:moveTo>
                  <a:cubicBezTo>
                    <a:pt x="17" y="1"/>
                    <a:pt x="1" y="1"/>
                    <a:pt x="1" y="17"/>
                  </a:cubicBezTo>
                  <a:cubicBezTo>
                    <a:pt x="33" y="138"/>
                    <a:pt x="17" y="288"/>
                    <a:pt x="17" y="405"/>
                  </a:cubicBezTo>
                  <a:lnTo>
                    <a:pt x="17" y="643"/>
                  </a:lnTo>
                  <a:lnTo>
                    <a:pt x="17" y="809"/>
                  </a:lnTo>
                  <a:lnTo>
                    <a:pt x="17" y="877"/>
                  </a:lnTo>
                  <a:lnTo>
                    <a:pt x="33" y="893"/>
                  </a:lnTo>
                  <a:lnTo>
                    <a:pt x="49" y="877"/>
                  </a:lnTo>
                  <a:lnTo>
                    <a:pt x="49" y="809"/>
                  </a:lnTo>
                  <a:lnTo>
                    <a:pt x="49" y="643"/>
                  </a:lnTo>
                  <a:lnTo>
                    <a:pt x="49" y="405"/>
                  </a:lnTo>
                  <a:cubicBezTo>
                    <a:pt x="49" y="288"/>
                    <a:pt x="49" y="13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a:off x="2081979" y="3630821"/>
              <a:ext cx="50258" cy="103596"/>
            </a:xfrm>
            <a:custGeom>
              <a:rect b="b" l="l" r="r" t="t"/>
              <a:pathLst>
                <a:path extrusionOk="0" h="1043" w="506">
                  <a:moveTo>
                    <a:pt x="69" y="0"/>
                  </a:moveTo>
                  <a:cubicBezTo>
                    <a:pt x="49" y="0"/>
                    <a:pt x="49" y="0"/>
                    <a:pt x="49" y="17"/>
                  </a:cubicBezTo>
                  <a:cubicBezTo>
                    <a:pt x="1" y="134"/>
                    <a:pt x="17" y="255"/>
                    <a:pt x="17" y="388"/>
                  </a:cubicBezTo>
                  <a:lnTo>
                    <a:pt x="17" y="590"/>
                  </a:lnTo>
                  <a:lnTo>
                    <a:pt x="17" y="606"/>
                  </a:lnTo>
                  <a:cubicBezTo>
                    <a:pt x="85" y="659"/>
                    <a:pt x="134" y="724"/>
                    <a:pt x="186" y="776"/>
                  </a:cubicBezTo>
                  <a:cubicBezTo>
                    <a:pt x="271" y="877"/>
                    <a:pt x="372" y="978"/>
                    <a:pt x="489" y="1043"/>
                  </a:cubicBezTo>
                  <a:lnTo>
                    <a:pt x="505" y="1026"/>
                  </a:lnTo>
                  <a:cubicBezTo>
                    <a:pt x="505" y="1026"/>
                    <a:pt x="505" y="1010"/>
                    <a:pt x="489" y="1010"/>
                  </a:cubicBezTo>
                  <a:cubicBezTo>
                    <a:pt x="388" y="942"/>
                    <a:pt x="287" y="861"/>
                    <a:pt x="202" y="760"/>
                  </a:cubicBezTo>
                  <a:cubicBezTo>
                    <a:pt x="150" y="707"/>
                    <a:pt x="101" y="639"/>
                    <a:pt x="49" y="590"/>
                  </a:cubicBezTo>
                  <a:lnTo>
                    <a:pt x="49" y="372"/>
                  </a:lnTo>
                  <a:cubicBezTo>
                    <a:pt x="33" y="255"/>
                    <a:pt x="33" y="134"/>
                    <a:pt x="69"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3"/>
            <p:cNvSpPr/>
            <p:nvPr/>
          </p:nvSpPr>
          <p:spPr>
            <a:xfrm>
              <a:off x="787973" y="3137673"/>
              <a:ext cx="6953" cy="88797"/>
            </a:xfrm>
            <a:custGeom>
              <a:rect b="b" l="l" r="r" t="t"/>
              <a:pathLst>
                <a:path extrusionOk="0" h="894" w="70">
                  <a:moveTo>
                    <a:pt x="17" y="1"/>
                  </a:moveTo>
                  <a:cubicBezTo>
                    <a:pt x="17" y="1"/>
                    <a:pt x="1" y="1"/>
                    <a:pt x="1" y="17"/>
                  </a:cubicBezTo>
                  <a:cubicBezTo>
                    <a:pt x="17" y="170"/>
                    <a:pt x="17" y="304"/>
                    <a:pt x="17" y="453"/>
                  </a:cubicBezTo>
                  <a:lnTo>
                    <a:pt x="17" y="724"/>
                  </a:lnTo>
                  <a:lnTo>
                    <a:pt x="17" y="776"/>
                  </a:lnTo>
                  <a:cubicBezTo>
                    <a:pt x="17" y="809"/>
                    <a:pt x="17" y="841"/>
                    <a:pt x="33" y="877"/>
                  </a:cubicBezTo>
                  <a:lnTo>
                    <a:pt x="49" y="893"/>
                  </a:lnTo>
                  <a:cubicBezTo>
                    <a:pt x="49" y="893"/>
                    <a:pt x="69" y="877"/>
                    <a:pt x="49" y="877"/>
                  </a:cubicBezTo>
                  <a:lnTo>
                    <a:pt x="49" y="776"/>
                  </a:lnTo>
                  <a:lnTo>
                    <a:pt x="49" y="724"/>
                  </a:lnTo>
                  <a:lnTo>
                    <a:pt x="49" y="453"/>
                  </a:lnTo>
                  <a:cubicBezTo>
                    <a:pt x="49" y="304"/>
                    <a:pt x="49" y="150"/>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3"/>
            <p:cNvSpPr/>
            <p:nvPr/>
          </p:nvSpPr>
          <p:spPr>
            <a:xfrm>
              <a:off x="852932" y="3295004"/>
              <a:ext cx="356477" cy="232421"/>
            </a:xfrm>
            <a:custGeom>
              <a:rect b="b" l="l" r="r" t="t"/>
              <a:pathLst>
                <a:path extrusionOk="0" h="2340" w="3589">
                  <a:moveTo>
                    <a:pt x="3536" y="0"/>
                  </a:moveTo>
                  <a:cubicBezTo>
                    <a:pt x="3503" y="65"/>
                    <a:pt x="3520" y="134"/>
                    <a:pt x="3520" y="218"/>
                  </a:cubicBezTo>
                  <a:cubicBezTo>
                    <a:pt x="3520" y="235"/>
                    <a:pt x="3536" y="267"/>
                    <a:pt x="3536" y="283"/>
                  </a:cubicBezTo>
                  <a:lnTo>
                    <a:pt x="3536" y="586"/>
                  </a:lnTo>
                  <a:cubicBezTo>
                    <a:pt x="3520" y="739"/>
                    <a:pt x="3520" y="909"/>
                    <a:pt x="3536" y="1059"/>
                  </a:cubicBezTo>
                  <a:cubicBezTo>
                    <a:pt x="3556" y="1244"/>
                    <a:pt x="3471" y="1277"/>
                    <a:pt x="3334" y="1313"/>
                  </a:cubicBezTo>
                  <a:lnTo>
                    <a:pt x="3318" y="1313"/>
                  </a:lnTo>
                  <a:cubicBezTo>
                    <a:pt x="3067" y="1394"/>
                    <a:pt x="2796" y="1479"/>
                    <a:pt x="2546" y="1547"/>
                  </a:cubicBezTo>
                  <a:cubicBezTo>
                    <a:pt x="1940" y="1733"/>
                    <a:pt x="1314" y="1935"/>
                    <a:pt x="692" y="2121"/>
                  </a:cubicBezTo>
                  <a:lnTo>
                    <a:pt x="607" y="2153"/>
                  </a:lnTo>
                  <a:cubicBezTo>
                    <a:pt x="425" y="2222"/>
                    <a:pt x="223" y="2271"/>
                    <a:pt x="21" y="2323"/>
                  </a:cubicBezTo>
                  <a:cubicBezTo>
                    <a:pt x="1" y="2323"/>
                    <a:pt x="1" y="2323"/>
                    <a:pt x="1" y="2339"/>
                  </a:cubicBezTo>
                  <a:lnTo>
                    <a:pt x="21" y="2339"/>
                  </a:lnTo>
                  <a:cubicBezTo>
                    <a:pt x="223" y="2303"/>
                    <a:pt x="425" y="2238"/>
                    <a:pt x="627" y="2170"/>
                  </a:cubicBezTo>
                  <a:lnTo>
                    <a:pt x="708" y="2153"/>
                  </a:lnTo>
                  <a:cubicBezTo>
                    <a:pt x="1314" y="1951"/>
                    <a:pt x="1940" y="1766"/>
                    <a:pt x="2546" y="1580"/>
                  </a:cubicBezTo>
                  <a:cubicBezTo>
                    <a:pt x="2813" y="1495"/>
                    <a:pt x="3067" y="1430"/>
                    <a:pt x="3334" y="1345"/>
                  </a:cubicBezTo>
                  <a:lnTo>
                    <a:pt x="3354" y="1345"/>
                  </a:lnTo>
                  <a:cubicBezTo>
                    <a:pt x="3471" y="1293"/>
                    <a:pt x="3588" y="1261"/>
                    <a:pt x="3572" y="1059"/>
                  </a:cubicBezTo>
                  <a:cubicBezTo>
                    <a:pt x="3556" y="909"/>
                    <a:pt x="3556" y="739"/>
                    <a:pt x="3556" y="586"/>
                  </a:cubicBezTo>
                  <a:lnTo>
                    <a:pt x="3556" y="283"/>
                  </a:lnTo>
                  <a:lnTo>
                    <a:pt x="3556" y="202"/>
                  </a:lnTo>
                  <a:cubicBezTo>
                    <a:pt x="3536" y="134"/>
                    <a:pt x="3536" y="81"/>
                    <a:pt x="3572" y="16"/>
                  </a:cubicBezTo>
                  <a:cubicBezTo>
                    <a:pt x="3572" y="16"/>
                    <a:pt x="3572" y="0"/>
                    <a:pt x="3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a:off x="1189246" y="1572807"/>
              <a:ext cx="4867" cy="102007"/>
            </a:xfrm>
            <a:custGeom>
              <a:rect b="b" l="l" r="r" t="t"/>
              <a:pathLst>
                <a:path extrusionOk="0" h="1027" w="49">
                  <a:moveTo>
                    <a:pt x="0" y="1"/>
                  </a:moveTo>
                  <a:lnTo>
                    <a:pt x="0" y="17"/>
                  </a:lnTo>
                  <a:cubicBezTo>
                    <a:pt x="16" y="134"/>
                    <a:pt x="16" y="272"/>
                    <a:pt x="0" y="389"/>
                  </a:cubicBezTo>
                  <a:lnTo>
                    <a:pt x="0" y="639"/>
                  </a:lnTo>
                  <a:lnTo>
                    <a:pt x="0" y="756"/>
                  </a:lnTo>
                  <a:cubicBezTo>
                    <a:pt x="0" y="841"/>
                    <a:pt x="0" y="926"/>
                    <a:pt x="16" y="1011"/>
                  </a:cubicBezTo>
                  <a:cubicBezTo>
                    <a:pt x="16" y="1027"/>
                    <a:pt x="33" y="1027"/>
                    <a:pt x="33" y="1027"/>
                  </a:cubicBezTo>
                  <a:cubicBezTo>
                    <a:pt x="49" y="1027"/>
                    <a:pt x="49" y="1011"/>
                    <a:pt x="49" y="1011"/>
                  </a:cubicBezTo>
                  <a:cubicBezTo>
                    <a:pt x="33" y="926"/>
                    <a:pt x="33" y="841"/>
                    <a:pt x="33" y="756"/>
                  </a:cubicBezTo>
                  <a:lnTo>
                    <a:pt x="33" y="639"/>
                  </a:lnTo>
                  <a:lnTo>
                    <a:pt x="33" y="389"/>
                  </a:lnTo>
                  <a:cubicBezTo>
                    <a:pt x="33" y="272"/>
                    <a:pt x="33" y="134"/>
                    <a:pt x="16" y="17"/>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3"/>
            <p:cNvSpPr/>
            <p:nvPr/>
          </p:nvSpPr>
          <p:spPr>
            <a:xfrm>
              <a:off x="1033505" y="3376847"/>
              <a:ext cx="5364" cy="95153"/>
            </a:xfrm>
            <a:custGeom>
              <a:rect b="b" l="l" r="r" t="t"/>
              <a:pathLst>
                <a:path extrusionOk="0" h="958" w="54">
                  <a:moveTo>
                    <a:pt x="21" y="0"/>
                  </a:moveTo>
                  <a:cubicBezTo>
                    <a:pt x="1" y="0"/>
                    <a:pt x="1" y="16"/>
                    <a:pt x="1" y="16"/>
                  </a:cubicBezTo>
                  <a:cubicBezTo>
                    <a:pt x="37" y="49"/>
                    <a:pt x="37" y="101"/>
                    <a:pt x="37" y="150"/>
                  </a:cubicBezTo>
                  <a:lnTo>
                    <a:pt x="37" y="740"/>
                  </a:lnTo>
                  <a:lnTo>
                    <a:pt x="37" y="942"/>
                  </a:lnTo>
                  <a:cubicBezTo>
                    <a:pt x="37" y="942"/>
                    <a:pt x="37" y="958"/>
                    <a:pt x="53" y="958"/>
                  </a:cubicBezTo>
                  <a:lnTo>
                    <a:pt x="53" y="942"/>
                  </a:lnTo>
                  <a:lnTo>
                    <a:pt x="53" y="740"/>
                  </a:lnTo>
                  <a:lnTo>
                    <a:pt x="53" y="150"/>
                  </a:lnTo>
                  <a:cubicBezTo>
                    <a:pt x="53" y="101"/>
                    <a:pt x="53" y="4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a:off x="475398" y="1555326"/>
              <a:ext cx="163787" cy="206596"/>
            </a:xfrm>
            <a:custGeom>
              <a:rect b="b" l="l" r="r" t="t"/>
              <a:pathLst>
                <a:path extrusionOk="0" h="2080" w="1649">
                  <a:moveTo>
                    <a:pt x="1645" y="0"/>
                  </a:moveTo>
                  <a:cubicBezTo>
                    <a:pt x="1640" y="0"/>
                    <a:pt x="1633" y="7"/>
                    <a:pt x="1633" y="7"/>
                  </a:cubicBezTo>
                  <a:cubicBezTo>
                    <a:pt x="1580" y="76"/>
                    <a:pt x="1600" y="161"/>
                    <a:pt x="1617" y="225"/>
                  </a:cubicBezTo>
                  <a:lnTo>
                    <a:pt x="1617" y="294"/>
                  </a:lnTo>
                  <a:cubicBezTo>
                    <a:pt x="1633" y="448"/>
                    <a:pt x="1633" y="581"/>
                    <a:pt x="1633" y="714"/>
                  </a:cubicBezTo>
                  <a:cubicBezTo>
                    <a:pt x="1633" y="815"/>
                    <a:pt x="1617" y="916"/>
                    <a:pt x="1633" y="1033"/>
                  </a:cubicBezTo>
                  <a:cubicBezTo>
                    <a:pt x="1633" y="1070"/>
                    <a:pt x="1617" y="1086"/>
                    <a:pt x="1564" y="1118"/>
                  </a:cubicBezTo>
                  <a:cubicBezTo>
                    <a:pt x="1160" y="1357"/>
                    <a:pt x="740" y="1607"/>
                    <a:pt x="352" y="1861"/>
                  </a:cubicBezTo>
                  <a:cubicBezTo>
                    <a:pt x="235" y="1926"/>
                    <a:pt x="118" y="1995"/>
                    <a:pt x="17" y="2063"/>
                  </a:cubicBezTo>
                  <a:cubicBezTo>
                    <a:pt x="1" y="2063"/>
                    <a:pt x="1" y="2063"/>
                    <a:pt x="1" y="2080"/>
                  </a:cubicBezTo>
                  <a:lnTo>
                    <a:pt x="33" y="2080"/>
                  </a:lnTo>
                  <a:cubicBezTo>
                    <a:pt x="134" y="2011"/>
                    <a:pt x="251" y="1942"/>
                    <a:pt x="352" y="1878"/>
                  </a:cubicBezTo>
                  <a:cubicBezTo>
                    <a:pt x="756" y="1623"/>
                    <a:pt x="1176" y="1373"/>
                    <a:pt x="1580" y="1134"/>
                  </a:cubicBezTo>
                  <a:cubicBezTo>
                    <a:pt x="1633" y="1102"/>
                    <a:pt x="1649" y="1086"/>
                    <a:pt x="1649" y="1017"/>
                  </a:cubicBezTo>
                  <a:lnTo>
                    <a:pt x="1649" y="714"/>
                  </a:lnTo>
                  <a:lnTo>
                    <a:pt x="1649" y="294"/>
                  </a:lnTo>
                  <a:cubicBezTo>
                    <a:pt x="1649" y="278"/>
                    <a:pt x="1633" y="246"/>
                    <a:pt x="1633" y="225"/>
                  </a:cubicBezTo>
                  <a:cubicBezTo>
                    <a:pt x="1617" y="161"/>
                    <a:pt x="1617" y="92"/>
                    <a:pt x="1649" y="23"/>
                  </a:cubicBezTo>
                  <a:lnTo>
                    <a:pt x="1649" y="7"/>
                  </a:lnTo>
                  <a:cubicBezTo>
                    <a:pt x="1649" y="2"/>
                    <a:pt x="1647" y="0"/>
                    <a:pt x="1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1518608" y="2831553"/>
              <a:ext cx="182261" cy="299366"/>
            </a:xfrm>
            <a:custGeom>
              <a:rect b="b" l="l" r="r" t="t"/>
              <a:pathLst>
                <a:path extrusionOk="0" h="3014" w="1835">
                  <a:moveTo>
                    <a:pt x="65" y="0"/>
                  </a:moveTo>
                  <a:cubicBezTo>
                    <a:pt x="1" y="170"/>
                    <a:pt x="65" y="271"/>
                    <a:pt x="187" y="388"/>
                  </a:cubicBezTo>
                  <a:cubicBezTo>
                    <a:pt x="352" y="558"/>
                    <a:pt x="506" y="744"/>
                    <a:pt x="655" y="930"/>
                  </a:cubicBezTo>
                  <a:cubicBezTo>
                    <a:pt x="724" y="1010"/>
                    <a:pt x="793" y="1095"/>
                    <a:pt x="873" y="1164"/>
                  </a:cubicBezTo>
                  <a:cubicBezTo>
                    <a:pt x="926" y="1249"/>
                    <a:pt x="995" y="1313"/>
                    <a:pt x="1059" y="1398"/>
                  </a:cubicBezTo>
                  <a:cubicBezTo>
                    <a:pt x="1261" y="1636"/>
                    <a:pt x="1479" y="1871"/>
                    <a:pt x="1702" y="2105"/>
                  </a:cubicBezTo>
                  <a:cubicBezTo>
                    <a:pt x="1782" y="2206"/>
                    <a:pt x="1819" y="2291"/>
                    <a:pt x="1819" y="2408"/>
                  </a:cubicBezTo>
                  <a:cubicBezTo>
                    <a:pt x="1802" y="2493"/>
                    <a:pt x="1802" y="2594"/>
                    <a:pt x="1819" y="2695"/>
                  </a:cubicBezTo>
                  <a:lnTo>
                    <a:pt x="1819" y="2865"/>
                  </a:lnTo>
                  <a:lnTo>
                    <a:pt x="1819" y="2897"/>
                  </a:lnTo>
                  <a:cubicBezTo>
                    <a:pt x="1819" y="2929"/>
                    <a:pt x="1819" y="2966"/>
                    <a:pt x="1782" y="2982"/>
                  </a:cubicBezTo>
                  <a:lnTo>
                    <a:pt x="1782" y="3014"/>
                  </a:lnTo>
                  <a:lnTo>
                    <a:pt x="1802" y="3014"/>
                  </a:lnTo>
                  <a:cubicBezTo>
                    <a:pt x="1835" y="2966"/>
                    <a:pt x="1835" y="2929"/>
                    <a:pt x="1835" y="2897"/>
                  </a:cubicBezTo>
                  <a:lnTo>
                    <a:pt x="1835" y="2865"/>
                  </a:lnTo>
                  <a:lnTo>
                    <a:pt x="1835" y="2695"/>
                  </a:lnTo>
                  <a:lnTo>
                    <a:pt x="1835" y="2408"/>
                  </a:lnTo>
                  <a:cubicBezTo>
                    <a:pt x="1835" y="2291"/>
                    <a:pt x="1802" y="2190"/>
                    <a:pt x="1718" y="2089"/>
                  </a:cubicBezTo>
                  <a:cubicBezTo>
                    <a:pt x="1500" y="1855"/>
                    <a:pt x="1298" y="1616"/>
                    <a:pt x="1075" y="1382"/>
                  </a:cubicBezTo>
                  <a:cubicBezTo>
                    <a:pt x="1027" y="1297"/>
                    <a:pt x="958" y="1232"/>
                    <a:pt x="894" y="1148"/>
                  </a:cubicBezTo>
                  <a:cubicBezTo>
                    <a:pt x="825" y="1079"/>
                    <a:pt x="756" y="994"/>
                    <a:pt x="692" y="909"/>
                  </a:cubicBezTo>
                  <a:cubicBezTo>
                    <a:pt x="538" y="728"/>
                    <a:pt x="368" y="542"/>
                    <a:pt x="203" y="372"/>
                  </a:cubicBezTo>
                  <a:cubicBezTo>
                    <a:pt x="102" y="271"/>
                    <a:pt x="17" y="170"/>
                    <a:pt x="102" y="21"/>
                  </a:cubicBezTo>
                  <a:cubicBezTo>
                    <a:pt x="102" y="21"/>
                    <a:pt x="102" y="0"/>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3"/>
            <p:cNvSpPr/>
            <p:nvPr/>
          </p:nvSpPr>
          <p:spPr>
            <a:xfrm>
              <a:off x="1991693" y="2985606"/>
              <a:ext cx="4966" cy="40227"/>
            </a:xfrm>
            <a:custGeom>
              <a:rect b="b" l="l" r="r" t="t"/>
              <a:pathLst>
                <a:path extrusionOk="0" h="405" w="50">
                  <a:moveTo>
                    <a:pt x="33" y="1"/>
                  </a:moveTo>
                  <a:cubicBezTo>
                    <a:pt x="33" y="1"/>
                    <a:pt x="17" y="1"/>
                    <a:pt x="17" y="17"/>
                  </a:cubicBezTo>
                  <a:cubicBezTo>
                    <a:pt x="1" y="102"/>
                    <a:pt x="1" y="166"/>
                    <a:pt x="1" y="251"/>
                  </a:cubicBezTo>
                  <a:cubicBezTo>
                    <a:pt x="1" y="304"/>
                    <a:pt x="17" y="352"/>
                    <a:pt x="1" y="388"/>
                  </a:cubicBezTo>
                  <a:cubicBezTo>
                    <a:pt x="1" y="405"/>
                    <a:pt x="17" y="405"/>
                    <a:pt x="17" y="405"/>
                  </a:cubicBezTo>
                  <a:cubicBezTo>
                    <a:pt x="33" y="405"/>
                    <a:pt x="33" y="405"/>
                    <a:pt x="33" y="388"/>
                  </a:cubicBezTo>
                  <a:lnTo>
                    <a:pt x="33" y="251"/>
                  </a:lnTo>
                  <a:cubicBezTo>
                    <a:pt x="33" y="186"/>
                    <a:pt x="33" y="102"/>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3"/>
            <p:cNvSpPr/>
            <p:nvPr/>
          </p:nvSpPr>
          <p:spPr>
            <a:xfrm>
              <a:off x="1416701" y="3590694"/>
              <a:ext cx="85221" cy="143723"/>
            </a:xfrm>
            <a:custGeom>
              <a:rect b="b" l="l" r="r" t="t"/>
              <a:pathLst>
                <a:path extrusionOk="0" h="1447" w="858">
                  <a:moveTo>
                    <a:pt x="1" y="0"/>
                  </a:moveTo>
                  <a:lnTo>
                    <a:pt x="1" y="33"/>
                  </a:lnTo>
                  <a:cubicBezTo>
                    <a:pt x="65" y="85"/>
                    <a:pt x="134" y="134"/>
                    <a:pt x="203" y="202"/>
                  </a:cubicBezTo>
                  <a:cubicBezTo>
                    <a:pt x="384" y="356"/>
                    <a:pt x="570" y="505"/>
                    <a:pt x="756" y="659"/>
                  </a:cubicBezTo>
                  <a:cubicBezTo>
                    <a:pt x="825" y="707"/>
                    <a:pt x="825" y="740"/>
                    <a:pt x="825" y="792"/>
                  </a:cubicBezTo>
                  <a:lnTo>
                    <a:pt x="825" y="1265"/>
                  </a:lnTo>
                  <a:lnTo>
                    <a:pt x="825" y="1430"/>
                  </a:lnTo>
                  <a:cubicBezTo>
                    <a:pt x="825" y="1447"/>
                    <a:pt x="825" y="1447"/>
                    <a:pt x="841" y="1447"/>
                  </a:cubicBezTo>
                  <a:cubicBezTo>
                    <a:pt x="841" y="1447"/>
                    <a:pt x="857" y="1447"/>
                    <a:pt x="857" y="1430"/>
                  </a:cubicBezTo>
                  <a:lnTo>
                    <a:pt x="857" y="1265"/>
                  </a:lnTo>
                  <a:lnTo>
                    <a:pt x="857" y="792"/>
                  </a:lnTo>
                  <a:cubicBezTo>
                    <a:pt x="857" y="740"/>
                    <a:pt x="841" y="691"/>
                    <a:pt x="772" y="639"/>
                  </a:cubicBezTo>
                  <a:cubicBezTo>
                    <a:pt x="586" y="489"/>
                    <a:pt x="405" y="336"/>
                    <a:pt x="219" y="170"/>
                  </a:cubicBezTo>
                  <a:cubicBezTo>
                    <a:pt x="150" y="118"/>
                    <a:pt x="82"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a:off x="1087339" y="1629820"/>
              <a:ext cx="6456" cy="102007"/>
            </a:xfrm>
            <a:custGeom>
              <a:rect b="b" l="l" r="r" t="t"/>
              <a:pathLst>
                <a:path extrusionOk="0" h="1027" w="65">
                  <a:moveTo>
                    <a:pt x="0" y="1"/>
                  </a:moveTo>
                  <a:lnTo>
                    <a:pt x="0" y="17"/>
                  </a:lnTo>
                  <a:cubicBezTo>
                    <a:pt x="16" y="182"/>
                    <a:pt x="16" y="352"/>
                    <a:pt x="0" y="522"/>
                  </a:cubicBezTo>
                  <a:lnTo>
                    <a:pt x="0" y="825"/>
                  </a:lnTo>
                  <a:lnTo>
                    <a:pt x="0" y="857"/>
                  </a:lnTo>
                  <a:cubicBezTo>
                    <a:pt x="0" y="909"/>
                    <a:pt x="0" y="958"/>
                    <a:pt x="32" y="1010"/>
                  </a:cubicBezTo>
                  <a:lnTo>
                    <a:pt x="49" y="1027"/>
                  </a:lnTo>
                  <a:lnTo>
                    <a:pt x="49" y="1010"/>
                  </a:lnTo>
                  <a:cubicBezTo>
                    <a:pt x="65" y="1010"/>
                    <a:pt x="65" y="1010"/>
                    <a:pt x="49" y="990"/>
                  </a:cubicBezTo>
                  <a:cubicBezTo>
                    <a:pt x="32" y="958"/>
                    <a:pt x="32" y="909"/>
                    <a:pt x="32" y="857"/>
                  </a:cubicBezTo>
                  <a:lnTo>
                    <a:pt x="32" y="825"/>
                  </a:lnTo>
                  <a:lnTo>
                    <a:pt x="32" y="522"/>
                  </a:lnTo>
                  <a:cubicBezTo>
                    <a:pt x="32" y="352"/>
                    <a:pt x="32" y="18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a:off x="933186" y="2751299"/>
              <a:ext cx="5364" cy="80354"/>
            </a:xfrm>
            <a:custGeom>
              <a:rect b="b" l="l" r="r" t="t"/>
              <a:pathLst>
                <a:path extrusionOk="0" h="809" w="54">
                  <a:moveTo>
                    <a:pt x="21" y="0"/>
                  </a:moveTo>
                  <a:cubicBezTo>
                    <a:pt x="1" y="0"/>
                    <a:pt x="1" y="0"/>
                    <a:pt x="1" y="21"/>
                  </a:cubicBezTo>
                  <a:cubicBezTo>
                    <a:pt x="21" y="138"/>
                    <a:pt x="21" y="271"/>
                    <a:pt x="21" y="404"/>
                  </a:cubicBezTo>
                  <a:lnTo>
                    <a:pt x="21" y="643"/>
                  </a:lnTo>
                  <a:lnTo>
                    <a:pt x="21" y="691"/>
                  </a:lnTo>
                  <a:cubicBezTo>
                    <a:pt x="21" y="728"/>
                    <a:pt x="21" y="760"/>
                    <a:pt x="37" y="792"/>
                  </a:cubicBezTo>
                  <a:lnTo>
                    <a:pt x="37" y="808"/>
                  </a:lnTo>
                  <a:lnTo>
                    <a:pt x="53" y="808"/>
                  </a:lnTo>
                  <a:lnTo>
                    <a:pt x="53" y="792"/>
                  </a:lnTo>
                  <a:cubicBezTo>
                    <a:pt x="37" y="760"/>
                    <a:pt x="37" y="728"/>
                    <a:pt x="37" y="691"/>
                  </a:cubicBezTo>
                  <a:lnTo>
                    <a:pt x="37" y="643"/>
                  </a:lnTo>
                  <a:lnTo>
                    <a:pt x="37" y="404"/>
                  </a:lnTo>
                  <a:cubicBezTo>
                    <a:pt x="53" y="271"/>
                    <a:pt x="53" y="13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a:off x="1336446" y="2579168"/>
              <a:ext cx="4966" cy="88797"/>
            </a:xfrm>
            <a:custGeom>
              <a:rect b="b" l="l" r="r" t="t"/>
              <a:pathLst>
                <a:path extrusionOk="0" h="894" w="50">
                  <a:moveTo>
                    <a:pt x="17" y="0"/>
                  </a:moveTo>
                  <a:lnTo>
                    <a:pt x="17" y="17"/>
                  </a:lnTo>
                  <a:lnTo>
                    <a:pt x="17" y="202"/>
                  </a:lnTo>
                  <a:lnTo>
                    <a:pt x="17" y="744"/>
                  </a:lnTo>
                  <a:lnTo>
                    <a:pt x="17" y="776"/>
                  </a:lnTo>
                  <a:cubicBezTo>
                    <a:pt x="17" y="808"/>
                    <a:pt x="1" y="845"/>
                    <a:pt x="33" y="877"/>
                  </a:cubicBezTo>
                  <a:lnTo>
                    <a:pt x="33" y="893"/>
                  </a:lnTo>
                  <a:lnTo>
                    <a:pt x="49" y="893"/>
                  </a:lnTo>
                  <a:lnTo>
                    <a:pt x="49" y="877"/>
                  </a:lnTo>
                  <a:cubicBezTo>
                    <a:pt x="33" y="845"/>
                    <a:pt x="33" y="808"/>
                    <a:pt x="33" y="776"/>
                  </a:cubicBezTo>
                  <a:lnTo>
                    <a:pt x="33" y="744"/>
                  </a:lnTo>
                  <a:lnTo>
                    <a:pt x="33" y="202"/>
                  </a:ln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a:off x="730961" y="3589105"/>
              <a:ext cx="92074" cy="147299"/>
            </a:xfrm>
            <a:custGeom>
              <a:rect b="b" l="l" r="r" t="t"/>
              <a:pathLst>
                <a:path extrusionOk="0" h="1483" w="927">
                  <a:moveTo>
                    <a:pt x="910" y="0"/>
                  </a:moveTo>
                  <a:cubicBezTo>
                    <a:pt x="894" y="0"/>
                    <a:pt x="894" y="16"/>
                    <a:pt x="894" y="16"/>
                  </a:cubicBezTo>
                  <a:lnTo>
                    <a:pt x="894" y="675"/>
                  </a:lnTo>
                  <a:lnTo>
                    <a:pt x="894" y="792"/>
                  </a:lnTo>
                  <a:lnTo>
                    <a:pt x="894" y="1095"/>
                  </a:lnTo>
                  <a:cubicBezTo>
                    <a:pt x="894" y="1196"/>
                    <a:pt x="878" y="1228"/>
                    <a:pt x="760" y="1261"/>
                  </a:cubicBezTo>
                  <a:cubicBezTo>
                    <a:pt x="724" y="1281"/>
                    <a:pt x="676" y="1297"/>
                    <a:pt x="643" y="1297"/>
                  </a:cubicBezTo>
                  <a:cubicBezTo>
                    <a:pt x="506" y="1329"/>
                    <a:pt x="373" y="1362"/>
                    <a:pt x="255" y="1430"/>
                  </a:cubicBezTo>
                  <a:cubicBezTo>
                    <a:pt x="237" y="1446"/>
                    <a:pt x="212" y="1451"/>
                    <a:pt x="185" y="1451"/>
                  </a:cubicBezTo>
                  <a:cubicBezTo>
                    <a:pt x="157" y="1451"/>
                    <a:pt x="128" y="1446"/>
                    <a:pt x="102" y="1446"/>
                  </a:cubicBezTo>
                  <a:cubicBezTo>
                    <a:pt x="70" y="1446"/>
                    <a:pt x="37" y="1430"/>
                    <a:pt x="17" y="1430"/>
                  </a:cubicBezTo>
                  <a:cubicBezTo>
                    <a:pt x="1" y="1430"/>
                    <a:pt x="1" y="1446"/>
                    <a:pt x="1" y="1446"/>
                  </a:cubicBezTo>
                  <a:cubicBezTo>
                    <a:pt x="1" y="1463"/>
                    <a:pt x="1" y="1463"/>
                    <a:pt x="17" y="1463"/>
                  </a:cubicBezTo>
                  <a:lnTo>
                    <a:pt x="102" y="1463"/>
                  </a:lnTo>
                  <a:cubicBezTo>
                    <a:pt x="118" y="1483"/>
                    <a:pt x="154" y="1483"/>
                    <a:pt x="187" y="1483"/>
                  </a:cubicBezTo>
                  <a:cubicBezTo>
                    <a:pt x="219" y="1483"/>
                    <a:pt x="239" y="1463"/>
                    <a:pt x="272" y="1463"/>
                  </a:cubicBezTo>
                  <a:cubicBezTo>
                    <a:pt x="389" y="1398"/>
                    <a:pt x="522" y="1362"/>
                    <a:pt x="643" y="1329"/>
                  </a:cubicBezTo>
                  <a:cubicBezTo>
                    <a:pt x="692" y="1313"/>
                    <a:pt x="724" y="1297"/>
                    <a:pt x="777" y="1297"/>
                  </a:cubicBezTo>
                  <a:cubicBezTo>
                    <a:pt x="894" y="1261"/>
                    <a:pt x="926" y="1196"/>
                    <a:pt x="926" y="1079"/>
                  </a:cubicBezTo>
                  <a:cubicBezTo>
                    <a:pt x="910" y="994"/>
                    <a:pt x="910" y="893"/>
                    <a:pt x="910" y="792"/>
                  </a:cubicBezTo>
                  <a:lnTo>
                    <a:pt x="910" y="675"/>
                  </a:lnTo>
                  <a:lnTo>
                    <a:pt x="910" y="16"/>
                  </a:lnTo>
                  <a:lnTo>
                    <a:pt x="9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a:off x="1745764" y="2000998"/>
              <a:ext cx="157331" cy="321018"/>
            </a:xfrm>
            <a:custGeom>
              <a:rect b="b" l="l" r="r" t="t"/>
              <a:pathLst>
                <a:path extrusionOk="0" h="3232" w="1584">
                  <a:moveTo>
                    <a:pt x="20" y="0"/>
                  </a:moveTo>
                  <a:cubicBezTo>
                    <a:pt x="0" y="16"/>
                    <a:pt x="0" y="16"/>
                    <a:pt x="20" y="16"/>
                  </a:cubicBezTo>
                  <a:cubicBezTo>
                    <a:pt x="53" y="49"/>
                    <a:pt x="85" y="81"/>
                    <a:pt x="121" y="134"/>
                  </a:cubicBezTo>
                  <a:cubicBezTo>
                    <a:pt x="255" y="352"/>
                    <a:pt x="388" y="586"/>
                    <a:pt x="525" y="808"/>
                  </a:cubicBezTo>
                  <a:cubicBezTo>
                    <a:pt x="606" y="941"/>
                    <a:pt x="675" y="1075"/>
                    <a:pt x="760" y="1212"/>
                  </a:cubicBezTo>
                  <a:cubicBezTo>
                    <a:pt x="946" y="1515"/>
                    <a:pt x="1148" y="1834"/>
                    <a:pt x="1333" y="2137"/>
                  </a:cubicBezTo>
                  <a:cubicBezTo>
                    <a:pt x="1366" y="2186"/>
                    <a:pt x="1382" y="2222"/>
                    <a:pt x="1382" y="2271"/>
                  </a:cubicBezTo>
                  <a:cubicBezTo>
                    <a:pt x="1382" y="2303"/>
                    <a:pt x="1382" y="2339"/>
                    <a:pt x="1398" y="2388"/>
                  </a:cubicBezTo>
                  <a:cubicBezTo>
                    <a:pt x="1398" y="2505"/>
                    <a:pt x="1398" y="2658"/>
                    <a:pt x="1382" y="2776"/>
                  </a:cubicBezTo>
                  <a:cubicBezTo>
                    <a:pt x="1350" y="2961"/>
                    <a:pt x="1414" y="3095"/>
                    <a:pt x="1568" y="3232"/>
                  </a:cubicBezTo>
                  <a:lnTo>
                    <a:pt x="1584" y="3232"/>
                  </a:lnTo>
                  <a:lnTo>
                    <a:pt x="1584" y="3212"/>
                  </a:lnTo>
                  <a:lnTo>
                    <a:pt x="1584" y="3196"/>
                  </a:lnTo>
                  <a:cubicBezTo>
                    <a:pt x="1434" y="3078"/>
                    <a:pt x="1382" y="2961"/>
                    <a:pt x="1414" y="2776"/>
                  </a:cubicBezTo>
                  <a:cubicBezTo>
                    <a:pt x="1434" y="2658"/>
                    <a:pt x="1414" y="2505"/>
                    <a:pt x="1414" y="2388"/>
                  </a:cubicBezTo>
                  <a:lnTo>
                    <a:pt x="1414" y="2271"/>
                  </a:lnTo>
                  <a:cubicBezTo>
                    <a:pt x="1414" y="2222"/>
                    <a:pt x="1398" y="2170"/>
                    <a:pt x="1366" y="2121"/>
                  </a:cubicBezTo>
                  <a:cubicBezTo>
                    <a:pt x="1164" y="1818"/>
                    <a:pt x="978" y="1515"/>
                    <a:pt x="776" y="1192"/>
                  </a:cubicBezTo>
                  <a:cubicBezTo>
                    <a:pt x="707" y="1059"/>
                    <a:pt x="626" y="925"/>
                    <a:pt x="542" y="788"/>
                  </a:cubicBezTo>
                  <a:cubicBezTo>
                    <a:pt x="424" y="570"/>
                    <a:pt x="287" y="352"/>
                    <a:pt x="154" y="117"/>
                  </a:cubicBezTo>
                  <a:cubicBezTo>
                    <a:pt x="101" y="65"/>
                    <a:pt x="69" y="33"/>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a:off x="1386605" y="1464146"/>
              <a:ext cx="4966" cy="93564"/>
            </a:xfrm>
            <a:custGeom>
              <a:rect b="b" l="l" r="r" t="t"/>
              <a:pathLst>
                <a:path extrusionOk="0" h="942" w="50">
                  <a:moveTo>
                    <a:pt x="17" y="0"/>
                  </a:moveTo>
                  <a:cubicBezTo>
                    <a:pt x="17" y="0"/>
                    <a:pt x="1" y="0"/>
                    <a:pt x="1" y="16"/>
                  </a:cubicBezTo>
                  <a:cubicBezTo>
                    <a:pt x="17" y="202"/>
                    <a:pt x="17" y="404"/>
                    <a:pt x="17" y="590"/>
                  </a:cubicBezTo>
                  <a:lnTo>
                    <a:pt x="17" y="925"/>
                  </a:lnTo>
                  <a:cubicBezTo>
                    <a:pt x="17" y="941"/>
                    <a:pt x="33" y="941"/>
                    <a:pt x="33" y="941"/>
                  </a:cubicBezTo>
                  <a:cubicBezTo>
                    <a:pt x="33" y="941"/>
                    <a:pt x="49" y="941"/>
                    <a:pt x="49" y="925"/>
                  </a:cubicBezTo>
                  <a:lnTo>
                    <a:pt x="49" y="590"/>
                  </a:ln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3"/>
            <p:cNvSpPr/>
            <p:nvPr/>
          </p:nvSpPr>
          <p:spPr>
            <a:xfrm>
              <a:off x="1414714" y="1806817"/>
              <a:ext cx="88797" cy="260827"/>
            </a:xfrm>
            <a:custGeom>
              <a:rect b="b" l="l" r="r" t="t"/>
              <a:pathLst>
                <a:path extrusionOk="0" h="2626" w="894">
                  <a:moveTo>
                    <a:pt x="21" y="0"/>
                  </a:moveTo>
                  <a:lnTo>
                    <a:pt x="1" y="16"/>
                  </a:lnTo>
                  <a:cubicBezTo>
                    <a:pt x="1" y="16"/>
                    <a:pt x="1" y="36"/>
                    <a:pt x="21" y="36"/>
                  </a:cubicBezTo>
                  <a:cubicBezTo>
                    <a:pt x="69" y="53"/>
                    <a:pt x="85" y="85"/>
                    <a:pt x="122" y="137"/>
                  </a:cubicBezTo>
                  <a:cubicBezTo>
                    <a:pt x="122" y="154"/>
                    <a:pt x="138" y="154"/>
                    <a:pt x="138" y="170"/>
                  </a:cubicBezTo>
                  <a:cubicBezTo>
                    <a:pt x="271" y="372"/>
                    <a:pt x="425" y="574"/>
                    <a:pt x="542" y="776"/>
                  </a:cubicBezTo>
                  <a:cubicBezTo>
                    <a:pt x="627" y="893"/>
                    <a:pt x="691" y="994"/>
                    <a:pt x="760" y="1111"/>
                  </a:cubicBezTo>
                  <a:cubicBezTo>
                    <a:pt x="808" y="1180"/>
                    <a:pt x="829" y="1228"/>
                    <a:pt x="829" y="1297"/>
                  </a:cubicBezTo>
                  <a:lnTo>
                    <a:pt x="829" y="1584"/>
                  </a:lnTo>
                  <a:cubicBezTo>
                    <a:pt x="829" y="1818"/>
                    <a:pt x="829" y="2036"/>
                    <a:pt x="845" y="2258"/>
                  </a:cubicBezTo>
                  <a:lnTo>
                    <a:pt x="845" y="2339"/>
                  </a:lnTo>
                  <a:cubicBezTo>
                    <a:pt x="845" y="2424"/>
                    <a:pt x="845" y="2525"/>
                    <a:pt x="877" y="2626"/>
                  </a:cubicBezTo>
                  <a:lnTo>
                    <a:pt x="893" y="2626"/>
                  </a:lnTo>
                  <a:lnTo>
                    <a:pt x="893" y="2610"/>
                  </a:lnTo>
                  <a:cubicBezTo>
                    <a:pt x="861" y="2525"/>
                    <a:pt x="861" y="2440"/>
                    <a:pt x="861" y="2339"/>
                  </a:cubicBezTo>
                  <a:lnTo>
                    <a:pt x="861" y="2258"/>
                  </a:lnTo>
                  <a:lnTo>
                    <a:pt x="861" y="1584"/>
                  </a:lnTo>
                  <a:lnTo>
                    <a:pt x="861" y="1297"/>
                  </a:lnTo>
                  <a:cubicBezTo>
                    <a:pt x="861" y="1228"/>
                    <a:pt x="829" y="1163"/>
                    <a:pt x="792" y="1095"/>
                  </a:cubicBezTo>
                  <a:cubicBezTo>
                    <a:pt x="707" y="978"/>
                    <a:pt x="643" y="877"/>
                    <a:pt x="574" y="760"/>
                  </a:cubicBezTo>
                  <a:cubicBezTo>
                    <a:pt x="441" y="558"/>
                    <a:pt x="304" y="356"/>
                    <a:pt x="170" y="154"/>
                  </a:cubicBezTo>
                  <a:cubicBezTo>
                    <a:pt x="154" y="137"/>
                    <a:pt x="154" y="137"/>
                    <a:pt x="138" y="117"/>
                  </a:cubicBezTo>
                  <a:cubicBezTo>
                    <a:pt x="122" y="69"/>
                    <a:pt x="85"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3"/>
            <p:cNvSpPr/>
            <p:nvPr/>
          </p:nvSpPr>
          <p:spPr>
            <a:xfrm>
              <a:off x="2095190" y="3264908"/>
              <a:ext cx="5364" cy="40227"/>
            </a:xfrm>
            <a:custGeom>
              <a:rect b="b" l="l" r="r" t="t"/>
              <a:pathLst>
                <a:path extrusionOk="0" h="405" w="54">
                  <a:moveTo>
                    <a:pt x="53" y="0"/>
                  </a:moveTo>
                  <a:cubicBezTo>
                    <a:pt x="37" y="0"/>
                    <a:pt x="37" y="0"/>
                    <a:pt x="37" y="16"/>
                  </a:cubicBezTo>
                  <a:cubicBezTo>
                    <a:pt x="17" y="65"/>
                    <a:pt x="17" y="134"/>
                    <a:pt x="17" y="202"/>
                  </a:cubicBezTo>
                  <a:cubicBezTo>
                    <a:pt x="17" y="267"/>
                    <a:pt x="17" y="336"/>
                    <a:pt x="1" y="384"/>
                  </a:cubicBezTo>
                  <a:cubicBezTo>
                    <a:pt x="1" y="404"/>
                    <a:pt x="1" y="404"/>
                    <a:pt x="17" y="404"/>
                  </a:cubicBezTo>
                  <a:lnTo>
                    <a:pt x="37" y="404"/>
                  </a:lnTo>
                  <a:cubicBezTo>
                    <a:pt x="53" y="336"/>
                    <a:pt x="53" y="267"/>
                    <a:pt x="53" y="202"/>
                  </a:cubicBezTo>
                  <a:cubicBezTo>
                    <a:pt x="37" y="134"/>
                    <a:pt x="37" y="81"/>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3"/>
            <p:cNvSpPr/>
            <p:nvPr/>
          </p:nvSpPr>
          <p:spPr>
            <a:xfrm>
              <a:off x="1271090" y="1276024"/>
              <a:ext cx="140545" cy="163290"/>
            </a:xfrm>
            <a:custGeom>
              <a:rect b="b" l="l" r="r" t="t"/>
              <a:pathLst>
                <a:path extrusionOk="0" h="1644" w="1415">
                  <a:moveTo>
                    <a:pt x="1399" y="0"/>
                  </a:moveTo>
                  <a:cubicBezTo>
                    <a:pt x="1398" y="0"/>
                    <a:pt x="1398" y="2"/>
                    <a:pt x="1398" y="8"/>
                  </a:cubicBezTo>
                  <a:cubicBezTo>
                    <a:pt x="1281" y="76"/>
                    <a:pt x="1164" y="129"/>
                    <a:pt x="1043" y="193"/>
                  </a:cubicBezTo>
                  <a:cubicBezTo>
                    <a:pt x="776" y="363"/>
                    <a:pt x="489" y="513"/>
                    <a:pt x="218" y="682"/>
                  </a:cubicBezTo>
                  <a:cubicBezTo>
                    <a:pt x="0" y="799"/>
                    <a:pt x="0" y="816"/>
                    <a:pt x="0" y="1070"/>
                  </a:cubicBezTo>
                  <a:lnTo>
                    <a:pt x="0" y="1240"/>
                  </a:lnTo>
                  <a:cubicBezTo>
                    <a:pt x="0" y="1373"/>
                    <a:pt x="0" y="1490"/>
                    <a:pt x="16" y="1624"/>
                  </a:cubicBezTo>
                  <a:lnTo>
                    <a:pt x="33" y="1644"/>
                  </a:lnTo>
                  <a:lnTo>
                    <a:pt x="53" y="1624"/>
                  </a:lnTo>
                  <a:cubicBezTo>
                    <a:pt x="33" y="1490"/>
                    <a:pt x="33" y="1357"/>
                    <a:pt x="33" y="1240"/>
                  </a:cubicBezTo>
                  <a:lnTo>
                    <a:pt x="33" y="1070"/>
                  </a:lnTo>
                  <a:cubicBezTo>
                    <a:pt x="33" y="816"/>
                    <a:pt x="33" y="816"/>
                    <a:pt x="235" y="698"/>
                  </a:cubicBezTo>
                  <a:cubicBezTo>
                    <a:pt x="505" y="549"/>
                    <a:pt x="792" y="379"/>
                    <a:pt x="1063" y="230"/>
                  </a:cubicBezTo>
                  <a:cubicBezTo>
                    <a:pt x="1180" y="161"/>
                    <a:pt x="1297" y="92"/>
                    <a:pt x="1398" y="28"/>
                  </a:cubicBezTo>
                  <a:cubicBezTo>
                    <a:pt x="1414" y="28"/>
                    <a:pt x="1414" y="8"/>
                    <a:pt x="1414" y="8"/>
                  </a:cubicBezTo>
                  <a:cubicBezTo>
                    <a:pt x="1403" y="8"/>
                    <a:pt x="1400" y="0"/>
                    <a:pt x="1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3"/>
            <p:cNvSpPr/>
            <p:nvPr/>
          </p:nvSpPr>
          <p:spPr>
            <a:xfrm>
              <a:off x="1378162" y="3085924"/>
              <a:ext cx="4966" cy="102007"/>
            </a:xfrm>
            <a:custGeom>
              <a:rect b="b" l="l" r="r" t="t"/>
              <a:pathLst>
                <a:path extrusionOk="0" h="1027" w="50">
                  <a:moveTo>
                    <a:pt x="17" y="1"/>
                  </a:moveTo>
                  <a:cubicBezTo>
                    <a:pt x="17" y="1"/>
                    <a:pt x="1" y="17"/>
                    <a:pt x="17" y="17"/>
                  </a:cubicBezTo>
                  <a:cubicBezTo>
                    <a:pt x="33" y="134"/>
                    <a:pt x="33" y="251"/>
                    <a:pt x="17" y="352"/>
                  </a:cubicBezTo>
                  <a:lnTo>
                    <a:pt x="17" y="522"/>
                  </a:lnTo>
                  <a:lnTo>
                    <a:pt x="17" y="857"/>
                  </a:lnTo>
                  <a:lnTo>
                    <a:pt x="17" y="1027"/>
                  </a:lnTo>
                  <a:lnTo>
                    <a:pt x="49" y="1027"/>
                  </a:lnTo>
                  <a:lnTo>
                    <a:pt x="49" y="857"/>
                  </a:lnTo>
                  <a:lnTo>
                    <a:pt x="49" y="522"/>
                  </a:lnTo>
                  <a:lnTo>
                    <a:pt x="49" y="352"/>
                  </a:lnTo>
                  <a:cubicBezTo>
                    <a:pt x="49" y="251"/>
                    <a:pt x="49" y="134"/>
                    <a:pt x="33" y="17"/>
                  </a:cubicBezTo>
                  <a:cubicBezTo>
                    <a:pt x="33" y="17"/>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3"/>
            <p:cNvSpPr/>
            <p:nvPr/>
          </p:nvSpPr>
          <p:spPr>
            <a:xfrm>
              <a:off x="1252616" y="2111348"/>
              <a:ext cx="160609" cy="80354"/>
            </a:xfrm>
            <a:custGeom>
              <a:rect b="b" l="l" r="r" t="t"/>
              <a:pathLst>
                <a:path extrusionOk="0" h="809" w="1617">
                  <a:moveTo>
                    <a:pt x="1584" y="0"/>
                  </a:moveTo>
                  <a:lnTo>
                    <a:pt x="1382" y="101"/>
                  </a:lnTo>
                  <a:cubicBezTo>
                    <a:pt x="1229" y="166"/>
                    <a:pt x="1079" y="234"/>
                    <a:pt x="926" y="303"/>
                  </a:cubicBezTo>
                  <a:lnTo>
                    <a:pt x="760" y="384"/>
                  </a:lnTo>
                  <a:cubicBezTo>
                    <a:pt x="542" y="485"/>
                    <a:pt x="320" y="586"/>
                    <a:pt x="85" y="707"/>
                  </a:cubicBezTo>
                  <a:cubicBezTo>
                    <a:pt x="53" y="723"/>
                    <a:pt x="17" y="739"/>
                    <a:pt x="1" y="788"/>
                  </a:cubicBezTo>
                  <a:cubicBezTo>
                    <a:pt x="1" y="788"/>
                    <a:pt x="1" y="808"/>
                    <a:pt x="17" y="808"/>
                  </a:cubicBezTo>
                  <a:cubicBezTo>
                    <a:pt x="17" y="808"/>
                    <a:pt x="37" y="808"/>
                    <a:pt x="37" y="788"/>
                  </a:cubicBezTo>
                  <a:cubicBezTo>
                    <a:pt x="37" y="756"/>
                    <a:pt x="53" y="739"/>
                    <a:pt x="101" y="723"/>
                  </a:cubicBezTo>
                  <a:cubicBezTo>
                    <a:pt x="320" y="622"/>
                    <a:pt x="558" y="521"/>
                    <a:pt x="776" y="420"/>
                  </a:cubicBezTo>
                  <a:lnTo>
                    <a:pt x="946" y="335"/>
                  </a:lnTo>
                  <a:cubicBezTo>
                    <a:pt x="1095" y="267"/>
                    <a:pt x="1249" y="182"/>
                    <a:pt x="1382" y="117"/>
                  </a:cubicBezTo>
                  <a:lnTo>
                    <a:pt x="1600" y="16"/>
                  </a:lnTo>
                  <a:cubicBezTo>
                    <a:pt x="1616" y="16"/>
                    <a:pt x="1616" y="16"/>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3"/>
            <p:cNvSpPr/>
            <p:nvPr/>
          </p:nvSpPr>
          <p:spPr>
            <a:xfrm>
              <a:off x="931597" y="3244844"/>
              <a:ext cx="5364" cy="88300"/>
            </a:xfrm>
            <a:custGeom>
              <a:rect b="b" l="l" r="r" t="t"/>
              <a:pathLst>
                <a:path extrusionOk="0" h="889" w="54">
                  <a:moveTo>
                    <a:pt x="17" y="0"/>
                  </a:moveTo>
                  <a:cubicBezTo>
                    <a:pt x="17" y="0"/>
                    <a:pt x="1" y="0"/>
                    <a:pt x="1" y="16"/>
                  </a:cubicBezTo>
                  <a:lnTo>
                    <a:pt x="1" y="202"/>
                  </a:lnTo>
                  <a:lnTo>
                    <a:pt x="1" y="740"/>
                  </a:lnTo>
                  <a:lnTo>
                    <a:pt x="1" y="772"/>
                  </a:lnTo>
                  <a:cubicBezTo>
                    <a:pt x="1" y="808"/>
                    <a:pt x="1" y="840"/>
                    <a:pt x="17" y="889"/>
                  </a:cubicBezTo>
                  <a:lnTo>
                    <a:pt x="37" y="889"/>
                  </a:lnTo>
                  <a:cubicBezTo>
                    <a:pt x="53" y="889"/>
                    <a:pt x="53" y="873"/>
                    <a:pt x="53" y="873"/>
                  </a:cubicBezTo>
                  <a:cubicBezTo>
                    <a:pt x="37" y="840"/>
                    <a:pt x="37" y="808"/>
                    <a:pt x="37" y="772"/>
                  </a:cubicBezTo>
                  <a:lnTo>
                    <a:pt x="37" y="740"/>
                  </a:lnTo>
                  <a:lnTo>
                    <a:pt x="37" y="202"/>
                  </a:lnTo>
                  <a:lnTo>
                    <a:pt x="37" y="16"/>
                  </a:ln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3"/>
            <p:cNvSpPr/>
            <p:nvPr/>
          </p:nvSpPr>
          <p:spPr>
            <a:xfrm>
              <a:off x="791152" y="2649391"/>
              <a:ext cx="5364" cy="80354"/>
            </a:xfrm>
            <a:custGeom>
              <a:rect b="b" l="l" r="r" t="t"/>
              <a:pathLst>
                <a:path extrusionOk="0" h="809" w="54">
                  <a:moveTo>
                    <a:pt x="17" y="0"/>
                  </a:moveTo>
                  <a:cubicBezTo>
                    <a:pt x="1" y="0"/>
                    <a:pt x="1" y="0"/>
                    <a:pt x="1" y="17"/>
                  </a:cubicBezTo>
                  <a:cubicBezTo>
                    <a:pt x="17" y="170"/>
                    <a:pt x="17" y="340"/>
                    <a:pt x="17" y="505"/>
                  </a:cubicBezTo>
                  <a:lnTo>
                    <a:pt x="17" y="792"/>
                  </a:lnTo>
                  <a:cubicBezTo>
                    <a:pt x="17" y="792"/>
                    <a:pt x="17" y="808"/>
                    <a:pt x="37" y="808"/>
                  </a:cubicBezTo>
                  <a:lnTo>
                    <a:pt x="37" y="792"/>
                  </a:lnTo>
                  <a:lnTo>
                    <a:pt x="37" y="505"/>
                  </a:lnTo>
                  <a:cubicBezTo>
                    <a:pt x="53" y="340"/>
                    <a:pt x="53" y="17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3"/>
            <p:cNvSpPr/>
            <p:nvPr/>
          </p:nvSpPr>
          <p:spPr>
            <a:xfrm>
              <a:off x="672458" y="1604591"/>
              <a:ext cx="145710" cy="192293"/>
            </a:xfrm>
            <a:custGeom>
              <a:rect b="b" l="l" r="r" t="t"/>
              <a:pathLst>
                <a:path extrusionOk="0" h="1936" w="1467">
                  <a:moveTo>
                    <a:pt x="1398" y="0"/>
                  </a:moveTo>
                  <a:lnTo>
                    <a:pt x="1398" y="16"/>
                  </a:lnTo>
                  <a:cubicBezTo>
                    <a:pt x="1434" y="101"/>
                    <a:pt x="1434" y="170"/>
                    <a:pt x="1434" y="255"/>
                  </a:cubicBezTo>
                  <a:cubicBezTo>
                    <a:pt x="1414" y="303"/>
                    <a:pt x="1414" y="356"/>
                    <a:pt x="1414" y="404"/>
                  </a:cubicBezTo>
                  <a:cubicBezTo>
                    <a:pt x="1434" y="489"/>
                    <a:pt x="1434" y="590"/>
                    <a:pt x="1434" y="691"/>
                  </a:cubicBezTo>
                  <a:cubicBezTo>
                    <a:pt x="1434" y="776"/>
                    <a:pt x="1414" y="861"/>
                    <a:pt x="1434" y="941"/>
                  </a:cubicBezTo>
                  <a:cubicBezTo>
                    <a:pt x="1434" y="1026"/>
                    <a:pt x="1398" y="1079"/>
                    <a:pt x="1333" y="1127"/>
                  </a:cubicBezTo>
                  <a:cubicBezTo>
                    <a:pt x="1063" y="1264"/>
                    <a:pt x="828" y="1414"/>
                    <a:pt x="574" y="1547"/>
                  </a:cubicBezTo>
                  <a:cubicBezTo>
                    <a:pt x="473" y="1616"/>
                    <a:pt x="388" y="1668"/>
                    <a:pt x="287" y="1733"/>
                  </a:cubicBezTo>
                  <a:cubicBezTo>
                    <a:pt x="255" y="1749"/>
                    <a:pt x="238" y="1749"/>
                    <a:pt x="222" y="1769"/>
                  </a:cubicBezTo>
                  <a:cubicBezTo>
                    <a:pt x="154" y="1802"/>
                    <a:pt x="69" y="1850"/>
                    <a:pt x="0" y="1919"/>
                  </a:cubicBezTo>
                  <a:lnTo>
                    <a:pt x="0" y="1935"/>
                  </a:lnTo>
                  <a:lnTo>
                    <a:pt x="20" y="1935"/>
                  </a:lnTo>
                  <a:cubicBezTo>
                    <a:pt x="85" y="1870"/>
                    <a:pt x="154" y="1834"/>
                    <a:pt x="238" y="1786"/>
                  </a:cubicBezTo>
                  <a:cubicBezTo>
                    <a:pt x="255" y="1786"/>
                    <a:pt x="271" y="1769"/>
                    <a:pt x="287" y="1749"/>
                  </a:cubicBezTo>
                  <a:cubicBezTo>
                    <a:pt x="388" y="1701"/>
                    <a:pt x="489" y="1632"/>
                    <a:pt x="590" y="1584"/>
                  </a:cubicBezTo>
                  <a:cubicBezTo>
                    <a:pt x="828" y="1430"/>
                    <a:pt x="1079" y="1281"/>
                    <a:pt x="1333" y="1143"/>
                  </a:cubicBezTo>
                  <a:cubicBezTo>
                    <a:pt x="1434" y="1095"/>
                    <a:pt x="1467" y="1026"/>
                    <a:pt x="1450" y="941"/>
                  </a:cubicBezTo>
                  <a:lnTo>
                    <a:pt x="1450" y="691"/>
                  </a:lnTo>
                  <a:lnTo>
                    <a:pt x="1450" y="388"/>
                  </a:lnTo>
                  <a:lnTo>
                    <a:pt x="1450" y="255"/>
                  </a:lnTo>
                  <a:cubicBezTo>
                    <a:pt x="1467" y="186"/>
                    <a:pt x="1467" y="85"/>
                    <a:pt x="1414" y="16"/>
                  </a:cubicBezTo>
                  <a:cubicBezTo>
                    <a:pt x="1414" y="0"/>
                    <a:pt x="1414"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3"/>
            <p:cNvSpPr/>
            <p:nvPr/>
          </p:nvSpPr>
          <p:spPr>
            <a:xfrm>
              <a:off x="1256191" y="2643332"/>
              <a:ext cx="162198" cy="230434"/>
            </a:xfrm>
            <a:custGeom>
              <a:rect b="b" l="l" r="r" t="t"/>
              <a:pathLst>
                <a:path extrusionOk="0" h="2320" w="1633">
                  <a:moveTo>
                    <a:pt x="1539" y="1"/>
                  </a:moveTo>
                  <a:cubicBezTo>
                    <a:pt x="1519" y="1"/>
                    <a:pt x="1498" y="5"/>
                    <a:pt x="1479" y="13"/>
                  </a:cubicBezTo>
                  <a:cubicBezTo>
                    <a:pt x="1294" y="78"/>
                    <a:pt x="1128" y="162"/>
                    <a:pt x="958" y="231"/>
                  </a:cubicBezTo>
                  <a:lnTo>
                    <a:pt x="809" y="280"/>
                  </a:lnTo>
                  <a:cubicBezTo>
                    <a:pt x="724" y="316"/>
                    <a:pt x="655" y="348"/>
                    <a:pt x="570" y="381"/>
                  </a:cubicBezTo>
                  <a:cubicBezTo>
                    <a:pt x="385" y="465"/>
                    <a:pt x="203" y="534"/>
                    <a:pt x="1" y="603"/>
                  </a:cubicBezTo>
                  <a:lnTo>
                    <a:pt x="1" y="619"/>
                  </a:lnTo>
                  <a:lnTo>
                    <a:pt x="17" y="619"/>
                  </a:lnTo>
                  <a:cubicBezTo>
                    <a:pt x="203" y="566"/>
                    <a:pt x="405" y="481"/>
                    <a:pt x="587" y="401"/>
                  </a:cubicBezTo>
                  <a:cubicBezTo>
                    <a:pt x="655" y="381"/>
                    <a:pt x="740" y="348"/>
                    <a:pt x="809" y="316"/>
                  </a:cubicBezTo>
                  <a:lnTo>
                    <a:pt x="974" y="247"/>
                  </a:lnTo>
                  <a:cubicBezTo>
                    <a:pt x="1144" y="179"/>
                    <a:pt x="1314" y="114"/>
                    <a:pt x="1479" y="45"/>
                  </a:cubicBezTo>
                  <a:cubicBezTo>
                    <a:pt x="1506" y="37"/>
                    <a:pt x="1523" y="33"/>
                    <a:pt x="1537" y="33"/>
                  </a:cubicBezTo>
                  <a:cubicBezTo>
                    <a:pt x="1552" y="33"/>
                    <a:pt x="1564" y="37"/>
                    <a:pt x="1580" y="45"/>
                  </a:cubicBezTo>
                  <a:cubicBezTo>
                    <a:pt x="1597" y="61"/>
                    <a:pt x="1597" y="78"/>
                    <a:pt x="1597" y="114"/>
                  </a:cubicBezTo>
                  <a:cubicBezTo>
                    <a:pt x="1597" y="231"/>
                    <a:pt x="1597" y="364"/>
                    <a:pt x="1580" y="481"/>
                  </a:cubicBezTo>
                  <a:lnTo>
                    <a:pt x="1580" y="720"/>
                  </a:lnTo>
                  <a:cubicBezTo>
                    <a:pt x="1580" y="768"/>
                    <a:pt x="1564" y="784"/>
                    <a:pt x="1496" y="805"/>
                  </a:cubicBezTo>
                  <a:cubicBezTo>
                    <a:pt x="1261" y="885"/>
                    <a:pt x="1027" y="986"/>
                    <a:pt x="809" y="1071"/>
                  </a:cubicBezTo>
                  <a:cubicBezTo>
                    <a:pt x="607" y="1156"/>
                    <a:pt x="405" y="1241"/>
                    <a:pt x="203" y="1310"/>
                  </a:cubicBezTo>
                  <a:cubicBezTo>
                    <a:pt x="134" y="1342"/>
                    <a:pt x="102" y="1374"/>
                    <a:pt x="102" y="1443"/>
                  </a:cubicBezTo>
                  <a:lnTo>
                    <a:pt x="102" y="1714"/>
                  </a:lnTo>
                  <a:cubicBezTo>
                    <a:pt x="102" y="1916"/>
                    <a:pt x="102" y="2118"/>
                    <a:pt x="118" y="2320"/>
                  </a:cubicBezTo>
                  <a:lnTo>
                    <a:pt x="134" y="2320"/>
                  </a:lnTo>
                  <a:cubicBezTo>
                    <a:pt x="118" y="2118"/>
                    <a:pt x="134" y="1916"/>
                    <a:pt x="134" y="1714"/>
                  </a:cubicBezTo>
                  <a:lnTo>
                    <a:pt x="134" y="1443"/>
                  </a:lnTo>
                  <a:cubicBezTo>
                    <a:pt x="134" y="1374"/>
                    <a:pt x="166" y="1358"/>
                    <a:pt x="219" y="1342"/>
                  </a:cubicBezTo>
                  <a:cubicBezTo>
                    <a:pt x="421" y="1257"/>
                    <a:pt x="623" y="1172"/>
                    <a:pt x="809" y="1108"/>
                  </a:cubicBezTo>
                  <a:cubicBezTo>
                    <a:pt x="1043" y="1007"/>
                    <a:pt x="1277" y="922"/>
                    <a:pt x="1516" y="837"/>
                  </a:cubicBezTo>
                  <a:cubicBezTo>
                    <a:pt x="1564" y="805"/>
                    <a:pt x="1597" y="784"/>
                    <a:pt x="1597" y="720"/>
                  </a:cubicBezTo>
                  <a:cubicBezTo>
                    <a:pt x="1597" y="635"/>
                    <a:pt x="1617" y="566"/>
                    <a:pt x="1617" y="481"/>
                  </a:cubicBezTo>
                  <a:cubicBezTo>
                    <a:pt x="1617" y="364"/>
                    <a:pt x="1633" y="231"/>
                    <a:pt x="1633" y="114"/>
                  </a:cubicBezTo>
                  <a:cubicBezTo>
                    <a:pt x="1633" y="61"/>
                    <a:pt x="1617" y="29"/>
                    <a:pt x="1597" y="13"/>
                  </a:cubicBezTo>
                  <a:cubicBezTo>
                    <a:pt x="1580" y="5"/>
                    <a:pt x="1560" y="1"/>
                    <a:pt x="1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3"/>
            <p:cNvSpPr/>
            <p:nvPr/>
          </p:nvSpPr>
          <p:spPr>
            <a:xfrm>
              <a:off x="2167002" y="3353109"/>
              <a:ext cx="6953" cy="38637"/>
            </a:xfrm>
            <a:custGeom>
              <a:rect b="b" l="l" r="r" t="t"/>
              <a:pathLst>
                <a:path extrusionOk="0" h="389" w="70">
                  <a:moveTo>
                    <a:pt x="53" y="1"/>
                  </a:moveTo>
                  <a:cubicBezTo>
                    <a:pt x="53" y="1"/>
                    <a:pt x="37" y="1"/>
                    <a:pt x="37" y="21"/>
                  </a:cubicBezTo>
                  <a:cubicBezTo>
                    <a:pt x="21" y="70"/>
                    <a:pt x="21" y="138"/>
                    <a:pt x="21" y="203"/>
                  </a:cubicBezTo>
                  <a:cubicBezTo>
                    <a:pt x="21" y="255"/>
                    <a:pt x="37" y="324"/>
                    <a:pt x="21" y="373"/>
                  </a:cubicBezTo>
                  <a:cubicBezTo>
                    <a:pt x="1" y="389"/>
                    <a:pt x="21" y="389"/>
                    <a:pt x="21" y="389"/>
                  </a:cubicBezTo>
                  <a:lnTo>
                    <a:pt x="37" y="389"/>
                  </a:lnTo>
                  <a:cubicBezTo>
                    <a:pt x="53" y="324"/>
                    <a:pt x="53" y="255"/>
                    <a:pt x="53" y="203"/>
                  </a:cubicBezTo>
                  <a:cubicBezTo>
                    <a:pt x="53" y="138"/>
                    <a:pt x="53" y="86"/>
                    <a:pt x="70" y="21"/>
                  </a:cubicBezTo>
                  <a:cubicBezTo>
                    <a:pt x="70" y="21"/>
                    <a:pt x="70"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3"/>
            <p:cNvSpPr/>
            <p:nvPr/>
          </p:nvSpPr>
          <p:spPr>
            <a:xfrm>
              <a:off x="1740897" y="2459184"/>
              <a:ext cx="142134" cy="290625"/>
            </a:xfrm>
            <a:custGeom>
              <a:rect b="b" l="l" r="r" t="t"/>
              <a:pathLst>
                <a:path extrusionOk="0" h="2926" w="1431">
                  <a:moveTo>
                    <a:pt x="41" y="1"/>
                  </a:moveTo>
                  <a:cubicBezTo>
                    <a:pt x="37" y="1"/>
                    <a:pt x="33" y="5"/>
                    <a:pt x="33" y="13"/>
                  </a:cubicBezTo>
                  <a:cubicBezTo>
                    <a:pt x="1" y="65"/>
                    <a:pt x="1" y="114"/>
                    <a:pt x="1" y="166"/>
                  </a:cubicBezTo>
                  <a:lnTo>
                    <a:pt x="1" y="336"/>
                  </a:lnTo>
                  <a:lnTo>
                    <a:pt x="1" y="922"/>
                  </a:lnTo>
                  <a:cubicBezTo>
                    <a:pt x="1" y="1006"/>
                    <a:pt x="17" y="1059"/>
                    <a:pt x="69" y="1124"/>
                  </a:cubicBezTo>
                  <a:cubicBezTo>
                    <a:pt x="271" y="1378"/>
                    <a:pt x="453" y="1649"/>
                    <a:pt x="639" y="1915"/>
                  </a:cubicBezTo>
                  <a:cubicBezTo>
                    <a:pt x="793" y="2134"/>
                    <a:pt x="958" y="2356"/>
                    <a:pt x="1112" y="2574"/>
                  </a:cubicBezTo>
                  <a:cubicBezTo>
                    <a:pt x="1144" y="2606"/>
                    <a:pt x="1180" y="2638"/>
                    <a:pt x="1197" y="2675"/>
                  </a:cubicBezTo>
                  <a:cubicBezTo>
                    <a:pt x="1245" y="2776"/>
                    <a:pt x="1314" y="2861"/>
                    <a:pt x="1399" y="2925"/>
                  </a:cubicBezTo>
                  <a:lnTo>
                    <a:pt x="1415" y="2925"/>
                  </a:lnTo>
                  <a:lnTo>
                    <a:pt x="1415" y="2909"/>
                  </a:lnTo>
                  <a:cubicBezTo>
                    <a:pt x="1431" y="2909"/>
                    <a:pt x="1431" y="2909"/>
                    <a:pt x="1415" y="2893"/>
                  </a:cubicBezTo>
                  <a:cubicBezTo>
                    <a:pt x="1330" y="2840"/>
                    <a:pt x="1261" y="2760"/>
                    <a:pt x="1213" y="2675"/>
                  </a:cubicBezTo>
                  <a:cubicBezTo>
                    <a:pt x="1197" y="2622"/>
                    <a:pt x="1160" y="2590"/>
                    <a:pt x="1144" y="2558"/>
                  </a:cubicBezTo>
                  <a:cubicBezTo>
                    <a:pt x="978" y="2335"/>
                    <a:pt x="825" y="2117"/>
                    <a:pt x="675" y="1899"/>
                  </a:cubicBezTo>
                  <a:cubicBezTo>
                    <a:pt x="490" y="1629"/>
                    <a:pt x="288" y="1362"/>
                    <a:pt x="86" y="1107"/>
                  </a:cubicBezTo>
                  <a:cubicBezTo>
                    <a:pt x="49" y="1059"/>
                    <a:pt x="33" y="990"/>
                    <a:pt x="33" y="922"/>
                  </a:cubicBezTo>
                  <a:lnTo>
                    <a:pt x="33" y="336"/>
                  </a:lnTo>
                  <a:lnTo>
                    <a:pt x="33" y="166"/>
                  </a:lnTo>
                  <a:cubicBezTo>
                    <a:pt x="33" y="114"/>
                    <a:pt x="33" y="65"/>
                    <a:pt x="49" y="33"/>
                  </a:cubicBezTo>
                  <a:cubicBezTo>
                    <a:pt x="69" y="13"/>
                    <a:pt x="49" y="13"/>
                    <a:pt x="49" y="13"/>
                  </a:cubicBezTo>
                  <a:cubicBezTo>
                    <a:pt x="49" y="5"/>
                    <a:pt x="45"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3"/>
            <p:cNvSpPr/>
            <p:nvPr/>
          </p:nvSpPr>
          <p:spPr>
            <a:xfrm>
              <a:off x="672458" y="1758247"/>
              <a:ext cx="145710" cy="204312"/>
            </a:xfrm>
            <a:custGeom>
              <a:rect b="b" l="l" r="r" t="t"/>
              <a:pathLst>
                <a:path extrusionOk="0" h="2057" w="1467">
                  <a:moveTo>
                    <a:pt x="1398" y="0"/>
                  </a:moveTo>
                  <a:lnTo>
                    <a:pt x="1398" y="20"/>
                  </a:lnTo>
                  <a:cubicBezTo>
                    <a:pt x="1450" y="101"/>
                    <a:pt x="1434" y="186"/>
                    <a:pt x="1434" y="271"/>
                  </a:cubicBezTo>
                  <a:cubicBezTo>
                    <a:pt x="1414" y="323"/>
                    <a:pt x="1414" y="372"/>
                    <a:pt x="1414" y="424"/>
                  </a:cubicBezTo>
                  <a:cubicBezTo>
                    <a:pt x="1434" y="558"/>
                    <a:pt x="1434" y="707"/>
                    <a:pt x="1434" y="845"/>
                  </a:cubicBezTo>
                  <a:lnTo>
                    <a:pt x="1434" y="1148"/>
                  </a:lnTo>
                  <a:cubicBezTo>
                    <a:pt x="1434" y="1232"/>
                    <a:pt x="1398" y="1265"/>
                    <a:pt x="1333" y="1313"/>
                  </a:cubicBezTo>
                  <a:cubicBezTo>
                    <a:pt x="978" y="1499"/>
                    <a:pt x="626" y="1685"/>
                    <a:pt x="287" y="1871"/>
                  </a:cubicBezTo>
                  <a:lnTo>
                    <a:pt x="20" y="2020"/>
                  </a:lnTo>
                  <a:lnTo>
                    <a:pt x="0" y="2040"/>
                  </a:lnTo>
                  <a:lnTo>
                    <a:pt x="0" y="2056"/>
                  </a:lnTo>
                  <a:lnTo>
                    <a:pt x="37" y="2056"/>
                  </a:lnTo>
                  <a:lnTo>
                    <a:pt x="303" y="1903"/>
                  </a:lnTo>
                  <a:cubicBezTo>
                    <a:pt x="642" y="1717"/>
                    <a:pt x="994" y="1515"/>
                    <a:pt x="1333" y="1333"/>
                  </a:cubicBezTo>
                  <a:cubicBezTo>
                    <a:pt x="1414" y="1297"/>
                    <a:pt x="1467" y="1249"/>
                    <a:pt x="1450" y="1148"/>
                  </a:cubicBezTo>
                  <a:lnTo>
                    <a:pt x="1450" y="845"/>
                  </a:lnTo>
                  <a:lnTo>
                    <a:pt x="1450" y="424"/>
                  </a:lnTo>
                  <a:lnTo>
                    <a:pt x="1450" y="271"/>
                  </a:lnTo>
                  <a:cubicBezTo>
                    <a:pt x="1467" y="186"/>
                    <a:pt x="1467" y="85"/>
                    <a:pt x="14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3"/>
            <p:cNvSpPr/>
            <p:nvPr/>
          </p:nvSpPr>
          <p:spPr>
            <a:xfrm>
              <a:off x="869817" y="3147009"/>
              <a:ext cx="336314" cy="208285"/>
            </a:xfrm>
            <a:custGeom>
              <a:rect b="b" l="l" r="r" t="t"/>
              <a:pathLst>
                <a:path extrusionOk="0" h="2097" w="3386">
                  <a:moveTo>
                    <a:pt x="3371" y="0"/>
                  </a:moveTo>
                  <a:cubicBezTo>
                    <a:pt x="3368" y="0"/>
                    <a:pt x="3366" y="2"/>
                    <a:pt x="3366" y="8"/>
                  </a:cubicBezTo>
                  <a:cubicBezTo>
                    <a:pt x="3184" y="56"/>
                    <a:pt x="2998" y="125"/>
                    <a:pt x="2812" y="193"/>
                  </a:cubicBezTo>
                  <a:cubicBezTo>
                    <a:pt x="2610" y="278"/>
                    <a:pt x="2408" y="343"/>
                    <a:pt x="2222" y="412"/>
                  </a:cubicBezTo>
                  <a:cubicBezTo>
                    <a:pt x="2073" y="460"/>
                    <a:pt x="1936" y="513"/>
                    <a:pt x="1786" y="561"/>
                  </a:cubicBezTo>
                  <a:cubicBezTo>
                    <a:pt x="1483" y="682"/>
                    <a:pt x="1164" y="783"/>
                    <a:pt x="841" y="900"/>
                  </a:cubicBezTo>
                  <a:cubicBezTo>
                    <a:pt x="708" y="933"/>
                    <a:pt x="590" y="985"/>
                    <a:pt x="457" y="1034"/>
                  </a:cubicBezTo>
                  <a:cubicBezTo>
                    <a:pt x="356" y="1066"/>
                    <a:pt x="235" y="1102"/>
                    <a:pt x="118" y="1151"/>
                  </a:cubicBezTo>
                  <a:cubicBezTo>
                    <a:pt x="33" y="1167"/>
                    <a:pt x="1" y="1220"/>
                    <a:pt x="1" y="1321"/>
                  </a:cubicBezTo>
                  <a:lnTo>
                    <a:pt x="1" y="1741"/>
                  </a:lnTo>
                  <a:lnTo>
                    <a:pt x="1" y="1943"/>
                  </a:lnTo>
                  <a:lnTo>
                    <a:pt x="1" y="1975"/>
                  </a:lnTo>
                  <a:cubicBezTo>
                    <a:pt x="1" y="2011"/>
                    <a:pt x="1" y="2060"/>
                    <a:pt x="33" y="2096"/>
                  </a:cubicBezTo>
                  <a:lnTo>
                    <a:pt x="53" y="2096"/>
                  </a:lnTo>
                  <a:lnTo>
                    <a:pt x="53" y="2060"/>
                  </a:lnTo>
                  <a:cubicBezTo>
                    <a:pt x="33" y="2044"/>
                    <a:pt x="33" y="2011"/>
                    <a:pt x="33" y="1975"/>
                  </a:cubicBezTo>
                  <a:lnTo>
                    <a:pt x="33" y="1943"/>
                  </a:lnTo>
                  <a:lnTo>
                    <a:pt x="33" y="1741"/>
                  </a:lnTo>
                  <a:lnTo>
                    <a:pt x="33" y="1321"/>
                  </a:lnTo>
                  <a:cubicBezTo>
                    <a:pt x="33" y="1236"/>
                    <a:pt x="53" y="1203"/>
                    <a:pt x="134" y="1167"/>
                  </a:cubicBezTo>
                  <a:cubicBezTo>
                    <a:pt x="235" y="1135"/>
                    <a:pt x="356" y="1086"/>
                    <a:pt x="473" y="1050"/>
                  </a:cubicBezTo>
                  <a:cubicBezTo>
                    <a:pt x="590" y="1001"/>
                    <a:pt x="724" y="965"/>
                    <a:pt x="841" y="917"/>
                  </a:cubicBezTo>
                  <a:cubicBezTo>
                    <a:pt x="1164" y="816"/>
                    <a:pt x="1483" y="698"/>
                    <a:pt x="1802" y="581"/>
                  </a:cubicBezTo>
                  <a:cubicBezTo>
                    <a:pt x="1936" y="529"/>
                    <a:pt x="2089" y="480"/>
                    <a:pt x="2222" y="444"/>
                  </a:cubicBezTo>
                  <a:cubicBezTo>
                    <a:pt x="2424" y="359"/>
                    <a:pt x="2626" y="294"/>
                    <a:pt x="2812" y="226"/>
                  </a:cubicBezTo>
                  <a:cubicBezTo>
                    <a:pt x="2998" y="157"/>
                    <a:pt x="3184" y="92"/>
                    <a:pt x="3366" y="24"/>
                  </a:cubicBezTo>
                  <a:cubicBezTo>
                    <a:pt x="3386" y="24"/>
                    <a:pt x="3386" y="8"/>
                    <a:pt x="3386" y="8"/>
                  </a:cubicBezTo>
                  <a:cubicBezTo>
                    <a:pt x="3386" y="8"/>
                    <a:pt x="3377" y="0"/>
                    <a:pt x="3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3"/>
            <p:cNvSpPr/>
            <p:nvPr/>
          </p:nvSpPr>
          <p:spPr>
            <a:xfrm>
              <a:off x="1334459" y="3276529"/>
              <a:ext cx="5364" cy="102007"/>
            </a:xfrm>
            <a:custGeom>
              <a:rect b="b" l="l" r="r" t="t"/>
              <a:pathLst>
                <a:path extrusionOk="0" h="1027" w="54">
                  <a:moveTo>
                    <a:pt x="21" y="0"/>
                  </a:moveTo>
                  <a:cubicBezTo>
                    <a:pt x="1" y="0"/>
                    <a:pt x="1" y="17"/>
                    <a:pt x="1" y="17"/>
                  </a:cubicBezTo>
                  <a:lnTo>
                    <a:pt x="1" y="235"/>
                  </a:lnTo>
                  <a:lnTo>
                    <a:pt x="1" y="873"/>
                  </a:lnTo>
                  <a:lnTo>
                    <a:pt x="1" y="909"/>
                  </a:lnTo>
                  <a:cubicBezTo>
                    <a:pt x="1" y="942"/>
                    <a:pt x="1" y="994"/>
                    <a:pt x="21" y="1026"/>
                  </a:cubicBezTo>
                  <a:lnTo>
                    <a:pt x="37" y="1026"/>
                  </a:lnTo>
                  <a:cubicBezTo>
                    <a:pt x="37" y="1026"/>
                    <a:pt x="53" y="1026"/>
                    <a:pt x="37" y="1010"/>
                  </a:cubicBezTo>
                  <a:cubicBezTo>
                    <a:pt x="21" y="974"/>
                    <a:pt x="37" y="942"/>
                    <a:pt x="37" y="909"/>
                  </a:cubicBezTo>
                  <a:lnTo>
                    <a:pt x="37" y="873"/>
                  </a:lnTo>
                  <a:lnTo>
                    <a:pt x="37" y="235"/>
                  </a:lnTo>
                  <a:lnTo>
                    <a:pt x="37" y="17"/>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3"/>
            <p:cNvSpPr/>
            <p:nvPr/>
          </p:nvSpPr>
          <p:spPr>
            <a:xfrm>
              <a:off x="1414714" y="3420153"/>
              <a:ext cx="87207" cy="180672"/>
            </a:xfrm>
            <a:custGeom>
              <a:rect b="b" l="l" r="r" t="t"/>
              <a:pathLst>
                <a:path extrusionOk="0" h="1819" w="878">
                  <a:moveTo>
                    <a:pt x="1" y="1"/>
                  </a:moveTo>
                  <a:lnTo>
                    <a:pt x="1" y="17"/>
                  </a:lnTo>
                  <a:cubicBezTo>
                    <a:pt x="170" y="134"/>
                    <a:pt x="324" y="271"/>
                    <a:pt x="473" y="405"/>
                  </a:cubicBezTo>
                  <a:cubicBezTo>
                    <a:pt x="558" y="506"/>
                    <a:pt x="659" y="590"/>
                    <a:pt x="776" y="675"/>
                  </a:cubicBezTo>
                  <a:cubicBezTo>
                    <a:pt x="829" y="724"/>
                    <a:pt x="845" y="792"/>
                    <a:pt x="845" y="877"/>
                  </a:cubicBezTo>
                  <a:lnTo>
                    <a:pt x="845" y="1499"/>
                  </a:lnTo>
                  <a:lnTo>
                    <a:pt x="845" y="1669"/>
                  </a:lnTo>
                  <a:cubicBezTo>
                    <a:pt x="845" y="1701"/>
                    <a:pt x="845" y="1750"/>
                    <a:pt x="808" y="1802"/>
                  </a:cubicBezTo>
                  <a:lnTo>
                    <a:pt x="829" y="1818"/>
                  </a:lnTo>
                  <a:lnTo>
                    <a:pt x="845" y="1802"/>
                  </a:lnTo>
                  <a:cubicBezTo>
                    <a:pt x="877" y="1770"/>
                    <a:pt x="877" y="1717"/>
                    <a:pt x="877" y="1669"/>
                  </a:cubicBezTo>
                  <a:lnTo>
                    <a:pt x="877" y="1499"/>
                  </a:lnTo>
                  <a:cubicBezTo>
                    <a:pt x="877" y="1297"/>
                    <a:pt x="861" y="1079"/>
                    <a:pt x="877" y="877"/>
                  </a:cubicBezTo>
                  <a:cubicBezTo>
                    <a:pt x="877" y="792"/>
                    <a:pt x="861" y="708"/>
                    <a:pt x="792" y="659"/>
                  </a:cubicBezTo>
                  <a:cubicBezTo>
                    <a:pt x="675" y="574"/>
                    <a:pt x="574" y="473"/>
                    <a:pt x="489" y="388"/>
                  </a:cubicBezTo>
                  <a:cubicBezTo>
                    <a:pt x="340" y="255"/>
                    <a:pt x="170" y="11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3"/>
            <p:cNvSpPr/>
            <p:nvPr/>
          </p:nvSpPr>
          <p:spPr>
            <a:xfrm>
              <a:off x="1182393" y="3156147"/>
              <a:ext cx="6953" cy="93564"/>
            </a:xfrm>
            <a:custGeom>
              <a:rect b="b" l="l" r="r" t="t"/>
              <a:pathLst>
                <a:path extrusionOk="0" h="942" w="70">
                  <a:moveTo>
                    <a:pt x="17" y="0"/>
                  </a:moveTo>
                  <a:lnTo>
                    <a:pt x="1" y="17"/>
                  </a:lnTo>
                  <a:cubicBezTo>
                    <a:pt x="17" y="166"/>
                    <a:pt x="17" y="320"/>
                    <a:pt x="17" y="453"/>
                  </a:cubicBezTo>
                  <a:lnTo>
                    <a:pt x="17" y="724"/>
                  </a:lnTo>
                  <a:lnTo>
                    <a:pt x="17" y="792"/>
                  </a:lnTo>
                  <a:cubicBezTo>
                    <a:pt x="17" y="841"/>
                    <a:pt x="17" y="893"/>
                    <a:pt x="37" y="942"/>
                  </a:cubicBezTo>
                  <a:lnTo>
                    <a:pt x="53" y="942"/>
                  </a:lnTo>
                  <a:cubicBezTo>
                    <a:pt x="53" y="942"/>
                    <a:pt x="69" y="942"/>
                    <a:pt x="53" y="926"/>
                  </a:cubicBezTo>
                  <a:cubicBezTo>
                    <a:pt x="37" y="893"/>
                    <a:pt x="53" y="841"/>
                    <a:pt x="53" y="792"/>
                  </a:cubicBezTo>
                  <a:lnTo>
                    <a:pt x="53" y="724"/>
                  </a:lnTo>
                  <a:lnTo>
                    <a:pt x="53" y="453"/>
                  </a:lnTo>
                  <a:cubicBezTo>
                    <a:pt x="53" y="320"/>
                    <a:pt x="53" y="166"/>
                    <a:pt x="37" y="17"/>
                  </a:cubicBezTo>
                  <a:cubicBezTo>
                    <a:pt x="37"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3"/>
            <p:cNvSpPr/>
            <p:nvPr/>
          </p:nvSpPr>
          <p:spPr>
            <a:xfrm>
              <a:off x="746257" y="3311392"/>
              <a:ext cx="4867" cy="80354"/>
            </a:xfrm>
            <a:custGeom>
              <a:rect b="b" l="l" r="r" t="t"/>
              <a:pathLst>
                <a:path extrusionOk="0" h="809" w="49">
                  <a:moveTo>
                    <a:pt x="0" y="1"/>
                  </a:moveTo>
                  <a:lnTo>
                    <a:pt x="0" y="17"/>
                  </a:lnTo>
                  <a:cubicBezTo>
                    <a:pt x="17" y="154"/>
                    <a:pt x="17" y="288"/>
                    <a:pt x="0" y="405"/>
                  </a:cubicBezTo>
                  <a:lnTo>
                    <a:pt x="0" y="659"/>
                  </a:lnTo>
                  <a:cubicBezTo>
                    <a:pt x="17" y="675"/>
                    <a:pt x="0" y="675"/>
                    <a:pt x="0" y="692"/>
                  </a:cubicBezTo>
                  <a:cubicBezTo>
                    <a:pt x="0" y="724"/>
                    <a:pt x="0" y="776"/>
                    <a:pt x="17" y="809"/>
                  </a:cubicBezTo>
                  <a:lnTo>
                    <a:pt x="33" y="809"/>
                  </a:lnTo>
                  <a:cubicBezTo>
                    <a:pt x="49" y="809"/>
                    <a:pt x="49" y="809"/>
                    <a:pt x="49" y="793"/>
                  </a:cubicBezTo>
                  <a:cubicBezTo>
                    <a:pt x="33" y="760"/>
                    <a:pt x="33" y="724"/>
                    <a:pt x="33" y="692"/>
                  </a:cubicBezTo>
                  <a:lnTo>
                    <a:pt x="33" y="659"/>
                  </a:lnTo>
                  <a:lnTo>
                    <a:pt x="33" y="405"/>
                  </a:lnTo>
                  <a:cubicBezTo>
                    <a:pt x="33" y="288"/>
                    <a:pt x="33" y="154"/>
                    <a:pt x="17" y="17"/>
                  </a:cubicBezTo>
                  <a:cubicBezTo>
                    <a:pt x="17" y="1"/>
                    <a:pt x="17"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3"/>
            <p:cNvSpPr/>
            <p:nvPr/>
          </p:nvSpPr>
          <p:spPr>
            <a:xfrm>
              <a:off x="1135809" y="2494146"/>
              <a:ext cx="4966" cy="86711"/>
            </a:xfrm>
            <a:custGeom>
              <a:rect b="b" l="l" r="r" t="t"/>
              <a:pathLst>
                <a:path extrusionOk="0" h="873" w="50">
                  <a:moveTo>
                    <a:pt x="1" y="0"/>
                  </a:moveTo>
                  <a:cubicBezTo>
                    <a:pt x="33" y="202"/>
                    <a:pt x="17" y="404"/>
                    <a:pt x="17" y="606"/>
                  </a:cubicBezTo>
                  <a:lnTo>
                    <a:pt x="17" y="707"/>
                  </a:lnTo>
                  <a:lnTo>
                    <a:pt x="17" y="792"/>
                  </a:lnTo>
                  <a:cubicBezTo>
                    <a:pt x="33" y="808"/>
                    <a:pt x="33" y="840"/>
                    <a:pt x="33" y="856"/>
                  </a:cubicBezTo>
                  <a:cubicBezTo>
                    <a:pt x="33" y="856"/>
                    <a:pt x="33" y="873"/>
                    <a:pt x="49" y="873"/>
                  </a:cubicBezTo>
                  <a:lnTo>
                    <a:pt x="49" y="856"/>
                  </a:lnTo>
                  <a:lnTo>
                    <a:pt x="49" y="792"/>
                  </a:lnTo>
                  <a:cubicBezTo>
                    <a:pt x="49" y="755"/>
                    <a:pt x="33" y="739"/>
                    <a:pt x="33" y="707"/>
                  </a:cubicBezTo>
                  <a:lnTo>
                    <a:pt x="33" y="606"/>
                  </a:lnTo>
                  <a:cubicBezTo>
                    <a:pt x="49" y="404"/>
                    <a:pt x="49" y="202"/>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3"/>
            <p:cNvSpPr/>
            <p:nvPr/>
          </p:nvSpPr>
          <p:spPr>
            <a:xfrm>
              <a:off x="2081979" y="3463459"/>
              <a:ext cx="100418" cy="117303"/>
            </a:xfrm>
            <a:custGeom>
              <a:rect b="b" l="l" r="r" t="t"/>
              <a:pathLst>
                <a:path extrusionOk="0" h="1181" w="1011">
                  <a:moveTo>
                    <a:pt x="17" y="1"/>
                  </a:moveTo>
                  <a:cubicBezTo>
                    <a:pt x="17" y="1"/>
                    <a:pt x="1" y="1"/>
                    <a:pt x="1" y="21"/>
                  </a:cubicBezTo>
                  <a:cubicBezTo>
                    <a:pt x="1" y="122"/>
                    <a:pt x="69" y="171"/>
                    <a:pt x="134" y="239"/>
                  </a:cubicBezTo>
                  <a:cubicBezTo>
                    <a:pt x="150" y="255"/>
                    <a:pt x="186" y="272"/>
                    <a:pt x="202" y="304"/>
                  </a:cubicBezTo>
                  <a:cubicBezTo>
                    <a:pt x="404" y="558"/>
                    <a:pt x="639" y="809"/>
                    <a:pt x="841" y="1063"/>
                  </a:cubicBezTo>
                  <a:lnTo>
                    <a:pt x="857" y="1079"/>
                  </a:lnTo>
                  <a:lnTo>
                    <a:pt x="877" y="1096"/>
                  </a:lnTo>
                  <a:cubicBezTo>
                    <a:pt x="909" y="1132"/>
                    <a:pt x="942" y="1180"/>
                    <a:pt x="994" y="1180"/>
                  </a:cubicBezTo>
                  <a:lnTo>
                    <a:pt x="1010" y="1180"/>
                  </a:lnTo>
                  <a:lnTo>
                    <a:pt x="1010" y="1164"/>
                  </a:lnTo>
                  <a:cubicBezTo>
                    <a:pt x="1010" y="1148"/>
                    <a:pt x="1010" y="1148"/>
                    <a:pt x="994" y="1148"/>
                  </a:cubicBezTo>
                  <a:cubicBezTo>
                    <a:pt x="958" y="1148"/>
                    <a:pt x="926" y="1112"/>
                    <a:pt x="893" y="1079"/>
                  </a:cubicBezTo>
                  <a:cubicBezTo>
                    <a:pt x="893" y="1079"/>
                    <a:pt x="893" y="1063"/>
                    <a:pt x="877" y="1063"/>
                  </a:cubicBezTo>
                  <a:lnTo>
                    <a:pt x="877" y="1047"/>
                  </a:lnTo>
                  <a:cubicBezTo>
                    <a:pt x="655" y="793"/>
                    <a:pt x="421" y="542"/>
                    <a:pt x="219" y="288"/>
                  </a:cubicBezTo>
                  <a:cubicBezTo>
                    <a:pt x="202" y="255"/>
                    <a:pt x="170" y="239"/>
                    <a:pt x="150" y="223"/>
                  </a:cubicBezTo>
                  <a:cubicBezTo>
                    <a:pt x="85" y="154"/>
                    <a:pt x="17" y="102"/>
                    <a:pt x="33" y="21"/>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3"/>
            <p:cNvSpPr/>
            <p:nvPr/>
          </p:nvSpPr>
          <p:spPr>
            <a:xfrm>
              <a:off x="754699" y="1703221"/>
              <a:ext cx="4867" cy="38637"/>
            </a:xfrm>
            <a:custGeom>
              <a:rect b="b" l="l" r="r" t="t"/>
              <a:pathLst>
                <a:path extrusionOk="0" h="389" w="49">
                  <a:moveTo>
                    <a:pt x="16" y="1"/>
                  </a:moveTo>
                  <a:cubicBezTo>
                    <a:pt x="16" y="1"/>
                    <a:pt x="0" y="1"/>
                    <a:pt x="0" y="17"/>
                  </a:cubicBezTo>
                  <a:lnTo>
                    <a:pt x="0" y="150"/>
                  </a:lnTo>
                  <a:cubicBezTo>
                    <a:pt x="0" y="219"/>
                    <a:pt x="0" y="304"/>
                    <a:pt x="16" y="372"/>
                  </a:cubicBezTo>
                  <a:cubicBezTo>
                    <a:pt x="16" y="389"/>
                    <a:pt x="33" y="389"/>
                    <a:pt x="33" y="389"/>
                  </a:cubicBezTo>
                  <a:lnTo>
                    <a:pt x="49" y="372"/>
                  </a:lnTo>
                  <a:cubicBezTo>
                    <a:pt x="33" y="304"/>
                    <a:pt x="33" y="219"/>
                    <a:pt x="33" y="150"/>
                  </a:cubicBezTo>
                  <a:lnTo>
                    <a:pt x="33" y="17"/>
                  </a:ln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3"/>
            <p:cNvSpPr/>
            <p:nvPr/>
          </p:nvSpPr>
          <p:spPr>
            <a:xfrm>
              <a:off x="1747751" y="1855288"/>
              <a:ext cx="155344" cy="306318"/>
            </a:xfrm>
            <a:custGeom>
              <a:rect b="b" l="l" r="r" t="t"/>
              <a:pathLst>
                <a:path extrusionOk="0" h="3084" w="1564">
                  <a:moveTo>
                    <a:pt x="17" y="1"/>
                  </a:moveTo>
                  <a:lnTo>
                    <a:pt x="0" y="17"/>
                  </a:lnTo>
                  <a:lnTo>
                    <a:pt x="17" y="33"/>
                  </a:lnTo>
                  <a:cubicBezTo>
                    <a:pt x="49" y="33"/>
                    <a:pt x="65" y="70"/>
                    <a:pt x="81" y="102"/>
                  </a:cubicBezTo>
                  <a:lnTo>
                    <a:pt x="101" y="118"/>
                  </a:lnTo>
                  <a:cubicBezTo>
                    <a:pt x="202" y="288"/>
                    <a:pt x="303" y="457"/>
                    <a:pt x="404" y="623"/>
                  </a:cubicBezTo>
                  <a:cubicBezTo>
                    <a:pt x="671" y="1096"/>
                    <a:pt x="974" y="1584"/>
                    <a:pt x="1261" y="2089"/>
                  </a:cubicBezTo>
                  <a:cubicBezTo>
                    <a:pt x="1277" y="2106"/>
                    <a:pt x="1277" y="2122"/>
                    <a:pt x="1293" y="2138"/>
                  </a:cubicBezTo>
                  <a:cubicBezTo>
                    <a:pt x="1330" y="2190"/>
                    <a:pt x="1378" y="2239"/>
                    <a:pt x="1362" y="2308"/>
                  </a:cubicBezTo>
                  <a:lnTo>
                    <a:pt x="1362" y="2526"/>
                  </a:lnTo>
                  <a:lnTo>
                    <a:pt x="1362" y="2679"/>
                  </a:lnTo>
                  <a:cubicBezTo>
                    <a:pt x="1346" y="2845"/>
                    <a:pt x="1414" y="2998"/>
                    <a:pt x="1548" y="3083"/>
                  </a:cubicBezTo>
                  <a:lnTo>
                    <a:pt x="1564" y="3083"/>
                  </a:lnTo>
                  <a:lnTo>
                    <a:pt x="1564" y="3063"/>
                  </a:lnTo>
                  <a:cubicBezTo>
                    <a:pt x="1431" y="2962"/>
                    <a:pt x="1362" y="2845"/>
                    <a:pt x="1378" y="2679"/>
                  </a:cubicBezTo>
                  <a:lnTo>
                    <a:pt x="1378" y="2509"/>
                  </a:lnTo>
                  <a:cubicBezTo>
                    <a:pt x="1378" y="2441"/>
                    <a:pt x="1378" y="2376"/>
                    <a:pt x="1394" y="2308"/>
                  </a:cubicBezTo>
                  <a:cubicBezTo>
                    <a:pt x="1394" y="2239"/>
                    <a:pt x="1362" y="2174"/>
                    <a:pt x="1313" y="2122"/>
                  </a:cubicBezTo>
                  <a:cubicBezTo>
                    <a:pt x="1313" y="2106"/>
                    <a:pt x="1293" y="2089"/>
                    <a:pt x="1277" y="2073"/>
                  </a:cubicBezTo>
                  <a:cubicBezTo>
                    <a:pt x="990" y="1584"/>
                    <a:pt x="707" y="1079"/>
                    <a:pt x="421" y="607"/>
                  </a:cubicBezTo>
                  <a:cubicBezTo>
                    <a:pt x="320" y="437"/>
                    <a:pt x="219" y="272"/>
                    <a:pt x="118" y="102"/>
                  </a:cubicBezTo>
                  <a:lnTo>
                    <a:pt x="118" y="86"/>
                  </a:lnTo>
                  <a:cubicBezTo>
                    <a:pt x="101" y="53"/>
                    <a:pt x="65" y="1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3"/>
            <p:cNvSpPr/>
            <p:nvPr/>
          </p:nvSpPr>
          <p:spPr>
            <a:xfrm>
              <a:off x="1517019" y="3329867"/>
              <a:ext cx="200736" cy="302643"/>
            </a:xfrm>
            <a:custGeom>
              <a:rect b="b" l="l" r="r" t="t"/>
              <a:pathLst>
                <a:path extrusionOk="0" h="3047" w="2021">
                  <a:moveTo>
                    <a:pt x="1" y="1"/>
                  </a:moveTo>
                  <a:lnTo>
                    <a:pt x="1" y="17"/>
                  </a:lnTo>
                  <a:cubicBezTo>
                    <a:pt x="81" y="102"/>
                    <a:pt x="166" y="170"/>
                    <a:pt x="235" y="255"/>
                  </a:cubicBezTo>
                  <a:cubicBezTo>
                    <a:pt x="405" y="421"/>
                    <a:pt x="586" y="590"/>
                    <a:pt x="772" y="760"/>
                  </a:cubicBezTo>
                  <a:cubicBezTo>
                    <a:pt x="942" y="910"/>
                    <a:pt x="1112" y="1079"/>
                    <a:pt x="1261" y="1229"/>
                  </a:cubicBezTo>
                  <a:cubicBezTo>
                    <a:pt x="1431" y="1382"/>
                    <a:pt x="1580" y="1548"/>
                    <a:pt x="1750" y="1701"/>
                  </a:cubicBezTo>
                  <a:cubicBezTo>
                    <a:pt x="1766" y="1701"/>
                    <a:pt x="1766" y="1718"/>
                    <a:pt x="1782" y="1718"/>
                  </a:cubicBezTo>
                  <a:cubicBezTo>
                    <a:pt x="1798" y="1734"/>
                    <a:pt x="1818" y="1770"/>
                    <a:pt x="1835" y="1770"/>
                  </a:cubicBezTo>
                  <a:cubicBezTo>
                    <a:pt x="1968" y="1851"/>
                    <a:pt x="1984" y="1952"/>
                    <a:pt x="1984" y="2121"/>
                  </a:cubicBezTo>
                  <a:cubicBezTo>
                    <a:pt x="1968" y="2239"/>
                    <a:pt x="1968" y="2356"/>
                    <a:pt x="1968" y="2493"/>
                  </a:cubicBezTo>
                  <a:cubicBezTo>
                    <a:pt x="1968" y="2643"/>
                    <a:pt x="1984" y="2796"/>
                    <a:pt x="1968" y="2946"/>
                  </a:cubicBezTo>
                  <a:cubicBezTo>
                    <a:pt x="1968" y="2982"/>
                    <a:pt x="1968" y="2998"/>
                    <a:pt x="1984" y="3014"/>
                  </a:cubicBezTo>
                  <a:lnTo>
                    <a:pt x="1984" y="3030"/>
                  </a:lnTo>
                  <a:lnTo>
                    <a:pt x="2000" y="3047"/>
                  </a:lnTo>
                  <a:cubicBezTo>
                    <a:pt x="2020" y="3047"/>
                    <a:pt x="2020" y="3030"/>
                    <a:pt x="2020" y="3030"/>
                  </a:cubicBezTo>
                  <a:cubicBezTo>
                    <a:pt x="2020" y="3014"/>
                    <a:pt x="2000" y="3014"/>
                    <a:pt x="2000" y="2998"/>
                  </a:cubicBezTo>
                  <a:cubicBezTo>
                    <a:pt x="2000" y="2982"/>
                    <a:pt x="1984" y="2962"/>
                    <a:pt x="1984" y="2946"/>
                  </a:cubicBezTo>
                  <a:cubicBezTo>
                    <a:pt x="2000" y="2796"/>
                    <a:pt x="2000" y="2643"/>
                    <a:pt x="2000" y="2493"/>
                  </a:cubicBezTo>
                  <a:lnTo>
                    <a:pt x="2000" y="2121"/>
                  </a:lnTo>
                  <a:cubicBezTo>
                    <a:pt x="2020" y="1988"/>
                    <a:pt x="2000" y="1835"/>
                    <a:pt x="1851" y="1750"/>
                  </a:cubicBezTo>
                  <a:cubicBezTo>
                    <a:pt x="1835" y="1734"/>
                    <a:pt x="1818" y="1718"/>
                    <a:pt x="1798" y="1701"/>
                  </a:cubicBezTo>
                  <a:cubicBezTo>
                    <a:pt x="1782" y="1701"/>
                    <a:pt x="1782" y="1685"/>
                    <a:pt x="1766" y="1669"/>
                  </a:cubicBezTo>
                  <a:cubicBezTo>
                    <a:pt x="1596" y="1532"/>
                    <a:pt x="1447" y="1366"/>
                    <a:pt x="1293" y="1213"/>
                  </a:cubicBezTo>
                  <a:cubicBezTo>
                    <a:pt x="1128" y="1063"/>
                    <a:pt x="958" y="893"/>
                    <a:pt x="788" y="740"/>
                  </a:cubicBezTo>
                  <a:cubicBezTo>
                    <a:pt x="607" y="574"/>
                    <a:pt x="421" y="405"/>
                    <a:pt x="251" y="235"/>
                  </a:cubicBezTo>
                  <a:cubicBezTo>
                    <a:pt x="182" y="154"/>
                    <a:pt x="102"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3"/>
            <p:cNvSpPr/>
            <p:nvPr/>
          </p:nvSpPr>
          <p:spPr>
            <a:xfrm>
              <a:off x="1376573" y="3620790"/>
              <a:ext cx="4966" cy="113628"/>
            </a:xfrm>
            <a:custGeom>
              <a:rect b="b" l="l" r="r" t="t"/>
              <a:pathLst>
                <a:path extrusionOk="0" h="1144" w="50">
                  <a:moveTo>
                    <a:pt x="17" y="0"/>
                  </a:moveTo>
                  <a:cubicBezTo>
                    <a:pt x="1" y="0"/>
                    <a:pt x="1" y="0"/>
                    <a:pt x="1" y="17"/>
                  </a:cubicBezTo>
                  <a:cubicBezTo>
                    <a:pt x="17" y="101"/>
                    <a:pt x="17" y="186"/>
                    <a:pt x="17" y="271"/>
                  </a:cubicBezTo>
                  <a:lnTo>
                    <a:pt x="17" y="388"/>
                  </a:lnTo>
                  <a:lnTo>
                    <a:pt x="17" y="909"/>
                  </a:lnTo>
                  <a:lnTo>
                    <a:pt x="17" y="1127"/>
                  </a:lnTo>
                  <a:cubicBezTo>
                    <a:pt x="17" y="1144"/>
                    <a:pt x="17" y="1144"/>
                    <a:pt x="33" y="1144"/>
                  </a:cubicBezTo>
                  <a:lnTo>
                    <a:pt x="33" y="1127"/>
                  </a:lnTo>
                  <a:lnTo>
                    <a:pt x="33" y="909"/>
                  </a:lnTo>
                  <a:lnTo>
                    <a:pt x="33" y="388"/>
                  </a:lnTo>
                  <a:lnTo>
                    <a:pt x="33" y="271"/>
                  </a:lnTo>
                  <a:cubicBezTo>
                    <a:pt x="49" y="186"/>
                    <a:pt x="4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3"/>
            <p:cNvSpPr/>
            <p:nvPr/>
          </p:nvSpPr>
          <p:spPr>
            <a:xfrm>
              <a:off x="1923059" y="2102905"/>
              <a:ext cx="140545" cy="327475"/>
            </a:xfrm>
            <a:custGeom>
              <a:rect b="b" l="l" r="r" t="t"/>
              <a:pathLst>
                <a:path extrusionOk="0" h="3297" w="1415">
                  <a:moveTo>
                    <a:pt x="1" y="0"/>
                  </a:moveTo>
                  <a:lnTo>
                    <a:pt x="1" y="16"/>
                  </a:lnTo>
                  <a:cubicBezTo>
                    <a:pt x="33" y="101"/>
                    <a:pt x="33" y="202"/>
                    <a:pt x="17" y="303"/>
                  </a:cubicBezTo>
                  <a:lnTo>
                    <a:pt x="17" y="469"/>
                  </a:lnTo>
                  <a:lnTo>
                    <a:pt x="17" y="489"/>
                  </a:lnTo>
                  <a:cubicBezTo>
                    <a:pt x="33" y="538"/>
                    <a:pt x="33" y="570"/>
                    <a:pt x="69" y="622"/>
                  </a:cubicBezTo>
                  <a:cubicBezTo>
                    <a:pt x="187" y="740"/>
                    <a:pt x="255" y="873"/>
                    <a:pt x="320" y="1010"/>
                  </a:cubicBezTo>
                  <a:cubicBezTo>
                    <a:pt x="356" y="1059"/>
                    <a:pt x="389" y="1127"/>
                    <a:pt x="421" y="1176"/>
                  </a:cubicBezTo>
                  <a:cubicBezTo>
                    <a:pt x="538" y="1378"/>
                    <a:pt x="659" y="1564"/>
                    <a:pt x="760" y="1750"/>
                  </a:cubicBezTo>
                  <a:cubicBezTo>
                    <a:pt x="894" y="2004"/>
                    <a:pt x="1043" y="2238"/>
                    <a:pt x="1197" y="2473"/>
                  </a:cubicBezTo>
                  <a:cubicBezTo>
                    <a:pt x="1281" y="2626"/>
                    <a:pt x="1265" y="2776"/>
                    <a:pt x="1245" y="2913"/>
                  </a:cubicBezTo>
                  <a:cubicBezTo>
                    <a:pt x="1213" y="3095"/>
                    <a:pt x="1298" y="3196"/>
                    <a:pt x="1399" y="3297"/>
                  </a:cubicBezTo>
                  <a:lnTo>
                    <a:pt x="1415" y="3297"/>
                  </a:lnTo>
                  <a:lnTo>
                    <a:pt x="1415" y="3264"/>
                  </a:lnTo>
                  <a:cubicBezTo>
                    <a:pt x="1298" y="3163"/>
                    <a:pt x="1245" y="3079"/>
                    <a:pt x="1265" y="2913"/>
                  </a:cubicBezTo>
                  <a:cubicBezTo>
                    <a:pt x="1298" y="2776"/>
                    <a:pt x="1314" y="2626"/>
                    <a:pt x="1213" y="2456"/>
                  </a:cubicBezTo>
                  <a:cubicBezTo>
                    <a:pt x="1063" y="2222"/>
                    <a:pt x="926" y="1984"/>
                    <a:pt x="793" y="1750"/>
                  </a:cubicBezTo>
                  <a:cubicBezTo>
                    <a:pt x="675" y="1548"/>
                    <a:pt x="558" y="1362"/>
                    <a:pt x="457" y="1160"/>
                  </a:cubicBezTo>
                  <a:cubicBezTo>
                    <a:pt x="421" y="1111"/>
                    <a:pt x="389" y="1043"/>
                    <a:pt x="356" y="994"/>
                  </a:cubicBezTo>
                  <a:cubicBezTo>
                    <a:pt x="271" y="857"/>
                    <a:pt x="203" y="723"/>
                    <a:pt x="102" y="606"/>
                  </a:cubicBezTo>
                  <a:cubicBezTo>
                    <a:pt x="53" y="554"/>
                    <a:pt x="53" y="521"/>
                    <a:pt x="53" y="489"/>
                  </a:cubicBezTo>
                  <a:lnTo>
                    <a:pt x="53" y="469"/>
                  </a:lnTo>
                  <a:cubicBezTo>
                    <a:pt x="33" y="420"/>
                    <a:pt x="53" y="352"/>
                    <a:pt x="53" y="303"/>
                  </a:cubicBezTo>
                  <a:cubicBezTo>
                    <a:pt x="53" y="202"/>
                    <a:pt x="69"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3"/>
            <p:cNvSpPr/>
            <p:nvPr/>
          </p:nvSpPr>
          <p:spPr>
            <a:xfrm>
              <a:off x="791152" y="2813476"/>
              <a:ext cx="5364" cy="78367"/>
            </a:xfrm>
            <a:custGeom>
              <a:rect b="b" l="l" r="r" t="t"/>
              <a:pathLst>
                <a:path extrusionOk="0" h="789" w="54">
                  <a:moveTo>
                    <a:pt x="1" y="1"/>
                  </a:moveTo>
                  <a:cubicBezTo>
                    <a:pt x="17" y="166"/>
                    <a:pt x="17" y="336"/>
                    <a:pt x="17" y="485"/>
                  </a:cubicBezTo>
                  <a:lnTo>
                    <a:pt x="17" y="772"/>
                  </a:lnTo>
                  <a:cubicBezTo>
                    <a:pt x="17" y="788"/>
                    <a:pt x="17" y="788"/>
                    <a:pt x="37" y="788"/>
                  </a:cubicBezTo>
                  <a:lnTo>
                    <a:pt x="37" y="772"/>
                  </a:lnTo>
                  <a:lnTo>
                    <a:pt x="37" y="485"/>
                  </a:lnTo>
                  <a:cubicBezTo>
                    <a:pt x="53" y="320"/>
                    <a:pt x="53" y="166"/>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3"/>
            <p:cNvSpPr/>
            <p:nvPr/>
          </p:nvSpPr>
          <p:spPr>
            <a:xfrm>
              <a:off x="500328" y="3485608"/>
              <a:ext cx="140545" cy="68236"/>
            </a:xfrm>
            <a:custGeom>
              <a:rect b="b" l="l" r="r" t="t"/>
              <a:pathLst>
                <a:path extrusionOk="0" h="687" w="1415">
                  <a:moveTo>
                    <a:pt x="1329" y="0"/>
                  </a:moveTo>
                  <a:lnTo>
                    <a:pt x="1111" y="81"/>
                  </a:lnTo>
                  <a:cubicBezTo>
                    <a:pt x="877" y="150"/>
                    <a:pt x="622" y="234"/>
                    <a:pt x="388" y="319"/>
                  </a:cubicBezTo>
                  <a:cubicBezTo>
                    <a:pt x="372" y="335"/>
                    <a:pt x="356" y="335"/>
                    <a:pt x="319" y="335"/>
                  </a:cubicBezTo>
                  <a:lnTo>
                    <a:pt x="271" y="335"/>
                  </a:lnTo>
                  <a:lnTo>
                    <a:pt x="271" y="352"/>
                  </a:lnTo>
                  <a:lnTo>
                    <a:pt x="388" y="352"/>
                  </a:lnTo>
                  <a:cubicBezTo>
                    <a:pt x="642" y="267"/>
                    <a:pt x="877" y="182"/>
                    <a:pt x="1111" y="101"/>
                  </a:cubicBezTo>
                  <a:lnTo>
                    <a:pt x="1329" y="32"/>
                  </a:lnTo>
                  <a:cubicBezTo>
                    <a:pt x="1382" y="117"/>
                    <a:pt x="1382" y="117"/>
                    <a:pt x="1349" y="218"/>
                  </a:cubicBezTo>
                  <a:cubicBezTo>
                    <a:pt x="1095" y="283"/>
                    <a:pt x="844" y="368"/>
                    <a:pt x="606" y="452"/>
                  </a:cubicBezTo>
                  <a:cubicBezTo>
                    <a:pt x="404" y="521"/>
                    <a:pt x="202" y="606"/>
                    <a:pt x="0" y="654"/>
                  </a:cubicBezTo>
                  <a:lnTo>
                    <a:pt x="0" y="671"/>
                  </a:lnTo>
                  <a:lnTo>
                    <a:pt x="16" y="687"/>
                  </a:lnTo>
                  <a:cubicBezTo>
                    <a:pt x="218" y="622"/>
                    <a:pt x="420" y="553"/>
                    <a:pt x="622" y="485"/>
                  </a:cubicBezTo>
                  <a:cubicBezTo>
                    <a:pt x="861" y="404"/>
                    <a:pt x="1111" y="319"/>
                    <a:pt x="1366" y="251"/>
                  </a:cubicBezTo>
                  <a:lnTo>
                    <a:pt x="1382" y="234"/>
                  </a:lnTo>
                  <a:cubicBezTo>
                    <a:pt x="1414" y="101"/>
                    <a:pt x="1414" y="101"/>
                    <a:pt x="1349" y="16"/>
                  </a:cubicBezTo>
                  <a:lnTo>
                    <a:pt x="13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3"/>
            <p:cNvSpPr/>
            <p:nvPr/>
          </p:nvSpPr>
          <p:spPr>
            <a:xfrm>
              <a:off x="670770" y="2137768"/>
              <a:ext cx="147398" cy="172230"/>
            </a:xfrm>
            <a:custGeom>
              <a:rect b="b" l="l" r="r" t="t"/>
              <a:pathLst>
                <a:path extrusionOk="0" h="1734" w="1484">
                  <a:moveTo>
                    <a:pt x="1451" y="1"/>
                  </a:moveTo>
                  <a:cubicBezTo>
                    <a:pt x="1431" y="1"/>
                    <a:pt x="1431" y="1"/>
                    <a:pt x="1431" y="17"/>
                  </a:cubicBezTo>
                  <a:cubicBezTo>
                    <a:pt x="1451" y="187"/>
                    <a:pt x="1451" y="356"/>
                    <a:pt x="1451" y="506"/>
                  </a:cubicBezTo>
                  <a:cubicBezTo>
                    <a:pt x="1451" y="607"/>
                    <a:pt x="1431" y="708"/>
                    <a:pt x="1451" y="809"/>
                  </a:cubicBezTo>
                  <a:lnTo>
                    <a:pt x="1451" y="845"/>
                  </a:lnTo>
                  <a:cubicBezTo>
                    <a:pt x="1451" y="894"/>
                    <a:pt x="1451" y="926"/>
                    <a:pt x="1467" y="978"/>
                  </a:cubicBezTo>
                  <a:lnTo>
                    <a:pt x="17" y="1701"/>
                  </a:lnTo>
                  <a:cubicBezTo>
                    <a:pt x="17" y="1701"/>
                    <a:pt x="1" y="1718"/>
                    <a:pt x="17" y="1718"/>
                  </a:cubicBezTo>
                  <a:lnTo>
                    <a:pt x="17" y="1734"/>
                  </a:lnTo>
                  <a:lnTo>
                    <a:pt x="37" y="1718"/>
                  </a:lnTo>
                  <a:lnTo>
                    <a:pt x="1484" y="995"/>
                  </a:lnTo>
                  <a:lnTo>
                    <a:pt x="1484" y="978"/>
                  </a:lnTo>
                  <a:cubicBezTo>
                    <a:pt x="1467" y="926"/>
                    <a:pt x="1467" y="894"/>
                    <a:pt x="1467" y="845"/>
                  </a:cubicBezTo>
                  <a:lnTo>
                    <a:pt x="1467" y="809"/>
                  </a:lnTo>
                  <a:lnTo>
                    <a:pt x="1467" y="506"/>
                  </a:lnTo>
                  <a:cubicBezTo>
                    <a:pt x="1467" y="356"/>
                    <a:pt x="1484" y="187"/>
                    <a:pt x="1451" y="17"/>
                  </a:cubicBezTo>
                  <a:lnTo>
                    <a:pt x="14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3"/>
            <p:cNvSpPr/>
            <p:nvPr/>
          </p:nvSpPr>
          <p:spPr>
            <a:xfrm>
              <a:off x="889881" y="1922332"/>
              <a:ext cx="5364" cy="86810"/>
            </a:xfrm>
            <a:custGeom>
              <a:rect b="b" l="l" r="r" t="t"/>
              <a:pathLst>
                <a:path extrusionOk="0" h="874" w="54">
                  <a:moveTo>
                    <a:pt x="17" y="0"/>
                  </a:moveTo>
                  <a:cubicBezTo>
                    <a:pt x="17" y="0"/>
                    <a:pt x="1" y="0"/>
                    <a:pt x="1" y="17"/>
                  </a:cubicBezTo>
                  <a:cubicBezTo>
                    <a:pt x="33" y="150"/>
                    <a:pt x="17" y="287"/>
                    <a:pt x="17" y="421"/>
                  </a:cubicBezTo>
                  <a:lnTo>
                    <a:pt x="17" y="655"/>
                  </a:lnTo>
                  <a:lnTo>
                    <a:pt x="17" y="792"/>
                  </a:lnTo>
                  <a:lnTo>
                    <a:pt x="17" y="857"/>
                  </a:lnTo>
                  <a:lnTo>
                    <a:pt x="33" y="873"/>
                  </a:lnTo>
                  <a:lnTo>
                    <a:pt x="53" y="857"/>
                  </a:lnTo>
                  <a:lnTo>
                    <a:pt x="53" y="792"/>
                  </a:lnTo>
                  <a:lnTo>
                    <a:pt x="53" y="655"/>
                  </a:lnTo>
                  <a:lnTo>
                    <a:pt x="53" y="421"/>
                  </a:lnTo>
                  <a:cubicBezTo>
                    <a:pt x="53" y="287"/>
                    <a:pt x="53" y="13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3"/>
            <p:cNvSpPr/>
            <p:nvPr/>
          </p:nvSpPr>
          <p:spPr>
            <a:xfrm>
              <a:off x="2081979" y="3592283"/>
              <a:ext cx="102007" cy="110449"/>
            </a:xfrm>
            <a:custGeom>
              <a:rect b="b" l="l" r="r" t="t"/>
              <a:pathLst>
                <a:path extrusionOk="0" h="1112" w="1027">
                  <a:moveTo>
                    <a:pt x="17" y="1"/>
                  </a:moveTo>
                  <a:cubicBezTo>
                    <a:pt x="1" y="1"/>
                    <a:pt x="1" y="1"/>
                    <a:pt x="1" y="17"/>
                  </a:cubicBezTo>
                  <a:cubicBezTo>
                    <a:pt x="17" y="85"/>
                    <a:pt x="69" y="138"/>
                    <a:pt x="101" y="186"/>
                  </a:cubicBezTo>
                  <a:lnTo>
                    <a:pt x="118" y="203"/>
                  </a:lnTo>
                  <a:cubicBezTo>
                    <a:pt x="235" y="320"/>
                    <a:pt x="336" y="441"/>
                    <a:pt x="453" y="558"/>
                  </a:cubicBezTo>
                  <a:cubicBezTo>
                    <a:pt x="590" y="708"/>
                    <a:pt x="740" y="861"/>
                    <a:pt x="877" y="1011"/>
                  </a:cubicBezTo>
                  <a:lnTo>
                    <a:pt x="893" y="1027"/>
                  </a:lnTo>
                  <a:cubicBezTo>
                    <a:pt x="926" y="1063"/>
                    <a:pt x="958" y="1112"/>
                    <a:pt x="1010" y="1112"/>
                  </a:cubicBezTo>
                  <a:cubicBezTo>
                    <a:pt x="1027" y="1112"/>
                    <a:pt x="1027" y="1095"/>
                    <a:pt x="1027" y="1095"/>
                  </a:cubicBezTo>
                  <a:cubicBezTo>
                    <a:pt x="1027" y="1095"/>
                    <a:pt x="1027" y="1079"/>
                    <a:pt x="1010" y="1079"/>
                  </a:cubicBezTo>
                  <a:cubicBezTo>
                    <a:pt x="978" y="1079"/>
                    <a:pt x="942" y="1047"/>
                    <a:pt x="909" y="1011"/>
                  </a:cubicBezTo>
                  <a:lnTo>
                    <a:pt x="893" y="994"/>
                  </a:lnTo>
                  <a:cubicBezTo>
                    <a:pt x="756" y="845"/>
                    <a:pt x="606" y="691"/>
                    <a:pt x="473" y="542"/>
                  </a:cubicBezTo>
                  <a:cubicBezTo>
                    <a:pt x="352" y="421"/>
                    <a:pt x="251" y="304"/>
                    <a:pt x="134" y="186"/>
                  </a:cubicBezTo>
                  <a:lnTo>
                    <a:pt x="118" y="170"/>
                  </a:lnTo>
                  <a:cubicBezTo>
                    <a:pt x="85" y="118"/>
                    <a:pt x="33" y="85"/>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3"/>
            <p:cNvSpPr/>
            <p:nvPr/>
          </p:nvSpPr>
          <p:spPr>
            <a:xfrm>
              <a:off x="1384619" y="1651473"/>
              <a:ext cx="5364" cy="38637"/>
            </a:xfrm>
            <a:custGeom>
              <a:rect b="b" l="l" r="r" t="t"/>
              <a:pathLst>
                <a:path extrusionOk="0" h="389" w="54">
                  <a:moveTo>
                    <a:pt x="21" y="1"/>
                  </a:moveTo>
                  <a:cubicBezTo>
                    <a:pt x="21" y="1"/>
                    <a:pt x="1" y="17"/>
                    <a:pt x="21" y="17"/>
                  </a:cubicBezTo>
                  <a:cubicBezTo>
                    <a:pt x="37" y="150"/>
                    <a:pt x="37" y="267"/>
                    <a:pt x="21" y="368"/>
                  </a:cubicBezTo>
                  <a:cubicBezTo>
                    <a:pt x="1" y="368"/>
                    <a:pt x="21" y="389"/>
                    <a:pt x="21" y="389"/>
                  </a:cubicBezTo>
                  <a:cubicBezTo>
                    <a:pt x="37" y="389"/>
                    <a:pt x="37" y="368"/>
                    <a:pt x="37" y="368"/>
                  </a:cubicBezTo>
                  <a:cubicBezTo>
                    <a:pt x="53" y="267"/>
                    <a:pt x="53" y="150"/>
                    <a:pt x="37" y="17"/>
                  </a:cubicBezTo>
                  <a:cubicBezTo>
                    <a:pt x="37" y="17"/>
                    <a:pt x="3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3"/>
            <p:cNvSpPr/>
            <p:nvPr/>
          </p:nvSpPr>
          <p:spPr>
            <a:xfrm>
              <a:off x="1409946" y="1994144"/>
              <a:ext cx="8443" cy="172230"/>
            </a:xfrm>
            <a:custGeom>
              <a:rect b="b" l="l" r="r" t="t"/>
              <a:pathLst>
                <a:path extrusionOk="0" h="1734" w="85">
                  <a:moveTo>
                    <a:pt x="32" y="1"/>
                  </a:moveTo>
                  <a:lnTo>
                    <a:pt x="32" y="17"/>
                  </a:lnTo>
                  <a:cubicBezTo>
                    <a:pt x="49" y="85"/>
                    <a:pt x="32" y="150"/>
                    <a:pt x="32" y="219"/>
                  </a:cubicBezTo>
                  <a:cubicBezTo>
                    <a:pt x="16" y="251"/>
                    <a:pt x="16" y="304"/>
                    <a:pt x="16" y="336"/>
                  </a:cubicBezTo>
                  <a:lnTo>
                    <a:pt x="16" y="538"/>
                  </a:lnTo>
                  <a:cubicBezTo>
                    <a:pt x="0" y="724"/>
                    <a:pt x="0" y="926"/>
                    <a:pt x="16" y="1128"/>
                  </a:cubicBezTo>
                  <a:cubicBezTo>
                    <a:pt x="32" y="1212"/>
                    <a:pt x="32" y="1297"/>
                    <a:pt x="32" y="1382"/>
                  </a:cubicBezTo>
                  <a:cubicBezTo>
                    <a:pt x="32" y="1499"/>
                    <a:pt x="32" y="1600"/>
                    <a:pt x="49" y="1717"/>
                  </a:cubicBezTo>
                  <a:lnTo>
                    <a:pt x="69" y="1734"/>
                  </a:lnTo>
                  <a:cubicBezTo>
                    <a:pt x="85" y="1734"/>
                    <a:pt x="85" y="1717"/>
                    <a:pt x="85" y="1717"/>
                  </a:cubicBezTo>
                  <a:cubicBezTo>
                    <a:pt x="49" y="1600"/>
                    <a:pt x="49" y="1483"/>
                    <a:pt x="49" y="1382"/>
                  </a:cubicBezTo>
                  <a:lnTo>
                    <a:pt x="49" y="1111"/>
                  </a:lnTo>
                  <a:cubicBezTo>
                    <a:pt x="16" y="926"/>
                    <a:pt x="32" y="724"/>
                    <a:pt x="32" y="538"/>
                  </a:cubicBezTo>
                  <a:lnTo>
                    <a:pt x="32" y="336"/>
                  </a:lnTo>
                  <a:cubicBezTo>
                    <a:pt x="32" y="304"/>
                    <a:pt x="49" y="271"/>
                    <a:pt x="49" y="219"/>
                  </a:cubicBezTo>
                  <a:cubicBezTo>
                    <a:pt x="69" y="150"/>
                    <a:pt x="85" y="85"/>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3"/>
            <p:cNvSpPr/>
            <p:nvPr/>
          </p:nvSpPr>
          <p:spPr>
            <a:xfrm>
              <a:off x="2081979" y="2430280"/>
              <a:ext cx="100418" cy="195968"/>
            </a:xfrm>
            <a:custGeom>
              <a:rect b="b" l="l" r="r" t="t"/>
              <a:pathLst>
                <a:path extrusionOk="0" h="1973" w="1011">
                  <a:moveTo>
                    <a:pt x="49" y="1"/>
                  </a:moveTo>
                  <a:cubicBezTo>
                    <a:pt x="33" y="1"/>
                    <a:pt x="33" y="1"/>
                    <a:pt x="33" y="21"/>
                  </a:cubicBezTo>
                  <a:cubicBezTo>
                    <a:pt x="1" y="203"/>
                    <a:pt x="1" y="425"/>
                    <a:pt x="134" y="643"/>
                  </a:cubicBezTo>
                  <a:cubicBezTo>
                    <a:pt x="303" y="910"/>
                    <a:pt x="473" y="1180"/>
                    <a:pt x="623" y="1451"/>
                  </a:cubicBezTo>
                  <a:cubicBezTo>
                    <a:pt x="707" y="1584"/>
                    <a:pt x="792" y="1738"/>
                    <a:pt x="877" y="1871"/>
                  </a:cubicBezTo>
                  <a:cubicBezTo>
                    <a:pt x="893" y="1871"/>
                    <a:pt x="893" y="1887"/>
                    <a:pt x="893" y="1903"/>
                  </a:cubicBezTo>
                  <a:cubicBezTo>
                    <a:pt x="909" y="1920"/>
                    <a:pt x="926" y="1972"/>
                    <a:pt x="994" y="1972"/>
                  </a:cubicBezTo>
                  <a:cubicBezTo>
                    <a:pt x="994" y="1972"/>
                    <a:pt x="1010" y="1972"/>
                    <a:pt x="1010" y="1956"/>
                  </a:cubicBezTo>
                  <a:lnTo>
                    <a:pt x="994" y="1940"/>
                  </a:lnTo>
                  <a:cubicBezTo>
                    <a:pt x="942" y="1940"/>
                    <a:pt x="942" y="1920"/>
                    <a:pt x="926" y="1887"/>
                  </a:cubicBezTo>
                  <a:cubicBezTo>
                    <a:pt x="909" y="1871"/>
                    <a:pt x="909" y="1871"/>
                    <a:pt x="909" y="1855"/>
                  </a:cubicBezTo>
                  <a:cubicBezTo>
                    <a:pt x="825" y="1718"/>
                    <a:pt x="740" y="1568"/>
                    <a:pt x="655" y="1435"/>
                  </a:cubicBezTo>
                  <a:cubicBezTo>
                    <a:pt x="489" y="1164"/>
                    <a:pt x="320" y="893"/>
                    <a:pt x="150" y="627"/>
                  </a:cubicBezTo>
                  <a:cubicBezTo>
                    <a:pt x="49" y="457"/>
                    <a:pt x="17" y="271"/>
                    <a:pt x="49" y="21"/>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3"/>
            <p:cNvSpPr/>
            <p:nvPr/>
          </p:nvSpPr>
          <p:spPr>
            <a:xfrm>
              <a:off x="1745764" y="2492458"/>
              <a:ext cx="155742" cy="284169"/>
            </a:xfrm>
            <a:custGeom>
              <a:rect b="b" l="l" r="r" t="t"/>
              <a:pathLst>
                <a:path extrusionOk="0" h="2861" w="1568">
                  <a:moveTo>
                    <a:pt x="0" y="1"/>
                  </a:moveTo>
                  <a:lnTo>
                    <a:pt x="0" y="17"/>
                  </a:lnTo>
                  <a:cubicBezTo>
                    <a:pt x="85" y="49"/>
                    <a:pt x="101" y="102"/>
                    <a:pt x="154" y="166"/>
                  </a:cubicBezTo>
                  <a:cubicBezTo>
                    <a:pt x="154" y="183"/>
                    <a:pt x="170" y="219"/>
                    <a:pt x="186" y="235"/>
                  </a:cubicBezTo>
                  <a:cubicBezTo>
                    <a:pt x="441" y="587"/>
                    <a:pt x="707" y="958"/>
                    <a:pt x="962" y="1314"/>
                  </a:cubicBezTo>
                  <a:lnTo>
                    <a:pt x="1164" y="1617"/>
                  </a:lnTo>
                  <a:cubicBezTo>
                    <a:pt x="1180" y="1633"/>
                    <a:pt x="1196" y="1649"/>
                    <a:pt x="1196" y="1665"/>
                  </a:cubicBezTo>
                  <a:cubicBezTo>
                    <a:pt x="1232" y="1734"/>
                    <a:pt x="1281" y="1782"/>
                    <a:pt x="1313" y="1835"/>
                  </a:cubicBezTo>
                  <a:cubicBezTo>
                    <a:pt x="1382" y="1900"/>
                    <a:pt x="1414" y="1984"/>
                    <a:pt x="1398" y="2085"/>
                  </a:cubicBezTo>
                  <a:lnTo>
                    <a:pt x="1398" y="2287"/>
                  </a:lnTo>
                  <a:cubicBezTo>
                    <a:pt x="1398" y="2388"/>
                    <a:pt x="1414" y="2489"/>
                    <a:pt x="1366" y="2590"/>
                  </a:cubicBezTo>
                  <a:cubicBezTo>
                    <a:pt x="1366" y="2627"/>
                    <a:pt x="1398" y="2691"/>
                    <a:pt x="1414" y="2728"/>
                  </a:cubicBezTo>
                  <a:cubicBezTo>
                    <a:pt x="1451" y="2760"/>
                    <a:pt x="1467" y="2792"/>
                    <a:pt x="1499" y="2829"/>
                  </a:cubicBezTo>
                  <a:cubicBezTo>
                    <a:pt x="1515" y="2829"/>
                    <a:pt x="1535" y="2845"/>
                    <a:pt x="1535" y="2861"/>
                  </a:cubicBezTo>
                  <a:lnTo>
                    <a:pt x="1568" y="2861"/>
                  </a:lnTo>
                  <a:lnTo>
                    <a:pt x="1568" y="2845"/>
                  </a:lnTo>
                  <a:cubicBezTo>
                    <a:pt x="1551" y="2829"/>
                    <a:pt x="1535" y="2808"/>
                    <a:pt x="1515" y="2792"/>
                  </a:cubicBezTo>
                  <a:cubicBezTo>
                    <a:pt x="1499" y="2776"/>
                    <a:pt x="1467" y="2744"/>
                    <a:pt x="1451" y="2707"/>
                  </a:cubicBezTo>
                  <a:cubicBezTo>
                    <a:pt x="1398" y="2659"/>
                    <a:pt x="1382" y="2627"/>
                    <a:pt x="1398" y="2590"/>
                  </a:cubicBezTo>
                  <a:cubicBezTo>
                    <a:pt x="1434" y="2489"/>
                    <a:pt x="1434" y="2388"/>
                    <a:pt x="1434" y="2287"/>
                  </a:cubicBezTo>
                  <a:cubicBezTo>
                    <a:pt x="1414" y="2223"/>
                    <a:pt x="1414" y="2154"/>
                    <a:pt x="1434" y="2085"/>
                  </a:cubicBezTo>
                  <a:cubicBezTo>
                    <a:pt x="1451" y="1984"/>
                    <a:pt x="1414" y="1883"/>
                    <a:pt x="1350" y="1819"/>
                  </a:cubicBezTo>
                  <a:cubicBezTo>
                    <a:pt x="1297" y="1766"/>
                    <a:pt x="1265" y="1718"/>
                    <a:pt x="1232" y="1665"/>
                  </a:cubicBezTo>
                  <a:cubicBezTo>
                    <a:pt x="1212" y="1633"/>
                    <a:pt x="1196" y="1617"/>
                    <a:pt x="1180" y="1597"/>
                  </a:cubicBezTo>
                  <a:lnTo>
                    <a:pt x="978" y="1314"/>
                  </a:lnTo>
                  <a:cubicBezTo>
                    <a:pt x="727" y="942"/>
                    <a:pt x="473" y="570"/>
                    <a:pt x="202" y="219"/>
                  </a:cubicBezTo>
                  <a:cubicBezTo>
                    <a:pt x="186" y="203"/>
                    <a:pt x="186" y="166"/>
                    <a:pt x="170" y="150"/>
                  </a:cubicBezTo>
                  <a:cubicBezTo>
                    <a:pt x="138" y="82"/>
                    <a:pt x="101" y="17"/>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3"/>
            <p:cNvSpPr/>
            <p:nvPr/>
          </p:nvSpPr>
          <p:spPr>
            <a:xfrm>
              <a:off x="1341313" y="1487388"/>
              <a:ext cx="6853" cy="105582"/>
            </a:xfrm>
            <a:custGeom>
              <a:rect b="b" l="l" r="r" t="t"/>
              <a:pathLst>
                <a:path extrusionOk="0" h="1063" w="69">
                  <a:moveTo>
                    <a:pt x="0" y="0"/>
                  </a:moveTo>
                  <a:cubicBezTo>
                    <a:pt x="16" y="154"/>
                    <a:pt x="16" y="324"/>
                    <a:pt x="16" y="473"/>
                  </a:cubicBezTo>
                  <a:lnTo>
                    <a:pt x="16" y="776"/>
                  </a:lnTo>
                  <a:lnTo>
                    <a:pt x="16" y="861"/>
                  </a:lnTo>
                  <a:cubicBezTo>
                    <a:pt x="16" y="930"/>
                    <a:pt x="0" y="994"/>
                    <a:pt x="53" y="1063"/>
                  </a:cubicBezTo>
                  <a:lnTo>
                    <a:pt x="69" y="1063"/>
                  </a:lnTo>
                  <a:lnTo>
                    <a:pt x="69" y="1047"/>
                  </a:lnTo>
                  <a:cubicBezTo>
                    <a:pt x="33" y="978"/>
                    <a:pt x="33" y="930"/>
                    <a:pt x="33" y="861"/>
                  </a:cubicBezTo>
                  <a:cubicBezTo>
                    <a:pt x="33" y="829"/>
                    <a:pt x="53" y="808"/>
                    <a:pt x="53" y="776"/>
                  </a:cubicBezTo>
                  <a:cubicBezTo>
                    <a:pt x="33" y="675"/>
                    <a:pt x="33" y="574"/>
                    <a:pt x="33" y="473"/>
                  </a:cubicBezTo>
                  <a:cubicBezTo>
                    <a:pt x="53" y="324"/>
                    <a:pt x="53" y="15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3"/>
            <p:cNvSpPr/>
            <p:nvPr/>
          </p:nvSpPr>
          <p:spPr>
            <a:xfrm>
              <a:off x="1284300" y="3647707"/>
              <a:ext cx="5364" cy="86711"/>
            </a:xfrm>
            <a:custGeom>
              <a:rect b="b" l="l" r="r" t="t"/>
              <a:pathLst>
                <a:path extrusionOk="0" h="873" w="54">
                  <a:moveTo>
                    <a:pt x="21" y="0"/>
                  </a:moveTo>
                  <a:cubicBezTo>
                    <a:pt x="21" y="0"/>
                    <a:pt x="1" y="0"/>
                    <a:pt x="1" y="16"/>
                  </a:cubicBezTo>
                  <a:cubicBezTo>
                    <a:pt x="37" y="150"/>
                    <a:pt x="21" y="287"/>
                    <a:pt x="21" y="420"/>
                  </a:cubicBezTo>
                  <a:lnTo>
                    <a:pt x="21" y="655"/>
                  </a:lnTo>
                  <a:lnTo>
                    <a:pt x="21" y="792"/>
                  </a:lnTo>
                  <a:lnTo>
                    <a:pt x="21" y="856"/>
                  </a:lnTo>
                  <a:cubicBezTo>
                    <a:pt x="21" y="873"/>
                    <a:pt x="37" y="873"/>
                    <a:pt x="37" y="873"/>
                  </a:cubicBezTo>
                  <a:cubicBezTo>
                    <a:pt x="37" y="873"/>
                    <a:pt x="53" y="873"/>
                    <a:pt x="53" y="856"/>
                  </a:cubicBezTo>
                  <a:lnTo>
                    <a:pt x="53" y="792"/>
                  </a:lnTo>
                  <a:lnTo>
                    <a:pt x="53" y="655"/>
                  </a:lnTo>
                  <a:lnTo>
                    <a:pt x="53" y="420"/>
                  </a:lnTo>
                  <a:cubicBezTo>
                    <a:pt x="53" y="287"/>
                    <a:pt x="53" y="150"/>
                    <a:pt x="37" y="16"/>
                  </a:cubicBezTo>
                  <a:cubicBezTo>
                    <a:pt x="37"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3"/>
            <p:cNvSpPr/>
            <p:nvPr/>
          </p:nvSpPr>
          <p:spPr>
            <a:xfrm>
              <a:off x="687655" y="2306720"/>
              <a:ext cx="127335" cy="145710"/>
            </a:xfrm>
            <a:custGeom>
              <a:rect b="b" l="l" r="r" t="t"/>
              <a:pathLst>
                <a:path extrusionOk="0" h="1467" w="1282">
                  <a:moveTo>
                    <a:pt x="1261" y="0"/>
                  </a:moveTo>
                  <a:cubicBezTo>
                    <a:pt x="1180" y="17"/>
                    <a:pt x="1112" y="53"/>
                    <a:pt x="1027" y="101"/>
                  </a:cubicBezTo>
                  <a:cubicBezTo>
                    <a:pt x="994" y="118"/>
                    <a:pt x="958" y="134"/>
                    <a:pt x="910" y="154"/>
                  </a:cubicBezTo>
                  <a:cubicBezTo>
                    <a:pt x="655" y="271"/>
                    <a:pt x="388" y="404"/>
                    <a:pt x="134" y="522"/>
                  </a:cubicBezTo>
                  <a:lnTo>
                    <a:pt x="85" y="538"/>
                  </a:lnTo>
                  <a:cubicBezTo>
                    <a:pt x="49" y="574"/>
                    <a:pt x="1" y="606"/>
                    <a:pt x="1" y="675"/>
                  </a:cubicBezTo>
                  <a:lnTo>
                    <a:pt x="1" y="1128"/>
                  </a:lnTo>
                  <a:lnTo>
                    <a:pt x="1" y="1398"/>
                  </a:lnTo>
                  <a:cubicBezTo>
                    <a:pt x="1" y="1414"/>
                    <a:pt x="17" y="1431"/>
                    <a:pt x="17" y="1447"/>
                  </a:cubicBezTo>
                  <a:lnTo>
                    <a:pt x="33" y="1467"/>
                  </a:lnTo>
                  <a:lnTo>
                    <a:pt x="49" y="1467"/>
                  </a:lnTo>
                  <a:lnTo>
                    <a:pt x="49" y="1447"/>
                  </a:lnTo>
                  <a:lnTo>
                    <a:pt x="49" y="1431"/>
                  </a:lnTo>
                  <a:cubicBezTo>
                    <a:pt x="33" y="1414"/>
                    <a:pt x="33" y="1398"/>
                    <a:pt x="33" y="1398"/>
                  </a:cubicBezTo>
                  <a:lnTo>
                    <a:pt x="33" y="1128"/>
                  </a:lnTo>
                  <a:lnTo>
                    <a:pt x="33" y="675"/>
                  </a:lnTo>
                  <a:cubicBezTo>
                    <a:pt x="33" y="606"/>
                    <a:pt x="69" y="590"/>
                    <a:pt x="102" y="574"/>
                  </a:cubicBezTo>
                  <a:lnTo>
                    <a:pt x="150" y="538"/>
                  </a:lnTo>
                  <a:cubicBezTo>
                    <a:pt x="405" y="421"/>
                    <a:pt x="675" y="287"/>
                    <a:pt x="926" y="170"/>
                  </a:cubicBezTo>
                  <a:cubicBezTo>
                    <a:pt x="958" y="154"/>
                    <a:pt x="1011" y="134"/>
                    <a:pt x="1043" y="118"/>
                  </a:cubicBezTo>
                  <a:cubicBezTo>
                    <a:pt x="1112" y="85"/>
                    <a:pt x="1196" y="33"/>
                    <a:pt x="1281" y="33"/>
                  </a:cubicBezTo>
                  <a:lnTo>
                    <a:pt x="1281" y="17"/>
                  </a:lnTo>
                  <a:cubicBezTo>
                    <a:pt x="1281" y="0"/>
                    <a:pt x="1281"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3"/>
            <p:cNvSpPr/>
            <p:nvPr/>
          </p:nvSpPr>
          <p:spPr>
            <a:xfrm>
              <a:off x="1673952" y="3510440"/>
              <a:ext cx="5264" cy="78765"/>
            </a:xfrm>
            <a:custGeom>
              <a:rect b="b" l="l" r="r" t="t"/>
              <a:pathLst>
                <a:path extrusionOk="0" h="793" w="53">
                  <a:moveTo>
                    <a:pt x="53" y="1"/>
                  </a:moveTo>
                  <a:cubicBezTo>
                    <a:pt x="37" y="1"/>
                    <a:pt x="37" y="1"/>
                    <a:pt x="37" y="17"/>
                  </a:cubicBezTo>
                  <a:cubicBezTo>
                    <a:pt x="16" y="134"/>
                    <a:pt x="16" y="255"/>
                    <a:pt x="16" y="372"/>
                  </a:cubicBezTo>
                  <a:lnTo>
                    <a:pt x="16" y="574"/>
                  </a:lnTo>
                  <a:lnTo>
                    <a:pt x="16" y="639"/>
                  </a:lnTo>
                  <a:cubicBezTo>
                    <a:pt x="16" y="691"/>
                    <a:pt x="16" y="740"/>
                    <a:pt x="0" y="776"/>
                  </a:cubicBezTo>
                  <a:cubicBezTo>
                    <a:pt x="0" y="792"/>
                    <a:pt x="0" y="792"/>
                    <a:pt x="16" y="792"/>
                  </a:cubicBezTo>
                  <a:lnTo>
                    <a:pt x="37" y="792"/>
                  </a:lnTo>
                  <a:cubicBezTo>
                    <a:pt x="53" y="740"/>
                    <a:pt x="53" y="691"/>
                    <a:pt x="53" y="639"/>
                  </a:cubicBezTo>
                  <a:cubicBezTo>
                    <a:pt x="37" y="623"/>
                    <a:pt x="37" y="606"/>
                    <a:pt x="37" y="590"/>
                  </a:cubicBezTo>
                  <a:cubicBezTo>
                    <a:pt x="53" y="505"/>
                    <a:pt x="53" y="437"/>
                    <a:pt x="53" y="372"/>
                  </a:cubicBezTo>
                  <a:cubicBezTo>
                    <a:pt x="37" y="255"/>
                    <a:pt x="37" y="134"/>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3"/>
            <p:cNvSpPr/>
            <p:nvPr/>
          </p:nvSpPr>
          <p:spPr>
            <a:xfrm>
              <a:off x="1923059" y="2577579"/>
              <a:ext cx="128924" cy="264105"/>
            </a:xfrm>
            <a:custGeom>
              <a:rect b="b" l="l" r="r" t="t"/>
              <a:pathLst>
                <a:path extrusionOk="0" h="2659" w="1298">
                  <a:moveTo>
                    <a:pt x="53" y="0"/>
                  </a:moveTo>
                  <a:cubicBezTo>
                    <a:pt x="53" y="0"/>
                    <a:pt x="33" y="0"/>
                    <a:pt x="33" y="16"/>
                  </a:cubicBezTo>
                  <a:cubicBezTo>
                    <a:pt x="1" y="117"/>
                    <a:pt x="33" y="202"/>
                    <a:pt x="102" y="303"/>
                  </a:cubicBezTo>
                  <a:cubicBezTo>
                    <a:pt x="203" y="420"/>
                    <a:pt x="288" y="538"/>
                    <a:pt x="372" y="675"/>
                  </a:cubicBezTo>
                  <a:cubicBezTo>
                    <a:pt x="389" y="707"/>
                    <a:pt x="421" y="740"/>
                    <a:pt x="437" y="776"/>
                  </a:cubicBezTo>
                  <a:cubicBezTo>
                    <a:pt x="538" y="909"/>
                    <a:pt x="623" y="1043"/>
                    <a:pt x="708" y="1180"/>
                  </a:cubicBezTo>
                  <a:cubicBezTo>
                    <a:pt x="877" y="1414"/>
                    <a:pt x="1027" y="1669"/>
                    <a:pt x="1197" y="1919"/>
                  </a:cubicBezTo>
                  <a:cubicBezTo>
                    <a:pt x="1245" y="1988"/>
                    <a:pt x="1265" y="2036"/>
                    <a:pt x="1265" y="2121"/>
                  </a:cubicBezTo>
                  <a:lnTo>
                    <a:pt x="1265" y="2509"/>
                  </a:lnTo>
                  <a:cubicBezTo>
                    <a:pt x="1265" y="2557"/>
                    <a:pt x="1245" y="2610"/>
                    <a:pt x="1229" y="2642"/>
                  </a:cubicBezTo>
                  <a:lnTo>
                    <a:pt x="1229" y="2658"/>
                  </a:lnTo>
                  <a:lnTo>
                    <a:pt x="1245" y="2658"/>
                  </a:lnTo>
                  <a:cubicBezTo>
                    <a:pt x="1281" y="2610"/>
                    <a:pt x="1298" y="2557"/>
                    <a:pt x="1298" y="2509"/>
                  </a:cubicBezTo>
                  <a:lnTo>
                    <a:pt x="1298" y="2121"/>
                  </a:lnTo>
                  <a:cubicBezTo>
                    <a:pt x="1298" y="2036"/>
                    <a:pt x="1281" y="1972"/>
                    <a:pt x="1229" y="1903"/>
                  </a:cubicBezTo>
                  <a:cubicBezTo>
                    <a:pt x="1063" y="1648"/>
                    <a:pt x="894" y="1398"/>
                    <a:pt x="724" y="1164"/>
                  </a:cubicBezTo>
                  <a:cubicBezTo>
                    <a:pt x="639" y="1026"/>
                    <a:pt x="558" y="893"/>
                    <a:pt x="473" y="760"/>
                  </a:cubicBezTo>
                  <a:cubicBezTo>
                    <a:pt x="437" y="723"/>
                    <a:pt x="421" y="691"/>
                    <a:pt x="389" y="659"/>
                  </a:cubicBezTo>
                  <a:cubicBezTo>
                    <a:pt x="304" y="521"/>
                    <a:pt x="219" y="404"/>
                    <a:pt x="118" y="287"/>
                  </a:cubicBezTo>
                  <a:cubicBezTo>
                    <a:pt x="53" y="202"/>
                    <a:pt x="33" y="117"/>
                    <a:pt x="69"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3"/>
            <p:cNvSpPr/>
            <p:nvPr/>
          </p:nvSpPr>
          <p:spPr>
            <a:xfrm>
              <a:off x="491885" y="1883794"/>
              <a:ext cx="144121" cy="78765"/>
            </a:xfrm>
            <a:custGeom>
              <a:rect b="b" l="l" r="r" t="t"/>
              <a:pathLst>
                <a:path extrusionOk="0" h="793" w="1451">
                  <a:moveTo>
                    <a:pt x="1434" y="1"/>
                  </a:moveTo>
                  <a:cubicBezTo>
                    <a:pt x="1350" y="49"/>
                    <a:pt x="1265" y="102"/>
                    <a:pt x="1164" y="150"/>
                  </a:cubicBezTo>
                  <a:cubicBezTo>
                    <a:pt x="978" y="271"/>
                    <a:pt x="760" y="388"/>
                    <a:pt x="558" y="489"/>
                  </a:cubicBezTo>
                  <a:cubicBezTo>
                    <a:pt x="505" y="522"/>
                    <a:pt x="457" y="554"/>
                    <a:pt x="388" y="590"/>
                  </a:cubicBezTo>
                  <a:cubicBezTo>
                    <a:pt x="271" y="655"/>
                    <a:pt x="154" y="740"/>
                    <a:pt x="20" y="776"/>
                  </a:cubicBezTo>
                  <a:cubicBezTo>
                    <a:pt x="0" y="776"/>
                    <a:pt x="0" y="776"/>
                    <a:pt x="0" y="792"/>
                  </a:cubicBezTo>
                  <a:lnTo>
                    <a:pt x="20" y="792"/>
                  </a:lnTo>
                  <a:cubicBezTo>
                    <a:pt x="170" y="756"/>
                    <a:pt x="287" y="691"/>
                    <a:pt x="404" y="607"/>
                  </a:cubicBezTo>
                  <a:cubicBezTo>
                    <a:pt x="457" y="574"/>
                    <a:pt x="525" y="538"/>
                    <a:pt x="574" y="506"/>
                  </a:cubicBezTo>
                  <a:cubicBezTo>
                    <a:pt x="776" y="405"/>
                    <a:pt x="978" y="287"/>
                    <a:pt x="1180" y="170"/>
                  </a:cubicBezTo>
                  <a:cubicBezTo>
                    <a:pt x="1265" y="118"/>
                    <a:pt x="1350" y="69"/>
                    <a:pt x="1434" y="33"/>
                  </a:cubicBezTo>
                  <a:lnTo>
                    <a:pt x="1451" y="17"/>
                  </a:lnTo>
                  <a:cubicBezTo>
                    <a:pt x="1451" y="1"/>
                    <a:pt x="143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3"/>
            <p:cNvSpPr/>
            <p:nvPr/>
          </p:nvSpPr>
          <p:spPr>
            <a:xfrm>
              <a:off x="1735732" y="3064272"/>
              <a:ext cx="170640" cy="295790"/>
            </a:xfrm>
            <a:custGeom>
              <a:rect b="b" l="l" r="r" t="t"/>
              <a:pathLst>
                <a:path extrusionOk="0" h="2978" w="1718">
                  <a:moveTo>
                    <a:pt x="20" y="0"/>
                  </a:moveTo>
                  <a:cubicBezTo>
                    <a:pt x="0" y="0"/>
                    <a:pt x="0" y="0"/>
                    <a:pt x="0" y="17"/>
                  </a:cubicBezTo>
                  <a:cubicBezTo>
                    <a:pt x="0" y="134"/>
                    <a:pt x="85" y="202"/>
                    <a:pt x="170" y="267"/>
                  </a:cubicBezTo>
                  <a:cubicBezTo>
                    <a:pt x="202" y="283"/>
                    <a:pt x="222" y="320"/>
                    <a:pt x="255" y="352"/>
                  </a:cubicBezTo>
                  <a:cubicBezTo>
                    <a:pt x="542" y="707"/>
                    <a:pt x="845" y="1043"/>
                    <a:pt x="1131" y="1378"/>
                  </a:cubicBezTo>
                  <a:cubicBezTo>
                    <a:pt x="1212" y="1479"/>
                    <a:pt x="1313" y="1580"/>
                    <a:pt x="1398" y="1697"/>
                  </a:cubicBezTo>
                  <a:cubicBezTo>
                    <a:pt x="1414" y="1717"/>
                    <a:pt x="1434" y="1733"/>
                    <a:pt x="1451" y="1750"/>
                  </a:cubicBezTo>
                  <a:cubicBezTo>
                    <a:pt x="1499" y="1818"/>
                    <a:pt x="1568" y="1883"/>
                    <a:pt x="1636" y="1952"/>
                  </a:cubicBezTo>
                  <a:cubicBezTo>
                    <a:pt x="1685" y="2000"/>
                    <a:pt x="1685" y="2053"/>
                    <a:pt x="1685" y="2121"/>
                  </a:cubicBezTo>
                  <a:lnTo>
                    <a:pt x="1685" y="2525"/>
                  </a:lnTo>
                  <a:lnTo>
                    <a:pt x="1685" y="2828"/>
                  </a:lnTo>
                  <a:lnTo>
                    <a:pt x="1685" y="2860"/>
                  </a:lnTo>
                  <a:cubicBezTo>
                    <a:pt x="1701" y="2893"/>
                    <a:pt x="1701" y="2929"/>
                    <a:pt x="1669" y="2961"/>
                  </a:cubicBezTo>
                  <a:lnTo>
                    <a:pt x="1669" y="2978"/>
                  </a:lnTo>
                  <a:lnTo>
                    <a:pt x="1685" y="2978"/>
                  </a:lnTo>
                  <a:cubicBezTo>
                    <a:pt x="1717" y="2945"/>
                    <a:pt x="1717" y="2893"/>
                    <a:pt x="1717" y="2860"/>
                  </a:cubicBezTo>
                  <a:lnTo>
                    <a:pt x="1717" y="2828"/>
                  </a:lnTo>
                  <a:lnTo>
                    <a:pt x="1717" y="2525"/>
                  </a:lnTo>
                  <a:lnTo>
                    <a:pt x="1717" y="2121"/>
                  </a:lnTo>
                  <a:cubicBezTo>
                    <a:pt x="1717" y="2053"/>
                    <a:pt x="1717" y="1984"/>
                    <a:pt x="1652" y="1935"/>
                  </a:cubicBezTo>
                  <a:cubicBezTo>
                    <a:pt x="1584" y="1867"/>
                    <a:pt x="1515" y="1798"/>
                    <a:pt x="1467" y="1733"/>
                  </a:cubicBezTo>
                  <a:cubicBezTo>
                    <a:pt x="1451" y="1717"/>
                    <a:pt x="1434" y="1697"/>
                    <a:pt x="1414" y="1665"/>
                  </a:cubicBezTo>
                  <a:cubicBezTo>
                    <a:pt x="1333" y="1564"/>
                    <a:pt x="1232" y="1463"/>
                    <a:pt x="1148" y="1362"/>
                  </a:cubicBezTo>
                  <a:cubicBezTo>
                    <a:pt x="861" y="1026"/>
                    <a:pt x="558" y="671"/>
                    <a:pt x="271" y="336"/>
                  </a:cubicBezTo>
                  <a:cubicBezTo>
                    <a:pt x="239" y="303"/>
                    <a:pt x="222" y="267"/>
                    <a:pt x="186" y="251"/>
                  </a:cubicBezTo>
                  <a:cubicBezTo>
                    <a:pt x="101" y="182"/>
                    <a:pt x="37" y="118"/>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3"/>
            <p:cNvSpPr/>
            <p:nvPr/>
          </p:nvSpPr>
          <p:spPr>
            <a:xfrm>
              <a:off x="1970040" y="3100823"/>
              <a:ext cx="4867" cy="38538"/>
            </a:xfrm>
            <a:custGeom>
              <a:rect b="b" l="l" r="r" t="t"/>
              <a:pathLst>
                <a:path extrusionOk="0" h="388" w="49">
                  <a:moveTo>
                    <a:pt x="33" y="0"/>
                  </a:moveTo>
                  <a:cubicBezTo>
                    <a:pt x="33" y="0"/>
                    <a:pt x="17" y="0"/>
                    <a:pt x="17" y="16"/>
                  </a:cubicBezTo>
                  <a:cubicBezTo>
                    <a:pt x="0" y="85"/>
                    <a:pt x="0" y="170"/>
                    <a:pt x="17" y="238"/>
                  </a:cubicBezTo>
                  <a:lnTo>
                    <a:pt x="17" y="372"/>
                  </a:lnTo>
                  <a:cubicBezTo>
                    <a:pt x="0" y="372"/>
                    <a:pt x="17" y="388"/>
                    <a:pt x="17" y="388"/>
                  </a:cubicBezTo>
                  <a:cubicBezTo>
                    <a:pt x="33" y="388"/>
                    <a:pt x="33" y="372"/>
                    <a:pt x="33" y="372"/>
                  </a:cubicBezTo>
                  <a:lnTo>
                    <a:pt x="33" y="238"/>
                  </a:lnTo>
                  <a:cubicBezTo>
                    <a:pt x="33" y="170"/>
                    <a:pt x="33" y="85"/>
                    <a:pt x="49" y="16"/>
                  </a:cubicBezTo>
                  <a:cubicBezTo>
                    <a:pt x="49" y="16"/>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3"/>
            <p:cNvSpPr/>
            <p:nvPr/>
          </p:nvSpPr>
          <p:spPr>
            <a:xfrm>
              <a:off x="1182393" y="3500408"/>
              <a:ext cx="5364" cy="100418"/>
            </a:xfrm>
            <a:custGeom>
              <a:rect b="b" l="l" r="r" t="t"/>
              <a:pathLst>
                <a:path extrusionOk="0" h="1011" w="54">
                  <a:moveTo>
                    <a:pt x="1" y="1"/>
                  </a:moveTo>
                  <a:lnTo>
                    <a:pt x="1" y="17"/>
                  </a:lnTo>
                  <a:cubicBezTo>
                    <a:pt x="17" y="53"/>
                    <a:pt x="17" y="69"/>
                    <a:pt x="17" y="102"/>
                  </a:cubicBezTo>
                  <a:cubicBezTo>
                    <a:pt x="1" y="118"/>
                    <a:pt x="1" y="134"/>
                    <a:pt x="1" y="134"/>
                  </a:cubicBezTo>
                  <a:lnTo>
                    <a:pt x="1" y="437"/>
                  </a:lnTo>
                  <a:cubicBezTo>
                    <a:pt x="17" y="590"/>
                    <a:pt x="17" y="760"/>
                    <a:pt x="1" y="909"/>
                  </a:cubicBezTo>
                  <a:cubicBezTo>
                    <a:pt x="1" y="926"/>
                    <a:pt x="1" y="962"/>
                    <a:pt x="17" y="978"/>
                  </a:cubicBezTo>
                  <a:lnTo>
                    <a:pt x="17" y="994"/>
                  </a:lnTo>
                  <a:lnTo>
                    <a:pt x="37" y="1010"/>
                  </a:lnTo>
                  <a:cubicBezTo>
                    <a:pt x="53" y="1010"/>
                    <a:pt x="53" y="994"/>
                    <a:pt x="53" y="994"/>
                  </a:cubicBezTo>
                  <a:cubicBezTo>
                    <a:pt x="53" y="978"/>
                    <a:pt x="37" y="978"/>
                    <a:pt x="37" y="962"/>
                  </a:cubicBezTo>
                  <a:cubicBezTo>
                    <a:pt x="37" y="942"/>
                    <a:pt x="17" y="926"/>
                    <a:pt x="17" y="909"/>
                  </a:cubicBezTo>
                  <a:cubicBezTo>
                    <a:pt x="37" y="760"/>
                    <a:pt x="37" y="590"/>
                    <a:pt x="37" y="437"/>
                  </a:cubicBezTo>
                  <a:lnTo>
                    <a:pt x="37" y="134"/>
                  </a:lnTo>
                  <a:lnTo>
                    <a:pt x="37" y="118"/>
                  </a:lnTo>
                  <a:cubicBezTo>
                    <a:pt x="37" y="69"/>
                    <a:pt x="53" y="33"/>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3"/>
            <p:cNvSpPr/>
            <p:nvPr/>
          </p:nvSpPr>
          <p:spPr>
            <a:xfrm>
              <a:off x="794827" y="1976564"/>
              <a:ext cx="4867" cy="94756"/>
            </a:xfrm>
            <a:custGeom>
              <a:rect b="b" l="l" r="r" t="t"/>
              <a:pathLst>
                <a:path extrusionOk="0" h="954" w="49">
                  <a:moveTo>
                    <a:pt x="12" y="1"/>
                  </a:moveTo>
                  <a:cubicBezTo>
                    <a:pt x="9" y="1"/>
                    <a:pt x="6" y="3"/>
                    <a:pt x="0" y="8"/>
                  </a:cubicBezTo>
                  <a:cubicBezTo>
                    <a:pt x="16" y="178"/>
                    <a:pt x="16" y="327"/>
                    <a:pt x="0" y="481"/>
                  </a:cubicBezTo>
                  <a:lnTo>
                    <a:pt x="0" y="784"/>
                  </a:lnTo>
                  <a:lnTo>
                    <a:pt x="0" y="816"/>
                  </a:lnTo>
                  <a:cubicBezTo>
                    <a:pt x="0" y="868"/>
                    <a:pt x="0" y="901"/>
                    <a:pt x="33" y="933"/>
                  </a:cubicBezTo>
                  <a:lnTo>
                    <a:pt x="49" y="953"/>
                  </a:lnTo>
                  <a:lnTo>
                    <a:pt x="49" y="933"/>
                  </a:lnTo>
                  <a:lnTo>
                    <a:pt x="49" y="917"/>
                  </a:lnTo>
                  <a:cubicBezTo>
                    <a:pt x="33" y="901"/>
                    <a:pt x="33" y="868"/>
                    <a:pt x="33" y="816"/>
                  </a:cubicBezTo>
                  <a:lnTo>
                    <a:pt x="33" y="784"/>
                  </a:lnTo>
                  <a:lnTo>
                    <a:pt x="33" y="481"/>
                  </a:lnTo>
                  <a:cubicBezTo>
                    <a:pt x="33" y="327"/>
                    <a:pt x="33" y="178"/>
                    <a:pt x="16" y="8"/>
                  </a:cubicBezTo>
                  <a:cubicBezTo>
                    <a:pt x="16" y="8"/>
                    <a:pt x="16"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3"/>
            <p:cNvSpPr/>
            <p:nvPr/>
          </p:nvSpPr>
          <p:spPr>
            <a:xfrm>
              <a:off x="2081979" y="3085924"/>
              <a:ext cx="105185" cy="197160"/>
            </a:xfrm>
            <a:custGeom>
              <a:rect b="b" l="l" r="r" t="t"/>
              <a:pathLst>
                <a:path extrusionOk="0" h="1985" w="1059">
                  <a:moveTo>
                    <a:pt x="69" y="1"/>
                  </a:moveTo>
                  <a:cubicBezTo>
                    <a:pt x="49" y="1"/>
                    <a:pt x="49" y="1"/>
                    <a:pt x="49" y="17"/>
                  </a:cubicBezTo>
                  <a:cubicBezTo>
                    <a:pt x="1" y="102"/>
                    <a:pt x="1" y="166"/>
                    <a:pt x="69" y="235"/>
                  </a:cubicBezTo>
                  <a:cubicBezTo>
                    <a:pt x="69" y="235"/>
                    <a:pt x="85" y="251"/>
                    <a:pt x="101" y="267"/>
                  </a:cubicBezTo>
                  <a:cubicBezTo>
                    <a:pt x="118" y="287"/>
                    <a:pt x="134" y="304"/>
                    <a:pt x="150" y="320"/>
                  </a:cubicBezTo>
                  <a:cubicBezTo>
                    <a:pt x="320" y="570"/>
                    <a:pt x="505" y="825"/>
                    <a:pt x="691" y="1059"/>
                  </a:cubicBezTo>
                  <a:cubicBezTo>
                    <a:pt x="740" y="1128"/>
                    <a:pt x="792" y="1196"/>
                    <a:pt x="841" y="1261"/>
                  </a:cubicBezTo>
                  <a:cubicBezTo>
                    <a:pt x="857" y="1277"/>
                    <a:pt x="877" y="1313"/>
                    <a:pt x="909" y="1330"/>
                  </a:cubicBezTo>
                  <a:cubicBezTo>
                    <a:pt x="942" y="1362"/>
                    <a:pt x="994" y="1414"/>
                    <a:pt x="994" y="1463"/>
                  </a:cubicBezTo>
                  <a:cubicBezTo>
                    <a:pt x="1027" y="1616"/>
                    <a:pt x="1043" y="1802"/>
                    <a:pt x="994" y="1968"/>
                  </a:cubicBezTo>
                  <a:lnTo>
                    <a:pt x="994" y="1984"/>
                  </a:lnTo>
                  <a:lnTo>
                    <a:pt x="1010" y="1984"/>
                  </a:lnTo>
                  <a:cubicBezTo>
                    <a:pt x="1059" y="1802"/>
                    <a:pt x="1043" y="1616"/>
                    <a:pt x="1027" y="1463"/>
                  </a:cubicBezTo>
                  <a:cubicBezTo>
                    <a:pt x="1010" y="1398"/>
                    <a:pt x="978" y="1346"/>
                    <a:pt x="926" y="1313"/>
                  </a:cubicBezTo>
                  <a:cubicBezTo>
                    <a:pt x="909" y="1297"/>
                    <a:pt x="877" y="1261"/>
                    <a:pt x="857" y="1245"/>
                  </a:cubicBezTo>
                  <a:cubicBezTo>
                    <a:pt x="808" y="1176"/>
                    <a:pt x="756" y="1111"/>
                    <a:pt x="707" y="1043"/>
                  </a:cubicBezTo>
                  <a:cubicBezTo>
                    <a:pt x="522" y="808"/>
                    <a:pt x="352" y="554"/>
                    <a:pt x="170" y="304"/>
                  </a:cubicBezTo>
                  <a:cubicBezTo>
                    <a:pt x="150" y="287"/>
                    <a:pt x="134" y="267"/>
                    <a:pt x="118" y="235"/>
                  </a:cubicBezTo>
                  <a:cubicBezTo>
                    <a:pt x="101" y="235"/>
                    <a:pt x="85" y="219"/>
                    <a:pt x="85" y="219"/>
                  </a:cubicBezTo>
                  <a:cubicBezTo>
                    <a:pt x="33" y="166"/>
                    <a:pt x="17" y="102"/>
                    <a:pt x="69" y="33"/>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3"/>
            <p:cNvSpPr/>
            <p:nvPr/>
          </p:nvSpPr>
          <p:spPr>
            <a:xfrm>
              <a:off x="1841216" y="2022650"/>
              <a:ext cx="3377" cy="36651"/>
            </a:xfrm>
            <a:custGeom>
              <a:rect b="b" l="l" r="r" t="t"/>
              <a:pathLst>
                <a:path extrusionOk="0" h="369" w="34">
                  <a:moveTo>
                    <a:pt x="17" y="0"/>
                  </a:moveTo>
                  <a:cubicBezTo>
                    <a:pt x="17" y="0"/>
                    <a:pt x="1" y="0"/>
                    <a:pt x="1" y="17"/>
                  </a:cubicBezTo>
                  <a:lnTo>
                    <a:pt x="1" y="150"/>
                  </a:lnTo>
                  <a:cubicBezTo>
                    <a:pt x="17" y="219"/>
                    <a:pt x="17" y="287"/>
                    <a:pt x="1" y="352"/>
                  </a:cubicBezTo>
                  <a:lnTo>
                    <a:pt x="1" y="368"/>
                  </a:lnTo>
                  <a:lnTo>
                    <a:pt x="17" y="368"/>
                  </a:lnTo>
                  <a:cubicBezTo>
                    <a:pt x="33" y="287"/>
                    <a:pt x="33" y="219"/>
                    <a:pt x="33" y="134"/>
                  </a:cubicBezTo>
                  <a:lnTo>
                    <a:pt x="33" y="17"/>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3"/>
            <p:cNvSpPr/>
            <p:nvPr/>
          </p:nvSpPr>
          <p:spPr>
            <a:xfrm>
              <a:off x="505493" y="3664095"/>
              <a:ext cx="130513" cy="38637"/>
            </a:xfrm>
            <a:custGeom>
              <a:rect b="b" l="l" r="r" t="t"/>
              <a:pathLst>
                <a:path extrusionOk="0" h="389" w="1314">
                  <a:moveTo>
                    <a:pt x="1297" y="1"/>
                  </a:moveTo>
                  <a:cubicBezTo>
                    <a:pt x="1160" y="21"/>
                    <a:pt x="1043" y="53"/>
                    <a:pt x="926" y="102"/>
                  </a:cubicBezTo>
                  <a:cubicBezTo>
                    <a:pt x="873" y="122"/>
                    <a:pt x="809" y="138"/>
                    <a:pt x="740" y="154"/>
                  </a:cubicBezTo>
                  <a:cubicBezTo>
                    <a:pt x="639" y="187"/>
                    <a:pt x="554" y="203"/>
                    <a:pt x="469" y="239"/>
                  </a:cubicBezTo>
                  <a:cubicBezTo>
                    <a:pt x="320" y="288"/>
                    <a:pt x="166" y="340"/>
                    <a:pt x="17" y="356"/>
                  </a:cubicBezTo>
                  <a:cubicBezTo>
                    <a:pt x="1" y="356"/>
                    <a:pt x="1" y="372"/>
                    <a:pt x="1" y="372"/>
                  </a:cubicBezTo>
                  <a:cubicBezTo>
                    <a:pt x="1" y="372"/>
                    <a:pt x="1" y="389"/>
                    <a:pt x="17" y="389"/>
                  </a:cubicBezTo>
                  <a:cubicBezTo>
                    <a:pt x="166" y="356"/>
                    <a:pt x="320" y="304"/>
                    <a:pt x="469" y="271"/>
                  </a:cubicBezTo>
                  <a:cubicBezTo>
                    <a:pt x="554" y="239"/>
                    <a:pt x="655" y="203"/>
                    <a:pt x="740" y="187"/>
                  </a:cubicBezTo>
                  <a:cubicBezTo>
                    <a:pt x="809" y="170"/>
                    <a:pt x="873" y="138"/>
                    <a:pt x="942" y="122"/>
                  </a:cubicBezTo>
                  <a:cubicBezTo>
                    <a:pt x="1059" y="86"/>
                    <a:pt x="1176" y="53"/>
                    <a:pt x="1297" y="37"/>
                  </a:cubicBezTo>
                  <a:cubicBezTo>
                    <a:pt x="1314" y="37"/>
                    <a:pt x="1314" y="21"/>
                    <a:pt x="1314" y="21"/>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3"/>
            <p:cNvSpPr/>
            <p:nvPr/>
          </p:nvSpPr>
          <p:spPr>
            <a:xfrm>
              <a:off x="1087339" y="2514110"/>
              <a:ext cx="6456" cy="88797"/>
            </a:xfrm>
            <a:custGeom>
              <a:rect b="b" l="l" r="r" t="t"/>
              <a:pathLst>
                <a:path extrusionOk="0" h="894" w="65">
                  <a:moveTo>
                    <a:pt x="16" y="1"/>
                  </a:moveTo>
                  <a:lnTo>
                    <a:pt x="0" y="17"/>
                  </a:lnTo>
                  <a:cubicBezTo>
                    <a:pt x="32" y="219"/>
                    <a:pt x="16" y="421"/>
                    <a:pt x="16" y="623"/>
                  </a:cubicBezTo>
                  <a:lnTo>
                    <a:pt x="16" y="740"/>
                  </a:lnTo>
                  <a:lnTo>
                    <a:pt x="16" y="809"/>
                  </a:lnTo>
                  <a:cubicBezTo>
                    <a:pt x="32" y="825"/>
                    <a:pt x="32" y="857"/>
                    <a:pt x="32" y="874"/>
                  </a:cubicBezTo>
                  <a:cubicBezTo>
                    <a:pt x="32" y="874"/>
                    <a:pt x="32" y="894"/>
                    <a:pt x="49" y="894"/>
                  </a:cubicBezTo>
                  <a:lnTo>
                    <a:pt x="65" y="874"/>
                  </a:lnTo>
                  <a:cubicBezTo>
                    <a:pt x="65" y="841"/>
                    <a:pt x="49" y="825"/>
                    <a:pt x="49" y="809"/>
                  </a:cubicBezTo>
                  <a:cubicBezTo>
                    <a:pt x="49" y="793"/>
                    <a:pt x="32" y="756"/>
                    <a:pt x="32" y="740"/>
                  </a:cubicBezTo>
                  <a:cubicBezTo>
                    <a:pt x="32" y="692"/>
                    <a:pt x="49" y="655"/>
                    <a:pt x="49" y="623"/>
                  </a:cubicBezTo>
                  <a:cubicBezTo>
                    <a:pt x="49" y="421"/>
                    <a:pt x="49" y="219"/>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3"/>
            <p:cNvSpPr/>
            <p:nvPr/>
          </p:nvSpPr>
          <p:spPr>
            <a:xfrm>
              <a:off x="2167002" y="3224781"/>
              <a:ext cx="6953" cy="36552"/>
            </a:xfrm>
            <a:custGeom>
              <a:rect b="b" l="l" r="r" t="t"/>
              <a:pathLst>
                <a:path extrusionOk="0" h="368" w="70">
                  <a:moveTo>
                    <a:pt x="53" y="0"/>
                  </a:moveTo>
                  <a:cubicBezTo>
                    <a:pt x="53" y="0"/>
                    <a:pt x="37" y="0"/>
                    <a:pt x="37" y="16"/>
                  </a:cubicBezTo>
                  <a:cubicBezTo>
                    <a:pt x="21" y="65"/>
                    <a:pt x="21" y="134"/>
                    <a:pt x="21" y="182"/>
                  </a:cubicBezTo>
                  <a:cubicBezTo>
                    <a:pt x="21" y="251"/>
                    <a:pt x="37" y="303"/>
                    <a:pt x="21" y="352"/>
                  </a:cubicBezTo>
                  <a:cubicBezTo>
                    <a:pt x="1" y="368"/>
                    <a:pt x="21" y="368"/>
                    <a:pt x="21" y="368"/>
                  </a:cubicBezTo>
                  <a:lnTo>
                    <a:pt x="37" y="368"/>
                  </a:lnTo>
                  <a:cubicBezTo>
                    <a:pt x="53" y="303"/>
                    <a:pt x="53" y="251"/>
                    <a:pt x="53" y="182"/>
                  </a:cubicBezTo>
                  <a:cubicBezTo>
                    <a:pt x="53" y="134"/>
                    <a:pt x="53" y="65"/>
                    <a:pt x="70" y="16"/>
                  </a:cubicBezTo>
                  <a:cubicBezTo>
                    <a:pt x="70" y="16"/>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3"/>
            <p:cNvSpPr/>
            <p:nvPr/>
          </p:nvSpPr>
          <p:spPr>
            <a:xfrm>
              <a:off x="700865" y="3179389"/>
              <a:ext cx="5364" cy="78765"/>
            </a:xfrm>
            <a:custGeom>
              <a:rect b="b" l="l" r="r" t="t"/>
              <a:pathLst>
                <a:path extrusionOk="0" h="793" w="54">
                  <a:moveTo>
                    <a:pt x="17" y="1"/>
                  </a:moveTo>
                  <a:cubicBezTo>
                    <a:pt x="17" y="1"/>
                    <a:pt x="1" y="1"/>
                    <a:pt x="1" y="17"/>
                  </a:cubicBezTo>
                  <a:lnTo>
                    <a:pt x="1" y="304"/>
                  </a:lnTo>
                  <a:cubicBezTo>
                    <a:pt x="1" y="457"/>
                    <a:pt x="1" y="623"/>
                    <a:pt x="17" y="776"/>
                  </a:cubicBezTo>
                  <a:cubicBezTo>
                    <a:pt x="17" y="793"/>
                    <a:pt x="17" y="793"/>
                    <a:pt x="37" y="793"/>
                  </a:cubicBezTo>
                  <a:cubicBezTo>
                    <a:pt x="37" y="793"/>
                    <a:pt x="53" y="793"/>
                    <a:pt x="53" y="776"/>
                  </a:cubicBezTo>
                  <a:cubicBezTo>
                    <a:pt x="17" y="623"/>
                    <a:pt x="37" y="457"/>
                    <a:pt x="37" y="304"/>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3"/>
            <p:cNvSpPr/>
            <p:nvPr/>
          </p:nvSpPr>
          <p:spPr>
            <a:xfrm>
              <a:off x="670770" y="2114526"/>
              <a:ext cx="142233" cy="192293"/>
            </a:xfrm>
            <a:custGeom>
              <a:rect b="b" l="l" r="r" t="t"/>
              <a:pathLst>
                <a:path extrusionOk="0" h="1936" w="1432">
                  <a:moveTo>
                    <a:pt x="1415" y="0"/>
                  </a:moveTo>
                  <a:cubicBezTo>
                    <a:pt x="1249" y="69"/>
                    <a:pt x="1096" y="150"/>
                    <a:pt x="946" y="219"/>
                  </a:cubicBezTo>
                  <a:cubicBezTo>
                    <a:pt x="861" y="271"/>
                    <a:pt x="760" y="320"/>
                    <a:pt x="676" y="372"/>
                  </a:cubicBezTo>
                  <a:cubicBezTo>
                    <a:pt x="542" y="437"/>
                    <a:pt x="421" y="505"/>
                    <a:pt x="304" y="554"/>
                  </a:cubicBezTo>
                  <a:cubicBezTo>
                    <a:pt x="239" y="606"/>
                    <a:pt x="154" y="639"/>
                    <a:pt x="86" y="675"/>
                  </a:cubicBezTo>
                  <a:cubicBezTo>
                    <a:pt x="37" y="707"/>
                    <a:pt x="1" y="724"/>
                    <a:pt x="1" y="792"/>
                  </a:cubicBezTo>
                  <a:cubicBezTo>
                    <a:pt x="17" y="1027"/>
                    <a:pt x="17" y="1281"/>
                    <a:pt x="17" y="1515"/>
                  </a:cubicBezTo>
                  <a:lnTo>
                    <a:pt x="17" y="1887"/>
                  </a:lnTo>
                  <a:lnTo>
                    <a:pt x="17" y="1919"/>
                  </a:lnTo>
                  <a:lnTo>
                    <a:pt x="37" y="1935"/>
                  </a:lnTo>
                  <a:cubicBezTo>
                    <a:pt x="54" y="1935"/>
                    <a:pt x="54" y="1919"/>
                    <a:pt x="54" y="1919"/>
                  </a:cubicBezTo>
                  <a:lnTo>
                    <a:pt x="54" y="1903"/>
                  </a:lnTo>
                  <a:cubicBezTo>
                    <a:pt x="37" y="1903"/>
                    <a:pt x="37" y="1887"/>
                    <a:pt x="37" y="1887"/>
                  </a:cubicBezTo>
                  <a:lnTo>
                    <a:pt x="37" y="1515"/>
                  </a:lnTo>
                  <a:lnTo>
                    <a:pt x="37" y="792"/>
                  </a:lnTo>
                  <a:cubicBezTo>
                    <a:pt x="37" y="740"/>
                    <a:pt x="54" y="724"/>
                    <a:pt x="102" y="707"/>
                  </a:cubicBezTo>
                  <a:cubicBezTo>
                    <a:pt x="171" y="675"/>
                    <a:pt x="239" y="623"/>
                    <a:pt x="304" y="590"/>
                  </a:cubicBezTo>
                  <a:cubicBezTo>
                    <a:pt x="441" y="522"/>
                    <a:pt x="558" y="453"/>
                    <a:pt x="676" y="404"/>
                  </a:cubicBezTo>
                  <a:cubicBezTo>
                    <a:pt x="777" y="352"/>
                    <a:pt x="878" y="303"/>
                    <a:pt x="962" y="251"/>
                  </a:cubicBezTo>
                  <a:cubicBezTo>
                    <a:pt x="1112" y="170"/>
                    <a:pt x="1265" y="85"/>
                    <a:pt x="1415" y="33"/>
                  </a:cubicBezTo>
                  <a:cubicBezTo>
                    <a:pt x="1431" y="33"/>
                    <a:pt x="1431" y="17"/>
                    <a:pt x="1431" y="17"/>
                  </a:cubicBezTo>
                  <a:cubicBezTo>
                    <a:pt x="1431" y="0"/>
                    <a:pt x="1415" y="0"/>
                    <a:pt x="14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3"/>
            <p:cNvSpPr/>
            <p:nvPr/>
          </p:nvSpPr>
          <p:spPr>
            <a:xfrm>
              <a:off x="1088928" y="3359962"/>
              <a:ext cx="4867" cy="93564"/>
            </a:xfrm>
            <a:custGeom>
              <a:rect b="b" l="l" r="r" t="t"/>
              <a:pathLst>
                <a:path extrusionOk="0" h="942" w="49">
                  <a:moveTo>
                    <a:pt x="16" y="1"/>
                  </a:moveTo>
                  <a:cubicBezTo>
                    <a:pt x="0" y="1"/>
                    <a:pt x="0" y="17"/>
                    <a:pt x="0" y="17"/>
                  </a:cubicBezTo>
                  <a:cubicBezTo>
                    <a:pt x="16" y="134"/>
                    <a:pt x="16" y="271"/>
                    <a:pt x="16" y="388"/>
                  </a:cubicBezTo>
                  <a:lnTo>
                    <a:pt x="16" y="590"/>
                  </a:lnTo>
                  <a:lnTo>
                    <a:pt x="16" y="825"/>
                  </a:lnTo>
                  <a:lnTo>
                    <a:pt x="16" y="926"/>
                  </a:lnTo>
                  <a:cubicBezTo>
                    <a:pt x="16" y="942"/>
                    <a:pt x="16" y="942"/>
                    <a:pt x="33" y="942"/>
                  </a:cubicBezTo>
                  <a:cubicBezTo>
                    <a:pt x="33" y="942"/>
                    <a:pt x="49" y="942"/>
                    <a:pt x="49" y="926"/>
                  </a:cubicBezTo>
                  <a:lnTo>
                    <a:pt x="49" y="825"/>
                  </a:lnTo>
                  <a:lnTo>
                    <a:pt x="49" y="590"/>
                  </a:lnTo>
                  <a:cubicBezTo>
                    <a:pt x="33" y="522"/>
                    <a:pt x="33" y="457"/>
                    <a:pt x="49" y="388"/>
                  </a:cubicBezTo>
                  <a:cubicBezTo>
                    <a:pt x="49" y="271"/>
                    <a:pt x="49" y="134"/>
                    <a:pt x="33" y="17"/>
                  </a:cubicBezTo>
                  <a:cubicBezTo>
                    <a:pt x="33"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3"/>
            <p:cNvSpPr/>
            <p:nvPr/>
          </p:nvSpPr>
          <p:spPr>
            <a:xfrm>
              <a:off x="1921470" y="3600726"/>
              <a:ext cx="78765" cy="133691"/>
            </a:xfrm>
            <a:custGeom>
              <a:rect b="b" l="l" r="r" t="t"/>
              <a:pathLst>
                <a:path extrusionOk="0" h="1346" w="793">
                  <a:moveTo>
                    <a:pt x="49" y="0"/>
                  </a:moveTo>
                  <a:cubicBezTo>
                    <a:pt x="17" y="85"/>
                    <a:pt x="17" y="186"/>
                    <a:pt x="17" y="271"/>
                  </a:cubicBezTo>
                  <a:cubicBezTo>
                    <a:pt x="33" y="320"/>
                    <a:pt x="33" y="372"/>
                    <a:pt x="17" y="421"/>
                  </a:cubicBezTo>
                  <a:cubicBezTo>
                    <a:pt x="1" y="623"/>
                    <a:pt x="69" y="760"/>
                    <a:pt x="219" y="877"/>
                  </a:cubicBezTo>
                  <a:cubicBezTo>
                    <a:pt x="336" y="962"/>
                    <a:pt x="453" y="1079"/>
                    <a:pt x="554" y="1196"/>
                  </a:cubicBezTo>
                  <a:cubicBezTo>
                    <a:pt x="590" y="1228"/>
                    <a:pt x="623" y="1265"/>
                    <a:pt x="655" y="1297"/>
                  </a:cubicBezTo>
                  <a:cubicBezTo>
                    <a:pt x="691" y="1329"/>
                    <a:pt x="724" y="1346"/>
                    <a:pt x="756" y="1346"/>
                  </a:cubicBezTo>
                  <a:lnTo>
                    <a:pt x="776" y="1346"/>
                  </a:lnTo>
                  <a:cubicBezTo>
                    <a:pt x="792" y="1346"/>
                    <a:pt x="792" y="1346"/>
                    <a:pt x="792" y="1329"/>
                  </a:cubicBezTo>
                  <a:cubicBezTo>
                    <a:pt x="792" y="1329"/>
                    <a:pt x="792" y="1313"/>
                    <a:pt x="776" y="1313"/>
                  </a:cubicBezTo>
                  <a:cubicBezTo>
                    <a:pt x="767" y="1318"/>
                    <a:pt x="757" y="1320"/>
                    <a:pt x="748" y="1320"/>
                  </a:cubicBezTo>
                  <a:cubicBezTo>
                    <a:pt x="723" y="1320"/>
                    <a:pt x="699" y="1305"/>
                    <a:pt x="675" y="1281"/>
                  </a:cubicBezTo>
                  <a:cubicBezTo>
                    <a:pt x="639" y="1245"/>
                    <a:pt x="607" y="1212"/>
                    <a:pt x="574" y="1180"/>
                  </a:cubicBezTo>
                  <a:cubicBezTo>
                    <a:pt x="473" y="1063"/>
                    <a:pt x="352" y="942"/>
                    <a:pt x="235" y="861"/>
                  </a:cubicBezTo>
                  <a:cubicBezTo>
                    <a:pt x="85" y="740"/>
                    <a:pt x="33" y="606"/>
                    <a:pt x="49" y="421"/>
                  </a:cubicBezTo>
                  <a:lnTo>
                    <a:pt x="49" y="271"/>
                  </a:lnTo>
                  <a:cubicBezTo>
                    <a:pt x="49" y="186"/>
                    <a:pt x="49" y="101"/>
                    <a:pt x="85" y="17"/>
                  </a:cubicBezTo>
                  <a:cubicBezTo>
                    <a:pt x="85" y="0"/>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3"/>
            <p:cNvSpPr/>
            <p:nvPr/>
          </p:nvSpPr>
          <p:spPr>
            <a:xfrm>
              <a:off x="869817" y="3492859"/>
              <a:ext cx="332739" cy="199842"/>
            </a:xfrm>
            <a:custGeom>
              <a:rect b="b" l="l" r="r" t="t"/>
              <a:pathLst>
                <a:path extrusionOk="0" h="2012" w="3350">
                  <a:moveTo>
                    <a:pt x="3345" y="1"/>
                  </a:moveTo>
                  <a:cubicBezTo>
                    <a:pt x="3342" y="1"/>
                    <a:pt x="3339" y="2"/>
                    <a:pt x="3333" y="8"/>
                  </a:cubicBezTo>
                  <a:cubicBezTo>
                    <a:pt x="3184" y="44"/>
                    <a:pt x="3014" y="93"/>
                    <a:pt x="2861" y="145"/>
                  </a:cubicBezTo>
                  <a:cubicBezTo>
                    <a:pt x="2509" y="246"/>
                    <a:pt x="2138" y="347"/>
                    <a:pt x="1770" y="464"/>
                  </a:cubicBezTo>
                  <a:lnTo>
                    <a:pt x="1718" y="480"/>
                  </a:lnTo>
                  <a:cubicBezTo>
                    <a:pt x="1265" y="614"/>
                    <a:pt x="792" y="767"/>
                    <a:pt x="320" y="901"/>
                  </a:cubicBezTo>
                  <a:lnTo>
                    <a:pt x="304" y="901"/>
                  </a:lnTo>
                  <a:cubicBezTo>
                    <a:pt x="287" y="917"/>
                    <a:pt x="271" y="917"/>
                    <a:pt x="255" y="917"/>
                  </a:cubicBezTo>
                  <a:cubicBezTo>
                    <a:pt x="33" y="953"/>
                    <a:pt x="1" y="985"/>
                    <a:pt x="1" y="1204"/>
                  </a:cubicBezTo>
                  <a:lnTo>
                    <a:pt x="1" y="1373"/>
                  </a:lnTo>
                  <a:lnTo>
                    <a:pt x="1" y="1862"/>
                  </a:lnTo>
                  <a:lnTo>
                    <a:pt x="1" y="1894"/>
                  </a:lnTo>
                  <a:cubicBezTo>
                    <a:pt x="1" y="1927"/>
                    <a:pt x="1" y="1979"/>
                    <a:pt x="33" y="2012"/>
                  </a:cubicBezTo>
                  <a:lnTo>
                    <a:pt x="53" y="2012"/>
                  </a:lnTo>
                  <a:lnTo>
                    <a:pt x="53" y="1995"/>
                  </a:lnTo>
                  <a:cubicBezTo>
                    <a:pt x="33" y="1963"/>
                    <a:pt x="33" y="1927"/>
                    <a:pt x="33" y="1894"/>
                  </a:cubicBezTo>
                  <a:lnTo>
                    <a:pt x="33" y="1862"/>
                  </a:lnTo>
                  <a:lnTo>
                    <a:pt x="33" y="1373"/>
                  </a:lnTo>
                  <a:lnTo>
                    <a:pt x="33" y="1204"/>
                  </a:lnTo>
                  <a:cubicBezTo>
                    <a:pt x="33" y="1002"/>
                    <a:pt x="53" y="985"/>
                    <a:pt x="255" y="953"/>
                  </a:cubicBezTo>
                  <a:cubicBezTo>
                    <a:pt x="271" y="953"/>
                    <a:pt x="287" y="937"/>
                    <a:pt x="304" y="937"/>
                  </a:cubicBezTo>
                  <a:cubicBezTo>
                    <a:pt x="320" y="937"/>
                    <a:pt x="320" y="917"/>
                    <a:pt x="336" y="917"/>
                  </a:cubicBezTo>
                  <a:cubicBezTo>
                    <a:pt x="809" y="800"/>
                    <a:pt x="1281" y="650"/>
                    <a:pt x="1734" y="497"/>
                  </a:cubicBezTo>
                  <a:lnTo>
                    <a:pt x="1786" y="480"/>
                  </a:lnTo>
                  <a:cubicBezTo>
                    <a:pt x="2138" y="379"/>
                    <a:pt x="2509" y="262"/>
                    <a:pt x="2861" y="161"/>
                  </a:cubicBezTo>
                  <a:cubicBezTo>
                    <a:pt x="3030" y="129"/>
                    <a:pt x="3184" y="77"/>
                    <a:pt x="3350" y="28"/>
                  </a:cubicBezTo>
                  <a:lnTo>
                    <a:pt x="3350" y="8"/>
                  </a:lnTo>
                  <a:cubicBezTo>
                    <a:pt x="3350" y="8"/>
                    <a:pt x="3350" y="1"/>
                    <a:pt x="3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3"/>
            <p:cNvSpPr/>
            <p:nvPr/>
          </p:nvSpPr>
          <p:spPr>
            <a:xfrm>
              <a:off x="669181" y="2616117"/>
              <a:ext cx="150577" cy="168952"/>
            </a:xfrm>
            <a:custGeom>
              <a:rect b="b" l="l" r="r" t="t"/>
              <a:pathLst>
                <a:path extrusionOk="0" h="1701" w="1516">
                  <a:moveTo>
                    <a:pt x="1467" y="0"/>
                  </a:moveTo>
                  <a:cubicBezTo>
                    <a:pt x="1366" y="49"/>
                    <a:pt x="1265" y="85"/>
                    <a:pt x="1180" y="133"/>
                  </a:cubicBezTo>
                  <a:cubicBezTo>
                    <a:pt x="926" y="234"/>
                    <a:pt x="659" y="352"/>
                    <a:pt x="405" y="489"/>
                  </a:cubicBezTo>
                  <a:cubicBezTo>
                    <a:pt x="372" y="505"/>
                    <a:pt x="320" y="521"/>
                    <a:pt x="288" y="537"/>
                  </a:cubicBezTo>
                  <a:cubicBezTo>
                    <a:pt x="235" y="554"/>
                    <a:pt x="187" y="590"/>
                    <a:pt x="118" y="606"/>
                  </a:cubicBezTo>
                  <a:cubicBezTo>
                    <a:pt x="33" y="655"/>
                    <a:pt x="1" y="707"/>
                    <a:pt x="1" y="824"/>
                  </a:cubicBezTo>
                  <a:cubicBezTo>
                    <a:pt x="17" y="957"/>
                    <a:pt x="17" y="1111"/>
                    <a:pt x="1" y="1244"/>
                  </a:cubicBezTo>
                  <a:lnTo>
                    <a:pt x="1" y="1414"/>
                  </a:lnTo>
                  <a:cubicBezTo>
                    <a:pt x="1" y="1499"/>
                    <a:pt x="1" y="1600"/>
                    <a:pt x="33" y="1685"/>
                  </a:cubicBezTo>
                  <a:lnTo>
                    <a:pt x="33" y="1701"/>
                  </a:lnTo>
                  <a:lnTo>
                    <a:pt x="53" y="1701"/>
                  </a:lnTo>
                  <a:lnTo>
                    <a:pt x="53" y="1685"/>
                  </a:lnTo>
                  <a:cubicBezTo>
                    <a:pt x="17" y="1584"/>
                    <a:pt x="17" y="1499"/>
                    <a:pt x="17" y="1414"/>
                  </a:cubicBezTo>
                  <a:cubicBezTo>
                    <a:pt x="33" y="1361"/>
                    <a:pt x="33" y="1313"/>
                    <a:pt x="33" y="1260"/>
                  </a:cubicBezTo>
                  <a:cubicBezTo>
                    <a:pt x="33" y="1111"/>
                    <a:pt x="53" y="957"/>
                    <a:pt x="33" y="824"/>
                  </a:cubicBezTo>
                  <a:cubicBezTo>
                    <a:pt x="33" y="707"/>
                    <a:pt x="53" y="675"/>
                    <a:pt x="134" y="638"/>
                  </a:cubicBezTo>
                  <a:cubicBezTo>
                    <a:pt x="187" y="606"/>
                    <a:pt x="255" y="590"/>
                    <a:pt x="304" y="554"/>
                  </a:cubicBezTo>
                  <a:cubicBezTo>
                    <a:pt x="336" y="537"/>
                    <a:pt x="372" y="521"/>
                    <a:pt x="405" y="505"/>
                  </a:cubicBezTo>
                  <a:cubicBezTo>
                    <a:pt x="675" y="388"/>
                    <a:pt x="926" y="271"/>
                    <a:pt x="1180" y="150"/>
                  </a:cubicBezTo>
                  <a:cubicBezTo>
                    <a:pt x="1281" y="117"/>
                    <a:pt x="1366" y="69"/>
                    <a:pt x="1467" y="32"/>
                  </a:cubicBezTo>
                  <a:cubicBezTo>
                    <a:pt x="1483" y="49"/>
                    <a:pt x="1483" y="69"/>
                    <a:pt x="1483" y="101"/>
                  </a:cubicBezTo>
                  <a:lnTo>
                    <a:pt x="1483" y="117"/>
                  </a:lnTo>
                  <a:lnTo>
                    <a:pt x="1483" y="352"/>
                  </a:lnTo>
                  <a:lnTo>
                    <a:pt x="1483" y="941"/>
                  </a:lnTo>
                  <a:cubicBezTo>
                    <a:pt x="1483" y="1010"/>
                    <a:pt x="1467" y="1042"/>
                    <a:pt x="1399" y="1079"/>
                  </a:cubicBezTo>
                  <a:cubicBezTo>
                    <a:pt x="1180" y="1159"/>
                    <a:pt x="978" y="1244"/>
                    <a:pt x="760" y="1345"/>
                  </a:cubicBezTo>
                  <a:lnTo>
                    <a:pt x="724" y="1361"/>
                  </a:lnTo>
                  <a:cubicBezTo>
                    <a:pt x="675" y="1382"/>
                    <a:pt x="607" y="1414"/>
                    <a:pt x="558" y="1430"/>
                  </a:cubicBezTo>
                  <a:cubicBezTo>
                    <a:pt x="389" y="1515"/>
                    <a:pt x="235" y="1584"/>
                    <a:pt x="70" y="1632"/>
                  </a:cubicBezTo>
                  <a:cubicBezTo>
                    <a:pt x="53" y="1632"/>
                    <a:pt x="53" y="1632"/>
                    <a:pt x="53" y="1648"/>
                  </a:cubicBezTo>
                  <a:lnTo>
                    <a:pt x="70" y="1648"/>
                  </a:lnTo>
                  <a:cubicBezTo>
                    <a:pt x="235" y="1600"/>
                    <a:pt x="405" y="1531"/>
                    <a:pt x="558" y="1462"/>
                  </a:cubicBezTo>
                  <a:cubicBezTo>
                    <a:pt x="623" y="1430"/>
                    <a:pt x="675" y="1414"/>
                    <a:pt x="740" y="1382"/>
                  </a:cubicBezTo>
                  <a:lnTo>
                    <a:pt x="776" y="1361"/>
                  </a:lnTo>
                  <a:cubicBezTo>
                    <a:pt x="978" y="1281"/>
                    <a:pt x="1197" y="1180"/>
                    <a:pt x="1415" y="1095"/>
                  </a:cubicBezTo>
                  <a:cubicBezTo>
                    <a:pt x="1500" y="1058"/>
                    <a:pt x="1516" y="1010"/>
                    <a:pt x="1516" y="941"/>
                  </a:cubicBezTo>
                  <a:lnTo>
                    <a:pt x="1516" y="352"/>
                  </a:lnTo>
                  <a:lnTo>
                    <a:pt x="1516" y="117"/>
                  </a:lnTo>
                  <a:lnTo>
                    <a:pt x="1516" y="101"/>
                  </a:lnTo>
                  <a:cubicBezTo>
                    <a:pt x="1516" y="69"/>
                    <a:pt x="1516" y="32"/>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3"/>
            <p:cNvSpPr/>
            <p:nvPr/>
          </p:nvSpPr>
          <p:spPr>
            <a:xfrm>
              <a:off x="2028642" y="2336815"/>
              <a:ext cx="4867" cy="33373"/>
            </a:xfrm>
            <a:custGeom>
              <a:rect b="b" l="l" r="r" t="t"/>
              <a:pathLst>
                <a:path extrusionOk="0" h="336" w="49">
                  <a:moveTo>
                    <a:pt x="33" y="0"/>
                  </a:moveTo>
                  <a:cubicBezTo>
                    <a:pt x="0" y="53"/>
                    <a:pt x="16" y="118"/>
                    <a:pt x="16" y="170"/>
                  </a:cubicBezTo>
                  <a:cubicBezTo>
                    <a:pt x="16" y="219"/>
                    <a:pt x="16" y="271"/>
                    <a:pt x="0" y="320"/>
                  </a:cubicBezTo>
                  <a:cubicBezTo>
                    <a:pt x="0" y="336"/>
                    <a:pt x="0" y="336"/>
                    <a:pt x="16" y="336"/>
                  </a:cubicBezTo>
                  <a:lnTo>
                    <a:pt x="33" y="336"/>
                  </a:lnTo>
                  <a:cubicBezTo>
                    <a:pt x="49" y="287"/>
                    <a:pt x="49" y="219"/>
                    <a:pt x="33" y="170"/>
                  </a:cubicBezTo>
                  <a:cubicBezTo>
                    <a:pt x="33" y="118"/>
                    <a:pt x="33" y="69"/>
                    <a:pt x="49"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3"/>
            <p:cNvSpPr/>
            <p:nvPr/>
          </p:nvSpPr>
          <p:spPr>
            <a:xfrm>
              <a:off x="2088833" y="2397006"/>
              <a:ext cx="96743" cy="270959"/>
            </a:xfrm>
            <a:custGeom>
              <a:rect b="b" l="l" r="r" t="t"/>
              <a:pathLst>
                <a:path extrusionOk="0" h="2728" w="974">
                  <a:moveTo>
                    <a:pt x="0" y="0"/>
                  </a:moveTo>
                  <a:lnTo>
                    <a:pt x="0" y="17"/>
                  </a:lnTo>
                  <a:cubicBezTo>
                    <a:pt x="81" y="101"/>
                    <a:pt x="150" y="219"/>
                    <a:pt x="218" y="336"/>
                  </a:cubicBezTo>
                  <a:cubicBezTo>
                    <a:pt x="234" y="388"/>
                    <a:pt x="267" y="437"/>
                    <a:pt x="303" y="489"/>
                  </a:cubicBezTo>
                  <a:cubicBezTo>
                    <a:pt x="384" y="623"/>
                    <a:pt x="453" y="760"/>
                    <a:pt x="537" y="893"/>
                  </a:cubicBezTo>
                  <a:cubicBezTo>
                    <a:pt x="655" y="1111"/>
                    <a:pt x="772" y="1329"/>
                    <a:pt x="925" y="1531"/>
                  </a:cubicBezTo>
                  <a:cubicBezTo>
                    <a:pt x="941" y="1568"/>
                    <a:pt x="958" y="1616"/>
                    <a:pt x="941" y="1685"/>
                  </a:cubicBezTo>
                  <a:lnTo>
                    <a:pt x="941" y="1952"/>
                  </a:lnTo>
                  <a:cubicBezTo>
                    <a:pt x="941" y="2073"/>
                    <a:pt x="958" y="2190"/>
                    <a:pt x="925" y="2323"/>
                  </a:cubicBezTo>
                  <a:cubicBezTo>
                    <a:pt x="925" y="2356"/>
                    <a:pt x="925" y="2408"/>
                    <a:pt x="941" y="2457"/>
                  </a:cubicBezTo>
                  <a:lnTo>
                    <a:pt x="941" y="2558"/>
                  </a:lnTo>
                  <a:cubicBezTo>
                    <a:pt x="941" y="2626"/>
                    <a:pt x="941" y="2659"/>
                    <a:pt x="909" y="2711"/>
                  </a:cubicBezTo>
                  <a:lnTo>
                    <a:pt x="909" y="2727"/>
                  </a:lnTo>
                  <a:lnTo>
                    <a:pt x="925" y="2727"/>
                  </a:lnTo>
                  <a:cubicBezTo>
                    <a:pt x="958" y="2679"/>
                    <a:pt x="974" y="2626"/>
                    <a:pt x="974" y="2558"/>
                  </a:cubicBezTo>
                  <a:cubicBezTo>
                    <a:pt x="974" y="2525"/>
                    <a:pt x="974" y="2493"/>
                    <a:pt x="958" y="2457"/>
                  </a:cubicBezTo>
                  <a:cubicBezTo>
                    <a:pt x="958" y="2408"/>
                    <a:pt x="941" y="2356"/>
                    <a:pt x="958" y="2323"/>
                  </a:cubicBezTo>
                  <a:cubicBezTo>
                    <a:pt x="974" y="2206"/>
                    <a:pt x="974" y="2073"/>
                    <a:pt x="974" y="1952"/>
                  </a:cubicBezTo>
                  <a:cubicBezTo>
                    <a:pt x="974" y="1871"/>
                    <a:pt x="958" y="1770"/>
                    <a:pt x="974" y="1685"/>
                  </a:cubicBezTo>
                  <a:cubicBezTo>
                    <a:pt x="974" y="1632"/>
                    <a:pt x="974" y="1568"/>
                    <a:pt x="941" y="1515"/>
                  </a:cubicBezTo>
                  <a:cubicBezTo>
                    <a:pt x="788" y="1313"/>
                    <a:pt x="671" y="1095"/>
                    <a:pt x="554" y="877"/>
                  </a:cubicBezTo>
                  <a:cubicBezTo>
                    <a:pt x="485" y="740"/>
                    <a:pt x="404" y="606"/>
                    <a:pt x="319" y="473"/>
                  </a:cubicBezTo>
                  <a:cubicBezTo>
                    <a:pt x="283" y="421"/>
                    <a:pt x="267" y="372"/>
                    <a:pt x="234" y="320"/>
                  </a:cubicBezTo>
                  <a:cubicBezTo>
                    <a:pt x="166" y="202"/>
                    <a:pt x="117" y="8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3"/>
            <p:cNvSpPr/>
            <p:nvPr/>
          </p:nvSpPr>
          <p:spPr>
            <a:xfrm>
              <a:off x="1087339" y="1813571"/>
              <a:ext cx="6456" cy="102007"/>
            </a:xfrm>
            <a:custGeom>
              <a:rect b="b" l="l" r="r" t="t"/>
              <a:pathLst>
                <a:path extrusionOk="0" h="1027" w="65">
                  <a:moveTo>
                    <a:pt x="16" y="1"/>
                  </a:moveTo>
                  <a:lnTo>
                    <a:pt x="0" y="17"/>
                  </a:lnTo>
                  <a:lnTo>
                    <a:pt x="0" y="235"/>
                  </a:lnTo>
                  <a:lnTo>
                    <a:pt x="0" y="825"/>
                  </a:lnTo>
                  <a:cubicBezTo>
                    <a:pt x="0" y="893"/>
                    <a:pt x="16" y="958"/>
                    <a:pt x="32" y="1011"/>
                  </a:cubicBezTo>
                  <a:lnTo>
                    <a:pt x="49" y="1027"/>
                  </a:lnTo>
                  <a:cubicBezTo>
                    <a:pt x="49" y="1011"/>
                    <a:pt x="65" y="1011"/>
                    <a:pt x="49" y="1011"/>
                  </a:cubicBezTo>
                  <a:cubicBezTo>
                    <a:pt x="32" y="958"/>
                    <a:pt x="32" y="893"/>
                    <a:pt x="32" y="825"/>
                  </a:cubicBezTo>
                  <a:lnTo>
                    <a:pt x="32" y="235"/>
                  </a:lnTo>
                  <a:lnTo>
                    <a:pt x="32" y="17"/>
                  </a:lnTo>
                  <a:cubicBezTo>
                    <a:pt x="32" y="17"/>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3"/>
            <p:cNvSpPr/>
            <p:nvPr/>
          </p:nvSpPr>
          <p:spPr>
            <a:xfrm>
              <a:off x="1256191" y="1418854"/>
              <a:ext cx="244042" cy="251193"/>
            </a:xfrm>
            <a:custGeom>
              <a:rect b="b" l="l" r="r" t="t"/>
              <a:pathLst>
                <a:path extrusionOk="0" h="2529" w="2457">
                  <a:moveTo>
                    <a:pt x="1587" y="0"/>
                  </a:moveTo>
                  <a:cubicBezTo>
                    <a:pt x="1538" y="0"/>
                    <a:pt x="1482" y="18"/>
                    <a:pt x="1415" y="52"/>
                  </a:cubicBezTo>
                  <a:cubicBezTo>
                    <a:pt x="1011" y="287"/>
                    <a:pt x="587" y="525"/>
                    <a:pt x="102" y="791"/>
                  </a:cubicBezTo>
                  <a:cubicBezTo>
                    <a:pt x="33" y="828"/>
                    <a:pt x="1" y="860"/>
                    <a:pt x="1" y="929"/>
                  </a:cubicBezTo>
                  <a:cubicBezTo>
                    <a:pt x="17" y="1163"/>
                    <a:pt x="17" y="1418"/>
                    <a:pt x="17" y="1652"/>
                  </a:cubicBezTo>
                  <a:lnTo>
                    <a:pt x="17" y="2125"/>
                  </a:lnTo>
                  <a:lnTo>
                    <a:pt x="17" y="2189"/>
                  </a:lnTo>
                  <a:lnTo>
                    <a:pt x="33" y="2205"/>
                  </a:lnTo>
                  <a:cubicBezTo>
                    <a:pt x="33" y="2226"/>
                    <a:pt x="33" y="2226"/>
                    <a:pt x="49" y="2226"/>
                  </a:cubicBezTo>
                  <a:lnTo>
                    <a:pt x="49" y="2205"/>
                  </a:lnTo>
                  <a:lnTo>
                    <a:pt x="49" y="2173"/>
                  </a:lnTo>
                  <a:cubicBezTo>
                    <a:pt x="33" y="2157"/>
                    <a:pt x="33" y="2141"/>
                    <a:pt x="33" y="2125"/>
                  </a:cubicBezTo>
                  <a:lnTo>
                    <a:pt x="33" y="1652"/>
                  </a:lnTo>
                  <a:lnTo>
                    <a:pt x="33" y="929"/>
                  </a:lnTo>
                  <a:cubicBezTo>
                    <a:pt x="33" y="876"/>
                    <a:pt x="49" y="844"/>
                    <a:pt x="102" y="812"/>
                  </a:cubicBezTo>
                  <a:cubicBezTo>
                    <a:pt x="587" y="541"/>
                    <a:pt x="1027" y="307"/>
                    <a:pt x="1431" y="68"/>
                  </a:cubicBezTo>
                  <a:cubicBezTo>
                    <a:pt x="1490" y="35"/>
                    <a:pt x="1540" y="17"/>
                    <a:pt x="1582" y="17"/>
                  </a:cubicBezTo>
                  <a:cubicBezTo>
                    <a:pt x="1645" y="17"/>
                    <a:pt x="1693" y="57"/>
                    <a:pt x="1734" y="137"/>
                  </a:cubicBezTo>
                  <a:cubicBezTo>
                    <a:pt x="1936" y="472"/>
                    <a:pt x="2101" y="775"/>
                    <a:pt x="2303" y="1062"/>
                  </a:cubicBezTo>
                  <a:cubicBezTo>
                    <a:pt x="2388" y="1195"/>
                    <a:pt x="2425" y="1333"/>
                    <a:pt x="2425" y="1482"/>
                  </a:cubicBezTo>
                  <a:cubicBezTo>
                    <a:pt x="2404" y="1700"/>
                    <a:pt x="2404" y="1923"/>
                    <a:pt x="2404" y="2125"/>
                  </a:cubicBezTo>
                  <a:lnTo>
                    <a:pt x="2404" y="2375"/>
                  </a:lnTo>
                  <a:cubicBezTo>
                    <a:pt x="2404" y="2428"/>
                    <a:pt x="2404" y="2476"/>
                    <a:pt x="2388" y="2508"/>
                  </a:cubicBezTo>
                  <a:lnTo>
                    <a:pt x="2388" y="2529"/>
                  </a:lnTo>
                  <a:lnTo>
                    <a:pt x="2404" y="2529"/>
                  </a:lnTo>
                  <a:cubicBezTo>
                    <a:pt x="2441" y="2476"/>
                    <a:pt x="2441" y="2428"/>
                    <a:pt x="2441" y="2375"/>
                  </a:cubicBezTo>
                  <a:lnTo>
                    <a:pt x="2441" y="2125"/>
                  </a:lnTo>
                  <a:lnTo>
                    <a:pt x="2441" y="1482"/>
                  </a:lnTo>
                  <a:cubicBezTo>
                    <a:pt x="2457" y="1333"/>
                    <a:pt x="2404" y="1179"/>
                    <a:pt x="2324" y="1062"/>
                  </a:cubicBezTo>
                  <a:cubicBezTo>
                    <a:pt x="2138" y="759"/>
                    <a:pt x="1952" y="456"/>
                    <a:pt x="1766" y="121"/>
                  </a:cubicBezTo>
                  <a:cubicBezTo>
                    <a:pt x="1716" y="39"/>
                    <a:pt x="1659" y="0"/>
                    <a:pt x="1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3"/>
            <p:cNvSpPr/>
            <p:nvPr/>
          </p:nvSpPr>
          <p:spPr>
            <a:xfrm>
              <a:off x="1135809" y="2323605"/>
              <a:ext cx="4966" cy="86711"/>
            </a:xfrm>
            <a:custGeom>
              <a:rect b="b" l="l" r="r" t="t"/>
              <a:pathLst>
                <a:path extrusionOk="0" h="873" w="50">
                  <a:moveTo>
                    <a:pt x="1" y="0"/>
                  </a:moveTo>
                  <a:lnTo>
                    <a:pt x="1" y="16"/>
                  </a:lnTo>
                  <a:cubicBezTo>
                    <a:pt x="17" y="49"/>
                    <a:pt x="17" y="85"/>
                    <a:pt x="17" y="117"/>
                  </a:cubicBezTo>
                  <a:lnTo>
                    <a:pt x="17" y="150"/>
                  </a:lnTo>
                  <a:lnTo>
                    <a:pt x="17" y="420"/>
                  </a:lnTo>
                  <a:cubicBezTo>
                    <a:pt x="17" y="554"/>
                    <a:pt x="17" y="707"/>
                    <a:pt x="33" y="857"/>
                  </a:cubicBezTo>
                  <a:cubicBezTo>
                    <a:pt x="33" y="857"/>
                    <a:pt x="33" y="873"/>
                    <a:pt x="49" y="873"/>
                  </a:cubicBezTo>
                  <a:lnTo>
                    <a:pt x="49" y="857"/>
                  </a:lnTo>
                  <a:cubicBezTo>
                    <a:pt x="33" y="707"/>
                    <a:pt x="49" y="554"/>
                    <a:pt x="49" y="420"/>
                  </a:cubicBezTo>
                  <a:lnTo>
                    <a:pt x="49" y="150"/>
                  </a:lnTo>
                  <a:lnTo>
                    <a:pt x="49" y="117"/>
                  </a:lnTo>
                  <a:cubicBezTo>
                    <a:pt x="49" y="85"/>
                    <a:pt x="49" y="3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3"/>
            <p:cNvSpPr/>
            <p:nvPr/>
          </p:nvSpPr>
          <p:spPr>
            <a:xfrm>
              <a:off x="1087339" y="2851617"/>
              <a:ext cx="6456" cy="93961"/>
            </a:xfrm>
            <a:custGeom>
              <a:rect b="b" l="l" r="r" t="t"/>
              <a:pathLst>
                <a:path extrusionOk="0" h="946" w="65">
                  <a:moveTo>
                    <a:pt x="0" y="0"/>
                  </a:moveTo>
                  <a:lnTo>
                    <a:pt x="0" y="21"/>
                  </a:lnTo>
                  <a:cubicBezTo>
                    <a:pt x="16" y="53"/>
                    <a:pt x="16" y="85"/>
                    <a:pt x="16" y="122"/>
                  </a:cubicBezTo>
                  <a:lnTo>
                    <a:pt x="16" y="170"/>
                  </a:lnTo>
                  <a:lnTo>
                    <a:pt x="16" y="457"/>
                  </a:lnTo>
                  <a:cubicBezTo>
                    <a:pt x="16" y="606"/>
                    <a:pt x="16" y="776"/>
                    <a:pt x="32" y="929"/>
                  </a:cubicBezTo>
                  <a:cubicBezTo>
                    <a:pt x="32" y="946"/>
                    <a:pt x="32" y="946"/>
                    <a:pt x="49" y="946"/>
                  </a:cubicBezTo>
                  <a:cubicBezTo>
                    <a:pt x="49" y="946"/>
                    <a:pt x="65" y="946"/>
                    <a:pt x="65" y="929"/>
                  </a:cubicBezTo>
                  <a:cubicBezTo>
                    <a:pt x="32" y="776"/>
                    <a:pt x="49" y="606"/>
                    <a:pt x="49" y="457"/>
                  </a:cubicBezTo>
                  <a:lnTo>
                    <a:pt x="49" y="154"/>
                  </a:lnTo>
                  <a:lnTo>
                    <a:pt x="49" y="122"/>
                  </a:lnTo>
                  <a:cubicBezTo>
                    <a:pt x="49" y="85"/>
                    <a:pt x="49" y="37"/>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3"/>
            <p:cNvSpPr/>
            <p:nvPr/>
          </p:nvSpPr>
          <p:spPr>
            <a:xfrm>
              <a:off x="1414714" y="1449247"/>
              <a:ext cx="85519" cy="240863"/>
            </a:xfrm>
            <a:custGeom>
              <a:rect b="b" l="l" r="r" t="t"/>
              <a:pathLst>
                <a:path extrusionOk="0" h="2425" w="861">
                  <a:moveTo>
                    <a:pt x="1" y="1"/>
                  </a:moveTo>
                  <a:lnTo>
                    <a:pt x="1" y="17"/>
                  </a:lnTo>
                  <a:cubicBezTo>
                    <a:pt x="85" y="118"/>
                    <a:pt x="154" y="235"/>
                    <a:pt x="223" y="352"/>
                  </a:cubicBezTo>
                  <a:cubicBezTo>
                    <a:pt x="255" y="405"/>
                    <a:pt x="287" y="469"/>
                    <a:pt x="340" y="538"/>
                  </a:cubicBezTo>
                  <a:cubicBezTo>
                    <a:pt x="356" y="586"/>
                    <a:pt x="388" y="639"/>
                    <a:pt x="425" y="687"/>
                  </a:cubicBezTo>
                  <a:cubicBezTo>
                    <a:pt x="457" y="756"/>
                    <a:pt x="489" y="825"/>
                    <a:pt x="542" y="889"/>
                  </a:cubicBezTo>
                  <a:cubicBezTo>
                    <a:pt x="606" y="974"/>
                    <a:pt x="643" y="1075"/>
                    <a:pt x="627" y="1192"/>
                  </a:cubicBezTo>
                  <a:lnTo>
                    <a:pt x="627" y="1479"/>
                  </a:lnTo>
                  <a:cubicBezTo>
                    <a:pt x="627" y="1617"/>
                    <a:pt x="627" y="1766"/>
                    <a:pt x="606" y="1899"/>
                  </a:cubicBezTo>
                  <a:cubicBezTo>
                    <a:pt x="590" y="2000"/>
                    <a:pt x="659" y="2085"/>
                    <a:pt x="728" y="2170"/>
                  </a:cubicBezTo>
                  <a:cubicBezTo>
                    <a:pt x="792" y="2239"/>
                    <a:pt x="829" y="2324"/>
                    <a:pt x="829" y="2404"/>
                  </a:cubicBezTo>
                  <a:lnTo>
                    <a:pt x="845" y="2425"/>
                  </a:lnTo>
                  <a:lnTo>
                    <a:pt x="861" y="2404"/>
                  </a:lnTo>
                  <a:cubicBezTo>
                    <a:pt x="861" y="2303"/>
                    <a:pt x="808" y="2223"/>
                    <a:pt x="744" y="2154"/>
                  </a:cubicBezTo>
                  <a:cubicBezTo>
                    <a:pt x="675" y="2085"/>
                    <a:pt x="606" y="2000"/>
                    <a:pt x="627" y="1899"/>
                  </a:cubicBezTo>
                  <a:cubicBezTo>
                    <a:pt x="659" y="1766"/>
                    <a:pt x="659" y="1617"/>
                    <a:pt x="659" y="1479"/>
                  </a:cubicBezTo>
                  <a:cubicBezTo>
                    <a:pt x="643" y="1378"/>
                    <a:pt x="643" y="1293"/>
                    <a:pt x="659" y="1213"/>
                  </a:cubicBezTo>
                  <a:cubicBezTo>
                    <a:pt x="659" y="1059"/>
                    <a:pt x="643" y="958"/>
                    <a:pt x="558" y="873"/>
                  </a:cubicBezTo>
                  <a:cubicBezTo>
                    <a:pt x="505" y="809"/>
                    <a:pt x="473" y="740"/>
                    <a:pt x="441" y="671"/>
                  </a:cubicBezTo>
                  <a:cubicBezTo>
                    <a:pt x="404" y="623"/>
                    <a:pt x="388" y="570"/>
                    <a:pt x="356" y="522"/>
                  </a:cubicBezTo>
                  <a:cubicBezTo>
                    <a:pt x="304" y="453"/>
                    <a:pt x="271" y="405"/>
                    <a:pt x="239" y="336"/>
                  </a:cubicBezTo>
                  <a:cubicBezTo>
                    <a:pt x="170" y="219"/>
                    <a:pt x="102" y="10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3"/>
            <p:cNvSpPr/>
            <p:nvPr/>
          </p:nvSpPr>
          <p:spPr>
            <a:xfrm>
              <a:off x="2010167" y="3302950"/>
              <a:ext cx="3278" cy="33870"/>
            </a:xfrm>
            <a:custGeom>
              <a:rect b="b" l="l" r="r" t="t"/>
              <a:pathLst>
                <a:path extrusionOk="0" h="341" w="33">
                  <a:moveTo>
                    <a:pt x="17" y="1"/>
                  </a:moveTo>
                  <a:cubicBezTo>
                    <a:pt x="0" y="54"/>
                    <a:pt x="17" y="86"/>
                    <a:pt x="17" y="138"/>
                  </a:cubicBezTo>
                  <a:cubicBezTo>
                    <a:pt x="17" y="203"/>
                    <a:pt x="17" y="272"/>
                    <a:pt x="0" y="324"/>
                  </a:cubicBezTo>
                  <a:lnTo>
                    <a:pt x="0" y="340"/>
                  </a:lnTo>
                  <a:lnTo>
                    <a:pt x="17" y="340"/>
                  </a:lnTo>
                  <a:cubicBezTo>
                    <a:pt x="33" y="272"/>
                    <a:pt x="33" y="203"/>
                    <a:pt x="33" y="138"/>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3"/>
            <p:cNvSpPr/>
            <p:nvPr/>
          </p:nvSpPr>
          <p:spPr>
            <a:xfrm>
              <a:off x="1416701" y="1754969"/>
              <a:ext cx="83532" cy="122070"/>
            </a:xfrm>
            <a:custGeom>
              <a:rect b="b" l="l" r="r" t="t"/>
              <a:pathLst>
                <a:path extrusionOk="0" h="1229" w="841">
                  <a:moveTo>
                    <a:pt x="1" y="1"/>
                  </a:moveTo>
                  <a:lnTo>
                    <a:pt x="1" y="33"/>
                  </a:lnTo>
                  <a:cubicBezTo>
                    <a:pt x="102" y="86"/>
                    <a:pt x="166" y="187"/>
                    <a:pt x="235" y="288"/>
                  </a:cubicBezTo>
                  <a:cubicBezTo>
                    <a:pt x="251" y="320"/>
                    <a:pt x="267" y="356"/>
                    <a:pt x="284" y="373"/>
                  </a:cubicBezTo>
                  <a:cubicBezTo>
                    <a:pt x="336" y="457"/>
                    <a:pt x="384" y="538"/>
                    <a:pt x="437" y="607"/>
                  </a:cubicBezTo>
                  <a:cubicBezTo>
                    <a:pt x="522" y="740"/>
                    <a:pt x="607" y="878"/>
                    <a:pt x="708" y="1011"/>
                  </a:cubicBezTo>
                  <a:cubicBezTo>
                    <a:pt x="724" y="1011"/>
                    <a:pt x="724" y="1027"/>
                    <a:pt x="724" y="1027"/>
                  </a:cubicBezTo>
                  <a:cubicBezTo>
                    <a:pt x="772" y="1096"/>
                    <a:pt x="809" y="1144"/>
                    <a:pt x="809" y="1213"/>
                  </a:cubicBezTo>
                  <a:cubicBezTo>
                    <a:pt x="809" y="1229"/>
                    <a:pt x="825" y="1229"/>
                    <a:pt x="825" y="1229"/>
                  </a:cubicBezTo>
                  <a:cubicBezTo>
                    <a:pt x="825" y="1229"/>
                    <a:pt x="841" y="1229"/>
                    <a:pt x="841" y="1213"/>
                  </a:cubicBezTo>
                  <a:cubicBezTo>
                    <a:pt x="841" y="1128"/>
                    <a:pt x="788" y="1080"/>
                    <a:pt x="740" y="1011"/>
                  </a:cubicBezTo>
                  <a:cubicBezTo>
                    <a:pt x="740" y="1011"/>
                    <a:pt x="740" y="995"/>
                    <a:pt x="724" y="995"/>
                  </a:cubicBezTo>
                  <a:cubicBezTo>
                    <a:pt x="639" y="861"/>
                    <a:pt x="554" y="724"/>
                    <a:pt x="453" y="591"/>
                  </a:cubicBezTo>
                  <a:cubicBezTo>
                    <a:pt x="405" y="522"/>
                    <a:pt x="352" y="437"/>
                    <a:pt x="304" y="356"/>
                  </a:cubicBezTo>
                  <a:cubicBezTo>
                    <a:pt x="284" y="336"/>
                    <a:pt x="267" y="304"/>
                    <a:pt x="251" y="272"/>
                  </a:cubicBezTo>
                  <a:cubicBezTo>
                    <a:pt x="183" y="171"/>
                    <a:pt x="134" y="70"/>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3"/>
            <p:cNvSpPr/>
            <p:nvPr/>
          </p:nvSpPr>
          <p:spPr>
            <a:xfrm>
              <a:off x="2081979" y="2931871"/>
              <a:ext cx="103596" cy="269270"/>
            </a:xfrm>
            <a:custGeom>
              <a:rect b="b" l="l" r="r" t="t"/>
              <a:pathLst>
                <a:path extrusionOk="0" h="2711" w="1043">
                  <a:moveTo>
                    <a:pt x="17" y="0"/>
                  </a:moveTo>
                  <a:cubicBezTo>
                    <a:pt x="1" y="0"/>
                    <a:pt x="1" y="0"/>
                    <a:pt x="1" y="20"/>
                  </a:cubicBezTo>
                  <a:cubicBezTo>
                    <a:pt x="17" y="121"/>
                    <a:pt x="69" y="186"/>
                    <a:pt x="118" y="255"/>
                  </a:cubicBezTo>
                  <a:cubicBezTo>
                    <a:pt x="134" y="271"/>
                    <a:pt x="134" y="287"/>
                    <a:pt x="150" y="303"/>
                  </a:cubicBezTo>
                  <a:cubicBezTo>
                    <a:pt x="320" y="525"/>
                    <a:pt x="489" y="776"/>
                    <a:pt x="639" y="1010"/>
                  </a:cubicBezTo>
                  <a:cubicBezTo>
                    <a:pt x="724" y="1111"/>
                    <a:pt x="792" y="1232"/>
                    <a:pt x="877" y="1333"/>
                  </a:cubicBezTo>
                  <a:cubicBezTo>
                    <a:pt x="877" y="1350"/>
                    <a:pt x="877" y="1350"/>
                    <a:pt x="893" y="1366"/>
                  </a:cubicBezTo>
                  <a:cubicBezTo>
                    <a:pt x="909" y="1398"/>
                    <a:pt x="926" y="1434"/>
                    <a:pt x="978" y="1451"/>
                  </a:cubicBezTo>
                  <a:cubicBezTo>
                    <a:pt x="1010" y="1467"/>
                    <a:pt x="1010" y="1515"/>
                    <a:pt x="1010" y="1568"/>
                  </a:cubicBezTo>
                  <a:lnTo>
                    <a:pt x="1010" y="1786"/>
                  </a:lnTo>
                  <a:cubicBezTo>
                    <a:pt x="1027" y="1919"/>
                    <a:pt x="1027" y="2056"/>
                    <a:pt x="1010" y="2174"/>
                  </a:cubicBezTo>
                  <a:lnTo>
                    <a:pt x="1010" y="2578"/>
                  </a:lnTo>
                  <a:lnTo>
                    <a:pt x="1010" y="2594"/>
                  </a:lnTo>
                  <a:cubicBezTo>
                    <a:pt x="1027" y="2626"/>
                    <a:pt x="1027" y="2662"/>
                    <a:pt x="994" y="2695"/>
                  </a:cubicBezTo>
                  <a:lnTo>
                    <a:pt x="994" y="2711"/>
                  </a:lnTo>
                  <a:lnTo>
                    <a:pt x="1010" y="2711"/>
                  </a:lnTo>
                  <a:cubicBezTo>
                    <a:pt x="1043" y="2679"/>
                    <a:pt x="1043" y="2626"/>
                    <a:pt x="1043" y="2578"/>
                  </a:cubicBezTo>
                  <a:lnTo>
                    <a:pt x="1043" y="2561"/>
                  </a:lnTo>
                  <a:cubicBezTo>
                    <a:pt x="1027" y="2444"/>
                    <a:pt x="1027" y="2307"/>
                    <a:pt x="1043" y="2174"/>
                  </a:cubicBezTo>
                  <a:lnTo>
                    <a:pt x="1043" y="1786"/>
                  </a:lnTo>
                  <a:lnTo>
                    <a:pt x="1043" y="1568"/>
                  </a:lnTo>
                  <a:cubicBezTo>
                    <a:pt x="1043" y="1515"/>
                    <a:pt x="1043" y="1451"/>
                    <a:pt x="978" y="1434"/>
                  </a:cubicBezTo>
                  <a:cubicBezTo>
                    <a:pt x="942" y="1414"/>
                    <a:pt x="926" y="1382"/>
                    <a:pt x="909" y="1350"/>
                  </a:cubicBezTo>
                  <a:cubicBezTo>
                    <a:pt x="909" y="1333"/>
                    <a:pt x="893" y="1333"/>
                    <a:pt x="893" y="1313"/>
                  </a:cubicBezTo>
                  <a:cubicBezTo>
                    <a:pt x="808" y="1212"/>
                    <a:pt x="740" y="1095"/>
                    <a:pt x="675" y="994"/>
                  </a:cubicBezTo>
                  <a:cubicBezTo>
                    <a:pt x="505" y="760"/>
                    <a:pt x="336" y="505"/>
                    <a:pt x="170" y="287"/>
                  </a:cubicBezTo>
                  <a:cubicBezTo>
                    <a:pt x="150" y="271"/>
                    <a:pt x="150" y="255"/>
                    <a:pt x="134" y="239"/>
                  </a:cubicBezTo>
                  <a:cubicBezTo>
                    <a:pt x="85" y="170"/>
                    <a:pt x="33" y="101"/>
                    <a:pt x="33" y="20"/>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3"/>
            <p:cNvSpPr/>
            <p:nvPr/>
          </p:nvSpPr>
          <p:spPr>
            <a:xfrm>
              <a:off x="1384619" y="1846944"/>
              <a:ext cx="5364" cy="100318"/>
            </a:xfrm>
            <a:custGeom>
              <a:rect b="b" l="l" r="r" t="t"/>
              <a:pathLst>
                <a:path extrusionOk="0" h="1010" w="54">
                  <a:moveTo>
                    <a:pt x="1" y="0"/>
                  </a:moveTo>
                  <a:lnTo>
                    <a:pt x="1" y="16"/>
                  </a:lnTo>
                  <a:cubicBezTo>
                    <a:pt x="21" y="117"/>
                    <a:pt x="21" y="218"/>
                    <a:pt x="21" y="319"/>
                  </a:cubicBezTo>
                  <a:cubicBezTo>
                    <a:pt x="1" y="388"/>
                    <a:pt x="1" y="457"/>
                    <a:pt x="21" y="521"/>
                  </a:cubicBezTo>
                  <a:lnTo>
                    <a:pt x="21" y="691"/>
                  </a:lnTo>
                  <a:cubicBezTo>
                    <a:pt x="1" y="792"/>
                    <a:pt x="1" y="893"/>
                    <a:pt x="21" y="994"/>
                  </a:cubicBezTo>
                  <a:cubicBezTo>
                    <a:pt x="21" y="1010"/>
                    <a:pt x="37" y="1010"/>
                    <a:pt x="37" y="1010"/>
                  </a:cubicBezTo>
                  <a:cubicBezTo>
                    <a:pt x="53" y="1010"/>
                    <a:pt x="53" y="994"/>
                    <a:pt x="53" y="994"/>
                  </a:cubicBezTo>
                  <a:cubicBezTo>
                    <a:pt x="37" y="893"/>
                    <a:pt x="37" y="792"/>
                    <a:pt x="37" y="707"/>
                  </a:cubicBezTo>
                  <a:lnTo>
                    <a:pt x="37" y="521"/>
                  </a:lnTo>
                  <a:lnTo>
                    <a:pt x="37" y="319"/>
                  </a:lnTo>
                  <a:cubicBezTo>
                    <a:pt x="37" y="218"/>
                    <a:pt x="37" y="11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3"/>
            <p:cNvSpPr/>
            <p:nvPr/>
          </p:nvSpPr>
          <p:spPr>
            <a:xfrm>
              <a:off x="1251026" y="2343669"/>
              <a:ext cx="162198" cy="187029"/>
            </a:xfrm>
            <a:custGeom>
              <a:rect b="b" l="l" r="r" t="t"/>
              <a:pathLst>
                <a:path extrusionOk="0" h="1883" w="1633">
                  <a:moveTo>
                    <a:pt x="1616" y="0"/>
                  </a:moveTo>
                  <a:cubicBezTo>
                    <a:pt x="1483" y="32"/>
                    <a:pt x="1346" y="101"/>
                    <a:pt x="1228" y="166"/>
                  </a:cubicBezTo>
                  <a:cubicBezTo>
                    <a:pt x="1164" y="202"/>
                    <a:pt x="1095" y="234"/>
                    <a:pt x="1026" y="251"/>
                  </a:cubicBezTo>
                  <a:cubicBezTo>
                    <a:pt x="841" y="335"/>
                    <a:pt x="659" y="420"/>
                    <a:pt x="473" y="521"/>
                  </a:cubicBezTo>
                  <a:cubicBezTo>
                    <a:pt x="356" y="570"/>
                    <a:pt x="235" y="622"/>
                    <a:pt x="117" y="691"/>
                  </a:cubicBezTo>
                  <a:cubicBezTo>
                    <a:pt x="69" y="707"/>
                    <a:pt x="17" y="723"/>
                    <a:pt x="17" y="808"/>
                  </a:cubicBezTo>
                  <a:lnTo>
                    <a:pt x="17" y="1297"/>
                  </a:lnTo>
                  <a:cubicBezTo>
                    <a:pt x="17" y="1462"/>
                    <a:pt x="0" y="1632"/>
                    <a:pt x="0" y="1802"/>
                  </a:cubicBezTo>
                  <a:cubicBezTo>
                    <a:pt x="0" y="1818"/>
                    <a:pt x="17" y="1834"/>
                    <a:pt x="17" y="1850"/>
                  </a:cubicBezTo>
                  <a:lnTo>
                    <a:pt x="17" y="1883"/>
                  </a:lnTo>
                  <a:lnTo>
                    <a:pt x="33" y="1883"/>
                  </a:lnTo>
                  <a:cubicBezTo>
                    <a:pt x="218" y="1818"/>
                    <a:pt x="404" y="1749"/>
                    <a:pt x="574" y="1664"/>
                  </a:cubicBezTo>
                  <a:cubicBezTo>
                    <a:pt x="659" y="1632"/>
                    <a:pt x="760" y="1600"/>
                    <a:pt x="841" y="1563"/>
                  </a:cubicBezTo>
                  <a:cubicBezTo>
                    <a:pt x="925" y="1531"/>
                    <a:pt x="1010" y="1499"/>
                    <a:pt x="1079" y="1446"/>
                  </a:cubicBezTo>
                  <a:cubicBezTo>
                    <a:pt x="1265" y="1378"/>
                    <a:pt x="1447" y="1297"/>
                    <a:pt x="1632" y="1228"/>
                  </a:cubicBezTo>
                  <a:lnTo>
                    <a:pt x="1632" y="1212"/>
                  </a:lnTo>
                  <a:lnTo>
                    <a:pt x="1616" y="1212"/>
                  </a:lnTo>
                  <a:cubicBezTo>
                    <a:pt x="1430" y="1277"/>
                    <a:pt x="1245" y="1345"/>
                    <a:pt x="1079" y="1430"/>
                  </a:cubicBezTo>
                  <a:cubicBezTo>
                    <a:pt x="994" y="1462"/>
                    <a:pt x="909" y="1499"/>
                    <a:pt x="824" y="1531"/>
                  </a:cubicBezTo>
                  <a:cubicBezTo>
                    <a:pt x="740" y="1563"/>
                    <a:pt x="659" y="1616"/>
                    <a:pt x="574" y="1648"/>
                  </a:cubicBezTo>
                  <a:cubicBezTo>
                    <a:pt x="404" y="1717"/>
                    <a:pt x="218" y="1802"/>
                    <a:pt x="53" y="1850"/>
                  </a:cubicBezTo>
                  <a:lnTo>
                    <a:pt x="33" y="1850"/>
                  </a:lnTo>
                  <a:lnTo>
                    <a:pt x="33" y="1802"/>
                  </a:lnTo>
                  <a:lnTo>
                    <a:pt x="33" y="1297"/>
                  </a:lnTo>
                  <a:cubicBezTo>
                    <a:pt x="33" y="1127"/>
                    <a:pt x="53" y="974"/>
                    <a:pt x="53" y="808"/>
                  </a:cubicBezTo>
                  <a:cubicBezTo>
                    <a:pt x="53" y="739"/>
                    <a:pt x="69" y="723"/>
                    <a:pt x="134" y="707"/>
                  </a:cubicBezTo>
                  <a:cubicBezTo>
                    <a:pt x="255" y="655"/>
                    <a:pt x="372" y="590"/>
                    <a:pt x="489" y="537"/>
                  </a:cubicBezTo>
                  <a:cubicBezTo>
                    <a:pt x="659" y="453"/>
                    <a:pt x="841" y="352"/>
                    <a:pt x="1043" y="287"/>
                  </a:cubicBezTo>
                  <a:cubicBezTo>
                    <a:pt x="1111" y="251"/>
                    <a:pt x="1180" y="218"/>
                    <a:pt x="1228" y="186"/>
                  </a:cubicBezTo>
                  <a:cubicBezTo>
                    <a:pt x="1366" y="133"/>
                    <a:pt x="1499" y="65"/>
                    <a:pt x="1632" y="32"/>
                  </a:cubicBezTo>
                  <a:lnTo>
                    <a:pt x="1632" y="16"/>
                  </a:lnTo>
                  <a:cubicBezTo>
                    <a:pt x="1632" y="16"/>
                    <a:pt x="1632" y="0"/>
                    <a:pt x="1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3"/>
            <p:cNvSpPr/>
            <p:nvPr/>
          </p:nvSpPr>
          <p:spPr>
            <a:xfrm>
              <a:off x="985431" y="2224876"/>
              <a:ext cx="4867" cy="87108"/>
            </a:xfrm>
            <a:custGeom>
              <a:rect b="b" l="l" r="r" t="t"/>
              <a:pathLst>
                <a:path extrusionOk="0" h="877" w="49">
                  <a:moveTo>
                    <a:pt x="0" y="0"/>
                  </a:moveTo>
                  <a:lnTo>
                    <a:pt x="0" y="17"/>
                  </a:lnTo>
                  <a:cubicBezTo>
                    <a:pt x="16" y="150"/>
                    <a:pt x="16" y="303"/>
                    <a:pt x="0" y="453"/>
                  </a:cubicBezTo>
                  <a:lnTo>
                    <a:pt x="0" y="723"/>
                  </a:lnTo>
                  <a:lnTo>
                    <a:pt x="0" y="756"/>
                  </a:lnTo>
                  <a:cubicBezTo>
                    <a:pt x="0" y="792"/>
                    <a:pt x="0" y="841"/>
                    <a:pt x="32" y="877"/>
                  </a:cubicBezTo>
                  <a:lnTo>
                    <a:pt x="49" y="877"/>
                  </a:lnTo>
                  <a:lnTo>
                    <a:pt x="49" y="857"/>
                  </a:lnTo>
                  <a:cubicBezTo>
                    <a:pt x="32" y="824"/>
                    <a:pt x="32" y="792"/>
                    <a:pt x="32" y="756"/>
                  </a:cubicBezTo>
                  <a:lnTo>
                    <a:pt x="32" y="723"/>
                  </a:lnTo>
                  <a:lnTo>
                    <a:pt x="32" y="453"/>
                  </a:lnTo>
                  <a:cubicBezTo>
                    <a:pt x="32" y="303"/>
                    <a:pt x="32" y="150"/>
                    <a:pt x="16" y="17"/>
                  </a:cubicBezTo>
                  <a:cubicBezTo>
                    <a:pt x="16" y="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3"/>
            <p:cNvSpPr/>
            <p:nvPr/>
          </p:nvSpPr>
          <p:spPr>
            <a:xfrm>
              <a:off x="2080390" y="3329867"/>
              <a:ext cx="108860" cy="148988"/>
            </a:xfrm>
            <a:custGeom>
              <a:rect b="b" l="l" r="r" t="t"/>
              <a:pathLst>
                <a:path extrusionOk="0" h="1500" w="1096">
                  <a:moveTo>
                    <a:pt x="0" y="1"/>
                  </a:moveTo>
                  <a:cubicBezTo>
                    <a:pt x="17" y="102"/>
                    <a:pt x="65" y="170"/>
                    <a:pt x="134" y="219"/>
                  </a:cubicBezTo>
                  <a:cubicBezTo>
                    <a:pt x="150" y="255"/>
                    <a:pt x="166" y="271"/>
                    <a:pt x="186" y="287"/>
                  </a:cubicBezTo>
                  <a:cubicBezTo>
                    <a:pt x="267" y="388"/>
                    <a:pt x="336" y="473"/>
                    <a:pt x="420" y="574"/>
                  </a:cubicBezTo>
                  <a:cubicBezTo>
                    <a:pt x="570" y="776"/>
                    <a:pt x="740" y="994"/>
                    <a:pt x="925" y="1196"/>
                  </a:cubicBezTo>
                  <a:cubicBezTo>
                    <a:pt x="1010" y="1297"/>
                    <a:pt x="1059" y="1366"/>
                    <a:pt x="1010" y="1483"/>
                  </a:cubicBezTo>
                  <a:lnTo>
                    <a:pt x="1010" y="1499"/>
                  </a:lnTo>
                  <a:lnTo>
                    <a:pt x="1026" y="1499"/>
                  </a:lnTo>
                  <a:cubicBezTo>
                    <a:pt x="1095" y="1366"/>
                    <a:pt x="1026" y="1265"/>
                    <a:pt x="942" y="1180"/>
                  </a:cubicBezTo>
                  <a:cubicBezTo>
                    <a:pt x="756" y="978"/>
                    <a:pt x="606" y="760"/>
                    <a:pt x="437" y="558"/>
                  </a:cubicBezTo>
                  <a:cubicBezTo>
                    <a:pt x="352" y="457"/>
                    <a:pt x="287" y="372"/>
                    <a:pt x="202" y="271"/>
                  </a:cubicBezTo>
                  <a:cubicBezTo>
                    <a:pt x="186" y="255"/>
                    <a:pt x="166" y="219"/>
                    <a:pt x="150" y="203"/>
                  </a:cubicBezTo>
                  <a:cubicBezTo>
                    <a:pt x="85" y="154"/>
                    <a:pt x="33" y="102"/>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3"/>
            <p:cNvSpPr/>
            <p:nvPr/>
          </p:nvSpPr>
          <p:spPr>
            <a:xfrm>
              <a:off x="1088928" y="3702633"/>
              <a:ext cx="4867" cy="31784"/>
            </a:xfrm>
            <a:custGeom>
              <a:rect b="b" l="l" r="r" t="t"/>
              <a:pathLst>
                <a:path extrusionOk="0" h="320" w="49">
                  <a:moveTo>
                    <a:pt x="16" y="1"/>
                  </a:moveTo>
                  <a:cubicBezTo>
                    <a:pt x="0" y="1"/>
                    <a:pt x="0" y="1"/>
                    <a:pt x="0" y="17"/>
                  </a:cubicBezTo>
                  <a:cubicBezTo>
                    <a:pt x="16" y="85"/>
                    <a:pt x="16" y="154"/>
                    <a:pt x="16" y="202"/>
                  </a:cubicBezTo>
                  <a:lnTo>
                    <a:pt x="16" y="303"/>
                  </a:lnTo>
                  <a:cubicBezTo>
                    <a:pt x="16" y="320"/>
                    <a:pt x="16" y="320"/>
                    <a:pt x="33" y="320"/>
                  </a:cubicBezTo>
                  <a:cubicBezTo>
                    <a:pt x="33" y="320"/>
                    <a:pt x="49" y="320"/>
                    <a:pt x="49" y="303"/>
                  </a:cubicBezTo>
                  <a:cubicBezTo>
                    <a:pt x="33" y="271"/>
                    <a:pt x="49" y="239"/>
                    <a:pt x="49" y="202"/>
                  </a:cubicBezTo>
                  <a:cubicBezTo>
                    <a:pt x="49" y="138"/>
                    <a:pt x="49" y="69"/>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3"/>
            <p:cNvSpPr/>
            <p:nvPr/>
          </p:nvSpPr>
          <p:spPr>
            <a:xfrm>
              <a:off x="1411536" y="2723190"/>
              <a:ext cx="63469" cy="160609"/>
            </a:xfrm>
            <a:custGeom>
              <a:rect b="b" l="l" r="r" t="t"/>
              <a:pathLst>
                <a:path extrusionOk="0" h="1617" w="639">
                  <a:moveTo>
                    <a:pt x="0" y="1"/>
                  </a:moveTo>
                  <a:lnTo>
                    <a:pt x="0" y="17"/>
                  </a:lnTo>
                  <a:cubicBezTo>
                    <a:pt x="16" y="81"/>
                    <a:pt x="69" y="134"/>
                    <a:pt x="117" y="166"/>
                  </a:cubicBezTo>
                  <a:cubicBezTo>
                    <a:pt x="154" y="203"/>
                    <a:pt x="186" y="219"/>
                    <a:pt x="202" y="251"/>
                  </a:cubicBezTo>
                  <a:cubicBezTo>
                    <a:pt x="218" y="267"/>
                    <a:pt x="218" y="283"/>
                    <a:pt x="235" y="304"/>
                  </a:cubicBezTo>
                  <a:cubicBezTo>
                    <a:pt x="303" y="384"/>
                    <a:pt x="372" y="485"/>
                    <a:pt x="473" y="554"/>
                  </a:cubicBezTo>
                  <a:cubicBezTo>
                    <a:pt x="574" y="655"/>
                    <a:pt x="622" y="756"/>
                    <a:pt x="606" y="910"/>
                  </a:cubicBezTo>
                  <a:lnTo>
                    <a:pt x="606" y="1314"/>
                  </a:lnTo>
                  <a:lnTo>
                    <a:pt x="606" y="1447"/>
                  </a:lnTo>
                  <a:lnTo>
                    <a:pt x="606" y="1463"/>
                  </a:lnTo>
                  <a:cubicBezTo>
                    <a:pt x="606" y="1516"/>
                    <a:pt x="606" y="1548"/>
                    <a:pt x="574" y="1596"/>
                  </a:cubicBezTo>
                  <a:cubicBezTo>
                    <a:pt x="574" y="1596"/>
                    <a:pt x="574" y="1617"/>
                    <a:pt x="590" y="1617"/>
                  </a:cubicBezTo>
                  <a:lnTo>
                    <a:pt x="606" y="1617"/>
                  </a:lnTo>
                  <a:cubicBezTo>
                    <a:pt x="638" y="1564"/>
                    <a:pt x="638" y="1516"/>
                    <a:pt x="638" y="1463"/>
                  </a:cubicBezTo>
                  <a:lnTo>
                    <a:pt x="638" y="1447"/>
                  </a:lnTo>
                  <a:cubicBezTo>
                    <a:pt x="638" y="1415"/>
                    <a:pt x="622" y="1362"/>
                    <a:pt x="622" y="1314"/>
                  </a:cubicBezTo>
                  <a:cubicBezTo>
                    <a:pt x="622" y="1176"/>
                    <a:pt x="622" y="1043"/>
                    <a:pt x="638" y="910"/>
                  </a:cubicBezTo>
                  <a:cubicBezTo>
                    <a:pt x="638" y="756"/>
                    <a:pt x="590" y="639"/>
                    <a:pt x="489" y="538"/>
                  </a:cubicBezTo>
                  <a:cubicBezTo>
                    <a:pt x="404" y="453"/>
                    <a:pt x="319" y="368"/>
                    <a:pt x="255" y="283"/>
                  </a:cubicBezTo>
                  <a:cubicBezTo>
                    <a:pt x="255" y="267"/>
                    <a:pt x="235" y="251"/>
                    <a:pt x="218" y="235"/>
                  </a:cubicBezTo>
                  <a:cubicBezTo>
                    <a:pt x="202" y="203"/>
                    <a:pt x="170" y="166"/>
                    <a:pt x="134" y="150"/>
                  </a:cubicBezTo>
                  <a:cubicBezTo>
                    <a:pt x="85" y="118"/>
                    <a:pt x="33" y="65"/>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3"/>
            <p:cNvSpPr/>
            <p:nvPr/>
          </p:nvSpPr>
          <p:spPr>
            <a:xfrm>
              <a:off x="1719245" y="1631409"/>
              <a:ext cx="8542" cy="76778"/>
            </a:xfrm>
            <a:custGeom>
              <a:rect b="b" l="l" r="r" t="t"/>
              <a:pathLst>
                <a:path extrusionOk="0" h="773" w="86">
                  <a:moveTo>
                    <a:pt x="65" y="1"/>
                  </a:moveTo>
                  <a:cubicBezTo>
                    <a:pt x="17" y="33"/>
                    <a:pt x="17" y="65"/>
                    <a:pt x="17" y="118"/>
                  </a:cubicBezTo>
                  <a:lnTo>
                    <a:pt x="17" y="134"/>
                  </a:lnTo>
                  <a:lnTo>
                    <a:pt x="17" y="607"/>
                  </a:lnTo>
                  <a:lnTo>
                    <a:pt x="17" y="623"/>
                  </a:lnTo>
                  <a:cubicBezTo>
                    <a:pt x="17" y="671"/>
                    <a:pt x="17" y="708"/>
                    <a:pt x="1" y="756"/>
                  </a:cubicBezTo>
                  <a:lnTo>
                    <a:pt x="1" y="772"/>
                  </a:lnTo>
                  <a:lnTo>
                    <a:pt x="17" y="772"/>
                  </a:lnTo>
                  <a:cubicBezTo>
                    <a:pt x="49" y="724"/>
                    <a:pt x="49" y="671"/>
                    <a:pt x="49" y="623"/>
                  </a:cubicBezTo>
                  <a:lnTo>
                    <a:pt x="49" y="607"/>
                  </a:lnTo>
                  <a:lnTo>
                    <a:pt x="49" y="134"/>
                  </a:lnTo>
                  <a:lnTo>
                    <a:pt x="49" y="118"/>
                  </a:lnTo>
                  <a:cubicBezTo>
                    <a:pt x="49" y="65"/>
                    <a:pt x="49" y="49"/>
                    <a:pt x="85" y="33"/>
                  </a:cubicBezTo>
                  <a:lnTo>
                    <a:pt x="85" y="17"/>
                  </a:lnTo>
                  <a:cubicBezTo>
                    <a:pt x="85" y="1"/>
                    <a:pt x="85"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3"/>
            <p:cNvSpPr/>
            <p:nvPr/>
          </p:nvSpPr>
          <p:spPr>
            <a:xfrm>
              <a:off x="1923059" y="2265003"/>
              <a:ext cx="140545" cy="312675"/>
            </a:xfrm>
            <a:custGeom>
              <a:rect b="b" l="l" r="r" t="t"/>
              <a:pathLst>
                <a:path extrusionOk="0" h="3148" w="1415">
                  <a:moveTo>
                    <a:pt x="69" y="0"/>
                  </a:moveTo>
                  <a:cubicBezTo>
                    <a:pt x="53" y="0"/>
                    <a:pt x="53" y="0"/>
                    <a:pt x="53" y="17"/>
                  </a:cubicBezTo>
                  <a:cubicBezTo>
                    <a:pt x="1" y="150"/>
                    <a:pt x="1" y="271"/>
                    <a:pt x="118" y="404"/>
                  </a:cubicBezTo>
                  <a:cubicBezTo>
                    <a:pt x="219" y="538"/>
                    <a:pt x="288" y="675"/>
                    <a:pt x="372" y="824"/>
                  </a:cubicBezTo>
                  <a:cubicBezTo>
                    <a:pt x="405" y="877"/>
                    <a:pt x="437" y="942"/>
                    <a:pt x="490" y="1010"/>
                  </a:cubicBezTo>
                  <a:cubicBezTo>
                    <a:pt x="659" y="1313"/>
                    <a:pt x="841" y="1600"/>
                    <a:pt x="1027" y="1903"/>
                  </a:cubicBezTo>
                  <a:lnTo>
                    <a:pt x="1043" y="1935"/>
                  </a:lnTo>
                  <a:cubicBezTo>
                    <a:pt x="1112" y="2036"/>
                    <a:pt x="1180" y="2154"/>
                    <a:pt x="1245" y="2254"/>
                  </a:cubicBezTo>
                  <a:cubicBezTo>
                    <a:pt x="1265" y="2271"/>
                    <a:pt x="1265" y="2291"/>
                    <a:pt x="1265" y="2307"/>
                  </a:cubicBezTo>
                  <a:lnTo>
                    <a:pt x="1265" y="2541"/>
                  </a:lnTo>
                  <a:cubicBezTo>
                    <a:pt x="1265" y="2658"/>
                    <a:pt x="1265" y="2759"/>
                    <a:pt x="1245" y="2877"/>
                  </a:cubicBezTo>
                  <a:cubicBezTo>
                    <a:pt x="1229" y="2978"/>
                    <a:pt x="1281" y="3079"/>
                    <a:pt x="1399" y="3147"/>
                  </a:cubicBezTo>
                  <a:lnTo>
                    <a:pt x="1415" y="3147"/>
                  </a:lnTo>
                  <a:cubicBezTo>
                    <a:pt x="1415" y="3131"/>
                    <a:pt x="1415" y="3131"/>
                    <a:pt x="1399" y="3131"/>
                  </a:cubicBezTo>
                  <a:cubicBezTo>
                    <a:pt x="1298" y="3062"/>
                    <a:pt x="1245" y="2961"/>
                    <a:pt x="1265" y="2877"/>
                  </a:cubicBezTo>
                  <a:cubicBezTo>
                    <a:pt x="1298" y="2759"/>
                    <a:pt x="1298" y="2658"/>
                    <a:pt x="1281" y="2541"/>
                  </a:cubicBezTo>
                  <a:cubicBezTo>
                    <a:pt x="1281" y="2473"/>
                    <a:pt x="1281" y="2392"/>
                    <a:pt x="1298" y="2307"/>
                  </a:cubicBezTo>
                  <a:cubicBezTo>
                    <a:pt x="1298" y="2291"/>
                    <a:pt x="1281" y="2254"/>
                    <a:pt x="1265" y="2238"/>
                  </a:cubicBezTo>
                  <a:cubicBezTo>
                    <a:pt x="1197" y="2137"/>
                    <a:pt x="1128" y="2036"/>
                    <a:pt x="1079" y="1919"/>
                  </a:cubicBezTo>
                  <a:lnTo>
                    <a:pt x="1043" y="1887"/>
                  </a:lnTo>
                  <a:cubicBezTo>
                    <a:pt x="861" y="1584"/>
                    <a:pt x="692" y="1297"/>
                    <a:pt x="506" y="994"/>
                  </a:cubicBezTo>
                  <a:cubicBezTo>
                    <a:pt x="473" y="925"/>
                    <a:pt x="437" y="877"/>
                    <a:pt x="389" y="808"/>
                  </a:cubicBezTo>
                  <a:cubicBezTo>
                    <a:pt x="320" y="655"/>
                    <a:pt x="235" y="521"/>
                    <a:pt x="134" y="388"/>
                  </a:cubicBezTo>
                  <a:cubicBezTo>
                    <a:pt x="33" y="271"/>
                    <a:pt x="33" y="150"/>
                    <a:pt x="69" y="17"/>
                  </a:cubicBezTo>
                  <a:cubicBezTo>
                    <a:pt x="86" y="17"/>
                    <a:pt x="69"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3"/>
            <p:cNvSpPr/>
            <p:nvPr/>
          </p:nvSpPr>
          <p:spPr>
            <a:xfrm>
              <a:off x="851343" y="2432267"/>
              <a:ext cx="358067" cy="274137"/>
            </a:xfrm>
            <a:custGeom>
              <a:rect b="b" l="l" r="r" t="t"/>
              <a:pathLst>
                <a:path extrusionOk="0" h="2760" w="3605">
                  <a:moveTo>
                    <a:pt x="3604" y="1"/>
                  </a:moveTo>
                  <a:cubicBezTo>
                    <a:pt x="3588" y="1"/>
                    <a:pt x="3588" y="17"/>
                    <a:pt x="3588" y="17"/>
                  </a:cubicBezTo>
                  <a:lnTo>
                    <a:pt x="3588" y="639"/>
                  </a:lnTo>
                  <a:lnTo>
                    <a:pt x="3588" y="1092"/>
                  </a:lnTo>
                  <a:cubicBezTo>
                    <a:pt x="3588" y="1160"/>
                    <a:pt x="3588" y="1193"/>
                    <a:pt x="3487" y="1229"/>
                  </a:cubicBezTo>
                  <a:cubicBezTo>
                    <a:pt x="3301" y="1294"/>
                    <a:pt x="3115" y="1378"/>
                    <a:pt x="2946" y="1463"/>
                  </a:cubicBezTo>
                  <a:cubicBezTo>
                    <a:pt x="2845" y="1496"/>
                    <a:pt x="2764" y="1548"/>
                    <a:pt x="2663" y="1580"/>
                  </a:cubicBezTo>
                  <a:cubicBezTo>
                    <a:pt x="2376" y="1718"/>
                    <a:pt x="2089" y="1835"/>
                    <a:pt x="1803" y="1952"/>
                  </a:cubicBezTo>
                  <a:cubicBezTo>
                    <a:pt x="1516" y="2085"/>
                    <a:pt x="1213" y="2203"/>
                    <a:pt x="910" y="2340"/>
                  </a:cubicBezTo>
                  <a:cubicBezTo>
                    <a:pt x="659" y="2441"/>
                    <a:pt x="405" y="2558"/>
                    <a:pt x="154" y="2675"/>
                  </a:cubicBezTo>
                  <a:lnTo>
                    <a:pt x="102" y="2675"/>
                  </a:lnTo>
                  <a:cubicBezTo>
                    <a:pt x="70" y="2691"/>
                    <a:pt x="37" y="2691"/>
                    <a:pt x="1" y="2744"/>
                  </a:cubicBezTo>
                  <a:cubicBezTo>
                    <a:pt x="1" y="2744"/>
                    <a:pt x="1" y="2760"/>
                    <a:pt x="17" y="2760"/>
                  </a:cubicBezTo>
                  <a:lnTo>
                    <a:pt x="37" y="2760"/>
                  </a:lnTo>
                  <a:cubicBezTo>
                    <a:pt x="53" y="2728"/>
                    <a:pt x="70" y="2707"/>
                    <a:pt x="118" y="2707"/>
                  </a:cubicBezTo>
                  <a:cubicBezTo>
                    <a:pt x="138" y="2707"/>
                    <a:pt x="154" y="2707"/>
                    <a:pt x="171" y="2691"/>
                  </a:cubicBezTo>
                  <a:cubicBezTo>
                    <a:pt x="405" y="2590"/>
                    <a:pt x="659" y="2473"/>
                    <a:pt x="926" y="2356"/>
                  </a:cubicBezTo>
                  <a:cubicBezTo>
                    <a:pt x="1229" y="2223"/>
                    <a:pt x="1516" y="2102"/>
                    <a:pt x="1819" y="1984"/>
                  </a:cubicBezTo>
                  <a:cubicBezTo>
                    <a:pt x="2106" y="1851"/>
                    <a:pt x="2392" y="1734"/>
                    <a:pt x="2679" y="1617"/>
                  </a:cubicBezTo>
                  <a:cubicBezTo>
                    <a:pt x="2764" y="1564"/>
                    <a:pt x="2865" y="1532"/>
                    <a:pt x="2946" y="1479"/>
                  </a:cubicBezTo>
                  <a:cubicBezTo>
                    <a:pt x="3132" y="1415"/>
                    <a:pt x="3317" y="1330"/>
                    <a:pt x="3503" y="1261"/>
                  </a:cubicBezTo>
                  <a:cubicBezTo>
                    <a:pt x="3604" y="1213"/>
                    <a:pt x="3604" y="1160"/>
                    <a:pt x="3604" y="1092"/>
                  </a:cubicBezTo>
                  <a:lnTo>
                    <a:pt x="3604" y="639"/>
                  </a:lnTo>
                  <a:lnTo>
                    <a:pt x="3604" y="17"/>
                  </a:ln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3"/>
            <p:cNvSpPr/>
            <p:nvPr/>
          </p:nvSpPr>
          <p:spPr>
            <a:xfrm>
              <a:off x="931597" y="3084335"/>
              <a:ext cx="5364" cy="91975"/>
            </a:xfrm>
            <a:custGeom>
              <a:rect b="b" l="l" r="r" t="t"/>
              <a:pathLst>
                <a:path extrusionOk="0" h="926" w="54">
                  <a:moveTo>
                    <a:pt x="37" y="0"/>
                  </a:moveTo>
                  <a:cubicBezTo>
                    <a:pt x="17" y="0"/>
                    <a:pt x="17" y="0"/>
                    <a:pt x="17" y="17"/>
                  </a:cubicBezTo>
                  <a:lnTo>
                    <a:pt x="17" y="202"/>
                  </a:lnTo>
                  <a:cubicBezTo>
                    <a:pt x="17" y="368"/>
                    <a:pt x="1" y="538"/>
                    <a:pt x="1" y="707"/>
                  </a:cubicBezTo>
                  <a:lnTo>
                    <a:pt x="1" y="756"/>
                  </a:lnTo>
                  <a:cubicBezTo>
                    <a:pt x="1" y="808"/>
                    <a:pt x="1" y="873"/>
                    <a:pt x="37" y="925"/>
                  </a:cubicBezTo>
                  <a:lnTo>
                    <a:pt x="53" y="925"/>
                  </a:lnTo>
                  <a:lnTo>
                    <a:pt x="53" y="909"/>
                  </a:lnTo>
                  <a:cubicBezTo>
                    <a:pt x="17" y="857"/>
                    <a:pt x="37" y="808"/>
                    <a:pt x="37" y="756"/>
                  </a:cubicBezTo>
                  <a:lnTo>
                    <a:pt x="37" y="707"/>
                  </a:lnTo>
                  <a:lnTo>
                    <a:pt x="37" y="202"/>
                  </a:lnTo>
                  <a:cubicBezTo>
                    <a:pt x="37" y="134"/>
                    <a:pt x="53" y="65"/>
                    <a:pt x="53" y="17"/>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3"/>
            <p:cNvSpPr/>
            <p:nvPr/>
          </p:nvSpPr>
          <p:spPr>
            <a:xfrm>
              <a:off x="2080390" y="2649391"/>
              <a:ext cx="108860" cy="250895"/>
            </a:xfrm>
            <a:custGeom>
              <a:rect b="b" l="l" r="r" t="t"/>
              <a:pathLst>
                <a:path extrusionOk="0" h="2526" w="1096">
                  <a:moveTo>
                    <a:pt x="17" y="0"/>
                  </a:moveTo>
                  <a:cubicBezTo>
                    <a:pt x="17" y="17"/>
                    <a:pt x="0" y="17"/>
                    <a:pt x="0" y="17"/>
                  </a:cubicBezTo>
                  <a:cubicBezTo>
                    <a:pt x="33" y="118"/>
                    <a:pt x="65" y="186"/>
                    <a:pt x="117" y="255"/>
                  </a:cubicBezTo>
                  <a:cubicBezTo>
                    <a:pt x="134" y="271"/>
                    <a:pt x="150" y="287"/>
                    <a:pt x="166" y="320"/>
                  </a:cubicBezTo>
                  <a:cubicBezTo>
                    <a:pt x="235" y="420"/>
                    <a:pt x="303" y="542"/>
                    <a:pt x="368" y="643"/>
                  </a:cubicBezTo>
                  <a:cubicBezTo>
                    <a:pt x="505" y="861"/>
                    <a:pt x="655" y="1079"/>
                    <a:pt x="792" y="1297"/>
                  </a:cubicBezTo>
                  <a:cubicBezTo>
                    <a:pt x="808" y="1350"/>
                    <a:pt x="841" y="1398"/>
                    <a:pt x="873" y="1430"/>
                  </a:cubicBezTo>
                  <a:cubicBezTo>
                    <a:pt x="974" y="1552"/>
                    <a:pt x="1075" y="1685"/>
                    <a:pt x="1026" y="1855"/>
                  </a:cubicBezTo>
                  <a:cubicBezTo>
                    <a:pt x="1010" y="1871"/>
                    <a:pt x="1026" y="1871"/>
                    <a:pt x="1026" y="1871"/>
                  </a:cubicBezTo>
                  <a:lnTo>
                    <a:pt x="1026" y="1903"/>
                  </a:lnTo>
                  <a:cubicBezTo>
                    <a:pt x="1043" y="2105"/>
                    <a:pt x="1059" y="2307"/>
                    <a:pt x="1010" y="2509"/>
                  </a:cubicBezTo>
                  <a:lnTo>
                    <a:pt x="1010" y="2525"/>
                  </a:lnTo>
                  <a:lnTo>
                    <a:pt x="1026" y="2525"/>
                  </a:lnTo>
                  <a:cubicBezTo>
                    <a:pt x="1075" y="2307"/>
                    <a:pt x="1059" y="2105"/>
                    <a:pt x="1043" y="1887"/>
                  </a:cubicBezTo>
                  <a:lnTo>
                    <a:pt x="1043" y="1871"/>
                  </a:lnTo>
                  <a:cubicBezTo>
                    <a:pt x="1095" y="1669"/>
                    <a:pt x="994" y="1552"/>
                    <a:pt x="909" y="1414"/>
                  </a:cubicBezTo>
                  <a:cubicBezTo>
                    <a:pt x="873" y="1382"/>
                    <a:pt x="841" y="1329"/>
                    <a:pt x="808" y="1297"/>
                  </a:cubicBezTo>
                  <a:cubicBezTo>
                    <a:pt x="671" y="1063"/>
                    <a:pt x="538" y="845"/>
                    <a:pt x="404" y="622"/>
                  </a:cubicBezTo>
                  <a:cubicBezTo>
                    <a:pt x="319" y="521"/>
                    <a:pt x="251" y="404"/>
                    <a:pt x="186" y="303"/>
                  </a:cubicBezTo>
                  <a:cubicBezTo>
                    <a:pt x="166" y="287"/>
                    <a:pt x="150" y="255"/>
                    <a:pt x="150" y="239"/>
                  </a:cubicBezTo>
                  <a:cubicBezTo>
                    <a:pt x="101" y="170"/>
                    <a:pt x="49" y="101"/>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3"/>
            <p:cNvSpPr/>
            <p:nvPr/>
          </p:nvSpPr>
          <p:spPr>
            <a:xfrm>
              <a:off x="1737719" y="2771362"/>
              <a:ext cx="172230" cy="311086"/>
            </a:xfrm>
            <a:custGeom>
              <a:rect b="b" l="l" r="r" t="t"/>
              <a:pathLst>
                <a:path extrusionOk="0" h="3132" w="1734">
                  <a:moveTo>
                    <a:pt x="65" y="0"/>
                  </a:moveTo>
                  <a:cubicBezTo>
                    <a:pt x="0" y="101"/>
                    <a:pt x="0" y="202"/>
                    <a:pt x="81" y="303"/>
                  </a:cubicBezTo>
                  <a:cubicBezTo>
                    <a:pt x="182" y="425"/>
                    <a:pt x="283" y="558"/>
                    <a:pt x="384" y="675"/>
                  </a:cubicBezTo>
                  <a:cubicBezTo>
                    <a:pt x="437" y="760"/>
                    <a:pt x="505" y="845"/>
                    <a:pt x="570" y="909"/>
                  </a:cubicBezTo>
                  <a:cubicBezTo>
                    <a:pt x="707" y="1079"/>
                    <a:pt x="841" y="1265"/>
                    <a:pt x="974" y="1435"/>
                  </a:cubicBezTo>
                  <a:cubicBezTo>
                    <a:pt x="1111" y="1600"/>
                    <a:pt x="1229" y="1770"/>
                    <a:pt x="1362" y="1939"/>
                  </a:cubicBezTo>
                  <a:cubicBezTo>
                    <a:pt x="1431" y="2020"/>
                    <a:pt x="1495" y="2121"/>
                    <a:pt x="1479" y="2259"/>
                  </a:cubicBezTo>
                  <a:lnTo>
                    <a:pt x="1479" y="2444"/>
                  </a:lnTo>
                  <a:cubicBezTo>
                    <a:pt x="1479" y="2525"/>
                    <a:pt x="1479" y="2610"/>
                    <a:pt x="1463" y="2695"/>
                  </a:cubicBezTo>
                  <a:cubicBezTo>
                    <a:pt x="1447" y="2747"/>
                    <a:pt x="1479" y="2796"/>
                    <a:pt x="1515" y="2848"/>
                  </a:cubicBezTo>
                  <a:lnTo>
                    <a:pt x="1532" y="2848"/>
                  </a:lnTo>
                  <a:cubicBezTo>
                    <a:pt x="1548" y="2865"/>
                    <a:pt x="1564" y="2881"/>
                    <a:pt x="1580" y="2897"/>
                  </a:cubicBezTo>
                  <a:cubicBezTo>
                    <a:pt x="1632" y="2966"/>
                    <a:pt x="1697" y="3030"/>
                    <a:pt x="1697" y="3115"/>
                  </a:cubicBezTo>
                  <a:cubicBezTo>
                    <a:pt x="1697" y="3131"/>
                    <a:pt x="1697" y="3131"/>
                    <a:pt x="1717" y="3131"/>
                  </a:cubicBezTo>
                  <a:lnTo>
                    <a:pt x="1733" y="3115"/>
                  </a:lnTo>
                  <a:cubicBezTo>
                    <a:pt x="1717" y="3014"/>
                    <a:pt x="1649" y="2949"/>
                    <a:pt x="1596" y="2881"/>
                  </a:cubicBezTo>
                  <a:cubicBezTo>
                    <a:pt x="1580" y="2865"/>
                    <a:pt x="1564" y="2848"/>
                    <a:pt x="1548" y="2828"/>
                  </a:cubicBezTo>
                  <a:cubicBezTo>
                    <a:pt x="1515" y="2780"/>
                    <a:pt x="1479" y="2747"/>
                    <a:pt x="1479" y="2695"/>
                  </a:cubicBezTo>
                  <a:cubicBezTo>
                    <a:pt x="1515" y="2610"/>
                    <a:pt x="1515" y="2525"/>
                    <a:pt x="1515" y="2444"/>
                  </a:cubicBezTo>
                  <a:cubicBezTo>
                    <a:pt x="1515" y="2376"/>
                    <a:pt x="1495" y="2323"/>
                    <a:pt x="1515" y="2275"/>
                  </a:cubicBezTo>
                  <a:cubicBezTo>
                    <a:pt x="1532" y="2121"/>
                    <a:pt x="1463" y="2004"/>
                    <a:pt x="1378" y="1919"/>
                  </a:cubicBezTo>
                  <a:cubicBezTo>
                    <a:pt x="1261" y="1754"/>
                    <a:pt x="1128" y="1584"/>
                    <a:pt x="990" y="1414"/>
                  </a:cubicBezTo>
                  <a:cubicBezTo>
                    <a:pt x="857" y="1249"/>
                    <a:pt x="724" y="1063"/>
                    <a:pt x="586" y="893"/>
                  </a:cubicBezTo>
                  <a:cubicBezTo>
                    <a:pt x="522" y="829"/>
                    <a:pt x="469" y="744"/>
                    <a:pt x="404" y="659"/>
                  </a:cubicBezTo>
                  <a:cubicBezTo>
                    <a:pt x="320" y="542"/>
                    <a:pt x="219" y="404"/>
                    <a:pt x="101" y="287"/>
                  </a:cubicBezTo>
                  <a:cubicBezTo>
                    <a:pt x="33" y="202"/>
                    <a:pt x="17" y="101"/>
                    <a:pt x="81" y="21"/>
                  </a:cubicBezTo>
                  <a:lnTo>
                    <a:pt x="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3"/>
            <p:cNvSpPr/>
            <p:nvPr/>
          </p:nvSpPr>
          <p:spPr>
            <a:xfrm>
              <a:off x="1189246" y="1760234"/>
              <a:ext cx="4867" cy="100418"/>
            </a:xfrm>
            <a:custGeom>
              <a:rect b="b" l="l" r="r" t="t"/>
              <a:pathLst>
                <a:path extrusionOk="0" h="1011" w="49">
                  <a:moveTo>
                    <a:pt x="0" y="0"/>
                  </a:moveTo>
                  <a:lnTo>
                    <a:pt x="0" y="17"/>
                  </a:lnTo>
                  <a:cubicBezTo>
                    <a:pt x="16" y="182"/>
                    <a:pt x="16" y="352"/>
                    <a:pt x="0" y="522"/>
                  </a:cubicBezTo>
                  <a:lnTo>
                    <a:pt x="0" y="841"/>
                  </a:lnTo>
                  <a:lnTo>
                    <a:pt x="0" y="889"/>
                  </a:lnTo>
                  <a:cubicBezTo>
                    <a:pt x="0" y="926"/>
                    <a:pt x="0" y="974"/>
                    <a:pt x="33" y="1010"/>
                  </a:cubicBezTo>
                  <a:lnTo>
                    <a:pt x="49" y="1010"/>
                  </a:lnTo>
                  <a:lnTo>
                    <a:pt x="49" y="990"/>
                  </a:lnTo>
                  <a:cubicBezTo>
                    <a:pt x="33" y="958"/>
                    <a:pt x="33" y="926"/>
                    <a:pt x="33" y="889"/>
                  </a:cubicBezTo>
                  <a:lnTo>
                    <a:pt x="33" y="841"/>
                  </a:lnTo>
                  <a:lnTo>
                    <a:pt x="33" y="522"/>
                  </a:lnTo>
                  <a:cubicBezTo>
                    <a:pt x="33" y="352"/>
                    <a:pt x="33" y="182"/>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3"/>
            <p:cNvSpPr/>
            <p:nvPr/>
          </p:nvSpPr>
          <p:spPr>
            <a:xfrm>
              <a:off x="851343" y="2948657"/>
              <a:ext cx="358067" cy="259338"/>
            </a:xfrm>
            <a:custGeom>
              <a:rect b="b" l="l" r="r" t="t"/>
              <a:pathLst>
                <a:path extrusionOk="0" h="2611" w="3605">
                  <a:moveTo>
                    <a:pt x="3588" y="1"/>
                  </a:moveTo>
                  <a:cubicBezTo>
                    <a:pt x="3552" y="86"/>
                    <a:pt x="3552" y="187"/>
                    <a:pt x="3552" y="272"/>
                  </a:cubicBezTo>
                  <a:cubicBezTo>
                    <a:pt x="3552" y="288"/>
                    <a:pt x="3572" y="304"/>
                    <a:pt x="3572" y="336"/>
                  </a:cubicBezTo>
                  <a:lnTo>
                    <a:pt x="3572" y="760"/>
                  </a:lnTo>
                  <a:lnTo>
                    <a:pt x="3572" y="1213"/>
                  </a:lnTo>
                  <a:cubicBezTo>
                    <a:pt x="3572" y="1282"/>
                    <a:pt x="3536" y="1298"/>
                    <a:pt x="3487" y="1314"/>
                  </a:cubicBezTo>
                  <a:cubicBezTo>
                    <a:pt x="3301" y="1383"/>
                    <a:pt x="3099" y="1447"/>
                    <a:pt x="2913" y="1516"/>
                  </a:cubicBezTo>
                  <a:cubicBezTo>
                    <a:pt x="2764" y="1585"/>
                    <a:pt x="2610" y="1633"/>
                    <a:pt x="2461" y="1686"/>
                  </a:cubicBezTo>
                  <a:cubicBezTo>
                    <a:pt x="2275" y="1750"/>
                    <a:pt x="2089" y="1819"/>
                    <a:pt x="1904" y="1887"/>
                  </a:cubicBezTo>
                  <a:cubicBezTo>
                    <a:pt x="1819" y="1920"/>
                    <a:pt x="1718" y="1952"/>
                    <a:pt x="1617" y="2005"/>
                  </a:cubicBezTo>
                  <a:cubicBezTo>
                    <a:pt x="1128" y="2174"/>
                    <a:pt x="643" y="2356"/>
                    <a:pt x="171" y="2542"/>
                  </a:cubicBezTo>
                  <a:lnTo>
                    <a:pt x="17" y="2594"/>
                  </a:lnTo>
                  <a:cubicBezTo>
                    <a:pt x="1" y="2594"/>
                    <a:pt x="1" y="2594"/>
                    <a:pt x="1" y="2611"/>
                  </a:cubicBezTo>
                  <a:lnTo>
                    <a:pt x="17" y="2611"/>
                  </a:lnTo>
                  <a:lnTo>
                    <a:pt x="171" y="2558"/>
                  </a:lnTo>
                  <a:cubicBezTo>
                    <a:pt x="659" y="2376"/>
                    <a:pt x="1148" y="2207"/>
                    <a:pt x="1633" y="2021"/>
                  </a:cubicBezTo>
                  <a:cubicBezTo>
                    <a:pt x="1718" y="1988"/>
                    <a:pt x="1819" y="1952"/>
                    <a:pt x="1920" y="1920"/>
                  </a:cubicBezTo>
                  <a:cubicBezTo>
                    <a:pt x="2106" y="1851"/>
                    <a:pt x="2291" y="1770"/>
                    <a:pt x="2461" y="1718"/>
                  </a:cubicBezTo>
                  <a:cubicBezTo>
                    <a:pt x="2627" y="1649"/>
                    <a:pt x="2780" y="1601"/>
                    <a:pt x="2930" y="1548"/>
                  </a:cubicBezTo>
                  <a:cubicBezTo>
                    <a:pt x="3115" y="1484"/>
                    <a:pt x="3301" y="1415"/>
                    <a:pt x="3487" y="1346"/>
                  </a:cubicBezTo>
                  <a:cubicBezTo>
                    <a:pt x="3536" y="1330"/>
                    <a:pt x="3604" y="1298"/>
                    <a:pt x="3604" y="1213"/>
                  </a:cubicBezTo>
                  <a:cubicBezTo>
                    <a:pt x="3588" y="1063"/>
                    <a:pt x="3588" y="910"/>
                    <a:pt x="3588" y="760"/>
                  </a:cubicBezTo>
                  <a:cubicBezTo>
                    <a:pt x="3588" y="623"/>
                    <a:pt x="3604" y="474"/>
                    <a:pt x="3588" y="336"/>
                  </a:cubicBezTo>
                  <a:lnTo>
                    <a:pt x="3588" y="272"/>
                  </a:lnTo>
                  <a:cubicBezTo>
                    <a:pt x="3588" y="187"/>
                    <a:pt x="3572" y="102"/>
                    <a:pt x="3604" y="17"/>
                  </a:cubicBezTo>
                  <a:lnTo>
                    <a:pt x="3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3"/>
            <p:cNvSpPr/>
            <p:nvPr/>
          </p:nvSpPr>
          <p:spPr>
            <a:xfrm>
              <a:off x="746257" y="3472795"/>
              <a:ext cx="3278" cy="87903"/>
            </a:xfrm>
            <a:custGeom>
              <a:rect b="b" l="l" r="r" t="t"/>
              <a:pathLst>
                <a:path extrusionOk="0" h="885" w="33">
                  <a:moveTo>
                    <a:pt x="12" y="1"/>
                  </a:moveTo>
                  <a:cubicBezTo>
                    <a:pt x="9" y="1"/>
                    <a:pt x="6" y="2"/>
                    <a:pt x="0" y="8"/>
                  </a:cubicBezTo>
                  <a:cubicBezTo>
                    <a:pt x="17" y="145"/>
                    <a:pt x="17" y="295"/>
                    <a:pt x="17" y="432"/>
                  </a:cubicBezTo>
                  <a:cubicBezTo>
                    <a:pt x="0" y="497"/>
                    <a:pt x="0" y="581"/>
                    <a:pt x="0" y="666"/>
                  </a:cubicBezTo>
                  <a:cubicBezTo>
                    <a:pt x="17" y="715"/>
                    <a:pt x="17" y="751"/>
                    <a:pt x="17" y="800"/>
                  </a:cubicBezTo>
                  <a:cubicBezTo>
                    <a:pt x="0" y="816"/>
                    <a:pt x="0" y="852"/>
                    <a:pt x="0" y="868"/>
                  </a:cubicBezTo>
                  <a:lnTo>
                    <a:pt x="17" y="884"/>
                  </a:lnTo>
                  <a:cubicBezTo>
                    <a:pt x="33" y="884"/>
                    <a:pt x="33" y="868"/>
                    <a:pt x="33" y="868"/>
                  </a:cubicBezTo>
                  <a:lnTo>
                    <a:pt x="33" y="800"/>
                  </a:lnTo>
                  <a:lnTo>
                    <a:pt x="33" y="666"/>
                  </a:lnTo>
                  <a:lnTo>
                    <a:pt x="33" y="432"/>
                  </a:lnTo>
                  <a:cubicBezTo>
                    <a:pt x="33" y="295"/>
                    <a:pt x="33" y="145"/>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3"/>
            <p:cNvSpPr/>
            <p:nvPr/>
          </p:nvSpPr>
          <p:spPr>
            <a:xfrm>
              <a:off x="749435" y="2667866"/>
              <a:ext cx="3377" cy="77076"/>
            </a:xfrm>
            <a:custGeom>
              <a:rect b="b" l="l" r="r" t="t"/>
              <a:pathLst>
                <a:path extrusionOk="0" h="776" w="34">
                  <a:moveTo>
                    <a:pt x="17" y="0"/>
                  </a:moveTo>
                  <a:cubicBezTo>
                    <a:pt x="1" y="0"/>
                    <a:pt x="1" y="0"/>
                    <a:pt x="1" y="16"/>
                  </a:cubicBezTo>
                  <a:lnTo>
                    <a:pt x="1" y="303"/>
                  </a:lnTo>
                  <a:cubicBezTo>
                    <a:pt x="1" y="457"/>
                    <a:pt x="1" y="606"/>
                    <a:pt x="17" y="776"/>
                  </a:cubicBezTo>
                  <a:lnTo>
                    <a:pt x="33" y="776"/>
                  </a:lnTo>
                  <a:cubicBezTo>
                    <a:pt x="17" y="606"/>
                    <a:pt x="17" y="457"/>
                    <a:pt x="33" y="303"/>
                  </a:cubicBezTo>
                  <a:lnTo>
                    <a:pt x="33" y="16"/>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3"/>
            <p:cNvSpPr/>
            <p:nvPr/>
          </p:nvSpPr>
          <p:spPr>
            <a:xfrm>
              <a:off x="528735" y="2529009"/>
              <a:ext cx="110449" cy="55423"/>
            </a:xfrm>
            <a:custGeom>
              <a:rect b="b" l="l" r="r" t="t"/>
              <a:pathLst>
                <a:path extrusionOk="0" h="558" w="1112">
                  <a:moveTo>
                    <a:pt x="1096" y="0"/>
                  </a:moveTo>
                  <a:cubicBezTo>
                    <a:pt x="1043" y="53"/>
                    <a:pt x="995" y="69"/>
                    <a:pt x="942" y="101"/>
                  </a:cubicBezTo>
                  <a:cubicBezTo>
                    <a:pt x="910" y="101"/>
                    <a:pt x="894" y="118"/>
                    <a:pt x="861" y="118"/>
                  </a:cubicBezTo>
                  <a:lnTo>
                    <a:pt x="255" y="421"/>
                  </a:lnTo>
                  <a:cubicBezTo>
                    <a:pt x="171" y="457"/>
                    <a:pt x="102" y="489"/>
                    <a:pt x="17" y="542"/>
                  </a:cubicBezTo>
                  <a:cubicBezTo>
                    <a:pt x="17" y="542"/>
                    <a:pt x="1" y="542"/>
                    <a:pt x="17" y="558"/>
                  </a:cubicBezTo>
                  <a:lnTo>
                    <a:pt x="33" y="558"/>
                  </a:lnTo>
                  <a:cubicBezTo>
                    <a:pt x="102" y="522"/>
                    <a:pt x="187" y="489"/>
                    <a:pt x="255" y="441"/>
                  </a:cubicBezTo>
                  <a:cubicBezTo>
                    <a:pt x="457" y="356"/>
                    <a:pt x="676" y="255"/>
                    <a:pt x="878" y="154"/>
                  </a:cubicBezTo>
                  <a:cubicBezTo>
                    <a:pt x="910" y="138"/>
                    <a:pt x="926" y="138"/>
                    <a:pt x="962" y="118"/>
                  </a:cubicBezTo>
                  <a:cubicBezTo>
                    <a:pt x="1011" y="101"/>
                    <a:pt x="1063" y="69"/>
                    <a:pt x="1112" y="37"/>
                  </a:cubicBezTo>
                  <a:lnTo>
                    <a:pt x="11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3"/>
            <p:cNvSpPr/>
            <p:nvPr/>
          </p:nvSpPr>
          <p:spPr>
            <a:xfrm>
              <a:off x="528735" y="3030998"/>
              <a:ext cx="110449" cy="136870"/>
            </a:xfrm>
            <a:custGeom>
              <a:rect b="b" l="l" r="r" t="t"/>
              <a:pathLst>
                <a:path extrusionOk="0" h="1378" w="1112">
                  <a:moveTo>
                    <a:pt x="1080" y="0"/>
                  </a:moveTo>
                  <a:cubicBezTo>
                    <a:pt x="1075" y="0"/>
                    <a:pt x="1071" y="4"/>
                    <a:pt x="1063" y="12"/>
                  </a:cubicBezTo>
                  <a:lnTo>
                    <a:pt x="1063" y="32"/>
                  </a:lnTo>
                  <a:cubicBezTo>
                    <a:pt x="1096" y="65"/>
                    <a:pt x="1096" y="113"/>
                    <a:pt x="1096" y="150"/>
                  </a:cubicBezTo>
                  <a:lnTo>
                    <a:pt x="1096" y="234"/>
                  </a:lnTo>
                  <a:lnTo>
                    <a:pt x="1096" y="820"/>
                  </a:lnTo>
                  <a:cubicBezTo>
                    <a:pt x="1096" y="905"/>
                    <a:pt x="1063" y="958"/>
                    <a:pt x="1011" y="974"/>
                  </a:cubicBezTo>
                  <a:lnTo>
                    <a:pt x="894" y="1022"/>
                  </a:lnTo>
                  <a:cubicBezTo>
                    <a:pt x="623" y="1123"/>
                    <a:pt x="373" y="1224"/>
                    <a:pt x="102" y="1345"/>
                  </a:cubicBezTo>
                  <a:lnTo>
                    <a:pt x="17" y="1345"/>
                  </a:lnTo>
                  <a:cubicBezTo>
                    <a:pt x="17" y="1345"/>
                    <a:pt x="1" y="1345"/>
                    <a:pt x="1" y="1361"/>
                  </a:cubicBezTo>
                  <a:lnTo>
                    <a:pt x="17" y="1361"/>
                  </a:lnTo>
                  <a:cubicBezTo>
                    <a:pt x="33" y="1361"/>
                    <a:pt x="33" y="1378"/>
                    <a:pt x="53" y="1378"/>
                  </a:cubicBezTo>
                  <a:lnTo>
                    <a:pt x="86" y="1378"/>
                  </a:lnTo>
                  <a:cubicBezTo>
                    <a:pt x="102" y="1378"/>
                    <a:pt x="102" y="1378"/>
                    <a:pt x="118" y="1361"/>
                  </a:cubicBezTo>
                  <a:cubicBezTo>
                    <a:pt x="373" y="1244"/>
                    <a:pt x="639" y="1143"/>
                    <a:pt x="894" y="1042"/>
                  </a:cubicBezTo>
                  <a:lnTo>
                    <a:pt x="1011" y="1006"/>
                  </a:lnTo>
                  <a:cubicBezTo>
                    <a:pt x="1080" y="974"/>
                    <a:pt x="1112" y="921"/>
                    <a:pt x="1112" y="820"/>
                  </a:cubicBezTo>
                  <a:lnTo>
                    <a:pt x="1112" y="234"/>
                  </a:lnTo>
                  <a:lnTo>
                    <a:pt x="1112" y="150"/>
                  </a:lnTo>
                  <a:cubicBezTo>
                    <a:pt x="1112" y="97"/>
                    <a:pt x="1112" y="65"/>
                    <a:pt x="1096" y="12"/>
                  </a:cubicBezTo>
                  <a:cubicBezTo>
                    <a:pt x="1088" y="4"/>
                    <a:pt x="1084" y="0"/>
                    <a:pt x="1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3"/>
            <p:cNvSpPr/>
            <p:nvPr/>
          </p:nvSpPr>
          <p:spPr>
            <a:xfrm>
              <a:off x="1521886" y="3684159"/>
              <a:ext cx="3278" cy="50258"/>
            </a:xfrm>
            <a:custGeom>
              <a:rect b="b" l="l" r="r" t="t"/>
              <a:pathLst>
                <a:path extrusionOk="0" h="506" w="33">
                  <a:moveTo>
                    <a:pt x="32" y="1"/>
                  </a:moveTo>
                  <a:cubicBezTo>
                    <a:pt x="16" y="1"/>
                    <a:pt x="16" y="21"/>
                    <a:pt x="16" y="21"/>
                  </a:cubicBezTo>
                  <a:cubicBezTo>
                    <a:pt x="0" y="138"/>
                    <a:pt x="0" y="255"/>
                    <a:pt x="0" y="372"/>
                  </a:cubicBezTo>
                  <a:lnTo>
                    <a:pt x="0" y="489"/>
                  </a:lnTo>
                  <a:lnTo>
                    <a:pt x="0" y="506"/>
                  </a:lnTo>
                  <a:cubicBezTo>
                    <a:pt x="16" y="506"/>
                    <a:pt x="16" y="506"/>
                    <a:pt x="16" y="489"/>
                  </a:cubicBezTo>
                  <a:lnTo>
                    <a:pt x="16" y="372"/>
                  </a:lnTo>
                  <a:cubicBezTo>
                    <a:pt x="16" y="255"/>
                    <a:pt x="16" y="138"/>
                    <a:pt x="32" y="21"/>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3"/>
            <p:cNvSpPr/>
            <p:nvPr/>
          </p:nvSpPr>
          <p:spPr>
            <a:xfrm>
              <a:off x="500328" y="3167768"/>
              <a:ext cx="138856" cy="155344"/>
            </a:xfrm>
            <a:custGeom>
              <a:rect b="b" l="l" r="r" t="t"/>
              <a:pathLst>
                <a:path extrusionOk="0" h="1564" w="1398">
                  <a:moveTo>
                    <a:pt x="1366" y="1"/>
                  </a:moveTo>
                  <a:lnTo>
                    <a:pt x="0" y="489"/>
                  </a:lnTo>
                  <a:lnTo>
                    <a:pt x="0" y="506"/>
                  </a:lnTo>
                  <a:cubicBezTo>
                    <a:pt x="0" y="522"/>
                    <a:pt x="0" y="522"/>
                    <a:pt x="16" y="522"/>
                  </a:cubicBezTo>
                  <a:lnTo>
                    <a:pt x="1366" y="17"/>
                  </a:lnTo>
                  <a:cubicBezTo>
                    <a:pt x="1382" y="304"/>
                    <a:pt x="1382" y="574"/>
                    <a:pt x="1382" y="825"/>
                  </a:cubicBezTo>
                  <a:lnTo>
                    <a:pt x="1382" y="1160"/>
                  </a:lnTo>
                  <a:lnTo>
                    <a:pt x="404" y="1532"/>
                  </a:lnTo>
                  <a:cubicBezTo>
                    <a:pt x="388" y="1532"/>
                    <a:pt x="388" y="1548"/>
                    <a:pt x="388" y="1548"/>
                  </a:cubicBezTo>
                  <a:lnTo>
                    <a:pt x="404" y="1564"/>
                  </a:lnTo>
                  <a:lnTo>
                    <a:pt x="1398" y="1196"/>
                  </a:lnTo>
                  <a:lnTo>
                    <a:pt x="1398" y="1180"/>
                  </a:lnTo>
                  <a:lnTo>
                    <a:pt x="1398" y="825"/>
                  </a:lnTo>
                  <a:cubicBezTo>
                    <a:pt x="1398" y="554"/>
                    <a:pt x="1398" y="287"/>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3"/>
            <p:cNvSpPr/>
            <p:nvPr/>
          </p:nvSpPr>
          <p:spPr>
            <a:xfrm>
              <a:off x="791152" y="2970410"/>
              <a:ext cx="5364" cy="93961"/>
            </a:xfrm>
            <a:custGeom>
              <a:rect b="b" l="l" r="r" t="t"/>
              <a:pathLst>
                <a:path extrusionOk="0" h="946" w="54">
                  <a:moveTo>
                    <a:pt x="17" y="0"/>
                  </a:moveTo>
                  <a:cubicBezTo>
                    <a:pt x="1" y="0"/>
                    <a:pt x="1" y="16"/>
                    <a:pt x="1" y="16"/>
                  </a:cubicBezTo>
                  <a:cubicBezTo>
                    <a:pt x="17" y="202"/>
                    <a:pt x="17" y="388"/>
                    <a:pt x="17" y="558"/>
                  </a:cubicBezTo>
                  <a:cubicBezTo>
                    <a:pt x="17" y="590"/>
                    <a:pt x="17" y="622"/>
                    <a:pt x="1" y="675"/>
                  </a:cubicBezTo>
                  <a:cubicBezTo>
                    <a:pt x="1" y="760"/>
                    <a:pt x="1" y="844"/>
                    <a:pt x="17" y="925"/>
                  </a:cubicBezTo>
                  <a:cubicBezTo>
                    <a:pt x="17" y="925"/>
                    <a:pt x="17" y="945"/>
                    <a:pt x="37" y="945"/>
                  </a:cubicBezTo>
                  <a:lnTo>
                    <a:pt x="37" y="925"/>
                  </a:lnTo>
                  <a:lnTo>
                    <a:pt x="37" y="675"/>
                  </a:lnTo>
                  <a:lnTo>
                    <a:pt x="37" y="558"/>
                  </a:lnTo>
                  <a:cubicBezTo>
                    <a:pt x="53" y="388"/>
                    <a:pt x="53" y="202"/>
                    <a:pt x="37" y="16"/>
                  </a:cubicBezTo>
                  <a:cubicBezTo>
                    <a:pt x="17" y="16"/>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3"/>
            <p:cNvSpPr/>
            <p:nvPr/>
          </p:nvSpPr>
          <p:spPr>
            <a:xfrm>
              <a:off x="1582077" y="3592283"/>
              <a:ext cx="6853" cy="77176"/>
            </a:xfrm>
            <a:custGeom>
              <a:rect b="b" l="l" r="r" t="t"/>
              <a:pathLst>
                <a:path extrusionOk="0" h="777" w="69">
                  <a:moveTo>
                    <a:pt x="53" y="1"/>
                  </a:moveTo>
                  <a:cubicBezTo>
                    <a:pt x="53" y="1"/>
                    <a:pt x="32" y="1"/>
                    <a:pt x="32" y="17"/>
                  </a:cubicBezTo>
                  <a:cubicBezTo>
                    <a:pt x="16" y="138"/>
                    <a:pt x="16" y="271"/>
                    <a:pt x="16" y="388"/>
                  </a:cubicBezTo>
                  <a:cubicBezTo>
                    <a:pt x="16" y="473"/>
                    <a:pt x="32" y="558"/>
                    <a:pt x="16" y="643"/>
                  </a:cubicBezTo>
                  <a:lnTo>
                    <a:pt x="16" y="675"/>
                  </a:lnTo>
                  <a:cubicBezTo>
                    <a:pt x="32" y="708"/>
                    <a:pt x="32" y="744"/>
                    <a:pt x="16" y="760"/>
                  </a:cubicBezTo>
                  <a:cubicBezTo>
                    <a:pt x="0" y="776"/>
                    <a:pt x="16" y="776"/>
                    <a:pt x="16" y="776"/>
                  </a:cubicBezTo>
                  <a:lnTo>
                    <a:pt x="32" y="776"/>
                  </a:lnTo>
                  <a:cubicBezTo>
                    <a:pt x="53" y="744"/>
                    <a:pt x="53" y="708"/>
                    <a:pt x="53" y="675"/>
                  </a:cubicBezTo>
                  <a:lnTo>
                    <a:pt x="53" y="643"/>
                  </a:lnTo>
                  <a:lnTo>
                    <a:pt x="53" y="388"/>
                  </a:lnTo>
                  <a:cubicBezTo>
                    <a:pt x="53" y="271"/>
                    <a:pt x="53" y="138"/>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3"/>
            <p:cNvSpPr/>
            <p:nvPr/>
          </p:nvSpPr>
          <p:spPr>
            <a:xfrm>
              <a:off x="1037180" y="2378532"/>
              <a:ext cx="3278" cy="78765"/>
            </a:xfrm>
            <a:custGeom>
              <a:rect b="b" l="l" r="r" t="t"/>
              <a:pathLst>
                <a:path extrusionOk="0" h="793" w="33">
                  <a:moveTo>
                    <a:pt x="16" y="1"/>
                  </a:moveTo>
                  <a:cubicBezTo>
                    <a:pt x="0" y="1"/>
                    <a:pt x="0" y="17"/>
                    <a:pt x="0" y="17"/>
                  </a:cubicBezTo>
                  <a:lnTo>
                    <a:pt x="0" y="304"/>
                  </a:lnTo>
                  <a:cubicBezTo>
                    <a:pt x="0" y="457"/>
                    <a:pt x="0" y="623"/>
                    <a:pt x="16" y="776"/>
                  </a:cubicBezTo>
                  <a:lnTo>
                    <a:pt x="16" y="792"/>
                  </a:lnTo>
                  <a:lnTo>
                    <a:pt x="33" y="792"/>
                  </a:lnTo>
                  <a:lnTo>
                    <a:pt x="33" y="776"/>
                  </a:lnTo>
                  <a:cubicBezTo>
                    <a:pt x="16" y="623"/>
                    <a:pt x="16" y="457"/>
                    <a:pt x="16" y="304"/>
                  </a:cubicBezTo>
                  <a:cubicBezTo>
                    <a:pt x="33" y="203"/>
                    <a:pt x="33" y="118"/>
                    <a:pt x="16"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3"/>
            <p:cNvSpPr/>
            <p:nvPr/>
          </p:nvSpPr>
          <p:spPr>
            <a:xfrm>
              <a:off x="1252616" y="2166274"/>
              <a:ext cx="160609" cy="189115"/>
            </a:xfrm>
            <a:custGeom>
              <a:rect b="b" l="l" r="r" t="t"/>
              <a:pathLst>
                <a:path extrusionOk="0" h="1904" w="1617">
                  <a:moveTo>
                    <a:pt x="1616" y="1"/>
                  </a:moveTo>
                  <a:cubicBezTo>
                    <a:pt x="1532" y="1"/>
                    <a:pt x="1451" y="33"/>
                    <a:pt x="1382" y="69"/>
                  </a:cubicBezTo>
                  <a:cubicBezTo>
                    <a:pt x="1382" y="85"/>
                    <a:pt x="1366" y="85"/>
                    <a:pt x="1350" y="102"/>
                  </a:cubicBezTo>
                  <a:cubicBezTo>
                    <a:pt x="1128" y="219"/>
                    <a:pt x="893" y="320"/>
                    <a:pt x="659" y="421"/>
                  </a:cubicBezTo>
                  <a:cubicBezTo>
                    <a:pt x="489" y="506"/>
                    <a:pt x="303" y="590"/>
                    <a:pt x="118" y="691"/>
                  </a:cubicBezTo>
                  <a:cubicBezTo>
                    <a:pt x="37" y="724"/>
                    <a:pt x="17" y="760"/>
                    <a:pt x="17" y="841"/>
                  </a:cubicBezTo>
                  <a:cubicBezTo>
                    <a:pt x="17" y="1043"/>
                    <a:pt x="17" y="1245"/>
                    <a:pt x="1" y="1431"/>
                  </a:cubicBezTo>
                  <a:lnTo>
                    <a:pt x="1" y="1734"/>
                  </a:lnTo>
                  <a:lnTo>
                    <a:pt x="1" y="1835"/>
                  </a:lnTo>
                  <a:cubicBezTo>
                    <a:pt x="1" y="1851"/>
                    <a:pt x="1" y="1871"/>
                    <a:pt x="17" y="1887"/>
                  </a:cubicBezTo>
                  <a:lnTo>
                    <a:pt x="17" y="1903"/>
                  </a:lnTo>
                  <a:lnTo>
                    <a:pt x="53" y="1903"/>
                  </a:lnTo>
                  <a:cubicBezTo>
                    <a:pt x="85" y="1887"/>
                    <a:pt x="118" y="1887"/>
                    <a:pt x="154" y="1871"/>
                  </a:cubicBezTo>
                  <a:cubicBezTo>
                    <a:pt x="421" y="1734"/>
                    <a:pt x="724" y="1600"/>
                    <a:pt x="994" y="1467"/>
                  </a:cubicBezTo>
                  <a:cubicBezTo>
                    <a:pt x="1180" y="1382"/>
                    <a:pt x="1366" y="1313"/>
                    <a:pt x="1532" y="1229"/>
                  </a:cubicBezTo>
                  <a:cubicBezTo>
                    <a:pt x="1552" y="1213"/>
                    <a:pt x="1568" y="1213"/>
                    <a:pt x="1568" y="1213"/>
                  </a:cubicBezTo>
                  <a:lnTo>
                    <a:pt x="1600" y="1213"/>
                  </a:lnTo>
                  <a:lnTo>
                    <a:pt x="1616" y="1196"/>
                  </a:lnTo>
                  <a:cubicBezTo>
                    <a:pt x="1600" y="1196"/>
                    <a:pt x="1600" y="1180"/>
                    <a:pt x="1600" y="1180"/>
                  </a:cubicBezTo>
                  <a:cubicBezTo>
                    <a:pt x="1584" y="1180"/>
                    <a:pt x="1584" y="1180"/>
                    <a:pt x="1568" y="1196"/>
                  </a:cubicBezTo>
                  <a:lnTo>
                    <a:pt x="1515" y="1196"/>
                  </a:lnTo>
                  <a:cubicBezTo>
                    <a:pt x="1350" y="1281"/>
                    <a:pt x="1164" y="1366"/>
                    <a:pt x="994" y="1447"/>
                  </a:cubicBezTo>
                  <a:cubicBezTo>
                    <a:pt x="707" y="1584"/>
                    <a:pt x="421" y="1717"/>
                    <a:pt x="138" y="1851"/>
                  </a:cubicBezTo>
                  <a:cubicBezTo>
                    <a:pt x="101" y="1871"/>
                    <a:pt x="85" y="1871"/>
                    <a:pt x="53" y="1871"/>
                  </a:cubicBezTo>
                  <a:lnTo>
                    <a:pt x="37" y="1871"/>
                  </a:lnTo>
                  <a:lnTo>
                    <a:pt x="37" y="1835"/>
                  </a:lnTo>
                  <a:lnTo>
                    <a:pt x="37" y="1734"/>
                  </a:lnTo>
                  <a:lnTo>
                    <a:pt x="37" y="1431"/>
                  </a:lnTo>
                  <a:lnTo>
                    <a:pt x="37" y="841"/>
                  </a:lnTo>
                  <a:cubicBezTo>
                    <a:pt x="37" y="776"/>
                    <a:pt x="69" y="740"/>
                    <a:pt x="138" y="708"/>
                  </a:cubicBezTo>
                  <a:cubicBezTo>
                    <a:pt x="303" y="623"/>
                    <a:pt x="489" y="538"/>
                    <a:pt x="675" y="457"/>
                  </a:cubicBezTo>
                  <a:cubicBezTo>
                    <a:pt x="909" y="336"/>
                    <a:pt x="1128" y="235"/>
                    <a:pt x="1366" y="118"/>
                  </a:cubicBezTo>
                  <a:cubicBezTo>
                    <a:pt x="1382" y="118"/>
                    <a:pt x="1382" y="102"/>
                    <a:pt x="1398" y="102"/>
                  </a:cubicBezTo>
                  <a:cubicBezTo>
                    <a:pt x="1467" y="69"/>
                    <a:pt x="1532" y="17"/>
                    <a:pt x="1616" y="17"/>
                  </a:cubicBezTo>
                  <a:lnTo>
                    <a:pt x="16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3"/>
            <p:cNvSpPr/>
            <p:nvPr/>
          </p:nvSpPr>
          <p:spPr>
            <a:xfrm>
              <a:off x="2026655" y="3702633"/>
              <a:ext cx="5264" cy="31784"/>
            </a:xfrm>
            <a:custGeom>
              <a:rect b="b" l="l" r="r" t="t"/>
              <a:pathLst>
                <a:path extrusionOk="0" h="320" w="53">
                  <a:moveTo>
                    <a:pt x="20" y="1"/>
                  </a:moveTo>
                  <a:cubicBezTo>
                    <a:pt x="0" y="69"/>
                    <a:pt x="0" y="138"/>
                    <a:pt x="0" y="202"/>
                  </a:cubicBezTo>
                  <a:lnTo>
                    <a:pt x="0" y="303"/>
                  </a:lnTo>
                  <a:cubicBezTo>
                    <a:pt x="0" y="320"/>
                    <a:pt x="20" y="320"/>
                    <a:pt x="20" y="320"/>
                  </a:cubicBezTo>
                  <a:cubicBezTo>
                    <a:pt x="20" y="320"/>
                    <a:pt x="36" y="320"/>
                    <a:pt x="36" y="303"/>
                  </a:cubicBezTo>
                  <a:lnTo>
                    <a:pt x="36" y="186"/>
                  </a:lnTo>
                  <a:cubicBezTo>
                    <a:pt x="36" y="138"/>
                    <a:pt x="20" y="69"/>
                    <a:pt x="53" y="17"/>
                  </a:cubicBezTo>
                  <a:cubicBezTo>
                    <a:pt x="53" y="1"/>
                    <a:pt x="36" y="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3"/>
            <p:cNvSpPr/>
            <p:nvPr/>
          </p:nvSpPr>
          <p:spPr>
            <a:xfrm>
              <a:off x="1254205" y="1607373"/>
              <a:ext cx="164184" cy="219608"/>
            </a:xfrm>
            <a:custGeom>
              <a:rect b="b" l="l" r="r" t="t"/>
              <a:pathLst>
                <a:path extrusionOk="0" h="2211" w="1653">
                  <a:moveTo>
                    <a:pt x="1574" y="0"/>
                  </a:moveTo>
                  <a:cubicBezTo>
                    <a:pt x="1542" y="0"/>
                    <a:pt x="1513" y="20"/>
                    <a:pt x="1483" y="41"/>
                  </a:cubicBezTo>
                  <a:lnTo>
                    <a:pt x="1467" y="41"/>
                  </a:lnTo>
                  <a:cubicBezTo>
                    <a:pt x="1213" y="174"/>
                    <a:pt x="962" y="307"/>
                    <a:pt x="728" y="445"/>
                  </a:cubicBezTo>
                  <a:cubicBezTo>
                    <a:pt x="659" y="493"/>
                    <a:pt x="574" y="530"/>
                    <a:pt x="506" y="578"/>
                  </a:cubicBezTo>
                  <a:cubicBezTo>
                    <a:pt x="473" y="594"/>
                    <a:pt x="425" y="610"/>
                    <a:pt x="388" y="647"/>
                  </a:cubicBezTo>
                  <a:cubicBezTo>
                    <a:pt x="304" y="695"/>
                    <a:pt x="203" y="748"/>
                    <a:pt x="122" y="780"/>
                  </a:cubicBezTo>
                  <a:cubicBezTo>
                    <a:pt x="53" y="812"/>
                    <a:pt x="21" y="865"/>
                    <a:pt x="21" y="934"/>
                  </a:cubicBezTo>
                  <a:lnTo>
                    <a:pt x="21" y="1200"/>
                  </a:lnTo>
                  <a:cubicBezTo>
                    <a:pt x="37" y="1471"/>
                    <a:pt x="37" y="1758"/>
                    <a:pt x="21" y="2024"/>
                  </a:cubicBezTo>
                  <a:cubicBezTo>
                    <a:pt x="1" y="2093"/>
                    <a:pt x="21" y="2145"/>
                    <a:pt x="37" y="2194"/>
                  </a:cubicBezTo>
                  <a:lnTo>
                    <a:pt x="53" y="2210"/>
                  </a:lnTo>
                  <a:cubicBezTo>
                    <a:pt x="69" y="2194"/>
                    <a:pt x="69" y="2194"/>
                    <a:pt x="69" y="2178"/>
                  </a:cubicBezTo>
                  <a:cubicBezTo>
                    <a:pt x="53" y="2145"/>
                    <a:pt x="37" y="2093"/>
                    <a:pt x="37" y="2024"/>
                  </a:cubicBezTo>
                  <a:cubicBezTo>
                    <a:pt x="53" y="1758"/>
                    <a:pt x="53" y="1471"/>
                    <a:pt x="53" y="1200"/>
                  </a:cubicBezTo>
                  <a:lnTo>
                    <a:pt x="53" y="934"/>
                  </a:lnTo>
                  <a:cubicBezTo>
                    <a:pt x="53" y="865"/>
                    <a:pt x="69" y="833"/>
                    <a:pt x="122" y="812"/>
                  </a:cubicBezTo>
                  <a:cubicBezTo>
                    <a:pt x="223" y="764"/>
                    <a:pt x="304" y="711"/>
                    <a:pt x="405" y="663"/>
                  </a:cubicBezTo>
                  <a:cubicBezTo>
                    <a:pt x="441" y="647"/>
                    <a:pt x="473" y="610"/>
                    <a:pt x="526" y="594"/>
                  </a:cubicBezTo>
                  <a:cubicBezTo>
                    <a:pt x="590" y="562"/>
                    <a:pt x="659" y="509"/>
                    <a:pt x="744" y="477"/>
                  </a:cubicBezTo>
                  <a:cubicBezTo>
                    <a:pt x="978" y="344"/>
                    <a:pt x="1233" y="206"/>
                    <a:pt x="1483" y="73"/>
                  </a:cubicBezTo>
                  <a:lnTo>
                    <a:pt x="1499" y="57"/>
                  </a:lnTo>
                  <a:cubicBezTo>
                    <a:pt x="1529" y="39"/>
                    <a:pt x="1552" y="25"/>
                    <a:pt x="1572" y="25"/>
                  </a:cubicBezTo>
                  <a:cubicBezTo>
                    <a:pt x="1588" y="25"/>
                    <a:pt x="1602" y="34"/>
                    <a:pt x="1617" y="57"/>
                  </a:cubicBezTo>
                  <a:cubicBezTo>
                    <a:pt x="1600" y="89"/>
                    <a:pt x="1584" y="142"/>
                    <a:pt x="1600" y="174"/>
                  </a:cubicBezTo>
                  <a:cubicBezTo>
                    <a:pt x="1600" y="275"/>
                    <a:pt x="1568" y="307"/>
                    <a:pt x="1483" y="360"/>
                  </a:cubicBezTo>
                  <a:cubicBezTo>
                    <a:pt x="1196" y="493"/>
                    <a:pt x="930" y="647"/>
                    <a:pt x="659" y="796"/>
                  </a:cubicBezTo>
                  <a:cubicBezTo>
                    <a:pt x="506" y="865"/>
                    <a:pt x="372" y="950"/>
                    <a:pt x="239" y="1014"/>
                  </a:cubicBezTo>
                  <a:cubicBezTo>
                    <a:pt x="170" y="1051"/>
                    <a:pt x="154" y="1099"/>
                    <a:pt x="154" y="1168"/>
                  </a:cubicBezTo>
                  <a:cubicBezTo>
                    <a:pt x="170" y="1285"/>
                    <a:pt x="170" y="1418"/>
                    <a:pt x="170" y="1539"/>
                  </a:cubicBezTo>
                  <a:lnTo>
                    <a:pt x="170" y="1907"/>
                  </a:lnTo>
                  <a:cubicBezTo>
                    <a:pt x="170" y="1923"/>
                    <a:pt x="154" y="1943"/>
                    <a:pt x="154" y="1960"/>
                  </a:cubicBezTo>
                  <a:cubicBezTo>
                    <a:pt x="154" y="2008"/>
                    <a:pt x="154" y="2061"/>
                    <a:pt x="170" y="2109"/>
                  </a:cubicBezTo>
                  <a:cubicBezTo>
                    <a:pt x="186" y="2125"/>
                    <a:pt x="186" y="2125"/>
                    <a:pt x="203" y="2125"/>
                  </a:cubicBezTo>
                  <a:lnTo>
                    <a:pt x="203" y="2109"/>
                  </a:lnTo>
                  <a:cubicBezTo>
                    <a:pt x="170" y="2061"/>
                    <a:pt x="186" y="2008"/>
                    <a:pt x="186" y="1976"/>
                  </a:cubicBezTo>
                  <a:lnTo>
                    <a:pt x="186" y="1907"/>
                  </a:lnTo>
                  <a:lnTo>
                    <a:pt x="186" y="1539"/>
                  </a:lnTo>
                  <a:lnTo>
                    <a:pt x="186" y="1168"/>
                  </a:lnTo>
                  <a:cubicBezTo>
                    <a:pt x="186" y="1099"/>
                    <a:pt x="203" y="1067"/>
                    <a:pt x="255" y="1034"/>
                  </a:cubicBezTo>
                  <a:cubicBezTo>
                    <a:pt x="388" y="966"/>
                    <a:pt x="526" y="897"/>
                    <a:pt x="659" y="812"/>
                  </a:cubicBezTo>
                  <a:cubicBezTo>
                    <a:pt x="930" y="679"/>
                    <a:pt x="1213" y="530"/>
                    <a:pt x="1499" y="376"/>
                  </a:cubicBezTo>
                  <a:cubicBezTo>
                    <a:pt x="1584" y="344"/>
                    <a:pt x="1637" y="291"/>
                    <a:pt x="1617" y="174"/>
                  </a:cubicBezTo>
                  <a:cubicBezTo>
                    <a:pt x="1617" y="126"/>
                    <a:pt x="1637" y="89"/>
                    <a:pt x="1653" y="57"/>
                  </a:cubicBezTo>
                  <a:lnTo>
                    <a:pt x="1653" y="41"/>
                  </a:lnTo>
                  <a:cubicBezTo>
                    <a:pt x="1624" y="11"/>
                    <a:pt x="1598" y="0"/>
                    <a:pt x="15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3"/>
            <p:cNvSpPr/>
            <p:nvPr/>
          </p:nvSpPr>
          <p:spPr>
            <a:xfrm>
              <a:off x="1286287" y="3293017"/>
              <a:ext cx="4966" cy="100318"/>
            </a:xfrm>
            <a:custGeom>
              <a:rect b="b" l="l" r="r" t="t"/>
              <a:pathLst>
                <a:path extrusionOk="0" h="1010" w="50">
                  <a:moveTo>
                    <a:pt x="17" y="0"/>
                  </a:moveTo>
                  <a:cubicBezTo>
                    <a:pt x="17" y="0"/>
                    <a:pt x="1" y="0"/>
                    <a:pt x="1" y="20"/>
                  </a:cubicBezTo>
                  <a:lnTo>
                    <a:pt x="1" y="222"/>
                  </a:lnTo>
                  <a:lnTo>
                    <a:pt x="1" y="860"/>
                  </a:lnTo>
                  <a:lnTo>
                    <a:pt x="1" y="893"/>
                  </a:lnTo>
                  <a:cubicBezTo>
                    <a:pt x="1" y="929"/>
                    <a:pt x="1" y="978"/>
                    <a:pt x="33" y="1010"/>
                  </a:cubicBezTo>
                  <a:lnTo>
                    <a:pt x="49" y="1010"/>
                  </a:lnTo>
                  <a:lnTo>
                    <a:pt x="49" y="994"/>
                  </a:lnTo>
                  <a:cubicBezTo>
                    <a:pt x="17" y="961"/>
                    <a:pt x="33" y="929"/>
                    <a:pt x="33" y="893"/>
                  </a:cubicBezTo>
                  <a:lnTo>
                    <a:pt x="33" y="860"/>
                  </a:lnTo>
                  <a:lnTo>
                    <a:pt x="33" y="222"/>
                  </a:lnTo>
                  <a:lnTo>
                    <a:pt x="33" y="20"/>
                  </a:ln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3"/>
            <p:cNvSpPr/>
            <p:nvPr/>
          </p:nvSpPr>
          <p:spPr>
            <a:xfrm>
              <a:off x="1292743" y="1514305"/>
              <a:ext cx="6953" cy="105582"/>
            </a:xfrm>
            <a:custGeom>
              <a:rect b="b" l="l" r="r" t="t"/>
              <a:pathLst>
                <a:path extrusionOk="0" h="1063" w="70">
                  <a:moveTo>
                    <a:pt x="0" y="0"/>
                  </a:moveTo>
                  <a:cubicBezTo>
                    <a:pt x="17" y="170"/>
                    <a:pt x="17" y="319"/>
                    <a:pt x="17" y="473"/>
                  </a:cubicBezTo>
                  <a:lnTo>
                    <a:pt x="17" y="776"/>
                  </a:lnTo>
                  <a:lnTo>
                    <a:pt x="17" y="861"/>
                  </a:lnTo>
                  <a:cubicBezTo>
                    <a:pt x="17" y="925"/>
                    <a:pt x="0" y="994"/>
                    <a:pt x="53" y="1063"/>
                  </a:cubicBezTo>
                  <a:lnTo>
                    <a:pt x="69" y="1063"/>
                  </a:lnTo>
                  <a:lnTo>
                    <a:pt x="69" y="1042"/>
                  </a:lnTo>
                  <a:cubicBezTo>
                    <a:pt x="37" y="978"/>
                    <a:pt x="37" y="925"/>
                    <a:pt x="37" y="861"/>
                  </a:cubicBezTo>
                  <a:cubicBezTo>
                    <a:pt x="53" y="824"/>
                    <a:pt x="53" y="808"/>
                    <a:pt x="53" y="776"/>
                  </a:cubicBezTo>
                  <a:cubicBezTo>
                    <a:pt x="37" y="675"/>
                    <a:pt x="37" y="574"/>
                    <a:pt x="53" y="473"/>
                  </a:cubicBezTo>
                  <a:cubicBezTo>
                    <a:pt x="53" y="319"/>
                    <a:pt x="53" y="154"/>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3"/>
            <p:cNvSpPr/>
            <p:nvPr/>
          </p:nvSpPr>
          <p:spPr>
            <a:xfrm>
              <a:off x="940040" y="1903858"/>
              <a:ext cx="5364" cy="87207"/>
            </a:xfrm>
            <a:custGeom>
              <a:rect b="b" l="l" r="r" t="t"/>
              <a:pathLst>
                <a:path extrusionOk="0" h="878" w="54">
                  <a:moveTo>
                    <a:pt x="17" y="1"/>
                  </a:moveTo>
                  <a:cubicBezTo>
                    <a:pt x="1" y="1"/>
                    <a:pt x="1" y="17"/>
                    <a:pt x="1" y="17"/>
                  </a:cubicBezTo>
                  <a:lnTo>
                    <a:pt x="1" y="203"/>
                  </a:lnTo>
                  <a:lnTo>
                    <a:pt x="1" y="740"/>
                  </a:lnTo>
                  <a:lnTo>
                    <a:pt x="1" y="756"/>
                  </a:lnTo>
                  <a:cubicBezTo>
                    <a:pt x="1" y="792"/>
                    <a:pt x="1" y="841"/>
                    <a:pt x="17" y="877"/>
                  </a:cubicBezTo>
                  <a:lnTo>
                    <a:pt x="33" y="877"/>
                  </a:lnTo>
                  <a:cubicBezTo>
                    <a:pt x="33" y="877"/>
                    <a:pt x="53" y="877"/>
                    <a:pt x="33" y="857"/>
                  </a:cubicBezTo>
                  <a:cubicBezTo>
                    <a:pt x="17" y="825"/>
                    <a:pt x="33" y="792"/>
                    <a:pt x="33" y="756"/>
                  </a:cubicBezTo>
                  <a:lnTo>
                    <a:pt x="33" y="740"/>
                  </a:lnTo>
                  <a:lnTo>
                    <a:pt x="33" y="203"/>
                  </a:lnTo>
                  <a:lnTo>
                    <a:pt x="33"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3"/>
            <p:cNvSpPr/>
            <p:nvPr/>
          </p:nvSpPr>
          <p:spPr>
            <a:xfrm>
              <a:off x="1924649" y="2298277"/>
              <a:ext cx="122170" cy="256060"/>
            </a:xfrm>
            <a:custGeom>
              <a:rect b="b" l="l" r="r" t="t"/>
              <a:pathLst>
                <a:path extrusionOk="0" h="2578" w="1230">
                  <a:moveTo>
                    <a:pt x="37" y="1"/>
                  </a:moveTo>
                  <a:cubicBezTo>
                    <a:pt x="37" y="1"/>
                    <a:pt x="17" y="1"/>
                    <a:pt x="17" y="17"/>
                  </a:cubicBezTo>
                  <a:cubicBezTo>
                    <a:pt x="1" y="154"/>
                    <a:pt x="1" y="287"/>
                    <a:pt x="1" y="421"/>
                  </a:cubicBezTo>
                  <a:lnTo>
                    <a:pt x="1" y="659"/>
                  </a:lnTo>
                  <a:cubicBezTo>
                    <a:pt x="1" y="708"/>
                    <a:pt x="17" y="724"/>
                    <a:pt x="37" y="724"/>
                  </a:cubicBezTo>
                  <a:cubicBezTo>
                    <a:pt x="53" y="744"/>
                    <a:pt x="53" y="744"/>
                    <a:pt x="70" y="760"/>
                  </a:cubicBezTo>
                  <a:lnTo>
                    <a:pt x="304" y="1148"/>
                  </a:lnTo>
                  <a:cubicBezTo>
                    <a:pt x="575" y="1600"/>
                    <a:pt x="861" y="2057"/>
                    <a:pt x="1148" y="2509"/>
                  </a:cubicBezTo>
                  <a:lnTo>
                    <a:pt x="1197" y="2562"/>
                  </a:lnTo>
                  <a:lnTo>
                    <a:pt x="1213" y="2562"/>
                  </a:lnTo>
                  <a:lnTo>
                    <a:pt x="1213" y="2578"/>
                  </a:lnTo>
                  <a:lnTo>
                    <a:pt x="1229" y="2562"/>
                  </a:lnTo>
                  <a:lnTo>
                    <a:pt x="1229" y="2542"/>
                  </a:lnTo>
                  <a:cubicBezTo>
                    <a:pt x="1229" y="2542"/>
                    <a:pt x="1213" y="2542"/>
                    <a:pt x="1213" y="2525"/>
                  </a:cubicBezTo>
                  <a:cubicBezTo>
                    <a:pt x="1197" y="2525"/>
                    <a:pt x="1181" y="2509"/>
                    <a:pt x="1164" y="2493"/>
                  </a:cubicBezTo>
                  <a:cubicBezTo>
                    <a:pt x="878" y="2037"/>
                    <a:pt x="607" y="1584"/>
                    <a:pt x="320" y="1128"/>
                  </a:cubicBezTo>
                  <a:lnTo>
                    <a:pt x="86" y="744"/>
                  </a:lnTo>
                  <a:lnTo>
                    <a:pt x="53" y="708"/>
                  </a:lnTo>
                  <a:cubicBezTo>
                    <a:pt x="37" y="691"/>
                    <a:pt x="37" y="691"/>
                    <a:pt x="37" y="675"/>
                  </a:cubicBezTo>
                  <a:lnTo>
                    <a:pt x="37" y="405"/>
                  </a:lnTo>
                  <a:cubicBezTo>
                    <a:pt x="37" y="287"/>
                    <a:pt x="17" y="154"/>
                    <a:pt x="53"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3"/>
            <p:cNvSpPr/>
            <p:nvPr/>
          </p:nvSpPr>
          <p:spPr>
            <a:xfrm>
              <a:off x="747846" y="2831553"/>
              <a:ext cx="4966" cy="77076"/>
            </a:xfrm>
            <a:custGeom>
              <a:rect b="b" l="l" r="r" t="t"/>
              <a:pathLst>
                <a:path extrusionOk="0" h="776" w="50">
                  <a:moveTo>
                    <a:pt x="17" y="0"/>
                  </a:moveTo>
                  <a:cubicBezTo>
                    <a:pt x="17" y="0"/>
                    <a:pt x="1" y="0"/>
                    <a:pt x="1" y="21"/>
                  </a:cubicBezTo>
                  <a:cubicBezTo>
                    <a:pt x="17" y="170"/>
                    <a:pt x="17" y="324"/>
                    <a:pt x="17" y="489"/>
                  </a:cubicBezTo>
                  <a:lnTo>
                    <a:pt x="17" y="776"/>
                  </a:lnTo>
                  <a:lnTo>
                    <a:pt x="49" y="776"/>
                  </a:lnTo>
                  <a:cubicBezTo>
                    <a:pt x="33" y="675"/>
                    <a:pt x="49" y="574"/>
                    <a:pt x="49" y="489"/>
                  </a:cubicBezTo>
                  <a:cubicBezTo>
                    <a:pt x="49" y="324"/>
                    <a:pt x="49" y="170"/>
                    <a:pt x="33" y="21"/>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3"/>
            <p:cNvSpPr/>
            <p:nvPr/>
          </p:nvSpPr>
          <p:spPr>
            <a:xfrm>
              <a:off x="1518608" y="3505672"/>
              <a:ext cx="205603" cy="228745"/>
            </a:xfrm>
            <a:custGeom>
              <a:rect b="b" l="l" r="r" t="t"/>
              <a:pathLst>
                <a:path extrusionOk="0" h="2303" w="2070">
                  <a:moveTo>
                    <a:pt x="1" y="0"/>
                  </a:moveTo>
                  <a:lnTo>
                    <a:pt x="1" y="16"/>
                  </a:lnTo>
                  <a:cubicBezTo>
                    <a:pt x="33" y="32"/>
                    <a:pt x="49" y="49"/>
                    <a:pt x="65" y="81"/>
                  </a:cubicBezTo>
                  <a:cubicBezTo>
                    <a:pt x="65" y="117"/>
                    <a:pt x="86" y="133"/>
                    <a:pt x="118" y="150"/>
                  </a:cubicBezTo>
                  <a:cubicBezTo>
                    <a:pt x="320" y="335"/>
                    <a:pt x="522" y="521"/>
                    <a:pt x="724" y="707"/>
                  </a:cubicBezTo>
                  <a:cubicBezTo>
                    <a:pt x="841" y="788"/>
                    <a:pt x="942" y="889"/>
                    <a:pt x="1059" y="990"/>
                  </a:cubicBezTo>
                  <a:cubicBezTo>
                    <a:pt x="1176" y="1091"/>
                    <a:pt x="1314" y="1212"/>
                    <a:pt x="1447" y="1313"/>
                  </a:cubicBezTo>
                  <a:cubicBezTo>
                    <a:pt x="1479" y="1361"/>
                    <a:pt x="1532" y="1394"/>
                    <a:pt x="1580" y="1430"/>
                  </a:cubicBezTo>
                  <a:cubicBezTo>
                    <a:pt x="1601" y="1446"/>
                    <a:pt x="1617" y="1462"/>
                    <a:pt x="1633" y="1479"/>
                  </a:cubicBezTo>
                  <a:cubicBezTo>
                    <a:pt x="1835" y="1648"/>
                    <a:pt x="2037" y="1818"/>
                    <a:pt x="1952" y="2121"/>
                  </a:cubicBezTo>
                  <a:lnTo>
                    <a:pt x="1952" y="2238"/>
                  </a:lnTo>
                  <a:lnTo>
                    <a:pt x="1952" y="2286"/>
                  </a:lnTo>
                  <a:lnTo>
                    <a:pt x="1952" y="2303"/>
                  </a:lnTo>
                  <a:cubicBezTo>
                    <a:pt x="1968" y="2303"/>
                    <a:pt x="1968" y="2303"/>
                    <a:pt x="1968" y="2286"/>
                  </a:cubicBezTo>
                  <a:lnTo>
                    <a:pt x="1968" y="2238"/>
                  </a:lnTo>
                  <a:cubicBezTo>
                    <a:pt x="1968" y="2202"/>
                    <a:pt x="1984" y="2169"/>
                    <a:pt x="1984" y="2137"/>
                  </a:cubicBezTo>
                  <a:cubicBezTo>
                    <a:pt x="2069" y="1798"/>
                    <a:pt x="1851" y="1632"/>
                    <a:pt x="1649" y="1462"/>
                  </a:cubicBezTo>
                  <a:cubicBezTo>
                    <a:pt x="1633" y="1446"/>
                    <a:pt x="1617" y="1430"/>
                    <a:pt x="1601" y="1414"/>
                  </a:cubicBezTo>
                  <a:cubicBezTo>
                    <a:pt x="1548" y="1378"/>
                    <a:pt x="1500" y="1329"/>
                    <a:pt x="1463" y="1293"/>
                  </a:cubicBezTo>
                  <a:cubicBezTo>
                    <a:pt x="1330" y="1192"/>
                    <a:pt x="1197" y="1075"/>
                    <a:pt x="1075" y="974"/>
                  </a:cubicBezTo>
                  <a:cubicBezTo>
                    <a:pt x="958" y="873"/>
                    <a:pt x="857" y="772"/>
                    <a:pt x="740" y="671"/>
                  </a:cubicBezTo>
                  <a:cubicBezTo>
                    <a:pt x="538" y="505"/>
                    <a:pt x="336" y="319"/>
                    <a:pt x="134" y="133"/>
                  </a:cubicBezTo>
                  <a:cubicBezTo>
                    <a:pt x="102" y="117"/>
                    <a:pt x="102" y="101"/>
                    <a:pt x="86" y="65"/>
                  </a:cubicBezTo>
                  <a:cubicBezTo>
                    <a:pt x="65" y="49"/>
                    <a:pt x="49"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3"/>
            <p:cNvSpPr/>
            <p:nvPr/>
          </p:nvSpPr>
          <p:spPr>
            <a:xfrm>
              <a:off x="480264" y="1705307"/>
              <a:ext cx="158920" cy="96743"/>
            </a:xfrm>
            <a:custGeom>
              <a:rect b="b" l="l" r="r" t="t"/>
              <a:pathLst>
                <a:path extrusionOk="0" h="974" w="1600">
                  <a:moveTo>
                    <a:pt x="1592" y="0"/>
                  </a:moveTo>
                  <a:cubicBezTo>
                    <a:pt x="1588" y="0"/>
                    <a:pt x="1584" y="4"/>
                    <a:pt x="1584" y="12"/>
                  </a:cubicBezTo>
                  <a:lnTo>
                    <a:pt x="1414" y="97"/>
                  </a:lnTo>
                  <a:cubicBezTo>
                    <a:pt x="1297" y="182"/>
                    <a:pt x="1164" y="250"/>
                    <a:pt x="1046" y="331"/>
                  </a:cubicBezTo>
                  <a:cubicBezTo>
                    <a:pt x="808" y="469"/>
                    <a:pt x="574" y="618"/>
                    <a:pt x="339" y="755"/>
                  </a:cubicBezTo>
                  <a:lnTo>
                    <a:pt x="16" y="957"/>
                  </a:lnTo>
                  <a:cubicBezTo>
                    <a:pt x="16" y="957"/>
                    <a:pt x="0" y="957"/>
                    <a:pt x="16" y="974"/>
                  </a:cubicBezTo>
                  <a:lnTo>
                    <a:pt x="37" y="974"/>
                  </a:lnTo>
                  <a:lnTo>
                    <a:pt x="356" y="788"/>
                  </a:lnTo>
                  <a:cubicBezTo>
                    <a:pt x="590" y="634"/>
                    <a:pt x="824" y="501"/>
                    <a:pt x="1063" y="351"/>
                  </a:cubicBezTo>
                  <a:cubicBezTo>
                    <a:pt x="1180" y="283"/>
                    <a:pt x="1313" y="198"/>
                    <a:pt x="1430" y="129"/>
                  </a:cubicBezTo>
                  <a:lnTo>
                    <a:pt x="1600" y="28"/>
                  </a:lnTo>
                  <a:lnTo>
                    <a:pt x="1600" y="12"/>
                  </a:lnTo>
                  <a:cubicBezTo>
                    <a:pt x="1600" y="4"/>
                    <a:pt x="1596" y="0"/>
                    <a:pt x="1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3"/>
            <p:cNvSpPr/>
            <p:nvPr/>
          </p:nvSpPr>
          <p:spPr>
            <a:xfrm>
              <a:off x="1269501" y="1446565"/>
              <a:ext cx="142134" cy="184943"/>
            </a:xfrm>
            <a:custGeom>
              <a:rect b="b" l="l" r="r" t="t"/>
              <a:pathLst>
                <a:path extrusionOk="0" h="1862" w="1431">
                  <a:moveTo>
                    <a:pt x="1418" y="0"/>
                  </a:moveTo>
                  <a:cubicBezTo>
                    <a:pt x="1416" y="0"/>
                    <a:pt x="1414" y="2"/>
                    <a:pt x="1414" y="8"/>
                  </a:cubicBezTo>
                  <a:cubicBezTo>
                    <a:pt x="1297" y="28"/>
                    <a:pt x="1196" y="92"/>
                    <a:pt x="1095" y="161"/>
                  </a:cubicBezTo>
                  <a:cubicBezTo>
                    <a:pt x="1026" y="193"/>
                    <a:pt x="978" y="230"/>
                    <a:pt x="909" y="262"/>
                  </a:cubicBezTo>
                  <a:cubicBezTo>
                    <a:pt x="723" y="347"/>
                    <a:pt x="554" y="464"/>
                    <a:pt x="388" y="565"/>
                  </a:cubicBezTo>
                  <a:cubicBezTo>
                    <a:pt x="303" y="613"/>
                    <a:pt x="202" y="666"/>
                    <a:pt x="117" y="714"/>
                  </a:cubicBezTo>
                  <a:cubicBezTo>
                    <a:pt x="49" y="751"/>
                    <a:pt x="16" y="783"/>
                    <a:pt x="16" y="852"/>
                  </a:cubicBezTo>
                  <a:lnTo>
                    <a:pt x="16" y="1458"/>
                  </a:lnTo>
                  <a:lnTo>
                    <a:pt x="16" y="1745"/>
                  </a:lnTo>
                  <a:lnTo>
                    <a:pt x="16" y="1761"/>
                  </a:lnTo>
                  <a:cubicBezTo>
                    <a:pt x="0" y="1793"/>
                    <a:pt x="0" y="1825"/>
                    <a:pt x="32" y="1862"/>
                  </a:cubicBezTo>
                  <a:lnTo>
                    <a:pt x="69" y="1862"/>
                  </a:lnTo>
                  <a:lnTo>
                    <a:pt x="49" y="1846"/>
                  </a:lnTo>
                  <a:cubicBezTo>
                    <a:pt x="32" y="1825"/>
                    <a:pt x="32" y="1793"/>
                    <a:pt x="32" y="1761"/>
                  </a:cubicBezTo>
                  <a:lnTo>
                    <a:pt x="32" y="1745"/>
                  </a:lnTo>
                  <a:lnTo>
                    <a:pt x="32" y="1458"/>
                  </a:lnTo>
                  <a:cubicBezTo>
                    <a:pt x="49" y="1256"/>
                    <a:pt x="49" y="1054"/>
                    <a:pt x="49" y="852"/>
                  </a:cubicBezTo>
                  <a:cubicBezTo>
                    <a:pt x="49" y="799"/>
                    <a:pt x="69" y="767"/>
                    <a:pt x="117" y="735"/>
                  </a:cubicBezTo>
                  <a:cubicBezTo>
                    <a:pt x="218" y="682"/>
                    <a:pt x="303" y="634"/>
                    <a:pt x="404" y="581"/>
                  </a:cubicBezTo>
                  <a:cubicBezTo>
                    <a:pt x="574" y="480"/>
                    <a:pt x="739" y="379"/>
                    <a:pt x="925" y="278"/>
                  </a:cubicBezTo>
                  <a:cubicBezTo>
                    <a:pt x="978" y="262"/>
                    <a:pt x="1042" y="209"/>
                    <a:pt x="1095" y="177"/>
                  </a:cubicBezTo>
                  <a:cubicBezTo>
                    <a:pt x="1196" y="129"/>
                    <a:pt x="1297" y="60"/>
                    <a:pt x="1414" y="28"/>
                  </a:cubicBezTo>
                  <a:cubicBezTo>
                    <a:pt x="1430" y="28"/>
                    <a:pt x="1430" y="8"/>
                    <a:pt x="1430" y="8"/>
                  </a:cubicBezTo>
                  <a:cubicBezTo>
                    <a:pt x="1430" y="8"/>
                    <a:pt x="1423"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3"/>
            <p:cNvSpPr/>
            <p:nvPr/>
          </p:nvSpPr>
          <p:spPr>
            <a:xfrm>
              <a:off x="2136906" y="3055829"/>
              <a:ext cx="5364" cy="26619"/>
            </a:xfrm>
            <a:custGeom>
              <a:rect b="b" l="l" r="r" t="t"/>
              <a:pathLst>
                <a:path extrusionOk="0" h="268" w="54">
                  <a:moveTo>
                    <a:pt x="21" y="1"/>
                  </a:moveTo>
                  <a:cubicBezTo>
                    <a:pt x="1" y="49"/>
                    <a:pt x="1" y="118"/>
                    <a:pt x="1" y="166"/>
                  </a:cubicBezTo>
                  <a:lnTo>
                    <a:pt x="1" y="251"/>
                  </a:lnTo>
                  <a:cubicBezTo>
                    <a:pt x="1" y="251"/>
                    <a:pt x="1" y="267"/>
                    <a:pt x="21" y="267"/>
                  </a:cubicBezTo>
                  <a:cubicBezTo>
                    <a:pt x="21" y="267"/>
                    <a:pt x="37" y="267"/>
                    <a:pt x="37" y="251"/>
                  </a:cubicBezTo>
                  <a:lnTo>
                    <a:pt x="37" y="166"/>
                  </a:lnTo>
                  <a:cubicBezTo>
                    <a:pt x="21" y="118"/>
                    <a:pt x="21" y="65"/>
                    <a:pt x="37" y="17"/>
                  </a:cubicBezTo>
                  <a:cubicBezTo>
                    <a:pt x="53" y="17"/>
                    <a:pt x="37"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3"/>
            <p:cNvSpPr/>
            <p:nvPr/>
          </p:nvSpPr>
          <p:spPr>
            <a:xfrm>
              <a:off x="747846" y="2987195"/>
              <a:ext cx="4966" cy="91975"/>
            </a:xfrm>
            <a:custGeom>
              <a:rect b="b" l="l" r="r" t="t"/>
              <a:pathLst>
                <a:path extrusionOk="0" h="926" w="50">
                  <a:moveTo>
                    <a:pt x="17" y="1"/>
                  </a:moveTo>
                  <a:cubicBezTo>
                    <a:pt x="17" y="1"/>
                    <a:pt x="1" y="1"/>
                    <a:pt x="1" y="17"/>
                  </a:cubicBezTo>
                  <a:cubicBezTo>
                    <a:pt x="17" y="134"/>
                    <a:pt x="17" y="271"/>
                    <a:pt x="17" y="405"/>
                  </a:cubicBezTo>
                  <a:lnTo>
                    <a:pt x="17" y="607"/>
                  </a:lnTo>
                  <a:lnTo>
                    <a:pt x="17" y="825"/>
                  </a:lnTo>
                  <a:lnTo>
                    <a:pt x="17" y="926"/>
                  </a:lnTo>
                  <a:lnTo>
                    <a:pt x="49" y="926"/>
                  </a:lnTo>
                  <a:lnTo>
                    <a:pt x="49" y="825"/>
                  </a:lnTo>
                  <a:lnTo>
                    <a:pt x="49" y="607"/>
                  </a:lnTo>
                  <a:lnTo>
                    <a:pt x="49" y="405"/>
                  </a:lnTo>
                  <a:cubicBezTo>
                    <a:pt x="49" y="271"/>
                    <a:pt x="49" y="134"/>
                    <a:pt x="33" y="17"/>
                  </a:cubicBezTo>
                  <a:cubicBezTo>
                    <a:pt x="33"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3"/>
            <p:cNvSpPr/>
            <p:nvPr/>
          </p:nvSpPr>
          <p:spPr>
            <a:xfrm>
              <a:off x="1339724" y="1677297"/>
              <a:ext cx="8443" cy="103099"/>
            </a:xfrm>
            <a:custGeom>
              <a:rect b="b" l="l" r="r" t="t"/>
              <a:pathLst>
                <a:path extrusionOk="0" h="1038" w="85">
                  <a:moveTo>
                    <a:pt x="20" y="0"/>
                  </a:moveTo>
                  <a:cubicBezTo>
                    <a:pt x="18" y="0"/>
                    <a:pt x="16" y="2"/>
                    <a:pt x="16" y="7"/>
                  </a:cubicBezTo>
                  <a:cubicBezTo>
                    <a:pt x="0" y="7"/>
                    <a:pt x="0" y="7"/>
                    <a:pt x="0" y="28"/>
                  </a:cubicBezTo>
                  <a:cubicBezTo>
                    <a:pt x="32" y="129"/>
                    <a:pt x="32" y="246"/>
                    <a:pt x="32" y="347"/>
                  </a:cubicBezTo>
                  <a:cubicBezTo>
                    <a:pt x="16" y="395"/>
                    <a:pt x="16" y="448"/>
                    <a:pt x="16" y="480"/>
                  </a:cubicBezTo>
                  <a:lnTo>
                    <a:pt x="16" y="633"/>
                  </a:lnTo>
                  <a:cubicBezTo>
                    <a:pt x="0" y="767"/>
                    <a:pt x="0" y="900"/>
                    <a:pt x="69" y="1037"/>
                  </a:cubicBezTo>
                  <a:lnTo>
                    <a:pt x="85" y="1037"/>
                  </a:lnTo>
                  <a:lnTo>
                    <a:pt x="85" y="1017"/>
                  </a:lnTo>
                  <a:cubicBezTo>
                    <a:pt x="32" y="900"/>
                    <a:pt x="32" y="767"/>
                    <a:pt x="49" y="633"/>
                  </a:cubicBezTo>
                  <a:lnTo>
                    <a:pt x="49" y="480"/>
                  </a:lnTo>
                  <a:lnTo>
                    <a:pt x="49" y="347"/>
                  </a:lnTo>
                  <a:cubicBezTo>
                    <a:pt x="69" y="246"/>
                    <a:pt x="69" y="129"/>
                    <a:pt x="32" y="7"/>
                  </a:cubicBezTo>
                  <a:cubicBezTo>
                    <a:pt x="32" y="7"/>
                    <a:pt x="25"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3"/>
            <p:cNvSpPr/>
            <p:nvPr/>
          </p:nvSpPr>
          <p:spPr>
            <a:xfrm>
              <a:off x="869817" y="2462362"/>
              <a:ext cx="336314" cy="232421"/>
            </a:xfrm>
            <a:custGeom>
              <a:rect b="b" l="l" r="r" t="t"/>
              <a:pathLst>
                <a:path extrusionOk="0" h="2340" w="3386">
                  <a:moveTo>
                    <a:pt x="3366" y="1"/>
                  </a:moveTo>
                  <a:cubicBezTo>
                    <a:pt x="3265" y="17"/>
                    <a:pt x="3184" y="49"/>
                    <a:pt x="3099" y="102"/>
                  </a:cubicBezTo>
                  <a:cubicBezTo>
                    <a:pt x="3063" y="118"/>
                    <a:pt x="3030" y="134"/>
                    <a:pt x="2982" y="150"/>
                  </a:cubicBezTo>
                  <a:cubicBezTo>
                    <a:pt x="2578" y="336"/>
                    <a:pt x="2174" y="522"/>
                    <a:pt x="1786" y="708"/>
                  </a:cubicBezTo>
                  <a:cubicBezTo>
                    <a:pt x="1584" y="789"/>
                    <a:pt x="1366" y="890"/>
                    <a:pt x="1164" y="991"/>
                  </a:cubicBezTo>
                  <a:lnTo>
                    <a:pt x="1043" y="1043"/>
                  </a:lnTo>
                  <a:cubicBezTo>
                    <a:pt x="760" y="1176"/>
                    <a:pt x="457" y="1314"/>
                    <a:pt x="170" y="1431"/>
                  </a:cubicBezTo>
                  <a:cubicBezTo>
                    <a:pt x="33" y="1479"/>
                    <a:pt x="1" y="1548"/>
                    <a:pt x="1" y="1665"/>
                  </a:cubicBezTo>
                  <a:cubicBezTo>
                    <a:pt x="17" y="1782"/>
                    <a:pt x="1" y="1900"/>
                    <a:pt x="1" y="2021"/>
                  </a:cubicBezTo>
                  <a:lnTo>
                    <a:pt x="1" y="2186"/>
                  </a:lnTo>
                  <a:lnTo>
                    <a:pt x="1" y="2223"/>
                  </a:lnTo>
                  <a:cubicBezTo>
                    <a:pt x="1" y="2255"/>
                    <a:pt x="1" y="2303"/>
                    <a:pt x="33" y="2340"/>
                  </a:cubicBezTo>
                  <a:lnTo>
                    <a:pt x="53" y="2340"/>
                  </a:lnTo>
                  <a:lnTo>
                    <a:pt x="53" y="2324"/>
                  </a:lnTo>
                  <a:cubicBezTo>
                    <a:pt x="33" y="2287"/>
                    <a:pt x="33" y="2255"/>
                    <a:pt x="33" y="2223"/>
                  </a:cubicBezTo>
                  <a:lnTo>
                    <a:pt x="33" y="2186"/>
                  </a:lnTo>
                  <a:lnTo>
                    <a:pt x="33" y="2021"/>
                  </a:lnTo>
                  <a:lnTo>
                    <a:pt x="33" y="1665"/>
                  </a:lnTo>
                  <a:cubicBezTo>
                    <a:pt x="17" y="1548"/>
                    <a:pt x="53" y="1496"/>
                    <a:pt x="170" y="1447"/>
                  </a:cubicBezTo>
                  <a:cubicBezTo>
                    <a:pt x="473" y="1330"/>
                    <a:pt x="776" y="1193"/>
                    <a:pt x="1063" y="1059"/>
                  </a:cubicBezTo>
                  <a:lnTo>
                    <a:pt x="1180" y="1011"/>
                  </a:lnTo>
                  <a:cubicBezTo>
                    <a:pt x="1382" y="926"/>
                    <a:pt x="1584" y="825"/>
                    <a:pt x="1786" y="724"/>
                  </a:cubicBezTo>
                  <a:cubicBezTo>
                    <a:pt x="2190" y="538"/>
                    <a:pt x="2594" y="352"/>
                    <a:pt x="2998" y="183"/>
                  </a:cubicBezTo>
                  <a:cubicBezTo>
                    <a:pt x="3030" y="167"/>
                    <a:pt x="3083" y="150"/>
                    <a:pt x="3115" y="118"/>
                  </a:cubicBezTo>
                  <a:cubicBezTo>
                    <a:pt x="3184" y="82"/>
                    <a:pt x="3285" y="33"/>
                    <a:pt x="3366" y="33"/>
                  </a:cubicBezTo>
                  <a:cubicBezTo>
                    <a:pt x="3386" y="33"/>
                    <a:pt x="3386" y="17"/>
                    <a:pt x="3386" y="17"/>
                  </a:cubicBezTo>
                  <a:cubicBezTo>
                    <a:pt x="3386" y="1"/>
                    <a:pt x="3386" y="1"/>
                    <a:pt x="3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3"/>
            <p:cNvSpPr/>
            <p:nvPr/>
          </p:nvSpPr>
          <p:spPr>
            <a:xfrm>
              <a:off x="851343" y="2784970"/>
              <a:ext cx="361245" cy="257351"/>
            </a:xfrm>
            <a:custGeom>
              <a:rect b="b" l="l" r="r" t="t"/>
              <a:pathLst>
                <a:path extrusionOk="0" h="2591" w="3637">
                  <a:moveTo>
                    <a:pt x="3552" y="1"/>
                  </a:moveTo>
                  <a:lnTo>
                    <a:pt x="3552" y="17"/>
                  </a:lnTo>
                  <a:cubicBezTo>
                    <a:pt x="3604" y="65"/>
                    <a:pt x="3604" y="134"/>
                    <a:pt x="3588" y="203"/>
                  </a:cubicBezTo>
                  <a:cubicBezTo>
                    <a:pt x="3572" y="235"/>
                    <a:pt x="3572" y="267"/>
                    <a:pt x="3572" y="288"/>
                  </a:cubicBezTo>
                  <a:lnTo>
                    <a:pt x="3572" y="1043"/>
                  </a:lnTo>
                  <a:cubicBezTo>
                    <a:pt x="3572" y="1128"/>
                    <a:pt x="3552" y="1160"/>
                    <a:pt x="3487" y="1197"/>
                  </a:cubicBezTo>
                  <a:cubicBezTo>
                    <a:pt x="2897" y="1415"/>
                    <a:pt x="2340" y="1633"/>
                    <a:pt x="1871" y="1819"/>
                  </a:cubicBezTo>
                  <a:cubicBezTo>
                    <a:pt x="1601" y="1920"/>
                    <a:pt x="1350" y="2021"/>
                    <a:pt x="1096" y="2122"/>
                  </a:cubicBezTo>
                  <a:cubicBezTo>
                    <a:pt x="926" y="2186"/>
                    <a:pt x="760" y="2271"/>
                    <a:pt x="574" y="2340"/>
                  </a:cubicBezTo>
                  <a:cubicBezTo>
                    <a:pt x="522" y="2356"/>
                    <a:pt x="457" y="2372"/>
                    <a:pt x="405" y="2408"/>
                  </a:cubicBezTo>
                  <a:cubicBezTo>
                    <a:pt x="271" y="2441"/>
                    <a:pt x="138" y="2489"/>
                    <a:pt x="17" y="2558"/>
                  </a:cubicBezTo>
                  <a:lnTo>
                    <a:pt x="1" y="2574"/>
                  </a:lnTo>
                  <a:lnTo>
                    <a:pt x="17" y="2590"/>
                  </a:lnTo>
                  <a:cubicBezTo>
                    <a:pt x="154" y="2526"/>
                    <a:pt x="288" y="2473"/>
                    <a:pt x="405" y="2425"/>
                  </a:cubicBezTo>
                  <a:cubicBezTo>
                    <a:pt x="473" y="2408"/>
                    <a:pt x="522" y="2388"/>
                    <a:pt x="591" y="2356"/>
                  </a:cubicBezTo>
                  <a:cubicBezTo>
                    <a:pt x="760" y="2287"/>
                    <a:pt x="926" y="2223"/>
                    <a:pt x="1112" y="2154"/>
                  </a:cubicBezTo>
                  <a:lnTo>
                    <a:pt x="1871" y="1851"/>
                  </a:lnTo>
                  <a:cubicBezTo>
                    <a:pt x="2340" y="1649"/>
                    <a:pt x="2913" y="1431"/>
                    <a:pt x="3487" y="1213"/>
                  </a:cubicBezTo>
                  <a:cubicBezTo>
                    <a:pt x="3588" y="1176"/>
                    <a:pt x="3604" y="1128"/>
                    <a:pt x="3604" y="1043"/>
                  </a:cubicBezTo>
                  <a:lnTo>
                    <a:pt x="3604" y="288"/>
                  </a:lnTo>
                  <a:lnTo>
                    <a:pt x="3604" y="203"/>
                  </a:lnTo>
                  <a:cubicBezTo>
                    <a:pt x="3620" y="134"/>
                    <a:pt x="3637" y="65"/>
                    <a:pt x="3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3"/>
            <p:cNvSpPr/>
            <p:nvPr/>
          </p:nvSpPr>
          <p:spPr>
            <a:xfrm>
              <a:off x="697687" y="3552156"/>
              <a:ext cx="4966" cy="20163"/>
            </a:xfrm>
            <a:custGeom>
              <a:rect b="b" l="l" r="r" t="t"/>
              <a:pathLst>
                <a:path extrusionOk="0" h="203" w="50">
                  <a:moveTo>
                    <a:pt x="17" y="1"/>
                  </a:moveTo>
                  <a:lnTo>
                    <a:pt x="17" y="17"/>
                  </a:lnTo>
                  <a:lnTo>
                    <a:pt x="17" y="69"/>
                  </a:lnTo>
                  <a:cubicBezTo>
                    <a:pt x="1" y="118"/>
                    <a:pt x="1" y="154"/>
                    <a:pt x="17" y="186"/>
                  </a:cubicBezTo>
                  <a:lnTo>
                    <a:pt x="33" y="203"/>
                  </a:lnTo>
                  <a:lnTo>
                    <a:pt x="49" y="203"/>
                  </a:lnTo>
                  <a:lnTo>
                    <a:pt x="49" y="186"/>
                  </a:lnTo>
                  <a:cubicBezTo>
                    <a:pt x="33" y="154"/>
                    <a:pt x="33" y="118"/>
                    <a:pt x="33" y="69"/>
                  </a:cubicBezTo>
                  <a:lnTo>
                    <a:pt x="33" y="17"/>
                  </a:lnTo>
                  <a:cubicBezTo>
                    <a:pt x="33" y="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3"/>
            <p:cNvSpPr/>
            <p:nvPr/>
          </p:nvSpPr>
          <p:spPr>
            <a:xfrm>
              <a:off x="687655" y="2473288"/>
              <a:ext cx="128924" cy="146107"/>
            </a:xfrm>
            <a:custGeom>
              <a:rect b="b" l="l" r="r" t="t"/>
              <a:pathLst>
                <a:path extrusionOk="0" h="1471" w="1298">
                  <a:moveTo>
                    <a:pt x="1275" y="1"/>
                  </a:moveTo>
                  <a:cubicBezTo>
                    <a:pt x="1272" y="1"/>
                    <a:pt x="1268" y="3"/>
                    <a:pt x="1261" y="8"/>
                  </a:cubicBezTo>
                  <a:lnTo>
                    <a:pt x="1043" y="109"/>
                  </a:lnTo>
                  <a:cubicBezTo>
                    <a:pt x="857" y="194"/>
                    <a:pt x="675" y="258"/>
                    <a:pt x="506" y="343"/>
                  </a:cubicBezTo>
                  <a:cubicBezTo>
                    <a:pt x="421" y="396"/>
                    <a:pt x="336" y="428"/>
                    <a:pt x="251" y="460"/>
                  </a:cubicBezTo>
                  <a:cubicBezTo>
                    <a:pt x="203" y="497"/>
                    <a:pt x="150" y="513"/>
                    <a:pt x="102" y="545"/>
                  </a:cubicBezTo>
                  <a:cubicBezTo>
                    <a:pt x="49" y="561"/>
                    <a:pt x="1" y="598"/>
                    <a:pt x="1" y="662"/>
                  </a:cubicBezTo>
                  <a:lnTo>
                    <a:pt x="1" y="949"/>
                  </a:lnTo>
                  <a:cubicBezTo>
                    <a:pt x="1" y="1119"/>
                    <a:pt x="1" y="1285"/>
                    <a:pt x="17" y="1454"/>
                  </a:cubicBezTo>
                  <a:cubicBezTo>
                    <a:pt x="17" y="1470"/>
                    <a:pt x="17" y="1470"/>
                    <a:pt x="33" y="1470"/>
                  </a:cubicBezTo>
                  <a:cubicBezTo>
                    <a:pt x="33" y="1470"/>
                    <a:pt x="49" y="1470"/>
                    <a:pt x="49" y="1454"/>
                  </a:cubicBezTo>
                  <a:cubicBezTo>
                    <a:pt x="17" y="1285"/>
                    <a:pt x="33" y="1119"/>
                    <a:pt x="33" y="949"/>
                  </a:cubicBezTo>
                  <a:lnTo>
                    <a:pt x="33" y="662"/>
                  </a:lnTo>
                  <a:cubicBezTo>
                    <a:pt x="33" y="614"/>
                    <a:pt x="69" y="578"/>
                    <a:pt x="118" y="561"/>
                  </a:cubicBezTo>
                  <a:cubicBezTo>
                    <a:pt x="170" y="545"/>
                    <a:pt x="219" y="513"/>
                    <a:pt x="271" y="497"/>
                  </a:cubicBezTo>
                  <a:cubicBezTo>
                    <a:pt x="352" y="460"/>
                    <a:pt x="421" y="412"/>
                    <a:pt x="506" y="376"/>
                  </a:cubicBezTo>
                  <a:cubicBezTo>
                    <a:pt x="691" y="295"/>
                    <a:pt x="877" y="210"/>
                    <a:pt x="1059" y="125"/>
                  </a:cubicBezTo>
                  <a:lnTo>
                    <a:pt x="1281" y="24"/>
                  </a:lnTo>
                  <a:cubicBezTo>
                    <a:pt x="1281" y="24"/>
                    <a:pt x="1297" y="8"/>
                    <a:pt x="1281" y="8"/>
                  </a:cubicBezTo>
                  <a:cubicBezTo>
                    <a:pt x="1281" y="8"/>
                    <a:pt x="1281"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3"/>
            <p:cNvSpPr/>
            <p:nvPr/>
          </p:nvSpPr>
          <p:spPr>
            <a:xfrm>
              <a:off x="1923059" y="3712665"/>
              <a:ext cx="20163" cy="21752"/>
            </a:xfrm>
            <a:custGeom>
              <a:rect b="b" l="l" r="r" t="t"/>
              <a:pathLst>
                <a:path extrusionOk="0" h="219" w="203">
                  <a:moveTo>
                    <a:pt x="1" y="1"/>
                  </a:moveTo>
                  <a:lnTo>
                    <a:pt x="1" y="17"/>
                  </a:lnTo>
                  <a:lnTo>
                    <a:pt x="69" y="219"/>
                  </a:lnTo>
                  <a:lnTo>
                    <a:pt x="203" y="219"/>
                  </a:lnTo>
                  <a:lnTo>
                    <a:pt x="203" y="202"/>
                  </a:lnTo>
                  <a:lnTo>
                    <a:pt x="203" y="186"/>
                  </a:lnTo>
                  <a:lnTo>
                    <a:pt x="86" y="186"/>
                  </a:lnTo>
                  <a:lnTo>
                    <a:pt x="17" y="17"/>
                  </a:lnTo>
                  <a:cubicBezTo>
                    <a:pt x="17"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3"/>
            <p:cNvSpPr/>
            <p:nvPr/>
          </p:nvSpPr>
          <p:spPr>
            <a:xfrm>
              <a:off x="505493" y="2875256"/>
              <a:ext cx="130513" cy="56715"/>
            </a:xfrm>
            <a:custGeom>
              <a:rect b="b" l="l" r="r" t="t"/>
              <a:pathLst>
                <a:path extrusionOk="0" h="571" w="1314">
                  <a:moveTo>
                    <a:pt x="1297" y="1"/>
                  </a:moveTo>
                  <a:lnTo>
                    <a:pt x="1043" y="102"/>
                  </a:lnTo>
                  <a:cubicBezTo>
                    <a:pt x="825" y="203"/>
                    <a:pt x="607" y="304"/>
                    <a:pt x="368" y="405"/>
                  </a:cubicBezTo>
                  <a:cubicBezTo>
                    <a:pt x="287" y="437"/>
                    <a:pt x="203" y="469"/>
                    <a:pt x="118" y="506"/>
                  </a:cubicBezTo>
                  <a:cubicBezTo>
                    <a:pt x="85" y="522"/>
                    <a:pt x="49" y="538"/>
                    <a:pt x="1" y="538"/>
                  </a:cubicBezTo>
                  <a:lnTo>
                    <a:pt x="1" y="570"/>
                  </a:lnTo>
                  <a:lnTo>
                    <a:pt x="17" y="570"/>
                  </a:lnTo>
                  <a:cubicBezTo>
                    <a:pt x="49" y="554"/>
                    <a:pt x="102" y="538"/>
                    <a:pt x="134" y="522"/>
                  </a:cubicBezTo>
                  <a:cubicBezTo>
                    <a:pt x="219" y="490"/>
                    <a:pt x="304" y="453"/>
                    <a:pt x="388" y="421"/>
                  </a:cubicBezTo>
                  <a:cubicBezTo>
                    <a:pt x="607" y="320"/>
                    <a:pt x="841" y="235"/>
                    <a:pt x="1059" y="134"/>
                  </a:cubicBezTo>
                  <a:lnTo>
                    <a:pt x="1297" y="33"/>
                  </a:lnTo>
                  <a:cubicBezTo>
                    <a:pt x="1314" y="33"/>
                    <a:pt x="1314" y="17"/>
                    <a:pt x="1314" y="17"/>
                  </a:cubicBezTo>
                  <a:cubicBezTo>
                    <a:pt x="1314" y="1"/>
                    <a:pt x="1297" y="1"/>
                    <a:pt x="1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3"/>
            <p:cNvSpPr/>
            <p:nvPr/>
          </p:nvSpPr>
          <p:spPr>
            <a:xfrm>
              <a:off x="787973" y="3619200"/>
              <a:ext cx="4966" cy="100418"/>
            </a:xfrm>
            <a:custGeom>
              <a:rect b="b" l="l" r="r" t="t"/>
              <a:pathLst>
                <a:path extrusionOk="0" h="1011" w="50">
                  <a:moveTo>
                    <a:pt x="17" y="0"/>
                  </a:moveTo>
                  <a:cubicBezTo>
                    <a:pt x="17" y="0"/>
                    <a:pt x="1" y="0"/>
                    <a:pt x="1" y="16"/>
                  </a:cubicBezTo>
                  <a:cubicBezTo>
                    <a:pt x="33" y="218"/>
                    <a:pt x="17" y="404"/>
                    <a:pt x="17" y="606"/>
                  </a:cubicBezTo>
                  <a:lnTo>
                    <a:pt x="17" y="723"/>
                  </a:lnTo>
                  <a:lnTo>
                    <a:pt x="17" y="792"/>
                  </a:lnTo>
                  <a:cubicBezTo>
                    <a:pt x="17" y="857"/>
                    <a:pt x="17" y="925"/>
                    <a:pt x="1" y="994"/>
                  </a:cubicBezTo>
                  <a:cubicBezTo>
                    <a:pt x="1" y="1010"/>
                    <a:pt x="17" y="1010"/>
                    <a:pt x="17" y="1010"/>
                  </a:cubicBezTo>
                  <a:cubicBezTo>
                    <a:pt x="33" y="1010"/>
                    <a:pt x="33" y="1010"/>
                    <a:pt x="33" y="994"/>
                  </a:cubicBezTo>
                  <a:lnTo>
                    <a:pt x="33" y="792"/>
                  </a:lnTo>
                  <a:lnTo>
                    <a:pt x="33" y="723"/>
                  </a:lnTo>
                  <a:cubicBezTo>
                    <a:pt x="49" y="691"/>
                    <a:pt x="49" y="639"/>
                    <a:pt x="49" y="606"/>
                  </a:cubicBezTo>
                  <a:cubicBezTo>
                    <a:pt x="49" y="404"/>
                    <a:pt x="49" y="202"/>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3"/>
            <p:cNvSpPr/>
            <p:nvPr/>
          </p:nvSpPr>
          <p:spPr>
            <a:xfrm>
              <a:off x="487019" y="1711664"/>
              <a:ext cx="153854" cy="108860"/>
            </a:xfrm>
            <a:custGeom>
              <a:rect b="b" l="l" r="r" t="t"/>
              <a:pathLst>
                <a:path extrusionOk="0" h="1096" w="1549">
                  <a:moveTo>
                    <a:pt x="1516" y="1"/>
                  </a:moveTo>
                  <a:cubicBezTo>
                    <a:pt x="1500" y="1"/>
                    <a:pt x="1500" y="1"/>
                    <a:pt x="1500" y="17"/>
                  </a:cubicBezTo>
                  <a:cubicBezTo>
                    <a:pt x="1532" y="166"/>
                    <a:pt x="1532" y="166"/>
                    <a:pt x="1399" y="251"/>
                  </a:cubicBezTo>
                  <a:lnTo>
                    <a:pt x="1382" y="251"/>
                  </a:lnTo>
                  <a:cubicBezTo>
                    <a:pt x="1079" y="421"/>
                    <a:pt x="793" y="607"/>
                    <a:pt x="490" y="772"/>
                  </a:cubicBezTo>
                  <a:cubicBezTo>
                    <a:pt x="336" y="857"/>
                    <a:pt x="203" y="942"/>
                    <a:pt x="49" y="1043"/>
                  </a:cubicBezTo>
                  <a:cubicBezTo>
                    <a:pt x="49" y="1043"/>
                    <a:pt x="33" y="1043"/>
                    <a:pt x="17" y="1059"/>
                  </a:cubicBezTo>
                  <a:lnTo>
                    <a:pt x="1" y="1059"/>
                  </a:lnTo>
                  <a:lnTo>
                    <a:pt x="1" y="1075"/>
                  </a:lnTo>
                  <a:lnTo>
                    <a:pt x="17" y="1095"/>
                  </a:lnTo>
                  <a:lnTo>
                    <a:pt x="33" y="1075"/>
                  </a:lnTo>
                  <a:cubicBezTo>
                    <a:pt x="49" y="1075"/>
                    <a:pt x="49" y="1059"/>
                    <a:pt x="69" y="1059"/>
                  </a:cubicBezTo>
                  <a:cubicBezTo>
                    <a:pt x="219" y="974"/>
                    <a:pt x="352" y="893"/>
                    <a:pt x="506" y="809"/>
                  </a:cubicBezTo>
                  <a:cubicBezTo>
                    <a:pt x="793" y="623"/>
                    <a:pt x="1096" y="453"/>
                    <a:pt x="1399" y="267"/>
                  </a:cubicBezTo>
                  <a:cubicBezTo>
                    <a:pt x="1548" y="186"/>
                    <a:pt x="1548" y="166"/>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3"/>
            <p:cNvSpPr/>
            <p:nvPr/>
          </p:nvSpPr>
          <p:spPr>
            <a:xfrm>
              <a:off x="1643857" y="3485608"/>
              <a:ext cx="6853" cy="76679"/>
            </a:xfrm>
            <a:custGeom>
              <a:rect b="b" l="l" r="r" t="t"/>
              <a:pathLst>
                <a:path extrusionOk="0" h="772" w="69">
                  <a:moveTo>
                    <a:pt x="37" y="0"/>
                  </a:moveTo>
                  <a:cubicBezTo>
                    <a:pt x="16" y="133"/>
                    <a:pt x="16" y="267"/>
                    <a:pt x="16" y="384"/>
                  </a:cubicBezTo>
                  <a:lnTo>
                    <a:pt x="16" y="622"/>
                  </a:lnTo>
                  <a:lnTo>
                    <a:pt x="16" y="671"/>
                  </a:lnTo>
                  <a:cubicBezTo>
                    <a:pt x="16" y="707"/>
                    <a:pt x="37" y="723"/>
                    <a:pt x="16" y="755"/>
                  </a:cubicBezTo>
                  <a:cubicBezTo>
                    <a:pt x="0" y="755"/>
                    <a:pt x="0" y="772"/>
                    <a:pt x="16" y="772"/>
                  </a:cubicBezTo>
                  <a:lnTo>
                    <a:pt x="37" y="772"/>
                  </a:lnTo>
                  <a:cubicBezTo>
                    <a:pt x="53" y="739"/>
                    <a:pt x="53" y="707"/>
                    <a:pt x="53" y="671"/>
                  </a:cubicBezTo>
                  <a:lnTo>
                    <a:pt x="53" y="622"/>
                  </a:lnTo>
                  <a:lnTo>
                    <a:pt x="53" y="384"/>
                  </a:lnTo>
                  <a:cubicBezTo>
                    <a:pt x="53" y="267"/>
                    <a:pt x="53" y="133"/>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3"/>
            <p:cNvSpPr/>
            <p:nvPr/>
          </p:nvSpPr>
          <p:spPr>
            <a:xfrm>
              <a:off x="1737719" y="2907835"/>
              <a:ext cx="170640" cy="307014"/>
            </a:xfrm>
            <a:custGeom>
              <a:rect b="b" l="l" r="r" t="t"/>
              <a:pathLst>
                <a:path extrusionOk="0" h="3091" w="1718">
                  <a:moveTo>
                    <a:pt x="12" y="1"/>
                  </a:moveTo>
                  <a:cubicBezTo>
                    <a:pt x="9" y="1"/>
                    <a:pt x="6" y="3"/>
                    <a:pt x="0" y="8"/>
                  </a:cubicBezTo>
                  <a:lnTo>
                    <a:pt x="0" y="24"/>
                  </a:lnTo>
                  <a:cubicBezTo>
                    <a:pt x="0" y="40"/>
                    <a:pt x="0" y="61"/>
                    <a:pt x="17" y="77"/>
                  </a:cubicBezTo>
                  <a:cubicBezTo>
                    <a:pt x="17" y="109"/>
                    <a:pt x="33" y="162"/>
                    <a:pt x="65" y="178"/>
                  </a:cubicBezTo>
                  <a:cubicBezTo>
                    <a:pt x="202" y="311"/>
                    <a:pt x="336" y="464"/>
                    <a:pt x="437" y="614"/>
                  </a:cubicBezTo>
                  <a:cubicBezTo>
                    <a:pt x="505" y="683"/>
                    <a:pt x="554" y="747"/>
                    <a:pt x="606" y="816"/>
                  </a:cubicBezTo>
                  <a:cubicBezTo>
                    <a:pt x="841" y="1103"/>
                    <a:pt x="1059" y="1390"/>
                    <a:pt x="1277" y="1656"/>
                  </a:cubicBezTo>
                  <a:cubicBezTo>
                    <a:pt x="1394" y="1810"/>
                    <a:pt x="1515" y="1943"/>
                    <a:pt x="1632" y="2097"/>
                  </a:cubicBezTo>
                  <a:cubicBezTo>
                    <a:pt x="1649" y="2097"/>
                    <a:pt x="1649" y="2097"/>
                    <a:pt x="1649" y="2113"/>
                  </a:cubicBezTo>
                  <a:cubicBezTo>
                    <a:pt x="1665" y="2129"/>
                    <a:pt x="1697" y="2145"/>
                    <a:pt x="1681" y="2198"/>
                  </a:cubicBezTo>
                  <a:cubicBezTo>
                    <a:pt x="1665" y="2347"/>
                    <a:pt x="1665" y="2517"/>
                    <a:pt x="1665" y="2666"/>
                  </a:cubicBezTo>
                  <a:cubicBezTo>
                    <a:pt x="1665" y="2751"/>
                    <a:pt x="1681" y="2852"/>
                    <a:pt x="1665" y="2937"/>
                  </a:cubicBezTo>
                  <a:cubicBezTo>
                    <a:pt x="1665" y="2969"/>
                    <a:pt x="1665" y="3022"/>
                    <a:pt x="1649" y="3054"/>
                  </a:cubicBezTo>
                  <a:lnTo>
                    <a:pt x="1649" y="3070"/>
                  </a:lnTo>
                  <a:lnTo>
                    <a:pt x="1665" y="3090"/>
                  </a:lnTo>
                  <a:lnTo>
                    <a:pt x="1665" y="3070"/>
                  </a:lnTo>
                  <a:cubicBezTo>
                    <a:pt x="1697" y="3038"/>
                    <a:pt x="1697" y="2989"/>
                    <a:pt x="1697" y="2937"/>
                  </a:cubicBezTo>
                  <a:lnTo>
                    <a:pt x="1697" y="2666"/>
                  </a:lnTo>
                  <a:cubicBezTo>
                    <a:pt x="1697" y="2517"/>
                    <a:pt x="1697" y="2347"/>
                    <a:pt x="1717" y="2198"/>
                  </a:cubicBezTo>
                  <a:cubicBezTo>
                    <a:pt x="1717" y="2145"/>
                    <a:pt x="1697" y="2113"/>
                    <a:pt x="1665" y="2097"/>
                  </a:cubicBezTo>
                  <a:cubicBezTo>
                    <a:pt x="1665" y="2080"/>
                    <a:pt x="1665" y="2080"/>
                    <a:pt x="1649" y="2080"/>
                  </a:cubicBezTo>
                  <a:cubicBezTo>
                    <a:pt x="1532" y="1927"/>
                    <a:pt x="1431" y="1794"/>
                    <a:pt x="1313" y="1640"/>
                  </a:cubicBezTo>
                  <a:cubicBezTo>
                    <a:pt x="1091" y="1373"/>
                    <a:pt x="857" y="1087"/>
                    <a:pt x="623" y="800"/>
                  </a:cubicBezTo>
                  <a:cubicBezTo>
                    <a:pt x="570" y="731"/>
                    <a:pt x="522" y="666"/>
                    <a:pt x="469" y="598"/>
                  </a:cubicBezTo>
                  <a:cubicBezTo>
                    <a:pt x="352" y="444"/>
                    <a:pt x="235" y="295"/>
                    <a:pt x="81" y="162"/>
                  </a:cubicBezTo>
                  <a:cubicBezTo>
                    <a:pt x="49" y="141"/>
                    <a:pt x="49" y="109"/>
                    <a:pt x="33" y="61"/>
                  </a:cubicBezTo>
                  <a:cubicBezTo>
                    <a:pt x="33" y="40"/>
                    <a:pt x="33" y="24"/>
                    <a:pt x="17" y="8"/>
                  </a:cubicBezTo>
                  <a:cubicBezTo>
                    <a:pt x="17" y="8"/>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3"/>
            <p:cNvSpPr/>
            <p:nvPr/>
          </p:nvSpPr>
          <p:spPr>
            <a:xfrm>
              <a:off x="2116842" y="3291329"/>
              <a:ext cx="5364" cy="27016"/>
            </a:xfrm>
            <a:custGeom>
              <a:rect b="b" l="l" r="r" t="t"/>
              <a:pathLst>
                <a:path extrusionOk="0" h="272" w="54">
                  <a:moveTo>
                    <a:pt x="53" y="1"/>
                  </a:moveTo>
                  <a:cubicBezTo>
                    <a:pt x="37" y="1"/>
                    <a:pt x="37" y="1"/>
                    <a:pt x="37" y="17"/>
                  </a:cubicBezTo>
                  <a:cubicBezTo>
                    <a:pt x="1" y="70"/>
                    <a:pt x="21" y="118"/>
                    <a:pt x="21" y="171"/>
                  </a:cubicBezTo>
                  <a:lnTo>
                    <a:pt x="21" y="255"/>
                  </a:lnTo>
                  <a:cubicBezTo>
                    <a:pt x="21" y="272"/>
                    <a:pt x="21" y="272"/>
                    <a:pt x="37" y="272"/>
                  </a:cubicBezTo>
                  <a:lnTo>
                    <a:pt x="37" y="255"/>
                  </a:lnTo>
                  <a:cubicBezTo>
                    <a:pt x="53" y="239"/>
                    <a:pt x="37" y="203"/>
                    <a:pt x="37" y="171"/>
                  </a:cubicBezTo>
                  <a:cubicBezTo>
                    <a:pt x="37" y="118"/>
                    <a:pt x="37" y="70"/>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3"/>
            <p:cNvSpPr/>
            <p:nvPr/>
          </p:nvSpPr>
          <p:spPr>
            <a:xfrm>
              <a:off x="2155381" y="3336720"/>
              <a:ext cx="5364" cy="33373"/>
            </a:xfrm>
            <a:custGeom>
              <a:rect b="b" l="l" r="r" t="t"/>
              <a:pathLst>
                <a:path extrusionOk="0" h="336" w="54">
                  <a:moveTo>
                    <a:pt x="37" y="0"/>
                  </a:moveTo>
                  <a:lnTo>
                    <a:pt x="17" y="16"/>
                  </a:lnTo>
                  <a:cubicBezTo>
                    <a:pt x="1" y="85"/>
                    <a:pt x="1" y="150"/>
                    <a:pt x="1" y="202"/>
                  </a:cubicBezTo>
                  <a:lnTo>
                    <a:pt x="1" y="319"/>
                  </a:lnTo>
                  <a:lnTo>
                    <a:pt x="17" y="336"/>
                  </a:lnTo>
                  <a:lnTo>
                    <a:pt x="37" y="319"/>
                  </a:lnTo>
                  <a:lnTo>
                    <a:pt x="37" y="202"/>
                  </a:lnTo>
                  <a:cubicBezTo>
                    <a:pt x="37" y="134"/>
                    <a:pt x="37" y="85"/>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3"/>
            <p:cNvSpPr/>
            <p:nvPr/>
          </p:nvSpPr>
          <p:spPr>
            <a:xfrm>
              <a:off x="1409946" y="1639852"/>
              <a:ext cx="71911" cy="190704"/>
            </a:xfrm>
            <a:custGeom>
              <a:rect b="b" l="l" r="r" t="t"/>
              <a:pathLst>
                <a:path extrusionOk="0" h="1920" w="724">
                  <a:moveTo>
                    <a:pt x="0" y="1"/>
                  </a:moveTo>
                  <a:lnTo>
                    <a:pt x="0" y="17"/>
                  </a:lnTo>
                  <a:cubicBezTo>
                    <a:pt x="117" y="134"/>
                    <a:pt x="186" y="267"/>
                    <a:pt x="271" y="384"/>
                  </a:cubicBezTo>
                  <a:cubicBezTo>
                    <a:pt x="303" y="437"/>
                    <a:pt x="319" y="485"/>
                    <a:pt x="352" y="522"/>
                  </a:cubicBezTo>
                  <a:cubicBezTo>
                    <a:pt x="372" y="554"/>
                    <a:pt x="404" y="586"/>
                    <a:pt x="420" y="639"/>
                  </a:cubicBezTo>
                  <a:cubicBezTo>
                    <a:pt x="473" y="724"/>
                    <a:pt x="537" y="808"/>
                    <a:pt x="606" y="889"/>
                  </a:cubicBezTo>
                  <a:cubicBezTo>
                    <a:pt x="691" y="1010"/>
                    <a:pt x="675" y="1144"/>
                    <a:pt x="675" y="1277"/>
                  </a:cubicBezTo>
                  <a:cubicBezTo>
                    <a:pt x="654" y="1293"/>
                    <a:pt x="654" y="1313"/>
                    <a:pt x="654" y="1330"/>
                  </a:cubicBezTo>
                  <a:cubicBezTo>
                    <a:pt x="638" y="1479"/>
                    <a:pt x="638" y="1633"/>
                    <a:pt x="654" y="1782"/>
                  </a:cubicBezTo>
                  <a:cubicBezTo>
                    <a:pt x="654" y="1818"/>
                    <a:pt x="638" y="1835"/>
                    <a:pt x="638" y="1867"/>
                  </a:cubicBezTo>
                  <a:cubicBezTo>
                    <a:pt x="638" y="1867"/>
                    <a:pt x="622" y="1883"/>
                    <a:pt x="622" y="1899"/>
                  </a:cubicBezTo>
                  <a:lnTo>
                    <a:pt x="622" y="1919"/>
                  </a:lnTo>
                  <a:lnTo>
                    <a:pt x="638" y="1919"/>
                  </a:lnTo>
                  <a:lnTo>
                    <a:pt x="638" y="1899"/>
                  </a:lnTo>
                  <a:cubicBezTo>
                    <a:pt x="654" y="1899"/>
                    <a:pt x="654" y="1883"/>
                    <a:pt x="654" y="1867"/>
                  </a:cubicBezTo>
                  <a:cubicBezTo>
                    <a:pt x="675" y="1851"/>
                    <a:pt x="691" y="1818"/>
                    <a:pt x="675" y="1782"/>
                  </a:cubicBezTo>
                  <a:cubicBezTo>
                    <a:pt x="675" y="1633"/>
                    <a:pt x="675" y="1479"/>
                    <a:pt x="691" y="1346"/>
                  </a:cubicBezTo>
                  <a:lnTo>
                    <a:pt x="691" y="1277"/>
                  </a:lnTo>
                  <a:cubicBezTo>
                    <a:pt x="707" y="1144"/>
                    <a:pt x="723" y="1010"/>
                    <a:pt x="622" y="873"/>
                  </a:cubicBezTo>
                  <a:cubicBezTo>
                    <a:pt x="553" y="808"/>
                    <a:pt x="489" y="707"/>
                    <a:pt x="436" y="623"/>
                  </a:cubicBezTo>
                  <a:cubicBezTo>
                    <a:pt x="420" y="586"/>
                    <a:pt x="404" y="538"/>
                    <a:pt x="372" y="506"/>
                  </a:cubicBezTo>
                  <a:cubicBezTo>
                    <a:pt x="352" y="469"/>
                    <a:pt x="319" y="421"/>
                    <a:pt x="287" y="368"/>
                  </a:cubicBezTo>
                  <a:cubicBezTo>
                    <a:pt x="218" y="251"/>
                    <a:pt x="133" y="11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3"/>
            <p:cNvSpPr/>
            <p:nvPr/>
          </p:nvSpPr>
          <p:spPr>
            <a:xfrm>
              <a:off x="978578" y="3395322"/>
              <a:ext cx="6953" cy="91975"/>
            </a:xfrm>
            <a:custGeom>
              <a:rect b="b" l="l" r="r" t="t"/>
              <a:pathLst>
                <a:path extrusionOk="0" h="926" w="70">
                  <a:moveTo>
                    <a:pt x="17" y="0"/>
                  </a:moveTo>
                  <a:cubicBezTo>
                    <a:pt x="17" y="0"/>
                    <a:pt x="0" y="0"/>
                    <a:pt x="0" y="16"/>
                  </a:cubicBezTo>
                  <a:cubicBezTo>
                    <a:pt x="17" y="166"/>
                    <a:pt x="17" y="319"/>
                    <a:pt x="17" y="469"/>
                  </a:cubicBezTo>
                  <a:lnTo>
                    <a:pt x="17" y="772"/>
                  </a:lnTo>
                  <a:lnTo>
                    <a:pt x="17" y="808"/>
                  </a:lnTo>
                  <a:cubicBezTo>
                    <a:pt x="17" y="840"/>
                    <a:pt x="17" y="889"/>
                    <a:pt x="49" y="925"/>
                  </a:cubicBezTo>
                  <a:lnTo>
                    <a:pt x="69" y="925"/>
                  </a:lnTo>
                  <a:lnTo>
                    <a:pt x="69" y="909"/>
                  </a:lnTo>
                  <a:cubicBezTo>
                    <a:pt x="33" y="873"/>
                    <a:pt x="49" y="840"/>
                    <a:pt x="49" y="808"/>
                  </a:cubicBezTo>
                  <a:lnTo>
                    <a:pt x="49" y="772"/>
                  </a:lnTo>
                  <a:lnTo>
                    <a:pt x="49" y="469"/>
                  </a:lnTo>
                  <a:cubicBezTo>
                    <a:pt x="49" y="319"/>
                    <a:pt x="49" y="166"/>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3"/>
            <p:cNvSpPr/>
            <p:nvPr/>
          </p:nvSpPr>
          <p:spPr>
            <a:xfrm>
              <a:off x="888292" y="2829964"/>
              <a:ext cx="4867" cy="20163"/>
            </a:xfrm>
            <a:custGeom>
              <a:rect b="b" l="l" r="r" t="t"/>
              <a:pathLst>
                <a:path extrusionOk="0" h="203" w="49">
                  <a:moveTo>
                    <a:pt x="17" y="0"/>
                  </a:moveTo>
                  <a:lnTo>
                    <a:pt x="17" y="16"/>
                  </a:lnTo>
                  <a:lnTo>
                    <a:pt x="17" y="69"/>
                  </a:lnTo>
                  <a:cubicBezTo>
                    <a:pt x="0" y="117"/>
                    <a:pt x="0" y="154"/>
                    <a:pt x="17" y="202"/>
                  </a:cubicBezTo>
                  <a:lnTo>
                    <a:pt x="33" y="202"/>
                  </a:lnTo>
                  <a:cubicBezTo>
                    <a:pt x="49" y="202"/>
                    <a:pt x="49" y="186"/>
                    <a:pt x="49" y="186"/>
                  </a:cubicBezTo>
                  <a:cubicBezTo>
                    <a:pt x="33" y="154"/>
                    <a:pt x="33" y="117"/>
                    <a:pt x="33" y="69"/>
                  </a:cubicBezTo>
                  <a:lnTo>
                    <a:pt x="33" y="16"/>
                  </a:ln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3"/>
            <p:cNvSpPr/>
            <p:nvPr/>
          </p:nvSpPr>
          <p:spPr>
            <a:xfrm>
              <a:off x="1409946" y="1646308"/>
              <a:ext cx="6853" cy="160609"/>
            </a:xfrm>
            <a:custGeom>
              <a:rect b="b" l="l" r="r" t="t"/>
              <a:pathLst>
                <a:path extrusionOk="0" h="1617" w="69">
                  <a:moveTo>
                    <a:pt x="49" y="0"/>
                  </a:moveTo>
                  <a:cubicBezTo>
                    <a:pt x="16" y="37"/>
                    <a:pt x="16" y="53"/>
                    <a:pt x="16" y="101"/>
                  </a:cubicBezTo>
                  <a:lnTo>
                    <a:pt x="16" y="372"/>
                  </a:lnTo>
                  <a:cubicBezTo>
                    <a:pt x="0" y="574"/>
                    <a:pt x="0" y="776"/>
                    <a:pt x="16" y="978"/>
                  </a:cubicBezTo>
                  <a:cubicBezTo>
                    <a:pt x="32" y="1147"/>
                    <a:pt x="32" y="1313"/>
                    <a:pt x="32" y="1467"/>
                  </a:cubicBezTo>
                  <a:lnTo>
                    <a:pt x="32" y="1483"/>
                  </a:lnTo>
                  <a:cubicBezTo>
                    <a:pt x="49" y="1531"/>
                    <a:pt x="49" y="1568"/>
                    <a:pt x="16" y="1600"/>
                  </a:cubicBezTo>
                  <a:lnTo>
                    <a:pt x="16" y="1616"/>
                  </a:lnTo>
                  <a:lnTo>
                    <a:pt x="32" y="1616"/>
                  </a:lnTo>
                  <a:cubicBezTo>
                    <a:pt x="69" y="1584"/>
                    <a:pt x="69" y="1531"/>
                    <a:pt x="69" y="1483"/>
                  </a:cubicBezTo>
                  <a:lnTo>
                    <a:pt x="69" y="1467"/>
                  </a:lnTo>
                  <a:cubicBezTo>
                    <a:pt x="69" y="1313"/>
                    <a:pt x="49" y="1147"/>
                    <a:pt x="49" y="978"/>
                  </a:cubicBezTo>
                  <a:cubicBezTo>
                    <a:pt x="32" y="776"/>
                    <a:pt x="32" y="574"/>
                    <a:pt x="32" y="372"/>
                  </a:cubicBezTo>
                  <a:lnTo>
                    <a:pt x="32" y="101"/>
                  </a:lnTo>
                  <a:cubicBezTo>
                    <a:pt x="32" y="69"/>
                    <a:pt x="49" y="5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3"/>
            <p:cNvSpPr/>
            <p:nvPr/>
          </p:nvSpPr>
          <p:spPr>
            <a:xfrm>
              <a:off x="487019" y="2031093"/>
              <a:ext cx="153854" cy="203914"/>
            </a:xfrm>
            <a:custGeom>
              <a:rect b="b" l="l" r="r" t="t"/>
              <a:pathLst>
                <a:path extrusionOk="0" h="2053" w="1549">
                  <a:moveTo>
                    <a:pt x="1500" y="0"/>
                  </a:moveTo>
                  <a:lnTo>
                    <a:pt x="1500" y="16"/>
                  </a:lnTo>
                  <a:cubicBezTo>
                    <a:pt x="1516" y="101"/>
                    <a:pt x="1516" y="182"/>
                    <a:pt x="1516" y="267"/>
                  </a:cubicBezTo>
                  <a:cubicBezTo>
                    <a:pt x="1500" y="319"/>
                    <a:pt x="1500" y="368"/>
                    <a:pt x="1500" y="420"/>
                  </a:cubicBezTo>
                  <a:cubicBezTo>
                    <a:pt x="1516" y="586"/>
                    <a:pt x="1516" y="772"/>
                    <a:pt x="1516" y="941"/>
                  </a:cubicBezTo>
                  <a:lnTo>
                    <a:pt x="1516" y="1160"/>
                  </a:lnTo>
                  <a:cubicBezTo>
                    <a:pt x="1516" y="1228"/>
                    <a:pt x="1516" y="1244"/>
                    <a:pt x="1447" y="1277"/>
                  </a:cubicBezTo>
                  <a:cubicBezTo>
                    <a:pt x="1079" y="1463"/>
                    <a:pt x="724" y="1665"/>
                    <a:pt x="352" y="1850"/>
                  </a:cubicBezTo>
                  <a:cubicBezTo>
                    <a:pt x="251" y="1919"/>
                    <a:pt x="134" y="1968"/>
                    <a:pt x="17" y="2036"/>
                  </a:cubicBezTo>
                  <a:cubicBezTo>
                    <a:pt x="17" y="2036"/>
                    <a:pt x="1" y="2052"/>
                    <a:pt x="17" y="2052"/>
                  </a:cubicBezTo>
                  <a:lnTo>
                    <a:pt x="33" y="2052"/>
                  </a:lnTo>
                  <a:cubicBezTo>
                    <a:pt x="150" y="2000"/>
                    <a:pt x="251" y="1935"/>
                    <a:pt x="372" y="1883"/>
                  </a:cubicBezTo>
                  <a:cubicBezTo>
                    <a:pt x="724" y="1681"/>
                    <a:pt x="1096" y="1495"/>
                    <a:pt x="1463" y="1313"/>
                  </a:cubicBezTo>
                  <a:cubicBezTo>
                    <a:pt x="1532" y="1261"/>
                    <a:pt x="1532" y="1228"/>
                    <a:pt x="1532" y="1160"/>
                  </a:cubicBezTo>
                  <a:lnTo>
                    <a:pt x="1532" y="941"/>
                  </a:lnTo>
                  <a:cubicBezTo>
                    <a:pt x="1532" y="772"/>
                    <a:pt x="1548" y="586"/>
                    <a:pt x="1532" y="404"/>
                  </a:cubicBezTo>
                  <a:lnTo>
                    <a:pt x="1532" y="267"/>
                  </a:lnTo>
                  <a:cubicBezTo>
                    <a:pt x="1548" y="182"/>
                    <a:pt x="1548" y="81"/>
                    <a:pt x="15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3"/>
            <p:cNvSpPr/>
            <p:nvPr/>
          </p:nvSpPr>
          <p:spPr>
            <a:xfrm>
              <a:off x="523967" y="2699550"/>
              <a:ext cx="113628" cy="51848"/>
            </a:xfrm>
            <a:custGeom>
              <a:rect b="b" l="l" r="r" t="t"/>
              <a:pathLst>
                <a:path extrusionOk="0" h="522" w="1144">
                  <a:moveTo>
                    <a:pt x="1128" y="0"/>
                  </a:moveTo>
                  <a:cubicBezTo>
                    <a:pt x="1027" y="16"/>
                    <a:pt x="942" y="53"/>
                    <a:pt x="873" y="101"/>
                  </a:cubicBezTo>
                  <a:cubicBezTo>
                    <a:pt x="825" y="117"/>
                    <a:pt x="788" y="138"/>
                    <a:pt x="756" y="154"/>
                  </a:cubicBezTo>
                  <a:cubicBezTo>
                    <a:pt x="570" y="239"/>
                    <a:pt x="404" y="319"/>
                    <a:pt x="235" y="388"/>
                  </a:cubicBezTo>
                  <a:cubicBezTo>
                    <a:pt x="150" y="420"/>
                    <a:pt x="81" y="457"/>
                    <a:pt x="17" y="489"/>
                  </a:cubicBezTo>
                  <a:cubicBezTo>
                    <a:pt x="0" y="489"/>
                    <a:pt x="0" y="505"/>
                    <a:pt x="0" y="505"/>
                  </a:cubicBezTo>
                  <a:lnTo>
                    <a:pt x="17" y="521"/>
                  </a:lnTo>
                  <a:cubicBezTo>
                    <a:pt x="101" y="489"/>
                    <a:pt x="166" y="457"/>
                    <a:pt x="235" y="420"/>
                  </a:cubicBezTo>
                  <a:cubicBezTo>
                    <a:pt x="404" y="340"/>
                    <a:pt x="586" y="255"/>
                    <a:pt x="772" y="186"/>
                  </a:cubicBezTo>
                  <a:cubicBezTo>
                    <a:pt x="808" y="170"/>
                    <a:pt x="841" y="138"/>
                    <a:pt x="873" y="117"/>
                  </a:cubicBezTo>
                  <a:cubicBezTo>
                    <a:pt x="958" y="85"/>
                    <a:pt x="1043" y="37"/>
                    <a:pt x="1128" y="37"/>
                  </a:cubicBezTo>
                  <a:lnTo>
                    <a:pt x="1144" y="16"/>
                  </a:lnTo>
                  <a:cubicBezTo>
                    <a:pt x="1144" y="0"/>
                    <a:pt x="1128" y="0"/>
                    <a:pt x="1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3"/>
            <p:cNvSpPr/>
            <p:nvPr/>
          </p:nvSpPr>
          <p:spPr>
            <a:xfrm>
              <a:off x="513936" y="3508850"/>
              <a:ext cx="126937" cy="122070"/>
            </a:xfrm>
            <a:custGeom>
              <a:rect b="b" l="l" r="r" t="t"/>
              <a:pathLst>
                <a:path extrusionOk="0" h="1229" w="1278">
                  <a:moveTo>
                    <a:pt x="1245" y="0"/>
                  </a:moveTo>
                  <a:cubicBezTo>
                    <a:pt x="1229" y="0"/>
                    <a:pt x="1229" y="17"/>
                    <a:pt x="1229" y="17"/>
                  </a:cubicBezTo>
                  <a:cubicBezTo>
                    <a:pt x="1245" y="186"/>
                    <a:pt x="1245" y="352"/>
                    <a:pt x="1245" y="521"/>
                  </a:cubicBezTo>
                  <a:cubicBezTo>
                    <a:pt x="1245" y="606"/>
                    <a:pt x="1229" y="691"/>
                    <a:pt x="1245" y="792"/>
                  </a:cubicBezTo>
                  <a:cubicBezTo>
                    <a:pt x="1245" y="841"/>
                    <a:pt x="1212" y="857"/>
                    <a:pt x="1144" y="877"/>
                  </a:cubicBezTo>
                  <a:cubicBezTo>
                    <a:pt x="825" y="978"/>
                    <a:pt x="469" y="1079"/>
                    <a:pt x="134" y="1180"/>
                  </a:cubicBezTo>
                  <a:cubicBezTo>
                    <a:pt x="101" y="1196"/>
                    <a:pt x="65" y="1196"/>
                    <a:pt x="49" y="1196"/>
                  </a:cubicBezTo>
                  <a:cubicBezTo>
                    <a:pt x="33" y="1196"/>
                    <a:pt x="17" y="1212"/>
                    <a:pt x="0" y="1212"/>
                  </a:cubicBezTo>
                  <a:lnTo>
                    <a:pt x="0" y="1228"/>
                  </a:lnTo>
                  <a:lnTo>
                    <a:pt x="49" y="1228"/>
                  </a:lnTo>
                  <a:cubicBezTo>
                    <a:pt x="81" y="1228"/>
                    <a:pt x="101" y="1212"/>
                    <a:pt x="134" y="1212"/>
                  </a:cubicBezTo>
                  <a:cubicBezTo>
                    <a:pt x="485" y="1095"/>
                    <a:pt x="841" y="994"/>
                    <a:pt x="1144" y="909"/>
                  </a:cubicBezTo>
                  <a:cubicBezTo>
                    <a:pt x="1192" y="893"/>
                    <a:pt x="1261" y="857"/>
                    <a:pt x="1261" y="792"/>
                  </a:cubicBezTo>
                  <a:lnTo>
                    <a:pt x="1261" y="521"/>
                  </a:lnTo>
                  <a:cubicBezTo>
                    <a:pt x="1261" y="352"/>
                    <a:pt x="1277" y="186"/>
                    <a:pt x="1245" y="17"/>
                  </a:cubicBezTo>
                  <a:lnTo>
                    <a:pt x="1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3"/>
            <p:cNvSpPr/>
            <p:nvPr/>
          </p:nvSpPr>
          <p:spPr>
            <a:xfrm>
              <a:off x="1262647" y="2901776"/>
              <a:ext cx="147398" cy="152563"/>
            </a:xfrm>
            <a:custGeom>
              <a:rect b="b" l="l" r="r" t="t"/>
              <a:pathLst>
                <a:path extrusionOk="0" h="1536" w="1484">
                  <a:moveTo>
                    <a:pt x="1467" y="0"/>
                  </a:moveTo>
                  <a:cubicBezTo>
                    <a:pt x="1063" y="138"/>
                    <a:pt x="659" y="287"/>
                    <a:pt x="271" y="441"/>
                  </a:cubicBezTo>
                  <a:lnTo>
                    <a:pt x="255" y="457"/>
                  </a:lnTo>
                  <a:cubicBezTo>
                    <a:pt x="170" y="457"/>
                    <a:pt x="85" y="473"/>
                    <a:pt x="37" y="542"/>
                  </a:cubicBezTo>
                  <a:cubicBezTo>
                    <a:pt x="0" y="606"/>
                    <a:pt x="17" y="675"/>
                    <a:pt x="17" y="744"/>
                  </a:cubicBezTo>
                  <a:lnTo>
                    <a:pt x="17" y="808"/>
                  </a:lnTo>
                  <a:lnTo>
                    <a:pt x="17" y="1047"/>
                  </a:lnTo>
                  <a:cubicBezTo>
                    <a:pt x="17" y="1196"/>
                    <a:pt x="17" y="1366"/>
                    <a:pt x="37" y="1515"/>
                  </a:cubicBezTo>
                  <a:cubicBezTo>
                    <a:pt x="37" y="1535"/>
                    <a:pt x="53" y="1535"/>
                    <a:pt x="53" y="1535"/>
                  </a:cubicBezTo>
                  <a:cubicBezTo>
                    <a:pt x="53" y="1535"/>
                    <a:pt x="69" y="1535"/>
                    <a:pt x="69" y="1515"/>
                  </a:cubicBezTo>
                  <a:cubicBezTo>
                    <a:pt x="53" y="1366"/>
                    <a:pt x="53" y="1196"/>
                    <a:pt x="53" y="1047"/>
                  </a:cubicBezTo>
                  <a:lnTo>
                    <a:pt x="53" y="808"/>
                  </a:lnTo>
                  <a:lnTo>
                    <a:pt x="53" y="744"/>
                  </a:lnTo>
                  <a:cubicBezTo>
                    <a:pt x="37" y="675"/>
                    <a:pt x="37" y="606"/>
                    <a:pt x="69" y="558"/>
                  </a:cubicBezTo>
                  <a:cubicBezTo>
                    <a:pt x="101" y="489"/>
                    <a:pt x="186" y="489"/>
                    <a:pt x="255" y="473"/>
                  </a:cubicBezTo>
                  <a:lnTo>
                    <a:pt x="287" y="473"/>
                  </a:lnTo>
                  <a:cubicBezTo>
                    <a:pt x="659" y="323"/>
                    <a:pt x="1063" y="154"/>
                    <a:pt x="1467" y="21"/>
                  </a:cubicBezTo>
                  <a:cubicBezTo>
                    <a:pt x="1483" y="21"/>
                    <a:pt x="1483" y="21"/>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3"/>
            <p:cNvSpPr/>
            <p:nvPr/>
          </p:nvSpPr>
          <p:spPr>
            <a:xfrm>
              <a:off x="1553570" y="3229548"/>
              <a:ext cx="5264" cy="78765"/>
            </a:xfrm>
            <a:custGeom>
              <a:rect b="b" l="l" r="r" t="t"/>
              <a:pathLst>
                <a:path extrusionOk="0" h="793" w="53">
                  <a:moveTo>
                    <a:pt x="37" y="1"/>
                  </a:moveTo>
                  <a:lnTo>
                    <a:pt x="37" y="17"/>
                  </a:lnTo>
                  <a:cubicBezTo>
                    <a:pt x="0" y="134"/>
                    <a:pt x="16" y="271"/>
                    <a:pt x="16" y="405"/>
                  </a:cubicBezTo>
                  <a:lnTo>
                    <a:pt x="16" y="639"/>
                  </a:lnTo>
                  <a:lnTo>
                    <a:pt x="16" y="675"/>
                  </a:lnTo>
                  <a:cubicBezTo>
                    <a:pt x="16" y="708"/>
                    <a:pt x="16" y="740"/>
                    <a:pt x="0" y="776"/>
                  </a:cubicBezTo>
                  <a:lnTo>
                    <a:pt x="0" y="793"/>
                  </a:lnTo>
                  <a:lnTo>
                    <a:pt x="16" y="793"/>
                  </a:lnTo>
                  <a:lnTo>
                    <a:pt x="16" y="776"/>
                  </a:lnTo>
                  <a:cubicBezTo>
                    <a:pt x="53" y="740"/>
                    <a:pt x="37" y="708"/>
                    <a:pt x="37" y="675"/>
                  </a:cubicBezTo>
                  <a:lnTo>
                    <a:pt x="37" y="639"/>
                  </a:lnTo>
                  <a:lnTo>
                    <a:pt x="37" y="405"/>
                  </a:lnTo>
                  <a:cubicBezTo>
                    <a:pt x="37" y="271"/>
                    <a:pt x="37" y="154"/>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3"/>
            <p:cNvSpPr/>
            <p:nvPr/>
          </p:nvSpPr>
          <p:spPr>
            <a:xfrm>
              <a:off x="511949" y="2228054"/>
              <a:ext cx="124057" cy="63965"/>
            </a:xfrm>
            <a:custGeom>
              <a:rect b="b" l="l" r="r" t="t"/>
              <a:pathLst>
                <a:path extrusionOk="0" h="644" w="1249">
                  <a:moveTo>
                    <a:pt x="1232" y="1"/>
                  </a:moveTo>
                  <a:cubicBezTo>
                    <a:pt x="1131" y="17"/>
                    <a:pt x="1047" y="69"/>
                    <a:pt x="978" y="118"/>
                  </a:cubicBezTo>
                  <a:cubicBezTo>
                    <a:pt x="929" y="138"/>
                    <a:pt x="893" y="170"/>
                    <a:pt x="845" y="187"/>
                  </a:cubicBezTo>
                  <a:cubicBezTo>
                    <a:pt x="643" y="288"/>
                    <a:pt x="441" y="389"/>
                    <a:pt x="255" y="490"/>
                  </a:cubicBezTo>
                  <a:cubicBezTo>
                    <a:pt x="170" y="542"/>
                    <a:pt x="85" y="574"/>
                    <a:pt x="0" y="623"/>
                  </a:cubicBezTo>
                  <a:lnTo>
                    <a:pt x="0" y="643"/>
                  </a:lnTo>
                  <a:lnTo>
                    <a:pt x="20" y="643"/>
                  </a:lnTo>
                  <a:cubicBezTo>
                    <a:pt x="101" y="607"/>
                    <a:pt x="186" y="558"/>
                    <a:pt x="271" y="522"/>
                  </a:cubicBezTo>
                  <a:cubicBezTo>
                    <a:pt x="457" y="405"/>
                    <a:pt x="659" y="304"/>
                    <a:pt x="861" y="219"/>
                  </a:cubicBezTo>
                  <a:cubicBezTo>
                    <a:pt x="909" y="187"/>
                    <a:pt x="946" y="170"/>
                    <a:pt x="978" y="138"/>
                  </a:cubicBezTo>
                  <a:cubicBezTo>
                    <a:pt x="1063" y="86"/>
                    <a:pt x="1148" y="53"/>
                    <a:pt x="1232" y="37"/>
                  </a:cubicBezTo>
                  <a:cubicBezTo>
                    <a:pt x="1249" y="37"/>
                    <a:pt x="1249" y="37"/>
                    <a:pt x="1249" y="17"/>
                  </a:cubicBezTo>
                  <a:lnTo>
                    <a:pt x="12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3"/>
            <p:cNvSpPr/>
            <p:nvPr/>
          </p:nvSpPr>
          <p:spPr>
            <a:xfrm>
              <a:off x="1909849" y="1960870"/>
              <a:ext cx="165376" cy="369191"/>
            </a:xfrm>
            <a:custGeom>
              <a:rect b="b" l="l" r="r" t="t"/>
              <a:pathLst>
                <a:path extrusionOk="0" h="3717" w="1665">
                  <a:moveTo>
                    <a:pt x="0" y="0"/>
                  </a:moveTo>
                  <a:lnTo>
                    <a:pt x="0" y="16"/>
                  </a:lnTo>
                  <a:cubicBezTo>
                    <a:pt x="33" y="33"/>
                    <a:pt x="49" y="65"/>
                    <a:pt x="85" y="101"/>
                  </a:cubicBezTo>
                  <a:lnTo>
                    <a:pt x="85" y="134"/>
                  </a:lnTo>
                  <a:cubicBezTo>
                    <a:pt x="352" y="586"/>
                    <a:pt x="606" y="1059"/>
                    <a:pt x="857" y="1515"/>
                  </a:cubicBezTo>
                  <a:lnTo>
                    <a:pt x="1043" y="1834"/>
                  </a:lnTo>
                  <a:cubicBezTo>
                    <a:pt x="1095" y="1919"/>
                    <a:pt x="1128" y="1984"/>
                    <a:pt x="1176" y="2069"/>
                  </a:cubicBezTo>
                  <a:cubicBezTo>
                    <a:pt x="1297" y="2287"/>
                    <a:pt x="1431" y="2525"/>
                    <a:pt x="1564" y="2759"/>
                  </a:cubicBezTo>
                  <a:cubicBezTo>
                    <a:pt x="1564" y="2776"/>
                    <a:pt x="1564" y="2776"/>
                    <a:pt x="1580" y="2792"/>
                  </a:cubicBezTo>
                  <a:cubicBezTo>
                    <a:pt x="1616" y="2844"/>
                    <a:pt x="1633" y="2877"/>
                    <a:pt x="1564" y="2909"/>
                  </a:cubicBezTo>
                  <a:cubicBezTo>
                    <a:pt x="1548" y="2929"/>
                    <a:pt x="1564" y="2945"/>
                    <a:pt x="1564" y="2961"/>
                  </a:cubicBezTo>
                  <a:lnTo>
                    <a:pt x="1564" y="2978"/>
                  </a:lnTo>
                  <a:lnTo>
                    <a:pt x="1564" y="3264"/>
                  </a:lnTo>
                  <a:cubicBezTo>
                    <a:pt x="1548" y="3414"/>
                    <a:pt x="1532" y="3567"/>
                    <a:pt x="1580" y="3717"/>
                  </a:cubicBezTo>
                  <a:lnTo>
                    <a:pt x="1600" y="3717"/>
                  </a:lnTo>
                  <a:cubicBezTo>
                    <a:pt x="1616" y="3717"/>
                    <a:pt x="1616" y="3717"/>
                    <a:pt x="1616" y="3701"/>
                  </a:cubicBezTo>
                  <a:cubicBezTo>
                    <a:pt x="1564" y="3567"/>
                    <a:pt x="1564" y="3414"/>
                    <a:pt x="1580" y="3264"/>
                  </a:cubicBezTo>
                  <a:cubicBezTo>
                    <a:pt x="1580" y="3163"/>
                    <a:pt x="1600" y="3062"/>
                    <a:pt x="1580" y="2961"/>
                  </a:cubicBezTo>
                  <a:lnTo>
                    <a:pt x="1580" y="2945"/>
                  </a:lnTo>
                  <a:cubicBezTo>
                    <a:pt x="1665" y="2877"/>
                    <a:pt x="1633" y="2808"/>
                    <a:pt x="1600" y="2776"/>
                  </a:cubicBezTo>
                  <a:cubicBezTo>
                    <a:pt x="1600" y="2759"/>
                    <a:pt x="1580" y="2759"/>
                    <a:pt x="1580" y="2743"/>
                  </a:cubicBezTo>
                  <a:cubicBezTo>
                    <a:pt x="1463" y="2505"/>
                    <a:pt x="1330" y="2271"/>
                    <a:pt x="1196" y="2052"/>
                  </a:cubicBezTo>
                  <a:cubicBezTo>
                    <a:pt x="1160" y="1968"/>
                    <a:pt x="1111" y="1899"/>
                    <a:pt x="1075" y="1834"/>
                  </a:cubicBezTo>
                  <a:lnTo>
                    <a:pt x="893" y="1495"/>
                  </a:lnTo>
                  <a:cubicBezTo>
                    <a:pt x="639" y="1043"/>
                    <a:pt x="368" y="570"/>
                    <a:pt x="118" y="117"/>
                  </a:cubicBezTo>
                  <a:lnTo>
                    <a:pt x="101" y="101"/>
                  </a:lnTo>
                  <a:cubicBezTo>
                    <a:pt x="85" y="49"/>
                    <a:pt x="65" y="1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3"/>
            <p:cNvSpPr/>
            <p:nvPr/>
          </p:nvSpPr>
          <p:spPr>
            <a:xfrm>
              <a:off x="891470" y="1738680"/>
              <a:ext cx="6953" cy="26420"/>
            </a:xfrm>
            <a:custGeom>
              <a:rect b="b" l="l" r="r" t="t"/>
              <a:pathLst>
                <a:path extrusionOk="0" h="266" w="70">
                  <a:moveTo>
                    <a:pt x="19" y="0"/>
                  </a:moveTo>
                  <a:cubicBezTo>
                    <a:pt x="17" y="0"/>
                    <a:pt x="17" y="5"/>
                    <a:pt x="17" y="15"/>
                  </a:cubicBezTo>
                  <a:cubicBezTo>
                    <a:pt x="1" y="15"/>
                    <a:pt x="1" y="15"/>
                    <a:pt x="1" y="32"/>
                  </a:cubicBezTo>
                  <a:cubicBezTo>
                    <a:pt x="37" y="80"/>
                    <a:pt x="37" y="133"/>
                    <a:pt x="37" y="181"/>
                  </a:cubicBezTo>
                  <a:lnTo>
                    <a:pt x="37" y="250"/>
                  </a:lnTo>
                  <a:cubicBezTo>
                    <a:pt x="37" y="250"/>
                    <a:pt x="37" y="266"/>
                    <a:pt x="53" y="266"/>
                  </a:cubicBezTo>
                  <a:lnTo>
                    <a:pt x="53" y="250"/>
                  </a:lnTo>
                  <a:lnTo>
                    <a:pt x="53" y="181"/>
                  </a:lnTo>
                  <a:cubicBezTo>
                    <a:pt x="53" y="133"/>
                    <a:pt x="69" y="64"/>
                    <a:pt x="37" y="15"/>
                  </a:cubicBezTo>
                  <a:cubicBezTo>
                    <a:pt x="27" y="5"/>
                    <a:pt x="22"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3"/>
            <p:cNvSpPr/>
            <p:nvPr/>
          </p:nvSpPr>
          <p:spPr>
            <a:xfrm>
              <a:off x="1411536" y="3259644"/>
              <a:ext cx="90386" cy="179083"/>
            </a:xfrm>
            <a:custGeom>
              <a:rect b="b" l="l" r="r" t="t"/>
              <a:pathLst>
                <a:path extrusionOk="0" h="1803" w="910">
                  <a:moveTo>
                    <a:pt x="33" y="1"/>
                  </a:moveTo>
                  <a:cubicBezTo>
                    <a:pt x="0" y="33"/>
                    <a:pt x="0" y="69"/>
                    <a:pt x="0" y="102"/>
                  </a:cubicBezTo>
                  <a:lnTo>
                    <a:pt x="0" y="118"/>
                  </a:lnTo>
                  <a:lnTo>
                    <a:pt x="0" y="910"/>
                  </a:lnTo>
                  <a:lnTo>
                    <a:pt x="0" y="926"/>
                  </a:lnTo>
                  <a:cubicBezTo>
                    <a:pt x="0" y="978"/>
                    <a:pt x="0" y="1027"/>
                    <a:pt x="85" y="1063"/>
                  </a:cubicBezTo>
                  <a:cubicBezTo>
                    <a:pt x="154" y="1079"/>
                    <a:pt x="186" y="1128"/>
                    <a:pt x="235" y="1180"/>
                  </a:cubicBezTo>
                  <a:cubicBezTo>
                    <a:pt x="255" y="1196"/>
                    <a:pt x="271" y="1213"/>
                    <a:pt x="303" y="1229"/>
                  </a:cubicBezTo>
                  <a:cubicBezTo>
                    <a:pt x="473" y="1398"/>
                    <a:pt x="659" y="1548"/>
                    <a:pt x="840" y="1701"/>
                  </a:cubicBezTo>
                  <a:cubicBezTo>
                    <a:pt x="861" y="1718"/>
                    <a:pt x="861" y="1734"/>
                    <a:pt x="877" y="1770"/>
                  </a:cubicBezTo>
                  <a:cubicBezTo>
                    <a:pt x="877" y="1770"/>
                    <a:pt x="877" y="1786"/>
                    <a:pt x="893" y="1802"/>
                  </a:cubicBezTo>
                  <a:lnTo>
                    <a:pt x="909" y="1802"/>
                  </a:lnTo>
                  <a:lnTo>
                    <a:pt x="909" y="1786"/>
                  </a:lnTo>
                  <a:cubicBezTo>
                    <a:pt x="909" y="1786"/>
                    <a:pt x="909" y="1770"/>
                    <a:pt x="893" y="1750"/>
                  </a:cubicBezTo>
                  <a:cubicBezTo>
                    <a:pt x="893" y="1734"/>
                    <a:pt x="877" y="1701"/>
                    <a:pt x="861" y="1685"/>
                  </a:cubicBezTo>
                  <a:cubicBezTo>
                    <a:pt x="675" y="1532"/>
                    <a:pt x="489" y="1366"/>
                    <a:pt x="319" y="1213"/>
                  </a:cubicBezTo>
                  <a:cubicBezTo>
                    <a:pt x="303" y="1196"/>
                    <a:pt x="271" y="1180"/>
                    <a:pt x="255" y="1164"/>
                  </a:cubicBezTo>
                  <a:cubicBezTo>
                    <a:pt x="202" y="1095"/>
                    <a:pt x="154" y="1043"/>
                    <a:pt x="101" y="1027"/>
                  </a:cubicBezTo>
                  <a:cubicBezTo>
                    <a:pt x="16" y="1011"/>
                    <a:pt x="16" y="978"/>
                    <a:pt x="16" y="926"/>
                  </a:cubicBezTo>
                  <a:lnTo>
                    <a:pt x="16" y="910"/>
                  </a:lnTo>
                  <a:lnTo>
                    <a:pt x="16" y="118"/>
                  </a:lnTo>
                  <a:lnTo>
                    <a:pt x="16" y="102"/>
                  </a:lnTo>
                  <a:cubicBezTo>
                    <a:pt x="16" y="69"/>
                    <a:pt x="16" y="33"/>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3"/>
            <p:cNvSpPr/>
            <p:nvPr/>
          </p:nvSpPr>
          <p:spPr>
            <a:xfrm>
              <a:off x="930008" y="3411015"/>
              <a:ext cx="5364" cy="92670"/>
            </a:xfrm>
            <a:custGeom>
              <a:rect b="b" l="l" r="r" t="t"/>
              <a:pathLst>
                <a:path extrusionOk="0" h="933" w="54">
                  <a:moveTo>
                    <a:pt x="5" y="1"/>
                  </a:moveTo>
                  <a:cubicBezTo>
                    <a:pt x="2" y="1"/>
                    <a:pt x="1" y="2"/>
                    <a:pt x="1" y="8"/>
                  </a:cubicBezTo>
                  <a:lnTo>
                    <a:pt x="1" y="24"/>
                  </a:lnTo>
                  <a:cubicBezTo>
                    <a:pt x="17" y="60"/>
                    <a:pt x="17" y="109"/>
                    <a:pt x="17" y="161"/>
                  </a:cubicBezTo>
                  <a:lnTo>
                    <a:pt x="17" y="396"/>
                  </a:lnTo>
                  <a:lnTo>
                    <a:pt x="17" y="783"/>
                  </a:lnTo>
                  <a:cubicBezTo>
                    <a:pt x="1" y="816"/>
                    <a:pt x="17" y="852"/>
                    <a:pt x="17" y="884"/>
                  </a:cubicBezTo>
                  <a:lnTo>
                    <a:pt x="17" y="917"/>
                  </a:lnTo>
                  <a:cubicBezTo>
                    <a:pt x="17" y="933"/>
                    <a:pt x="33" y="933"/>
                    <a:pt x="33" y="933"/>
                  </a:cubicBezTo>
                  <a:cubicBezTo>
                    <a:pt x="53" y="933"/>
                    <a:pt x="53" y="933"/>
                    <a:pt x="53" y="917"/>
                  </a:cubicBezTo>
                  <a:cubicBezTo>
                    <a:pt x="53" y="901"/>
                    <a:pt x="53" y="884"/>
                    <a:pt x="33" y="868"/>
                  </a:cubicBezTo>
                  <a:lnTo>
                    <a:pt x="33" y="783"/>
                  </a:lnTo>
                  <a:cubicBezTo>
                    <a:pt x="53" y="650"/>
                    <a:pt x="53" y="513"/>
                    <a:pt x="53" y="396"/>
                  </a:cubicBezTo>
                  <a:lnTo>
                    <a:pt x="53" y="161"/>
                  </a:lnTo>
                  <a:cubicBezTo>
                    <a:pt x="53" y="109"/>
                    <a:pt x="53" y="60"/>
                    <a:pt x="17" y="8"/>
                  </a:cubicBezTo>
                  <a:cubicBezTo>
                    <a:pt x="17" y="8"/>
                    <a:pt x="10"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3"/>
            <p:cNvSpPr/>
            <p:nvPr/>
          </p:nvSpPr>
          <p:spPr>
            <a:xfrm>
              <a:off x="2008578" y="2724779"/>
              <a:ext cx="3278" cy="33473"/>
            </a:xfrm>
            <a:custGeom>
              <a:rect b="b" l="l" r="r" t="t"/>
              <a:pathLst>
                <a:path extrusionOk="0" h="337" w="33">
                  <a:moveTo>
                    <a:pt x="33" y="1"/>
                  </a:moveTo>
                  <a:cubicBezTo>
                    <a:pt x="16" y="1"/>
                    <a:pt x="16" y="17"/>
                    <a:pt x="16" y="17"/>
                  </a:cubicBezTo>
                  <a:cubicBezTo>
                    <a:pt x="0" y="86"/>
                    <a:pt x="0" y="150"/>
                    <a:pt x="0" y="203"/>
                  </a:cubicBezTo>
                  <a:lnTo>
                    <a:pt x="0" y="320"/>
                  </a:lnTo>
                  <a:cubicBezTo>
                    <a:pt x="0" y="320"/>
                    <a:pt x="0" y="336"/>
                    <a:pt x="16" y="336"/>
                  </a:cubicBezTo>
                  <a:lnTo>
                    <a:pt x="33" y="320"/>
                  </a:lnTo>
                  <a:lnTo>
                    <a:pt x="33" y="203"/>
                  </a:lnTo>
                  <a:cubicBezTo>
                    <a:pt x="16" y="134"/>
                    <a:pt x="16" y="86"/>
                    <a:pt x="33" y="17"/>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3"/>
            <p:cNvSpPr/>
            <p:nvPr/>
          </p:nvSpPr>
          <p:spPr>
            <a:xfrm>
              <a:off x="1291154" y="1895415"/>
              <a:ext cx="5264" cy="102007"/>
            </a:xfrm>
            <a:custGeom>
              <a:rect b="b" l="l" r="r" t="t"/>
              <a:pathLst>
                <a:path extrusionOk="0" h="1027" w="53">
                  <a:moveTo>
                    <a:pt x="0" y="1"/>
                  </a:moveTo>
                  <a:cubicBezTo>
                    <a:pt x="16" y="170"/>
                    <a:pt x="16" y="336"/>
                    <a:pt x="0" y="490"/>
                  </a:cubicBezTo>
                  <a:lnTo>
                    <a:pt x="0" y="809"/>
                  </a:lnTo>
                  <a:lnTo>
                    <a:pt x="0" y="861"/>
                  </a:lnTo>
                  <a:cubicBezTo>
                    <a:pt x="0" y="926"/>
                    <a:pt x="0" y="978"/>
                    <a:pt x="33" y="1027"/>
                  </a:cubicBezTo>
                  <a:lnTo>
                    <a:pt x="53" y="1027"/>
                  </a:lnTo>
                  <a:lnTo>
                    <a:pt x="53" y="1011"/>
                  </a:lnTo>
                  <a:cubicBezTo>
                    <a:pt x="16" y="962"/>
                    <a:pt x="33" y="926"/>
                    <a:pt x="33" y="861"/>
                  </a:cubicBezTo>
                  <a:lnTo>
                    <a:pt x="33" y="809"/>
                  </a:lnTo>
                  <a:lnTo>
                    <a:pt x="33" y="490"/>
                  </a:lnTo>
                  <a:cubicBezTo>
                    <a:pt x="33" y="336"/>
                    <a:pt x="33" y="170"/>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3"/>
            <p:cNvSpPr/>
            <p:nvPr/>
          </p:nvSpPr>
          <p:spPr>
            <a:xfrm>
              <a:off x="2010167" y="3420153"/>
              <a:ext cx="4867" cy="18574"/>
            </a:xfrm>
            <a:custGeom>
              <a:rect b="b" l="l" r="r" t="t"/>
              <a:pathLst>
                <a:path extrusionOk="0" h="187" w="49">
                  <a:moveTo>
                    <a:pt x="49" y="1"/>
                  </a:moveTo>
                  <a:cubicBezTo>
                    <a:pt x="33" y="1"/>
                    <a:pt x="33" y="1"/>
                    <a:pt x="33" y="17"/>
                  </a:cubicBezTo>
                  <a:cubicBezTo>
                    <a:pt x="0" y="53"/>
                    <a:pt x="0" y="85"/>
                    <a:pt x="17" y="118"/>
                  </a:cubicBezTo>
                  <a:lnTo>
                    <a:pt x="17" y="186"/>
                  </a:lnTo>
                  <a:lnTo>
                    <a:pt x="33" y="186"/>
                  </a:lnTo>
                  <a:lnTo>
                    <a:pt x="33" y="118"/>
                  </a:lnTo>
                  <a:cubicBezTo>
                    <a:pt x="33" y="85"/>
                    <a:pt x="33" y="53"/>
                    <a:pt x="49" y="17"/>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3"/>
            <p:cNvSpPr/>
            <p:nvPr/>
          </p:nvSpPr>
          <p:spPr>
            <a:xfrm>
              <a:off x="1441631" y="3468723"/>
              <a:ext cx="3278" cy="78765"/>
            </a:xfrm>
            <a:custGeom>
              <a:rect b="b" l="l" r="r" t="t"/>
              <a:pathLst>
                <a:path extrusionOk="0" h="793" w="33">
                  <a:moveTo>
                    <a:pt x="16" y="0"/>
                  </a:moveTo>
                  <a:cubicBezTo>
                    <a:pt x="16" y="0"/>
                    <a:pt x="0" y="0"/>
                    <a:pt x="0" y="17"/>
                  </a:cubicBezTo>
                  <a:lnTo>
                    <a:pt x="0" y="776"/>
                  </a:lnTo>
                  <a:lnTo>
                    <a:pt x="16" y="792"/>
                  </a:lnTo>
                  <a:lnTo>
                    <a:pt x="33" y="776"/>
                  </a:lnTo>
                  <a:lnTo>
                    <a:pt x="33" y="17"/>
                  </a:lnTo>
                  <a:cubicBezTo>
                    <a:pt x="33"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3"/>
            <p:cNvSpPr/>
            <p:nvPr/>
          </p:nvSpPr>
          <p:spPr>
            <a:xfrm>
              <a:off x="869817" y="3321424"/>
              <a:ext cx="332739" cy="199147"/>
            </a:xfrm>
            <a:custGeom>
              <a:rect b="b" l="l" r="r" t="t"/>
              <a:pathLst>
                <a:path extrusionOk="0" h="2005" w="3350">
                  <a:moveTo>
                    <a:pt x="3333" y="1"/>
                  </a:moveTo>
                  <a:cubicBezTo>
                    <a:pt x="3184" y="17"/>
                    <a:pt x="3014" y="86"/>
                    <a:pt x="2861" y="138"/>
                  </a:cubicBezTo>
                  <a:cubicBezTo>
                    <a:pt x="2828" y="138"/>
                    <a:pt x="2796" y="154"/>
                    <a:pt x="2780" y="170"/>
                  </a:cubicBezTo>
                  <a:lnTo>
                    <a:pt x="2643" y="203"/>
                  </a:lnTo>
                  <a:cubicBezTo>
                    <a:pt x="2053" y="405"/>
                    <a:pt x="1467" y="607"/>
                    <a:pt x="877" y="776"/>
                  </a:cubicBezTo>
                  <a:cubicBezTo>
                    <a:pt x="724" y="825"/>
                    <a:pt x="574" y="877"/>
                    <a:pt x="437" y="926"/>
                  </a:cubicBezTo>
                  <a:cubicBezTo>
                    <a:pt x="336" y="962"/>
                    <a:pt x="255" y="995"/>
                    <a:pt x="154" y="1027"/>
                  </a:cubicBezTo>
                  <a:cubicBezTo>
                    <a:pt x="33" y="1063"/>
                    <a:pt x="1" y="1112"/>
                    <a:pt x="1" y="1229"/>
                  </a:cubicBezTo>
                  <a:cubicBezTo>
                    <a:pt x="17" y="1350"/>
                    <a:pt x="1" y="1451"/>
                    <a:pt x="1" y="1568"/>
                  </a:cubicBezTo>
                  <a:cubicBezTo>
                    <a:pt x="1" y="1702"/>
                    <a:pt x="1" y="1855"/>
                    <a:pt x="17" y="2005"/>
                  </a:cubicBezTo>
                  <a:lnTo>
                    <a:pt x="53" y="2005"/>
                  </a:lnTo>
                  <a:cubicBezTo>
                    <a:pt x="33" y="1855"/>
                    <a:pt x="33" y="1702"/>
                    <a:pt x="33" y="1568"/>
                  </a:cubicBezTo>
                  <a:lnTo>
                    <a:pt x="33" y="1229"/>
                  </a:lnTo>
                  <a:cubicBezTo>
                    <a:pt x="17" y="1112"/>
                    <a:pt x="69" y="1079"/>
                    <a:pt x="154" y="1047"/>
                  </a:cubicBezTo>
                  <a:cubicBezTo>
                    <a:pt x="255" y="1011"/>
                    <a:pt x="356" y="995"/>
                    <a:pt x="437" y="962"/>
                  </a:cubicBezTo>
                  <a:lnTo>
                    <a:pt x="893" y="809"/>
                  </a:lnTo>
                  <a:cubicBezTo>
                    <a:pt x="1483" y="623"/>
                    <a:pt x="2073" y="421"/>
                    <a:pt x="2643" y="239"/>
                  </a:cubicBezTo>
                  <a:lnTo>
                    <a:pt x="2780" y="187"/>
                  </a:lnTo>
                  <a:cubicBezTo>
                    <a:pt x="2812" y="187"/>
                    <a:pt x="2845" y="170"/>
                    <a:pt x="2881" y="154"/>
                  </a:cubicBezTo>
                  <a:cubicBezTo>
                    <a:pt x="3030" y="102"/>
                    <a:pt x="3184" y="53"/>
                    <a:pt x="3350" y="17"/>
                  </a:cubicBezTo>
                  <a:lnTo>
                    <a:pt x="33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3"/>
            <p:cNvSpPr/>
            <p:nvPr/>
          </p:nvSpPr>
          <p:spPr>
            <a:xfrm>
              <a:off x="1921470" y="3575795"/>
              <a:ext cx="132102" cy="158622"/>
            </a:xfrm>
            <a:custGeom>
              <a:rect b="b" l="l" r="r" t="t"/>
              <a:pathLst>
                <a:path extrusionOk="0" h="1597" w="1330">
                  <a:moveTo>
                    <a:pt x="69" y="1"/>
                  </a:moveTo>
                  <a:cubicBezTo>
                    <a:pt x="69" y="1"/>
                    <a:pt x="49" y="1"/>
                    <a:pt x="49" y="17"/>
                  </a:cubicBezTo>
                  <a:cubicBezTo>
                    <a:pt x="1" y="134"/>
                    <a:pt x="33" y="219"/>
                    <a:pt x="134" y="304"/>
                  </a:cubicBezTo>
                  <a:cubicBezTo>
                    <a:pt x="372" y="522"/>
                    <a:pt x="590" y="756"/>
                    <a:pt x="809" y="975"/>
                  </a:cubicBezTo>
                  <a:cubicBezTo>
                    <a:pt x="893" y="1059"/>
                    <a:pt x="978" y="1144"/>
                    <a:pt x="1059" y="1229"/>
                  </a:cubicBezTo>
                  <a:cubicBezTo>
                    <a:pt x="1079" y="1245"/>
                    <a:pt x="1095" y="1261"/>
                    <a:pt x="1112" y="1278"/>
                  </a:cubicBezTo>
                  <a:cubicBezTo>
                    <a:pt x="1144" y="1314"/>
                    <a:pt x="1180" y="1346"/>
                    <a:pt x="1213" y="1379"/>
                  </a:cubicBezTo>
                  <a:cubicBezTo>
                    <a:pt x="1281" y="1431"/>
                    <a:pt x="1297" y="1479"/>
                    <a:pt x="1297" y="1580"/>
                  </a:cubicBezTo>
                  <a:cubicBezTo>
                    <a:pt x="1297" y="1597"/>
                    <a:pt x="1297" y="1597"/>
                    <a:pt x="1314" y="1597"/>
                  </a:cubicBezTo>
                  <a:lnTo>
                    <a:pt x="1314" y="1580"/>
                  </a:lnTo>
                  <a:cubicBezTo>
                    <a:pt x="1330" y="1516"/>
                    <a:pt x="1330" y="1431"/>
                    <a:pt x="1229" y="1362"/>
                  </a:cubicBezTo>
                  <a:cubicBezTo>
                    <a:pt x="1196" y="1330"/>
                    <a:pt x="1160" y="1294"/>
                    <a:pt x="1128" y="1261"/>
                  </a:cubicBezTo>
                  <a:cubicBezTo>
                    <a:pt x="1112" y="1245"/>
                    <a:pt x="1095" y="1229"/>
                    <a:pt x="1095" y="1213"/>
                  </a:cubicBezTo>
                  <a:cubicBezTo>
                    <a:pt x="994" y="1128"/>
                    <a:pt x="910" y="1043"/>
                    <a:pt x="825" y="958"/>
                  </a:cubicBezTo>
                  <a:cubicBezTo>
                    <a:pt x="607" y="724"/>
                    <a:pt x="388" y="506"/>
                    <a:pt x="150" y="284"/>
                  </a:cubicBezTo>
                  <a:cubicBezTo>
                    <a:pt x="69" y="203"/>
                    <a:pt x="17" y="134"/>
                    <a:pt x="85"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3"/>
            <p:cNvSpPr/>
            <p:nvPr/>
          </p:nvSpPr>
          <p:spPr>
            <a:xfrm>
              <a:off x="936861" y="2246529"/>
              <a:ext cx="6456" cy="21752"/>
            </a:xfrm>
            <a:custGeom>
              <a:rect b="b" l="l" r="r" t="t"/>
              <a:pathLst>
                <a:path extrusionOk="0" h="219" w="65">
                  <a:moveTo>
                    <a:pt x="16" y="1"/>
                  </a:moveTo>
                  <a:cubicBezTo>
                    <a:pt x="0" y="1"/>
                    <a:pt x="0" y="17"/>
                    <a:pt x="16" y="17"/>
                  </a:cubicBezTo>
                  <a:cubicBezTo>
                    <a:pt x="33" y="69"/>
                    <a:pt x="33" y="118"/>
                    <a:pt x="33" y="170"/>
                  </a:cubicBezTo>
                  <a:lnTo>
                    <a:pt x="33" y="219"/>
                  </a:lnTo>
                  <a:lnTo>
                    <a:pt x="65" y="219"/>
                  </a:lnTo>
                  <a:lnTo>
                    <a:pt x="65" y="170"/>
                  </a:lnTo>
                  <a:cubicBezTo>
                    <a:pt x="65" y="118"/>
                    <a:pt x="65" y="5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3"/>
            <p:cNvSpPr/>
            <p:nvPr/>
          </p:nvSpPr>
          <p:spPr>
            <a:xfrm>
              <a:off x="511949" y="1562776"/>
              <a:ext cx="124057" cy="77176"/>
            </a:xfrm>
            <a:custGeom>
              <a:rect b="b" l="l" r="r" t="t"/>
              <a:pathLst>
                <a:path extrusionOk="0" h="777" w="1249">
                  <a:moveTo>
                    <a:pt x="1232" y="1"/>
                  </a:moveTo>
                  <a:cubicBezTo>
                    <a:pt x="1063" y="86"/>
                    <a:pt x="909" y="187"/>
                    <a:pt x="760" y="272"/>
                  </a:cubicBezTo>
                  <a:lnTo>
                    <a:pt x="558" y="421"/>
                  </a:lnTo>
                  <a:cubicBezTo>
                    <a:pt x="424" y="490"/>
                    <a:pt x="287" y="575"/>
                    <a:pt x="170" y="639"/>
                  </a:cubicBezTo>
                  <a:cubicBezTo>
                    <a:pt x="121" y="676"/>
                    <a:pt x="69" y="724"/>
                    <a:pt x="0" y="756"/>
                  </a:cubicBezTo>
                  <a:lnTo>
                    <a:pt x="0" y="777"/>
                  </a:lnTo>
                  <a:lnTo>
                    <a:pt x="20" y="777"/>
                  </a:lnTo>
                  <a:cubicBezTo>
                    <a:pt x="69" y="740"/>
                    <a:pt x="138" y="708"/>
                    <a:pt x="186" y="676"/>
                  </a:cubicBezTo>
                  <a:cubicBezTo>
                    <a:pt x="303" y="591"/>
                    <a:pt x="441" y="506"/>
                    <a:pt x="558" y="437"/>
                  </a:cubicBezTo>
                  <a:cubicBezTo>
                    <a:pt x="643" y="389"/>
                    <a:pt x="707" y="336"/>
                    <a:pt x="776" y="304"/>
                  </a:cubicBezTo>
                  <a:cubicBezTo>
                    <a:pt x="929" y="203"/>
                    <a:pt x="1079" y="102"/>
                    <a:pt x="1232" y="33"/>
                  </a:cubicBezTo>
                  <a:cubicBezTo>
                    <a:pt x="1249" y="33"/>
                    <a:pt x="1249" y="17"/>
                    <a:pt x="1249" y="17"/>
                  </a:cubicBezTo>
                  <a:cubicBezTo>
                    <a:pt x="1249" y="1"/>
                    <a:pt x="1232" y="1"/>
                    <a:pt x="1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3"/>
            <p:cNvSpPr/>
            <p:nvPr/>
          </p:nvSpPr>
          <p:spPr>
            <a:xfrm>
              <a:off x="1742487" y="1965638"/>
              <a:ext cx="140545" cy="322707"/>
            </a:xfrm>
            <a:custGeom>
              <a:rect b="b" l="l" r="r" t="t"/>
              <a:pathLst>
                <a:path extrusionOk="0" h="3249" w="1415">
                  <a:moveTo>
                    <a:pt x="53" y="1"/>
                  </a:moveTo>
                  <a:cubicBezTo>
                    <a:pt x="17" y="33"/>
                    <a:pt x="1" y="69"/>
                    <a:pt x="1" y="118"/>
                  </a:cubicBezTo>
                  <a:cubicBezTo>
                    <a:pt x="17" y="288"/>
                    <a:pt x="17" y="473"/>
                    <a:pt x="1" y="639"/>
                  </a:cubicBezTo>
                  <a:lnTo>
                    <a:pt x="1" y="1011"/>
                  </a:lnTo>
                  <a:cubicBezTo>
                    <a:pt x="1" y="1079"/>
                    <a:pt x="17" y="1128"/>
                    <a:pt x="53" y="1180"/>
                  </a:cubicBezTo>
                  <a:cubicBezTo>
                    <a:pt x="538" y="1952"/>
                    <a:pt x="926" y="2558"/>
                    <a:pt x="1282" y="3132"/>
                  </a:cubicBezTo>
                  <a:cubicBezTo>
                    <a:pt x="1282" y="3132"/>
                    <a:pt x="1282" y="3148"/>
                    <a:pt x="1298" y="3164"/>
                  </a:cubicBezTo>
                  <a:cubicBezTo>
                    <a:pt x="1314" y="3200"/>
                    <a:pt x="1330" y="3233"/>
                    <a:pt x="1399" y="3249"/>
                  </a:cubicBezTo>
                  <a:cubicBezTo>
                    <a:pt x="1399" y="3249"/>
                    <a:pt x="1399" y="3233"/>
                    <a:pt x="1415" y="3233"/>
                  </a:cubicBezTo>
                  <a:lnTo>
                    <a:pt x="1399" y="3216"/>
                  </a:lnTo>
                  <a:cubicBezTo>
                    <a:pt x="1346" y="3216"/>
                    <a:pt x="1330" y="3184"/>
                    <a:pt x="1314" y="3148"/>
                  </a:cubicBezTo>
                  <a:cubicBezTo>
                    <a:pt x="1314" y="3132"/>
                    <a:pt x="1298" y="3132"/>
                    <a:pt x="1298" y="3115"/>
                  </a:cubicBezTo>
                  <a:cubicBezTo>
                    <a:pt x="942" y="2542"/>
                    <a:pt x="558" y="1952"/>
                    <a:pt x="70" y="1164"/>
                  </a:cubicBezTo>
                  <a:cubicBezTo>
                    <a:pt x="33" y="1112"/>
                    <a:pt x="33" y="1079"/>
                    <a:pt x="33" y="1011"/>
                  </a:cubicBezTo>
                  <a:cubicBezTo>
                    <a:pt x="17" y="894"/>
                    <a:pt x="33" y="760"/>
                    <a:pt x="33" y="639"/>
                  </a:cubicBezTo>
                  <a:cubicBezTo>
                    <a:pt x="33" y="473"/>
                    <a:pt x="53" y="288"/>
                    <a:pt x="33" y="102"/>
                  </a:cubicBezTo>
                  <a:cubicBezTo>
                    <a:pt x="17" y="86"/>
                    <a:pt x="33" y="53"/>
                    <a:pt x="70" y="17"/>
                  </a:cubicBezTo>
                  <a:lnTo>
                    <a:pt x="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3"/>
            <p:cNvSpPr/>
            <p:nvPr/>
          </p:nvSpPr>
          <p:spPr>
            <a:xfrm>
              <a:off x="1378162" y="3262922"/>
              <a:ext cx="3377" cy="103993"/>
            </a:xfrm>
            <a:custGeom>
              <a:rect b="b" l="l" r="r" t="t"/>
              <a:pathLst>
                <a:path extrusionOk="0" h="1047" w="34">
                  <a:moveTo>
                    <a:pt x="17" y="0"/>
                  </a:moveTo>
                  <a:cubicBezTo>
                    <a:pt x="1" y="0"/>
                    <a:pt x="1" y="20"/>
                    <a:pt x="1" y="20"/>
                  </a:cubicBezTo>
                  <a:lnTo>
                    <a:pt x="1" y="238"/>
                  </a:lnTo>
                  <a:lnTo>
                    <a:pt x="1" y="877"/>
                  </a:lnTo>
                  <a:lnTo>
                    <a:pt x="1" y="978"/>
                  </a:lnTo>
                  <a:cubicBezTo>
                    <a:pt x="1" y="994"/>
                    <a:pt x="1" y="1010"/>
                    <a:pt x="17" y="1030"/>
                  </a:cubicBezTo>
                  <a:lnTo>
                    <a:pt x="17" y="1046"/>
                  </a:lnTo>
                  <a:cubicBezTo>
                    <a:pt x="33" y="1046"/>
                    <a:pt x="33" y="1046"/>
                    <a:pt x="33" y="1030"/>
                  </a:cubicBezTo>
                  <a:lnTo>
                    <a:pt x="33" y="978"/>
                  </a:lnTo>
                  <a:cubicBezTo>
                    <a:pt x="33" y="945"/>
                    <a:pt x="17" y="909"/>
                    <a:pt x="17" y="877"/>
                  </a:cubicBezTo>
                  <a:lnTo>
                    <a:pt x="17" y="238"/>
                  </a:lnTo>
                  <a:lnTo>
                    <a:pt x="17" y="20"/>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3"/>
            <p:cNvSpPr/>
            <p:nvPr/>
          </p:nvSpPr>
          <p:spPr>
            <a:xfrm>
              <a:off x="1033505" y="3716241"/>
              <a:ext cx="5364" cy="18176"/>
            </a:xfrm>
            <a:custGeom>
              <a:rect b="b" l="l" r="r" t="t"/>
              <a:pathLst>
                <a:path extrusionOk="0" h="183" w="54">
                  <a:moveTo>
                    <a:pt x="21" y="1"/>
                  </a:moveTo>
                  <a:cubicBezTo>
                    <a:pt x="1" y="1"/>
                    <a:pt x="1" y="1"/>
                    <a:pt x="1" y="17"/>
                  </a:cubicBezTo>
                  <a:lnTo>
                    <a:pt x="37" y="166"/>
                  </a:lnTo>
                  <a:cubicBezTo>
                    <a:pt x="37" y="183"/>
                    <a:pt x="37" y="183"/>
                    <a:pt x="53" y="183"/>
                  </a:cubicBezTo>
                  <a:lnTo>
                    <a:pt x="53" y="166"/>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3"/>
            <p:cNvSpPr/>
            <p:nvPr/>
          </p:nvSpPr>
          <p:spPr>
            <a:xfrm>
              <a:off x="1735732" y="2925415"/>
              <a:ext cx="174216" cy="304232"/>
            </a:xfrm>
            <a:custGeom>
              <a:rect b="b" l="l" r="r" t="t"/>
              <a:pathLst>
                <a:path extrusionOk="0" h="3063" w="1754">
                  <a:moveTo>
                    <a:pt x="69" y="1"/>
                  </a:moveTo>
                  <a:cubicBezTo>
                    <a:pt x="37" y="33"/>
                    <a:pt x="37" y="65"/>
                    <a:pt x="37" y="102"/>
                  </a:cubicBezTo>
                  <a:lnTo>
                    <a:pt x="37" y="118"/>
                  </a:lnTo>
                  <a:cubicBezTo>
                    <a:pt x="37" y="186"/>
                    <a:pt x="53" y="251"/>
                    <a:pt x="53" y="320"/>
                  </a:cubicBezTo>
                  <a:cubicBezTo>
                    <a:pt x="53" y="469"/>
                    <a:pt x="69" y="639"/>
                    <a:pt x="37" y="772"/>
                  </a:cubicBezTo>
                  <a:cubicBezTo>
                    <a:pt x="0" y="994"/>
                    <a:pt x="101" y="1112"/>
                    <a:pt x="202" y="1229"/>
                  </a:cubicBezTo>
                  <a:lnTo>
                    <a:pt x="222" y="1245"/>
                  </a:lnTo>
                  <a:cubicBezTo>
                    <a:pt x="404" y="1447"/>
                    <a:pt x="574" y="1649"/>
                    <a:pt x="760" y="1851"/>
                  </a:cubicBezTo>
                  <a:cubicBezTo>
                    <a:pt x="861" y="1984"/>
                    <a:pt x="978" y="2121"/>
                    <a:pt x="1079" y="2255"/>
                  </a:cubicBezTo>
                  <a:cubicBezTo>
                    <a:pt x="1281" y="2473"/>
                    <a:pt x="1467" y="2691"/>
                    <a:pt x="1652" y="2893"/>
                  </a:cubicBezTo>
                  <a:cubicBezTo>
                    <a:pt x="1685" y="2929"/>
                    <a:pt x="1685" y="2962"/>
                    <a:pt x="1701" y="2994"/>
                  </a:cubicBezTo>
                  <a:cubicBezTo>
                    <a:pt x="1701" y="3014"/>
                    <a:pt x="1717" y="3047"/>
                    <a:pt x="1717" y="3063"/>
                  </a:cubicBezTo>
                  <a:lnTo>
                    <a:pt x="1737" y="3063"/>
                  </a:lnTo>
                  <a:cubicBezTo>
                    <a:pt x="1737" y="3063"/>
                    <a:pt x="1753" y="3063"/>
                    <a:pt x="1753" y="3047"/>
                  </a:cubicBezTo>
                  <a:cubicBezTo>
                    <a:pt x="1737" y="3030"/>
                    <a:pt x="1737" y="3014"/>
                    <a:pt x="1717" y="2994"/>
                  </a:cubicBezTo>
                  <a:cubicBezTo>
                    <a:pt x="1717" y="2962"/>
                    <a:pt x="1701" y="2913"/>
                    <a:pt x="1669" y="2877"/>
                  </a:cubicBezTo>
                  <a:cubicBezTo>
                    <a:pt x="1483" y="2675"/>
                    <a:pt x="1297" y="2457"/>
                    <a:pt x="1111" y="2239"/>
                  </a:cubicBezTo>
                  <a:cubicBezTo>
                    <a:pt x="994" y="2105"/>
                    <a:pt x="877" y="1968"/>
                    <a:pt x="776" y="1835"/>
                  </a:cubicBezTo>
                  <a:cubicBezTo>
                    <a:pt x="590" y="1633"/>
                    <a:pt x="424" y="1431"/>
                    <a:pt x="239" y="1229"/>
                  </a:cubicBezTo>
                  <a:lnTo>
                    <a:pt x="222" y="1213"/>
                  </a:lnTo>
                  <a:cubicBezTo>
                    <a:pt x="121" y="1075"/>
                    <a:pt x="37" y="974"/>
                    <a:pt x="69" y="792"/>
                  </a:cubicBezTo>
                  <a:cubicBezTo>
                    <a:pt x="85" y="639"/>
                    <a:pt x="85" y="469"/>
                    <a:pt x="69" y="320"/>
                  </a:cubicBezTo>
                  <a:lnTo>
                    <a:pt x="69" y="118"/>
                  </a:lnTo>
                  <a:lnTo>
                    <a:pt x="69" y="102"/>
                  </a:lnTo>
                  <a:cubicBezTo>
                    <a:pt x="69" y="65"/>
                    <a:pt x="69" y="4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3"/>
            <p:cNvSpPr/>
            <p:nvPr/>
          </p:nvSpPr>
          <p:spPr>
            <a:xfrm>
              <a:off x="1189246" y="1405544"/>
              <a:ext cx="4867" cy="78765"/>
            </a:xfrm>
            <a:custGeom>
              <a:rect b="b" l="l" r="r" t="t"/>
              <a:pathLst>
                <a:path extrusionOk="0" h="793" w="49">
                  <a:moveTo>
                    <a:pt x="0" y="0"/>
                  </a:moveTo>
                  <a:lnTo>
                    <a:pt x="0" y="17"/>
                  </a:lnTo>
                  <a:cubicBezTo>
                    <a:pt x="16" y="154"/>
                    <a:pt x="16" y="271"/>
                    <a:pt x="0" y="404"/>
                  </a:cubicBezTo>
                  <a:lnTo>
                    <a:pt x="0" y="622"/>
                  </a:lnTo>
                  <a:lnTo>
                    <a:pt x="0" y="675"/>
                  </a:lnTo>
                  <a:cubicBezTo>
                    <a:pt x="0" y="707"/>
                    <a:pt x="0" y="744"/>
                    <a:pt x="16" y="776"/>
                  </a:cubicBezTo>
                  <a:lnTo>
                    <a:pt x="33" y="792"/>
                  </a:lnTo>
                  <a:cubicBezTo>
                    <a:pt x="49" y="792"/>
                    <a:pt x="49" y="776"/>
                    <a:pt x="49" y="776"/>
                  </a:cubicBezTo>
                  <a:cubicBezTo>
                    <a:pt x="33" y="744"/>
                    <a:pt x="33" y="707"/>
                    <a:pt x="33" y="675"/>
                  </a:cubicBezTo>
                  <a:lnTo>
                    <a:pt x="33" y="622"/>
                  </a:lnTo>
                  <a:lnTo>
                    <a:pt x="33" y="404"/>
                  </a:lnTo>
                  <a:cubicBezTo>
                    <a:pt x="33" y="271"/>
                    <a:pt x="33" y="154"/>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3"/>
            <p:cNvSpPr/>
            <p:nvPr/>
          </p:nvSpPr>
          <p:spPr>
            <a:xfrm>
              <a:off x="2165412" y="2572712"/>
              <a:ext cx="5364" cy="26619"/>
            </a:xfrm>
            <a:custGeom>
              <a:rect b="b" l="l" r="r" t="t"/>
              <a:pathLst>
                <a:path extrusionOk="0" h="268" w="54">
                  <a:moveTo>
                    <a:pt x="37" y="1"/>
                  </a:moveTo>
                  <a:cubicBezTo>
                    <a:pt x="1" y="49"/>
                    <a:pt x="17" y="82"/>
                    <a:pt x="17" y="134"/>
                  </a:cubicBezTo>
                  <a:cubicBezTo>
                    <a:pt x="17" y="166"/>
                    <a:pt x="17" y="219"/>
                    <a:pt x="1" y="251"/>
                  </a:cubicBezTo>
                  <a:lnTo>
                    <a:pt x="1" y="267"/>
                  </a:lnTo>
                  <a:lnTo>
                    <a:pt x="17" y="267"/>
                  </a:lnTo>
                  <a:cubicBezTo>
                    <a:pt x="53" y="219"/>
                    <a:pt x="37" y="166"/>
                    <a:pt x="37" y="134"/>
                  </a:cubicBezTo>
                  <a:cubicBezTo>
                    <a:pt x="37" y="82"/>
                    <a:pt x="37" y="49"/>
                    <a:pt x="53"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3"/>
            <p:cNvSpPr/>
            <p:nvPr/>
          </p:nvSpPr>
          <p:spPr>
            <a:xfrm>
              <a:off x="1409946" y="3055829"/>
              <a:ext cx="4867" cy="21752"/>
            </a:xfrm>
            <a:custGeom>
              <a:rect b="b" l="l" r="r" t="t"/>
              <a:pathLst>
                <a:path extrusionOk="0" h="219" w="49">
                  <a:moveTo>
                    <a:pt x="16" y="1"/>
                  </a:moveTo>
                  <a:cubicBezTo>
                    <a:pt x="0" y="1"/>
                    <a:pt x="0" y="1"/>
                    <a:pt x="0" y="17"/>
                  </a:cubicBezTo>
                  <a:cubicBezTo>
                    <a:pt x="16" y="65"/>
                    <a:pt x="32" y="134"/>
                    <a:pt x="0" y="203"/>
                  </a:cubicBezTo>
                  <a:cubicBezTo>
                    <a:pt x="0" y="219"/>
                    <a:pt x="0" y="219"/>
                    <a:pt x="16" y="219"/>
                  </a:cubicBezTo>
                  <a:lnTo>
                    <a:pt x="32" y="219"/>
                  </a:lnTo>
                  <a:cubicBezTo>
                    <a:pt x="49" y="150"/>
                    <a:pt x="32" y="65"/>
                    <a:pt x="32"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3"/>
            <p:cNvSpPr/>
            <p:nvPr/>
          </p:nvSpPr>
          <p:spPr>
            <a:xfrm>
              <a:off x="1737719" y="3080760"/>
              <a:ext cx="150577" cy="259238"/>
            </a:xfrm>
            <a:custGeom>
              <a:rect b="b" l="l" r="r" t="t"/>
              <a:pathLst>
                <a:path extrusionOk="0" h="2610" w="1516">
                  <a:moveTo>
                    <a:pt x="49" y="0"/>
                  </a:moveTo>
                  <a:cubicBezTo>
                    <a:pt x="33" y="0"/>
                    <a:pt x="33" y="0"/>
                    <a:pt x="33" y="16"/>
                  </a:cubicBezTo>
                  <a:cubicBezTo>
                    <a:pt x="17" y="117"/>
                    <a:pt x="0" y="202"/>
                    <a:pt x="101" y="319"/>
                  </a:cubicBezTo>
                  <a:cubicBezTo>
                    <a:pt x="384" y="606"/>
                    <a:pt x="639" y="925"/>
                    <a:pt x="909" y="1228"/>
                  </a:cubicBezTo>
                  <a:cubicBezTo>
                    <a:pt x="1010" y="1349"/>
                    <a:pt x="1111" y="1466"/>
                    <a:pt x="1192" y="1584"/>
                  </a:cubicBezTo>
                  <a:cubicBezTo>
                    <a:pt x="1229" y="1600"/>
                    <a:pt x="1245" y="1632"/>
                    <a:pt x="1277" y="1668"/>
                  </a:cubicBezTo>
                  <a:cubicBezTo>
                    <a:pt x="1330" y="1733"/>
                    <a:pt x="1394" y="1802"/>
                    <a:pt x="1463" y="1870"/>
                  </a:cubicBezTo>
                  <a:cubicBezTo>
                    <a:pt x="1495" y="1903"/>
                    <a:pt x="1495" y="1935"/>
                    <a:pt x="1479" y="1971"/>
                  </a:cubicBezTo>
                  <a:lnTo>
                    <a:pt x="1479" y="2339"/>
                  </a:lnTo>
                  <a:lnTo>
                    <a:pt x="1479" y="2440"/>
                  </a:lnTo>
                  <a:lnTo>
                    <a:pt x="1479" y="2460"/>
                  </a:lnTo>
                  <a:cubicBezTo>
                    <a:pt x="1479" y="2509"/>
                    <a:pt x="1479" y="2541"/>
                    <a:pt x="1463" y="2593"/>
                  </a:cubicBezTo>
                  <a:cubicBezTo>
                    <a:pt x="1447" y="2593"/>
                    <a:pt x="1463" y="2610"/>
                    <a:pt x="1463" y="2610"/>
                  </a:cubicBezTo>
                  <a:lnTo>
                    <a:pt x="1479" y="2610"/>
                  </a:lnTo>
                  <a:cubicBezTo>
                    <a:pt x="1515" y="2561"/>
                    <a:pt x="1515" y="2509"/>
                    <a:pt x="1515" y="2460"/>
                  </a:cubicBezTo>
                  <a:lnTo>
                    <a:pt x="1515" y="2440"/>
                  </a:lnTo>
                  <a:lnTo>
                    <a:pt x="1515" y="2339"/>
                  </a:lnTo>
                  <a:lnTo>
                    <a:pt x="1515" y="1971"/>
                  </a:lnTo>
                  <a:cubicBezTo>
                    <a:pt x="1515" y="1935"/>
                    <a:pt x="1515" y="1903"/>
                    <a:pt x="1479" y="1854"/>
                  </a:cubicBezTo>
                  <a:cubicBezTo>
                    <a:pt x="1414" y="1786"/>
                    <a:pt x="1346" y="1717"/>
                    <a:pt x="1293" y="1652"/>
                  </a:cubicBezTo>
                  <a:cubicBezTo>
                    <a:pt x="1261" y="1616"/>
                    <a:pt x="1245" y="1584"/>
                    <a:pt x="1229" y="1567"/>
                  </a:cubicBezTo>
                  <a:cubicBezTo>
                    <a:pt x="1128" y="1450"/>
                    <a:pt x="1027" y="1329"/>
                    <a:pt x="926" y="1212"/>
                  </a:cubicBezTo>
                  <a:cubicBezTo>
                    <a:pt x="671" y="909"/>
                    <a:pt x="404" y="590"/>
                    <a:pt x="118" y="303"/>
                  </a:cubicBezTo>
                  <a:cubicBezTo>
                    <a:pt x="33" y="202"/>
                    <a:pt x="33" y="117"/>
                    <a:pt x="49" y="16"/>
                  </a:cubicBezTo>
                  <a:cubicBezTo>
                    <a:pt x="65" y="16"/>
                    <a:pt x="49"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3"/>
            <p:cNvSpPr/>
            <p:nvPr/>
          </p:nvSpPr>
          <p:spPr>
            <a:xfrm>
              <a:off x="1409946" y="2905352"/>
              <a:ext cx="91975" cy="187128"/>
            </a:xfrm>
            <a:custGeom>
              <a:rect b="b" l="l" r="r" t="t"/>
              <a:pathLst>
                <a:path extrusionOk="0" h="1884" w="926">
                  <a:moveTo>
                    <a:pt x="32" y="1"/>
                  </a:moveTo>
                  <a:lnTo>
                    <a:pt x="32" y="17"/>
                  </a:lnTo>
                  <a:cubicBezTo>
                    <a:pt x="0" y="336"/>
                    <a:pt x="0" y="639"/>
                    <a:pt x="32" y="942"/>
                  </a:cubicBezTo>
                  <a:lnTo>
                    <a:pt x="32" y="958"/>
                  </a:lnTo>
                  <a:cubicBezTo>
                    <a:pt x="32" y="994"/>
                    <a:pt x="32" y="1027"/>
                    <a:pt x="69" y="1043"/>
                  </a:cubicBezTo>
                  <a:cubicBezTo>
                    <a:pt x="251" y="1144"/>
                    <a:pt x="388" y="1297"/>
                    <a:pt x="521" y="1447"/>
                  </a:cubicBezTo>
                  <a:cubicBezTo>
                    <a:pt x="590" y="1532"/>
                    <a:pt x="675" y="1617"/>
                    <a:pt x="755" y="1701"/>
                  </a:cubicBezTo>
                  <a:cubicBezTo>
                    <a:pt x="776" y="1701"/>
                    <a:pt x="776" y="1718"/>
                    <a:pt x="792" y="1718"/>
                  </a:cubicBezTo>
                  <a:cubicBezTo>
                    <a:pt x="840" y="1766"/>
                    <a:pt x="893" y="1802"/>
                    <a:pt x="893" y="1883"/>
                  </a:cubicBezTo>
                  <a:lnTo>
                    <a:pt x="909" y="1883"/>
                  </a:lnTo>
                  <a:cubicBezTo>
                    <a:pt x="909" y="1883"/>
                    <a:pt x="925" y="1883"/>
                    <a:pt x="925" y="1867"/>
                  </a:cubicBezTo>
                  <a:cubicBezTo>
                    <a:pt x="909" y="1802"/>
                    <a:pt x="856" y="1750"/>
                    <a:pt x="808" y="1701"/>
                  </a:cubicBezTo>
                  <a:cubicBezTo>
                    <a:pt x="792" y="1701"/>
                    <a:pt x="792" y="1681"/>
                    <a:pt x="776" y="1681"/>
                  </a:cubicBezTo>
                  <a:cubicBezTo>
                    <a:pt x="691" y="1600"/>
                    <a:pt x="606" y="1516"/>
                    <a:pt x="537" y="1431"/>
                  </a:cubicBezTo>
                  <a:cubicBezTo>
                    <a:pt x="404" y="1277"/>
                    <a:pt x="271" y="1112"/>
                    <a:pt x="69" y="1011"/>
                  </a:cubicBezTo>
                  <a:cubicBezTo>
                    <a:pt x="49" y="1011"/>
                    <a:pt x="49" y="994"/>
                    <a:pt x="49" y="958"/>
                  </a:cubicBezTo>
                  <a:lnTo>
                    <a:pt x="49" y="942"/>
                  </a:lnTo>
                  <a:cubicBezTo>
                    <a:pt x="32" y="639"/>
                    <a:pt x="32" y="336"/>
                    <a:pt x="49" y="17"/>
                  </a:cubicBezTo>
                  <a:cubicBezTo>
                    <a:pt x="49" y="1"/>
                    <a:pt x="4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3"/>
            <p:cNvSpPr/>
            <p:nvPr/>
          </p:nvSpPr>
          <p:spPr>
            <a:xfrm>
              <a:off x="1256191" y="1192691"/>
              <a:ext cx="237287" cy="121077"/>
            </a:xfrm>
            <a:custGeom>
              <a:rect b="b" l="l" r="r" t="t"/>
              <a:pathLst>
                <a:path extrusionOk="0" h="1219" w="2389">
                  <a:moveTo>
                    <a:pt x="1589" y="0"/>
                  </a:moveTo>
                  <a:cubicBezTo>
                    <a:pt x="1547" y="0"/>
                    <a:pt x="1502" y="15"/>
                    <a:pt x="1463" y="39"/>
                  </a:cubicBezTo>
                  <a:lnTo>
                    <a:pt x="1144" y="241"/>
                  </a:lnTo>
                  <a:cubicBezTo>
                    <a:pt x="789" y="443"/>
                    <a:pt x="437" y="665"/>
                    <a:pt x="102" y="867"/>
                  </a:cubicBezTo>
                  <a:cubicBezTo>
                    <a:pt x="49" y="899"/>
                    <a:pt x="17" y="931"/>
                    <a:pt x="17" y="984"/>
                  </a:cubicBezTo>
                  <a:cubicBezTo>
                    <a:pt x="1" y="1000"/>
                    <a:pt x="17" y="1000"/>
                    <a:pt x="17" y="1000"/>
                  </a:cubicBezTo>
                  <a:lnTo>
                    <a:pt x="33" y="1000"/>
                  </a:lnTo>
                  <a:cubicBezTo>
                    <a:pt x="49" y="948"/>
                    <a:pt x="65" y="915"/>
                    <a:pt x="102" y="899"/>
                  </a:cubicBezTo>
                  <a:cubicBezTo>
                    <a:pt x="453" y="681"/>
                    <a:pt x="809" y="479"/>
                    <a:pt x="1160" y="261"/>
                  </a:cubicBezTo>
                  <a:lnTo>
                    <a:pt x="1479" y="75"/>
                  </a:lnTo>
                  <a:cubicBezTo>
                    <a:pt x="1518" y="48"/>
                    <a:pt x="1555" y="32"/>
                    <a:pt x="1586" y="32"/>
                  </a:cubicBezTo>
                  <a:cubicBezTo>
                    <a:pt x="1597" y="32"/>
                    <a:pt x="1607" y="34"/>
                    <a:pt x="1617" y="39"/>
                  </a:cubicBezTo>
                  <a:cubicBezTo>
                    <a:pt x="1665" y="39"/>
                    <a:pt x="1698" y="75"/>
                    <a:pt x="1734" y="124"/>
                  </a:cubicBezTo>
                  <a:cubicBezTo>
                    <a:pt x="1766" y="208"/>
                    <a:pt x="1819" y="293"/>
                    <a:pt x="1867" y="378"/>
                  </a:cubicBezTo>
                  <a:cubicBezTo>
                    <a:pt x="1952" y="544"/>
                    <a:pt x="2053" y="697"/>
                    <a:pt x="2154" y="867"/>
                  </a:cubicBezTo>
                  <a:cubicBezTo>
                    <a:pt x="2170" y="899"/>
                    <a:pt x="2186" y="931"/>
                    <a:pt x="2202" y="968"/>
                  </a:cubicBezTo>
                  <a:cubicBezTo>
                    <a:pt x="2239" y="1069"/>
                    <a:pt x="2287" y="1150"/>
                    <a:pt x="2372" y="1218"/>
                  </a:cubicBezTo>
                  <a:lnTo>
                    <a:pt x="2388" y="1218"/>
                  </a:lnTo>
                  <a:lnTo>
                    <a:pt x="2388" y="1202"/>
                  </a:lnTo>
                  <a:cubicBezTo>
                    <a:pt x="2303" y="1133"/>
                    <a:pt x="2271" y="1049"/>
                    <a:pt x="2223" y="968"/>
                  </a:cubicBezTo>
                  <a:cubicBezTo>
                    <a:pt x="2202" y="915"/>
                    <a:pt x="2186" y="883"/>
                    <a:pt x="2170" y="847"/>
                  </a:cubicBezTo>
                  <a:cubicBezTo>
                    <a:pt x="2069" y="681"/>
                    <a:pt x="1984" y="528"/>
                    <a:pt x="1883" y="362"/>
                  </a:cubicBezTo>
                  <a:cubicBezTo>
                    <a:pt x="1851" y="277"/>
                    <a:pt x="1799" y="208"/>
                    <a:pt x="1750" y="124"/>
                  </a:cubicBezTo>
                  <a:cubicBezTo>
                    <a:pt x="1718" y="59"/>
                    <a:pt x="1665" y="23"/>
                    <a:pt x="1633" y="6"/>
                  </a:cubicBezTo>
                  <a:cubicBezTo>
                    <a:pt x="1619" y="2"/>
                    <a:pt x="1604" y="0"/>
                    <a:pt x="1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3"/>
            <p:cNvSpPr/>
            <p:nvPr/>
          </p:nvSpPr>
          <p:spPr>
            <a:xfrm>
              <a:off x="928419" y="3577484"/>
              <a:ext cx="4867" cy="100418"/>
            </a:xfrm>
            <a:custGeom>
              <a:rect b="b" l="l" r="r" t="t"/>
              <a:pathLst>
                <a:path extrusionOk="0" h="1011" w="49">
                  <a:moveTo>
                    <a:pt x="0" y="0"/>
                  </a:moveTo>
                  <a:lnTo>
                    <a:pt x="0" y="16"/>
                  </a:lnTo>
                  <a:cubicBezTo>
                    <a:pt x="17" y="133"/>
                    <a:pt x="17" y="251"/>
                    <a:pt x="17" y="352"/>
                  </a:cubicBezTo>
                  <a:lnTo>
                    <a:pt x="17" y="521"/>
                  </a:lnTo>
                  <a:lnTo>
                    <a:pt x="17" y="857"/>
                  </a:lnTo>
                  <a:lnTo>
                    <a:pt x="17" y="1010"/>
                  </a:lnTo>
                  <a:lnTo>
                    <a:pt x="33" y="1010"/>
                  </a:lnTo>
                  <a:lnTo>
                    <a:pt x="33" y="857"/>
                  </a:lnTo>
                  <a:lnTo>
                    <a:pt x="33" y="521"/>
                  </a:lnTo>
                  <a:lnTo>
                    <a:pt x="33" y="352"/>
                  </a:lnTo>
                  <a:cubicBezTo>
                    <a:pt x="33" y="234"/>
                    <a:pt x="49" y="133"/>
                    <a:pt x="17" y="16"/>
                  </a:cubicBezTo>
                  <a:cubicBezTo>
                    <a:pt x="17" y="0"/>
                    <a:pt x="1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3"/>
            <p:cNvSpPr/>
            <p:nvPr/>
          </p:nvSpPr>
          <p:spPr>
            <a:xfrm>
              <a:off x="670770" y="1450836"/>
              <a:ext cx="145809" cy="192293"/>
            </a:xfrm>
            <a:custGeom>
              <a:rect b="b" l="l" r="r" t="t"/>
              <a:pathLst>
                <a:path extrusionOk="0" h="1936" w="1468">
                  <a:moveTo>
                    <a:pt x="1431" y="1"/>
                  </a:moveTo>
                  <a:cubicBezTo>
                    <a:pt x="1415" y="1"/>
                    <a:pt x="1415" y="1"/>
                    <a:pt x="1415" y="17"/>
                  </a:cubicBezTo>
                  <a:lnTo>
                    <a:pt x="1415" y="267"/>
                  </a:lnTo>
                  <a:cubicBezTo>
                    <a:pt x="1431" y="506"/>
                    <a:pt x="1431" y="756"/>
                    <a:pt x="1451" y="995"/>
                  </a:cubicBezTo>
                  <a:cubicBezTo>
                    <a:pt x="1451" y="1043"/>
                    <a:pt x="1415" y="1059"/>
                    <a:pt x="1383" y="1096"/>
                  </a:cubicBezTo>
                  <a:lnTo>
                    <a:pt x="1366" y="1096"/>
                  </a:lnTo>
                  <a:cubicBezTo>
                    <a:pt x="1181" y="1197"/>
                    <a:pt x="995" y="1314"/>
                    <a:pt x="809" y="1431"/>
                  </a:cubicBezTo>
                  <a:cubicBezTo>
                    <a:pt x="558" y="1580"/>
                    <a:pt x="288" y="1750"/>
                    <a:pt x="37" y="1883"/>
                  </a:cubicBezTo>
                  <a:cubicBezTo>
                    <a:pt x="17" y="1904"/>
                    <a:pt x="17" y="1904"/>
                    <a:pt x="17" y="1920"/>
                  </a:cubicBezTo>
                  <a:cubicBezTo>
                    <a:pt x="1" y="1936"/>
                    <a:pt x="17" y="1936"/>
                    <a:pt x="17" y="1936"/>
                  </a:cubicBezTo>
                  <a:lnTo>
                    <a:pt x="37" y="1936"/>
                  </a:lnTo>
                  <a:lnTo>
                    <a:pt x="37" y="1920"/>
                  </a:lnTo>
                  <a:lnTo>
                    <a:pt x="54" y="1920"/>
                  </a:lnTo>
                  <a:cubicBezTo>
                    <a:pt x="304" y="1766"/>
                    <a:pt x="575" y="1617"/>
                    <a:pt x="825" y="1447"/>
                  </a:cubicBezTo>
                  <a:cubicBezTo>
                    <a:pt x="995" y="1346"/>
                    <a:pt x="1197" y="1229"/>
                    <a:pt x="1383" y="1112"/>
                  </a:cubicBezTo>
                  <a:cubicBezTo>
                    <a:pt x="1431" y="1096"/>
                    <a:pt x="1467" y="1059"/>
                    <a:pt x="1467" y="995"/>
                  </a:cubicBezTo>
                  <a:cubicBezTo>
                    <a:pt x="1467" y="756"/>
                    <a:pt x="1451" y="506"/>
                    <a:pt x="1451" y="267"/>
                  </a:cubicBezTo>
                  <a:lnTo>
                    <a:pt x="1451" y="17"/>
                  </a:lnTo>
                  <a:cubicBezTo>
                    <a:pt x="1451" y="1"/>
                    <a:pt x="1431" y="1"/>
                    <a:pt x="1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3"/>
            <p:cNvSpPr/>
            <p:nvPr/>
          </p:nvSpPr>
          <p:spPr>
            <a:xfrm>
              <a:off x="1338035" y="1870584"/>
              <a:ext cx="6555" cy="103596"/>
            </a:xfrm>
            <a:custGeom>
              <a:rect b="b" l="l" r="r" t="t"/>
              <a:pathLst>
                <a:path extrusionOk="0" h="1043" w="66">
                  <a:moveTo>
                    <a:pt x="17" y="0"/>
                  </a:moveTo>
                  <a:lnTo>
                    <a:pt x="1" y="17"/>
                  </a:lnTo>
                  <a:cubicBezTo>
                    <a:pt x="33" y="182"/>
                    <a:pt x="17" y="336"/>
                    <a:pt x="17" y="505"/>
                  </a:cubicBezTo>
                  <a:lnTo>
                    <a:pt x="17" y="808"/>
                  </a:lnTo>
                  <a:lnTo>
                    <a:pt x="17" y="873"/>
                  </a:lnTo>
                  <a:cubicBezTo>
                    <a:pt x="17" y="925"/>
                    <a:pt x="17" y="974"/>
                    <a:pt x="49" y="1043"/>
                  </a:cubicBezTo>
                  <a:lnTo>
                    <a:pt x="66" y="1043"/>
                  </a:lnTo>
                  <a:lnTo>
                    <a:pt x="66" y="1026"/>
                  </a:lnTo>
                  <a:cubicBezTo>
                    <a:pt x="33" y="974"/>
                    <a:pt x="49" y="925"/>
                    <a:pt x="49" y="873"/>
                  </a:cubicBezTo>
                  <a:lnTo>
                    <a:pt x="49" y="808"/>
                  </a:lnTo>
                  <a:lnTo>
                    <a:pt x="49" y="505"/>
                  </a:lnTo>
                  <a:cubicBezTo>
                    <a:pt x="49" y="336"/>
                    <a:pt x="49" y="166"/>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3"/>
            <p:cNvSpPr/>
            <p:nvPr/>
          </p:nvSpPr>
          <p:spPr>
            <a:xfrm>
              <a:off x="1643857" y="3318246"/>
              <a:ext cx="6853" cy="78765"/>
            </a:xfrm>
            <a:custGeom>
              <a:rect b="b" l="l" r="r" t="t"/>
              <a:pathLst>
                <a:path extrusionOk="0" h="793" w="69">
                  <a:moveTo>
                    <a:pt x="53" y="1"/>
                  </a:moveTo>
                  <a:cubicBezTo>
                    <a:pt x="53" y="1"/>
                    <a:pt x="37" y="1"/>
                    <a:pt x="37" y="17"/>
                  </a:cubicBezTo>
                  <a:cubicBezTo>
                    <a:pt x="16" y="134"/>
                    <a:pt x="16" y="271"/>
                    <a:pt x="16" y="388"/>
                  </a:cubicBezTo>
                  <a:lnTo>
                    <a:pt x="16" y="623"/>
                  </a:lnTo>
                  <a:lnTo>
                    <a:pt x="16" y="675"/>
                  </a:lnTo>
                  <a:cubicBezTo>
                    <a:pt x="16" y="707"/>
                    <a:pt x="37" y="740"/>
                    <a:pt x="16" y="776"/>
                  </a:cubicBezTo>
                  <a:cubicBezTo>
                    <a:pt x="0" y="776"/>
                    <a:pt x="0" y="776"/>
                    <a:pt x="16" y="792"/>
                  </a:cubicBezTo>
                  <a:lnTo>
                    <a:pt x="37" y="776"/>
                  </a:lnTo>
                  <a:cubicBezTo>
                    <a:pt x="53" y="740"/>
                    <a:pt x="53" y="707"/>
                    <a:pt x="53" y="675"/>
                  </a:cubicBezTo>
                  <a:lnTo>
                    <a:pt x="53" y="623"/>
                  </a:lnTo>
                  <a:lnTo>
                    <a:pt x="53" y="388"/>
                  </a:lnTo>
                  <a:cubicBezTo>
                    <a:pt x="53" y="27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3"/>
            <p:cNvSpPr/>
            <p:nvPr/>
          </p:nvSpPr>
          <p:spPr>
            <a:xfrm>
              <a:off x="2081979" y="2505767"/>
              <a:ext cx="105185" cy="199047"/>
            </a:xfrm>
            <a:custGeom>
              <a:rect b="b" l="l" r="r" t="t"/>
              <a:pathLst>
                <a:path extrusionOk="0" h="2004" w="1059">
                  <a:moveTo>
                    <a:pt x="17" y="0"/>
                  </a:moveTo>
                  <a:cubicBezTo>
                    <a:pt x="17" y="0"/>
                    <a:pt x="1" y="0"/>
                    <a:pt x="1" y="16"/>
                  </a:cubicBezTo>
                  <a:cubicBezTo>
                    <a:pt x="1" y="133"/>
                    <a:pt x="69" y="218"/>
                    <a:pt x="118" y="303"/>
                  </a:cubicBezTo>
                  <a:cubicBezTo>
                    <a:pt x="150" y="335"/>
                    <a:pt x="170" y="372"/>
                    <a:pt x="202" y="404"/>
                  </a:cubicBezTo>
                  <a:cubicBezTo>
                    <a:pt x="372" y="707"/>
                    <a:pt x="554" y="994"/>
                    <a:pt x="724" y="1281"/>
                  </a:cubicBezTo>
                  <a:cubicBezTo>
                    <a:pt x="776" y="1345"/>
                    <a:pt x="825" y="1430"/>
                    <a:pt x="877" y="1499"/>
                  </a:cubicBezTo>
                  <a:cubicBezTo>
                    <a:pt x="893" y="1531"/>
                    <a:pt x="909" y="1547"/>
                    <a:pt x="909" y="1564"/>
                  </a:cubicBezTo>
                  <a:cubicBezTo>
                    <a:pt x="978" y="1648"/>
                    <a:pt x="1027" y="1733"/>
                    <a:pt x="1010" y="1850"/>
                  </a:cubicBezTo>
                  <a:lnTo>
                    <a:pt x="1010" y="1866"/>
                  </a:lnTo>
                  <a:cubicBezTo>
                    <a:pt x="1010" y="1903"/>
                    <a:pt x="1010" y="1951"/>
                    <a:pt x="994" y="1988"/>
                  </a:cubicBezTo>
                  <a:lnTo>
                    <a:pt x="994" y="2004"/>
                  </a:lnTo>
                  <a:lnTo>
                    <a:pt x="1010" y="2004"/>
                  </a:lnTo>
                  <a:lnTo>
                    <a:pt x="1010" y="1988"/>
                  </a:lnTo>
                  <a:cubicBezTo>
                    <a:pt x="1027" y="1951"/>
                    <a:pt x="1043" y="1903"/>
                    <a:pt x="1043" y="1866"/>
                  </a:cubicBezTo>
                  <a:lnTo>
                    <a:pt x="1043" y="1850"/>
                  </a:lnTo>
                  <a:cubicBezTo>
                    <a:pt x="1059" y="1733"/>
                    <a:pt x="994" y="1632"/>
                    <a:pt x="942" y="1547"/>
                  </a:cubicBezTo>
                  <a:cubicBezTo>
                    <a:pt x="926" y="1531"/>
                    <a:pt x="909" y="1515"/>
                    <a:pt x="893" y="1483"/>
                  </a:cubicBezTo>
                  <a:cubicBezTo>
                    <a:pt x="841" y="1414"/>
                    <a:pt x="808" y="1345"/>
                    <a:pt x="756" y="1261"/>
                  </a:cubicBezTo>
                  <a:cubicBezTo>
                    <a:pt x="574" y="978"/>
                    <a:pt x="388" y="691"/>
                    <a:pt x="219" y="388"/>
                  </a:cubicBezTo>
                  <a:cubicBezTo>
                    <a:pt x="202" y="352"/>
                    <a:pt x="170" y="319"/>
                    <a:pt x="150" y="287"/>
                  </a:cubicBezTo>
                  <a:cubicBezTo>
                    <a:pt x="85" y="202"/>
                    <a:pt x="17" y="117"/>
                    <a:pt x="33" y="16"/>
                  </a:cubicBezTo>
                  <a:cubicBezTo>
                    <a:pt x="33" y="0"/>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3"/>
            <p:cNvSpPr/>
            <p:nvPr/>
          </p:nvSpPr>
          <p:spPr>
            <a:xfrm>
              <a:off x="1672363" y="3189421"/>
              <a:ext cx="5264" cy="13409"/>
            </a:xfrm>
            <a:custGeom>
              <a:rect b="b" l="l" r="r" t="t"/>
              <a:pathLst>
                <a:path extrusionOk="0" h="135" w="53">
                  <a:moveTo>
                    <a:pt x="16" y="1"/>
                  </a:moveTo>
                  <a:cubicBezTo>
                    <a:pt x="0" y="33"/>
                    <a:pt x="0" y="69"/>
                    <a:pt x="0" y="86"/>
                  </a:cubicBezTo>
                  <a:lnTo>
                    <a:pt x="0" y="118"/>
                  </a:lnTo>
                  <a:cubicBezTo>
                    <a:pt x="0" y="134"/>
                    <a:pt x="16" y="134"/>
                    <a:pt x="16" y="134"/>
                  </a:cubicBezTo>
                  <a:lnTo>
                    <a:pt x="32" y="134"/>
                  </a:lnTo>
                  <a:lnTo>
                    <a:pt x="32" y="86"/>
                  </a:lnTo>
                  <a:cubicBezTo>
                    <a:pt x="32" y="69"/>
                    <a:pt x="32" y="33"/>
                    <a:pt x="53" y="1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3"/>
            <p:cNvSpPr/>
            <p:nvPr/>
          </p:nvSpPr>
          <p:spPr>
            <a:xfrm>
              <a:off x="1409946" y="3590694"/>
              <a:ext cx="4867" cy="143723"/>
            </a:xfrm>
            <a:custGeom>
              <a:rect b="b" l="l" r="r" t="t"/>
              <a:pathLst>
                <a:path extrusionOk="0" h="1447" w="49">
                  <a:moveTo>
                    <a:pt x="16" y="0"/>
                  </a:moveTo>
                  <a:cubicBezTo>
                    <a:pt x="0" y="0"/>
                    <a:pt x="0" y="17"/>
                    <a:pt x="0" y="17"/>
                  </a:cubicBezTo>
                  <a:lnTo>
                    <a:pt x="0" y="271"/>
                  </a:lnTo>
                  <a:cubicBezTo>
                    <a:pt x="16" y="457"/>
                    <a:pt x="16" y="659"/>
                    <a:pt x="16" y="861"/>
                  </a:cubicBezTo>
                  <a:lnTo>
                    <a:pt x="16" y="1027"/>
                  </a:lnTo>
                  <a:cubicBezTo>
                    <a:pt x="16" y="1164"/>
                    <a:pt x="16" y="1297"/>
                    <a:pt x="0" y="1430"/>
                  </a:cubicBezTo>
                  <a:cubicBezTo>
                    <a:pt x="0" y="1447"/>
                    <a:pt x="0" y="1447"/>
                    <a:pt x="16" y="1447"/>
                  </a:cubicBezTo>
                  <a:cubicBezTo>
                    <a:pt x="16" y="1447"/>
                    <a:pt x="32" y="1447"/>
                    <a:pt x="32" y="1430"/>
                  </a:cubicBezTo>
                  <a:cubicBezTo>
                    <a:pt x="49" y="1297"/>
                    <a:pt x="49" y="1164"/>
                    <a:pt x="32" y="1027"/>
                  </a:cubicBezTo>
                  <a:lnTo>
                    <a:pt x="32" y="861"/>
                  </a:lnTo>
                  <a:lnTo>
                    <a:pt x="32" y="271"/>
                  </a:lnTo>
                  <a:lnTo>
                    <a:pt x="32" y="17"/>
                  </a:lnTo>
                  <a:cubicBezTo>
                    <a:pt x="32"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3"/>
            <p:cNvSpPr/>
            <p:nvPr/>
          </p:nvSpPr>
          <p:spPr>
            <a:xfrm>
              <a:off x="1739308" y="2616117"/>
              <a:ext cx="148988" cy="277713"/>
            </a:xfrm>
            <a:custGeom>
              <a:rect b="b" l="l" r="r" t="t"/>
              <a:pathLst>
                <a:path extrusionOk="0" h="2796" w="1500">
                  <a:moveTo>
                    <a:pt x="49" y="0"/>
                  </a:moveTo>
                  <a:cubicBezTo>
                    <a:pt x="17" y="49"/>
                    <a:pt x="1" y="101"/>
                    <a:pt x="1" y="170"/>
                  </a:cubicBezTo>
                  <a:cubicBezTo>
                    <a:pt x="1" y="218"/>
                    <a:pt x="17" y="271"/>
                    <a:pt x="65" y="287"/>
                  </a:cubicBezTo>
                  <a:cubicBezTo>
                    <a:pt x="150" y="372"/>
                    <a:pt x="235" y="473"/>
                    <a:pt x="304" y="574"/>
                  </a:cubicBezTo>
                  <a:cubicBezTo>
                    <a:pt x="336" y="622"/>
                    <a:pt x="368" y="675"/>
                    <a:pt x="405" y="723"/>
                  </a:cubicBezTo>
                  <a:cubicBezTo>
                    <a:pt x="554" y="909"/>
                    <a:pt x="691" y="1111"/>
                    <a:pt x="825" y="1297"/>
                  </a:cubicBezTo>
                  <a:cubicBezTo>
                    <a:pt x="926" y="1430"/>
                    <a:pt x="1043" y="1584"/>
                    <a:pt x="1144" y="1717"/>
                  </a:cubicBezTo>
                  <a:lnTo>
                    <a:pt x="1160" y="1733"/>
                  </a:lnTo>
                  <a:cubicBezTo>
                    <a:pt x="1463" y="2137"/>
                    <a:pt x="1463" y="2137"/>
                    <a:pt x="1463" y="2626"/>
                  </a:cubicBezTo>
                  <a:cubicBezTo>
                    <a:pt x="1463" y="2695"/>
                    <a:pt x="1447" y="2727"/>
                    <a:pt x="1431" y="2759"/>
                  </a:cubicBezTo>
                  <a:lnTo>
                    <a:pt x="1431" y="2796"/>
                  </a:lnTo>
                  <a:lnTo>
                    <a:pt x="1447" y="2796"/>
                  </a:lnTo>
                  <a:lnTo>
                    <a:pt x="1447" y="2775"/>
                  </a:lnTo>
                  <a:cubicBezTo>
                    <a:pt x="1479" y="2743"/>
                    <a:pt x="1499" y="2695"/>
                    <a:pt x="1499" y="2626"/>
                  </a:cubicBezTo>
                  <a:cubicBezTo>
                    <a:pt x="1499" y="2137"/>
                    <a:pt x="1499" y="2137"/>
                    <a:pt x="1176" y="1717"/>
                  </a:cubicBezTo>
                  <a:lnTo>
                    <a:pt x="1160" y="1701"/>
                  </a:lnTo>
                  <a:cubicBezTo>
                    <a:pt x="1059" y="1563"/>
                    <a:pt x="958" y="1414"/>
                    <a:pt x="857" y="1281"/>
                  </a:cubicBezTo>
                  <a:cubicBezTo>
                    <a:pt x="708" y="1095"/>
                    <a:pt x="570" y="893"/>
                    <a:pt x="421" y="707"/>
                  </a:cubicBezTo>
                  <a:cubicBezTo>
                    <a:pt x="388" y="655"/>
                    <a:pt x="352" y="606"/>
                    <a:pt x="320" y="554"/>
                  </a:cubicBezTo>
                  <a:cubicBezTo>
                    <a:pt x="251" y="453"/>
                    <a:pt x="186" y="352"/>
                    <a:pt x="85" y="271"/>
                  </a:cubicBezTo>
                  <a:cubicBezTo>
                    <a:pt x="49" y="251"/>
                    <a:pt x="33" y="202"/>
                    <a:pt x="17" y="170"/>
                  </a:cubicBezTo>
                  <a:cubicBezTo>
                    <a:pt x="17" y="101"/>
                    <a:pt x="33" y="49"/>
                    <a:pt x="65" y="16"/>
                  </a:cubicBezTo>
                  <a:lnTo>
                    <a:pt x="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3"/>
            <p:cNvSpPr/>
            <p:nvPr/>
          </p:nvSpPr>
          <p:spPr>
            <a:xfrm>
              <a:off x="669181" y="3266497"/>
              <a:ext cx="148988" cy="159019"/>
            </a:xfrm>
            <a:custGeom>
              <a:rect b="b" l="l" r="r" t="t"/>
              <a:pathLst>
                <a:path extrusionOk="0" h="1601" w="1500">
                  <a:moveTo>
                    <a:pt x="1483" y="0"/>
                  </a:moveTo>
                  <a:cubicBezTo>
                    <a:pt x="1330" y="33"/>
                    <a:pt x="1180" y="85"/>
                    <a:pt x="1027" y="150"/>
                  </a:cubicBezTo>
                  <a:cubicBezTo>
                    <a:pt x="962" y="166"/>
                    <a:pt x="894" y="186"/>
                    <a:pt x="825" y="219"/>
                  </a:cubicBezTo>
                  <a:cubicBezTo>
                    <a:pt x="639" y="287"/>
                    <a:pt x="437" y="352"/>
                    <a:pt x="235" y="421"/>
                  </a:cubicBezTo>
                  <a:lnTo>
                    <a:pt x="102" y="469"/>
                  </a:lnTo>
                  <a:cubicBezTo>
                    <a:pt x="53" y="489"/>
                    <a:pt x="1" y="522"/>
                    <a:pt x="1" y="622"/>
                  </a:cubicBezTo>
                  <a:lnTo>
                    <a:pt x="1" y="1430"/>
                  </a:lnTo>
                  <a:lnTo>
                    <a:pt x="1" y="1499"/>
                  </a:lnTo>
                  <a:cubicBezTo>
                    <a:pt x="17" y="1531"/>
                    <a:pt x="33" y="1548"/>
                    <a:pt x="1" y="1580"/>
                  </a:cubicBezTo>
                  <a:lnTo>
                    <a:pt x="1" y="1600"/>
                  </a:lnTo>
                  <a:lnTo>
                    <a:pt x="17" y="1600"/>
                  </a:lnTo>
                  <a:cubicBezTo>
                    <a:pt x="53" y="1564"/>
                    <a:pt x="53" y="1515"/>
                    <a:pt x="33" y="1479"/>
                  </a:cubicBezTo>
                  <a:cubicBezTo>
                    <a:pt x="33" y="1463"/>
                    <a:pt x="17" y="1447"/>
                    <a:pt x="17" y="1430"/>
                  </a:cubicBezTo>
                  <a:cubicBezTo>
                    <a:pt x="33" y="1160"/>
                    <a:pt x="33" y="893"/>
                    <a:pt x="17" y="622"/>
                  </a:cubicBezTo>
                  <a:cubicBezTo>
                    <a:pt x="17" y="538"/>
                    <a:pt x="53" y="522"/>
                    <a:pt x="118" y="505"/>
                  </a:cubicBezTo>
                  <a:lnTo>
                    <a:pt x="255" y="453"/>
                  </a:lnTo>
                  <a:cubicBezTo>
                    <a:pt x="437" y="388"/>
                    <a:pt x="639" y="303"/>
                    <a:pt x="841" y="235"/>
                  </a:cubicBezTo>
                  <a:cubicBezTo>
                    <a:pt x="910" y="219"/>
                    <a:pt x="978" y="202"/>
                    <a:pt x="1027" y="166"/>
                  </a:cubicBezTo>
                  <a:lnTo>
                    <a:pt x="1483" y="17"/>
                  </a:lnTo>
                  <a:lnTo>
                    <a:pt x="1500" y="17"/>
                  </a:lnTo>
                  <a:cubicBezTo>
                    <a:pt x="1500"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3"/>
            <p:cNvSpPr/>
            <p:nvPr/>
          </p:nvSpPr>
          <p:spPr>
            <a:xfrm>
              <a:off x="2078801" y="3107577"/>
              <a:ext cx="108364" cy="212357"/>
            </a:xfrm>
            <a:custGeom>
              <a:rect b="b" l="l" r="r" t="t"/>
              <a:pathLst>
                <a:path extrusionOk="0" h="2138" w="1091">
                  <a:moveTo>
                    <a:pt x="81" y="1"/>
                  </a:moveTo>
                  <a:lnTo>
                    <a:pt x="81" y="17"/>
                  </a:lnTo>
                  <a:cubicBezTo>
                    <a:pt x="65" y="49"/>
                    <a:pt x="65" y="69"/>
                    <a:pt x="65" y="102"/>
                  </a:cubicBezTo>
                  <a:cubicBezTo>
                    <a:pt x="33" y="304"/>
                    <a:pt x="0" y="506"/>
                    <a:pt x="150" y="691"/>
                  </a:cubicBezTo>
                  <a:cubicBezTo>
                    <a:pt x="384" y="978"/>
                    <a:pt x="622" y="1281"/>
                    <a:pt x="840" y="1584"/>
                  </a:cubicBezTo>
                  <a:lnTo>
                    <a:pt x="958" y="1734"/>
                  </a:lnTo>
                  <a:cubicBezTo>
                    <a:pt x="974" y="1750"/>
                    <a:pt x="990" y="1750"/>
                    <a:pt x="990" y="1766"/>
                  </a:cubicBezTo>
                  <a:cubicBezTo>
                    <a:pt x="1026" y="1786"/>
                    <a:pt x="1059" y="1802"/>
                    <a:pt x="1042" y="1851"/>
                  </a:cubicBezTo>
                  <a:lnTo>
                    <a:pt x="1042" y="1952"/>
                  </a:lnTo>
                  <a:cubicBezTo>
                    <a:pt x="1042" y="2004"/>
                    <a:pt x="1042" y="2069"/>
                    <a:pt x="1010" y="2122"/>
                  </a:cubicBezTo>
                  <a:lnTo>
                    <a:pt x="1010" y="2138"/>
                  </a:lnTo>
                  <a:lnTo>
                    <a:pt x="1026" y="2138"/>
                  </a:lnTo>
                  <a:cubicBezTo>
                    <a:pt x="1075" y="2069"/>
                    <a:pt x="1075" y="2004"/>
                    <a:pt x="1075" y="1952"/>
                  </a:cubicBezTo>
                  <a:lnTo>
                    <a:pt x="1075" y="1851"/>
                  </a:lnTo>
                  <a:cubicBezTo>
                    <a:pt x="1091" y="1786"/>
                    <a:pt x="1042" y="1766"/>
                    <a:pt x="1010" y="1750"/>
                  </a:cubicBezTo>
                  <a:cubicBezTo>
                    <a:pt x="990" y="1734"/>
                    <a:pt x="990" y="1718"/>
                    <a:pt x="974" y="1718"/>
                  </a:cubicBezTo>
                  <a:lnTo>
                    <a:pt x="857" y="1564"/>
                  </a:lnTo>
                  <a:cubicBezTo>
                    <a:pt x="638" y="1261"/>
                    <a:pt x="420" y="958"/>
                    <a:pt x="182" y="675"/>
                  </a:cubicBezTo>
                  <a:cubicBezTo>
                    <a:pt x="33" y="489"/>
                    <a:pt x="65" y="304"/>
                    <a:pt x="81" y="102"/>
                  </a:cubicBezTo>
                  <a:cubicBezTo>
                    <a:pt x="101" y="86"/>
                    <a:pt x="101" y="49"/>
                    <a:pt x="101" y="17"/>
                  </a:cubicBezTo>
                  <a:cubicBezTo>
                    <a:pt x="101" y="17"/>
                    <a:pt x="101" y="1"/>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3"/>
            <p:cNvSpPr/>
            <p:nvPr/>
          </p:nvSpPr>
          <p:spPr>
            <a:xfrm>
              <a:off x="1518608" y="3518882"/>
              <a:ext cx="140545" cy="215535"/>
            </a:xfrm>
            <a:custGeom>
              <a:rect b="b" l="l" r="r" t="t"/>
              <a:pathLst>
                <a:path extrusionOk="0" h="2170" w="1415">
                  <a:moveTo>
                    <a:pt x="65" y="0"/>
                  </a:moveTo>
                  <a:cubicBezTo>
                    <a:pt x="1" y="49"/>
                    <a:pt x="17" y="134"/>
                    <a:pt x="33" y="186"/>
                  </a:cubicBezTo>
                  <a:lnTo>
                    <a:pt x="33" y="271"/>
                  </a:lnTo>
                  <a:cubicBezTo>
                    <a:pt x="17" y="437"/>
                    <a:pt x="17" y="606"/>
                    <a:pt x="33" y="776"/>
                  </a:cubicBezTo>
                  <a:lnTo>
                    <a:pt x="33" y="994"/>
                  </a:lnTo>
                  <a:cubicBezTo>
                    <a:pt x="33" y="1043"/>
                    <a:pt x="33" y="1079"/>
                    <a:pt x="65" y="1111"/>
                  </a:cubicBezTo>
                  <a:cubicBezTo>
                    <a:pt x="522" y="1499"/>
                    <a:pt x="942" y="1834"/>
                    <a:pt x="1330" y="2153"/>
                  </a:cubicBezTo>
                  <a:cubicBezTo>
                    <a:pt x="1346" y="2170"/>
                    <a:pt x="1362" y="2170"/>
                    <a:pt x="1378" y="2170"/>
                  </a:cubicBezTo>
                  <a:lnTo>
                    <a:pt x="1415" y="2170"/>
                  </a:lnTo>
                  <a:lnTo>
                    <a:pt x="1415" y="2137"/>
                  </a:lnTo>
                  <a:lnTo>
                    <a:pt x="1346" y="2137"/>
                  </a:lnTo>
                  <a:cubicBezTo>
                    <a:pt x="958" y="1818"/>
                    <a:pt x="538" y="1463"/>
                    <a:pt x="86" y="1095"/>
                  </a:cubicBezTo>
                  <a:cubicBezTo>
                    <a:pt x="49" y="1059"/>
                    <a:pt x="49" y="1043"/>
                    <a:pt x="49" y="994"/>
                  </a:cubicBezTo>
                  <a:lnTo>
                    <a:pt x="49" y="776"/>
                  </a:lnTo>
                  <a:cubicBezTo>
                    <a:pt x="49" y="606"/>
                    <a:pt x="49" y="437"/>
                    <a:pt x="65" y="271"/>
                  </a:cubicBezTo>
                  <a:cubicBezTo>
                    <a:pt x="65" y="235"/>
                    <a:pt x="49" y="218"/>
                    <a:pt x="49" y="186"/>
                  </a:cubicBezTo>
                  <a:cubicBezTo>
                    <a:pt x="49" y="117"/>
                    <a:pt x="33" y="69"/>
                    <a:pt x="86" y="17"/>
                  </a:cubicBez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3"/>
            <p:cNvSpPr/>
            <p:nvPr/>
          </p:nvSpPr>
          <p:spPr>
            <a:xfrm>
              <a:off x="978578" y="3560599"/>
              <a:ext cx="4867" cy="102007"/>
            </a:xfrm>
            <a:custGeom>
              <a:rect b="b" l="l" r="r" t="t"/>
              <a:pathLst>
                <a:path extrusionOk="0" h="1027" w="49">
                  <a:moveTo>
                    <a:pt x="17" y="0"/>
                  </a:moveTo>
                  <a:cubicBezTo>
                    <a:pt x="17" y="17"/>
                    <a:pt x="0" y="17"/>
                    <a:pt x="0" y="17"/>
                  </a:cubicBezTo>
                  <a:cubicBezTo>
                    <a:pt x="17" y="118"/>
                    <a:pt x="17" y="202"/>
                    <a:pt x="17" y="303"/>
                  </a:cubicBezTo>
                  <a:lnTo>
                    <a:pt x="17" y="388"/>
                  </a:lnTo>
                  <a:cubicBezTo>
                    <a:pt x="17" y="421"/>
                    <a:pt x="0" y="473"/>
                    <a:pt x="0" y="505"/>
                  </a:cubicBezTo>
                  <a:cubicBezTo>
                    <a:pt x="0" y="675"/>
                    <a:pt x="0" y="841"/>
                    <a:pt x="17" y="1010"/>
                  </a:cubicBezTo>
                  <a:lnTo>
                    <a:pt x="33" y="1027"/>
                  </a:lnTo>
                  <a:lnTo>
                    <a:pt x="49" y="1010"/>
                  </a:lnTo>
                  <a:cubicBezTo>
                    <a:pt x="17" y="841"/>
                    <a:pt x="33" y="675"/>
                    <a:pt x="33" y="522"/>
                  </a:cubicBezTo>
                  <a:lnTo>
                    <a:pt x="33" y="388"/>
                  </a:lnTo>
                  <a:lnTo>
                    <a:pt x="33" y="303"/>
                  </a:lnTo>
                  <a:cubicBezTo>
                    <a:pt x="49" y="202"/>
                    <a:pt x="49" y="118"/>
                    <a:pt x="33"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3"/>
            <p:cNvSpPr/>
            <p:nvPr/>
          </p:nvSpPr>
          <p:spPr>
            <a:xfrm>
              <a:off x="2136906" y="2918562"/>
              <a:ext cx="3774" cy="13409"/>
            </a:xfrm>
            <a:custGeom>
              <a:rect b="b" l="l" r="r" t="t"/>
              <a:pathLst>
                <a:path extrusionOk="0" h="135" w="38">
                  <a:moveTo>
                    <a:pt x="21" y="1"/>
                  </a:moveTo>
                  <a:cubicBezTo>
                    <a:pt x="1" y="33"/>
                    <a:pt x="1" y="54"/>
                    <a:pt x="1" y="86"/>
                  </a:cubicBezTo>
                  <a:lnTo>
                    <a:pt x="1" y="118"/>
                  </a:lnTo>
                  <a:cubicBezTo>
                    <a:pt x="1" y="118"/>
                    <a:pt x="1" y="134"/>
                    <a:pt x="21" y="134"/>
                  </a:cubicBezTo>
                  <a:cubicBezTo>
                    <a:pt x="21" y="134"/>
                    <a:pt x="37" y="134"/>
                    <a:pt x="37" y="118"/>
                  </a:cubicBezTo>
                  <a:lnTo>
                    <a:pt x="37" y="86"/>
                  </a:lnTo>
                  <a:cubicBezTo>
                    <a:pt x="21" y="54"/>
                    <a:pt x="21" y="33"/>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3"/>
            <p:cNvSpPr/>
            <p:nvPr/>
          </p:nvSpPr>
          <p:spPr>
            <a:xfrm>
              <a:off x="2078801" y="3244844"/>
              <a:ext cx="102007" cy="166965"/>
            </a:xfrm>
            <a:custGeom>
              <a:rect b="b" l="l" r="r" t="t"/>
              <a:pathLst>
                <a:path extrusionOk="0" h="1681" w="1027">
                  <a:moveTo>
                    <a:pt x="81" y="0"/>
                  </a:moveTo>
                  <a:lnTo>
                    <a:pt x="81" y="16"/>
                  </a:lnTo>
                  <a:cubicBezTo>
                    <a:pt x="33" y="267"/>
                    <a:pt x="0" y="505"/>
                    <a:pt x="218" y="723"/>
                  </a:cubicBezTo>
                  <a:cubicBezTo>
                    <a:pt x="384" y="925"/>
                    <a:pt x="537" y="1127"/>
                    <a:pt x="707" y="1329"/>
                  </a:cubicBezTo>
                  <a:cubicBezTo>
                    <a:pt x="772" y="1430"/>
                    <a:pt x="857" y="1515"/>
                    <a:pt x="925" y="1616"/>
                  </a:cubicBezTo>
                  <a:cubicBezTo>
                    <a:pt x="941" y="1632"/>
                    <a:pt x="958" y="1648"/>
                    <a:pt x="990" y="1665"/>
                  </a:cubicBezTo>
                  <a:lnTo>
                    <a:pt x="1010" y="1681"/>
                  </a:lnTo>
                  <a:lnTo>
                    <a:pt x="1026" y="1681"/>
                  </a:lnTo>
                  <a:lnTo>
                    <a:pt x="1026" y="1665"/>
                  </a:lnTo>
                  <a:lnTo>
                    <a:pt x="1010" y="1648"/>
                  </a:lnTo>
                  <a:cubicBezTo>
                    <a:pt x="974" y="1632"/>
                    <a:pt x="958" y="1616"/>
                    <a:pt x="958" y="1596"/>
                  </a:cubicBezTo>
                  <a:cubicBezTo>
                    <a:pt x="873" y="1495"/>
                    <a:pt x="788" y="1414"/>
                    <a:pt x="723" y="1313"/>
                  </a:cubicBezTo>
                  <a:cubicBezTo>
                    <a:pt x="570" y="1111"/>
                    <a:pt x="404" y="909"/>
                    <a:pt x="234" y="707"/>
                  </a:cubicBezTo>
                  <a:cubicBezTo>
                    <a:pt x="33" y="505"/>
                    <a:pt x="49" y="267"/>
                    <a:pt x="101" y="16"/>
                  </a:cubicBezTo>
                  <a:cubicBezTo>
                    <a:pt x="101" y="16"/>
                    <a:pt x="101"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3"/>
            <p:cNvSpPr/>
            <p:nvPr/>
          </p:nvSpPr>
          <p:spPr>
            <a:xfrm>
              <a:off x="1408258" y="2880123"/>
              <a:ext cx="66746" cy="175805"/>
            </a:xfrm>
            <a:custGeom>
              <a:rect b="b" l="l" r="r" t="t"/>
              <a:pathLst>
                <a:path extrusionOk="0" h="1770" w="672">
                  <a:moveTo>
                    <a:pt x="17" y="0"/>
                  </a:moveTo>
                  <a:cubicBezTo>
                    <a:pt x="1" y="0"/>
                    <a:pt x="1" y="16"/>
                    <a:pt x="1" y="16"/>
                  </a:cubicBezTo>
                  <a:cubicBezTo>
                    <a:pt x="33" y="69"/>
                    <a:pt x="33" y="117"/>
                    <a:pt x="1" y="202"/>
                  </a:cubicBezTo>
                  <a:lnTo>
                    <a:pt x="1" y="218"/>
                  </a:lnTo>
                  <a:cubicBezTo>
                    <a:pt x="150" y="340"/>
                    <a:pt x="288" y="489"/>
                    <a:pt x="405" y="622"/>
                  </a:cubicBezTo>
                  <a:cubicBezTo>
                    <a:pt x="469" y="691"/>
                    <a:pt x="538" y="760"/>
                    <a:pt x="607" y="824"/>
                  </a:cubicBezTo>
                  <a:cubicBezTo>
                    <a:pt x="623" y="861"/>
                    <a:pt x="639" y="893"/>
                    <a:pt x="639" y="925"/>
                  </a:cubicBezTo>
                  <a:lnTo>
                    <a:pt x="639" y="1329"/>
                  </a:lnTo>
                  <a:lnTo>
                    <a:pt x="639" y="1652"/>
                  </a:lnTo>
                  <a:cubicBezTo>
                    <a:pt x="639" y="1685"/>
                    <a:pt x="623" y="1701"/>
                    <a:pt x="623" y="1717"/>
                  </a:cubicBezTo>
                  <a:cubicBezTo>
                    <a:pt x="623" y="1733"/>
                    <a:pt x="623" y="1733"/>
                    <a:pt x="607" y="1753"/>
                  </a:cubicBezTo>
                  <a:cubicBezTo>
                    <a:pt x="607" y="1753"/>
                    <a:pt x="607" y="1770"/>
                    <a:pt x="623" y="1770"/>
                  </a:cubicBezTo>
                  <a:lnTo>
                    <a:pt x="639" y="1753"/>
                  </a:lnTo>
                  <a:lnTo>
                    <a:pt x="639" y="1733"/>
                  </a:lnTo>
                  <a:cubicBezTo>
                    <a:pt x="655" y="1701"/>
                    <a:pt x="655" y="1685"/>
                    <a:pt x="655" y="1652"/>
                  </a:cubicBezTo>
                  <a:lnTo>
                    <a:pt x="655" y="1329"/>
                  </a:lnTo>
                  <a:cubicBezTo>
                    <a:pt x="655" y="1196"/>
                    <a:pt x="655" y="1063"/>
                    <a:pt x="671" y="925"/>
                  </a:cubicBezTo>
                  <a:cubicBezTo>
                    <a:pt x="671" y="877"/>
                    <a:pt x="655" y="844"/>
                    <a:pt x="623" y="808"/>
                  </a:cubicBezTo>
                  <a:cubicBezTo>
                    <a:pt x="554" y="743"/>
                    <a:pt x="490" y="675"/>
                    <a:pt x="421" y="606"/>
                  </a:cubicBezTo>
                  <a:cubicBezTo>
                    <a:pt x="304" y="473"/>
                    <a:pt x="187" y="319"/>
                    <a:pt x="33" y="202"/>
                  </a:cubicBezTo>
                  <a:cubicBezTo>
                    <a:pt x="49" y="154"/>
                    <a:pt x="86" y="85"/>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3"/>
            <p:cNvSpPr/>
            <p:nvPr/>
          </p:nvSpPr>
          <p:spPr>
            <a:xfrm>
              <a:off x="1332870" y="3632411"/>
              <a:ext cx="5264" cy="102007"/>
            </a:xfrm>
            <a:custGeom>
              <a:rect b="b" l="l" r="r" t="t"/>
              <a:pathLst>
                <a:path extrusionOk="0" h="1027" w="53">
                  <a:moveTo>
                    <a:pt x="17" y="1"/>
                  </a:moveTo>
                  <a:cubicBezTo>
                    <a:pt x="0" y="1"/>
                    <a:pt x="0" y="17"/>
                    <a:pt x="0" y="17"/>
                  </a:cubicBezTo>
                  <a:cubicBezTo>
                    <a:pt x="37" y="102"/>
                    <a:pt x="17" y="186"/>
                    <a:pt x="17" y="271"/>
                  </a:cubicBezTo>
                  <a:cubicBezTo>
                    <a:pt x="17" y="320"/>
                    <a:pt x="0" y="356"/>
                    <a:pt x="0" y="388"/>
                  </a:cubicBezTo>
                  <a:lnTo>
                    <a:pt x="0" y="825"/>
                  </a:lnTo>
                  <a:lnTo>
                    <a:pt x="0" y="1010"/>
                  </a:lnTo>
                  <a:cubicBezTo>
                    <a:pt x="0" y="1027"/>
                    <a:pt x="17" y="1027"/>
                    <a:pt x="17" y="1027"/>
                  </a:cubicBezTo>
                  <a:cubicBezTo>
                    <a:pt x="17" y="1027"/>
                    <a:pt x="37" y="1027"/>
                    <a:pt x="37" y="1010"/>
                  </a:cubicBezTo>
                  <a:lnTo>
                    <a:pt x="37" y="825"/>
                  </a:lnTo>
                  <a:lnTo>
                    <a:pt x="37" y="388"/>
                  </a:lnTo>
                  <a:lnTo>
                    <a:pt x="37" y="287"/>
                  </a:lnTo>
                  <a:cubicBezTo>
                    <a:pt x="53" y="186"/>
                    <a:pt x="53" y="102"/>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3"/>
            <p:cNvSpPr/>
            <p:nvPr/>
          </p:nvSpPr>
          <p:spPr>
            <a:xfrm>
              <a:off x="690833" y="1629820"/>
              <a:ext cx="122170" cy="70322"/>
            </a:xfrm>
            <a:custGeom>
              <a:rect b="b" l="l" r="r" t="t"/>
              <a:pathLst>
                <a:path extrusionOk="0" h="708" w="1230">
                  <a:moveTo>
                    <a:pt x="1213" y="1"/>
                  </a:moveTo>
                  <a:cubicBezTo>
                    <a:pt x="1080" y="33"/>
                    <a:pt x="979" y="118"/>
                    <a:pt x="861" y="182"/>
                  </a:cubicBezTo>
                  <a:cubicBezTo>
                    <a:pt x="809" y="203"/>
                    <a:pt x="777" y="235"/>
                    <a:pt x="744" y="251"/>
                  </a:cubicBezTo>
                  <a:cubicBezTo>
                    <a:pt x="558" y="352"/>
                    <a:pt x="389" y="453"/>
                    <a:pt x="219" y="554"/>
                  </a:cubicBezTo>
                  <a:cubicBezTo>
                    <a:pt x="154" y="607"/>
                    <a:pt x="70" y="639"/>
                    <a:pt x="1" y="687"/>
                  </a:cubicBezTo>
                  <a:lnTo>
                    <a:pt x="1" y="708"/>
                  </a:lnTo>
                  <a:lnTo>
                    <a:pt x="17" y="708"/>
                  </a:lnTo>
                  <a:cubicBezTo>
                    <a:pt x="86" y="655"/>
                    <a:pt x="171" y="623"/>
                    <a:pt x="239" y="570"/>
                  </a:cubicBezTo>
                  <a:lnTo>
                    <a:pt x="744" y="267"/>
                  </a:lnTo>
                  <a:cubicBezTo>
                    <a:pt x="793" y="251"/>
                    <a:pt x="825" y="219"/>
                    <a:pt x="878" y="203"/>
                  </a:cubicBezTo>
                  <a:cubicBezTo>
                    <a:pt x="979" y="134"/>
                    <a:pt x="1096" y="65"/>
                    <a:pt x="1213" y="17"/>
                  </a:cubicBezTo>
                  <a:cubicBezTo>
                    <a:pt x="1229" y="17"/>
                    <a:pt x="1229" y="17"/>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3"/>
            <p:cNvSpPr/>
            <p:nvPr/>
          </p:nvSpPr>
          <p:spPr>
            <a:xfrm>
              <a:off x="1137498" y="1786753"/>
              <a:ext cx="6456" cy="102007"/>
            </a:xfrm>
            <a:custGeom>
              <a:rect b="b" l="l" r="r" t="t"/>
              <a:pathLst>
                <a:path extrusionOk="0" h="1027" w="65">
                  <a:moveTo>
                    <a:pt x="16" y="0"/>
                  </a:moveTo>
                  <a:cubicBezTo>
                    <a:pt x="0" y="0"/>
                    <a:pt x="0" y="16"/>
                    <a:pt x="0" y="16"/>
                  </a:cubicBezTo>
                  <a:cubicBezTo>
                    <a:pt x="16" y="186"/>
                    <a:pt x="16" y="356"/>
                    <a:pt x="16" y="521"/>
                  </a:cubicBezTo>
                  <a:lnTo>
                    <a:pt x="16" y="844"/>
                  </a:lnTo>
                  <a:lnTo>
                    <a:pt x="16" y="893"/>
                  </a:lnTo>
                  <a:cubicBezTo>
                    <a:pt x="16" y="925"/>
                    <a:pt x="0" y="978"/>
                    <a:pt x="49" y="1010"/>
                  </a:cubicBezTo>
                  <a:lnTo>
                    <a:pt x="49" y="1026"/>
                  </a:lnTo>
                  <a:lnTo>
                    <a:pt x="65" y="1010"/>
                  </a:lnTo>
                  <a:lnTo>
                    <a:pt x="65" y="994"/>
                  </a:lnTo>
                  <a:cubicBezTo>
                    <a:pt x="32" y="962"/>
                    <a:pt x="32" y="925"/>
                    <a:pt x="32" y="893"/>
                  </a:cubicBezTo>
                  <a:cubicBezTo>
                    <a:pt x="32" y="877"/>
                    <a:pt x="49" y="861"/>
                    <a:pt x="32" y="844"/>
                  </a:cubicBezTo>
                  <a:lnTo>
                    <a:pt x="32" y="521"/>
                  </a:lnTo>
                  <a:cubicBezTo>
                    <a:pt x="49" y="356"/>
                    <a:pt x="49" y="186"/>
                    <a:pt x="32" y="16"/>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3"/>
            <p:cNvSpPr/>
            <p:nvPr/>
          </p:nvSpPr>
          <p:spPr>
            <a:xfrm>
              <a:off x="1261058" y="3608473"/>
              <a:ext cx="150577" cy="125944"/>
            </a:xfrm>
            <a:custGeom>
              <a:rect b="b" l="l" r="r" t="t"/>
              <a:pathLst>
                <a:path extrusionOk="0" h="1268" w="1516">
                  <a:moveTo>
                    <a:pt x="1503" y="0"/>
                  </a:moveTo>
                  <a:cubicBezTo>
                    <a:pt x="1501" y="0"/>
                    <a:pt x="1499" y="2"/>
                    <a:pt x="1499" y="7"/>
                  </a:cubicBezTo>
                  <a:cubicBezTo>
                    <a:pt x="1398" y="23"/>
                    <a:pt x="1297" y="56"/>
                    <a:pt x="1196" y="92"/>
                  </a:cubicBezTo>
                  <a:cubicBezTo>
                    <a:pt x="925" y="157"/>
                    <a:pt x="639" y="242"/>
                    <a:pt x="356" y="326"/>
                  </a:cubicBezTo>
                  <a:cubicBezTo>
                    <a:pt x="336" y="326"/>
                    <a:pt x="303" y="343"/>
                    <a:pt x="287" y="343"/>
                  </a:cubicBezTo>
                  <a:cubicBezTo>
                    <a:pt x="244" y="356"/>
                    <a:pt x="203" y="383"/>
                    <a:pt x="152" y="383"/>
                  </a:cubicBezTo>
                  <a:cubicBezTo>
                    <a:pt x="141" y="383"/>
                    <a:pt x="130" y="382"/>
                    <a:pt x="117" y="379"/>
                  </a:cubicBezTo>
                  <a:cubicBezTo>
                    <a:pt x="85" y="379"/>
                    <a:pt x="69" y="395"/>
                    <a:pt x="53" y="411"/>
                  </a:cubicBezTo>
                  <a:cubicBezTo>
                    <a:pt x="16" y="444"/>
                    <a:pt x="0" y="480"/>
                    <a:pt x="0" y="528"/>
                  </a:cubicBezTo>
                  <a:cubicBezTo>
                    <a:pt x="16" y="698"/>
                    <a:pt x="16" y="884"/>
                    <a:pt x="16" y="1050"/>
                  </a:cubicBezTo>
                  <a:lnTo>
                    <a:pt x="16" y="1251"/>
                  </a:lnTo>
                  <a:lnTo>
                    <a:pt x="16" y="1268"/>
                  </a:lnTo>
                  <a:cubicBezTo>
                    <a:pt x="33" y="1268"/>
                    <a:pt x="33" y="1268"/>
                    <a:pt x="33" y="1251"/>
                  </a:cubicBezTo>
                  <a:lnTo>
                    <a:pt x="33" y="1050"/>
                  </a:lnTo>
                  <a:cubicBezTo>
                    <a:pt x="33" y="884"/>
                    <a:pt x="53" y="698"/>
                    <a:pt x="33" y="528"/>
                  </a:cubicBezTo>
                  <a:cubicBezTo>
                    <a:pt x="33" y="480"/>
                    <a:pt x="53" y="444"/>
                    <a:pt x="69" y="427"/>
                  </a:cubicBezTo>
                  <a:cubicBezTo>
                    <a:pt x="85" y="411"/>
                    <a:pt x="101" y="411"/>
                    <a:pt x="117" y="411"/>
                  </a:cubicBezTo>
                  <a:cubicBezTo>
                    <a:pt x="186" y="411"/>
                    <a:pt x="235" y="395"/>
                    <a:pt x="287" y="379"/>
                  </a:cubicBezTo>
                  <a:cubicBezTo>
                    <a:pt x="319" y="359"/>
                    <a:pt x="336" y="359"/>
                    <a:pt x="372" y="343"/>
                  </a:cubicBezTo>
                  <a:cubicBezTo>
                    <a:pt x="639" y="278"/>
                    <a:pt x="925" y="193"/>
                    <a:pt x="1212" y="108"/>
                  </a:cubicBezTo>
                  <a:cubicBezTo>
                    <a:pt x="1297" y="92"/>
                    <a:pt x="1398" y="56"/>
                    <a:pt x="1499" y="23"/>
                  </a:cubicBezTo>
                  <a:cubicBezTo>
                    <a:pt x="1515" y="23"/>
                    <a:pt x="1515" y="23"/>
                    <a:pt x="1515" y="7"/>
                  </a:cubicBezTo>
                  <a:cubicBezTo>
                    <a:pt x="1515" y="7"/>
                    <a:pt x="1508"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3"/>
            <p:cNvSpPr/>
            <p:nvPr/>
          </p:nvSpPr>
          <p:spPr>
            <a:xfrm>
              <a:off x="1582077" y="3259644"/>
              <a:ext cx="6853" cy="77176"/>
            </a:xfrm>
            <a:custGeom>
              <a:rect b="b" l="l" r="r" t="t"/>
              <a:pathLst>
                <a:path extrusionOk="0" h="777" w="69">
                  <a:moveTo>
                    <a:pt x="53" y="1"/>
                  </a:moveTo>
                  <a:cubicBezTo>
                    <a:pt x="53" y="1"/>
                    <a:pt x="32" y="1"/>
                    <a:pt x="32" y="17"/>
                  </a:cubicBezTo>
                  <a:cubicBezTo>
                    <a:pt x="16" y="134"/>
                    <a:pt x="16" y="271"/>
                    <a:pt x="16" y="389"/>
                  </a:cubicBezTo>
                  <a:cubicBezTo>
                    <a:pt x="16" y="473"/>
                    <a:pt x="32" y="558"/>
                    <a:pt x="16" y="639"/>
                  </a:cubicBezTo>
                  <a:lnTo>
                    <a:pt x="16" y="675"/>
                  </a:lnTo>
                  <a:cubicBezTo>
                    <a:pt x="32" y="708"/>
                    <a:pt x="32" y="740"/>
                    <a:pt x="16" y="760"/>
                  </a:cubicBezTo>
                  <a:cubicBezTo>
                    <a:pt x="0" y="776"/>
                    <a:pt x="16" y="776"/>
                    <a:pt x="16" y="776"/>
                  </a:cubicBezTo>
                  <a:lnTo>
                    <a:pt x="32" y="776"/>
                  </a:lnTo>
                  <a:cubicBezTo>
                    <a:pt x="53" y="740"/>
                    <a:pt x="53" y="708"/>
                    <a:pt x="53" y="675"/>
                  </a:cubicBezTo>
                  <a:lnTo>
                    <a:pt x="53" y="639"/>
                  </a:lnTo>
                  <a:lnTo>
                    <a:pt x="53" y="389"/>
                  </a:lnTo>
                  <a:cubicBezTo>
                    <a:pt x="53" y="271"/>
                    <a:pt x="53" y="134"/>
                    <a:pt x="69" y="17"/>
                  </a:cubicBezTo>
                  <a:cubicBezTo>
                    <a:pt x="69" y="1"/>
                    <a:pt x="5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3"/>
            <p:cNvSpPr/>
            <p:nvPr/>
          </p:nvSpPr>
          <p:spPr>
            <a:xfrm>
              <a:off x="1924649" y="3010537"/>
              <a:ext cx="127335" cy="235996"/>
            </a:xfrm>
            <a:custGeom>
              <a:rect b="b" l="l" r="r" t="t"/>
              <a:pathLst>
                <a:path extrusionOk="0" h="2376" w="1282">
                  <a:moveTo>
                    <a:pt x="17" y="0"/>
                  </a:moveTo>
                  <a:cubicBezTo>
                    <a:pt x="1" y="117"/>
                    <a:pt x="1" y="238"/>
                    <a:pt x="102" y="339"/>
                  </a:cubicBezTo>
                  <a:cubicBezTo>
                    <a:pt x="255" y="521"/>
                    <a:pt x="389" y="707"/>
                    <a:pt x="522" y="877"/>
                  </a:cubicBezTo>
                  <a:cubicBezTo>
                    <a:pt x="591" y="962"/>
                    <a:pt x="643" y="1026"/>
                    <a:pt x="692" y="1095"/>
                  </a:cubicBezTo>
                  <a:cubicBezTo>
                    <a:pt x="744" y="1164"/>
                    <a:pt x="793" y="1228"/>
                    <a:pt x="861" y="1297"/>
                  </a:cubicBezTo>
                  <a:cubicBezTo>
                    <a:pt x="962" y="1430"/>
                    <a:pt x="1080" y="1584"/>
                    <a:pt x="1181" y="1717"/>
                  </a:cubicBezTo>
                  <a:cubicBezTo>
                    <a:pt x="1229" y="1786"/>
                    <a:pt x="1265" y="1854"/>
                    <a:pt x="1249" y="1919"/>
                  </a:cubicBezTo>
                  <a:lnTo>
                    <a:pt x="1249" y="2089"/>
                  </a:lnTo>
                  <a:cubicBezTo>
                    <a:pt x="1249" y="2173"/>
                    <a:pt x="1265" y="2274"/>
                    <a:pt x="1229" y="2359"/>
                  </a:cubicBezTo>
                  <a:cubicBezTo>
                    <a:pt x="1213" y="2359"/>
                    <a:pt x="1229" y="2375"/>
                    <a:pt x="1229" y="2375"/>
                  </a:cubicBezTo>
                  <a:lnTo>
                    <a:pt x="1249" y="2359"/>
                  </a:lnTo>
                  <a:cubicBezTo>
                    <a:pt x="1282" y="2274"/>
                    <a:pt x="1282" y="2173"/>
                    <a:pt x="1282" y="2089"/>
                  </a:cubicBezTo>
                  <a:cubicBezTo>
                    <a:pt x="1282" y="2036"/>
                    <a:pt x="1265" y="1988"/>
                    <a:pt x="1282" y="1919"/>
                  </a:cubicBezTo>
                  <a:cubicBezTo>
                    <a:pt x="1282" y="1834"/>
                    <a:pt x="1265" y="1769"/>
                    <a:pt x="1213" y="1701"/>
                  </a:cubicBezTo>
                  <a:cubicBezTo>
                    <a:pt x="1096" y="1567"/>
                    <a:pt x="979" y="1414"/>
                    <a:pt x="878" y="1281"/>
                  </a:cubicBezTo>
                  <a:cubicBezTo>
                    <a:pt x="825" y="1212"/>
                    <a:pt x="777" y="1147"/>
                    <a:pt x="724" y="1079"/>
                  </a:cubicBezTo>
                  <a:cubicBezTo>
                    <a:pt x="659" y="1010"/>
                    <a:pt x="607" y="945"/>
                    <a:pt x="558" y="861"/>
                  </a:cubicBezTo>
                  <a:cubicBezTo>
                    <a:pt x="405" y="691"/>
                    <a:pt x="272" y="505"/>
                    <a:pt x="118" y="319"/>
                  </a:cubicBezTo>
                  <a:cubicBezTo>
                    <a:pt x="17" y="218"/>
                    <a:pt x="17" y="117"/>
                    <a:pt x="53" y="16"/>
                  </a:cubicBezTo>
                  <a:cubicBezTo>
                    <a:pt x="53" y="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3"/>
            <p:cNvSpPr/>
            <p:nvPr/>
          </p:nvSpPr>
          <p:spPr>
            <a:xfrm>
              <a:off x="1735732" y="3570630"/>
              <a:ext cx="98828" cy="163787"/>
            </a:xfrm>
            <a:custGeom>
              <a:rect b="b" l="l" r="r" t="t"/>
              <a:pathLst>
                <a:path extrusionOk="0" h="1649" w="995">
                  <a:moveTo>
                    <a:pt x="53" y="0"/>
                  </a:moveTo>
                  <a:cubicBezTo>
                    <a:pt x="37" y="0"/>
                    <a:pt x="37" y="0"/>
                    <a:pt x="37" y="17"/>
                  </a:cubicBezTo>
                  <a:cubicBezTo>
                    <a:pt x="0" y="271"/>
                    <a:pt x="0" y="522"/>
                    <a:pt x="0" y="724"/>
                  </a:cubicBezTo>
                  <a:cubicBezTo>
                    <a:pt x="0" y="776"/>
                    <a:pt x="20" y="808"/>
                    <a:pt x="69" y="841"/>
                  </a:cubicBezTo>
                  <a:cubicBezTo>
                    <a:pt x="271" y="1027"/>
                    <a:pt x="489" y="1229"/>
                    <a:pt x="691" y="1414"/>
                  </a:cubicBezTo>
                  <a:cubicBezTo>
                    <a:pt x="776" y="1483"/>
                    <a:pt x="845" y="1548"/>
                    <a:pt x="893" y="1616"/>
                  </a:cubicBezTo>
                  <a:cubicBezTo>
                    <a:pt x="929" y="1649"/>
                    <a:pt x="946" y="1649"/>
                    <a:pt x="962" y="1649"/>
                  </a:cubicBezTo>
                  <a:lnTo>
                    <a:pt x="978" y="1649"/>
                  </a:lnTo>
                  <a:cubicBezTo>
                    <a:pt x="978" y="1649"/>
                    <a:pt x="994" y="1649"/>
                    <a:pt x="994" y="1632"/>
                  </a:cubicBezTo>
                  <a:lnTo>
                    <a:pt x="978" y="1616"/>
                  </a:lnTo>
                  <a:cubicBezTo>
                    <a:pt x="946" y="1616"/>
                    <a:pt x="929" y="1616"/>
                    <a:pt x="909" y="1600"/>
                  </a:cubicBezTo>
                  <a:cubicBezTo>
                    <a:pt x="861" y="1531"/>
                    <a:pt x="792" y="1467"/>
                    <a:pt x="707" y="1398"/>
                  </a:cubicBezTo>
                  <a:cubicBezTo>
                    <a:pt x="505" y="1212"/>
                    <a:pt x="287" y="1010"/>
                    <a:pt x="85" y="825"/>
                  </a:cubicBezTo>
                  <a:cubicBezTo>
                    <a:pt x="53" y="808"/>
                    <a:pt x="37" y="776"/>
                    <a:pt x="37" y="724"/>
                  </a:cubicBezTo>
                  <a:cubicBezTo>
                    <a:pt x="37" y="522"/>
                    <a:pt x="37" y="271"/>
                    <a:pt x="53" y="17"/>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3"/>
            <p:cNvSpPr/>
            <p:nvPr/>
          </p:nvSpPr>
          <p:spPr>
            <a:xfrm>
              <a:off x="1416701" y="1611346"/>
              <a:ext cx="81943" cy="249306"/>
            </a:xfrm>
            <a:custGeom>
              <a:rect b="b" l="l" r="r" t="t"/>
              <a:pathLst>
                <a:path extrusionOk="0" h="2510" w="825">
                  <a:moveTo>
                    <a:pt x="17" y="1"/>
                  </a:moveTo>
                  <a:cubicBezTo>
                    <a:pt x="1" y="1"/>
                    <a:pt x="1" y="17"/>
                    <a:pt x="1" y="17"/>
                  </a:cubicBezTo>
                  <a:cubicBezTo>
                    <a:pt x="1" y="17"/>
                    <a:pt x="1" y="33"/>
                    <a:pt x="17" y="33"/>
                  </a:cubicBezTo>
                  <a:cubicBezTo>
                    <a:pt x="49" y="33"/>
                    <a:pt x="65" y="49"/>
                    <a:pt x="82" y="86"/>
                  </a:cubicBezTo>
                  <a:lnTo>
                    <a:pt x="102" y="102"/>
                  </a:lnTo>
                  <a:cubicBezTo>
                    <a:pt x="284" y="405"/>
                    <a:pt x="469" y="692"/>
                    <a:pt x="655" y="974"/>
                  </a:cubicBezTo>
                  <a:lnTo>
                    <a:pt x="788" y="1213"/>
                  </a:lnTo>
                  <a:lnTo>
                    <a:pt x="788" y="2340"/>
                  </a:lnTo>
                  <a:lnTo>
                    <a:pt x="788" y="2372"/>
                  </a:lnTo>
                  <a:cubicBezTo>
                    <a:pt x="788" y="2388"/>
                    <a:pt x="809" y="2408"/>
                    <a:pt x="788" y="2425"/>
                  </a:cubicBezTo>
                  <a:cubicBezTo>
                    <a:pt x="788" y="2441"/>
                    <a:pt x="788" y="2441"/>
                    <a:pt x="772" y="2457"/>
                  </a:cubicBezTo>
                  <a:lnTo>
                    <a:pt x="772" y="2489"/>
                  </a:lnTo>
                  <a:lnTo>
                    <a:pt x="772" y="2509"/>
                  </a:lnTo>
                  <a:lnTo>
                    <a:pt x="788" y="2509"/>
                  </a:lnTo>
                  <a:lnTo>
                    <a:pt x="788" y="2489"/>
                  </a:lnTo>
                  <a:lnTo>
                    <a:pt x="809" y="2473"/>
                  </a:lnTo>
                  <a:cubicBezTo>
                    <a:pt x="809" y="2457"/>
                    <a:pt x="825" y="2441"/>
                    <a:pt x="825" y="2425"/>
                  </a:cubicBezTo>
                  <a:lnTo>
                    <a:pt x="825" y="2356"/>
                  </a:lnTo>
                  <a:lnTo>
                    <a:pt x="825" y="2340"/>
                  </a:lnTo>
                  <a:lnTo>
                    <a:pt x="825" y="1213"/>
                  </a:lnTo>
                  <a:lnTo>
                    <a:pt x="825" y="1196"/>
                  </a:lnTo>
                  <a:lnTo>
                    <a:pt x="671" y="958"/>
                  </a:lnTo>
                  <a:cubicBezTo>
                    <a:pt x="485" y="671"/>
                    <a:pt x="304" y="389"/>
                    <a:pt x="118" y="86"/>
                  </a:cubicBezTo>
                  <a:lnTo>
                    <a:pt x="102" y="65"/>
                  </a:lnTo>
                  <a:cubicBezTo>
                    <a:pt x="82" y="33"/>
                    <a:pt x="6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3"/>
            <p:cNvSpPr/>
            <p:nvPr/>
          </p:nvSpPr>
          <p:spPr>
            <a:xfrm>
              <a:off x="941629" y="1711664"/>
              <a:ext cx="5364" cy="102007"/>
            </a:xfrm>
            <a:custGeom>
              <a:rect b="b" l="l" r="r" t="t"/>
              <a:pathLst>
                <a:path extrusionOk="0" h="1027" w="54">
                  <a:moveTo>
                    <a:pt x="17" y="1"/>
                  </a:moveTo>
                  <a:cubicBezTo>
                    <a:pt x="1" y="1"/>
                    <a:pt x="1" y="17"/>
                    <a:pt x="1" y="17"/>
                  </a:cubicBezTo>
                  <a:cubicBezTo>
                    <a:pt x="17" y="134"/>
                    <a:pt x="17" y="251"/>
                    <a:pt x="17" y="352"/>
                  </a:cubicBezTo>
                  <a:lnTo>
                    <a:pt x="17" y="538"/>
                  </a:lnTo>
                  <a:lnTo>
                    <a:pt x="17" y="857"/>
                  </a:lnTo>
                  <a:lnTo>
                    <a:pt x="17" y="1011"/>
                  </a:lnTo>
                  <a:lnTo>
                    <a:pt x="17" y="1027"/>
                  </a:lnTo>
                  <a:cubicBezTo>
                    <a:pt x="37" y="1027"/>
                    <a:pt x="37" y="1011"/>
                    <a:pt x="37" y="1011"/>
                  </a:cubicBezTo>
                  <a:lnTo>
                    <a:pt x="37" y="857"/>
                  </a:lnTo>
                  <a:lnTo>
                    <a:pt x="37" y="538"/>
                  </a:lnTo>
                  <a:lnTo>
                    <a:pt x="37" y="352"/>
                  </a:lnTo>
                  <a:cubicBezTo>
                    <a:pt x="37" y="251"/>
                    <a:pt x="53" y="134"/>
                    <a:pt x="1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3"/>
            <p:cNvSpPr/>
            <p:nvPr/>
          </p:nvSpPr>
          <p:spPr>
            <a:xfrm>
              <a:off x="1332870" y="3453427"/>
              <a:ext cx="5264" cy="100418"/>
            </a:xfrm>
            <a:custGeom>
              <a:rect b="b" l="l" r="r" t="t"/>
              <a:pathLst>
                <a:path extrusionOk="0" h="1011" w="53">
                  <a:moveTo>
                    <a:pt x="17" y="1"/>
                  </a:moveTo>
                  <a:cubicBezTo>
                    <a:pt x="0" y="1"/>
                    <a:pt x="0" y="21"/>
                    <a:pt x="0" y="21"/>
                  </a:cubicBezTo>
                  <a:cubicBezTo>
                    <a:pt x="17" y="138"/>
                    <a:pt x="17" y="255"/>
                    <a:pt x="17" y="356"/>
                  </a:cubicBezTo>
                  <a:lnTo>
                    <a:pt x="17" y="542"/>
                  </a:lnTo>
                  <a:lnTo>
                    <a:pt x="17" y="861"/>
                  </a:lnTo>
                  <a:lnTo>
                    <a:pt x="17" y="1011"/>
                  </a:lnTo>
                  <a:lnTo>
                    <a:pt x="53" y="1011"/>
                  </a:lnTo>
                  <a:lnTo>
                    <a:pt x="53" y="861"/>
                  </a:lnTo>
                  <a:lnTo>
                    <a:pt x="53" y="542"/>
                  </a:lnTo>
                  <a:cubicBezTo>
                    <a:pt x="37" y="474"/>
                    <a:pt x="53" y="425"/>
                    <a:pt x="53" y="356"/>
                  </a:cubicBezTo>
                  <a:cubicBezTo>
                    <a:pt x="53" y="255"/>
                    <a:pt x="53" y="138"/>
                    <a:pt x="37" y="21"/>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3"/>
            <p:cNvSpPr/>
            <p:nvPr/>
          </p:nvSpPr>
          <p:spPr>
            <a:xfrm>
              <a:off x="669181" y="2450344"/>
              <a:ext cx="150577" cy="180672"/>
            </a:xfrm>
            <a:custGeom>
              <a:rect b="b" l="l" r="r" t="t"/>
              <a:pathLst>
                <a:path extrusionOk="0" h="1819" w="1516">
                  <a:moveTo>
                    <a:pt x="1467" y="1"/>
                  </a:moveTo>
                  <a:lnTo>
                    <a:pt x="1467" y="21"/>
                  </a:lnTo>
                  <a:cubicBezTo>
                    <a:pt x="1483" y="37"/>
                    <a:pt x="1483" y="69"/>
                    <a:pt x="1483" y="102"/>
                  </a:cubicBezTo>
                  <a:lnTo>
                    <a:pt x="1483" y="122"/>
                  </a:lnTo>
                  <a:lnTo>
                    <a:pt x="1483" y="388"/>
                  </a:lnTo>
                  <a:lnTo>
                    <a:pt x="1483" y="978"/>
                  </a:lnTo>
                  <a:cubicBezTo>
                    <a:pt x="1483" y="1079"/>
                    <a:pt x="1467" y="1112"/>
                    <a:pt x="1382" y="1148"/>
                  </a:cubicBezTo>
                  <a:cubicBezTo>
                    <a:pt x="1027" y="1297"/>
                    <a:pt x="692" y="1467"/>
                    <a:pt x="372" y="1617"/>
                  </a:cubicBezTo>
                  <a:cubicBezTo>
                    <a:pt x="255" y="1669"/>
                    <a:pt x="134" y="1738"/>
                    <a:pt x="17" y="1786"/>
                  </a:cubicBezTo>
                  <a:lnTo>
                    <a:pt x="1" y="1802"/>
                  </a:lnTo>
                  <a:lnTo>
                    <a:pt x="1" y="1819"/>
                  </a:lnTo>
                  <a:lnTo>
                    <a:pt x="33" y="1819"/>
                  </a:lnTo>
                  <a:lnTo>
                    <a:pt x="33" y="1802"/>
                  </a:lnTo>
                  <a:cubicBezTo>
                    <a:pt x="154" y="1754"/>
                    <a:pt x="271" y="1701"/>
                    <a:pt x="372" y="1653"/>
                  </a:cubicBezTo>
                  <a:cubicBezTo>
                    <a:pt x="708" y="1483"/>
                    <a:pt x="1043" y="1334"/>
                    <a:pt x="1382" y="1180"/>
                  </a:cubicBezTo>
                  <a:cubicBezTo>
                    <a:pt x="1483" y="1132"/>
                    <a:pt x="1516" y="1095"/>
                    <a:pt x="1516" y="978"/>
                  </a:cubicBezTo>
                  <a:lnTo>
                    <a:pt x="1516" y="388"/>
                  </a:lnTo>
                  <a:lnTo>
                    <a:pt x="1516" y="122"/>
                  </a:lnTo>
                  <a:lnTo>
                    <a:pt x="1516" y="102"/>
                  </a:lnTo>
                  <a:cubicBezTo>
                    <a:pt x="1516" y="69"/>
                    <a:pt x="1516" y="37"/>
                    <a:pt x="1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3"/>
            <p:cNvSpPr/>
            <p:nvPr/>
          </p:nvSpPr>
          <p:spPr>
            <a:xfrm>
              <a:off x="669181" y="1452922"/>
              <a:ext cx="142134" cy="187029"/>
            </a:xfrm>
            <a:custGeom>
              <a:rect b="b" l="l" r="r" t="t"/>
              <a:pathLst>
                <a:path extrusionOk="0" h="1883" w="1431">
                  <a:moveTo>
                    <a:pt x="1423" y="0"/>
                  </a:moveTo>
                  <a:cubicBezTo>
                    <a:pt x="1419" y="0"/>
                    <a:pt x="1415" y="4"/>
                    <a:pt x="1415" y="12"/>
                  </a:cubicBezTo>
                  <a:lnTo>
                    <a:pt x="1346" y="44"/>
                  </a:lnTo>
                  <a:cubicBezTo>
                    <a:pt x="1011" y="246"/>
                    <a:pt x="675" y="469"/>
                    <a:pt x="336" y="671"/>
                  </a:cubicBezTo>
                  <a:cubicBezTo>
                    <a:pt x="320" y="671"/>
                    <a:pt x="320" y="687"/>
                    <a:pt x="320" y="687"/>
                  </a:cubicBezTo>
                  <a:lnTo>
                    <a:pt x="304" y="687"/>
                  </a:lnTo>
                  <a:cubicBezTo>
                    <a:pt x="17" y="772"/>
                    <a:pt x="1" y="990"/>
                    <a:pt x="17" y="1192"/>
                  </a:cubicBezTo>
                  <a:cubicBezTo>
                    <a:pt x="33" y="1309"/>
                    <a:pt x="33" y="1442"/>
                    <a:pt x="33" y="1559"/>
                  </a:cubicBezTo>
                  <a:lnTo>
                    <a:pt x="33" y="1729"/>
                  </a:lnTo>
                  <a:lnTo>
                    <a:pt x="33" y="1761"/>
                  </a:lnTo>
                  <a:cubicBezTo>
                    <a:pt x="17" y="1798"/>
                    <a:pt x="17" y="1846"/>
                    <a:pt x="53" y="1883"/>
                  </a:cubicBezTo>
                  <a:lnTo>
                    <a:pt x="70" y="1883"/>
                  </a:lnTo>
                  <a:lnTo>
                    <a:pt x="70" y="1862"/>
                  </a:lnTo>
                  <a:cubicBezTo>
                    <a:pt x="53" y="1830"/>
                    <a:pt x="53" y="1798"/>
                    <a:pt x="53" y="1761"/>
                  </a:cubicBezTo>
                  <a:lnTo>
                    <a:pt x="53" y="1729"/>
                  </a:lnTo>
                  <a:lnTo>
                    <a:pt x="53" y="1559"/>
                  </a:lnTo>
                  <a:cubicBezTo>
                    <a:pt x="53" y="1442"/>
                    <a:pt x="70" y="1309"/>
                    <a:pt x="53" y="1192"/>
                  </a:cubicBezTo>
                  <a:cubicBezTo>
                    <a:pt x="17" y="921"/>
                    <a:pt x="102" y="788"/>
                    <a:pt x="320" y="719"/>
                  </a:cubicBezTo>
                  <a:lnTo>
                    <a:pt x="336" y="703"/>
                  </a:lnTo>
                  <a:lnTo>
                    <a:pt x="336" y="687"/>
                  </a:lnTo>
                  <a:cubicBezTo>
                    <a:pt x="692" y="485"/>
                    <a:pt x="1027" y="267"/>
                    <a:pt x="1366" y="65"/>
                  </a:cubicBezTo>
                  <a:lnTo>
                    <a:pt x="1431" y="28"/>
                  </a:lnTo>
                  <a:lnTo>
                    <a:pt x="1431" y="12"/>
                  </a:lnTo>
                  <a:cubicBezTo>
                    <a:pt x="1431" y="4"/>
                    <a:pt x="1427" y="0"/>
                    <a:pt x="14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3"/>
            <p:cNvSpPr/>
            <p:nvPr/>
          </p:nvSpPr>
          <p:spPr>
            <a:xfrm>
              <a:off x="1443220" y="2771362"/>
              <a:ext cx="5264" cy="77176"/>
            </a:xfrm>
            <a:custGeom>
              <a:rect b="b" l="l" r="r" t="t"/>
              <a:pathLst>
                <a:path extrusionOk="0" h="777" w="53">
                  <a:moveTo>
                    <a:pt x="37" y="0"/>
                  </a:moveTo>
                  <a:cubicBezTo>
                    <a:pt x="17" y="138"/>
                    <a:pt x="17" y="271"/>
                    <a:pt x="17" y="388"/>
                  </a:cubicBezTo>
                  <a:lnTo>
                    <a:pt x="17" y="627"/>
                  </a:lnTo>
                  <a:lnTo>
                    <a:pt x="17" y="675"/>
                  </a:lnTo>
                  <a:cubicBezTo>
                    <a:pt x="17" y="707"/>
                    <a:pt x="17" y="728"/>
                    <a:pt x="0" y="760"/>
                  </a:cubicBezTo>
                  <a:lnTo>
                    <a:pt x="0" y="776"/>
                  </a:lnTo>
                  <a:lnTo>
                    <a:pt x="37" y="776"/>
                  </a:lnTo>
                  <a:cubicBezTo>
                    <a:pt x="53" y="744"/>
                    <a:pt x="53" y="707"/>
                    <a:pt x="53" y="675"/>
                  </a:cubicBezTo>
                  <a:cubicBezTo>
                    <a:pt x="37" y="659"/>
                    <a:pt x="37" y="643"/>
                    <a:pt x="37" y="627"/>
                  </a:cubicBezTo>
                  <a:cubicBezTo>
                    <a:pt x="53" y="558"/>
                    <a:pt x="53" y="473"/>
                    <a:pt x="37" y="388"/>
                  </a:cubicBezTo>
                  <a:cubicBezTo>
                    <a:pt x="37" y="271"/>
                    <a:pt x="37" y="138"/>
                    <a:pt x="53" y="21"/>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3"/>
            <p:cNvSpPr/>
            <p:nvPr/>
          </p:nvSpPr>
          <p:spPr>
            <a:xfrm>
              <a:off x="1735732" y="3385290"/>
              <a:ext cx="154152" cy="244042"/>
            </a:xfrm>
            <a:custGeom>
              <a:rect b="b" l="l" r="r" t="t"/>
              <a:pathLst>
                <a:path extrusionOk="0" h="2457" w="1552">
                  <a:moveTo>
                    <a:pt x="53" y="0"/>
                  </a:moveTo>
                  <a:cubicBezTo>
                    <a:pt x="0" y="133"/>
                    <a:pt x="0" y="218"/>
                    <a:pt x="121" y="335"/>
                  </a:cubicBezTo>
                  <a:cubicBezTo>
                    <a:pt x="457" y="638"/>
                    <a:pt x="776" y="974"/>
                    <a:pt x="1095" y="1293"/>
                  </a:cubicBezTo>
                  <a:cubicBezTo>
                    <a:pt x="1212" y="1430"/>
                    <a:pt x="1350" y="1547"/>
                    <a:pt x="1467" y="1681"/>
                  </a:cubicBezTo>
                  <a:cubicBezTo>
                    <a:pt x="1499" y="1697"/>
                    <a:pt x="1515" y="1733"/>
                    <a:pt x="1515" y="1765"/>
                  </a:cubicBezTo>
                  <a:lnTo>
                    <a:pt x="1515" y="2020"/>
                  </a:lnTo>
                  <a:lnTo>
                    <a:pt x="1515" y="2323"/>
                  </a:lnTo>
                  <a:cubicBezTo>
                    <a:pt x="1515" y="2355"/>
                    <a:pt x="1499" y="2371"/>
                    <a:pt x="1499" y="2388"/>
                  </a:cubicBezTo>
                  <a:cubicBezTo>
                    <a:pt x="1483" y="2404"/>
                    <a:pt x="1483" y="2424"/>
                    <a:pt x="1483" y="2440"/>
                  </a:cubicBezTo>
                  <a:cubicBezTo>
                    <a:pt x="1467" y="2440"/>
                    <a:pt x="1483" y="2440"/>
                    <a:pt x="1483" y="2456"/>
                  </a:cubicBezTo>
                  <a:lnTo>
                    <a:pt x="1499" y="2440"/>
                  </a:lnTo>
                  <a:cubicBezTo>
                    <a:pt x="1499" y="2424"/>
                    <a:pt x="1515" y="2424"/>
                    <a:pt x="1515" y="2404"/>
                  </a:cubicBezTo>
                  <a:cubicBezTo>
                    <a:pt x="1535" y="2388"/>
                    <a:pt x="1535" y="2355"/>
                    <a:pt x="1535" y="2323"/>
                  </a:cubicBezTo>
                  <a:cubicBezTo>
                    <a:pt x="1552" y="2222"/>
                    <a:pt x="1552" y="2121"/>
                    <a:pt x="1552" y="2020"/>
                  </a:cubicBezTo>
                  <a:lnTo>
                    <a:pt x="1552" y="1765"/>
                  </a:lnTo>
                  <a:cubicBezTo>
                    <a:pt x="1552" y="1717"/>
                    <a:pt x="1515" y="1681"/>
                    <a:pt x="1483" y="1648"/>
                  </a:cubicBezTo>
                  <a:cubicBezTo>
                    <a:pt x="1366" y="1531"/>
                    <a:pt x="1232" y="1414"/>
                    <a:pt x="1111" y="1277"/>
                  </a:cubicBezTo>
                  <a:cubicBezTo>
                    <a:pt x="792" y="958"/>
                    <a:pt x="473" y="622"/>
                    <a:pt x="138" y="319"/>
                  </a:cubicBezTo>
                  <a:cubicBezTo>
                    <a:pt x="37" y="202"/>
                    <a:pt x="37" y="133"/>
                    <a:pt x="69" y="16"/>
                  </a:cubicBezTo>
                  <a:cubicBezTo>
                    <a:pt x="69" y="0"/>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3"/>
            <p:cNvSpPr/>
            <p:nvPr/>
          </p:nvSpPr>
          <p:spPr>
            <a:xfrm>
              <a:off x="1413125" y="1194876"/>
              <a:ext cx="88797" cy="306219"/>
            </a:xfrm>
            <a:custGeom>
              <a:rect b="b" l="l" r="r" t="t"/>
              <a:pathLst>
                <a:path extrusionOk="0" h="3083" w="894">
                  <a:moveTo>
                    <a:pt x="37" y="1"/>
                  </a:moveTo>
                  <a:lnTo>
                    <a:pt x="17" y="17"/>
                  </a:lnTo>
                  <a:cubicBezTo>
                    <a:pt x="0" y="287"/>
                    <a:pt x="53" y="506"/>
                    <a:pt x="202" y="707"/>
                  </a:cubicBezTo>
                  <a:cubicBezTo>
                    <a:pt x="356" y="909"/>
                    <a:pt x="473" y="1128"/>
                    <a:pt x="590" y="1350"/>
                  </a:cubicBezTo>
                  <a:cubicBezTo>
                    <a:pt x="643" y="1467"/>
                    <a:pt x="707" y="1584"/>
                    <a:pt x="776" y="1701"/>
                  </a:cubicBezTo>
                  <a:cubicBezTo>
                    <a:pt x="824" y="1770"/>
                    <a:pt x="824" y="1818"/>
                    <a:pt x="824" y="1887"/>
                  </a:cubicBezTo>
                  <a:lnTo>
                    <a:pt x="824" y="2174"/>
                  </a:lnTo>
                  <a:cubicBezTo>
                    <a:pt x="824" y="2360"/>
                    <a:pt x="845" y="2542"/>
                    <a:pt x="824" y="2727"/>
                  </a:cubicBezTo>
                  <a:lnTo>
                    <a:pt x="824" y="2796"/>
                  </a:lnTo>
                  <a:cubicBezTo>
                    <a:pt x="824" y="2897"/>
                    <a:pt x="808" y="2982"/>
                    <a:pt x="861" y="3083"/>
                  </a:cubicBezTo>
                  <a:lnTo>
                    <a:pt x="877" y="3083"/>
                  </a:lnTo>
                  <a:cubicBezTo>
                    <a:pt x="893" y="3083"/>
                    <a:pt x="893" y="3083"/>
                    <a:pt x="877" y="3067"/>
                  </a:cubicBezTo>
                  <a:cubicBezTo>
                    <a:pt x="845" y="2982"/>
                    <a:pt x="845" y="2897"/>
                    <a:pt x="861" y="2796"/>
                  </a:cubicBezTo>
                  <a:lnTo>
                    <a:pt x="861" y="2743"/>
                  </a:lnTo>
                  <a:lnTo>
                    <a:pt x="861" y="2174"/>
                  </a:lnTo>
                  <a:lnTo>
                    <a:pt x="861" y="1887"/>
                  </a:lnTo>
                  <a:cubicBezTo>
                    <a:pt x="861" y="1818"/>
                    <a:pt x="845" y="1754"/>
                    <a:pt x="808" y="1685"/>
                  </a:cubicBezTo>
                  <a:cubicBezTo>
                    <a:pt x="744" y="1568"/>
                    <a:pt x="675" y="1451"/>
                    <a:pt x="606" y="1330"/>
                  </a:cubicBezTo>
                  <a:cubicBezTo>
                    <a:pt x="489" y="1111"/>
                    <a:pt x="372" y="893"/>
                    <a:pt x="219" y="691"/>
                  </a:cubicBezTo>
                  <a:cubicBezTo>
                    <a:pt x="85" y="489"/>
                    <a:pt x="37" y="287"/>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3"/>
            <p:cNvSpPr/>
            <p:nvPr/>
          </p:nvSpPr>
          <p:spPr>
            <a:xfrm>
              <a:off x="869817" y="2634492"/>
              <a:ext cx="336314" cy="224077"/>
            </a:xfrm>
            <a:custGeom>
              <a:rect b="b" l="l" r="r" t="t"/>
              <a:pathLst>
                <a:path extrusionOk="0" h="2256" w="3386">
                  <a:moveTo>
                    <a:pt x="3366" y="1"/>
                  </a:moveTo>
                  <a:cubicBezTo>
                    <a:pt x="3047" y="118"/>
                    <a:pt x="2711" y="268"/>
                    <a:pt x="2291" y="453"/>
                  </a:cubicBezTo>
                  <a:cubicBezTo>
                    <a:pt x="1952" y="607"/>
                    <a:pt x="1617" y="740"/>
                    <a:pt x="1281" y="873"/>
                  </a:cubicBezTo>
                  <a:lnTo>
                    <a:pt x="1128" y="942"/>
                  </a:lnTo>
                  <a:cubicBezTo>
                    <a:pt x="893" y="1043"/>
                    <a:pt x="659" y="1144"/>
                    <a:pt x="421" y="1229"/>
                  </a:cubicBezTo>
                  <a:cubicBezTo>
                    <a:pt x="320" y="1277"/>
                    <a:pt x="203" y="1330"/>
                    <a:pt x="85" y="1378"/>
                  </a:cubicBezTo>
                  <a:cubicBezTo>
                    <a:pt x="53" y="1399"/>
                    <a:pt x="1" y="1415"/>
                    <a:pt x="1" y="1479"/>
                  </a:cubicBezTo>
                  <a:lnTo>
                    <a:pt x="1" y="1867"/>
                  </a:lnTo>
                  <a:lnTo>
                    <a:pt x="1" y="2207"/>
                  </a:lnTo>
                  <a:cubicBezTo>
                    <a:pt x="1" y="2223"/>
                    <a:pt x="17" y="2223"/>
                    <a:pt x="33" y="2239"/>
                  </a:cubicBezTo>
                  <a:lnTo>
                    <a:pt x="33" y="2255"/>
                  </a:lnTo>
                  <a:lnTo>
                    <a:pt x="53" y="2255"/>
                  </a:lnTo>
                  <a:cubicBezTo>
                    <a:pt x="69" y="2239"/>
                    <a:pt x="69" y="2239"/>
                    <a:pt x="53" y="2239"/>
                  </a:cubicBezTo>
                  <a:lnTo>
                    <a:pt x="53" y="2223"/>
                  </a:lnTo>
                  <a:lnTo>
                    <a:pt x="33" y="2207"/>
                  </a:lnTo>
                  <a:lnTo>
                    <a:pt x="33" y="1867"/>
                  </a:lnTo>
                  <a:lnTo>
                    <a:pt x="33" y="1479"/>
                  </a:lnTo>
                  <a:cubicBezTo>
                    <a:pt x="33" y="1447"/>
                    <a:pt x="53" y="1415"/>
                    <a:pt x="85" y="1399"/>
                  </a:cubicBezTo>
                  <a:cubicBezTo>
                    <a:pt x="203" y="1346"/>
                    <a:pt x="320" y="1314"/>
                    <a:pt x="437" y="1261"/>
                  </a:cubicBezTo>
                  <a:cubicBezTo>
                    <a:pt x="675" y="1160"/>
                    <a:pt x="910" y="1059"/>
                    <a:pt x="1144" y="974"/>
                  </a:cubicBezTo>
                  <a:lnTo>
                    <a:pt x="1297" y="910"/>
                  </a:lnTo>
                  <a:cubicBezTo>
                    <a:pt x="1617" y="772"/>
                    <a:pt x="1972" y="623"/>
                    <a:pt x="2291" y="490"/>
                  </a:cubicBezTo>
                  <a:cubicBezTo>
                    <a:pt x="2727" y="288"/>
                    <a:pt x="3063" y="150"/>
                    <a:pt x="3366" y="17"/>
                  </a:cubicBezTo>
                  <a:cubicBezTo>
                    <a:pt x="3386" y="17"/>
                    <a:pt x="3386" y="17"/>
                    <a:pt x="3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3"/>
            <p:cNvSpPr/>
            <p:nvPr/>
          </p:nvSpPr>
          <p:spPr>
            <a:xfrm>
              <a:off x="1923059" y="3418564"/>
              <a:ext cx="147398" cy="245631"/>
            </a:xfrm>
            <a:custGeom>
              <a:rect b="b" l="l" r="r" t="t"/>
              <a:pathLst>
                <a:path extrusionOk="0" h="2473" w="1484">
                  <a:moveTo>
                    <a:pt x="1" y="0"/>
                  </a:moveTo>
                  <a:lnTo>
                    <a:pt x="1" y="17"/>
                  </a:lnTo>
                  <a:cubicBezTo>
                    <a:pt x="17" y="118"/>
                    <a:pt x="86" y="186"/>
                    <a:pt x="154" y="251"/>
                  </a:cubicBezTo>
                  <a:cubicBezTo>
                    <a:pt x="457" y="574"/>
                    <a:pt x="740" y="877"/>
                    <a:pt x="1027" y="1196"/>
                  </a:cubicBezTo>
                  <a:cubicBezTo>
                    <a:pt x="1128" y="1297"/>
                    <a:pt x="1229" y="1414"/>
                    <a:pt x="1330" y="1515"/>
                  </a:cubicBezTo>
                  <a:cubicBezTo>
                    <a:pt x="1415" y="1600"/>
                    <a:pt x="1447" y="1685"/>
                    <a:pt x="1447" y="1802"/>
                  </a:cubicBezTo>
                  <a:cubicBezTo>
                    <a:pt x="1431" y="1919"/>
                    <a:pt x="1431" y="2036"/>
                    <a:pt x="1431" y="2154"/>
                  </a:cubicBezTo>
                  <a:cubicBezTo>
                    <a:pt x="1431" y="2206"/>
                    <a:pt x="1447" y="2271"/>
                    <a:pt x="1431" y="2323"/>
                  </a:cubicBezTo>
                  <a:cubicBezTo>
                    <a:pt x="1431" y="2339"/>
                    <a:pt x="1447" y="2356"/>
                    <a:pt x="1447" y="2356"/>
                  </a:cubicBezTo>
                  <a:cubicBezTo>
                    <a:pt x="1447" y="2392"/>
                    <a:pt x="1447" y="2424"/>
                    <a:pt x="1415" y="2457"/>
                  </a:cubicBezTo>
                  <a:lnTo>
                    <a:pt x="1415" y="2473"/>
                  </a:lnTo>
                  <a:lnTo>
                    <a:pt x="1431" y="2473"/>
                  </a:lnTo>
                  <a:cubicBezTo>
                    <a:pt x="1467" y="2440"/>
                    <a:pt x="1467" y="2392"/>
                    <a:pt x="1467" y="2356"/>
                  </a:cubicBezTo>
                  <a:lnTo>
                    <a:pt x="1467" y="2323"/>
                  </a:lnTo>
                  <a:lnTo>
                    <a:pt x="1467" y="2154"/>
                  </a:lnTo>
                  <a:lnTo>
                    <a:pt x="1467" y="1802"/>
                  </a:lnTo>
                  <a:cubicBezTo>
                    <a:pt x="1483" y="1685"/>
                    <a:pt x="1431" y="1584"/>
                    <a:pt x="1346" y="1499"/>
                  </a:cubicBezTo>
                  <a:cubicBezTo>
                    <a:pt x="1245" y="1382"/>
                    <a:pt x="1144" y="1281"/>
                    <a:pt x="1043" y="1180"/>
                  </a:cubicBezTo>
                  <a:cubicBezTo>
                    <a:pt x="760" y="857"/>
                    <a:pt x="473" y="554"/>
                    <a:pt x="187" y="235"/>
                  </a:cubicBezTo>
                  <a:cubicBezTo>
                    <a:pt x="118" y="170"/>
                    <a:pt x="53" y="10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3"/>
            <p:cNvSpPr/>
            <p:nvPr/>
          </p:nvSpPr>
          <p:spPr>
            <a:xfrm>
              <a:off x="1732455" y="3231138"/>
              <a:ext cx="159019" cy="250895"/>
            </a:xfrm>
            <a:custGeom>
              <a:rect b="b" l="l" r="r" t="t"/>
              <a:pathLst>
                <a:path extrusionOk="0" h="2526" w="1601">
                  <a:moveTo>
                    <a:pt x="102" y="1"/>
                  </a:moveTo>
                  <a:cubicBezTo>
                    <a:pt x="86" y="1"/>
                    <a:pt x="86" y="1"/>
                    <a:pt x="86" y="17"/>
                  </a:cubicBezTo>
                  <a:cubicBezTo>
                    <a:pt x="53" y="86"/>
                    <a:pt x="1" y="203"/>
                    <a:pt x="102" y="288"/>
                  </a:cubicBezTo>
                  <a:cubicBezTo>
                    <a:pt x="288" y="474"/>
                    <a:pt x="474" y="676"/>
                    <a:pt x="639" y="861"/>
                  </a:cubicBezTo>
                  <a:cubicBezTo>
                    <a:pt x="861" y="1096"/>
                    <a:pt x="1063" y="1330"/>
                    <a:pt x="1282" y="1532"/>
                  </a:cubicBezTo>
                  <a:cubicBezTo>
                    <a:pt x="1500" y="1734"/>
                    <a:pt x="1568" y="1956"/>
                    <a:pt x="1532" y="2239"/>
                  </a:cubicBezTo>
                  <a:lnTo>
                    <a:pt x="1532" y="2259"/>
                  </a:lnTo>
                  <a:lnTo>
                    <a:pt x="1532" y="2360"/>
                  </a:lnTo>
                  <a:cubicBezTo>
                    <a:pt x="1548" y="2392"/>
                    <a:pt x="1532" y="2425"/>
                    <a:pt x="1532" y="2461"/>
                  </a:cubicBezTo>
                  <a:cubicBezTo>
                    <a:pt x="1516" y="2477"/>
                    <a:pt x="1516" y="2493"/>
                    <a:pt x="1516" y="2510"/>
                  </a:cubicBezTo>
                  <a:cubicBezTo>
                    <a:pt x="1500" y="2526"/>
                    <a:pt x="1516" y="2526"/>
                    <a:pt x="1516" y="2526"/>
                  </a:cubicBezTo>
                  <a:lnTo>
                    <a:pt x="1532" y="2526"/>
                  </a:lnTo>
                  <a:cubicBezTo>
                    <a:pt x="1532" y="2510"/>
                    <a:pt x="1548" y="2493"/>
                    <a:pt x="1548" y="2477"/>
                  </a:cubicBezTo>
                  <a:cubicBezTo>
                    <a:pt x="1568" y="2441"/>
                    <a:pt x="1585" y="2392"/>
                    <a:pt x="1568" y="2340"/>
                  </a:cubicBezTo>
                  <a:cubicBezTo>
                    <a:pt x="1548" y="2324"/>
                    <a:pt x="1548" y="2291"/>
                    <a:pt x="1568" y="2259"/>
                  </a:cubicBezTo>
                  <a:lnTo>
                    <a:pt x="1568" y="2239"/>
                  </a:lnTo>
                  <a:cubicBezTo>
                    <a:pt x="1601" y="1956"/>
                    <a:pt x="1516" y="1718"/>
                    <a:pt x="1298" y="1516"/>
                  </a:cubicBezTo>
                  <a:cubicBezTo>
                    <a:pt x="1080" y="1298"/>
                    <a:pt x="878" y="1079"/>
                    <a:pt x="676" y="845"/>
                  </a:cubicBezTo>
                  <a:cubicBezTo>
                    <a:pt x="490" y="659"/>
                    <a:pt x="304" y="457"/>
                    <a:pt x="118" y="255"/>
                  </a:cubicBezTo>
                  <a:cubicBezTo>
                    <a:pt x="53" y="203"/>
                    <a:pt x="53" y="138"/>
                    <a:pt x="102" y="17"/>
                  </a:cubicBez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3"/>
            <p:cNvSpPr/>
            <p:nvPr/>
          </p:nvSpPr>
          <p:spPr>
            <a:xfrm>
              <a:off x="687655" y="2111348"/>
              <a:ext cx="135380" cy="185440"/>
            </a:xfrm>
            <a:custGeom>
              <a:rect b="b" l="l" r="r" t="t"/>
              <a:pathLst>
                <a:path extrusionOk="0" h="1867" w="1363">
                  <a:moveTo>
                    <a:pt x="1281" y="0"/>
                  </a:moveTo>
                  <a:cubicBezTo>
                    <a:pt x="1261" y="16"/>
                    <a:pt x="1261" y="16"/>
                    <a:pt x="1261" y="32"/>
                  </a:cubicBezTo>
                  <a:cubicBezTo>
                    <a:pt x="1330" y="234"/>
                    <a:pt x="1180" y="303"/>
                    <a:pt x="1043" y="352"/>
                  </a:cubicBezTo>
                  <a:cubicBezTo>
                    <a:pt x="857" y="436"/>
                    <a:pt x="691" y="537"/>
                    <a:pt x="522" y="622"/>
                  </a:cubicBezTo>
                  <a:cubicBezTo>
                    <a:pt x="372" y="707"/>
                    <a:pt x="235" y="772"/>
                    <a:pt x="85" y="840"/>
                  </a:cubicBezTo>
                  <a:cubicBezTo>
                    <a:pt x="33" y="873"/>
                    <a:pt x="1" y="909"/>
                    <a:pt x="1" y="958"/>
                  </a:cubicBezTo>
                  <a:lnTo>
                    <a:pt x="1" y="1818"/>
                  </a:lnTo>
                  <a:cubicBezTo>
                    <a:pt x="1" y="1834"/>
                    <a:pt x="17" y="1850"/>
                    <a:pt x="17" y="1850"/>
                  </a:cubicBezTo>
                  <a:lnTo>
                    <a:pt x="33" y="1866"/>
                  </a:lnTo>
                  <a:lnTo>
                    <a:pt x="49" y="1866"/>
                  </a:lnTo>
                  <a:lnTo>
                    <a:pt x="49" y="1850"/>
                  </a:lnTo>
                  <a:lnTo>
                    <a:pt x="49" y="1834"/>
                  </a:lnTo>
                  <a:cubicBezTo>
                    <a:pt x="33" y="1834"/>
                    <a:pt x="33" y="1818"/>
                    <a:pt x="33" y="1818"/>
                  </a:cubicBezTo>
                  <a:lnTo>
                    <a:pt x="33" y="958"/>
                  </a:lnTo>
                  <a:cubicBezTo>
                    <a:pt x="33" y="925"/>
                    <a:pt x="49" y="889"/>
                    <a:pt x="85" y="873"/>
                  </a:cubicBezTo>
                  <a:cubicBezTo>
                    <a:pt x="235" y="808"/>
                    <a:pt x="388" y="723"/>
                    <a:pt x="538" y="638"/>
                  </a:cubicBezTo>
                  <a:cubicBezTo>
                    <a:pt x="708" y="554"/>
                    <a:pt x="877" y="453"/>
                    <a:pt x="1059" y="384"/>
                  </a:cubicBezTo>
                  <a:cubicBezTo>
                    <a:pt x="1196" y="319"/>
                    <a:pt x="1362" y="251"/>
                    <a:pt x="1297" y="32"/>
                  </a:cubicBezTo>
                  <a:lnTo>
                    <a:pt x="1297" y="16"/>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3"/>
            <p:cNvSpPr/>
            <p:nvPr/>
          </p:nvSpPr>
          <p:spPr>
            <a:xfrm>
              <a:off x="1378162" y="3441806"/>
              <a:ext cx="4966" cy="98828"/>
            </a:xfrm>
            <a:custGeom>
              <a:rect b="b" l="l" r="r" t="t"/>
              <a:pathLst>
                <a:path extrusionOk="0" h="995" w="50">
                  <a:moveTo>
                    <a:pt x="17" y="1"/>
                  </a:moveTo>
                  <a:cubicBezTo>
                    <a:pt x="1" y="1"/>
                    <a:pt x="1" y="1"/>
                    <a:pt x="1" y="17"/>
                  </a:cubicBezTo>
                  <a:lnTo>
                    <a:pt x="1" y="219"/>
                  </a:lnTo>
                  <a:lnTo>
                    <a:pt x="1" y="809"/>
                  </a:lnTo>
                  <a:cubicBezTo>
                    <a:pt x="1" y="877"/>
                    <a:pt x="1" y="946"/>
                    <a:pt x="17" y="994"/>
                  </a:cubicBezTo>
                  <a:lnTo>
                    <a:pt x="33" y="994"/>
                  </a:lnTo>
                  <a:cubicBezTo>
                    <a:pt x="49" y="994"/>
                    <a:pt x="49" y="994"/>
                    <a:pt x="49" y="978"/>
                  </a:cubicBezTo>
                  <a:cubicBezTo>
                    <a:pt x="33" y="926"/>
                    <a:pt x="17" y="877"/>
                    <a:pt x="17" y="809"/>
                  </a:cubicBezTo>
                  <a:lnTo>
                    <a:pt x="17" y="219"/>
                  </a:lnTo>
                  <a:lnTo>
                    <a:pt x="17" y="1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3"/>
            <p:cNvSpPr/>
            <p:nvPr/>
          </p:nvSpPr>
          <p:spPr>
            <a:xfrm>
              <a:off x="1744175" y="2950346"/>
              <a:ext cx="147299" cy="242452"/>
            </a:xfrm>
            <a:custGeom>
              <a:rect b="b" l="l" r="r" t="t"/>
              <a:pathLst>
                <a:path extrusionOk="0" h="2441" w="1483">
                  <a:moveTo>
                    <a:pt x="16" y="0"/>
                  </a:moveTo>
                  <a:lnTo>
                    <a:pt x="0" y="16"/>
                  </a:lnTo>
                  <a:lnTo>
                    <a:pt x="0" y="36"/>
                  </a:lnTo>
                  <a:cubicBezTo>
                    <a:pt x="16" y="36"/>
                    <a:pt x="16" y="53"/>
                    <a:pt x="36" y="53"/>
                  </a:cubicBezTo>
                  <a:cubicBezTo>
                    <a:pt x="53" y="69"/>
                    <a:pt x="85" y="85"/>
                    <a:pt x="101" y="101"/>
                  </a:cubicBezTo>
                  <a:cubicBezTo>
                    <a:pt x="218" y="255"/>
                    <a:pt x="339" y="404"/>
                    <a:pt x="457" y="558"/>
                  </a:cubicBezTo>
                  <a:lnTo>
                    <a:pt x="1212" y="1467"/>
                  </a:lnTo>
                  <a:cubicBezTo>
                    <a:pt x="1382" y="1669"/>
                    <a:pt x="1450" y="1854"/>
                    <a:pt x="1414" y="2056"/>
                  </a:cubicBezTo>
                  <a:lnTo>
                    <a:pt x="1414" y="2238"/>
                  </a:lnTo>
                  <a:lnTo>
                    <a:pt x="1414" y="2291"/>
                  </a:lnTo>
                  <a:cubicBezTo>
                    <a:pt x="1414" y="2323"/>
                    <a:pt x="1414" y="2375"/>
                    <a:pt x="1398" y="2424"/>
                  </a:cubicBezTo>
                  <a:cubicBezTo>
                    <a:pt x="1382" y="2424"/>
                    <a:pt x="1398" y="2424"/>
                    <a:pt x="1398" y="2440"/>
                  </a:cubicBezTo>
                  <a:lnTo>
                    <a:pt x="1414" y="2424"/>
                  </a:lnTo>
                  <a:cubicBezTo>
                    <a:pt x="1450" y="2392"/>
                    <a:pt x="1450" y="2339"/>
                    <a:pt x="1450" y="2291"/>
                  </a:cubicBezTo>
                  <a:lnTo>
                    <a:pt x="1450" y="2238"/>
                  </a:lnTo>
                  <a:cubicBezTo>
                    <a:pt x="1430" y="2173"/>
                    <a:pt x="1430" y="2121"/>
                    <a:pt x="1450" y="2056"/>
                  </a:cubicBezTo>
                  <a:cubicBezTo>
                    <a:pt x="1483" y="1834"/>
                    <a:pt x="1414" y="1652"/>
                    <a:pt x="1248" y="1450"/>
                  </a:cubicBezTo>
                  <a:cubicBezTo>
                    <a:pt x="978" y="1147"/>
                    <a:pt x="723" y="844"/>
                    <a:pt x="473" y="541"/>
                  </a:cubicBezTo>
                  <a:cubicBezTo>
                    <a:pt x="356" y="388"/>
                    <a:pt x="238" y="238"/>
                    <a:pt x="117" y="85"/>
                  </a:cubicBezTo>
                  <a:cubicBezTo>
                    <a:pt x="101" y="69"/>
                    <a:pt x="69" y="53"/>
                    <a:pt x="53" y="36"/>
                  </a:cubicBezTo>
                  <a:cubicBezTo>
                    <a:pt x="36" y="16"/>
                    <a:pt x="36" y="16"/>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3"/>
            <p:cNvSpPr/>
            <p:nvPr/>
          </p:nvSpPr>
          <p:spPr>
            <a:xfrm>
              <a:off x="2083569" y="2283478"/>
              <a:ext cx="98828" cy="227156"/>
            </a:xfrm>
            <a:custGeom>
              <a:rect b="b" l="l" r="r" t="t"/>
              <a:pathLst>
                <a:path extrusionOk="0" h="2287" w="995">
                  <a:moveTo>
                    <a:pt x="53" y="0"/>
                  </a:moveTo>
                  <a:cubicBezTo>
                    <a:pt x="17" y="33"/>
                    <a:pt x="17" y="65"/>
                    <a:pt x="17" y="85"/>
                  </a:cubicBezTo>
                  <a:lnTo>
                    <a:pt x="17" y="267"/>
                  </a:lnTo>
                  <a:cubicBezTo>
                    <a:pt x="17" y="368"/>
                    <a:pt x="17" y="469"/>
                    <a:pt x="1" y="570"/>
                  </a:cubicBezTo>
                  <a:cubicBezTo>
                    <a:pt x="1" y="671"/>
                    <a:pt x="53" y="756"/>
                    <a:pt x="85" y="840"/>
                  </a:cubicBezTo>
                  <a:lnTo>
                    <a:pt x="102" y="840"/>
                  </a:lnTo>
                  <a:cubicBezTo>
                    <a:pt x="320" y="1244"/>
                    <a:pt x="590" y="1717"/>
                    <a:pt x="861" y="2186"/>
                  </a:cubicBezTo>
                  <a:cubicBezTo>
                    <a:pt x="877" y="2186"/>
                    <a:pt x="877" y="2206"/>
                    <a:pt x="877" y="2206"/>
                  </a:cubicBezTo>
                  <a:cubicBezTo>
                    <a:pt x="893" y="2238"/>
                    <a:pt x="910" y="2287"/>
                    <a:pt x="978" y="2287"/>
                  </a:cubicBezTo>
                  <a:cubicBezTo>
                    <a:pt x="978" y="2287"/>
                    <a:pt x="994" y="2287"/>
                    <a:pt x="994" y="2270"/>
                  </a:cubicBezTo>
                  <a:lnTo>
                    <a:pt x="978" y="2254"/>
                  </a:lnTo>
                  <a:cubicBezTo>
                    <a:pt x="926" y="2254"/>
                    <a:pt x="926" y="2238"/>
                    <a:pt x="910" y="2206"/>
                  </a:cubicBezTo>
                  <a:cubicBezTo>
                    <a:pt x="893" y="2186"/>
                    <a:pt x="893" y="2186"/>
                    <a:pt x="893" y="2169"/>
                  </a:cubicBezTo>
                  <a:cubicBezTo>
                    <a:pt x="607" y="1701"/>
                    <a:pt x="336" y="1228"/>
                    <a:pt x="118" y="840"/>
                  </a:cubicBezTo>
                  <a:lnTo>
                    <a:pt x="118" y="824"/>
                  </a:lnTo>
                  <a:cubicBezTo>
                    <a:pt x="69" y="739"/>
                    <a:pt x="17" y="655"/>
                    <a:pt x="33" y="570"/>
                  </a:cubicBezTo>
                  <a:lnTo>
                    <a:pt x="33" y="267"/>
                  </a:lnTo>
                  <a:lnTo>
                    <a:pt x="33" y="85"/>
                  </a:lnTo>
                  <a:cubicBezTo>
                    <a:pt x="33" y="49"/>
                    <a:pt x="53" y="33"/>
                    <a:pt x="69" y="16"/>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3"/>
            <p:cNvSpPr/>
            <p:nvPr/>
          </p:nvSpPr>
          <p:spPr>
            <a:xfrm>
              <a:off x="1923059" y="2604397"/>
              <a:ext cx="147398" cy="282580"/>
            </a:xfrm>
            <a:custGeom>
              <a:rect b="b" l="l" r="r" t="t"/>
              <a:pathLst>
                <a:path extrusionOk="0" h="2845" w="1484">
                  <a:moveTo>
                    <a:pt x="53" y="1"/>
                  </a:moveTo>
                  <a:cubicBezTo>
                    <a:pt x="53" y="1"/>
                    <a:pt x="33" y="1"/>
                    <a:pt x="33" y="17"/>
                  </a:cubicBezTo>
                  <a:cubicBezTo>
                    <a:pt x="17" y="86"/>
                    <a:pt x="17" y="167"/>
                    <a:pt x="17" y="235"/>
                  </a:cubicBezTo>
                  <a:cubicBezTo>
                    <a:pt x="17" y="288"/>
                    <a:pt x="33" y="352"/>
                    <a:pt x="17" y="405"/>
                  </a:cubicBezTo>
                  <a:cubicBezTo>
                    <a:pt x="1" y="591"/>
                    <a:pt x="53" y="756"/>
                    <a:pt x="187" y="926"/>
                  </a:cubicBezTo>
                  <a:cubicBezTo>
                    <a:pt x="336" y="1144"/>
                    <a:pt x="490" y="1362"/>
                    <a:pt x="639" y="1580"/>
                  </a:cubicBezTo>
                  <a:cubicBezTo>
                    <a:pt x="793" y="1803"/>
                    <a:pt x="942" y="2021"/>
                    <a:pt x="1096" y="2239"/>
                  </a:cubicBezTo>
                  <a:cubicBezTo>
                    <a:pt x="1128" y="2271"/>
                    <a:pt x="1144" y="2324"/>
                    <a:pt x="1180" y="2372"/>
                  </a:cubicBezTo>
                  <a:cubicBezTo>
                    <a:pt x="1229" y="2457"/>
                    <a:pt x="1298" y="2558"/>
                    <a:pt x="1399" y="2627"/>
                  </a:cubicBezTo>
                  <a:cubicBezTo>
                    <a:pt x="1415" y="2659"/>
                    <a:pt x="1431" y="2712"/>
                    <a:pt x="1431" y="2760"/>
                  </a:cubicBezTo>
                  <a:cubicBezTo>
                    <a:pt x="1447" y="2776"/>
                    <a:pt x="1447" y="2813"/>
                    <a:pt x="1447" y="2829"/>
                  </a:cubicBezTo>
                  <a:lnTo>
                    <a:pt x="1467" y="2845"/>
                  </a:lnTo>
                  <a:cubicBezTo>
                    <a:pt x="1483" y="2845"/>
                    <a:pt x="1483" y="2829"/>
                    <a:pt x="1483" y="2829"/>
                  </a:cubicBezTo>
                  <a:cubicBezTo>
                    <a:pt x="1467" y="2792"/>
                    <a:pt x="1467" y="2776"/>
                    <a:pt x="1467" y="2760"/>
                  </a:cubicBezTo>
                  <a:cubicBezTo>
                    <a:pt x="1447" y="2691"/>
                    <a:pt x="1447" y="2643"/>
                    <a:pt x="1415" y="2611"/>
                  </a:cubicBezTo>
                  <a:cubicBezTo>
                    <a:pt x="1314" y="2542"/>
                    <a:pt x="1265" y="2441"/>
                    <a:pt x="1197" y="2356"/>
                  </a:cubicBezTo>
                  <a:cubicBezTo>
                    <a:pt x="1180" y="2308"/>
                    <a:pt x="1144" y="2255"/>
                    <a:pt x="1112" y="2223"/>
                  </a:cubicBezTo>
                  <a:cubicBezTo>
                    <a:pt x="962" y="2005"/>
                    <a:pt x="809" y="1782"/>
                    <a:pt x="659" y="1564"/>
                  </a:cubicBezTo>
                  <a:cubicBezTo>
                    <a:pt x="506" y="1346"/>
                    <a:pt x="356" y="1128"/>
                    <a:pt x="203" y="910"/>
                  </a:cubicBezTo>
                  <a:cubicBezTo>
                    <a:pt x="69" y="740"/>
                    <a:pt x="33" y="591"/>
                    <a:pt x="53" y="405"/>
                  </a:cubicBezTo>
                  <a:lnTo>
                    <a:pt x="53" y="235"/>
                  </a:lnTo>
                  <a:cubicBezTo>
                    <a:pt x="53" y="167"/>
                    <a:pt x="53" y="86"/>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3"/>
            <p:cNvSpPr/>
            <p:nvPr/>
          </p:nvSpPr>
          <p:spPr>
            <a:xfrm>
              <a:off x="1414714" y="1833635"/>
              <a:ext cx="82340" cy="212357"/>
            </a:xfrm>
            <a:custGeom>
              <a:rect b="b" l="l" r="r" t="t"/>
              <a:pathLst>
                <a:path extrusionOk="0" h="2138" w="829">
                  <a:moveTo>
                    <a:pt x="1" y="1"/>
                  </a:moveTo>
                  <a:lnTo>
                    <a:pt x="1" y="17"/>
                  </a:lnTo>
                  <a:cubicBezTo>
                    <a:pt x="85" y="102"/>
                    <a:pt x="154" y="203"/>
                    <a:pt x="203" y="304"/>
                  </a:cubicBezTo>
                  <a:cubicBezTo>
                    <a:pt x="255" y="372"/>
                    <a:pt x="287" y="437"/>
                    <a:pt x="340" y="490"/>
                  </a:cubicBezTo>
                  <a:cubicBezTo>
                    <a:pt x="372" y="538"/>
                    <a:pt x="404" y="591"/>
                    <a:pt x="425" y="639"/>
                  </a:cubicBezTo>
                  <a:cubicBezTo>
                    <a:pt x="473" y="708"/>
                    <a:pt x="505" y="776"/>
                    <a:pt x="558" y="825"/>
                  </a:cubicBezTo>
                  <a:cubicBezTo>
                    <a:pt x="590" y="877"/>
                    <a:pt x="606" y="926"/>
                    <a:pt x="606" y="978"/>
                  </a:cubicBezTo>
                  <a:lnTo>
                    <a:pt x="606" y="1196"/>
                  </a:lnTo>
                  <a:cubicBezTo>
                    <a:pt x="606" y="1346"/>
                    <a:pt x="606" y="1499"/>
                    <a:pt x="590" y="1649"/>
                  </a:cubicBezTo>
                  <a:cubicBezTo>
                    <a:pt x="558" y="1867"/>
                    <a:pt x="659" y="2004"/>
                    <a:pt x="808" y="2138"/>
                  </a:cubicBezTo>
                  <a:lnTo>
                    <a:pt x="829" y="2138"/>
                  </a:lnTo>
                  <a:lnTo>
                    <a:pt x="829" y="2122"/>
                  </a:lnTo>
                  <a:cubicBezTo>
                    <a:pt x="691" y="1988"/>
                    <a:pt x="590" y="1867"/>
                    <a:pt x="627" y="1649"/>
                  </a:cubicBezTo>
                  <a:cubicBezTo>
                    <a:pt x="643" y="1499"/>
                    <a:pt x="643" y="1346"/>
                    <a:pt x="627" y="1196"/>
                  </a:cubicBezTo>
                  <a:lnTo>
                    <a:pt x="627" y="978"/>
                  </a:lnTo>
                  <a:cubicBezTo>
                    <a:pt x="627" y="926"/>
                    <a:pt x="627" y="857"/>
                    <a:pt x="574" y="809"/>
                  </a:cubicBezTo>
                  <a:cubicBezTo>
                    <a:pt x="526" y="756"/>
                    <a:pt x="489" y="691"/>
                    <a:pt x="457" y="623"/>
                  </a:cubicBezTo>
                  <a:cubicBezTo>
                    <a:pt x="425" y="574"/>
                    <a:pt x="388" y="522"/>
                    <a:pt x="356" y="473"/>
                  </a:cubicBezTo>
                  <a:cubicBezTo>
                    <a:pt x="304" y="421"/>
                    <a:pt x="271" y="352"/>
                    <a:pt x="239" y="288"/>
                  </a:cubicBezTo>
                  <a:cubicBezTo>
                    <a:pt x="170" y="187"/>
                    <a:pt x="102" y="86"/>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3"/>
            <p:cNvSpPr/>
            <p:nvPr/>
          </p:nvSpPr>
          <p:spPr>
            <a:xfrm>
              <a:off x="608990" y="1746626"/>
              <a:ext cx="5364" cy="77076"/>
            </a:xfrm>
            <a:custGeom>
              <a:rect b="b" l="l" r="r" t="t"/>
              <a:pathLst>
                <a:path extrusionOk="0" h="776" w="54">
                  <a:moveTo>
                    <a:pt x="1" y="0"/>
                  </a:moveTo>
                  <a:lnTo>
                    <a:pt x="1" y="16"/>
                  </a:lnTo>
                  <a:cubicBezTo>
                    <a:pt x="17" y="137"/>
                    <a:pt x="17" y="255"/>
                    <a:pt x="17" y="372"/>
                  </a:cubicBezTo>
                  <a:cubicBezTo>
                    <a:pt x="17" y="440"/>
                    <a:pt x="1" y="505"/>
                    <a:pt x="17" y="590"/>
                  </a:cubicBezTo>
                  <a:lnTo>
                    <a:pt x="17" y="642"/>
                  </a:lnTo>
                  <a:cubicBezTo>
                    <a:pt x="1" y="691"/>
                    <a:pt x="1" y="723"/>
                    <a:pt x="33" y="776"/>
                  </a:cubicBezTo>
                  <a:lnTo>
                    <a:pt x="53" y="776"/>
                  </a:lnTo>
                  <a:lnTo>
                    <a:pt x="53" y="760"/>
                  </a:lnTo>
                  <a:cubicBezTo>
                    <a:pt x="33" y="723"/>
                    <a:pt x="33" y="691"/>
                    <a:pt x="33" y="642"/>
                  </a:cubicBezTo>
                  <a:lnTo>
                    <a:pt x="33" y="590"/>
                  </a:lnTo>
                  <a:lnTo>
                    <a:pt x="33" y="372"/>
                  </a:lnTo>
                  <a:cubicBezTo>
                    <a:pt x="33" y="255"/>
                    <a:pt x="33" y="137"/>
                    <a:pt x="17" y="16"/>
                  </a:cubicBezTo>
                  <a:cubicBezTo>
                    <a:pt x="17" y="16"/>
                    <a:pt x="1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3"/>
            <p:cNvSpPr/>
            <p:nvPr/>
          </p:nvSpPr>
          <p:spPr>
            <a:xfrm>
              <a:off x="1921470" y="2893731"/>
              <a:ext cx="148988" cy="255663"/>
            </a:xfrm>
            <a:custGeom>
              <a:rect b="b" l="l" r="r" t="t"/>
              <a:pathLst>
                <a:path extrusionOk="0" h="2574" w="1500">
                  <a:moveTo>
                    <a:pt x="69" y="1"/>
                  </a:moveTo>
                  <a:cubicBezTo>
                    <a:pt x="17" y="304"/>
                    <a:pt x="1" y="623"/>
                    <a:pt x="251" y="909"/>
                  </a:cubicBezTo>
                  <a:cubicBezTo>
                    <a:pt x="453" y="1144"/>
                    <a:pt x="655" y="1414"/>
                    <a:pt x="841" y="1665"/>
                  </a:cubicBezTo>
                  <a:cubicBezTo>
                    <a:pt x="926" y="1782"/>
                    <a:pt x="1011" y="1899"/>
                    <a:pt x="1112" y="2020"/>
                  </a:cubicBezTo>
                  <a:cubicBezTo>
                    <a:pt x="1196" y="2138"/>
                    <a:pt x="1281" y="2239"/>
                    <a:pt x="1398" y="2372"/>
                  </a:cubicBezTo>
                  <a:cubicBezTo>
                    <a:pt x="1431" y="2404"/>
                    <a:pt x="1431" y="2457"/>
                    <a:pt x="1447" y="2505"/>
                  </a:cubicBezTo>
                  <a:cubicBezTo>
                    <a:pt x="1463" y="2525"/>
                    <a:pt x="1463" y="2541"/>
                    <a:pt x="1463" y="2574"/>
                  </a:cubicBezTo>
                  <a:lnTo>
                    <a:pt x="1483" y="2574"/>
                  </a:lnTo>
                  <a:cubicBezTo>
                    <a:pt x="1499" y="2574"/>
                    <a:pt x="1499" y="2558"/>
                    <a:pt x="1499" y="2558"/>
                  </a:cubicBezTo>
                  <a:cubicBezTo>
                    <a:pt x="1483" y="2541"/>
                    <a:pt x="1483" y="2525"/>
                    <a:pt x="1483" y="2489"/>
                  </a:cubicBezTo>
                  <a:cubicBezTo>
                    <a:pt x="1463" y="2440"/>
                    <a:pt x="1447" y="2388"/>
                    <a:pt x="1415" y="2356"/>
                  </a:cubicBezTo>
                  <a:cubicBezTo>
                    <a:pt x="1314" y="2222"/>
                    <a:pt x="1213" y="2121"/>
                    <a:pt x="1128" y="2000"/>
                  </a:cubicBezTo>
                  <a:cubicBezTo>
                    <a:pt x="1043" y="1883"/>
                    <a:pt x="942" y="1766"/>
                    <a:pt x="857" y="1649"/>
                  </a:cubicBezTo>
                  <a:cubicBezTo>
                    <a:pt x="675" y="1394"/>
                    <a:pt x="473" y="1128"/>
                    <a:pt x="271" y="889"/>
                  </a:cubicBezTo>
                  <a:cubicBezTo>
                    <a:pt x="17" y="606"/>
                    <a:pt x="33" y="304"/>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3"/>
            <p:cNvSpPr/>
            <p:nvPr/>
          </p:nvSpPr>
          <p:spPr>
            <a:xfrm>
              <a:off x="2086747" y="2696372"/>
              <a:ext cx="95650" cy="133691"/>
            </a:xfrm>
            <a:custGeom>
              <a:rect b="b" l="l" r="r" t="t"/>
              <a:pathLst>
                <a:path extrusionOk="0" h="1346" w="963">
                  <a:moveTo>
                    <a:pt x="1" y="0"/>
                  </a:moveTo>
                  <a:cubicBezTo>
                    <a:pt x="1" y="16"/>
                    <a:pt x="1" y="16"/>
                    <a:pt x="21" y="16"/>
                  </a:cubicBezTo>
                  <a:cubicBezTo>
                    <a:pt x="70" y="48"/>
                    <a:pt x="102" y="101"/>
                    <a:pt x="138" y="170"/>
                  </a:cubicBezTo>
                  <a:cubicBezTo>
                    <a:pt x="154" y="186"/>
                    <a:pt x="154" y="218"/>
                    <a:pt x="171" y="234"/>
                  </a:cubicBezTo>
                  <a:cubicBezTo>
                    <a:pt x="223" y="319"/>
                    <a:pt x="272" y="404"/>
                    <a:pt x="340" y="489"/>
                  </a:cubicBezTo>
                  <a:cubicBezTo>
                    <a:pt x="457" y="675"/>
                    <a:pt x="591" y="893"/>
                    <a:pt x="728" y="1079"/>
                  </a:cubicBezTo>
                  <a:cubicBezTo>
                    <a:pt x="744" y="1111"/>
                    <a:pt x="760" y="1127"/>
                    <a:pt x="777" y="1159"/>
                  </a:cubicBezTo>
                  <a:cubicBezTo>
                    <a:pt x="809" y="1228"/>
                    <a:pt x="845" y="1313"/>
                    <a:pt x="930" y="1345"/>
                  </a:cubicBezTo>
                  <a:lnTo>
                    <a:pt x="946" y="1345"/>
                  </a:lnTo>
                  <a:cubicBezTo>
                    <a:pt x="962" y="1329"/>
                    <a:pt x="946" y="1329"/>
                    <a:pt x="946" y="1313"/>
                  </a:cubicBezTo>
                  <a:cubicBezTo>
                    <a:pt x="861" y="1297"/>
                    <a:pt x="829" y="1228"/>
                    <a:pt x="793" y="1143"/>
                  </a:cubicBezTo>
                  <a:cubicBezTo>
                    <a:pt x="777" y="1127"/>
                    <a:pt x="777" y="1095"/>
                    <a:pt x="744" y="1058"/>
                  </a:cubicBezTo>
                  <a:cubicBezTo>
                    <a:pt x="607" y="877"/>
                    <a:pt x="490" y="675"/>
                    <a:pt x="356" y="473"/>
                  </a:cubicBezTo>
                  <a:cubicBezTo>
                    <a:pt x="304" y="388"/>
                    <a:pt x="255" y="303"/>
                    <a:pt x="187" y="218"/>
                  </a:cubicBezTo>
                  <a:cubicBezTo>
                    <a:pt x="187" y="202"/>
                    <a:pt x="171" y="170"/>
                    <a:pt x="154" y="149"/>
                  </a:cubicBezTo>
                  <a:cubicBezTo>
                    <a:pt x="122" y="101"/>
                    <a:pt x="102" y="32"/>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3"/>
            <p:cNvSpPr/>
            <p:nvPr/>
          </p:nvSpPr>
          <p:spPr>
            <a:xfrm>
              <a:off x="515525" y="2375353"/>
              <a:ext cx="122070" cy="57013"/>
            </a:xfrm>
            <a:custGeom>
              <a:rect b="b" l="l" r="r" t="t"/>
              <a:pathLst>
                <a:path extrusionOk="0" h="574" w="1229">
                  <a:moveTo>
                    <a:pt x="1213" y="0"/>
                  </a:moveTo>
                  <a:cubicBezTo>
                    <a:pt x="958" y="101"/>
                    <a:pt x="724" y="218"/>
                    <a:pt x="489" y="336"/>
                  </a:cubicBezTo>
                  <a:cubicBezTo>
                    <a:pt x="421" y="372"/>
                    <a:pt x="352" y="404"/>
                    <a:pt x="287" y="437"/>
                  </a:cubicBezTo>
                  <a:cubicBezTo>
                    <a:pt x="251" y="453"/>
                    <a:pt x="235" y="473"/>
                    <a:pt x="219" y="489"/>
                  </a:cubicBezTo>
                  <a:cubicBezTo>
                    <a:pt x="163" y="515"/>
                    <a:pt x="120" y="542"/>
                    <a:pt x="60" y="542"/>
                  </a:cubicBezTo>
                  <a:cubicBezTo>
                    <a:pt x="47" y="542"/>
                    <a:pt x="32" y="541"/>
                    <a:pt x="17" y="538"/>
                  </a:cubicBezTo>
                  <a:lnTo>
                    <a:pt x="1" y="554"/>
                  </a:lnTo>
                  <a:cubicBezTo>
                    <a:pt x="1" y="554"/>
                    <a:pt x="17" y="554"/>
                    <a:pt x="17" y="574"/>
                  </a:cubicBezTo>
                  <a:lnTo>
                    <a:pt x="65" y="574"/>
                  </a:lnTo>
                  <a:cubicBezTo>
                    <a:pt x="134" y="574"/>
                    <a:pt x="186" y="538"/>
                    <a:pt x="235" y="505"/>
                  </a:cubicBezTo>
                  <a:cubicBezTo>
                    <a:pt x="251" y="489"/>
                    <a:pt x="267" y="473"/>
                    <a:pt x="287" y="473"/>
                  </a:cubicBezTo>
                  <a:cubicBezTo>
                    <a:pt x="368" y="437"/>
                    <a:pt x="437" y="404"/>
                    <a:pt x="506" y="352"/>
                  </a:cubicBezTo>
                  <a:cubicBezTo>
                    <a:pt x="740" y="251"/>
                    <a:pt x="974" y="117"/>
                    <a:pt x="1229" y="16"/>
                  </a:cubicBezTo>
                  <a:lnTo>
                    <a:pt x="12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3"/>
            <p:cNvSpPr/>
            <p:nvPr/>
          </p:nvSpPr>
          <p:spPr>
            <a:xfrm>
              <a:off x="1523475" y="3533682"/>
              <a:ext cx="178984" cy="200736"/>
            </a:xfrm>
            <a:custGeom>
              <a:rect b="b" l="l" r="r" t="t"/>
              <a:pathLst>
                <a:path extrusionOk="0" h="2021" w="1802">
                  <a:moveTo>
                    <a:pt x="16" y="1"/>
                  </a:moveTo>
                  <a:lnTo>
                    <a:pt x="0" y="21"/>
                  </a:lnTo>
                  <a:cubicBezTo>
                    <a:pt x="0" y="37"/>
                    <a:pt x="16" y="37"/>
                    <a:pt x="16" y="37"/>
                  </a:cubicBezTo>
                  <a:cubicBezTo>
                    <a:pt x="69" y="37"/>
                    <a:pt x="85" y="69"/>
                    <a:pt x="117" y="86"/>
                  </a:cubicBezTo>
                  <a:cubicBezTo>
                    <a:pt x="138" y="102"/>
                    <a:pt x="138" y="102"/>
                    <a:pt x="154" y="122"/>
                  </a:cubicBezTo>
                  <a:cubicBezTo>
                    <a:pt x="271" y="223"/>
                    <a:pt x="388" y="340"/>
                    <a:pt x="521" y="457"/>
                  </a:cubicBezTo>
                  <a:cubicBezTo>
                    <a:pt x="893" y="793"/>
                    <a:pt x="1265" y="1132"/>
                    <a:pt x="1653" y="1467"/>
                  </a:cubicBezTo>
                  <a:cubicBezTo>
                    <a:pt x="1753" y="1552"/>
                    <a:pt x="1770" y="1653"/>
                    <a:pt x="1753" y="1754"/>
                  </a:cubicBezTo>
                  <a:lnTo>
                    <a:pt x="1753" y="1920"/>
                  </a:lnTo>
                  <a:lnTo>
                    <a:pt x="1753" y="2004"/>
                  </a:lnTo>
                  <a:cubicBezTo>
                    <a:pt x="1753" y="2021"/>
                    <a:pt x="1753" y="2021"/>
                    <a:pt x="1770" y="2021"/>
                  </a:cubicBezTo>
                  <a:lnTo>
                    <a:pt x="1770" y="2004"/>
                  </a:lnTo>
                  <a:lnTo>
                    <a:pt x="1770" y="1920"/>
                  </a:lnTo>
                  <a:cubicBezTo>
                    <a:pt x="1786" y="1871"/>
                    <a:pt x="1786" y="1803"/>
                    <a:pt x="1786" y="1754"/>
                  </a:cubicBezTo>
                  <a:cubicBezTo>
                    <a:pt x="1802" y="1617"/>
                    <a:pt x="1770" y="1536"/>
                    <a:pt x="1669" y="1435"/>
                  </a:cubicBezTo>
                  <a:cubicBezTo>
                    <a:pt x="1281" y="1112"/>
                    <a:pt x="909" y="760"/>
                    <a:pt x="542" y="441"/>
                  </a:cubicBezTo>
                  <a:cubicBezTo>
                    <a:pt x="420" y="324"/>
                    <a:pt x="287" y="203"/>
                    <a:pt x="170" y="86"/>
                  </a:cubicBezTo>
                  <a:cubicBezTo>
                    <a:pt x="154" y="86"/>
                    <a:pt x="154" y="86"/>
                    <a:pt x="138" y="69"/>
                  </a:cubicBezTo>
                  <a:cubicBezTo>
                    <a:pt x="101" y="37"/>
                    <a:pt x="69"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3"/>
            <p:cNvSpPr/>
            <p:nvPr/>
          </p:nvSpPr>
          <p:spPr>
            <a:xfrm>
              <a:off x="886702" y="3589105"/>
              <a:ext cx="3278" cy="98828"/>
            </a:xfrm>
            <a:custGeom>
              <a:rect b="b" l="l" r="r" t="t"/>
              <a:pathLst>
                <a:path extrusionOk="0" h="995" w="33">
                  <a:moveTo>
                    <a:pt x="0" y="0"/>
                  </a:moveTo>
                  <a:lnTo>
                    <a:pt x="0" y="218"/>
                  </a:lnTo>
                  <a:lnTo>
                    <a:pt x="0" y="841"/>
                  </a:lnTo>
                  <a:lnTo>
                    <a:pt x="0" y="877"/>
                  </a:lnTo>
                  <a:cubicBezTo>
                    <a:pt x="0" y="909"/>
                    <a:pt x="0" y="942"/>
                    <a:pt x="16" y="978"/>
                  </a:cubicBezTo>
                  <a:lnTo>
                    <a:pt x="33" y="994"/>
                  </a:lnTo>
                  <a:lnTo>
                    <a:pt x="33" y="978"/>
                  </a:lnTo>
                  <a:cubicBezTo>
                    <a:pt x="16" y="942"/>
                    <a:pt x="16" y="909"/>
                    <a:pt x="33" y="877"/>
                  </a:cubicBezTo>
                  <a:lnTo>
                    <a:pt x="33" y="841"/>
                  </a:lnTo>
                  <a:lnTo>
                    <a:pt x="33" y="218"/>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3"/>
            <p:cNvSpPr/>
            <p:nvPr/>
          </p:nvSpPr>
          <p:spPr>
            <a:xfrm>
              <a:off x="1923059" y="3460280"/>
              <a:ext cx="147398" cy="217621"/>
            </a:xfrm>
            <a:custGeom>
              <a:rect b="b" l="l" r="r" t="t"/>
              <a:pathLst>
                <a:path extrusionOk="0" h="2191" w="1484">
                  <a:moveTo>
                    <a:pt x="53" y="1"/>
                  </a:moveTo>
                  <a:cubicBezTo>
                    <a:pt x="53" y="1"/>
                    <a:pt x="33" y="1"/>
                    <a:pt x="33" y="17"/>
                  </a:cubicBezTo>
                  <a:cubicBezTo>
                    <a:pt x="1" y="170"/>
                    <a:pt x="1" y="304"/>
                    <a:pt x="1" y="457"/>
                  </a:cubicBezTo>
                  <a:cubicBezTo>
                    <a:pt x="17" y="506"/>
                    <a:pt x="17" y="574"/>
                    <a:pt x="17" y="623"/>
                  </a:cubicBezTo>
                  <a:cubicBezTo>
                    <a:pt x="17" y="659"/>
                    <a:pt x="33" y="691"/>
                    <a:pt x="69" y="724"/>
                  </a:cubicBezTo>
                  <a:lnTo>
                    <a:pt x="86" y="724"/>
                  </a:lnTo>
                  <a:cubicBezTo>
                    <a:pt x="154" y="792"/>
                    <a:pt x="203" y="861"/>
                    <a:pt x="271" y="926"/>
                  </a:cubicBezTo>
                  <a:cubicBezTo>
                    <a:pt x="457" y="1128"/>
                    <a:pt x="639" y="1330"/>
                    <a:pt x="841" y="1515"/>
                  </a:cubicBezTo>
                  <a:cubicBezTo>
                    <a:pt x="910" y="1584"/>
                    <a:pt x="978" y="1669"/>
                    <a:pt x="1043" y="1734"/>
                  </a:cubicBezTo>
                  <a:cubicBezTo>
                    <a:pt x="1164" y="1851"/>
                    <a:pt x="1281" y="1972"/>
                    <a:pt x="1399" y="2089"/>
                  </a:cubicBezTo>
                  <a:cubicBezTo>
                    <a:pt x="1415" y="2105"/>
                    <a:pt x="1431" y="2121"/>
                    <a:pt x="1431" y="2154"/>
                  </a:cubicBezTo>
                  <a:cubicBezTo>
                    <a:pt x="1447" y="2154"/>
                    <a:pt x="1447" y="2174"/>
                    <a:pt x="1447" y="2190"/>
                  </a:cubicBezTo>
                  <a:lnTo>
                    <a:pt x="1467" y="2190"/>
                  </a:lnTo>
                  <a:cubicBezTo>
                    <a:pt x="1483" y="2190"/>
                    <a:pt x="1483" y="2190"/>
                    <a:pt x="1483" y="2174"/>
                  </a:cubicBezTo>
                  <a:cubicBezTo>
                    <a:pt x="1467" y="2154"/>
                    <a:pt x="1467" y="2154"/>
                    <a:pt x="1467" y="2138"/>
                  </a:cubicBezTo>
                  <a:cubicBezTo>
                    <a:pt x="1447" y="2105"/>
                    <a:pt x="1447" y="2089"/>
                    <a:pt x="1415" y="2073"/>
                  </a:cubicBezTo>
                  <a:cubicBezTo>
                    <a:pt x="1298" y="1952"/>
                    <a:pt x="1180" y="1835"/>
                    <a:pt x="1063" y="1717"/>
                  </a:cubicBezTo>
                  <a:cubicBezTo>
                    <a:pt x="995" y="1649"/>
                    <a:pt x="926" y="1568"/>
                    <a:pt x="861" y="1499"/>
                  </a:cubicBezTo>
                  <a:cubicBezTo>
                    <a:pt x="659" y="1297"/>
                    <a:pt x="473" y="1111"/>
                    <a:pt x="288" y="909"/>
                  </a:cubicBezTo>
                  <a:cubicBezTo>
                    <a:pt x="219" y="841"/>
                    <a:pt x="170" y="776"/>
                    <a:pt x="102" y="707"/>
                  </a:cubicBezTo>
                  <a:lnTo>
                    <a:pt x="86" y="707"/>
                  </a:lnTo>
                  <a:cubicBezTo>
                    <a:pt x="69" y="675"/>
                    <a:pt x="33" y="659"/>
                    <a:pt x="33" y="623"/>
                  </a:cubicBezTo>
                  <a:lnTo>
                    <a:pt x="33" y="457"/>
                  </a:lnTo>
                  <a:cubicBezTo>
                    <a:pt x="33" y="320"/>
                    <a:pt x="33" y="170"/>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3"/>
            <p:cNvSpPr/>
            <p:nvPr/>
          </p:nvSpPr>
          <p:spPr>
            <a:xfrm>
              <a:off x="2080390" y="3480344"/>
              <a:ext cx="102007" cy="187526"/>
            </a:xfrm>
            <a:custGeom>
              <a:rect b="b" l="l" r="r" t="t"/>
              <a:pathLst>
                <a:path extrusionOk="0" h="1888" w="1027">
                  <a:moveTo>
                    <a:pt x="85" y="1"/>
                  </a:moveTo>
                  <a:cubicBezTo>
                    <a:pt x="65" y="1"/>
                    <a:pt x="65" y="1"/>
                    <a:pt x="65" y="17"/>
                  </a:cubicBezTo>
                  <a:cubicBezTo>
                    <a:pt x="17" y="69"/>
                    <a:pt x="33" y="134"/>
                    <a:pt x="33" y="203"/>
                  </a:cubicBezTo>
                  <a:cubicBezTo>
                    <a:pt x="49" y="255"/>
                    <a:pt x="49" y="304"/>
                    <a:pt x="33" y="356"/>
                  </a:cubicBezTo>
                  <a:lnTo>
                    <a:pt x="33" y="421"/>
                  </a:lnTo>
                  <a:lnTo>
                    <a:pt x="33" y="473"/>
                  </a:lnTo>
                  <a:cubicBezTo>
                    <a:pt x="0" y="740"/>
                    <a:pt x="65" y="926"/>
                    <a:pt x="251" y="1095"/>
                  </a:cubicBezTo>
                  <a:cubicBezTo>
                    <a:pt x="404" y="1245"/>
                    <a:pt x="554" y="1414"/>
                    <a:pt x="691" y="1568"/>
                  </a:cubicBezTo>
                  <a:cubicBezTo>
                    <a:pt x="756" y="1649"/>
                    <a:pt x="824" y="1717"/>
                    <a:pt x="909" y="1802"/>
                  </a:cubicBezTo>
                  <a:lnTo>
                    <a:pt x="909" y="1818"/>
                  </a:lnTo>
                  <a:cubicBezTo>
                    <a:pt x="942" y="1835"/>
                    <a:pt x="974" y="1871"/>
                    <a:pt x="1010" y="1887"/>
                  </a:cubicBezTo>
                  <a:lnTo>
                    <a:pt x="1026" y="1887"/>
                  </a:lnTo>
                  <a:lnTo>
                    <a:pt x="1026" y="1871"/>
                  </a:lnTo>
                  <a:lnTo>
                    <a:pt x="1026" y="1851"/>
                  </a:lnTo>
                  <a:cubicBezTo>
                    <a:pt x="974" y="1851"/>
                    <a:pt x="958" y="1818"/>
                    <a:pt x="942" y="1802"/>
                  </a:cubicBezTo>
                  <a:lnTo>
                    <a:pt x="925" y="1786"/>
                  </a:lnTo>
                  <a:cubicBezTo>
                    <a:pt x="857" y="1701"/>
                    <a:pt x="772" y="1633"/>
                    <a:pt x="707" y="1548"/>
                  </a:cubicBezTo>
                  <a:cubicBezTo>
                    <a:pt x="570" y="1398"/>
                    <a:pt x="420" y="1229"/>
                    <a:pt x="267" y="1079"/>
                  </a:cubicBezTo>
                  <a:cubicBezTo>
                    <a:pt x="101" y="926"/>
                    <a:pt x="33" y="724"/>
                    <a:pt x="49" y="473"/>
                  </a:cubicBezTo>
                  <a:cubicBezTo>
                    <a:pt x="65" y="457"/>
                    <a:pt x="65" y="437"/>
                    <a:pt x="49" y="421"/>
                  </a:cubicBezTo>
                  <a:cubicBezTo>
                    <a:pt x="49" y="405"/>
                    <a:pt x="49" y="388"/>
                    <a:pt x="65" y="356"/>
                  </a:cubicBezTo>
                  <a:cubicBezTo>
                    <a:pt x="85" y="304"/>
                    <a:pt x="65" y="255"/>
                    <a:pt x="65" y="203"/>
                  </a:cubicBezTo>
                  <a:cubicBezTo>
                    <a:pt x="49" y="134"/>
                    <a:pt x="49" y="85"/>
                    <a:pt x="85" y="33"/>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3"/>
            <p:cNvSpPr/>
            <p:nvPr/>
          </p:nvSpPr>
          <p:spPr>
            <a:xfrm>
              <a:off x="575716" y="1770266"/>
              <a:ext cx="6555" cy="76778"/>
            </a:xfrm>
            <a:custGeom>
              <a:rect b="b" l="l" r="r" t="t"/>
              <a:pathLst>
                <a:path extrusionOk="0" h="773" w="66">
                  <a:moveTo>
                    <a:pt x="17" y="0"/>
                  </a:moveTo>
                  <a:cubicBezTo>
                    <a:pt x="17" y="0"/>
                    <a:pt x="1" y="0"/>
                    <a:pt x="17" y="17"/>
                  </a:cubicBezTo>
                  <a:cubicBezTo>
                    <a:pt x="33" y="134"/>
                    <a:pt x="33" y="251"/>
                    <a:pt x="17" y="384"/>
                  </a:cubicBezTo>
                  <a:lnTo>
                    <a:pt x="17" y="606"/>
                  </a:lnTo>
                  <a:lnTo>
                    <a:pt x="17" y="655"/>
                  </a:lnTo>
                  <a:cubicBezTo>
                    <a:pt x="17" y="687"/>
                    <a:pt x="17" y="724"/>
                    <a:pt x="33" y="756"/>
                  </a:cubicBezTo>
                  <a:lnTo>
                    <a:pt x="49" y="772"/>
                  </a:lnTo>
                  <a:lnTo>
                    <a:pt x="65" y="756"/>
                  </a:lnTo>
                  <a:cubicBezTo>
                    <a:pt x="49" y="724"/>
                    <a:pt x="49" y="687"/>
                    <a:pt x="49" y="655"/>
                  </a:cubicBezTo>
                  <a:lnTo>
                    <a:pt x="49" y="606"/>
                  </a:lnTo>
                  <a:lnTo>
                    <a:pt x="49" y="384"/>
                  </a:lnTo>
                  <a:cubicBezTo>
                    <a:pt x="49" y="251"/>
                    <a:pt x="49" y="134"/>
                    <a:pt x="33" y="17"/>
                  </a:cubicBezTo>
                  <a:cubicBezTo>
                    <a:pt x="33" y="0"/>
                    <a:pt x="3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3"/>
            <p:cNvSpPr/>
            <p:nvPr/>
          </p:nvSpPr>
          <p:spPr>
            <a:xfrm>
              <a:off x="1923059" y="3560599"/>
              <a:ext cx="148988" cy="173819"/>
            </a:xfrm>
            <a:custGeom>
              <a:rect b="b" l="l" r="r" t="t"/>
              <a:pathLst>
                <a:path extrusionOk="0" h="1750" w="1500">
                  <a:moveTo>
                    <a:pt x="1" y="0"/>
                  </a:moveTo>
                  <a:lnTo>
                    <a:pt x="1" y="17"/>
                  </a:lnTo>
                  <a:cubicBezTo>
                    <a:pt x="17" y="85"/>
                    <a:pt x="53" y="134"/>
                    <a:pt x="118" y="202"/>
                  </a:cubicBezTo>
                  <a:cubicBezTo>
                    <a:pt x="372" y="437"/>
                    <a:pt x="623" y="691"/>
                    <a:pt x="861" y="926"/>
                  </a:cubicBezTo>
                  <a:cubicBezTo>
                    <a:pt x="1027" y="1095"/>
                    <a:pt x="1180" y="1245"/>
                    <a:pt x="1330" y="1414"/>
                  </a:cubicBezTo>
                  <a:cubicBezTo>
                    <a:pt x="1431" y="1515"/>
                    <a:pt x="1483" y="1616"/>
                    <a:pt x="1447" y="1733"/>
                  </a:cubicBezTo>
                  <a:cubicBezTo>
                    <a:pt x="1447" y="1750"/>
                    <a:pt x="1467" y="1750"/>
                    <a:pt x="1467" y="1750"/>
                  </a:cubicBezTo>
                  <a:cubicBezTo>
                    <a:pt x="1467" y="1750"/>
                    <a:pt x="1483" y="1750"/>
                    <a:pt x="1483" y="1733"/>
                  </a:cubicBezTo>
                  <a:cubicBezTo>
                    <a:pt x="1500" y="1616"/>
                    <a:pt x="1467" y="1499"/>
                    <a:pt x="1346" y="1398"/>
                  </a:cubicBezTo>
                  <a:cubicBezTo>
                    <a:pt x="1197" y="1229"/>
                    <a:pt x="1043" y="1079"/>
                    <a:pt x="877" y="909"/>
                  </a:cubicBezTo>
                  <a:cubicBezTo>
                    <a:pt x="639" y="675"/>
                    <a:pt x="389" y="421"/>
                    <a:pt x="134" y="170"/>
                  </a:cubicBezTo>
                  <a:cubicBezTo>
                    <a:pt x="69" y="118"/>
                    <a:pt x="33" y="6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3"/>
            <p:cNvSpPr/>
            <p:nvPr/>
          </p:nvSpPr>
          <p:spPr>
            <a:xfrm>
              <a:off x="667591" y="3427007"/>
              <a:ext cx="155444" cy="155344"/>
            </a:xfrm>
            <a:custGeom>
              <a:rect b="b" l="l" r="r" t="t"/>
              <a:pathLst>
                <a:path extrusionOk="0" h="1564" w="1565">
                  <a:moveTo>
                    <a:pt x="1499" y="0"/>
                  </a:moveTo>
                  <a:cubicBezTo>
                    <a:pt x="1112" y="117"/>
                    <a:pt x="724" y="251"/>
                    <a:pt x="352" y="368"/>
                  </a:cubicBezTo>
                  <a:cubicBezTo>
                    <a:pt x="336" y="368"/>
                    <a:pt x="336" y="368"/>
                    <a:pt x="336" y="388"/>
                  </a:cubicBezTo>
                  <a:lnTo>
                    <a:pt x="287" y="388"/>
                  </a:lnTo>
                  <a:cubicBezTo>
                    <a:pt x="203" y="404"/>
                    <a:pt x="102" y="420"/>
                    <a:pt x="33" y="505"/>
                  </a:cubicBezTo>
                  <a:cubicBezTo>
                    <a:pt x="1" y="554"/>
                    <a:pt x="1" y="639"/>
                    <a:pt x="17" y="723"/>
                  </a:cubicBezTo>
                  <a:lnTo>
                    <a:pt x="17" y="808"/>
                  </a:lnTo>
                  <a:lnTo>
                    <a:pt x="17" y="1329"/>
                  </a:lnTo>
                  <a:lnTo>
                    <a:pt x="17" y="1564"/>
                  </a:lnTo>
                  <a:lnTo>
                    <a:pt x="33" y="1564"/>
                  </a:lnTo>
                  <a:cubicBezTo>
                    <a:pt x="134" y="1564"/>
                    <a:pt x="235" y="1531"/>
                    <a:pt x="336" y="1499"/>
                  </a:cubicBezTo>
                  <a:cubicBezTo>
                    <a:pt x="372" y="1499"/>
                    <a:pt x="405" y="1479"/>
                    <a:pt x="437" y="1463"/>
                  </a:cubicBezTo>
                  <a:cubicBezTo>
                    <a:pt x="607" y="1430"/>
                    <a:pt x="776" y="1378"/>
                    <a:pt x="926" y="1329"/>
                  </a:cubicBezTo>
                  <a:cubicBezTo>
                    <a:pt x="1095" y="1261"/>
                    <a:pt x="1261" y="1212"/>
                    <a:pt x="1431" y="1160"/>
                  </a:cubicBezTo>
                  <a:cubicBezTo>
                    <a:pt x="1548" y="1143"/>
                    <a:pt x="1564" y="1075"/>
                    <a:pt x="1548" y="994"/>
                  </a:cubicBezTo>
                  <a:lnTo>
                    <a:pt x="1548" y="691"/>
                  </a:lnTo>
                  <a:cubicBezTo>
                    <a:pt x="1564" y="538"/>
                    <a:pt x="1564" y="368"/>
                    <a:pt x="1548" y="218"/>
                  </a:cubicBezTo>
                  <a:lnTo>
                    <a:pt x="1532" y="202"/>
                  </a:lnTo>
                  <a:cubicBezTo>
                    <a:pt x="1516" y="202"/>
                    <a:pt x="1516" y="218"/>
                    <a:pt x="1516" y="218"/>
                  </a:cubicBezTo>
                  <a:cubicBezTo>
                    <a:pt x="1532" y="368"/>
                    <a:pt x="1532" y="538"/>
                    <a:pt x="1532" y="691"/>
                  </a:cubicBezTo>
                  <a:lnTo>
                    <a:pt x="1532" y="994"/>
                  </a:lnTo>
                  <a:cubicBezTo>
                    <a:pt x="1532" y="1075"/>
                    <a:pt x="1516" y="1111"/>
                    <a:pt x="1415" y="1143"/>
                  </a:cubicBezTo>
                  <a:cubicBezTo>
                    <a:pt x="1245" y="1196"/>
                    <a:pt x="1079" y="1244"/>
                    <a:pt x="926" y="1297"/>
                  </a:cubicBezTo>
                  <a:cubicBezTo>
                    <a:pt x="756" y="1345"/>
                    <a:pt x="590" y="1398"/>
                    <a:pt x="437" y="1446"/>
                  </a:cubicBezTo>
                  <a:cubicBezTo>
                    <a:pt x="388" y="1463"/>
                    <a:pt x="352" y="1463"/>
                    <a:pt x="320" y="1479"/>
                  </a:cubicBezTo>
                  <a:cubicBezTo>
                    <a:pt x="235" y="1515"/>
                    <a:pt x="150" y="1531"/>
                    <a:pt x="49" y="1547"/>
                  </a:cubicBezTo>
                  <a:cubicBezTo>
                    <a:pt x="49" y="1479"/>
                    <a:pt x="33" y="1398"/>
                    <a:pt x="33" y="1329"/>
                  </a:cubicBezTo>
                  <a:cubicBezTo>
                    <a:pt x="33" y="1160"/>
                    <a:pt x="33" y="994"/>
                    <a:pt x="49" y="808"/>
                  </a:cubicBezTo>
                  <a:cubicBezTo>
                    <a:pt x="49" y="772"/>
                    <a:pt x="33" y="740"/>
                    <a:pt x="33" y="723"/>
                  </a:cubicBezTo>
                  <a:cubicBezTo>
                    <a:pt x="33" y="639"/>
                    <a:pt x="17" y="570"/>
                    <a:pt x="69" y="521"/>
                  </a:cubicBezTo>
                  <a:cubicBezTo>
                    <a:pt x="102" y="453"/>
                    <a:pt x="203" y="437"/>
                    <a:pt x="304" y="420"/>
                  </a:cubicBezTo>
                  <a:cubicBezTo>
                    <a:pt x="320" y="420"/>
                    <a:pt x="320" y="404"/>
                    <a:pt x="336" y="404"/>
                  </a:cubicBezTo>
                  <a:lnTo>
                    <a:pt x="352" y="404"/>
                  </a:lnTo>
                  <a:lnTo>
                    <a:pt x="352" y="388"/>
                  </a:lnTo>
                  <a:cubicBezTo>
                    <a:pt x="740" y="267"/>
                    <a:pt x="1128" y="150"/>
                    <a:pt x="1499" y="33"/>
                  </a:cubicBezTo>
                  <a:cubicBezTo>
                    <a:pt x="1516" y="33"/>
                    <a:pt x="1516" y="16"/>
                    <a:pt x="1516" y="16"/>
                  </a:cubicBezTo>
                  <a:cubicBezTo>
                    <a:pt x="1516" y="0"/>
                    <a:pt x="1499" y="0"/>
                    <a:pt x="1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3"/>
            <p:cNvSpPr/>
            <p:nvPr/>
          </p:nvSpPr>
          <p:spPr>
            <a:xfrm>
              <a:off x="1735732" y="3107577"/>
              <a:ext cx="174216" cy="267780"/>
            </a:xfrm>
            <a:custGeom>
              <a:rect b="b" l="l" r="r" t="t"/>
              <a:pathLst>
                <a:path extrusionOk="0" h="2696" w="1754">
                  <a:moveTo>
                    <a:pt x="69" y="1"/>
                  </a:moveTo>
                  <a:cubicBezTo>
                    <a:pt x="53" y="1"/>
                    <a:pt x="53" y="1"/>
                    <a:pt x="53" y="17"/>
                  </a:cubicBezTo>
                  <a:cubicBezTo>
                    <a:pt x="20" y="118"/>
                    <a:pt x="37" y="203"/>
                    <a:pt x="37" y="304"/>
                  </a:cubicBezTo>
                  <a:lnTo>
                    <a:pt x="37" y="522"/>
                  </a:lnTo>
                  <a:cubicBezTo>
                    <a:pt x="0" y="675"/>
                    <a:pt x="53" y="809"/>
                    <a:pt x="186" y="942"/>
                  </a:cubicBezTo>
                  <a:cubicBezTo>
                    <a:pt x="473" y="1245"/>
                    <a:pt x="744" y="1548"/>
                    <a:pt x="994" y="1835"/>
                  </a:cubicBezTo>
                  <a:cubicBezTo>
                    <a:pt x="1131" y="1968"/>
                    <a:pt x="1249" y="2122"/>
                    <a:pt x="1382" y="2271"/>
                  </a:cubicBezTo>
                  <a:cubicBezTo>
                    <a:pt x="1414" y="2307"/>
                    <a:pt x="1451" y="2340"/>
                    <a:pt x="1483" y="2372"/>
                  </a:cubicBezTo>
                  <a:cubicBezTo>
                    <a:pt x="1584" y="2473"/>
                    <a:pt x="1669" y="2558"/>
                    <a:pt x="1737" y="2675"/>
                  </a:cubicBezTo>
                  <a:lnTo>
                    <a:pt x="1753" y="2695"/>
                  </a:lnTo>
                  <a:lnTo>
                    <a:pt x="1753" y="2675"/>
                  </a:lnTo>
                  <a:cubicBezTo>
                    <a:pt x="1701" y="2542"/>
                    <a:pt x="1600" y="2457"/>
                    <a:pt x="1515" y="2356"/>
                  </a:cubicBezTo>
                  <a:cubicBezTo>
                    <a:pt x="1467" y="2323"/>
                    <a:pt x="1434" y="2291"/>
                    <a:pt x="1398" y="2255"/>
                  </a:cubicBezTo>
                  <a:cubicBezTo>
                    <a:pt x="1281" y="2105"/>
                    <a:pt x="1148" y="1952"/>
                    <a:pt x="1010" y="1819"/>
                  </a:cubicBezTo>
                  <a:cubicBezTo>
                    <a:pt x="760" y="1516"/>
                    <a:pt x="489" y="1213"/>
                    <a:pt x="202" y="926"/>
                  </a:cubicBezTo>
                  <a:cubicBezTo>
                    <a:pt x="85" y="792"/>
                    <a:pt x="37" y="675"/>
                    <a:pt x="53" y="522"/>
                  </a:cubicBezTo>
                  <a:cubicBezTo>
                    <a:pt x="69" y="453"/>
                    <a:pt x="53" y="372"/>
                    <a:pt x="53" y="304"/>
                  </a:cubicBezTo>
                  <a:cubicBezTo>
                    <a:pt x="53" y="219"/>
                    <a:pt x="53" y="118"/>
                    <a:pt x="69" y="17"/>
                  </a:cubicBezTo>
                  <a:cubicBezTo>
                    <a:pt x="85" y="17"/>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3"/>
            <p:cNvSpPr/>
            <p:nvPr/>
          </p:nvSpPr>
          <p:spPr>
            <a:xfrm>
              <a:off x="869817" y="2116115"/>
              <a:ext cx="339592" cy="247717"/>
            </a:xfrm>
            <a:custGeom>
              <a:rect b="b" l="l" r="r" t="t"/>
              <a:pathLst>
                <a:path extrusionOk="0" h="2494" w="3419">
                  <a:moveTo>
                    <a:pt x="3402" y="1"/>
                  </a:moveTo>
                  <a:cubicBezTo>
                    <a:pt x="3232" y="69"/>
                    <a:pt x="3063" y="134"/>
                    <a:pt x="2913" y="219"/>
                  </a:cubicBezTo>
                  <a:cubicBezTo>
                    <a:pt x="2861" y="255"/>
                    <a:pt x="2812" y="271"/>
                    <a:pt x="2760" y="304"/>
                  </a:cubicBezTo>
                  <a:cubicBezTo>
                    <a:pt x="2558" y="405"/>
                    <a:pt x="2340" y="489"/>
                    <a:pt x="2138" y="590"/>
                  </a:cubicBezTo>
                  <a:cubicBezTo>
                    <a:pt x="1936" y="691"/>
                    <a:pt x="1718" y="792"/>
                    <a:pt x="1516" y="893"/>
                  </a:cubicBezTo>
                  <a:cubicBezTo>
                    <a:pt x="1095" y="1095"/>
                    <a:pt x="675" y="1297"/>
                    <a:pt x="271" y="1499"/>
                  </a:cubicBezTo>
                  <a:lnTo>
                    <a:pt x="33" y="1617"/>
                  </a:lnTo>
                  <a:cubicBezTo>
                    <a:pt x="33" y="1617"/>
                    <a:pt x="17" y="1617"/>
                    <a:pt x="17" y="1633"/>
                  </a:cubicBezTo>
                  <a:lnTo>
                    <a:pt x="1" y="1649"/>
                  </a:lnTo>
                  <a:cubicBezTo>
                    <a:pt x="17" y="1786"/>
                    <a:pt x="17" y="1919"/>
                    <a:pt x="17" y="2053"/>
                  </a:cubicBezTo>
                  <a:cubicBezTo>
                    <a:pt x="17" y="2206"/>
                    <a:pt x="17" y="2340"/>
                    <a:pt x="33" y="2493"/>
                  </a:cubicBezTo>
                  <a:lnTo>
                    <a:pt x="69" y="2493"/>
                  </a:lnTo>
                  <a:cubicBezTo>
                    <a:pt x="33" y="2340"/>
                    <a:pt x="53" y="2206"/>
                    <a:pt x="53" y="2053"/>
                  </a:cubicBezTo>
                  <a:cubicBezTo>
                    <a:pt x="53" y="1919"/>
                    <a:pt x="53" y="1786"/>
                    <a:pt x="33" y="1649"/>
                  </a:cubicBezTo>
                  <a:lnTo>
                    <a:pt x="53" y="1633"/>
                  </a:lnTo>
                  <a:lnTo>
                    <a:pt x="287" y="1516"/>
                  </a:lnTo>
                  <a:cubicBezTo>
                    <a:pt x="691" y="1330"/>
                    <a:pt x="1112" y="1112"/>
                    <a:pt x="1532" y="926"/>
                  </a:cubicBezTo>
                  <a:cubicBezTo>
                    <a:pt x="1734" y="825"/>
                    <a:pt x="1936" y="724"/>
                    <a:pt x="2154" y="623"/>
                  </a:cubicBezTo>
                  <a:lnTo>
                    <a:pt x="2760" y="320"/>
                  </a:lnTo>
                  <a:cubicBezTo>
                    <a:pt x="2828" y="304"/>
                    <a:pt x="2881" y="271"/>
                    <a:pt x="2929" y="235"/>
                  </a:cubicBezTo>
                  <a:cubicBezTo>
                    <a:pt x="3083" y="170"/>
                    <a:pt x="3232" y="85"/>
                    <a:pt x="3402" y="33"/>
                  </a:cubicBezTo>
                  <a:cubicBezTo>
                    <a:pt x="3402" y="17"/>
                    <a:pt x="3418" y="17"/>
                    <a:pt x="3418" y="17"/>
                  </a:cubicBezTo>
                  <a:lnTo>
                    <a:pt x="3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3"/>
            <p:cNvSpPr/>
            <p:nvPr/>
          </p:nvSpPr>
          <p:spPr>
            <a:xfrm>
              <a:off x="1923059" y="2418659"/>
              <a:ext cx="147398" cy="322707"/>
            </a:xfrm>
            <a:custGeom>
              <a:rect b="b" l="l" r="r" t="t"/>
              <a:pathLst>
                <a:path extrusionOk="0" h="3249" w="1484">
                  <a:moveTo>
                    <a:pt x="53" y="1"/>
                  </a:moveTo>
                  <a:lnTo>
                    <a:pt x="33" y="17"/>
                  </a:lnTo>
                  <a:cubicBezTo>
                    <a:pt x="1" y="154"/>
                    <a:pt x="33" y="255"/>
                    <a:pt x="134" y="405"/>
                  </a:cubicBezTo>
                  <a:cubicBezTo>
                    <a:pt x="271" y="590"/>
                    <a:pt x="389" y="792"/>
                    <a:pt x="522" y="994"/>
                  </a:cubicBezTo>
                  <a:cubicBezTo>
                    <a:pt x="574" y="1063"/>
                    <a:pt x="623" y="1148"/>
                    <a:pt x="675" y="1229"/>
                  </a:cubicBezTo>
                  <a:cubicBezTo>
                    <a:pt x="724" y="1297"/>
                    <a:pt x="776" y="1382"/>
                    <a:pt x="809" y="1451"/>
                  </a:cubicBezTo>
                  <a:cubicBezTo>
                    <a:pt x="942" y="1653"/>
                    <a:pt x="1079" y="1871"/>
                    <a:pt x="1213" y="2073"/>
                  </a:cubicBezTo>
                  <a:cubicBezTo>
                    <a:pt x="1245" y="2121"/>
                    <a:pt x="1265" y="2174"/>
                    <a:pt x="1265" y="2239"/>
                  </a:cubicBezTo>
                  <a:lnTo>
                    <a:pt x="1265" y="2441"/>
                  </a:lnTo>
                  <a:cubicBezTo>
                    <a:pt x="1265" y="2562"/>
                    <a:pt x="1265" y="2679"/>
                    <a:pt x="1245" y="2796"/>
                  </a:cubicBezTo>
                  <a:cubicBezTo>
                    <a:pt x="1229" y="2844"/>
                    <a:pt x="1245" y="2913"/>
                    <a:pt x="1330" y="2982"/>
                  </a:cubicBezTo>
                  <a:cubicBezTo>
                    <a:pt x="1399" y="3046"/>
                    <a:pt x="1431" y="3131"/>
                    <a:pt x="1447" y="3232"/>
                  </a:cubicBezTo>
                  <a:cubicBezTo>
                    <a:pt x="1447" y="3248"/>
                    <a:pt x="1467" y="3248"/>
                    <a:pt x="1467" y="3248"/>
                  </a:cubicBezTo>
                  <a:cubicBezTo>
                    <a:pt x="1483" y="3248"/>
                    <a:pt x="1483" y="3248"/>
                    <a:pt x="1483" y="3232"/>
                  </a:cubicBezTo>
                  <a:cubicBezTo>
                    <a:pt x="1467" y="3131"/>
                    <a:pt x="1415" y="3046"/>
                    <a:pt x="1346" y="2966"/>
                  </a:cubicBezTo>
                  <a:cubicBezTo>
                    <a:pt x="1298" y="2929"/>
                    <a:pt x="1245" y="2865"/>
                    <a:pt x="1265" y="2796"/>
                  </a:cubicBezTo>
                  <a:cubicBezTo>
                    <a:pt x="1298" y="2679"/>
                    <a:pt x="1298" y="2562"/>
                    <a:pt x="1298" y="2441"/>
                  </a:cubicBezTo>
                  <a:cubicBezTo>
                    <a:pt x="1281" y="2376"/>
                    <a:pt x="1281" y="2307"/>
                    <a:pt x="1298" y="2239"/>
                  </a:cubicBezTo>
                  <a:cubicBezTo>
                    <a:pt x="1298" y="2174"/>
                    <a:pt x="1281" y="2105"/>
                    <a:pt x="1229" y="2057"/>
                  </a:cubicBezTo>
                  <a:cubicBezTo>
                    <a:pt x="1096" y="1855"/>
                    <a:pt x="962" y="1633"/>
                    <a:pt x="841" y="1431"/>
                  </a:cubicBezTo>
                  <a:cubicBezTo>
                    <a:pt x="793" y="1366"/>
                    <a:pt x="740" y="1297"/>
                    <a:pt x="692" y="1212"/>
                  </a:cubicBezTo>
                  <a:cubicBezTo>
                    <a:pt x="639" y="1128"/>
                    <a:pt x="591" y="1063"/>
                    <a:pt x="538" y="978"/>
                  </a:cubicBezTo>
                  <a:cubicBezTo>
                    <a:pt x="421" y="776"/>
                    <a:pt x="288" y="574"/>
                    <a:pt x="154" y="388"/>
                  </a:cubicBezTo>
                  <a:cubicBezTo>
                    <a:pt x="53" y="255"/>
                    <a:pt x="33" y="154"/>
                    <a:pt x="69" y="17"/>
                  </a:cubicBezTo>
                  <a:cubicBezTo>
                    <a:pt x="69" y="17"/>
                    <a:pt x="53" y="17"/>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3"/>
            <p:cNvSpPr/>
            <p:nvPr/>
          </p:nvSpPr>
          <p:spPr>
            <a:xfrm>
              <a:off x="2080390" y="3065861"/>
              <a:ext cx="105185" cy="162198"/>
            </a:xfrm>
            <a:custGeom>
              <a:rect b="b" l="l" r="r" t="t"/>
              <a:pathLst>
                <a:path extrusionOk="0" h="1633" w="1059">
                  <a:moveTo>
                    <a:pt x="17" y="1"/>
                  </a:moveTo>
                  <a:lnTo>
                    <a:pt x="0" y="17"/>
                  </a:lnTo>
                  <a:cubicBezTo>
                    <a:pt x="33" y="166"/>
                    <a:pt x="134" y="287"/>
                    <a:pt x="218" y="388"/>
                  </a:cubicBezTo>
                  <a:cubicBezTo>
                    <a:pt x="267" y="437"/>
                    <a:pt x="319" y="506"/>
                    <a:pt x="368" y="554"/>
                  </a:cubicBezTo>
                  <a:cubicBezTo>
                    <a:pt x="437" y="691"/>
                    <a:pt x="538" y="825"/>
                    <a:pt x="639" y="942"/>
                  </a:cubicBezTo>
                  <a:cubicBezTo>
                    <a:pt x="707" y="1027"/>
                    <a:pt x="772" y="1128"/>
                    <a:pt x="841" y="1229"/>
                  </a:cubicBezTo>
                  <a:cubicBezTo>
                    <a:pt x="857" y="1261"/>
                    <a:pt x="893" y="1277"/>
                    <a:pt x="909" y="1313"/>
                  </a:cubicBezTo>
                  <a:cubicBezTo>
                    <a:pt x="958" y="1346"/>
                    <a:pt x="994" y="1378"/>
                    <a:pt x="1010" y="1447"/>
                  </a:cubicBezTo>
                  <a:cubicBezTo>
                    <a:pt x="1026" y="1499"/>
                    <a:pt x="1026" y="1548"/>
                    <a:pt x="1010" y="1600"/>
                  </a:cubicBezTo>
                  <a:lnTo>
                    <a:pt x="1010" y="1633"/>
                  </a:lnTo>
                  <a:lnTo>
                    <a:pt x="1026" y="1633"/>
                  </a:lnTo>
                  <a:lnTo>
                    <a:pt x="1026" y="1616"/>
                  </a:lnTo>
                  <a:cubicBezTo>
                    <a:pt x="1059" y="1548"/>
                    <a:pt x="1059" y="1499"/>
                    <a:pt x="1043" y="1431"/>
                  </a:cubicBezTo>
                  <a:cubicBezTo>
                    <a:pt x="1010" y="1362"/>
                    <a:pt x="974" y="1330"/>
                    <a:pt x="925" y="1297"/>
                  </a:cubicBezTo>
                  <a:cubicBezTo>
                    <a:pt x="909" y="1261"/>
                    <a:pt x="893" y="1245"/>
                    <a:pt x="857" y="1212"/>
                  </a:cubicBezTo>
                  <a:cubicBezTo>
                    <a:pt x="792" y="1111"/>
                    <a:pt x="723" y="1027"/>
                    <a:pt x="655" y="926"/>
                  </a:cubicBezTo>
                  <a:cubicBezTo>
                    <a:pt x="554" y="808"/>
                    <a:pt x="469" y="671"/>
                    <a:pt x="388" y="554"/>
                  </a:cubicBezTo>
                  <a:cubicBezTo>
                    <a:pt x="336" y="489"/>
                    <a:pt x="287" y="421"/>
                    <a:pt x="251" y="368"/>
                  </a:cubicBezTo>
                  <a:cubicBezTo>
                    <a:pt x="150" y="267"/>
                    <a:pt x="65" y="166"/>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3"/>
            <p:cNvSpPr/>
            <p:nvPr/>
          </p:nvSpPr>
          <p:spPr>
            <a:xfrm>
              <a:off x="1923059" y="2724779"/>
              <a:ext cx="128924" cy="252484"/>
            </a:xfrm>
            <a:custGeom>
              <a:rect b="b" l="l" r="r" t="t"/>
              <a:pathLst>
                <a:path extrusionOk="0" h="2542" w="1298">
                  <a:moveTo>
                    <a:pt x="53" y="1"/>
                  </a:moveTo>
                  <a:cubicBezTo>
                    <a:pt x="1" y="118"/>
                    <a:pt x="17" y="219"/>
                    <a:pt x="118" y="336"/>
                  </a:cubicBezTo>
                  <a:cubicBezTo>
                    <a:pt x="235" y="469"/>
                    <a:pt x="320" y="623"/>
                    <a:pt x="421" y="756"/>
                  </a:cubicBezTo>
                  <a:cubicBezTo>
                    <a:pt x="437" y="793"/>
                    <a:pt x="473" y="809"/>
                    <a:pt x="490" y="841"/>
                  </a:cubicBezTo>
                  <a:cubicBezTo>
                    <a:pt x="574" y="958"/>
                    <a:pt x="659" y="1096"/>
                    <a:pt x="740" y="1213"/>
                  </a:cubicBezTo>
                  <a:cubicBezTo>
                    <a:pt x="894" y="1431"/>
                    <a:pt x="1063" y="1665"/>
                    <a:pt x="1213" y="1883"/>
                  </a:cubicBezTo>
                  <a:cubicBezTo>
                    <a:pt x="1265" y="1952"/>
                    <a:pt x="1265" y="1984"/>
                    <a:pt x="1265" y="2053"/>
                  </a:cubicBezTo>
                  <a:lnTo>
                    <a:pt x="1265" y="2255"/>
                  </a:lnTo>
                  <a:lnTo>
                    <a:pt x="1265" y="2388"/>
                  </a:lnTo>
                  <a:lnTo>
                    <a:pt x="1265" y="2425"/>
                  </a:lnTo>
                  <a:cubicBezTo>
                    <a:pt x="1265" y="2457"/>
                    <a:pt x="1265" y="2489"/>
                    <a:pt x="1229" y="2526"/>
                  </a:cubicBezTo>
                  <a:lnTo>
                    <a:pt x="1229" y="2542"/>
                  </a:lnTo>
                  <a:lnTo>
                    <a:pt x="1245" y="2542"/>
                  </a:lnTo>
                  <a:cubicBezTo>
                    <a:pt x="1298" y="2509"/>
                    <a:pt x="1298" y="2457"/>
                    <a:pt x="1298" y="2425"/>
                  </a:cubicBezTo>
                  <a:lnTo>
                    <a:pt x="1298" y="2388"/>
                  </a:lnTo>
                  <a:lnTo>
                    <a:pt x="1298" y="2255"/>
                  </a:lnTo>
                  <a:lnTo>
                    <a:pt x="1298" y="2053"/>
                  </a:lnTo>
                  <a:cubicBezTo>
                    <a:pt x="1298" y="1984"/>
                    <a:pt x="1281" y="1936"/>
                    <a:pt x="1245" y="1867"/>
                  </a:cubicBezTo>
                  <a:cubicBezTo>
                    <a:pt x="1079" y="1649"/>
                    <a:pt x="926" y="1431"/>
                    <a:pt x="760" y="1197"/>
                  </a:cubicBezTo>
                  <a:cubicBezTo>
                    <a:pt x="675" y="1075"/>
                    <a:pt x="591" y="942"/>
                    <a:pt x="506" y="825"/>
                  </a:cubicBezTo>
                  <a:cubicBezTo>
                    <a:pt x="490" y="793"/>
                    <a:pt x="473" y="772"/>
                    <a:pt x="457" y="740"/>
                  </a:cubicBezTo>
                  <a:cubicBezTo>
                    <a:pt x="356" y="607"/>
                    <a:pt x="255" y="453"/>
                    <a:pt x="134" y="320"/>
                  </a:cubicBezTo>
                  <a:cubicBezTo>
                    <a:pt x="53" y="219"/>
                    <a:pt x="17" y="118"/>
                    <a:pt x="69" y="17"/>
                  </a:cubicBezTo>
                  <a:cubicBezTo>
                    <a:pt x="86" y="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3"/>
            <p:cNvSpPr/>
            <p:nvPr/>
          </p:nvSpPr>
          <p:spPr>
            <a:xfrm>
              <a:off x="669181" y="2440312"/>
              <a:ext cx="152166" cy="187526"/>
            </a:xfrm>
            <a:custGeom>
              <a:rect b="b" l="l" r="r" t="t"/>
              <a:pathLst>
                <a:path extrusionOk="0" h="1888" w="1532">
                  <a:moveTo>
                    <a:pt x="1516" y="1"/>
                  </a:moveTo>
                  <a:cubicBezTo>
                    <a:pt x="1516" y="1"/>
                    <a:pt x="1500" y="1"/>
                    <a:pt x="1500" y="21"/>
                  </a:cubicBezTo>
                  <a:cubicBezTo>
                    <a:pt x="1483" y="53"/>
                    <a:pt x="1467" y="86"/>
                    <a:pt x="1431" y="102"/>
                  </a:cubicBezTo>
                  <a:cubicBezTo>
                    <a:pt x="1164" y="203"/>
                    <a:pt x="910" y="324"/>
                    <a:pt x="659" y="441"/>
                  </a:cubicBezTo>
                  <a:cubicBezTo>
                    <a:pt x="490" y="526"/>
                    <a:pt x="304" y="627"/>
                    <a:pt x="134" y="691"/>
                  </a:cubicBezTo>
                  <a:cubicBezTo>
                    <a:pt x="53" y="728"/>
                    <a:pt x="17" y="792"/>
                    <a:pt x="17" y="877"/>
                  </a:cubicBezTo>
                  <a:lnTo>
                    <a:pt x="17" y="1435"/>
                  </a:lnTo>
                  <a:cubicBezTo>
                    <a:pt x="1" y="1568"/>
                    <a:pt x="1" y="1685"/>
                    <a:pt x="1" y="1802"/>
                  </a:cubicBezTo>
                  <a:cubicBezTo>
                    <a:pt x="1" y="1819"/>
                    <a:pt x="17" y="1839"/>
                    <a:pt x="17" y="1855"/>
                  </a:cubicBezTo>
                  <a:cubicBezTo>
                    <a:pt x="17" y="1871"/>
                    <a:pt x="17" y="1871"/>
                    <a:pt x="33" y="1871"/>
                  </a:cubicBezTo>
                  <a:lnTo>
                    <a:pt x="33" y="1887"/>
                  </a:lnTo>
                  <a:lnTo>
                    <a:pt x="53" y="1887"/>
                  </a:lnTo>
                  <a:lnTo>
                    <a:pt x="53" y="1871"/>
                  </a:lnTo>
                  <a:cubicBezTo>
                    <a:pt x="53" y="1855"/>
                    <a:pt x="53" y="1855"/>
                    <a:pt x="33" y="1839"/>
                  </a:cubicBezTo>
                  <a:lnTo>
                    <a:pt x="33" y="1802"/>
                  </a:lnTo>
                  <a:lnTo>
                    <a:pt x="33" y="1451"/>
                  </a:lnTo>
                  <a:cubicBezTo>
                    <a:pt x="53" y="1249"/>
                    <a:pt x="53" y="1063"/>
                    <a:pt x="53" y="877"/>
                  </a:cubicBezTo>
                  <a:cubicBezTo>
                    <a:pt x="53" y="792"/>
                    <a:pt x="70" y="744"/>
                    <a:pt x="134" y="728"/>
                  </a:cubicBezTo>
                  <a:cubicBezTo>
                    <a:pt x="320" y="643"/>
                    <a:pt x="506" y="558"/>
                    <a:pt x="675" y="473"/>
                  </a:cubicBezTo>
                  <a:cubicBezTo>
                    <a:pt x="926" y="356"/>
                    <a:pt x="1180" y="223"/>
                    <a:pt x="1431" y="122"/>
                  </a:cubicBezTo>
                  <a:cubicBezTo>
                    <a:pt x="1500" y="102"/>
                    <a:pt x="1516" y="69"/>
                    <a:pt x="1532" y="21"/>
                  </a:cubicBezTo>
                  <a:cubicBezTo>
                    <a:pt x="1532" y="21"/>
                    <a:pt x="1532" y="1"/>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3"/>
            <p:cNvSpPr/>
            <p:nvPr/>
          </p:nvSpPr>
          <p:spPr>
            <a:xfrm>
              <a:off x="687655" y="3124463"/>
              <a:ext cx="128924" cy="140545"/>
            </a:xfrm>
            <a:custGeom>
              <a:rect b="b" l="l" r="r" t="t"/>
              <a:pathLst>
                <a:path extrusionOk="0" h="1415" w="1298">
                  <a:moveTo>
                    <a:pt x="1281" y="0"/>
                  </a:moveTo>
                  <a:lnTo>
                    <a:pt x="1027" y="101"/>
                  </a:lnTo>
                  <a:cubicBezTo>
                    <a:pt x="708" y="218"/>
                    <a:pt x="388" y="336"/>
                    <a:pt x="85" y="453"/>
                  </a:cubicBezTo>
                  <a:cubicBezTo>
                    <a:pt x="33" y="469"/>
                    <a:pt x="1" y="485"/>
                    <a:pt x="1" y="538"/>
                  </a:cubicBezTo>
                  <a:lnTo>
                    <a:pt x="1" y="857"/>
                  </a:lnTo>
                  <a:cubicBezTo>
                    <a:pt x="1" y="1043"/>
                    <a:pt x="1" y="1228"/>
                    <a:pt x="17" y="1394"/>
                  </a:cubicBezTo>
                  <a:cubicBezTo>
                    <a:pt x="17" y="1414"/>
                    <a:pt x="17" y="1414"/>
                    <a:pt x="33" y="1414"/>
                  </a:cubicBezTo>
                  <a:cubicBezTo>
                    <a:pt x="33" y="1414"/>
                    <a:pt x="49" y="1414"/>
                    <a:pt x="49" y="1394"/>
                  </a:cubicBezTo>
                  <a:cubicBezTo>
                    <a:pt x="17" y="1212"/>
                    <a:pt x="33" y="1043"/>
                    <a:pt x="33" y="857"/>
                  </a:cubicBezTo>
                  <a:lnTo>
                    <a:pt x="33" y="538"/>
                  </a:lnTo>
                  <a:cubicBezTo>
                    <a:pt x="33" y="505"/>
                    <a:pt x="49" y="485"/>
                    <a:pt x="85" y="485"/>
                  </a:cubicBezTo>
                  <a:cubicBezTo>
                    <a:pt x="405" y="368"/>
                    <a:pt x="724" y="235"/>
                    <a:pt x="1027" y="117"/>
                  </a:cubicBezTo>
                  <a:lnTo>
                    <a:pt x="1297" y="17"/>
                  </a:lnTo>
                  <a:lnTo>
                    <a:pt x="1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3"/>
            <p:cNvSpPr/>
            <p:nvPr/>
          </p:nvSpPr>
          <p:spPr>
            <a:xfrm>
              <a:off x="669181" y="2288543"/>
              <a:ext cx="150577" cy="177196"/>
            </a:xfrm>
            <a:custGeom>
              <a:rect b="b" l="l" r="r" t="t"/>
              <a:pathLst>
                <a:path extrusionOk="0" h="1784" w="1516">
                  <a:moveTo>
                    <a:pt x="1426" y="1"/>
                  </a:moveTo>
                  <a:cubicBezTo>
                    <a:pt x="1400" y="1"/>
                    <a:pt x="1354" y="28"/>
                    <a:pt x="1281" y="66"/>
                  </a:cubicBezTo>
                  <a:cubicBezTo>
                    <a:pt x="926" y="236"/>
                    <a:pt x="558" y="418"/>
                    <a:pt x="134" y="620"/>
                  </a:cubicBezTo>
                  <a:cubicBezTo>
                    <a:pt x="53" y="656"/>
                    <a:pt x="17" y="705"/>
                    <a:pt x="17" y="789"/>
                  </a:cubicBezTo>
                  <a:cubicBezTo>
                    <a:pt x="33" y="943"/>
                    <a:pt x="33" y="1076"/>
                    <a:pt x="33" y="1226"/>
                  </a:cubicBezTo>
                  <a:lnTo>
                    <a:pt x="33" y="1682"/>
                  </a:lnTo>
                  <a:cubicBezTo>
                    <a:pt x="33" y="1698"/>
                    <a:pt x="17" y="1715"/>
                    <a:pt x="17" y="1731"/>
                  </a:cubicBezTo>
                  <a:cubicBezTo>
                    <a:pt x="1" y="1731"/>
                    <a:pt x="1" y="1751"/>
                    <a:pt x="1" y="1767"/>
                  </a:cubicBezTo>
                  <a:cubicBezTo>
                    <a:pt x="1" y="1767"/>
                    <a:pt x="1" y="1783"/>
                    <a:pt x="17" y="1783"/>
                  </a:cubicBezTo>
                  <a:cubicBezTo>
                    <a:pt x="17" y="1783"/>
                    <a:pt x="17" y="1767"/>
                    <a:pt x="33" y="1767"/>
                  </a:cubicBezTo>
                  <a:lnTo>
                    <a:pt x="33" y="1731"/>
                  </a:lnTo>
                  <a:cubicBezTo>
                    <a:pt x="53" y="1731"/>
                    <a:pt x="53" y="1715"/>
                    <a:pt x="53" y="1682"/>
                  </a:cubicBezTo>
                  <a:lnTo>
                    <a:pt x="53" y="1226"/>
                  </a:lnTo>
                  <a:lnTo>
                    <a:pt x="53" y="789"/>
                  </a:lnTo>
                  <a:cubicBezTo>
                    <a:pt x="53" y="705"/>
                    <a:pt x="70" y="672"/>
                    <a:pt x="134" y="640"/>
                  </a:cubicBezTo>
                  <a:cubicBezTo>
                    <a:pt x="558" y="438"/>
                    <a:pt x="942" y="252"/>
                    <a:pt x="1281" y="82"/>
                  </a:cubicBezTo>
                  <a:lnTo>
                    <a:pt x="1298" y="82"/>
                  </a:lnTo>
                  <a:cubicBezTo>
                    <a:pt x="1365" y="57"/>
                    <a:pt x="1410" y="28"/>
                    <a:pt x="1433" y="28"/>
                  </a:cubicBezTo>
                  <a:cubicBezTo>
                    <a:pt x="1439" y="28"/>
                    <a:pt x="1444" y="30"/>
                    <a:pt x="1447" y="34"/>
                  </a:cubicBezTo>
                  <a:cubicBezTo>
                    <a:pt x="1467" y="34"/>
                    <a:pt x="1467" y="99"/>
                    <a:pt x="1467" y="183"/>
                  </a:cubicBezTo>
                  <a:lnTo>
                    <a:pt x="1467" y="200"/>
                  </a:lnTo>
                  <a:lnTo>
                    <a:pt x="1467" y="216"/>
                  </a:lnTo>
                  <a:cubicBezTo>
                    <a:pt x="1500" y="369"/>
                    <a:pt x="1500" y="519"/>
                    <a:pt x="1483" y="672"/>
                  </a:cubicBezTo>
                  <a:lnTo>
                    <a:pt x="1483" y="959"/>
                  </a:lnTo>
                  <a:cubicBezTo>
                    <a:pt x="1483" y="1008"/>
                    <a:pt x="1467" y="1024"/>
                    <a:pt x="1431" y="1060"/>
                  </a:cubicBezTo>
                  <a:cubicBezTo>
                    <a:pt x="1366" y="1109"/>
                    <a:pt x="1314" y="1125"/>
                    <a:pt x="1245" y="1161"/>
                  </a:cubicBezTo>
                  <a:cubicBezTo>
                    <a:pt x="1213" y="1177"/>
                    <a:pt x="1180" y="1177"/>
                    <a:pt x="1164" y="1193"/>
                  </a:cubicBezTo>
                  <a:cubicBezTo>
                    <a:pt x="894" y="1327"/>
                    <a:pt x="623" y="1448"/>
                    <a:pt x="356" y="1565"/>
                  </a:cubicBezTo>
                  <a:cubicBezTo>
                    <a:pt x="255" y="1614"/>
                    <a:pt x="154" y="1666"/>
                    <a:pt x="70" y="1715"/>
                  </a:cubicBezTo>
                  <a:cubicBezTo>
                    <a:pt x="53" y="1715"/>
                    <a:pt x="53" y="1715"/>
                    <a:pt x="53" y="1731"/>
                  </a:cubicBezTo>
                  <a:lnTo>
                    <a:pt x="70" y="1731"/>
                  </a:lnTo>
                  <a:cubicBezTo>
                    <a:pt x="170" y="1682"/>
                    <a:pt x="271" y="1650"/>
                    <a:pt x="372" y="1597"/>
                  </a:cubicBezTo>
                  <a:cubicBezTo>
                    <a:pt x="623" y="1480"/>
                    <a:pt x="910" y="1347"/>
                    <a:pt x="1164" y="1226"/>
                  </a:cubicBezTo>
                  <a:cubicBezTo>
                    <a:pt x="1197" y="1210"/>
                    <a:pt x="1229" y="1193"/>
                    <a:pt x="1265" y="1177"/>
                  </a:cubicBezTo>
                  <a:cubicBezTo>
                    <a:pt x="1314" y="1161"/>
                    <a:pt x="1382" y="1125"/>
                    <a:pt x="1447" y="1092"/>
                  </a:cubicBezTo>
                  <a:cubicBezTo>
                    <a:pt x="1500" y="1044"/>
                    <a:pt x="1516" y="1008"/>
                    <a:pt x="1516" y="959"/>
                  </a:cubicBezTo>
                  <a:cubicBezTo>
                    <a:pt x="1500" y="858"/>
                    <a:pt x="1516" y="773"/>
                    <a:pt x="1516" y="672"/>
                  </a:cubicBezTo>
                  <a:cubicBezTo>
                    <a:pt x="1516" y="519"/>
                    <a:pt x="1516" y="369"/>
                    <a:pt x="1483" y="200"/>
                  </a:cubicBezTo>
                  <a:lnTo>
                    <a:pt x="1483" y="183"/>
                  </a:lnTo>
                  <a:cubicBezTo>
                    <a:pt x="1483" y="82"/>
                    <a:pt x="1483" y="34"/>
                    <a:pt x="1447" y="14"/>
                  </a:cubicBezTo>
                  <a:cubicBezTo>
                    <a:pt x="1443" y="5"/>
                    <a:pt x="1436" y="1"/>
                    <a:pt x="1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3"/>
            <p:cNvSpPr/>
            <p:nvPr/>
          </p:nvSpPr>
          <p:spPr>
            <a:xfrm>
              <a:off x="515525" y="3323609"/>
              <a:ext cx="125348" cy="149981"/>
            </a:xfrm>
            <a:custGeom>
              <a:rect b="b" l="l" r="r" t="t"/>
              <a:pathLst>
                <a:path extrusionOk="0" h="1510" w="1262">
                  <a:moveTo>
                    <a:pt x="1247" y="0"/>
                  </a:moveTo>
                  <a:cubicBezTo>
                    <a:pt x="1245" y="0"/>
                    <a:pt x="1245" y="5"/>
                    <a:pt x="1245" y="15"/>
                  </a:cubicBezTo>
                  <a:cubicBezTo>
                    <a:pt x="1176" y="96"/>
                    <a:pt x="1196" y="217"/>
                    <a:pt x="1213" y="298"/>
                  </a:cubicBezTo>
                  <a:cubicBezTo>
                    <a:pt x="1229" y="435"/>
                    <a:pt x="1229" y="569"/>
                    <a:pt x="1213" y="702"/>
                  </a:cubicBezTo>
                  <a:cubicBezTo>
                    <a:pt x="1213" y="803"/>
                    <a:pt x="1213" y="904"/>
                    <a:pt x="1229" y="1025"/>
                  </a:cubicBezTo>
                  <a:cubicBezTo>
                    <a:pt x="1229" y="1074"/>
                    <a:pt x="1213" y="1106"/>
                    <a:pt x="1144" y="1126"/>
                  </a:cubicBezTo>
                  <a:cubicBezTo>
                    <a:pt x="772" y="1227"/>
                    <a:pt x="405" y="1360"/>
                    <a:pt x="102" y="1478"/>
                  </a:cubicBezTo>
                  <a:lnTo>
                    <a:pt x="17" y="1478"/>
                  </a:lnTo>
                  <a:cubicBezTo>
                    <a:pt x="17" y="1478"/>
                    <a:pt x="1" y="1478"/>
                    <a:pt x="1" y="1494"/>
                  </a:cubicBezTo>
                  <a:lnTo>
                    <a:pt x="17" y="1494"/>
                  </a:lnTo>
                  <a:cubicBezTo>
                    <a:pt x="33" y="1494"/>
                    <a:pt x="33" y="1510"/>
                    <a:pt x="49" y="1510"/>
                  </a:cubicBezTo>
                  <a:lnTo>
                    <a:pt x="65" y="1510"/>
                  </a:lnTo>
                  <a:cubicBezTo>
                    <a:pt x="85" y="1510"/>
                    <a:pt x="102" y="1510"/>
                    <a:pt x="102" y="1494"/>
                  </a:cubicBezTo>
                  <a:cubicBezTo>
                    <a:pt x="421" y="1393"/>
                    <a:pt x="772" y="1259"/>
                    <a:pt x="1160" y="1158"/>
                  </a:cubicBezTo>
                  <a:cubicBezTo>
                    <a:pt x="1229" y="1126"/>
                    <a:pt x="1261" y="1090"/>
                    <a:pt x="1245" y="1025"/>
                  </a:cubicBezTo>
                  <a:lnTo>
                    <a:pt x="1245" y="702"/>
                  </a:lnTo>
                  <a:cubicBezTo>
                    <a:pt x="1245" y="569"/>
                    <a:pt x="1245" y="435"/>
                    <a:pt x="1229" y="298"/>
                  </a:cubicBezTo>
                  <a:lnTo>
                    <a:pt x="1229" y="282"/>
                  </a:lnTo>
                  <a:cubicBezTo>
                    <a:pt x="1229" y="217"/>
                    <a:pt x="1213" y="116"/>
                    <a:pt x="1261" y="31"/>
                  </a:cubicBezTo>
                  <a:lnTo>
                    <a:pt x="1261" y="15"/>
                  </a:lnTo>
                  <a:cubicBezTo>
                    <a:pt x="1253" y="5"/>
                    <a:pt x="1249"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3"/>
            <p:cNvSpPr/>
            <p:nvPr/>
          </p:nvSpPr>
          <p:spPr>
            <a:xfrm>
              <a:off x="497050" y="2693094"/>
              <a:ext cx="147398" cy="88399"/>
            </a:xfrm>
            <a:custGeom>
              <a:rect b="b" l="l" r="r" t="t"/>
              <a:pathLst>
                <a:path extrusionOk="0" h="890" w="1484">
                  <a:moveTo>
                    <a:pt x="1447" y="1"/>
                  </a:moveTo>
                  <a:cubicBezTo>
                    <a:pt x="1431" y="1"/>
                    <a:pt x="1431" y="1"/>
                    <a:pt x="1431" y="17"/>
                  </a:cubicBezTo>
                  <a:cubicBezTo>
                    <a:pt x="1415" y="17"/>
                    <a:pt x="1415" y="33"/>
                    <a:pt x="1415" y="33"/>
                  </a:cubicBezTo>
                  <a:cubicBezTo>
                    <a:pt x="1399" y="49"/>
                    <a:pt x="1399" y="65"/>
                    <a:pt x="1399" y="102"/>
                  </a:cubicBezTo>
                  <a:cubicBezTo>
                    <a:pt x="1447" y="219"/>
                    <a:pt x="1382" y="267"/>
                    <a:pt x="1261" y="320"/>
                  </a:cubicBezTo>
                  <a:cubicBezTo>
                    <a:pt x="958" y="453"/>
                    <a:pt x="639" y="586"/>
                    <a:pt x="352" y="724"/>
                  </a:cubicBezTo>
                  <a:cubicBezTo>
                    <a:pt x="235" y="772"/>
                    <a:pt x="118" y="825"/>
                    <a:pt x="17" y="873"/>
                  </a:cubicBezTo>
                  <a:cubicBezTo>
                    <a:pt x="1" y="873"/>
                    <a:pt x="1" y="873"/>
                    <a:pt x="1" y="889"/>
                  </a:cubicBezTo>
                  <a:lnTo>
                    <a:pt x="17" y="889"/>
                  </a:lnTo>
                  <a:lnTo>
                    <a:pt x="372" y="740"/>
                  </a:lnTo>
                  <a:cubicBezTo>
                    <a:pt x="655" y="607"/>
                    <a:pt x="958" y="469"/>
                    <a:pt x="1261" y="336"/>
                  </a:cubicBezTo>
                  <a:cubicBezTo>
                    <a:pt x="1362" y="283"/>
                    <a:pt x="1483" y="251"/>
                    <a:pt x="1431" y="81"/>
                  </a:cubicBezTo>
                  <a:cubicBezTo>
                    <a:pt x="1415" y="81"/>
                    <a:pt x="1431" y="65"/>
                    <a:pt x="1431" y="49"/>
                  </a:cubicBezTo>
                  <a:cubicBezTo>
                    <a:pt x="1447" y="33"/>
                    <a:pt x="1447" y="33"/>
                    <a:pt x="1447" y="17"/>
                  </a:cubicBezTo>
                  <a:lnTo>
                    <a:pt x="14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3"/>
            <p:cNvSpPr/>
            <p:nvPr/>
          </p:nvSpPr>
          <p:spPr>
            <a:xfrm>
              <a:off x="1735732" y="2801458"/>
              <a:ext cx="147299" cy="237585"/>
            </a:xfrm>
            <a:custGeom>
              <a:rect b="b" l="l" r="r" t="t"/>
              <a:pathLst>
                <a:path extrusionOk="0" h="2392" w="1483">
                  <a:moveTo>
                    <a:pt x="85" y="0"/>
                  </a:moveTo>
                  <a:cubicBezTo>
                    <a:pt x="69" y="21"/>
                    <a:pt x="37" y="37"/>
                    <a:pt x="37" y="85"/>
                  </a:cubicBezTo>
                  <a:cubicBezTo>
                    <a:pt x="37" y="101"/>
                    <a:pt x="37" y="101"/>
                    <a:pt x="53" y="122"/>
                  </a:cubicBezTo>
                  <a:cubicBezTo>
                    <a:pt x="53" y="138"/>
                    <a:pt x="53" y="170"/>
                    <a:pt x="37" y="186"/>
                  </a:cubicBezTo>
                  <a:cubicBezTo>
                    <a:pt x="0" y="505"/>
                    <a:pt x="85" y="760"/>
                    <a:pt x="303" y="1010"/>
                  </a:cubicBezTo>
                  <a:cubicBezTo>
                    <a:pt x="590" y="1313"/>
                    <a:pt x="845" y="1653"/>
                    <a:pt x="1095" y="1972"/>
                  </a:cubicBezTo>
                  <a:cubicBezTo>
                    <a:pt x="1196" y="2089"/>
                    <a:pt x="1297" y="2222"/>
                    <a:pt x="1398" y="2360"/>
                  </a:cubicBezTo>
                  <a:cubicBezTo>
                    <a:pt x="1414" y="2376"/>
                    <a:pt x="1434" y="2392"/>
                    <a:pt x="1467" y="2392"/>
                  </a:cubicBezTo>
                  <a:lnTo>
                    <a:pt x="1483" y="2392"/>
                  </a:lnTo>
                  <a:lnTo>
                    <a:pt x="1483" y="2376"/>
                  </a:lnTo>
                  <a:lnTo>
                    <a:pt x="1467" y="2376"/>
                  </a:lnTo>
                  <a:cubicBezTo>
                    <a:pt x="1451" y="2376"/>
                    <a:pt x="1434" y="2360"/>
                    <a:pt x="1414" y="2343"/>
                  </a:cubicBezTo>
                  <a:cubicBezTo>
                    <a:pt x="1313" y="2206"/>
                    <a:pt x="1212" y="2073"/>
                    <a:pt x="1111" y="1956"/>
                  </a:cubicBezTo>
                  <a:cubicBezTo>
                    <a:pt x="861" y="1636"/>
                    <a:pt x="606" y="1297"/>
                    <a:pt x="323" y="994"/>
                  </a:cubicBezTo>
                  <a:cubicBezTo>
                    <a:pt x="121" y="744"/>
                    <a:pt x="37" y="505"/>
                    <a:pt x="69" y="186"/>
                  </a:cubicBezTo>
                  <a:lnTo>
                    <a:pt x="69" y="122"/>
                  </a:lnTo>
                  <a:lnTo>
                    <a:pt x="69" y="85"/>
                  </a:lnTo>
                  <a:cubicBezTo>
                    <a:pt x="69" y="53"/>
                    <a:pt x="85" y="37"/>
                    <a:pt x="101" y="21"/>
                  </a:cubicBezTo>
                  <a:lnTo>
                    <a:pt x="1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3"/>
            <p:cNvSpPr/>
            <p:nvPr/>
          </p:nvSpPr>
          <p:spPr>
            <a:xfrm>
              <a:off x="460201" y="2206402"/>
              <a:ext cx="177394" cy="90386"/>
            </a:xfrm>
            <a:custGeom>
              <a:rect b="b" l="l" r="r" t="t"/>
              <a:pathLst>
                <a:path extrusionOk="0" h="910" w="1786">
                  <a:moveTo>
                    <a:pt x="1770" y="1"/>
                  </a:moveTo>
                  <a:cubicBezTo>
                    <a:pt x="1584" y="69"/>
                    <a:pt x="1414" y="154"/>
                    <a:pt x="1248" y="255"/>
                  </a:cubicBezTo>
                  <a:cubicBezTo>
                    <a:pt x="1180" y="287"/>
                    <a:pt x="1111" y="320"/>
                    <a:pt x="1026" y="372"/>
                  </a:cubicBezTo>
                  <a:cubicBezTo>
                    <a:pt x="792" y="489"/>
                    <a:pt x="541" y="607"/>
                    <a:pt x="303" y="740"/>
                  </a:cubicBezTo>
                  <a:lnTo>
                    <a:pt x="0" y="893"/>
                  </a:lnTo>
                  <a:lnTo>
                    <a:pt x="0" y="909"/>
                  </a:lnTo>
                  <a:lnTo>
                    <a:pt x="16" y="909"/>
                  </a:lnTo>
                  <a:lnTo>
                    <a:pt x="319" y="760"/>
                  </a:lnTo>
                  <a:cubicBezTo>
                    <a:pt x="558" y="639"/>
                    <a:pt x="792" y="506"/>
                    <a:pt x="1046" y="388"/>
                  </a:cubicBezTo>
                  <a:cubicBezTo>
                    <a:pt x="1111" y="356"/>
                    <a:pt x="1196" y="304"/>
                    <a:pt x="1265" y="271"/>
                  </a:cubicBezTo>
                  <a:cubicBezTo>
                    <a:pt x="1430" y="186"/>
                    <a:pt x="1600" y="85"/>
                    <a:pt x="1786" y="17"/>
                  </a:cubicBezTo>
                  <a:lnTo>
                    <a:pt x="1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3"/>
            <p:cNvSpPr/>
            <p:nvPr/>
          </p:nvSpPr>
          <p:spPr>
            <a:xfrm>
              <a:off x="1257880" y="1074494"/>
              <a:ext cx="158920" cy="209178"/>
            </a:xfrm>
            <a:custGeom>
              <a:rect b="b" l="l" r="r" t="t"/>
              <a:pathLst>
                <a:path extrusionOk="0" h="2106" w="1600">
                  <a:moveTo>
                    <a:pt x="1580" y="1"/>
                  </a:moveTo>
                  <a:lnTo>
                    <a:pt x="1244" y="203"/>
                  </a:lnTo>
                  <a:cubicBezTo>
                    <a:pt x="957" y="388"/>
                    <a:pt x="671" y="574"/>
                    <a:pt x="368" y="760"/>
                  </a:cubicBezTo>
                  <a:cubicBezTo>
                    <a:pt x="303" y="809"/>
                    <a:pt x="202" y="861"/>
                    <a:pt x="101" y="926"/>
                  </a:cubicBezTo>
                  <a:cubicBezTo>
                    <a:pt x="32" y="962"/>
                    <a:pt x="16" y="1011"/>
                    <a:pt x="16" y="1095"/>
                  </a:cubicBezTo>
                  <a:cubicBezTo>
                    <a:pt x="0" y="1229"/>
                    <a:pt x="0" y="1366"/>
                    <a:pt x="16" y="1499"/>
                  </a:cubicBezTo>
                  <a:cubicBezTo>
                    <a:pt x="16" y="1669"/>
                    <a:pt x="32" y="1835"/>
                    <a:pt x="0" y="1988"/>
                  </a:cubicBezTo>
                  <a:cubicBezTo>
                    <a:pt x="0" y="2020"/>
                    <a:pt x="16" y="2057"/>
                    <a:pt x="32" y="2073"/>
                  </a:cubicBezTo>
                  <a:lnTo>
                    <a:pt x="32" y="2089"/>
                  </a:lnTo>
                  <a:lnTo>
                    <a:pt x="48" y="2105"/>
                  </a:lnTo>
                  <a:lnTo>
                    <a:pt x="48" y="2089"/>
                  </a:lnTo>
                  <a:cubicBezTo>
                    <a:pt x="65" y="2089"/>
                    <a:pt x="65" y="2089"/>
                    <a:pt x="65" y="2073"/>
                  </a:cubicBezTo>
                  <a:cubicBezTo>
                    <a:pt x="65" y="2073"/>
                    <a:pt x="48" y="2073"/>
                    <a:pt x="48" y="2057"/>
                  </a:cubicBezTo>
                  <a:cubicBezTo>
                    <a:pt x="32" y="2037"/>
                    <a:pt x="32" y="2020"/>
                    <a:pt x="32" y="1988"/>
                  </a:cubicBezTo>
                  <a:cubicBezTo>
                    <a:pt x="48" y="1835"/>
                    <a:pt x="48" y="1669"/>
                    <a:pt x="32" y="1499"/>
                  </a:cubicBezTo>
                  <a:lnTo>
                    <a:pt x="32" y="1095"/>
                  </a:lnTo>
                  <a:cubicBezTo>
                    <a:pt x="48" y="1027"/>
                    <a:pt x="65" y="978"/>
                    <a:pt x="117" y="946"/>
                  </a:cubicBezTo>
                  <a:cubicBezTo>
                    <a:pt x="218" y="893"/>
                    <a:pt x="303" y="845"/>
                    <a:pt x="388" y="792"/>
                  </a:cubicBezTo>
                  <a:cubicBezTo>
                    <a:pt x="691" y="607"/>
                    <a:pt x="974" y="421"/>
                    <a:pt x="1260" y="239"/>
                  </a:cubicBezTo>
                  <a:lnTo>
                    <a:pt x="1600" y="37"/>
                  </a:lnTo>
                  <a:lnTo>
                    <a:pt x="1600" y="17"/>
                  </a:lnTo>
                  <a:cubicBezTo>
                    <a:pt x="1600" y="1"/>
                    <a:pt x="1580" y="1"/>
                    <a:pt x="1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3"/>
            <p:cNvSpPr/>
            <p:nvPr/>
          </p:nvSpPr>
          <p:spPr>
            <a:xfrm>
              <a:off x="1919881" y="3154558"/>
              <a:ext cx="143723" cy="248809"/>
            </a:xfrm>
            <a:custGeom>
              <a:rect b="b" l="l" r="r" t="t"/>
              <a:pathLst>
                <a:path extrusionOk="0" h="2505" w="1447">
                  <a:moveTo>
                    <a:pt x="85" y="0"/>
                  </a:moveTo>
                  <a:lnTo>
                    <a:pt x="65" y="16"/>
                  </a:lnTo>
                  <a:cubicBezTo>
                    <a:pt x="0" y="101"/>
                    <a:pt x="49" y="202"/>
                    <a:pt x="85" y="235"/>
                  </a:cubicBezTo>
                  <a:cubicBezTo>
                    <a:pt x="235" y="384"/>
                    <a:pt x="368" y="538"/>
                    <a:pt x="489" y="707"/>
                  </a:cubicBezTo>
                  <a:cubicBezTo>
                    <a:pt x="554" y="788"/>
                    <a:pt x="639" y="889"/>
                    <a:pt x="724" y="990"/>
                  </a:cubicBezTo>
                  <a:cubicBezTo>
                    <a:pt x="808" y="1091"/>
                    <a:pt x="909" y="1212"/>
                    <a:pt x="994" y="1329"/>
                  </a:cubicBezTo>
                  <a:cubicBezTo>
                    <a:pt x="1075" y="1414"/>
                    <a:pt x="1160" y="1515"/>
                    <a:pt x="1229" y="1596"/>
                  </a:cubicBezTo>
                  <a:cubicBezTo>
                    <a:pt x="1277" y="1665"/>
                    <a:pt x="1297" y="1717"/>
                    <a:pt x="1297" y="1798"/>
                  </a:cubicBezTo>
                  <a:lnTo>
                    <a:pt x="1297" y="2036"/>
                  </a:lnTo>
                  <a:cubicBezTo>
                    <a:pt x="1297" y="2121"/>
                    <a:pt x="1297" y="2222"/>
                    <a:pt x="1277" y="2303"/>
                  </a:cubicBezTo>
                  <a:cubicBezTo>
                    <a:pt x="1277" y="2388"/>
                    <a:pt x="1346" y="2440"/>
                    <a:pt x="1398" y="2473"/>
                  </a:cubicBezTo>
                  <a:cubicBezTo>
                    <a:pt x="1398" y="2489"/>
                    <a:pt x="1414" y="2489"/>
                    <a:pt x="1431" y="2505"/>
                  </a:cubicBezTo>
                  <a:lnTo>
                    <a:pt x="1447" y="2489"/>
                  </a:lnTo>
                  <a:lnTo>
                    <a:pt x="1447" y="2473"/>
                  </a:lnTo>
                  <a:cubicBezTo>
                    <a:pt x="1431" y="2473"/>
                    <a:pt x="1414" y="2456"/>
                    <a:pt x="1414" y="2456"/>
                  </a:cubicBezTo>
                  <a:cubicBezTo>
                    <a:pt x="1362" y="2404"/>
                    <a:pt x="1313" y="2372"/>
                    <a:pt x="1313" y="2323"/>
                  </a:cubicBezTo>
                  <a:cubicBezTo>
                    <a:pt x="1330" y="2222"/>
                    <a:pt x="1330" y="2121"/>
                    <a:pt x="1330" y="2036"/>
                  </a:cubicBezTo>
                  <a:cubicBezTo>
                    <a:pt x="1313" y="1951"/>
                    <a:pt x="1313" y="1883"/>
                    <a:pt x="1330" y="1798"/>
                  </a:cubicBezTo>
                  <a:cubicBezTo>
                    <a:pt x="1330" y="1717"/>
                    <a:pt x="1313" y="1649"/>
                    <a:pt x="1261" y="1580"/>
                  </a:cubicBezTo>
                  <a:cubicBezTo>
                    <a:pt x="1176" y="1495"/>
                    <a:pt x="1095" y="1394"/>
                    <a:pt x="1027" y="1313"/>
                  </a:cubicBezTo>
                  <a:cubicBezTo>
                    <a:pt x="926" y="1192"/>
                    <a:pt x="841" y="1075"/>
                    <a:pt x="740" y="974"/>
                  </a:cubicBezTo>
                  <a:cubicBezTo>
                    <a:pt x="655" y="873"/>
                    <a:pt x="590" y="772"/>
                    <a:pt x="505" y="687"/>
                  </a:cubicBezTo>
                  <a:cubicBezTo>
                    <a:pt x="388" y="521"/>
                    <a:pt x="251" y="368"/>
                    <a:pt x="101" y="218"/>
                  </a:cubicBezTo>
                  <a:cubicBezTo>
                    <a:pt x="65" y="182"/>
                    <a:pt x="33" y="101"/>
                    <a:pt x="85" y="33"/>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3"/>
            <p:cNvSpPr/>
            <p:nvPr/>
          </p:nvSpPr>
          <p:spPr>
            <a:xfrm>
              <a:off x="1416701" y="2114526"/>
              <a:ext cx="56715" cy="67144"/>
            </a:xfrm>
            <a:custGeom>
              <a:rect b="b" l="l" r="r" t="t"/>
              <a:pathLst>
                <a:path extrusionOk="0" h="676" w="571">
                  <a:moveTo>
                    <a:pt x="17" y="0"/>
                  </a:moveTo>
                  <a:cubicBezTo>
                    <a:pt x="17" y="0"/>
                    <a:pt x="1" y="0"/>
                    <a:pt x="1" y="17"/>
                  </a:cubicBezTo>
                  <a:cubicBezTo>
                    <a:pt x="1" y="17"/>
                    <a:pt x="1" y="33"/>
                    <a:pt x="17" y="33"/>
                  </a:cubicBezTo>
                  <a:cubicBezTo>
                    <a:pt x="102" y="69"/>
                    <a:pt x="150" y="134"/>
                    <a:pt x="183" y="202"/>
                  </a:cubicBezTo>
                  <a:cubicBezTo>
                    <a:pt x="219" y="235"/>
                    <a:pt x="235" y="271"/>
                    <a:pt x="251" y="303"/>
                  </a:cubicBezTo>
                  <a:cubicBezTo>
                    <a:pt x="304" y="352"/>
                    <a:pt x="336" y="404"/>
                    <a:pt x="368" y="453"/>
                  </a:cubicBezTo>
                  <a:cubicBezTo>
                    <a:pt x="421" y="538"/>
                    <a:pt x="469" y="606"/>
                    <a:pt x="538" y="675"/>
                  </a:cubicBezTo>
                  <a:lnTo>
                    <a:pt x="570" y="675"/>
                  </a:lnTo>
                  <a:lnTo>
                    <a:pt x="554" y="655"/>
                  </a:lnTo>
                  <a:cubicBezTo>
                    <a:pt x="485" y="590"/>
                    <a:pt x="437" y="522"/>
                    <a:pt x="384" y="437"/>
                  </a:cubicBezTo>
                  <a:cubicBezTo>
                    <a:pt x="352" y="388"/>
                    <a:pt x="320" y="336"/>
                    <a:pt x="284" y="287"/>
                  </a:cubicBezTo>
                  <a:cubicBezTo>
                    <a:pt x="251" y="271"/>
                    <a:pt x="235" y="235"/>
                    <a:pt x="219" y="202"/>
                  </a:cubicBezTo>
                  <a:cubicBezTo>
                    <a:pt x="166" y="118"/>
                    <a:pt x="118" y="3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3"/>
            <p:cNvSpPr/>
            <p:nvPr/>
          </p:nvSpPr>
          <p:spPr>
            <a:xfrm>
              <a:off x="1414714" y="3082349"/>
              <a:ext cx="60290" cy="150577"/>
            </a:xfrm>
            <a:custGeom>
              <a:rect b="b" l="l" r="r" t="t"/>
              <a:pathLst>
                <a:path extrusionOk="0" h="1516" w="607">
                  <a:moveTo>
                    <a:pt x="1" y="0"/>
                  </a:moveTo>
                  <a:lnTo>
                    <a:pt x="1" y="20"/>
                  </a:lnTo>
                  <a:lnTo>
                    <a:pt x="138" y="154"/>
                  </a:lnTo>
                  <a:cubicBezTo>
                    <a:pt x="271" y="287"/>
                    <a:pt x="404" y="424"/>
                    <a:pt x="542" y="558"/>
                  </a:cubicBezTo>
                  <a:cubicBezTo>
                    <a:pt x="558" y="574"/>
                    <a:pt x="574" y="606"/>
                    <a:pt x="574" y="642"/>
                  </a:cubicBezTo>
                  <a:lnTo>
                    <a:pt x="574" y="1046"/>
                  </a:lnTo>
                  <a:lnTo>
                    <a:pt x="574" y="1398"/>
                  </a:lnTo>
                  <a:cubicBezTo>
                    <a:pt x="574" y="1434"/>
                    <a:pt x="558" y="1450"/>
                    <a:pt x="558" y="1467"/>
                  </a:cubicBezTo>
                  <a:cubicBezTo>
                    <a:pt x="558" y="1483"/>
                    <a:pt x="558" y="1483"/>
                    <a:pt x="542" y="1499"/>
                  </a:cubicBezTo>
                  <a:cubicBezTo>
                    <a:pt x="542" y="1499"/>
                    <a:pt x="542" y="1515"/>
                    <a:pt x="558" y="1515"/>
                  </a:cubicBezTo>
                  <a:lnTo>
                    <a:pt x="574" y="1499"/>
                  </a:lnTo>
                  <a:lnTo>
                    <a:pt x="574" y="1483"/>
                  </a:lnTo>
                  <a:cubicBezTo>
                    <a:pt x="590" y="1450"/>
                    <a:pt x="590" y="1434"/>
                    <a:pt x="590" y="1398"/>
                  </a:cubicBezTo>
                  <a:lnTo>
                    <a:pt x="590" y="1046"/>
                  </a:lnTo>
                  <a:cubicBezTo>
                    <a:pt x="590" y="909"/>
                    <a:pt x="606" y="776"/>
                    <a:pt x="606" y="642"/>
                  </a:cubicBezTo>
                  <a:cubicBezTo>
                    <a:pt x="606" y="590"/>
                    <a:pt x="590" y="558"/>
                    <a:pt x="558" y="525"/>
                  </a:cubicBezTo>
                  <a:cubicBezTo>
                    <a:pt x="425" y="404"/>
                    <a:pt x="287" y="271"/>
                    <a:pt x="154" y="138"/>
                  </a:cubicBez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3"/>
            <p:cNvSpPr/>
            <p:nvPr/>
          </p:nvSpPr>
          <p:spPr>
            <a:xfrm>
              <a:off x="985431" y="2398595"/>
              <a:ext cx="4867" cy="81943"/>
            </a:xfrm>
            <a:custGeom>
              <a:rect b="b" l="l" r="r" t="t"/>
              <a:pathLst>
                <a:path extrusionOk="0" h="825" w="49">
                  <a:moveTo>
                    <a:pt x="0" y="1"/>
                  </a:moveTo>
                  <a:cubicBezTo>
                    <a:pt x="16" y="186"/>
                    <a:pt x="16" y="372"/>
                    <a:pt x="0" y="542"/>
                  </a:cubicBezTo>
                  <a:lnTo>
                    <a:pt x="0" y="724"/>
                  </a:lnTo>
                  <a:cubicBezTo>
                    <a:pt x="0" y="744"/>
                    <a:pt x="0" y="760"/>
                    <a:pt x="16" y="776"/>
                  </a:cubicBezTo>
                  <a:lnTo>
                    <a:pt x="16" y="809"/>
                  </a:lnTo>
                  <a:lnTo>
                    <a:pt x="32" y="809"/>
                  </a:lnTo>
                  <a:lnTo>
                    <a:pt x="32" y="825"/>
                  </a:lnTo>
                  <a:lnTo>
                    <a:pt x="49" y="809"/>
                  </a:lnTo>
                  <a:cubicBezTo>
                    <a:pt x="49" y="792"/>
                    <a:pt x="49" y="776"/>
                    <a:pt x="32" y="760"/>
                  </a:cubicBezTo>
                  <a:lnTo>
                    <a:pt x="32" y="724"/>
                  </a:lnTo>
                  <a:lnTo>
                    <a:pt x="32" y="542"/>
                  </a:lnTo>
                  <a:cubicBezTo>
                    <a:pt x="32" y="372"/>
                    <a:pt x="49" y="186"/>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3"/>
            <p:cNvSpPr/>
            <p:nvPr/>
          </p:nvSpPr>
          <p:spPr>
            <a:xfrm>
              <a:off x="1612172" y="3619200"/>
              <a:ext cx="5264" cy="75090"/>
            </a:xfrm>
            <a:custGeom>
              <a:rect b="b" l="l" r="r" t="t"/>
              <a:pathLst>
                <a:path extrusionOk="0" h="756" w="53">
                  <a:moveTo>
                    <a:pt x="53" y="0"/>
                  </a:moveTo>
                  <a:cubicBezTo>
                    <a:pt x="32" y="0"/>
                    <a:pt x="32" y="0"/>
                    <a:pt x="32" y="16"/>
                  </a:cubicBezTo>
                  <a:cubicBezTo>
                    <a:pt x="16" y="134"/>
                    <a:pt x="16" y="251"/>
                    <a:pt x="16" y="372"/>
                  </a:cubicBezTo>
                  <a:lnTo>
                    <a:pt x="16" y="606"/>
                  </a:lnTo>
                  <a:lnTo>
                    <a:pt x="16" y="655"/>
                  </a:lnTo>
                  <a:cubicBezTo>
                    <a:pt x="16" y="675"/>
                    <a:pt x="16" y="707"/>
                    <a:pt x="0" y="740"/>
                  </a:cubicBezTo>
                  <a:cubicBezTo>
                    <a:pt x="0" y="740"/>
                    <a:pt x="0" y="756"/>
                    <a:pt x="16" y="756"/>
                  </a:cubicBezTo>
                  <a:lnTo>
                    <a:pt x="32" y="756"/>
                  </a:lnTo>
                  <a:cubicBezTo>
                    <a:pt x="53" y="723"/>
                    <a:pt x="53" y="691"/>
                    <a:pt x="53" y="655"/>
                  </a:cubicBezTo>
                  <a:lnTo>
                    <a:pt x="53" y="606"/>
                  </a:lnTo>
                  <a:lnTo>
                    <a:pt x="53" y="372"/>
                  </a:lnTo>
                  <a:cubicBezTo>
                    <a:pt x="32" y="251"/>
                    <a:pt x="32"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3"/>
            <p:cNvSpPr/>
            <p:nvPr/>
          </p:nvSpPr>
          <p:spPr>
            <a:xfrm>
              <a:off x="1267912" y="1830456"/>
              <a:ext cx="143723" cy="178686"/>
            </a:xfrm>
            <a:custGeom>
              <a:rect b="b" l="l" r="r" t="t"/>
              <a:pathLst>
                <a:path extrusionOk="0" h="1799" w="1447">
                  <a:moveTo>
                    <a:pt x="1430" y="0"/>
                  </a:moveTo>
                  <a:cubicBezTo>
                    <a:pt x="1313" y="49"/>
                    <a:pt x="1196" y="118"/>
                    <a:pt x="1095" y="166"/>
                  </a:cubicBezTo>
                  <a:cubicBezTo>
                    <a:pt x="772" y="336"/>
                    <a:pt x="452" y="485"/>
                    <a:pt x="133" y="655"/>
                  </a:cubicBezTo>
                  <a:cubicBezTo>
                    <a:pt x="48" y="687"/>
                    <a:pt x="0" y="756"/>
                    <a:pt x="16" y="857"/>
                  </a:cubicBezTo>
                  <a:lnTo>
                    <a:pt x="16" y="1479"/>
                  </a:lnTo>
                  <a:lnTo>
                    <a:pt x="16" y="1616"/>
                  </a:lnTo>
                  <a:cubicBezTo>
                    <a:pt x="16" y="1681"/>
                    <a:pt x="16" y="1733"/>
                    <a:pt x="32" y="1782"/>
                  </a:cubicBezTo>
                  <a:lnTo>
                    <a:pt x="48" y="1798"/>
                  </a:lnTo>
                  <a:cubicBezTo>
                    <a:pt x="65" y="1798"/>
                    <a:pt x="65" y="1782"/>
                    <a:pt x="65" y="1782"/>
                  </a:cubicBezTo>
                  <a:cubicBezTo>
                    <a:pt x="32" y="1733"/>
                    <a:pt x="32" y="1665"/>
                    <a:pt x="32" y="1616"/>
                  </a:cubicBezTo>
                  <a:lnTo>
                    <a:pt x="32" y="1479"/>
                  </a:lnTo>
                  <a:cubicBezTo>
                    <a:pt x="32" y="1277"/>
                    <a:pt x="48" y="1059"/>
                    <a:pt x="32" y="857"/>
                  </a:cubicBezTo>
                  <a:cubicBezTo>
                    <a:pt x="32" y="772"/>
                    <a:pt x="65" y="723"/>
                    <a:pt x="149" y="671"/>
                  </a:cubicBezTo>
                  <a:cubicBezTo>
                    <a:pt x="469" y="522"/>
                    <a:pt x="792" y="352"/>
                    <a:pt x="1111" y="202"/>
                  </a:cubicBezTo>
                  <a:cubicBezTo>
                    <a:pt x="1212" y="134"/>
                    <a:pt x="1329" y="81"/>
                    <a:pt x="1430" y="33"/>
                  </a:cubicBezTo>
                  <a:cubicBezTo>
                    <a:pt x="1446" y="17"/>
                    <a:pt x="1446" y="17"/>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3"/>
            <p:cNvSpPr/>
            <p:nvPr/>
          </p:nvSpPr>
          <p:spPr>
            <a:xfrm>
              <a:off x="1923059" y="2753285"/>
              <a:ext cx="257748" cy="412993"/>
            </a:xfrm>
            <a:custGeom>
              <a:rect b="b" l="l" r="r" t="t"/>
              <a:pathLst>
                <a:path extrusionOk="0" h="4158" w="2595">
                  <a:moveTo>
                    <a:pt x="69" y="1"/>
                  </a:moveTo>
                  <a:cubicBezTo>
                    <a:pt x="53" y="1"/>
                    <a:pt x="53" y="1"/>
                    <a:pt x="53" y="17"/>
                  </a:cubicBezTo>
                  <a:cubicBezTo>
                    <a:pt x="1" y="219"/>
                    <a:pt x="1" y="437"/>
                    <a:pt x="53" y="639"/>
                  </a:cubicBezTo>
                  <a:cubicBezTo>
                    <a:pt x="69" y="740"/>
                    <a:pt x="134" y="809"/>
                    <a:pt x="203" y="889"/>
                  </a:cubicBezTo>
                  <a:cubicBezTo>
                    <a:pt x="219" y="926"/>
                    <a:pt x="255" y="958"/>
                    <a:pt x="271" y="974"/>
                  </a:cubicBezTo>
                  <a:cubicBezTo>
                    <a:pt x="336" y="1091"/>
                    <a:pt x="421" y="1192"/>
                    <a:pt x="506" y="1314"/>
                  </a:cubicBezTo>
                  <a:cubicBezTo>
                    <a:pt x="692" y="1580"/>
                    <a:pt x="894" y="1867"/>
                    <a:pt x="1112" y="2138"/>
                  </a:cubicBezTo>
                  <a:cubicBezTo>
                    <a:pt x="1298" y="2388"/>
                    <a:pt x="1467" y="2643"/>
                    <a:pt x="1649" y="2893"/>
                  </a:cubicBezTo>
                  <a:cubicBezTo>
                    <a:pt x="1851" y="3196"/>
                    <a:pt x="2073" y="3499"/>
                    <a:pt x="2307" y="3786"/>
                  </a:cubicBezTo>
                  <a:cubicBezTo>
                    <a:pt x="2340" y="3838"/>
                    <a:pt x="2376" y="3871"/>
                    <a:pt x="2392" y="3919"/>
                  </a:cubicBezTo>
                  <a:cubicBezTo>
                    <a:pt x="2441" y="4004"/>
                    <a:pt x="2493" y="4089"/>
                    <a:pt x="2578" y="4157"/>
                  </a:cubicBezTo>
                  <a:lnTo>
                    <a:pt x="2594" y="4157"/>
                  </a:lnTo>
                  <a:lnTo>
                    <a:pt x="2594" y="4141"/>
                  </a:lnTo>
                  <a:lnTo>
                    <a:pt x="2594" y="4121"/>
                  </a:lnTo>
                  <a:cubicBezTo>
                    <a:pt x="2509" y="4073"/>
                    <a:pt x="2457" y="3988"/>
                    <a:pt x="2425" y="3903"/>
                  </a:cubicBezTo>
                  <a:cubicBezTo>
                    <a:pt x="2392" y="3871"/>
                    <a:pt x="2356" y="3818"/>
                    <a:pt x="2324" y="3770"/>
                  </a:cubicBezTo>
                  <a:cubicBezTo>
                    <a:pt x="2089" y="3483"/>
                    <a:pt x="1871" y="3180"/>
                    <a:pt x="1669" y="2877"/>
                  </a:cubicBezTo>
                  <a:cubicBezTo>
                    <a:pt x="1500" y="2626"/>
                    <a:pt x="1314" y="2372"/>
                    <a:pt x="1128" y="2121"/>
                  </a:cubicBezTo>
                  <a:cubicBezTo>
                    <a:pt x="910" y="1851"/>
                    <a:pt x="708" y="1564"/>
                    <a:pt x="522" y="1293"/>
                  </a:cubicBezTo>
                  <a:cubicBezTo>
                    <a:pt x="437" y="1176"/>
                    <a:pt x="372" y="1075"/>
                    <a:pt x="288" y="974"/>
                  </a:cubicBezTo>
                  <a:cubicBezTo>
                    <a:pt x="271" y="942"/>
                    <a:pt x="235" y="910"/>
                    <a:pt x="219" y="873"/>
                  </a:cubicBezTo>
                  <a:cubicBezTo>
                    <a:pt x="154" y="809"/>
                    <a:pt x="86" y="724"/>
                    <a:pt x="69" y="639"/>
                  </a:cubicBezTo>
                  <a:cubicBezTo>
                    <a:pt x="17" y="437"/>
                    <a:pt x="17" y="219"/>
                    <a:pt x="69" y="17"/>
                  </a:cubicBezTo>
                  <a:lnTo>
                    <a:pt x="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3"/>
            <p:cNvSpPr/>
            <p:nvPr/>
          </p:nvSpPr>
          <p:spPr>
            <a:xfrm>
              <a:off x="871406" y="1902268"/>
              <a:ext cx="348035" cy="304232"/>
            </a:xfrm>
            <a:custGeom>
              <a:rect b="b" l="l" r="r" t="t"/>
              <a:pathLst>
                <a:path extrusionOk="0" h="3063" w="3504">
                  <a:moveTo>
                    <a:pt x="3402" y="0"/>
                  </a:moveTo>
                  <a:lnTo>
                    <a:pt x="3402" y="17"/>
                  </a:lnTo>
                  <a:cubicBezTo>
                    <a:pt x="3402" y="33"/>
                    <a:pt x="3386" y="49"/>
                    <a:pt x="3402" y="65"/>
                  </a:cubicBezTo>
                  <a:cubicBezTo>
                    <a:pt x="3471" y="267"/>
                    <a:pt x="3334" y="352"/>
                    <a:pt x="3168" y="437"/>
                  </a:cubicBezTo>
                  <a:cubicBezTo>
                    <a:pt x="2493" y="756"/>
                    <a:pt x="1819" y="1111"/>
                    <a:pt x="1164" y="1463"/>
                  </a:cubicBezTo>
                  <a:cubicBezTo>
                    <a:pt x="995" y="1548"/>
                    <a:pt x="845" y="1616"/>
                    <a:pt x="692" y="1701"/>
                  </a:cubicBezTo>
                  <a:lnTo>
                    <a:pt x="643" y="1734"/>
                  </a:lnTo>
                  <a:cubicBezTo>
                    <a:pt x="473" y="1818"/>
                    <a:pt x="304" y="1903"/>
                    <a:pt x="138" y="1968"/>
                  </a:cubicBezTo>
                  <a:cubicBezTo>
                    <a:pt x="37" y="2004"/>
                    <a:pt x="1" y="2069"/>
                    <a:pt x="1" y="2186"/>
                  </a:cubicBezTo>
                  <a:lnTo>
                    <a:pt x="1" y="2541"/>
                  </a:lnTo>
                  <a:cubicBezTo>
                    <a:pt x="1" y="2711"/>
                    <a:pt x="1" y="2877"/>
                    <a:pt x="17" y="3046"/>
                  </a:cubicBezTo>
                  <a:cubicBezTo>
                    <a:pt x="17" y="3046"/>
                    <a:pt x="17" y="3063"/>
                    <a:pt x="37" y="3063"/>
                  </a:cubicBezTo>
                  <a:lnTo>
                    <a:pt x="53" y="3046"/>
                  </a:lnTo>
                  <a:cubicBezTo>
                    <a:pt x="17" y="2877"/>
                    <a:pt x="37" y="2711"/>
                    <a:pt x="37" y="2541"/>
                  </a:cubicBezTo>
                  <a:lnTo>
                    <a:pt x="37" y="2186"/>
                  </a:lnTo>
                  <a:cubicBezTo>
                    <a:pt x="17" y="2085"/>
                    <a:pt x="69" y="2020"/>
                    <a:pt x="138" y="1984"/>
                  </a:cubicBezTo>
                  <a:cubicBezTo>
                    <a:pt x="320" y="1919"/>
                    <a:pt x="490" y="1835"/>
                    <a:pt x="659" y="1750"/>
                  </a:cubicBezTo>
                  <a:lnTo>
                    <a:pt x="692" y="1734"/>
                  </a:lnTo>
                  <a:cubicBezTo>
                    <a:pt x="861" y="1649"/>
                    <a:pt x="1011" y="1564"/>
                    <a:pt x="1164" y="1479"/>
                  </a:cubicBezTo>
                  <a:cubicBezTo>
                    <a:pt x="1819" y="1144"/>
                    <a:pt x="2493" y="792"/>
                    <a:pt x="3184" y="469"/>
                  </a:cubicBezTo>
                  <a:cubicBezTo>
                    <a:pt x="3350" y="388"/>
                    <a:pt x="3503" y="287"/>
                    <a:pt x="3418" y="49"/>
                  </a:cubicBezTo>
                  <a:cubicBezTo>
                    <a:pt x="3418" y="49"/>
                    <a:pt x="3418" y="33"/>
                    <a:pt x="3435" y="33"/>
                  </a:cubicBezTo>
                  <a:lnTo>
                    <a:pt x="3435" y="17"/>
                  </a:lnTo>
                  <a:cubicBezTo>
                    <a:pt x="3435" y="0"/>
                    <a:pt x="3435" y="0"/>
                    <a:pt x="3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3"/>
            <p:cNvSpPr/>
            <p:nvPr/>
          </p:nvSpPr>
          <p:spPr>
            <a:xfrm>
              <a:off x="1553570" y="3401679"/>
              <a:ext cx="5264" cy="73997"/>
            </a:xfrm>
            <a:custGeom>
              <a:rect b="b" l="l" r="r" t="t"/>
              <a:pathLst>
                <a:path extrusionOk="0" h="745" w="53">
                  <a:moveTo>
                    <a:pt x="37" y="1"/>
                  </a:moveTo>
                  <a:cubicBezTo>
                    <a:pt x="16" y="1"/>
                    <a:pt x="16" y="1"/>
                    <a:pt x="16" y="17"/>
                  </a:cubicBezTo>
                  <a:cubicBezTo>
                    <a:pt x="0" y="102"/>
                    <a:pt x="16" y="203"/>
                    <a:pt x="16" y="288"/>
                  </a:cubicBezTo>
                  <a:cubicBezTo>
                    <a:pt x="16" y="441"/>
                    <a:pt x="16" y="574"/>
                    <a:pt x="0" y="724"/>
                  </a:cubicBezTo>
                  <a:cubicBezTo>
                    <a:pt x="0" y="744"/>
                    <a:pt x="0" y="744"/>
                    <a:pt x="16" y="744"/>
                  </a:cubicBezTo>
                  <a:lnTo>
                    <a:pt x="16" y="724"/>
                  </a:lnTo>
                  <a:cubicBezTo>
                    <a:pt x="53" y="591"/>
                    <a:pt x="37" y="441"/>
                    <a:pt x="37" y="288"/>
                  </a:cubicBezTo>
                  <a:lnTo>
                    <a:pt x="37" y="17"/>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3"/>
            <p:cNvSpPr/>
            <p:nvPr/>
          </p:nvSpPr>
          <p:spPr>
            <a:xfrm>
              <a:off x="1413125" y="1943985"/>
              <a:ext cx="90386" cy="287844"/>
            </a:xfrm>
            <a:custGeom>
              <a:rect b="b" l="l" r="r" t="t"/>
              <a:pathLst>
                <a:path extrusionOk="0" h="2898" w="910">
                  <a:moveTo>
                    <a:pt x="53" y="1"/>
                  </a:moveTo>
                  <a:cubicBezTo>
                    <a:pt x="53" y="1"/>
                    <a:pt x="37" y="1"/>
                    <a:pt x="37" y="17"/>
                  </a:cubicBezTo>
                  <a:cubicBezTo>
                    <a:pt x="0" y="118"/>
                    <a:pt x="0" y="219"/>
                    <a:pt x="17" y="304"/>
                  </a:cubicBezTo>
                  <a:lnTo>
                    <a:pt x="17" y="405"/>
                  </a:lnTo>
                  <a:cubicBezTo>
                    <a:pt x="17" y="453"/>
                    <a:pt x="53" y="453"/>
                    <a:pt x="69" y="473"/>
                  </a:cubicBezTo>
                  <a:cubicBezTo>
                    <a:pt x="85" y="489"/>
                    <a:pt x="101" y="489"/>
                    <a:pt x="101" y="506"/>
                  </a:cubicBezTo>
                  <a:cubicBezTo>
                    <a:pt x="340" y="825"/>
                    <a:pt x="558" y="1144"/>
                    <a:pt x="792" y="1463"/>
                  </a:cubicBezTo>
                  <a:lnTo>
                    <a:pt x="845" y="1548"/>
                  </a:lnTo>
                  <a:cubicBezTo>
                    <a:pt x="861" y="1584"/>
                    <a:pt x="861" y="1600"/>
                    <a:pt x="861" y="1633"/>
                  </a:cubicBezTo>
                  <a:lnTo>
                    <a:pt x="861" y="1649"/>
                  </a:lnTo>
                  <a:cubicBezTo>
                    <a:pt x="861" y="2020"/>
                    <a:pt x="861" y="2340"/>
                    <a:pt x="824" y="2675"/>
                  </a:cubicBezTo>
                  <a:cubicBezTo>
                    <a:pt x="824" y="2727"/>
                    <a:pt x="845" y="2776"/>
                    <a:pt x="861" y="2828"/>
                  </a:cubicBezTo>
                  <a:cubicBezTo>
                    <a:pt x="877" y="2845"/>
                    <a:pt x="877" y="2861"/>
                    <a:pt x="893" y="2877"/>
                  </a:cubicBezTo>
                  <a:lnTo>
                    <a:pt x="893" y="2897"/>
                  </a:lnTo>
                  <a:lnTo>
                    <a:pt x="909" y="2897"/>
                  </a:lnTo>
                  <a:lnTo>
                    <a:pt x="909" y="2877"/>
                  </a:lnTo>
                  <a:cubicBezTo>
                    <a:pt x="909" y="2861"/>
                    <a:pt x="893" y="2828"/>
                    <a:pt x="893" y="2812"/>
                  </a:cubicBezTo>
                  <a:cubicBezTo>
                    <a:pt x="877" y="2760"/>
                    <a:pt x="861" y="2727"/>
                    <a:pt x="861" y="2675"/>
                  </a:cubicBezTo>
                  <a:cubicBezTo>
                    <a:pt x="877" y="2340"/>
                    <a:pt x="877" y="2020"/>
                    <a:pt x="877" y="1649"/>
                  </a:cubicBezTo>
                  <a:cubicBezTo>
                    <a:pt x="893" y="1649"/>
                    <a:pt x="893" y="1633"/>
                    <a:pt x="893" y="1633"/>
                  </a:cubicBezTo>
                  <a:cubicBezTo>
                    <a:pt x="893" y="1600"/>
                    <a:pt x="893" y="1564"/>
                    <a:pt x="877" y="1532"/>
                  </a:cubicBezTo>
                  <a:lnTo>
                    <a:pt x="808" y="1447"/>
                  </a:lnTo>
                  <a:cubicBezTo>
                    <a:pt x="590" y="1128"/>
                    <a:pt x="356" y="809"/>
                    <a:pt x="138" y="489"/>
                  </a:cubicBezTo>
                  <a:cubicBezTo>
                    <a:pt x="118" y="473"/>
                    <a:pt x="101" y="453"/>
                    <a:pt x="85" y="453"/>
                  </a:cubicBezTo>
                  <a:cubicBezTo>
                    <a:pt x="69" y="437"/>
                    <a:pt x="53" y="437"/>
                    <a:pt x="53" y="405"/>
                  </a:cubicBezTo>
                  <a:cubicBezTo>
                    <a:pt x="53" y="372"/>
                    <a:pt x="37" y="336"/>
                    <a:pt x="37" y="304"/>
                  </a:cubicBezTo>
                  <a:cubicBezTo>
                    <a:pt x="37" y="203"/>
                    <a:pt x="17"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3"/>
            <p:cNvSpPr/>
            <p:nvPr/>
          </p:nvSpPr>
          <p:spPr>
            <a:xfrm>
              <a:off x="1673952" y="3346752"/>
              <a:ext cx="5264" cy="76679"/>
            </a:xfrm>
            <a:custGeom>
              <a:rect b="b" l="l" r="r" t="t"/>
              <a:pathLst>
                <a:path extrusionOk="0" h="772" w="53">
                  <a:moveTo>
                    <a:pt x="53" y="0"/>
                  </a:moveTo>
                  <a:cubicBezTo>
                    <a:pt x="37" y="0"/>
                    <a:pt x="37" y="0"/>
                    <a:pt x="37" y="16"/>
                  </a:cubicBezTo>
                  <a:cubicBezTo>
                    <a:pt x="16" y="134"/>
                    <a:pt x="16" y="251"/>
                    <a:pt x="16" y="352"/>
                  </a:cubicBezTo>
                  <a:lnTo>
                    <a:pt x="16" y="590"/>
                  </a:lnTo>
                  <a:lnTo>
                    <a:pt x="16" y="639"/>
                  </a:lnTo>
                  <a:cubicBezTo>
                    <a:pt x="16" y="671"/>
                    <a:pt x="16" y="723"/>
                    <a:pt x="0" y="756"/>
                  </a:cubicBezTo>
                  <a:lnTo>
                    <a:pt x="16" y="772"/>
                  </a:lnTo>
                  <a:lnTo>
                    <a:pt x="37" y="756"/>
                  </a:lnTo>
                  <a:cubicBezTo>
                    <a:pt x="53" y="723"/>
                    <a:pt x="53" y="671"/>
                    <a:pt x="53" y="639"/>
                  </a:cubicBezTo>
                  <a:cubicBezTo>
                    <a:pt x="37" y="622"/>
                    <a:pt x="37" y="606"/>
                    <a:pt x="37" y="590"/>
                  </a:cubicBezTo>
                  <a:cubicBezTo>
                    <a:pt x="53" y="505"/>
                    <a:pt x="53" y="437"/>
                    <a:pt x="53" y="352"/>
                  </a:cubicBezTo>
                  <a:cubicBezTo>
                    <a:pt x="37" y="251"/>
                    <a:pt x="37" y="134"/>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3"/>
            <p:cNvSpPr/>
            <p:nvPr/>
          </p:nvSpPr>
          <p:spPr>
            <a:xfrm>
              <a:off x="1923059" y="2450344"/>
              <a:ext cx="123759" cy="246127"/>
            </a:xfrm>
            <a:custGeom>
              <a:rect b="b" l="l" r="r" t="t"/>
              <a:pathLst>
                <a:path extrusionOk="0" h="2478" w="1246">
                  <a:moveTo>
                    <a:pt x="53" y="1"/>
                  </a:moveTo>
                  <a:cubicBezTo>
                    <a:pt x="17" y="86"/>
                    <a:pt x="17" y="170"/>
                    <a:pt x="17" y="239"/>
                  </a:cubicBezTo>
                  <a:lnTo>
                    <a:pt x="17" y="356"/>
                  </a:lnTo>
                  <a:cubicBezTo>
                    <a:pt x="1" y="574"/>
                    <a:pt x="53" y="760"/>
                    <a:pt x="187" y="946"/>
                  </a:cubicBezTo>
                  <a:cubicBezTo>
                    <a:pt x="473" y="1350"/>
                    <a:pt x="760" y="1802"/>
                    <a:pt x="1128" y="2360"/>
                  </a:cubicBezTo>
                  <a:cubicBezTo>
                    <a:pt x="1164" y="2408"/>
                    <a:pt x="1197" y="2445"/>
                    <a:pt x="1229" y="2477"/>
                  </a:cubicBezTo>
                  <a:lnTo>
                    <a:pt x="1245" y="2461"/>
                  </a:lnTo>
                  <a:lnTo>
                    <a:pt x="1245" y="2445"/>
                  </a:lnTo>
                  <a:cubicBezTo>
                    <a:pt x="1213" y="2424"/>
                    <a:pt x="1180" y="2392"/>
                    <a:pt x="1144" y="2344"/>
                  </a:cubicBezTo>
                  <a:cubicBezTo>
                    <a:pt x="793" y="1786"/>
                    <a:pt x="490" y="1334"/>
                    <a:pt x="219" y="930"/>
                  </a:cubicBezTo>
                  <a:cubicBezTo>
                    <a:pt x="86" y="744"/>
                    <a:pt x="33" y="558"/>
                    <a:pt x="53" y="356"/>
                  </a:cubicBezTo>
                  <a:lnTo>
                    <a:pt x="53" y="239"/>
                  </a:lnTo>
                  <a:cubicBezTo>
                    <a:pt x="33" y="154"/>
                    <a:pt x="33" y="86"/>
                    <a:pt x="69" y="21"/>
                  </a:cubicBezTo>
                  <a:cubicBezTo>
                    <a:pt x="86" y="21"/>
                    <a:pt x="69"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3"/>
            <p:cNvSpPr/>
            <p:nvPr/>
          </p:nvSpPr>
          <p:spPr>
            <a:xfrm>
              <a:off x="1643857" y="3646018"/>
              <a:ext cx="6853" cy="75189"/>
            </a:xfrm>
            <a:custGeom>
              <a:rect b="b" l="l" r="r" t="t"/>
              <a:pathLst>
                <a:path extrusionOk="0" h="757" w="69">
                  <a:moveTo>
                    <a:pt x="53" y="1"/>
                  </a:moveTo>
                  <a:cubicBezTo>
                    <a:pt x="53" y="1"/>
                    <a:pt x="37" y="1"/>
                    <a:pt x="37" y="17"/>
                  </a:cubicBezTo>
                  <a:cubicBezTo>
                    <a:pt x="16" y="134"/>
                    <a:pt x="16" y="251"/>
                    <a:pt x="16" y="369"/>
                  </a:cubicBezTo>
                  <a:lnTo>
                    <a:pt x="16" y="607"/>
                  </a:lnTo>
                  <a:lnTo>
                    <a:pt x="16" y="655"/>
                  </a:lnTo>
                  <a:cubicBezTo>
                    <a:pt x="16" y="688"/>
                    <a:pt x="37" y="708"/>
                    <a:pt x="16" y="740"/>
                  </a:cubicBezTo>
                  <a:cubicBezTo>
                    <a:pt x="0" y="740"/>
                    <a:pt x="0" y="756"/>
                    <a:pt x="16" y="756"/>
                  </a:cubicBezTo>
                  <a:lnTo>
                    <a:pt x="37" y="756"/>
                  </a:lnTo>
                  <a:cubicBezTo>
                    <a:pt x="53" y="724"/>
                    <a:pt x="53" y="672"/>
                    <a:pt x="53" y="655"/>
                  </a:cubicBezTo>
                  <a:lnTo>
                    <a:pt x="53" y="607"/>
                  </a:lnTo>
                  <a:lnTo>
                    <a:pt x="53" y="369"/>
                  </a:lnTo>
                  <a:cubicBezTo>
                    <a:pt x="53" y="251"/>
                    <a:pt x="53" y="134"/>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3"/>
            <p:cNvSpPr/>
            <p:nvPr/>
          </p:nvSpPr>
          <p:spPr>
            <a:xfrm>
              <a:off x="574127" y="2903762"/>
              <a:ext cx="4867" cy="71911"/>
            </a:xfrm>
            <a:custGeom>
              <a:rect b="b" l="l" r="r" t="t"/>
              <a:pathLst>
                <a:path extrusionOk="0" h="724" w="49">
                  <a:moveTo>
                    <a:pt x="17" y="1"/>
                  </a:moveTo>
                  <a:cubicBezTo>
                    <a:pt x="0" y="1"/>
                    <a:pt x="0" y="17"/>
                    <a:pt x="0" y="17"/>
                  </a:cubicBezTo>
                  <a:cubicBezTo>
                    <a:pt x="17" y="134"/>
                    <a:pt x="17" y="251"/>
                    <a:pt x="17" y="368"/>
                  </a:cubicBezTo>
                  <a:lnTo>
                    <a:pt x="17" y="570"/>
                  </a:lnTo>
                  <a:lnTo>
                    <a:pt x="17" y="606"/>
                  </a:lnTo>
                  <a:cubicBezTo>
                    <a:pt x="17" y="655"/>
                    <a:pt x="17" y="687"/>
                    <a:pt x="33" y="724"/>
                  </a:cubicBezTo>
                  <a:lnTo>
                    <a:pt x="49" y="724"/>
                  </a:lnTo>
                  <a:lnTo>
                    <a:pt x="49" y="707"/>
                  </a:lnTo>
                  <a:cubicBezTo>
                    <a:pt x="33" y="687"/>
                    <a:pt x="33" y="655"/>
                    <a:pt x="33" y="606"/>
                  </a:cubicBezTo>
                  <a:lnTo>
                    <a:pt x="33" y="570"/>
                  </a:lnTo>
                  <a:lnTo>
                    <a:pt x="33" y="368"/>
                  </a:lnTo>
                  <a:cubicBezTo>
                    <a:pt x="33" y="251"/>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3"/>
            <p:cNvSpPr/>
            <p:nvPr/>
          </p:nvSpPr>
          <p:spPr>
            <a:xfrm>
              <a:off x="508671" y="3005670"/>
              <a:ext cx="133791" cy="75189"/>
            </a:xfrm>
            <a:custGeom>
              <a:rect b="b" l="l" r="r" t="t"/>
              <a:pathLst>
                <a:path extrusionOk="0" h="757" w="1347">
                  <a:moveTo>
                    <a:pt x="1265" y="1"/>
                  </a:moveTo>
                  <a:cubicBezTo>
                    <a:pt x="1197" y="33"/>
                    <a:pt x="1128" y="65"/>
                    <a:pt x="1063" y="85"/>
                  </a:cubicBezTo>
                  <a:cubicBezTo>
                    <a:pt x="894" y="150"/>
                    <a:pt x="708" y="219"/>
                    <a:pt x="538" y="287"/>
                  </a:cubicBezTo>
                  <a:cubicBezTo>
                    <a:pt x="490" y="304"/>
                    <a:pt x="437" y="320"/>
                    <a:pt x="389" y="352"/>
                  </a:cubicBezTo>
                  <a:cubicBezTo>
                    <a:pt x="304" y="388"/>
                    <a:pt x="203" y="421"/>
                    <a:pt x="118" y="453"/>
                  </a:cubicBezTo>
                  <a:cubicBezTo>
                    <a:pt x="102" y="453"/>
                    <a:pt x="102" y="453"/>
                    <a:pt x="102" y="469"/>
                  </a:cubicBezTo>
                  <a:lnTo>
                    <a:pt x="118" y="469"/>
                  </a:lnTo>
                  <a:cubicBezTo>
                    <a:pt x="219" y="453"/>
                    <a:pt x="304" y="421"/>
                    <a:pt x="405" y="368"/>
                  </a:cubicBezTo>
                  <a:cubicBezTo>
                    <a:pt x="457" y="352"/>
                    <a:pt x="506" y="336"/>
                    <a:pt x="558" y="304"/>
                  </a:cubicBezTo>
                  <a:cubicBezTo>
                    <a:pt x="724" y="251"/>
                    <a:pt x="894" y="186"/>
                    <a:pt x="1063" y="118"/>
                  </a:cubicBezTo>
                  <a:cubicBezTo>
                    <a:pt x="1128" y="85"/>
                    <a:pt x="1197" y="65"/>
                    <a:pt x="1265" y="33"/>
                  </a:cubicBezTo>
                  <a:cubicBezTo>
                    <a:pt x="1265" y="49"/>
                    <a:pt x="1282" y="49"/>
                    <a:pt x="1282" y="65"/>
                  </a:cubicBezTo>
                  <a:cubicBezTo>
                    <a:pt x="1298" y="150"/>
                    <a:pt x="1314" y="219"/>
                    <a:pt x="1229" y="251"/>
                  </a:cubicBezTo>
                  <a:cubicBezTo>
                    <a:pt x="942" y="368"/>
                    <a:pt x="639" y="489"/>
                    <a:pt x="336" y="607"/>
                  </a:cubicBezTo>
                  <a:cubicBezTo>
                    <a:pt x="235" y="639"/>
                    <a:pt x="118" y="691"/>
                    <a:pt x="17" y="740"/>
                  </a:cubicBezTo>
                  <a:cubicBezTo>
                    <a:pt x="17" y="740"/>
                    <a:pt x="1" y="740"/>
                    <a:pt x="1" y="756"/>
                  </a:cubicBezTo>
                  <a:lnTo>
                    <a:pt x="17" y="756"/>
                  </a:lnTo>
                  <a:cubicBezTo>
                    <a:pt x="134" y="708"/>
                    <a:pt x="255" y="671"/>
                    <a:pt x="356" y="623"/>
                  </a:cubicBezTo>
                  <a:cubicBezTo>
                    <a:pt x="639" y="506"/>
                    <a:pt x="942" y="388"/>
                    <a:pt x="1245" y="267"/>
                  </a:cubicBezTo>
                  <a:cubicBezTo>
                    <a:pt x="1346" y="219"/>
                    <a:pt x="1330" y="134"/>
                    <a:pt x="1298" y="49"/>
                  </a:cubicBezTo>
                  <a:cubicBezTo>
                    <a:pt x="1298" y="49"/>
                    <a:pt x="1298" y="33"/>
                    <a:pt x="1282" y="17"/>
                  </a:cubicBezTo>
                  <a:lnTo>
                    <a:pt x="12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3"/>
            <p:cNvSpPr/>
            <p:nvPr/>
          </p:nvSpPr>
          <p:spPr>
            <a:xfrm>
              <a:off x="856607" y="1534369"/>
              <a:ext cx="357570" cy="326283"/>
            </a:xfrm>
            <a:custGeom>
              <a:rect b="b" l="l" r="r" t="t"/>
              <a:pathLst>
                <a:path extrusionOk="0" h="3285" w="3600">
                  <a:moveTo>
                    <a:pt x="3567" y="0"/>
                  </a:moveTo>
                  <a:cubicBezTo>
                    <a:pt x="3567" y="0"/>
                    <a:pt x="3551" y="0"/>
                    <a:pt x="3551" y="16"/>
                  </a:cubicBezTo>
                  <a:cubicBezTo>
                    <a:pt x="3584" y="101"/>
                    <a:pt x="3584" y="186"/>
                    <a:pt x="3567" y="271"/>
                  </a:cubicBezTo>
                  <a:lnTo>
                    <a:pt x="3567" y="420"/>
                  </a:lnTo>
                  <a:lnTo>
                    <a:pt x="3567" y="978"/>
                  </a:lnTo>
                  <a:lnTo>
                    <a:pt x="3567" y="1281"/>
                  </a:lnTo>
                  <a:cubicBezTo>
                    <a:pt x="3567" y="1313"/>
                    <a:pt x="3567" y="1329"/>
                    <a:pt x="3519" y="1345"/>
                  </a:cubicBezTo>
                  <a:cubicBezTo>
                    <a:pt x="3398" y="1414"/>
                    <a:pt x="3281" y="1483"/>
                    <a:pt x="3147" y="1547"/>
                  </a:cubicBezTo>
                  <a:cubicBezTo>
                    <a:pt x="2743" y="1769"/>
                    <a:pt x="2323" y="1988"/>
                    <a:pt x="1919" y="2222"/>
                  </a:cubicBezTo>
                  <a:cubicBezTo>
                    <a:pt x="1362" y="2525"/>
                    <a:pt x="808" y="2828"/>
                    <a:pt x="352" y="3082"/>
                  </a:cubicBezTo>
                  <a:cubicBezTo>
                    <a:pt x="267" y="3115"/>
                    <a:pt x="202" y="3163"/>
                    <a:pt x="118" y="3200"/>
                  </a:cubicBezTo>
                  <a:cubicBezTo>
                    <a:pt x="85" y="3216"/>
                    <a:pt x="49" y="3232"/>
                    <a:pt x="17" y="3248"/>
                  </a:cubicBezTo>
                  <a:cubicBezTo>
                    <a:pt x="0" y="3248"/>
                    <a:pt x="0" y="3264"/>
                    <a:pt x="0" y="3264"/>
                  </a:cubicBezTo>
                  <a:lnTo>
                    <a:pt x="17" y="3284"/>
                  </a:lnTo>
                  <a:cubicBezTo>
                    <a:pt x="65" y="3248"/>
                    <a:pt x="101" y="3232"/>
                    <a:pt x="134" y="3216"/>
                  </a:cubicBezTo>
                  <a:cubicBezTo>
                    <a:pt x="202" y="3183"/>
                    <a:pt x="287" y="3147"/>
                    <a:pt x="368" y="3099"/>
                  </a:cubicBezTo>
                  <a:cubicBezTo>
                    <a:pt x="824" y="2844"/>
                    <a:pt x="1378" y="2557"/>
                    <a:pt x="1935" y="2238"/>
                  </a:cubicBezTo>
                  <a:cubicBezTo>
                    <a:pt x="2339" y="2004"/>
                    <a:pt x="2759" y="1786"/>
                    <a:pt x="3163" y="1568"/>
                  </a:cubicBezTo>
                  <a:cubicBezTo>
                    <a:pt x="3281" y="1499"/>
                    <a:pt x="3418" y="1430"/>
                    <a:pt x="3535" y="1366"/>
                  </a:cubicBezTo>
                  <a:cubicBezTo>
                    <a:pt x="3584" y="1345"/>
                    <a:pt x="3600" y="1329"/>
                    <a:pt x="3600" y="1281"/>
                  </a:cubicBezTo>
                  <a:lnTo>
                    <a:pt x="3600" y="978"/>
                  </a:lnTo>
                  <a:lnTo>
                    <a:pt x="3600" y="420"/>
                  </a:lnTo>
                  <a:lnTo>
                    <a:pt x="3600" y="271"/>
                  </a:lnTo>
                  <a:cubicBezTo>
                    <a:pt x="3600" y="186"/>
                    <a:pt x="3600" y="101"/>
                    <a:pt x="3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3"/>
            <p:cNvSpPr/>
            <p:nvPr/>
          </p:nvSpPr>
          <p:spPr>
            <a:xfrm>
              <a:off x="1409946" y="2520567"/>
              <a:ext cx="91975" cy="225964"/>
            </a:xfrm>
            <a:custGeom>
              <a:rect b="b" l="l" r="r" t="t"/>
              <a:pathLst>
                <a:path extrusionOk="0" h="2275" w="926">
                  <a:moveTo>
                    <a:pt x="85" y="1"/>
                  </a:moveTo>
                  <a:lnTo>
                    <a:pt x="69" y="21"/>
                  </a:lnTo>
                  <a:cubicBezTo>
                    <a:pt x="32" y="37"/>
                    <a:pt x="16" y="53"/>
                    <a:pt x="16" y="85"/>
                  </a:cubicBezTo>
                  <a:cubicBezTo>
                    <a:pt x="32" y="186"/>
                    <a:pt x="16" y="287"/>
                    <a:pt x="16" y="388"/>
                  </a:cubicBezTo>
                  <a:lnTo>
                    <a:pt x="16" y="590"/>
                  </a:lnTo>
                  <a:lnTo>
                    <a:pt x="16" y="708"/>
                  </a:lnTo>
                  <a:cubicBezTo>
                    <a:pt x="16" y="877"/>
                    <a:pt x="16" y="1063"/>
                    <a:pt x="0" y="1249"/>
                  </a:cubicBezTo>
                  <a:cubicBezTo>
                    <a:pt x="0" y="1265"/>
                    <a:pt x="0" y="1265"/>
                    <a:pt x="16" y="1265"/>
                  </a:cubicBezTo>
                  <a:cubicBezTo>
                    <a:pt x="16" y="1265"/>
                    <a:pt x="32" y="1265"/>
                    <a:pt x="32" y="1249"/>
                  </a:cubicBezTo>
                  <a:cubicBezTo>
                    <a:pt x="49" y="1063"/>
                    <a:pt x="49" y="877"/>
                    <a:pt x="32" y="708"/>
                  </a:cubicBezTo>
                  <a:lnTo>
                    <a:pt x="32" y="590"/>
                  </a:lnTo>
                  <a:cubicBezTo>
                    <a:pt x="32" y="526"/>
                    <a:pt x="32" y="457"/>
                    <a:pt x="49" y="388"/>
                  </a:cubicBezTo>
                  <a:cubicBezTo>
                    <a:pt x="49" y="287"/>
                    <a:pt x="49" y="186"/>
                    <a:pt x="32" y="69"/>
                  </a:cubicBezTo>
                  <a:cubicBezTo>
                    <a:pt x="32" y="53"/>
                    <a:pt x="49" y="53"/>
                    <a:pt x="69" y="37"/>
                  </a:cubicBezTo>
                  <a:lnTo>
                    <a:pt x="85" y="37"/>
                  </a:lnTo>
                  <a:cubicBezTo>
                    <a:pt x="150" y="102"/>
                    <a:pt x="202" y="170"/>
                    <a:pt x="251" y="239"/>
                  </a:cubicBezTo>
                  <a:cubicBezTo>
                    <a:pt x="372" y="405"/>
                    <a:pt x="505" y="574"/>
                    <a:pt x="654" y="728"/>
                  </a:cubicBezTo>
                  <a:cubicBezTo>
                    <a:pt x="824" y="910"/>
                    <a:pt x="893" y="1095"/>
                    <a:pt x="877" y="1366"/>
                  </a:cubicBezTo>
                  <a:lnTo>
                    <a:pt x="877" y="1855"/>
                  </a:lnTo>
                  <a:lnTo>
                    <a:pt x="877" y="2004"/>
                  </a:lnTo>
                  <a:lnTo>
                    <a:pt x="877" y="2089"/>
                  </a:lnTo>
                  <a:cubicBezTo>
                    <a:pt x="856" y="2158"/>
                    <a:pt x="840" y="2206"/>
                    <a:pt x="877" y="2275"/>
                  </a:cubicBezTo>
                  <a:lnTo>
                    <a:pt x="893" y="2275"/>
                  </a:lnTo>
                  <a:cubicBezTo>
                    <a:pt x="909" y="2275"/>
                    <a:pt x="909" y="2259"/>
                    <a:pt x="909" y="2259"/>
                  </a:cubicBezTo>
                  <a:cubicBezTo>
                    <a:pt x="877" y="2206"/>
                    <a:pt x="877" y="2158"/>
                    <a:pt x="893" y="2105"/>
                  </a:cubicBezTo>
                  <a:cubicBezTo>
                    <a:pt x="893" y="2073"/>
                    <a:pt x="909" y="2041"/>
                    <a:pt x="909" y="2004"/>
                  </a:cubicBezTo>
                  <a:lnTo>
                    <a:pt x="909" y="1855"/>
                  </a:lnTo>
                  <a:cubicBezTo>
                    <a:pt x="893" y="1685"/>
                    <a:pt x="893" y="1536"/>
                    <a:pt x="909" y="1382"/>
                  </a:cubicBezTo>
                  <a:cubicBezTo>
                    <a:pt x="925" y="1095"/>
                    <a:pt x="856" y="893"/>
                    <a:pt x="675" y="708"/>
                  </a:cubicBezTo>
                  <a:cubicBezTo>
                    <a:pt x="521" y="558"/>
                    <a:pt x="404" y="388"/>
                    <a:pt x="271" y="223"/>
                  </a:cubicBezTo>
                  <a:cubicBezTo>
                    <a:pt x="218" y="154"/>
                    <a:pt x="150" y="85"/>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3"/>
            <p:cNvSpPr/>
            <p:nvPr/>
          </p:nvSpPr>
          <p:spPr>
            <a:xfrm>
              <a:off x="1292743" y="1348929"/>
              <a:ext cx="5264" cy="73600"/>
            </a:xfrm>
            <a:custGeom>
              <a:rect b="b" l="l" r="r" t="t"/>
              <a:pathLst>
                <a:path extrusionOk="0" h="741" w="53">
                  <a:moveTo>
                    <a:pt x="17" y="1"/>
                  </a:moveTo>
                  <a:cubicBezTo>
                    <a:pt x="0" y="1"/>
                    <a:pt x="0" y="1"/>
                    <a:pt x="0" y="17"/>
                  </a:cubicBezTo>
                  <a:cubicBezTo>
                    <a:pt x="17" y="134"/>
                    <a:pt x="17" y="251"/>
                    <a:pt x="17" y="368"/>
                  </a:cubicBezTo>
                  <a:lnTo>
                    <a:pt x="17" y="570"/>
                  </a:lnTo>
                  <a:lnTo>
                    <a:pt x="17" y="623"/>
                  </a:lnTo>
                  <a:cubicBezTo>
                    <a:pt x="17" y="655"/>
                    <a:pt x="17" y="688"/>
                    <a:pt x="37" y="740"/>
                  </a:cubicBezTo>
                  <a:lnTo>
                    <a:pt x="53" y="740"/>
                  </a:lnTo>
                  <a:lnTo>
                    <a:pt x="53" y="724"/>
                  </a:lnTo>
                  <a:cubicBezTo>
                    <a:pt x="37" y="688"/>
                    <a:pt x="37" y="655"/>
                    <a:pt x="53" y="623"/>
                  </a:cubicBezTo>
                  <a:lnTo>
                    <a:pt x="53" y="570"/>
                  </a:lnTo>
                  <a:cubicBezTo>
                    <a:pt x="37" y="506"/>
                    <a:pt x="37" y="437"/>
                    <a:pt x="53" y="368"/>
                  </a:cubicBezTo>
                  <a:cubicBezTo>
                    <a:pt x="53" y="251"/>
                    <a:pt x="53" y="134"/>
                    <a:pt x="37" y="17"/>
                  </a:cubicBezTo>
                  <a:cubicBezTo>
                    <a:pt x="37" y="1"/>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3"/>
            <p:cNvSpPr/>
            <p:nvPr/>
          </p:nvSpPr>
          <p:spPr>
            <a:xfrm>
              <a:off x="1921470" y="3296593"/>
              <a:ext cx="132102" cy="225567"/>
            </a:xfrm>
            <a:custGeom>
              <a:rect b="b" l="l" r="r" t="t"/>
              <a:pathLst>
                <a:path extrusionOk="0" h="2271" w="1330">
                  <a:moveTo>
                    <a:pt x="69" y="0"/>
                  </a:moveTo>
                  <a:cubicBezTo>
                    <a:pt x="69" y="0"/>
                    <a:pt x="49" y="0"/>
                    <a:pt x="49" y="17"/>
                  </a:cubicBezTo>
                  <a:cubicBezTo>
                    <a:pt x="1" y="134"/>
                    <a:pt x="49" y="219"/>
                    <a:pt x="118" y="303"/>
                  </a:cubicBezTo>
                  <a:cubicBezTo>
                    <a:pt x="287" y="489"/>
                    <a:pt x="473" y="671"/>
                    <a:pt x="623" y="873"/>
                  </a:cubicBezTo>
                  <a:lnTo>
                    <a:pt x="776" y="1026"/>
                  </a:lnTo>
                  <a:cubicBezTo>
                    <a:pt x="825" y="1095"/>
                    <a:pt x="893" y="1176"/>
                    <a:pt x="958" y="1245"/>
                  </a:cubicBezTo>
                  <a:cubicBezTo>
                    <a:pt x="1043" y="1346"/>
                    <a:pt x="1128" y="1447"/>
                    <a:pt x="1213" y="1548"/>
                  </a:cubicBezTo>
                  <a:cubicBezTo>
                    <a:pt x="1281" y="1616"/>
                    <a:pt x="1297" y="1681"/>
                    <a:pt x="1297" y="1766"/>
                  </a:cubicBezTo>
                  <a:lnTo>
                    <a:pt x="1297" y="1952"/>
                  </a:lnTo>
                  <a:cubicBezTo>
                    <a:pt x="1297" y="2053"/>
                    <a:pt x="1297" y="2154"/>
                    <a:pt x="1261" y="2255"/>
                  </a:cubicBezTo>
                  <a:cubicBezTo>
                    <a:pt x="1261" y="2255"/>
                    <a:pt x="1261" y="2271"/>
                    <a:pt x="1281" y="2271"/>
                  </a:cubicBezTo>
                  <a:lnTo>
                    <a:pt x="1297" y="2255"/>
                  </a:lnTo>
                  <a:cubicBezTo>
                    <a:pt x="1330" y="2154"/>
                    <a:pt x="1330" y="2053"/>
                    <a:pt x="1314" y="1952"/>
                  </a:cubicBezTo>
                  <a:lnTo>
                    <a:pt x="1314" y="1766"/>
                  </a:lnTo>
                  <a:cubicBezTo>
                    <a:pt x="1330" y="1665"/>
                    <a:pt x="1297" y="1600"/>
                    <a:pt x="1229" y="1515"/>
                  </a:cubicBezTo>
                  <a:cubicBezTo>
                    <a:pt x="1144" y="1430"/>
                    <a:pt x="1059" y="1329"/>
                    <a:pt x="978" y="1228"/>
                  </a:cubicBezTo>
                  <a:cubicBezTo>
                    <a:pt x="910" y="1160"/>
                    <a:pt x="857" y="1075"/>
                    <a:pt x="792" y="1010"/>
                  </a:cubicBezTo>
                  <a:cubicBezTo>
                    <a:pt x="740" y="958"/>
                    <a:pt x="691" y="909"/>
                    <a:pt x="655" y="857"/>
                  </a:cubicBezTo>
                  <a:cubicBezTo>
                    <a:pt x="489" y="655"/>
                    <a:pt x="320" y="469"/>
                    <a:pt x="134" y="287"/>
                  </a:cubicBezTo>
                  <a:cubicBezTo>
                    <a:pt x="69" y="202"/>
                    <a:pt x="33" y="134"/>
                    <a:pt x="85" y="17"/>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3"/>
            <p:cNvSpPr/>
            <p:nvPr/>
          </p:nvSpPr>
          <p:spPr>
            <a:xfrm>
              <a:off x="669181" y="2935447"/>
              <a:ext cx="145809" cy="179083"/>
            </a:xfrm>
            <a:custGeom>
              <a:rect b="b" l="l" r="r" t="t"/>
              <a:pathLst>
                <a:path extrusionOk="0" h="1803" w="1468">
                  <a:moveTo>
                    <a:pt x="1447" y="1"/>
                  </a:moveTo>
                  <a:cubicBezTo>
                    <a:pt x="1346" y="49"/>
                    <a:pt x="1229" y="102"/>
                    <a:pt x="1112" y="134"/>
                  </a:cubicBezTo>
                  <a:cubicBezTo>
                    <a:pt x="841" y="235"/>
                    <a:pt x="591" y="336"/>
                    <a:pt x="320" y="437"/>
                  </a:cubicBezTo>
                  <a:cubicBezTo>
                    <a:pt x="1" y="554"/>
                    <a:pt x="1" y="570"/>
                    <a:pt x="1" y="910"/>
                  </a:cubicBezTo>
                  <a:lnTo>
                    <a:pt x="1" y="1516"/>
                  </a:lnTo>
                  <a:lnTo>
                    <a:pt x="1" y="1782"/>
                  </a:lnTo>
                  <a:cubicBezTo>
                    <a:pt x="1" y="1802"/>
                    <a:pt x="1" y="1802"/>
                    <a:pt x="17" y="1802"/>
                  </a:cubicBezTo>
                  <a:cubicBezTo>
                    <a:pt x="17" y="1802"/>
                    <a:pt x="33" y="1802"/>
                    <a:pt x="33" y="1782"/>
                  </a:cubicBezTo>
                  <a:lnTo>
                    <a:pt x="17" y="1516"/>
                  </a:lnTo>
                  <a:cubicBezTo>
                    <a:pt x="17" y="1314"/>
                    <a:pt x="17" y="1112"/>
                    <a:pt x="33" y="910"/>
                  </a:cubicBezTo>
                  <a:cubicBezTo>
                    <a:pt x="33" y="590"/>
                    <a:pt x="33" y="590"/>
                    <a:pt x="320" y="469"/>
                  </a:cubicBezTo>
                  <a:cubicBezTo>
                    <a:pt x="591" y="368"/>
                    <a:pt x="861" y="267"/>
                    <a:pt x="1112" y="166"/>
                  </a:cubicBezTo>
                  <a:cubicBezTo>
                    <a:pt x="1229" y="118"/>
                    <a:pt x="1346" y="85"/>
                    <a:pt x="1467" y="33"/>
                  </a:cubicBezTo>
                  <a:lnTo>
                    <a:pt x="1467" y="17"/>
                  </a:lnTo>
                  <a:cubicBezTo>
                    <a:pt x="1467" y="17"/>
                    <a:pt x="1467" y="1"/>
                    <a:pt x="14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3"/>
            <p:cNvSpPr/>
            <p:nvPr/>
          </p:nvSpPr>
          <p:spPr>
            <a:xfrm>
              <a:off x="1444810" y="1703221"/>
              <a:ext cx="3675" cy="75189"/>
            </a:xfrm>
            <a:custGeom>
              <a:rect b="b" l="l" r="r" t="t"/>
              <a:pathLst>
                <a:path extrusionOk="0" h="757" w="37">
                  <a:moveTo>
                    <a:pt x="21" y="1"/>
                  </a:moveTo>
                  <a:cubicBezTo>
                    <a:pt x="1" y="170"/>
                    <a:pt x="1" y="320"/>
                    <a:pt x="1" y="473"/>
                  </a:cubicBezTo>
                  <a:lnTo>
                    <a:pt x="1" y="740"/>
                  </a:lnTo>
                  <a:cubicBezTo>
                    <a:pt x="1" y="740"/>
                    <a:pt x="1" y="756"/>
                    <a:pt x="21" y="756"/>
                  </a:cubicBezTo>
                  <a:lnTo>
                    <a:pt x="21" y="740"/>
                  </a:lnTo>
                  <a:cubicBezTo>
                    <a:pt x="37" y="639"/>
                    <a:pt x="37" y="554"/>
                    <a:pt x="21" y="473"/>
                  </a:cubicBezTo>
                  <a:cubicBezTo>
                    <a:pt x="21" y="320"/>
                    <a:pt x="21" y="170"/>
                    <a:pt x="37" y="1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3"/>
            <p:cNvSpPr/>
            <p:nvPr/>
          </p:nvSpPr>
          <p:spPr>
            <a:xfrm>
              <a:off x="1443220" y="2241761"/>
              <a:ext cx="5264" cy="75090"/>
            </a:xfrm>
            <a:custGeom>
              <a:rect b="b" l="l" r="r" t="t"/>
              <a:pathLst>
                <a:path extrusionOk="0" h="756" w="53">
                  <a:moveTo>
                    <a:pt x="53" y="0"/>
                  </a:moveTo>
                  <a:cubicBezTo>
                    <a:pt x="37" y="0"/>
                    <a:pt x="37" y="16"/>
                    <a:pt x="37" y="16"/>
                  </a:cubicBezTo>
                  <a:cubicBezTo>
                    <a:pt x="17" y="133"/>
                    <a:pt x="17" y="251"/>
                    <a:pt x="17" y="368"/>
                  </a:cubicBezTo>
                  <a:lnTo>
                    <a:pt x="17" y="606"/>
                  </a:lnTo>
                  <a:lnTo>
                    <a:pt x="17" y="654"/>
                  </a:lnTo>
                  <a:cubicBezTo>
                    <a:pt x="17" y="687"/>
                    <a:pt x="17" y="707"/>
                    <a:pt x="0" y="739"/>
                  </a:cubicBezTo>
                  <a:lnTo>
                    <a:pt x="0" y="755"/>
                  </a:lnTo>
                  <a:lnTo>
                    <a:pt x="37" y="755"/>
                  </a:lnTo>
                  <a:cubicBezTo>
                    <a:pt x="53" y="723"/>
                    <a:pt x="53" y="687"/>
                    <a:pt x="37" y="638"/>
                  </a:cubicBezTo>
                  <a:lnTo>
                    <a:pt x="37" y="606"/>
                  </a:lnTo>
                  <a:cubicBezTo>
                    <a:pt x="53" y="521"/>
                    <a:pt x="53" y="453"/>
                    <a:pt x="37" y="368"/>
                  </a:cubicBezTo>
                  <a:cubicBezTo>
                    <a:pt x="37" y="251"/>
                    <a:pt x="37" y="133"/>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3"/>
            <p:cNvSpPr/>
            <p:nvPr/>
          </p:nvSpPr>
          <p:spPr>
            <a:xfrm>
              <a:off x="1794334" y="3625955"/>
              <a:ext cx="6853" cy="72011"/>
            </a:xfrm>
            <a:custGeom>
              <a:rect b="b" l="l" r="r" t="t"/>
              <a:pathLst>
                <a:path extrusionOk="0" h="725" w="69">
                  <a:moveTo>
                    <a:pt x="53" y="1"/>
                  </a:moveTo>
                  <a:cubicBezTo>
                    <a:pt x="36" y="1"/>
                    <a:pt x="36" y="1"/>
                    <a:pt x="36" y="17"/>
                  </a:cubicBezTo>
                  <a:cubicBezTo>
                    <a:pt x="16" y="118"/>
                    <a:pt x="16" y="235"/>
                    <a:pt x="16" y="336"/>
                  </a:cubicBezTo>
                  <a:lnTo>
                    <a:pt x="16" y="538"/>
                  </a:lnTo>
                  <a:lnTo>
                    <a:pt x="16" y="587"/>
                  </a:lnTo>
                  <a:cubicBezTo>
                    <a:pt x="16" y="623"/>
                    <a:pt x="36" y="655"/>
                    <a:pt x="0" y="688"/>
                  </a:cubicBezTo>
                  <a:cubicBezTo>
                    <a:pt x="0" y="708"/>
                    <a:pt x="0" y="708"/>
                    <a:pt x="16" y="708"/>
                  </a:cubicBezTo>
                  <a:lnTo>
                    <a:pt x="16" y="724"/>
                  </a:lnTo>
                  <a:lnTo>
                    <a:pt x="36" y="708"/>
                  </a:lnTo>
                  <a:cubicBezTo>
                    <a:pt x="53" y="672"/>
                    <a:pt x="53" y="623"/>
                    <a:pt x="53" y="587"/>
                  </a:cubicBezTo>
                  <a:lnTo>
                    <a:pt x="53" y="538"/>
                  </a:lnTo>
                  <a:lnTo>
                    <a:pt x="53" y="336"/>
                  </a:lnTo>
                  <a:cubicBezTo>
                    <a:pt x="53" y="235"/>
                    <a:pt x="36" y="118"/>
                    <a:pt x="69" y="17"/>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3"/>
            <p:cNvSpPr/>
            <p:nvPr/>
          </p:nvSpPr>
          <p:spPr>
            <a:xfrm>
              <a:off x="669181" y="2778216"/>
              <a:ext cx="150577" cy="162198"/>
            </a:xfrm>
            <a:custGeom>
              <a:rect b="b" l="l" r="r" t="t"/>
              <a:pathLst>
                <a:path extrusionOk="0" h="1633" w="1516">
                  <a:moveTo>
                    <a:pt x="1447" y="0"/>
                  </a:moveTo>
                  <a:cubicBezTo>
                    <a:pt x="1265" y="53"/>
                    <a:pt x="1079" y="133"/>
                    <a:pt x="894" y="218"/>
                  </a:cubicBezTo>
                  <a:cubicBezTo>
                    <a:pt x="740" y="287"/>
                    <a:pt x="607" y="356"/>
                    <a:pt x="457" y="404"/>
                  </a:cubicBezTo>
                  <a:cubicBezTo>
                    <a:pt x="389" y="420"/>
                    <a:pt x="336" y="457"/>
                    <a:pt x="271" y="489"/>
                  </a:cubicBezTo>
                  <a:cubicBezTo>
                    <a:pt x="219" y="505"/>
                    <a:pt x="170" y="537"/>
                    <a:pt x="102" y="558"/>
                  </a:cubicBezTo>
                  <a:cubicBezTo>
                    <a:pt x="33" y="590"/>
                    <a:pt x="1" y="622"/>
                    <a:pt x="1" y="691"/>
                  </a:cubicBezTo>
                  <a:lnTo>
                    <a:pt x="1" y="1515"/>
                  </a:lnTo>
                  <a:cubicBezTo>
                    <a:pt x="1" y="1547"/>
                    <a:pt x="17" y="1584"/>
                    <a:pt x="33" y="1632"/>
                  </a:cubicBezTo>
                  <a:lnTo>
                    <a:pt x="53" y="1632"/>
                  </a:lnTo>
                  <a:lnTo>
                    <a:pt x="235" y="1567"/>
                  </a:lnTo>
                  <a:cubicBezTo>
                    <a:pt x="372" y="1515"/>
                    <a:pt x="506" y="1446"/>
                    <a:pt x="659" y="1398"/>
                  </a:cubicBezTo>
                  <a:cubicBezTo>
                    <a:pt x="724" y="1366"/>
                    <a:pt x="809" y="1329"/>
                    <a:pt x="877" y="1313"/>
                  </a:cubicBezTo>
                  <a:cubicBezTo>
                    <a:pt x="1043" y="1228"/>
                    <a:pt x="1213" y="1164"/>
                    <a:pt x="1382" y="1111"/>
                  </a:cubicBezTo>
                  <a:cubicBezTo>
                    <a:pt x="1483" y="1079"/>
                    <a:pt x="1516" y="1026"/>
                    <a:pt x="1516" y="909"/>
                  </a:cubicBezTo>
                  <a:lnTo>
                    <a:pt x="1516" y="638"/>
                  </a:lnTo>
                  <a:cubicBezTo>
                    <a:pt x="1516" y="505"/>
                    <a:pt x="1516" y="372"/>
                    <a:pt x="1500" y="234"/>
                  </a:cubicBezTo>
                  <a:cubicBezTo>
                    <a:pt x="1500" y="234"/>
                    <a:pt x="1500" y="218"/>
                    <a:pt x="1483" y="218"/>
                  </a:cubicBezTo>
                  <a:lnTo>
                    <a:pt x="1467" y="234"/>
                  </a:lnTo>
                  <a:cubicBezTo>
                    <a:pt x="1483" y="372"/>
                    <a:pt x="1483" y="505"/>
                    <a:pt x="1483" y="638"/>
                  </a:cubicBezTo>
                  <a:lnTo>
                    <a:pt x="1483" y="909"/>
                  </a:lnTo>
                  <a:cubicBezTo>
                    <a:pt x="1500" y="1010"/>
                    <a:pt x="1467" y="1042"/>
                    <a:pt x="1382" y="1079"/>
                  </a:cubicBezTo>
                  <a:cubicBezTo>
                    <a:pt x="1197" y="1143"/>
                    <a:pt x="1027" y="1212"/>
                    <a:pt x="877" y="1281"/>
                  </a:cubicBezTo>
                  <a:cubicBezTo>
                    <a:pt x="793" y="1313"/>
                    <a:pt x="724" y="1345"/>
                    <a:pt x="639" y="1382"/>
                  </a:cubicBezTo>
                  <a:cubicBezTo>
                    <a:pt x="506" y="1430"/>
                    <a:pt x="356" y="1483"/>
                    <a:pt x="219" y="1547"/>
                  </a:cubicBezTo>
                  <a:lnTo>
                    <a:pt x="53" y="1616"/>
                  </a:lnTo>
                  <a:cubicBezTo>
                    <a:pt x="33" y="1567"/>
                    <a:pt x="17" y="1547"/>
                    <a:pt x="17" y="1515"/>
                  </a:cubicBezTo>
                  <a:cubicBezTo>
                    <a:pt x="33" y="1228"/>
                    <a:pt x="33" y="962"/>
                    <a:pt x="17" y="691"/>
                  </a:cubicBezTo>
                  <a:cubicBezTo>
                    <a:pt x="17" y="638"/>
                    <a:pt x="53" y="606"/>
                    <a:pt x="118" y="590"/>
                  </a:cubicBezTo>
                  <a:cubicBezTo>
                    <a:pt x="170" y="558"/>
                    <a:pt x="235" y="537"/>
                    <a:pt x="288" y="505"/>
                  </a:cubicBezTo>
                  <a:cubicBezTo>
                    <a:pt x="336" y="473"/>
                    <a:pt x="405" y="457"/>
                    <a:pt x="473" y="420"/>
                  </a:cubicBezTo>
                  <a:cubicBezTo>
                    <a:pt x="607" y="372"/>
                    <a:pt x="760" y="303"/>
                    <a:pt x="894" y="255"/>
                  </a:cubicBezTo>
                  <a:cubicBezTo>
                    <a:pt x="1079" y="170"/>
                    <a:pt x="1265" y="85"/>
                    <a:pt x="1467" y="16"/>
                  </a:cubicBezTo>
                  <a:lnTo>
                    <a:pt x="14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3"/>
            <p:cNvSpPr/>
            <p:nvPr/>
          </p:nvSpPr>
          <p:spPr>
            <a:xfrm>
              <a:off x="1643857" y="3160220"/>
              <a:ext cx="6853" cy="72706"/>
            </a:xfrm>
            <a:custGeom>
              <a:rect b="b" l="l" r="r" t="t"/>
              <a:pathLst>
                <a:path extrusionOk="0" h="732" w="69">
                  <a:moveTo>
                    <a:pt x="49" y="1"/>
                  </a:moveTo>
                  <a:cubicBezTo>
                    <a:pt x="44" y="1"/>
                    <a:pt x="37" y="8"/>
                    <a:pt x="37" y="8"/>
                  </a:cubicBezTo>
                  <a:cubicBezTo>
                    <a:pt x="16" y="125"/>
                    <a:pt x="16" y="246"/>
                    <a:pt x="16" y="363"/>
                  </a:cubicBezTo>
                  <a:lnTo>
                    <a:pt x="16" y="582"/>
                  </a:lnTo>
                  <a:lnTo>
                    <a:pt x="16" y="630"/>
                  </a:lnTo>
                  <a:cubicBezTo>
                    <a:pt x="16" y="650"/>
                    <a:pt x="37" y="683"/>
                    <a:pt x="16" y="715"/>
                  </a:cubicBezTo>
                  <a:cubicBezTo>
                    <a:pt x="0" y="715"/>
                    <a:pt x="0" y="715"/>
                    <a:pt x="16" y="731"/>
                  </a:cubicBezTo>
                  <a:lnTo>
                    <a:pt x="37" y="715"/>
                  </a:lnTo>
                  <a:cubicBezTo>
                    <a:pt x="53" y="683"/>
                    <a:pt x="53" y="650"/>
                    <a:pt x="53" y="614"/>
                  </a:cubicBezTo>
                  <a:lnTo>
                    <a:pt x="53" y="582"/>
                  </a:lnTo>
                  <a:lnTo>
                    <a:pt x="53" y="363"/>
                  </a:lnTo>
                  <a:cubicBezTo>
                    <a:pt x="53" y="246"/>
                    <a:pt x="53" y="125"/>
                    <a:pt x="69" y="8"/>
                  </a:cubicBezTo>
                  <a:lnTo>
                    <a:pt x="53" y="8"/>
                  </a:lnTo>
                  <a:cubicBezTo>
                    <a:pt x="53" y="3"/>
                    <a:pt x="51"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3"/>
            <p:cNvSpPr/>
            <p:nvPr/>
          </p:nvSpPr>
          <p:spPr>
            <a:xfrm>
              <a:off x="1443220" y="2602808"/>
              <a:ext cx="5264" cy="71911"/>
            </a:xfrm>
            <a:custGeom>
              <a:rect b="b" l="l" r="r" t="t"/>
              <a:pathLst>
                <a:path extrusionOk="0" h="724" w="53">
                  <a:moveTo>
                    <a:pt x="17" y="1"/>
                  </a:moveTo>
                  <a:lnTo>
                    <a:pt x="17" y="267"/>
                  </a:lnTo>
                  <a:cubicBezTo>
                    <a:pt x="17" y="421"/>
                    <a:pt x="17" y="554"/>
                    <a:pt x="0" y="708"/>
                  </a:cubicBezTo>
                  <a:cubicBezTo>
                    <a:pt x="0" y="708"/>
                    <a:pt x="0" y="724"/>
                    <a:pt x="17" y="724"/>
                  </a:cubicBezTo>
                  <a:cubicBezTo>
                    <a:pt x="17" y="724"/>
                    <a:pt x="37" y="724"/>
                    <a:pt x="37" y="708"/>
                  </a:cubicBezTo>
                  <a:cubicBezTo>
                    <a:pt x="53" y="554"/>
                    <a:pt x="53" y="421"/>
                    <a:pt x="37" y="267"/>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3"/>
            <p:cNvSpPr/>
            <p:nvPr/>
          </p:nvSpPr>
          <p:spPr>
            <a:xfrm>
              <a:off x="687655" y="1933953"/>
              <a:ext cx="132102" cy="192293"/>
            </a:xfrm>
            <a:custGeom>
              <a:rect b="b" l="l" r="r" t="t"/>
              <a:pathLst>
                <a:path extrusionOk="0" h="1936" w="1330">
                  <a:moveTo>
                    <a:pt x="1261" y="1"/>
                  </a:moveTo>
                  <a:lnTo>
                    <a:pt x="1261" y="17"/>
                  </a:lnTo>
                  <a:cubicBezTo>
                    <a:pt x="1297" y="219"/>
                    <a:pt x="1297" y="251"/>
                    <a:pt x="1160" y="320"/>
                  </a:cubicBezTo>
                  <a:cubicBezTo>
                    <a:pt x="1059" y="372"/>
                    <a:pt x="958" y="437"/>
                    <a:pt x="857" y="489"/>
                  </a:cubicBezTo>
                  <a:cubicBezTo>
                    <a:pt x="691" y="590"/>
                    <a:pt x="506" y="691"/>
                    <a:pt x="320" y="776"/>
                  </a:cubicBezTo>
                  <a:cubicBezTo>
                    <a:pt x="304" y="792"/>
                    <a:pt x="271" y="809"/>
                    <a:pt x="251" y="825"/>
                  </a:cubicBezTo>
                  <a:cubicBezTo>
                    <a:pt x="203" y="857"/>
                    <a:pt x="170" y="877"/>
                    <a:pt x="102" y="893"/>
                  </a:cubicBezTo>
                  <a:cubicBezTo>
                    <a:pt x="49" y="910"/>
                    <a:pt x="1" y="942"/>
                    <a:pt x="1" y="1027"/>
                  </a:cubicBezTo>
                  <a:lnTo>
                    <a:pt x="1" y="1362"/>
                  </a:lnTo>
                  <a:cubicBezTo>
                    <a:pt x="1" y="1548"/>
                    <a:pt x="1" y="1750"/>
                    <a:pt x="17" y="1936"/>
                  </a:cubicBezTo>
                  <a:lnTo>
                    <a:pt x="49" y="1936"/>
                  </a:lnTo>
                  <a:cubicBezTo>
                    <a:pt x="17" y="1750"/>
                    <a:pt x="33" y="1548"/>
                    <a:pt x="33" y="1362"/>
                  </a:cubicBezTo>
                  <a:lnTo>
                    <a:pt x="33" y="1027"/>
                  </a:lnTo>
                  <a:cubicBezTo>
                    <a:pt x="33" y="958"/>
                    <a:pt x="69" y="926"/>
                    <a:pt x="118" y="926"/>
                  </a:cubicBezTo>
                  <a:cubicBezTo>
                    <a:pt x="170" y="910"/>
                    <a:pt x="219" y="877"/>
                    <a:pt x="271" y="841"/>
                  </a:cubicBezTo>
                  <a:cubicBezTo>
                    <a:pt x="287" y="825"/>
                    <a:pt x="304" y="825"/>
                    <a:pt x="336" y="809"/>
                  </a:cubicBezTo>
                  <a:cubicBezTo>
                    <a:pt x="522" y="708"/>
                    <a:pt x="708" y="607"/>
                    <a:pt x="877" y="506"/>
                  </a:cubicBezTo>
                  <a:lnTo>
                    <a:pt x="1180" y="352"/>
                  </a:lnTo>
                  <a:cubicBezTo>
                    <a:pt x="1314" y="271"/>
                    <a:pt x="1330" y="235"/>
                    <a:pt x="1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3"/>
            <p:cNvSpPr/>
            <p:nvPr/>
          </p:nvSpPr>
          <p:spPr>
            <a:xfrm>
              <a:off x="2080390" y="2529009"/>
              <a:ext cx="106774" cy="279401"/>
            </a:xfrm>
            <a:custGeom>
              <a:rect b="b" l="l" r="r" t="t"/>
              <a:pathLst>
                <a:path extrusionOk="0" h="2813" w="1075">
                  <a:moveTo>
                    <a:pt x="65" y="0"/>
                  </a:moveTo>
                  <a:cubicBezTo>
                    <a:pt x="33" y="37"/>
                    <a:pt x="33" y="69"/>
                    <a:pt x="33" y="101"/>
                  </a:cubicBezTo>
                  <a:lnTo>
                    <a:pt x="33" y="118"/>
                  </a:lnTo>
                  <a:lnTo>
                    <a:pt x="33" y="255"/>
                  </a:lnTo>
                  <a:cubicBezTo>
                    <a:pt x="33" y="320"/>
                    <a:pt x="49" y="388"/>
                    <a:pt x="33" y="457"/>
                  </a:cubicBezTo>
                  <a:cubicBezTo>
                    <a:pt x="0" y="744"/>
                    <a:pt x="65" y="994"/>
                    <a:pt x="251" y="1265"/>
                  </a:cubicBezTo>
                  <a:cubicBezTo>
                    <a:pt x="368" y="1431"/>
                    <a:pt x="489" y="1616"/>
                    <a:pt x="590" y="1802"/>
                  </a:cubicBezTo>
                  <a:cubicBezTo>
                    <a:pt x="707" y="1988"/>
                    <a:pt x="824" y="2174"/>
                    <a:pt x="942" y="2339"/>
                  </a:cubicBezTo>
                  <a:cubicBezTo>
                    <a:pt x="1043" y="2493"/>
                    <a:pt x="1043" y="2626"/>
                    <a:pt x="1010" y="2796"/>
                  </a:cubicBezTo>
                  <a:lnTo>
                    <a:pt x="1010" y="2812"/>
                  </a:lnTo>
                  <a:lnTo>
                    <a:pt x="1026" y="2812"/>
                  </a:lnTo>
                  <a:cubicBezTo>
                    <a:pt x="1075" y="2626"/>
                    <a:pt x="1075" y="2493"/>
                    <a:pt x="958" y="2323"/>
                  </a:cubicBezTo>
                  <a:cubicBezTo>
                    <a:pt x="841" y="2158"/>
                    <a:pt x="723" y="1972"/>
                    <a:pt x="622" y="1786"/>
                  </a:cubicBezTo>
                  <a:cubicBezTo>
                    <a:pt x="505" y="1600"/>
                    <a:pt x="388" y="1414"/>
                    <a:pt x="267" y="1249"/>
                  </a:cubicBezTo>
                  <a:cubicBezTo>
                    <a:pt x="85" y="978"/>
                    <a:pt x="17" y="724"/>
                    <a:pt x="65" y="473"/>
                  </a:cubicBezTo>
                  <a:lnTo>
                    <a:pt x="65" y="255"/>
                  </a:lnTo>
                  <a:cubicBezTo>
                    <a:pt x="65" y="219"/>
                    <a:pt x="49" y="170"/>
                    <a:pt x="65" y="118"/>
                  </a:cubicBezTo>
                  <a:lnTo>
                    <a:pt x="65" y="101"/>
                  </a:lnTo>
                  <a:cubicBezTo>
                    <a:pt x="49" y="69"/>
                    <a:pt x="49" y="37"/>
                    <a:pt x="85" y="17"/>
                  </a:cubicBezTo>
                  <a:lnTo>
                    <a:pt x="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3"/>
            <p:cNvSpPr/>
            <p:nvPr/>
          </p:nvSpPr>
          <p:spPr>
            <a:xfrm>
              <a:off x="1264237" y="3251797"/>
              <a:ext cx="210768" cy="153656"/>
            </a:xfrm>
            <a:custGeom>
              <a:rect b="b" l="l" r="r" t="t"/>
              <a:pathLst>
                <a:path extrusionOk="0" h="1547" w="2122">
                  <a:moveTo>
                    <a:pt x="1438" y="1"/>
                  </a:moveTo>
                  <a:cubicBezTo>
                    <a:pt x="1421" y="1"/>
                    <a:pt x="1403" y="5"/>
                    <a:pt x="1382" y="11"/>
                  </a:cubicBezTo>
                  <a:lnTo>
                    <a:pt x="1148" y="80"/>
                  </a:lnTo>
                  <a:cubicBezTo>
                    <a:pt x="809" y="197"/>
                    <a:pt x="457" y="314"/>
                    <a:pt x="102" y="435"/>
                  </a:cubicBezTo>
                  <a:cubicBezTo>
                    <a:pt x="21" y="451"/>
                    <a:pt x="1" y="516"/>
                    <a:pt x="1" y="585"/>
                  </a:cubicBezTo>
                  <a:lnTo>
                    <a:pt x="1" y="1223"/>
                  </a:lnTo>
                  <a:lnTo>
                    <a:pt x="1" y="1477"/>
                  </a:lnTo>
                  <a:lnTo>
                    <a:pt x="37" y="1477"/>
                  </a:lnTo>
                  <a:lnTo>
                    <a:pt x="37" y="1223"/>
                  </a:lnTo>
                  <a:lnTo>
                    <a:pt x="37" y="585"/>
                  </a:lnTo>
                  <a:cubicBezTo>
                    <a:pt x="37" y="516"/>
                    <a:pt x="53" y="484"/>
                    <a:pt x="122" y="451"/>
                  </a:cubicBezTo>
                  <a:cubicBezTo>
                    <a:pt x="473" y="350"/>
                    <a:pt x="829" y="233"/>
                    <a:pt x="1164" y="112"/>
                  </a:cubicBezTo>
                  <a:lnTo>
                    <a:pt x="1382" y="31"/>
                  </a:lnTo>
                  <a:cubicBezTo>
                    <a:pt x="1435" y="31"/>
                    <a:pt x="1467" y="31"/>
                    <a:pt x="1499" y="64"/>
                  </a:cubicBezTo>
                  <a:cubicBezTo>
                    <a:pt x="1617" y="148"/>
                    <a:pt x="1738" y="266"/>
                    <a:pt x="1839" y="367"/>
                  </a:cubicBezTo>
                  <a:cubicBezTo>
                    <a:pt x="1903" y="451"/>
                    <a:pt x="1988" y="536"/>
                    <a:pt x="2073" y="601"/>
                  </a:cubicBezTo>
                  <a:cubicBezTo>
                    <a:pt x="2089" y="617"/>
                    <a:pt x="2089" y="637"/>
                    <a:pt x="2089" y="670"/>
                  </a:cubicBezTo>
                  <a:lnTo>
                    <a:pt x="2089" y="920"/>
                  </a:lnTo>
                  <a:lnTo>
                    <a:pt x="2089" y="1425"/>
                  </a:lnTo>
                  <a:cubicBezTo>
                    <a:pt x="2089" y="1445"/>
                    <a:pt x="2073" y="1461"/>
                    <a:pt x="2073" y="1494"/>
                  </a:cubicBezTo>
                  <a:cubicBezTo>
                    <a:pt x="2073" y="1494"/>
                    <a:pt x="2073" y="1510"/>
                    <a:pt x="2057" y="1526"/>
                  </a:cubicBezTo>
                  <a:lnTo>
                    <a:pt x="2073" y="1546"/>
                  </a:lnTo>
                  <a:lnTo>
                    <a:pt x="2089" y="1526"/>
                  </a:lnTo>
                  <a:lnTo>
                    <a:pt x="2089" y="1494"/>
                  </a:lnTo>
                  <a:cubicBezTo>
                    <a:pt x="2105" y="1477"/>
                    <a:pt x="2105" y="1461"/>
                    <a:pt x="2105" y="1425"/>
                  </a:cubicBezTo>
                  <a:cubicBezTo>
                    <a:pt x="2121" y="1259"/>
                    <a:pt x="2121" y="1090"/>
                    <a:pt x="2121" y="920"/>
                  </a:cubicBezTo>
                  <a:lnTo>
                    <a:pt x="2121" y="670"/>
                  </a:lnTo>
                  <a:cubicBezTo>
                    <a:pt x="2121" y="637"/>
                    <a:pt x="2121" y="601"/>
                    <a:pt x="2089" y="585"/>
                  </a:cubicBezTo>
                  <a:cubicBezTo>
                    <a:pt x="2004" y="500"/>
                    <a:pt x="1919" y="435"/>
                    <a:pt x="1855" y="350"/>
                  </a:cubicBezTo>
                  <a:cubicBezTo>
                    <a:pt x="1754" y="249"/>
                    <a:pt x="1637" y="132"/>
                    <a:pt x="1516" y="31"/>
                  </a:cubicBezTo>
                  <a:cubicBezTo>
                    <a:pt x="1486" y="9"/>
                    <a:pt x="1463" y="1"/>
                    <a:pt x="1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3"/>
            <p:cNvSpPr/>
            <p:nvPr/>
          </p:nvSpPr>
          <p:spPr>
            <a:xfrm>
              <a:off x="610678" y="3050664"/>
              <a:ext cx="1689" cy="75487"/>
            </a:xfrm>
            <a:custGeom>
              <a:rect b="b" l="l" r="r" t="t"/>
              <a:pathLst>
                <a:path extrusionOk="0" h="760" w="17">
                  <a:moveTo>
                    <a:pt x="0" y="0"/>
                  </a:moveTo>
                  <a:lnTo>
                    <a:pt x="0" y="743"/>
                  </a:lnTo>
                  <a:lnTo>
                    <a:pt x="0" y="760"/>
                  </a:lnTo>
                  <a:cubicBezTo>
                    <a:pt x="16" y="760"/>
                    <a:pt x="16" y="743"/>
                    <a:pt x="16" y="743"/>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3"/>
            <p:cNvSpPr/>
            <p:nvPr/>
          </p:nvSpPr>
          <p:spPr>
            <a:xfrm>
              <a:off x="2081979" y="3370888"/>
              <a:ext cx="105185" cy="358762"/>
            </a:xfrm>
            <a:custGeom>
              <a:rect b="b" l="l" r="r" t="t"/>
              <a:pathLst>
                <a:path extrusionOk="0" h="3612" w="1059">
                  <a:moveTo>
                    <a:pt x="55" y="1"/>
                  </a:moveTo>
                  <a:cubicBezTo>
                    <a:pt x="49" y="1"/>
                    <a:pt x="49" y="8"/>
                    <a:pt x="49" y="8"/>
                  </a:cubicBezTo>
                  <a:cubicBezTo>
                    <a:pt x="1" y="125"/>
                    <a:pt x="17" y="262"/>
                    <a:pt x="17" y="379"/>
                  </a:cubicBezTo>
                  <a:lnTo>
                    <a:pt x="17" y="581"/>
                  </a:lnTo>
                  <a:cubicBezTo>
                    <a:pt x="17" y="614"/>
                    <a:pt x="33" y="630"/>
                    <a:pt x="69" y="666"/>
                  </a:cubicBezTo>
                  <a:lnTo>
                    <a:pt x="170" y="783"/>
                  </a:lnTo>
                  <a:cubicBezTo>
                    <a:pt x="372" y="1018"/>
                    <a:pt x="590" y="1272"/>
                    <a:pt x="792" y="1507"/>
                  </a:cubicBezTo>
                  <a:cubicBezTo>
                    <a:pt x="808" y="1523"/>
                    <a:pt x="825" y="1559"/>
                    <a:pt x="841" y="1575"/>
                  </a:cubicBezTo>
                  <a:cubicBezTo>
                    <a:pt x="893" y="1624"/>
                    <a:pt x="926" y="1692"/>
                    <a:pt x="994" y="1725"/>
                  </a:cubicBezTo>
                  <a:cubicBezTo>
                    <a:pt x="1010" y="1741"/>
                    <a:pt x="1010" y="1761"/>
                    <a:pt x="1010" y="1793"/>
                  </a:cubicBezTo>
                  <a:cubicBezTo>
                    <a:pt x="1010" y="1979"/>
                    <a:pt x="1027" y="2145"/>
                    <a:pt x="1027" y="2331"/>
                  </a:cubicBezTo>
                  <a:lnTo>
                    <a:pt x="1027" y="2872"/>
                  </a:lnTo>
                  <a:lnTo>
                    <a:pt x="1027" y="3207"/>
                  </a:lnTo>
                  <a:lnTo>
                    <a:pt x="1027" y="3409"/>
                  </a:lnTo>
                  <a:lnTo>
                    <a:pt x="1027" y="3425"/>
                  </a:lnTo>
                  <a:cubicBezTo>
                    <a:pt x="1027" y="3494"/>
                    <a:pt x="1027" y="3542"/>
                    <a:pt x="978" y="3579"/>
                  </a:cubicBezTo>
                  <a:lnTo>
                    <a:pt x="978" y="3611"/>
                  </a:lnTo>
                  <a:lnTo>
                    <a:pt x="994" y="3611"/>
                  </a:lnTo>
                  <a:cubicBezTo>
                    <a:pt x="1059" y="3559"/>
                    <a:pt x="1059" y="3494"/>
                    <a:pt x="1059" y="3425"/>
                  </a:cubicBezTo>
                  <a:lnTo>
                    <a:pt x="1059" y="3409"/>
                  </a:lnTo>
                  <a:lnTo>
                    <a:pt x="1059" y="3207"/>
                  </a:lnTo>
                  <a:lnTo>
                    <a:pt x="1059" y="2872"/>
                  </a:lnTo>
                  <a:cubicBezTo>
                    <a:pt x="1059" y="2702"/>
                    <a:pt x="1043" y="2516"/>
                    <a:pt x="1043" y="2331"/>
                  </a:cubicBezTo>
                  <a:lnTo>
                    <a:pt x="1043" y="1793"/>
                  </a:lnTo>
                  <a:cubicBezTo>
                    <a:pt x="1043" y="1777"/>
                    <a:pt x="1043" y="1725"/>
                    <a:pt x="1010" y="1708"/>
                  </a:cubicBezTo>
                  <a:cubicBezTo>
                    <a:pt x="942" y="1676"/>
                    <a:pt x="909" y="1624"/>
                    <a:pt x="857" y="1559"/>
                  </a:cubicBezTo>
                  <a:cubicBezTo>
                    <a:pt x="841" y="1539"/>
                    <a:pt x="825" y="1507"/>
                    <a:pt x="808" y="1490"/>
                  </a:cubicBezTo>
                  <a:cubicBezTo>
                    <a:pt x="606" y="1256"/>
                    <a:pt x="388" y="1002"/>
                    <a:pt x="186" y="767"/>
                  </a:cubicBezTo>
                  <a:lnTo>
                    <a:pt x="101" y="650"/>
                  </a:lnTo>
                  <a:lnTo>
                    <a:pt x="85" y="630"/>
                  </a:lnTo>
                  <a:cubicBezTo>
                    <a:pt x="69" y="614"/>
                    <a:pt x="49" y="598"/>
                    <a:pt x="49" y="581"/>
                  </a:cubicBezTo>
                  <a:lnTo>
                    <a:pt x="49" y="379"/>
                  </a:lnTo>
                  <a:cubicBezTo>
                    <a:pt x="33" y="262"/>
                    <a:pt x="33" y="145"/>
                    <a:pt x="69" y="24"/>
                  </a:cubicBezTo>
                  <a:lnTo>
                    <a:pt x="69" y="8"/>
                  </a:lnTo>
                  <a:cubicBezTo>
                    <a:pt x="62" y="2"/>
                    <a:pt x="58" y="1"/>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3"/>
            <p:cNvSpPr/>
            <p:nvPr/>
          </p:nvSpPr>
          <p:spPr>
            <a:xfrm>
              <a:off x="1819563" y="3650885"/>
              <a:ext cx="4966" cy="70322"/>
            </a:xfrm>
            <a:custGeom>
              <a:rect b="b" l="l" r="r" t="t"/>
              <a:pathLst>
                <a:path extrusionOk="0" h="708" w="50">
                  <a:moveTo>
                    <a:pt x="33" y="0"/>
                  </a:moveTo>
                  <a:lnTo>
                    <a:pt x="17" y="17"/>
                  </a:lnTo>
                  <a:cubicBezTo>
                    <a:pt x="1" y="118"/>
                    <a:pt x="1" y="235"/>
                    <a:pt x="17" y="356"/>
                  </a:cubicBezTo>
                  <a:lnTo>
                    <a:pt x="17" y="558"/>
                  </a:lnTo>
                  <a:lnTo>
                    <a:pt x="17" y="606"/>
                  </a:lnTo>
                  <a:cubicBezTo>
                    <a:pt x="17" y="639"/>
                    <a:pt x="17" y="659"/>
                    <a:pt x="1" y="691"/>
                  </a:cubicBezTo>
                  <a:lnTo>
                    <a:pt x="1" y="707"/>
                  </a:lnTo>
                  <a:lnTo>
                    <a:pt x="17" y="707"/>
                  </a:lnTo>
                  <a:cubicBezTo>
                    <a:pt x="49" y="675"/>
                    <a:pt x="33" y="639"/>
                    <a:pt x="33" y="606"/>
                  </a:cubicBezTo>
                  <a:lnTo>
                    <a:pt x="33" y="558"/>
                  </a:lnTo>
                  <a:lnTo>
                    <a:pt x="33" y="356"/>
                  </a:lnTo>
                  <a:cubicBezTo>
                    <a:pt x="33" y="235"/>
                    <a:pt x="33" y="134"/>
                    <a:pt x="49" y="17"/>
                  </a:cubicBezTo>
                  <a:cubicBezTo>
                    <a:pt x="49" y="17"/>
                    <a:pt x="49"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3"/>
            <p:cNvSpPr/>
            <p:nvPr/>
          </p:nvSpPr>
          <p:spPr>
            <a:xfrm>
              <a:off x="687655" y="3609169"/>
              <a:ext cx="132102" cy="125249"/>
            </a:xfrm>
            <a:custGeom>
              <a:rect b="b" l="l" r="r" t="t"/>
              <a:pathLst>
                <a:path extrusionOk="0" h="1261" w="1330">
                  <a:moveTo>
                    <a:pt x="1314" y="0"/>
                  </a:moveTo>
                  <a:cubicBezTo>
                    <a:pt x="857" y="117"/>
                    <a:pt x="437" y="235"/>
                    <a:pt x="17" y="388"/>
                  </a:cubicBezTo>
                  <a:lnTo>
                    <a:pt x="1" y="388"/>
                  </a:lnTo>
                  <a:lnTo>
                    <a:pt x="1" y="1244"/>
                  </a:lnTo>
                  <a:cubicBezTo>
                    <a:pt x="1" y="1261"/>
                    <a:pt x="17" y="1261"/>
                    <a:pt x="17" y="1261"/>
                  </a:cubicBezTo>
                  <a:cubicBezTo>
                    <a:pt x="17" y="1261"/>
                    <a:pt x="33" y="1261"/>
                    <a:pt x="33" y="1244"/>
                  </a:cubicBezTo>
                  <a:lnTo>
                    <a:pt x="33" y="404"/>
                  </a:lnTo>
                  <a:cubicBezTo>
                    <a:pt x="453" y="271"/>
                    <a:pt x="877" y="134"/>
                    <a:pt x="1314" y="16"/>
                  </a:cubicBezTo>
                  <a:cubicBezTo>
                    <a:pt x="1330" y="16"/>
                    <a:pt x="1330" y="16"/>
                    <a:pt x="1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3"/>
            <p:cNvSpPr/>
            <p:nvPr/>
          </p:nvSpPr>
          <p:spPr>
            <a:xfrm>
              <a:off x="1739308" y="2644524"/>
              <a:ext cx="162198" cy="274137"/>
            </a:xfrm>
            <a:custGeom>
              <a:rect b="b" l="l" r="r" t="t"/>
              <a:pathLst>
                <a:path extrusionOk="0" h="2760" w="1633">
                  <a:moveTo>
                    <a:pt x="49" y="1"/>
                  </a:moveTo>
                  <a:cubicBezTo>
                    <a:pt x="1" y="33"/>
                    <a:pt x="1" y="86"/>
                    <a:pt x="1" y="134"/>
                  </a:cubicBezTo>
                  <a:lnTo>
                    <a:pt x="1" y="150"/>
                  </a:lnTo>
                  <a:cubicBezTo>
                    <a:pt x="1" y="692"/>
                    <a:pt x="1" y="708"/>
                    <a:pt x="336" y="1112"/>
                  </a:cubicBezTo>
                  <a:lnTo>
                    <a:pt x="352" y="1128"/>
                  </a:lnTo>
                  <a:cubicBezTo>
                    <a:pt x="469" y="1298"/>
                    <a:pt x="607" y="1479"/>
                    <a:pt x="740" y="1649"/>
                  </a:cubicBezTo>
                  <a:cubicBezTo>
                    <a:pt x="910" y="1867"/>
                    <a:pt x="1095" y="2106"/>
                    <a:pt x="1277" y="2340"/>
                  </a:cubicBezTo>
                  <a:cubicBezTo>
                    <a:pt x="1314" y="2372"/>
                    <a:pt x="1346" y="2425"/>
                    <a:pt x="1378" y="2473"/>
                  </a:cubicBezTo>
                  <a:cubicBezTo>
                    <a:pt x="1447" y="2574"/>
                    <a:pt x="1516" y="2675"/>
                    <a:pt x="1616" y="2760"/>
                  </a:cubicBezTo>
                  <a:lnTo>
                    <a:pt x="1633" y="2760"/>
                  </a:lnTo>
                  <a:lnTo>
                    <a:pt x="1633" y="2744"/>
                  </a:lnTo>
                  <a:cubicBezTo>
                    <a:pt x="1532" y="2659"/>
                    <a:pt x="1463" y="2558"/>
                    <a:pt x="1398" y="2457"/>
                  </a:cubicBezTo>
                  <a:cubicBezTo>
                    <a:pt x="1362" y="2409"/>
                    <a:pt x="1330" y="2356"/>
                    <a:pt x="1297" y="2324"/>
                  </a:cubicBezTo>
                  <a:cubicBezTo>
                    <a:pt x="1112" y="2085"/>
                    <a:pt x="926" y="1851"/>
                    <a:pt x="756" y="1633"/>
                  </a:cubicBezTo>
                  <a:cubicBezTo>
                    <a:pt x="639" y="1463"/>
                    <a:pt x="506" y="1277"/>
                    <a:pt x="368" y="1112"/>
                  </a:cubicBezTo>
                  <a:lnTo>
                    <a:pt x="352" y="1096"/>
                  </a:lnTo>
                  <a:cubicBezTo>
                    <a:pt x="33" y="692"/>
                    <a:pt x="33" y="692"/>
                    <a:pt x="33" y="150"/>
                  </a:cubicBezTo>
                  <a:lnTo>
                    <a:pt x="33" y="134"/>
                  </a:lnTo>
                  <a:cubicBezTo>
                    <a:pt x="33" y="86"/>
                    <a:pt x="33" y="49"/>
                    <a:pt x="65" y="33"/>
                  </a:cubicBezTo>
                  <a:lnTo>
                    <a:pt x="65" y="17"/>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3"/>
            <p:cNvSpPr/>
            <p:nvPr/>
          </p:nvSpPr>
          <p:spPr>
            <a:xfrm>
              <a:off x="1518608" y="3670253"/>
              <a:ext cx="76778" cy="64164"/>
            </a:xfrm>
            <a:custGeom>
              <a:rect b="b" l="l" r="r" t="t"/>
              <a:pathLst>
                <a:path extrusionOk="0" h="646" w="773">
                  <a:moveTo>
                    <a:pt x="18" y="0"/>
                  </a:moveTo>
                  <a:cubicBezTo>
                    <a:pt x="17" y="0"/>
                    <a:pt x="17" y="2"/>
                    <a:pt x="17" y="7"/>
                  </a:cubicBezTo>
                  <a:cubicBezTo>
                    <a:pt x="1" y="7"/>
                    <a:pt x="1" y="7"/>
                    <a:pt x="1" y="24"/>
                  </a:cubicBezTo>
                  <a:cubicBezTo>
                    <a:pt x="17" y="92"/>
                    <a:pt x="65" y="141"/>
                    <a:pt x="134" y="193"/>
                  </a:cubicBezTo>
                  <a:cubicBezTo>
                    <a:pt x="304" y="310"/>
                    <a:pt x="469" y="444"/>
                    <a:pt x="623" y="581"/>
                  </a:cubicBezTo>
                  <a:lnTo>
                    <a:pt x="655" y="613"/>
                  </a:lnTo>
                  <a:cubicBezTo>
                    <a:pt x="692" y="646"/>
                    <a:pt x="708" y="646"/>
                    <a:pt x="740" y="646"/>
                  </a:cubicBezTo>
                  <a:lnTo>
                    <a:pt x="756" y="646"/>
                  </a:lnTo>
                  <a:cubicBezTo>
                    <a:pt x="756" y="646"/>
                    <a:pt x="772" y="646"/>
                    <a:pt x="772" y="629"/>
                  </a:cubicBezTo>
                  <a:lnTo>
                    <a:pt x="756" y="613"/>
                  </a:lnTo>
                  <a:lnTo>
                    <a:pt x="740" y="613"/>
                  </a:lnTo>
                  <a:cubicBezTo>
                    <a:pt x="724" y="613"/>
                    <a:pt x="708" y="613"/>
                    <a:pt x="692" y="597"/>
                  </a:cubicBezTo>
                  <a:lnTo>
                    <a:pt x="639" y="565"/>
                  </a:lnTo>
                  <a:cubicBezTo>
                    <a:pt x="490" y="428"/>
                    <a:pt x="320" y="278"/>
                    <a:pt x="150" y="177"/>
                  </a:cubicBezTo>
                  <a:cubicBezTo>
                    <a:pt x="86" y="125"/>
                    <a:pt x="49" y="76"/>
                    <a:pt x="33" y="7"/>
                  </a:cubicBezTo>
                  <a:cubicBezTo>
                    <a:pt x="22" y="7"/>
                    <a:pt x="19"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3"/>
            <p:cNvSpPr/>
            <p:nvPr/>
          </p:nvSpPr>
          <p:spPr>
            <a:xfrm>
              <a:off x="517114" y="2199548"/>
              <a:ext cx="123759" cy="185936"/>
            </a:xfrm>
            <a:custGeom>
              <a:rect b="b" l="l" r="r" t="t"/>
              <a:pathLst>
                <a:path extrusionOk="0" h="1872" w="1246">
                  <a:moveTo>
                    <a:pt x="1229" y="1"/>
                  </a:moveTo>
                  <a:cubicBezTo>
                    <a:pt x="1160" y="122"/>
                    <a:pt x="1180" y="255"/>
                    <a:pt x="1197" y="324"/>
                  </a:cubicBezTo>
                  <a:cubicBezTo>
                    <a:pt x="1213" y="490"/>
                    <a:pt x="1213" y="643"/>
                    <a:pt x="1197" y="793"/>
                  </a:cubicBezTo>
                  <a:cubicBezTo>
                    <a:pt x="1197" y="930"/>
                    <a:pt x="1197" y="1063"/>
                    <a:pt x="1213" y="1197"/>
                  </a:cubicBezTo>
                  <a:cubicBezTo>
                    <a:pt x="1213" y="1249"/>
                    <a:pt x="1197" y="1281"/>
                    <a:pt x="1144" y="1298"/>
                  </a:cubicBezTo>
                  <a:cubicBezTo>
                    <a:pt x="910" y="1399"/>
                    <a:pt x="675" y="1516"/>
                    <a:pt x="453" y="1637"/>
                  </a:cubicBezTo>
                  <a:cubicBezTo>
                    <a:pt x="320" y="1702"/>
                    <a:pt x="170" y="1786"/>
                    <a:pt x="17" y="1855"/>
                  </a:cubicBezTo>
                  <a:cubicBezTo>
                    <a:pt x="1" y="1855"/>
                    <a:pt x="1" y="1855"/>
                    <a:pt x="1" y="1871"/>
                  </a:cubicBezTo>
                  <a:lnTo>
                    <a:pt x="17" y="1871"/>
                  </a:lnTo>
                  <a:cubicBezTo>
                    <a:pt x="170" y="1803"/>
                    <a:pt x="320" y="1718"/>
                    <a:pt x="473" y="1653"/>
                  </a:cubicBezTo>
                  <a:cubicBezTo>
                    <a:pt x="692" y="1536"/>
                    <a:pt x="926" y="1415"/>
                    <a:pt x="1160" y="1314"/>
                  </a:cubicBezTo>
                  <a:cubicBezTo>
                    <a:pt x="1213" y="1298"/>
                    <a:pt x="1245" y="1249"/>
                    <a:pt x="1229" y="1197"/>
                  </a:cubicBezTo>
                  <a:lnTo>
                    <a:pt x="1229" y="809"/>
                  </a:lnTo>
                  <a:cubicBezTo>
                    <a:pt x="1229" y="643"/>
                    <a:pt x="1229" y="474"/>
                    <a:pt x="1213" y="324"/>
                  </a:cubicBezTo>
                  <a:cubicBezTo>
                    <a:pt x="1213" y="255"/>
                    <a:pt x="1197" y="122"/>
                    <a:pt x="1245" y="21"/>
                  </a:cubicBezTo>
                  <a:lnTo>
                    <a:pt x="12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3"/>
            <p:cNvSpPr/>
            <p:nvPr/>
          </p:nvSpPr>
          <p:spPr>
            <a:xfrm>
              <a:off x="574127" y="2748120"/>
              <a:ext cx="4867" cy="71911"/>
            </a:xfrm>
            <a:custGeom>
              <a:rect b="b" l="l" r="r" t="t"/>
              <a:pathLst>
                <a:path extrusionOk="0" h="724" w="49">
                  <a:moveTo>
                    <a:pt x="17" y="0"/>
                  </a:moveTo>
                  <a:cubicBezTo>
                    <a:pt x="0" y="0"/>
                    <a:pt x="0" y="16"/>
                    <a:pt x="0" y="16"/>
                  </a:cubicBezTo>
                  <a:cubicBezTo>
                    <a:pt x="17" y="133"/>
                    <a:pt x="17" y="255"/>
                    <a:pt x="17" y="356"/>
                  </a:cubicBezTo>
                  <a:lnTo>
                    <a:pt x="17" y="574"/>
                  </a:lnTo>
                  <a:lnTo>
                    <a:pt x="17" y="606"/>
                  </a:lnTo>
                  <a:cubicBezTo>
                    <a:pt x="17" y="638"/>
                    <a:pt x="17" y="691"/>
                    <a:pt x="33" y="723"/>
                  </a:cubicBezTo>
                  <a:lnTo>
                    <a:pt x="49" y="723"/>
                  </a:lnTo>
                  <a:lnTo>
                    <a:pt x="49" y="707"/>
                  </a:lnTo>
                  <a:cubicBezTo>
                    <a:pt x="33" y="675"/>
                    <a:pt x="33" y="638"/>
                    <a:pt x="33" y="606"/>
                  </a:cubicBezTo>
                  <a:lnTo>
                    <a:pt x="33" y="574"/>
                  </a:lnTo>
                  <a:lnTo>
                    <a:pt x="33" y="356"/>
                  </a:lnTo>
                  <a:cubicBezTo>
                    <a:pt x="33" y="255"/>
                    <a:pt x="49" y="133"/>
                    <a:pt x="33" y="1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3"/>
            <p:cNvSpPr/>
            <p:nvPr/>
          </p:nvSpPr>
          <p:spPr>
            <a:xfrm>
              <a:off x="1411536" y="2164387"/>
              <a:ext cx="90386" cy="239572"/>
            </a:xfrm>
            <a:custGeom>
              <a:rect b="b" l="l" r="r" t="t"/>
              <a:pathLst>
                <a:path extrusionOk="0" h="2412" w="910">
                  <a:moveTo>
                    <a:pt x="49" y="0"/>
                  </a:moveTo>
                  <a:cubicBezTo>
                    <a:pt x="38" y="0"/>
                    <a:pt x="28" y="1"/>
                    <a:pt x="16" y="3"/>
                  </a:cubicBezTo>
                  <a:cubicBezTo>
                    <a:pt x="16" y="3"/>
                    <a:pt x="0" y="20"/>
                    <a:pt x="16" y="20"/>
                  </a:cubicBezTo>
                  <a:lnTo>
                    <a:pt x="16" y="238"/>
                  </a:lnTo>
                  <a:cubicBezTo>
                    <a:pt x="0" y="274"/>
                    <a:pt x="0" y="323"/>
                    <a:pt x="0" y="355"/>
                  </a:cubicBezTo>
                  <a:lnTo>
                    <a:pt x="0" y="710"/>
                  </a:lnTo>
                  <a:lnTo>
                    <a:pt x="0" y="1131"/>
                  </a:lnTo>
                  <a:cubicBezTo>
                    <a:pt x="0" y="1232"/>
                    <a:pt x="16" y="1300"/>
                    <a:pt x="69" y="1332"/>
                  </a:cubicBezTo>
                  <a:cubicBezTo>
                    <a:pt x="134" y="1365"/>
                    <a:pt x="170" y="1417"/>
                    <a:pt x="202" y="1466"/>
                  </a:cubicBezTo>
                  <a:cubicBezTo>
                    <a:pt x="218" y="1486"/>
                    <a:pt x="235" y="1502"/>
                    <a:pt x="255" y="1518"/>
                  </a:cubicBezTo>
                  <a:cubicBezTo>
                    <a:pt x="303" y="1567"/>
                    <a:pt x="336" y="1619"/>
                    <a:pt x="372" y="1668"/>
                  </a:cubicBezTo>
                  <a:cubicBezTo>
                    <a:pt x="436" y="1769"/>
                    <a:pt x="489" y="1854"/>
                    <a:pt x="590" y="1922"/>
                  </a:cubicBezTo>
                  <a:lnTo>
                    <a:pt x="606" y="1922"/>
                  </a:lnTo>
                  <a:lnTo>
                    <a:pt x="606" y="1890"/>
                  </a:lnTo>
                  <a:cubicBezTo>
                    <a:pt x="505" y="1837"/>
                    <a:pt x="457" y="1753"/>
                    <a:pt x="388" y="1668"/>
                  </a:cubicBezTo>
                  <a:cubicBezTo>
                    <a:pt x="356" y="1603"/>
                    <a:pt x="319" y="1551"/>
                    <a:pt x="271" y="1502"/>
                  </a:cubicBezTo>
                  <a:lnTo>
                    <a:pt x="218" y="1450"/>
                  </a:lnTo>
                  <a:cubicBezTo>
                    <a:pt x="186" y="1401"/>
                    <a:pt x="154" y="1349"/>
                    <a:pt x="85" y="1316"/>
                  </a:cubicBezTo>
                  <a:cubicBezTo>
                    <a:pt x="53" y="1284"/>
                    <a:pt x="16" y="1215"/>
                    <a:pt x="16" y="1131"/>
                  </a:cubicBezTo>
                  <a:cubicBezTo>
                    <a:pt x="33" y="997"/>
                    <a:pt x="33" y="844"/>
                    <a:pt x="33" y="710"/>
                  </a:cubicBezTo>
                  <a:lnTo>
                    <a:pt x="33" y="355"/>
                  </a:lnTo>
                  <a:lnTo>
                    <a:pt x="33" y="238"/>
                  </a:lnTo>
                  <a:cubicBezTo>
                    <a:pt x="33" y="173"/>
                    <a:pt x="53" y="104"/>
                    <a:pt x="33" y="36"/>
                  </a:cubicBezTo>
                  <a:cubicBezTo>
                    <a:pt x="45" y="33"/>
                    <a:pt x="56" y="32"/>
                    <a:pt x="65" y="32"/>
                  </a:cubicBezTo>
                  <a:cubicBezTo>
                    <a:pt x="112" y="32"/>
                    <a:pt x="137" y="61"/>
                    <a:pt x="154" y="104"/>
                  </a:cubicBezTo>
                  <a:lnTo>
                    <a:pt x="170" y="104"/>
                  </a:lnTo>
                  <a:cubicBezTo>
                    <a:pt x="271" y="254"/>
                    <a:pt x="388" y="407"/>
                    <a:pt x="489" y="557"/>
                  </a:cubicBezTo>
                  <a:cubicBezTo>
                    <a:pt x="590" y="710"/>
                    <a:pt x="707" y="860"/>
                    <a:pt x="808" y="1013"/>
                  </a:cubicBezTo>
                  <a:cubicBezTo>
                    <a:pt x="840" y="1046"/>
                    <a:pt x="861" y="1082"/>
                    <a:pt x="861" y="1114"/>
                  </a:cubicBezTo>
                  <a:lnTo>
                    <a:pt x="861" y="1466"/>
                  </a:lnTo>
                  <a:cubicBezTo>
                    <a:pt x="861" y="1668"/>
                    <a:pt x="877" y="1890"/>
                    <a:pt x="840" y="2108"/>
                  </a:cubicBezTo>
                  <a:cubicBezTo>
                    <a:pt x="840" y="2193"/>
                    <a:pt x="824" y="2294"/>
                    <a:pt x="877" y="2395"/>
                  </a:cubicBezTo>
                  <a:lnTo>
                    <a:pt x="893" y="2411"/>
                  </a:lnTo>
                  <a:cubicBezTo>
                    <a:pt x="893" y="2395"/>
                    <a:pt x="909" y="2395"/>
                    <a:pt x="893" y="2395"/>
                  </a:cubicBezTo>
                  <a:cubicBezTo>
                    <a:pt x="861" y="2294"/>
                    <a:pt x="861" y="2193"/>
                    <a:pt x="877" y="2108"/>
                  </a:cubicBezTo>
                  <a:cubicBezTo>
                    <a:pt x="893" y="1890"/>
                    <a:pt x="893" y="1668"/>
                    <a:pt x="893" y="1466"/>
                  </a:cubicBezTo>
                  <a:lnTo>
                    <a:pt x="893" y="1131"/>
                  </a:lnTo>
                  <a:cubicBezTo>
                    <a:pt x="893" y="1062"/>
                    <a:pt x="861" y="1030"/>
                    <a:pt x="824" y="997"/>
                  </a:cubicBezTo>
                  <a:cubicBezTo>
                    <a:pt x="723" y="844"/>
                    <a:pt x="622" y="694"/>
                    <a:pt x="505" y="541"/>
                  </a:cubicBezTo>
                  <a:cubicBezTo>
                    <a:pt x="404" y="391"/>
                    <a:pt x="287" y="238"/>
                    <a:pt x="186" y="88"/>
                  </a:cubicBezTo>
                  <a:cubicBezTo>
                    <a:pt x="158" y="43"/>
                    <a:pt x="115"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3"/>
            <p:cNvSpPr/>
            <p:nvPr/>
          </p:nvSpPr>
          <p:spPr>
            <a:xfrm>
              <a:off x="487019" y="1731727"/>
              <a:ext cx="153854" cy="172230"/>
            </a:xfrm>
            <a:custGeom>
              <a:rect b="b" l="l" r="r" t="t"/>
              <a:pathLst>
                <a:path extrusionOk="0" h="1734" w="1549">
                  <a:moveTo>
                    <a:pt x="1516" y="1"/>
                  </a:moveTo>
                  <a:lnTo>
                    <a:pt x="1500" y="17"/>
                  </a:lnTo>
                  <a:cubicBezTo>
                    <a:pt x="1516" y="186"/>
                    <a:pt x="1516" y="352"/>
                    <a:pt x="1516" y="522"/>
                  </a:cubicBezTo>
                  <a:cubicBezTo>
                    <a:pt x="1516" y="607"/>
                    <a:pt x="1500" y="691"/>
                    <a:pt x="1516" y="772"/>
                  </a:cubicBezTo>
                  <a:cubicBezTo>
                    <a:pt x="1516" y="825"/>
                    <a:pt x="1463" y="857"/>
                    <a:pt x="1415" y="873"/>
                  </a:cubicBezTo>
                  <a:lnTo>
                    <a:pt x="1415" y="893"/>
                  </a:lnTo>
                  <a:cubicBezTo>
                    <a:pt x="1043" y="1095"/>
                    <a:pt x="692" y="1314"/>
                    <a:pt x="336" y="1516"/>
                  </a:cubicBezTo>
                  <a:lnTo>
                    <a:pt x="1" y="1717"/>
                  </a:lnTo>
                  <a:lnTo>
                    <a:pt x="1" y="1734"/>
                  </a:lnTo>
                  <a:lnTo>
                    <a:pt x="17" y="1734"/>
                  </a:lnTo>
                  <a:lnTo>
                    <a:pt x="352" y="1548"/>
                  </a:lnTo>
                  <a:cubicBezTo>
                    <a:pt x="708" y="1330"/>
                    <a:pt x="1059" y="1128"/>
                    <a:pt x="1415" y="910"/>
                  </a:cubicBezTo>
                  <a:lnTo>
                    <a:pt x="1431" y="910"/>
                  </a:lnTo>
                  <a:cubicBezTo>
                    <a:pt x="1483" y="873"/>
                    <a:pt x="1532" y="841"/>
                    <a:pt x="1532" y="772"/>
                  </a:cubicBezTo>
                  <a:lnTo>
                    <a:pt x="1532" y="522"/>
                  </a:lnTo>
                  <a:cubicBezTo>
                    <a:pt x="1532" y="352"/>
                    <a:pt x="1548" y="186"/>
                    <a:pt x="1516" y="17"/>
                  </a:cubicBezTo>
                  <a:lnTo>
                    <a:pt x="15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3"/>
            <p:cNvSpPr/>
            <p:nvPr/>
          </p:nvSpPr>
          <p:spPr>
            <a:xfrm>
              <a:off x="610678" y="3358373"/>
              <a:ext cx="3675" cy="73500"/>
            </a:xfrm>
            <a:custGeom>
              <a:rect b="b" l="l" r="r" t="t"/>
              <a:pathLst>
                <a:path extrusionOk="0" h="740" w="37">
                  <a:moveTo>
                    <a:pt x="0" y="0"/>
                  </a:moveTo>
                  <a:lnTo>
                    <a:pt x="0" y="17"/>
                  </a:lnTo>
                  <a:cubicBezTo>
                    <a:pt x="16" y="303"/>
                    <a:pt x="16" y="522"/>
                    <a:pt x="0" y="724"/>
                  </a:cubicBezTo>
                  <a:lnTo>
                    <a:pt x="0" y="740"/>
                  </a:lnTo>
                  <a:cubicBezTo>
                    <a:pt x="16" y="740"/>
                    <a:pt x="16" y="724"/>
                    <a:pt x="16" y="724"/>
                  </a:cubicBezTo>
                  <a:cubicBezTo>
                    <a:pt x="36" y="522"/>
                    <a:pt x="36" y="303"/>
                    <a:pt x="16" y="17"/>
                  </a:cubicBezTo>
                  <a:cubicBezTo>
                    <a:pt x="16" y="17"/>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3"/>
            <p:cNvSpPr/>
            <p:nvPr/>
          </p:nvSpPr>
          <p:spPr>
            <a:xfrm>
              <a:off x="794827" y="2319930"/>
              <a:ext cx="3278" cy="70322"/>
            </a:xfrm>
            <a:custGeom>
              <a:rect b="b" l="l" r="r" t="t"/>
              <a:pathLst>
                <a:path extrusionOk="0" h="708" w="33">
                  <a:moveTo>
                    <a:pt x="0" y="1"/>
                  </a:moveTo>
                  <a:lnTo>
                    <a:pt x="0" y="21"/>
                  </a:lnTo>
                  <a:cubicBezTo>
                    <a:pt x="16" y="154"/>
                    <a:pt x="16" y="304"/>
                    <a:pt x="0" y="441"/>
                  </a:cubicBezTo>
                  <a:lnTo>
                    <a:pt x="0" y="692"/>
                  </a:lnTo>
                  <a:lnTo>
                    <a:pt x="16" y="708"/>
                  </a:lnTo>
                  <a:cubicBezTo>
                    <a:pt x="33" y="708"/>
                    <a:pt x="33" y="692"/>
                    <a:pt x="33" y="692"/>
                  </a:cubicBezTo>
                  <a:lnTo>
                    <a:pt x="33" y="441"/>
                  </a:lnTo>
                  <a:cubicBezTo>
                    <a:pt x="33" y="304"/>
                    <a:pt x="33" y="154"/>
                    <a:pt x="16" y="21"/>
                  </a:cubicBezTo>
                  <a:cubicBezTo>
                    <a:pt x="16" y="1"/>
                    <a:pt x="1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3"/>
            <p:cNvSpPr/>
            <p:nvPr/>
          </p:nvSpPr>
          <p:spPr>
            <a:xfrm>
              <a:off x="1921470" y="3437038"/>
              <a:ext cx="132102" cy="212357"/>
            </a:xfrm>
            <a:custGeom>
              <a:rect b="b" l="l" r="r" t="t"/>
              <a:pathLst>
                <a:path extrusionOk="0" h="2138" w="1330">
                  <a:moveTo>
                    <a:pt x="49" y="0"/>
                  </a:moveTo>
                  <a:cubicBezTo>
                    <a:pt x="1" y="85"/>
                    <a:pt x="17" y="166"/>
                    <a:pt x="85" y="235"/>
                  </a:cubicBezTo>
                  <a:cubicBezTo>
                    <a:pt x="522" y="707"/>
                    <a:pt x="893" y="1111"/>
                    <a:pt x="1245" y="1479"/>
                  </a:cubicBezTo>
                  <a:lnTo>
                    <a:pt x="1261" y="1499"/>
                  </a:lnTo>
                  <a:cubicBezTo>
                    <a:pt x="1281" y="1499"/>
                    <a:pt x="1281" y="1515"/>
                    <a:pt x="1281" y="1531"/>
                  </a:cubicBezTo>
                  <a:lnTo>
                    <a:pt x="1281" y="1616"/>
                  </a:lnTo>
                  <a:cubicBezTo>
                    <a:pt x="1297" y="1782"/>
                    <a:pt x="1314" y="1951"/>
                    <a:pt x="1261" y="2121"/>
                  </a:cubicBezTo>
                  <a:lnTo>
                    <a:pt x="1281" y="2137"/>
                  </a:lnTo>
                  <a:lnTo>
                    <a:pt x="1297" y="2121"/>
                  </a:lnTo>
                  <a:cubicBezTo>
                    <a:pt x="1330" y="1951"/>
                    <a:pt x="1330" y="1782"/>
                    <a:pt x="1314" y="1616"/>
                  </a:cubicBezTo>
                  <a:lnTo>
                    <a:pt x="1314" y="1515"/>
                  </a:lnTo>
                  <a:cubicBezTo>
                    <a:pt x="1314" y="1499"/>
                    <a:pt x="1297" y="1479"/>
                    <a:pt x="1281" y="1463"/>
                  </a:cubicBezTo>
                  <a:lnTo>
                    <a:pt x="1261" y="1463"/>
                  </a:lnTo>
                  <a:cubicBezTo>
                    <a:pt x="910" y="1095"/>
                    <a:pt x="538" y="691"/>
                    <a:pt x="102" y="218"/>
                  </a:cubicBezTo>
                  <a:cubicBezTo>
                    <a:pt x="33" y="150"/>
                    <a:pt x="33" y="85"/>
                    <a:pt x="69" y="16"/>
                  </a:cubicBezTo>
                  <a:cubicBezTo>
                    <a:pt x="85" y="16"/>
                    <a:pt x="85"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3"/>
            <p:cNvSpPr/>
            <p:nvPr/>
          </p:nvSpPr>
          <p:spPr>
            <a:xfrm>
              <a:off x="856607" y="2612840"/>
              <a:ext cx="354392" cy="254073"/>
            </a:xfrm>
            <a:custGeom>
              <a:rect b="b" l="l" r="r" t="t"/>
              <a:pathLst>
                <a:path extrusionOk="0" h="2558" w="3568">
                  <a:moveTo>
                    <a:pt x="3519" y="1"/>
                  </a:moveTo>
                  <a:cubicBezTo>
                    <a:pt x="3499" y="1"/>
                    <a:pt x="3499" y="17"/>
                    <a:pt x="3499" y="17"/>
                  </a:cubicBezTo>
                  <a:cubicBezTo>
                    <a:pt x="3551" y="82"/>
                    <a:pt x="3535" y="150"/>
                    <a:pt x="3535" y="235"/>
                  </a:cubicBezTo>
                  <a:cubicBezTo>
                    <a:pt x="3519" y="267"/>
                    <a:pt x="3519" y="320"/>
                    <a:pt x="3519" y="352"/>
                  </a:cubicBezTo>
                  <a:cubicBezTo>
                    <a:pt x="3535" y="486"/>
                    <a:pt x="3535" y="623"/>
                    <a:pt x="3535" y="756"/>
                  </a:cubicBezTo>
                  <a:lnTo>
                    <a:pt x="3535" y="990"/>
                  </a:lnTo>
                  <a:cubicBezTo>
                    <a:pt x="3535" y="1091"/>
                    <a:pt x="3499" y="1128"/>
                    <a:pt x="3418" y="1160"/>
                  </a:cubicBezTo>
                  <a:cubicBezTo>
                    <a:pt x="2776" y="1415"/>
                    <a:pt x="2121" y="1681"/>
                    <a:pt x="1479" y="1936"/>
                  </a:cubicBezTo>
                  <a:cubicBezTo>
                    <a:pt x="1277" y="2021"/>
                    <a:pt x="1075" y="2101"/>
                    <a:pt x="873" y="2186"/>
                  </a:cubicBezTo>
                  <a:cubicBezTo>
                    <a:pt x="606" y="2303"/>
                    <a:pt x="319" y="2404"/>
                    <a:pt x="33" y="2526"/>
                  </a:cubicBezTo>
                  <a:lnTo>
                    <a:pt x="0" y="2526"/>
                  </a:lnTo>
                  <a:lnTo>
                    <a:pt x="0" y="2542"/>
                  </a:lnTo>
                  <a:lnTo>
                    <a:pt x="0" y="2558"/>
                  </a:lnTo>
                  <a:lnTo>
                    <a:pt x="49" y="2558"/>
                  </a:lnTo>
                  <a:cubicBezTo>
                    <a:pt x="336" y="2441"/>
                    <a:pt x="606" y="2324"/>
                    <a:pt x="893" y="2223"/>
                  </a:cubicBezTo>
                  <a:cubicBezTo>
                    <a:pt x="1095" y="2138"/>
                    <a:pt x="1297" y="2053"/>
                    <a:pt x="1499" y="1968"/>
                  </a:cubicBezTo>
                  <a:cubicBezTo>
                    <a:pt x="2121" y="1718"/>
                    <a:pt x="2776" y="1447"/>
                    <a:pt x="3434" y="1192"/>
                  </a:cubicBezTo>
                  <a:cubicBezTo>
                    <a:pt x="3535" y="1144"/>
                    <a:pt x="3567" y="1091"/>
                    <a:pt x="3551" y="990"/>
                  </a:cubicBezTo>
                  <a:cubicBezTo>
                    <a:pt x="3551" y="926"/>
                    <a:pt x="3551" y="841"/>
                    <a:pt x="3567" y="756"/>
                  </a:cubicBezTo>
                  <a:cubicBezTo>
                    <a:pt x="3567" y="623"/>
                    <a:pt x="3567" y="486"/>
                    <a:pt x="3551" y="352"/>
                  </a:cubicBezTo>
                  <a:lnTo>
                    <a:pt x="3551" y="235"/>
                  </a:lnTo>
                  <a:cubicBezTo>
                    <a:pt x="3567" y="150"/>
                    <a:pt x="3567" y="82"/>
                    <a:pt x="35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3"/>
            <p:cNvSpPr/>
            <p:nvPr/>
          </p:nvSpPr>
          <p:spPr>
            <a:xfrm>
              <a:off x="670770" y="1595454"/>
              <a:ext cx="147398" cy="198153"/>
            </a:xfrm>
            <a:custGeom>
              <a:rect b="b" l="l" r="r" t="t"/>
              <a:pathLst>
                <a:path extrusionOk="0" h="1995" w="1484">
                  <a:moveTo>
                    <a:pt x="1467" y="0"/>
                  </a:moveTo>
                  <a:cubicBezTo>
                    <a:pt x="1466" y="0"/>
                    <a:pt x="1462" y="7"/>
                    <a:pt x="1451" y="7"/>
                  </a:cubicBezTo>
                  <a:cubicBezTo>
                    <a:pt x="1451" y="60"/>
                    <a:pt x="1431" y="76"/>
                    <a:pt x="1399" y="92"/>
                  </a:cubicBezTo>
                  <a:cubicBezTo>
                    <a:pt x="1128" y="225"/>
                    <a:pt x="878" y="379"/>
                    <a:pt x="623" y="549"/>
                  </a:cubicBezTo>
                  <a:cubicBezTo>
                    <a:pt x="457" y="650"/>
                    <a:pt x="272" y="751"/>
                    <a:pt x="102" y="852"/>
                  </a:cubicBezTo>
                  <a:cubicBezTo>
                    <a:pt x="54" y="884"/>
                    <a:pt x="1" y="916"/>
                    <a:pt x="1" y="985"/>
                  </a:cubicBezTo>
                  <a:cubicBezTo>
                    <a:pt x="17" y="1171"/>
                    <a:pt x="17" y="1356"/>
                    <a:pt x="17" y="1538"/>
                  </a:cubicBezTo>
                  <a:lnTo>
                    <a:pt x="17" y="1910"/>
                  </a:lnTo>
                  <a:cubicBezTo>
                    <a:pt x="17" y="1926"/>
                    <a:pt x="17" y="1942"/>
                    <a:pt x="37" y="1962"/>
                  </a:cubicBezTo>
                  <a:lnTo>
                    <a:pt x="37" y="1979"/>
                  </a:lnTo>
                  <a:lnTo>
                    <a:pt x="54" y="1995"/>
                  </a:lnTo>
                  <a:lnTo>
                    <a:pt x="54" y="1979"/>
                  </a:lnTo>
                  <a:cubicBezTo>
                    <a:pt x="70" y="1979"/>
                    <a:pt x="70" y="1979"/>
                    <a:pt x="70" y="1962"/>
                  </a:cubicBezTo>
                  <a:cubicBezTo>
                    <a:pt x="54" y="1962"/>
                    <a:pt x="54" y="1962"/>
                    <a:pt x="54" y="1942"/>
                  </a:cubicBezTo>
                  <a:cubicBezTo>
                    <a:pt x="54" y="1926"/>
                    <a:pt x="37" y="1910"/>
                    <a:pt x="37" y="1910"/>
                  </a:cubicBezTo>
                  <a:lnTo>
                    <a:pt x="37" y="1538"/>
                  </a:lnTo>
                  <a:lnTo>
                    <a:pt x="37" y="985"/>
                  </a:lnTo>
                  <a:cubicBezTo>
                    <a:pt x="37" y="916"/>
                    <a:pt x="70" y="900"/>
                    <a:pt x="118" y="884"/>
                  </a:cubicBezTo>
                  <a:cubicBezTo>
                    <a:pt x="288" y="783"/>
                    <a:pt x="474" y="666"/>
                    <a:pt x="643" y="565"/>
                  </a:cubicBezTo>
                  <a:cubicBezTo>
                    <a:pt x="878" y="411"/>
                    <a:pt x="1148" y="246"/>
                    <a:pt x="1415" y="124"/>
                  </a:cubicBezTo>
                  <a:cubicBezTo>
                    <a:pt x="1451" y="92"/>
                    <a:pt x="1467" y="60"/>
                    <a:pt x="1484" y="23"/>
                  </a:cubicBezTo>
                  <a:cubicBezTo>
                    <a:pt x="1484" y="7"/>
                    <a:pt x="1484" y="7"/>
                    <a:pt x="1467" y="7"/>
                  </a:cubicBezTo>
                  <a:cubicBezTo>
                    <a:pt x="1467" y="2"/>
                    <a:pt x="1467" y="0"/>
                    <a:pt x="1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3"/>
            <p:cNvSpPr/>
            <p:nvPr/>
          </p:nvSpPr>
          <p:spPr>
            <a:xfrm>
              <a:off x="935272" y="2584333"/>
              <a:ext cx="6456" cy="73600"/>
            </a:xfrm>
            <a:custGeom>
              <a:rect b="b" l="l" r="r" t="t"/>
              <a:pathLst>
                <a:path extrusionOk="0" h="741" w="65">
                  <a:moveTo>
                    <a:pt x="16" y="1"/>
                  </a:moveTo>
                  <a:lnTo>
                    <a:pt x="16" y="17"/>
                  </a:lnTo>
                  <a:lnTo>
                    <a:pt x="16" y="118"/>
                  </a:lnTo>
                  <a:cubicBezTo>
                    <a:pt x="32" y="320"/>
                    <a:pt x="49" y="522"/>
                    <a:pt x="0" y="724"/>
                  </a:cubicBezTo>
                  <a:lnTo>
                    <a:pt x="0" y="740"/>
                  </a:lnTo>
                  <a:lnTo>
                    <a:pt x="16" y="740"/>
                  </a:lnTo>
                  <a:cubicBezTo>
                    <a:pt x="65" y="522"/>
                    <a:pt x="49" y="320"/>
                    <a:pt x="49" y="118"/>
                  </a:cubicBezTo>
                  <a:cubicBezTo>
                    <a:pt x="32" y="86"/>
                    <a:pt x="32" y="49"/>
                    <a:pt x="32" y="17"/>
                  </a:cubicBezTo>
                  <a:cubicBezTo>
                    <a:pt x="32" y="1"/>
                    <a:pt x="3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3"/>
            <p:cNvSpPr/>
            <p:nvPr/>
          </p:nvSpPr>
          <p:spPr>
            <a:xfrm>
              <a:off x="1413125" y="3007259"/>
              <a:ext cx="88797" cy="250895"/>
            </a:xfrm>
            <a:custGeom>
              <a:rect b="b" l="l" r="r" t="t"/>
              <a:pathLst>
                <a:path extrusionOk="0" h="2526" w="894">
                  <a:moveTo>
                    <a:pt x="37" y="1"/>
                  </a:moveTo>
                  <a:cubicBezTo>
                    <a:pt x="37" y="1"/>
                    <a:pt x="17" y="1"/>
                    <a:pt x="17" y="17"/>
                  </a:cubicBezTo>
                  <a:cubicBezTo>
                    <a:pt x="0" y="86"/>
                    <a:pt x="0" y="170"/>
                    <a:pt x="0" y="251"/>
                  </a:cubicBezTo>
                  <a:cubicBezTo>
                    <a:pt x="17" y="304"/>
                    <a:pt x="17" y="352"/>
                    <a:pt x="0" y="405"/>
                  </a:cubicBezTo>
                  <a:cubicBezTo>
                    <a:pt x="0" y="453"/>
                    <a:pt x="37" y="490"/>
                    <a:pt x="69" y="506"/>
                  </a:cubicBezTo>
                  <a:cubicBezTo>
                    <a:pt x="69" y="506"/>
                    <a:pt x="69" y="522"/>
                    <a:pt x="85" y="522"/>
                  </a:cubicBezTo>
                  <a:cubicBezTo>
                    <a:pt x="356" y="793"/>
                    <a:pt x="574" y="1011"/>
                    <a:pt x="776" y="1213"/>
                  </a:cubicBezTo>
                  <a:cubicBezTo>
                    <a:pt x="808" y="1245"/>
                    <a:pt x="845" y="1297"/>
                    <a:pt x="845" y="1362"/>
                  </a:cubicBezTo>
                  <a:cubicBezTo>
                    <a:pt x="845" y="1685"/>
                    <a:pt x="861" y="2021"/>
                    <a:pt x="861" y="2425"/>
                  </a:cubicBezTo>
                  <a:cubicBezTo>
                    <a:pt x="861" y="2457"/>
                    <a:pt x="861" y="2493"/>
                    <a:pt x="845" y="2509"/>
                  </a:cubicBezTo>
                  <a:lnTo>
                    <a:pt x="845" y="2526"/>
                  </a:lnTo>
                  <a:lnTo>
                    <a:pt x="861" y="2526"/>
                  </a:lnTo>
                  <a:cubicBezTo>
                    <a:pt x="877" y="2493"/>
                    <a:pt x="893" y="2473"/>
                    <a:pt x="893" y="2425"/>
                  </a:cubicBezTo>
                  <a:cubicBezTo>
                    <a:pt x="877" y="2021"/>
                    <a:pt x="877" y="1685"/>
                    <a:pt x="877" y="1362"/>
                  </a:cubicBezTo>
                  <a:cubicBezTo>
                    <a:pt x="877" y="1281"/>
                    <a:pt x="824" y="1229"/>
                    <a:pt x="792" y="1197"/>
                  </a:cubicBezTo>
                  <a:cubicBezTo>
                    <a:pt x="590" y="995"/>
                    <a:pt x="372" y="776"/>
                    <a:pt x="101" y="506"/>
                  </a:cubicBezTo>
                  <a:lnTo>
                    <a:pt x="85" y="490"/>
                  </a:lnTo>
                  <a:cubicBezTo>
                    <a:pt x="53" y="453"/>
                    <a:pt x="37" y="437"/>
                    <a:pt x="37" y="405"/>
                  </a:cubicBezTo>
                  <a:lnTo>
                    <a:pt x="37" y="251"/>
                  </a:lnTo>
                  <a:cubicBezTo>
                    <a:pt x="37" y="170"/>
                    <a:pt x="37" y="102"/>
                    <a:pt x="53" y="17"/>
                  </a:cubicBezTo>
                  <a:cubicBezTo>
                    <a:pt x="53" y="17"/>
                    <a:pt x="5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3"/>
            <p:cNvSpPr/>
            <p:nvPr/>
          </p:nvSpPr>
          <p:spPr>
            <a:xfrm>
              <a:off x="1670675" y="2870091"/>
              <a:ext cx="6953" cy="70322"/>
            </a:xfrm>
            <a:custGeom>
              <a:rect b="b" l="l" r="r" t="t"/>
              <a:pathLst>
                <a:path extrusionOk="0" h="708" w="70">
                  <a:moveTo>
                    <a:pt x="49" y="0"/>
                  </a:moveTo>
                  <a:cubicBezTo>
                    <a:pt x="49" y="0"/>
                    <a:pt x="33" y="0"/>
                    <a:pt x="33" y="16"/>
                  </a:cubicBezTo>
                  <a:cubicBezTo>
                    <a:pt x="17" y="117"/>
                    <a:pt x="17" y="239"/>
                    <a:pt x="17" y="340"/>
                  </a:cubicBezTo>
                  <a:cubicBezTo>
                    <a:pt x="17" y="404"/>
                    <a:pt x="33" y="473"/>
                    <a:pt x="17" y="542"/>
                  </a:cubicBezTo>
                  <a:lnTo>
                    <a:pt x="17" y="590"/>
                  </a:lnTo>
                  <a:cubicBezTo>
                    <a:pt x="33" y="622"/>
                    <a:pt x="33" y="659"/>
                    <a:pt x="17" y="691"/>
                  </a:cubicBezTo>
                  <a:cubicBezTo>
                    <a:pt x="1" y="691"/>
                    <a:pt x="17" y="707"/>
                    <a:pt x="17" y="707"/>
                  </a:cubicBezTo>
                  <a:lnTo>
                    <a:pt x="33" y="691"/>
                  </a:lnTo>
                  <a:cubicBezTo>
                    <a:pt x="49" y="659"/>
                    <a:pt x="49" y="622"/>
                    <a:pt x="49" y="590"/>
                  </a:cubicBezTo>
                  <a:lnTo>
                    <a:pt x="49" y="542"/>
                  </a:lnTo>
                  <a:lnTo>
                    <a:pt x="49" y="340"/>
                  </a:lnTo>
                  <a:cubicBezTo>
                    <a:pt x="49" y="239"/>
                    <a:pt x="49" y="117"/>
                    <a:pt x="70" y="16"/>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3"/>
            <p:cNvSpPr/>
            <p:nvPr/>
          </p:nvSpPr>
          <p:spPr>
            <a:xfrm>
              <a:off x="1443220" y="2071220"/>
              <a:ext cx="5264" cy="68236"/>
            </a:xfrm>
            <a:custGeom>
              <a:rect b="b" l="l" r="r" t="t"/>
              <a:pathLst>
                <a:path extrusionOk="0" h="687" w="53">
                  <a:moveTo>
                    <a:pt x="37" y="0"/>
                  </a:moveTo>
                  <a:cubicBezTo>
                    <a:pt x="17" y="117"/>
                    <a:pt x="17" y="234"/>
                    <a:pt x="17" y="335"/>
                  </a:cubicBezTo>
                  <a:lnTo>
                    <a:pt x="17" y="554"/>
                  </a:lnTo>
                  <a:lnTo>
                    <a:pt x="17" y="586"/>
                  </a:lnTo>
                  <a:cubicBezTo>
                    <a:pt x="17" y="622"/>
                    <a:pt x="17" y="655"/>
                    <a:pt x="0" y="671"/>
                  </a:cubicBezTo>
                  <a:lnTo>
                    <a:pt x="0" y="687"/>
                  </a:lnTo>
                  <a:lnTo>
                    <a:pt x="37" y="687"/>
                  </a:lnTo>
                  <a:cubicBezTo>
                    <a:pt x="53" y="655"/>
                    <a:pt x="53" y="622"/>
                    <a:pt x="53" y="586"/>
                  </a:cubicBezTo>
                  <a:cubicBezTo>
                    <a:pt x="37" y="570"/>
                    <a:pt x="37" y="554"/>
                    <a:pt x="37" y="554"/>
                  </a:cubicBezTo>
                  <a:cubicBezTo>
                    <a:pt x="53" y="469"/>
                    <a:pt x="53" y="404"/>
                    <a:pt x="37" y="335"/>
                  </a:cubicBezTo>
                  <a:cubicBezTo>
                    <a:pt x="37" y="234"/>
                    <a:pt x="37" y="117"/>
                    <a:pt x="53" y="16"/>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3"/>
            <p:cNvSpPr/>
            <p:nvPr/>
          </p:nvSpPr>
          <p:spPr>
            <a:xfrm>
              <a:off x="672458" y="3286561"/>
              <a:ext cx="150577" cy="135281"/>
            </a:xfrm>
            <a:custGeom>
              <a:rect b="b" l="l" r="r" t="t"/>
              <a:pathLst>
                <a:path extrusionOk="0" h="1362" w="1516">
                  <a:moveTo>
                    <a:pt x="1483" y="0"/>
                  </a:moveTo>
                  <a:cubicBezTo>
                    <a:pt x="1467" y="0"/>
                    <a:pt x="1467" y="0"/>
                    <a:pt x="1467" y="17"/>
                  </a:cubicBezTo>
                  <a:cubicBezTo>
                    <a:pt x="1483" y="186"/>
                    <a:pt x="1483" y="352"/>
                    <a:pt x="1483" y="521"/>
                  </a:cubicBezTo>
                  <a:lnTo>
                    <a:pt x="1483" y="792"/>
                  </a:lnTo>
                  <a:cubicBezTo>
                    <a:pt x="1483" y="841"/>
                    <a:pt x="1467" y="857"/>
                    <a:pt x="1414" y="873"/>
                  </a:cubicBezTo>
                  <a:cubicBezTo>
                    <a:pt x="1265" y="925"/>
                    <a:pt x="1131" y="974"/>
                    <a:pt x="994" y="1026"/>
                  </a:cubicBezTo>
                  <a:cubicBezTo>
                    <a:pt x="776" y="1095"/>
                    <a:pt x="558" y="1160"/>
                    <a:pt x="323" y="1228"/>
                  </a:cubicBezTo>
                  <a:cubicBezTo>
                    <a:pt x="255" y="1245"/>
                    <a:pt x="186" y="1277"/>
                    <a:pt x="121" y="1297"/>
                  </a:cubicBezTo>
                  <a:cubicBezTo>
                    <a:pt x="85" y="1313"/>
                    <a:pt x="53" y="1329"/>
                    <a:pt x="20" y="1329"/>
                  </a:cubicBezTo>
                  <a:lnTo>
                    <a:pt x="0" y="1346"/>
                  </a:lnTo>
                  <a:lnTo>
                    <a:pt x="20" y="1362"/>
                  </a:lnTo>
                  <a:cubicBezTo>
                    <a:pt x="53" y="1346"/>
                    <a:pt x="85" y="1346"/>
                    <a:pt x="121" y="1329"/>
                  </a:cubicBezTo>
                  <a:cubicBezTo>
                    <a:pt x="186" y="1297"/>
                    <a:pt x="271" y="1277"/>
                    <a:pt x="339" y="1261"/>
                  </a:cubicBezTo>
                  <a:cubicBezTo>
                    <a:pt x="558" y="1196"/>
                    <a:pt x="792" y="1111"/>
                    <a:pt x="994" y="1043"/>
                  </a:cubicBezTo>
                  <a:cubicBezTo>
                    <a:pt x="1147" y="994"/>
                    <a:pt x="1281" y="942"/>
                    <a:pt x="1414" y="909"/>
                  </a:cubicBezTo>
                  <a:cubicBezTo>
                    <a:pt x="1483" y="893"/>
                    <a:pt x="1499" y="857"/>
                    <a:pt x="1499" y="792"/>
                  </a:cubicBezTo>
                  <a:lnTo>
                    <a:pt x="1499" y="521"/>
                  </a:lnTo>
                  <a:cubicBezTo>
                    <a:pt x="1515" y="352"/>
                    <a:pt x="1515" y="186"/>
                    <a:pt x="1499" y="17"/>
                  </a:cubicBezTo>
                  <a:cubicBezTo>
                    <a:pt x="1499" y="0"/>
                    <a:pt x="1483" y="0"/>
                    <a:pt x="1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3"/>
            <p:cNvSpPr/>
            <p:nvPr/>
          </p:nvSpPr>
          <p:spPr>
            <a:xfrm>
              <a:off x="1416701" y="2350026"/>
              <a:ext cx="83532" cy="207589"/>
            </a:xfrm>
            <a:custGeom>
              <a:rect b="b" l="l" r="r" t="t"/>
              <a:pathLst>
                <a:path extrusionOk="0" h="2090" w="841">
                  <a:moveTo>
                    <a:pt x="1" y="1"/>
                  </a:moveTo>
                  <a:lnTo>
                    <a:pt x="1" y="21"/>
                  </a:lnTo>
                  <a:cubicBezTo>
                    <a:pt x="17" y="37"/>
                    <a:pt x="17" y="37"/>
                    <a:pt x="33" y="37"/>
                  </a:cubicBezTo>
                  <a:cubicBezTo>
                    <a:pt x="49" y="53"/>
                    <a:pt x="65" y="69"/>
                    <a:pt x="82" y="86"/>
                  </a:cubicBezTo>
                  <a:cubicBezTo>
                    <a:pt x="304" y="372"/>
                    <a:pt x="538" y="659"/>
                    <a:pt x="772" y="962"/>
                  </a:cubicBezTo>
                  <a:cubicBezTo>
                    <a:pt x="809" y="1011"/>
                    <a:pt x="809" y="1079"/>
                    <a:pt x="809" y="1132"/>
                  </a:cubicBezTo>
                  <a:lnTo>
                    <a:pt x="809" y="1940"/>
                  </a:lnTo>
                  <a:cubicBezTo>
                    <a:pt x="809" y="1988"/>
                    <a:pt x="809" y="2041"/>
                    <a:pt x="788" y="2073"/>
                  </a:cubicBezTo>
                  <a:cubicBezTo>
                    <a:pt x="772" y="2089"/>
                    <a:pt x="788" y="2089"/>
                    <a:pt x="788" y="2089"/>
                  </a:cubicBezTo>
                  <a:lnTo>
                    <a:pt x="809" y="2089"/>
                  </a:lnTo>
                  <a:cubicBezTo>
                    <a:pt x="825" y="2041"/>
                    <a:pt x="841" y="1988"/>
                    <a:pt x="841" y="1940"/>
                  </a:cubicBezTo>
                  <a:lnTo>
                    <a:pt x="841" y="1132"/>
                  </a:lnTo>
                  <a:cubicBezTo>
                    <a:pt x="841" y="1063"/>
                    <a:pt x="841" y="995"/>
                    <a:pt x="788" y="946"/>
                  </a:cubicBezTo>
                  <a:cubicBezTo>
                    <a:pt x="554" y="643"/>
                    <a:pt x="320" y="356"/>
                    <a:pt x="102" y="69"/>
                  </a:cubicBezTo>
                  <a:lnTo>
                    <a:pt x="49" y="21"/>
                  </a:lnTo>
                  <a:cubicBezTo>
                    <a:pt x="33" y="21"/>
                    <a:pt x="3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3"/>
            <p:cNvSpPr/>
            <p:nvPr/>
          </p:nvSpPr>
          <p:spPr>
            <a:xfrm>
              <a:off x="1919881" y="3179389"/>
              <a:ext cx="126937" cy="206000"/>
            </a:xfrm>
            <a:custGeom>
              <a:rect b="b" l="l" r="r" t="t"/>
              <a:pathLst>
                <a:path extrusionOk="0" h="2074" w="1278">
                  <a:moveTo>
                    <a:pt x="65" y="1"/>
                  </a:moveTo>
                  <a:cubicBezTo>
                    <a:pt x="33" y="53"/>
                    <a:pt x="33" y="102"/>
                    <a:pt x="49" y="154"/>
                  </a:cubicBezTo>
                  <a:cubicBezTo>
                    <a:pt x="49" y="187"/>
                    <a:pt x="65" y="219"/>
                    <a:pt x="49" y="255"/>
                  </a:cubicBezTo>
                  <a:cubicBezTo>
                    <a:pt x="0" y="591"/>
                    <a:pt x="166" y="825"/>
                    <a:pt x="320" y="995"/>
                  </a:cubicBezTo>
                  <a:cubicBezTo>
                    <a:pt x="538" y="1213"/>
                    <a:pt x="740" y="1467"/>
                    <a:pt x="926" y="1701"/>
                  </a:cubicBezTo>
                  <a:cubicBezTo>
                    <a:pt x="1027" y="1802"/>
                    <a:pt x="1111" y="1903"/>
                    <a:pt x="1212" y="2021"/>
                  </a:cubicBezTo>
                  <a:cubicBezTo>
                    <a:pt x="1212" y="2037"/>
                    <a:pt x="1229" y="2037"/>
                    <a:pt x="1245" y="2053"/>
                  </a:cubicBezTo>
                  <a:lnTo>
                    <a:pt x="1261" y="2053"/>
                  </a:lnTo>
                  <a:lnTo>
                    <a:pt x="1261" y="2073"/>
                  </a:lnTo>
                  <a:lnTo>
                    <a:pt x="1277" y="2053"/>
                  </a:lnTo>
                  <a:lnTo>
                    <a:pt x="1277" y="2037"/>
                  </a:lnTo>
                  <a:cubicBezTo>
                    <a:pt x="1277" y="2037"/>
                    <a:pt x="1261" y="2037"/>
                    <a:pt x="1261" y="2021"/>
                  </a:cubicBezTo>
                  <a:cubicBezTo>
                    <a:pt x="1245" y="2021"/>
                    <a:pt x="1229" y="2004"/>
                    <a:pt x="1229" y="2004"/>
                  </a:cubicBezTo>
                  <a:cubicBezTo>
                    <a:pt x="1128" y="1887"/>
                    <a:pt x="1043" y="1786"/>
                    <a:pt x="958" y="1685"/>
                  </a:cubicBezTo>
                  <a:cubicBezTo>
                    <a:pt x="756" y="1447"/>
                    <a:pt x="554" y="1197"/>
                    <a:pt x="336" y="978"/>
                  </a:cubicBezTo>
                  <a:cubicBezTo>
                    <a:pt x="118" y="724"/>
                    <a:pt x="33" y="506"/>
                    <a:pt x="85" y="255"/>
                  </a:cubicBezTo>
                  <a:cubicBezTo>
                    <a:pt x="85" y="219"/>
                    <a:pt x="85" y="187"/>
                    <a:pt x="65" y="154"/>
                  </a:cubicBezTo>
                  <a:cubicBezTo>
                    <a:pt x="65" y="102"/>
                    <a:pt x="49" y="69"/>
                    <a:pt x="85" y="17"/>
                  </a:cubicBezTo>
                  <a:lnTo>
                    <a:pt x="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3"/>
            <p:cNvSpPr/>
            <p:nvPr/>
          </p:nvSpPr>
          <p:spPr>
            <a:xfrm>
              <a:off x="1386605" y="1290327"/>
              <a:ext cx="6555" cy="73600"/>
            </a:xfrm>
            <a:custGeom>
              <a:rect b="b" l="l" r="r" t="t"/>
              <a:pathLst>
                <a:path extrusionOk="0" h="741" w="66">
                  <a:moveTo>
                    <a:pt x="17" y="1"/>
                  </a:moveTo>
                  <a:lnTo>
                    <a:pt x="1" y="17"/>
                  </a:lnTo>
                  <a:cubicBezTo>
                    <a:pt x="17" y="134"/>
                    <a:pt x="17" y="235"/>
                    <a:pt x="17" y="352"/>
                  </a:cubicBezTo>
                  <a:lnTo>
                    <a:pt x="17" y="554"/>
                  </a:lnTo>
                  <a:lnTo>
                    <a:pt x="17" y="623"/>
                  </a:lnTo>
                  <a:cubicBezTo>
                    <a:pt x="17" y="655"/>
                    <a:pt x="17" y="708"/>
                    <a:pt x="33" y="740"/>
                  </a:cubicBezTo>
                  <a:lnTo>
                    <a:pt x="49" y="740"/>
                  </a:lnTo>
                  <a:cubicBezTo>
                    <a:pt x="65" y="740"/>
                    <a:pt x="65" y="740"/>
                    <a:pt x="49" y="724"/>
                  </a:cubicBezTo>
                  <a:cubicBezTo>
                    <a:pt x="33" y="692"/>
                    <a:pt x="33" y="655"/>
                    <a:pt x="49" y="623"/>
                  </a:cubicBezTo>
                  <a:lnTo>
                    <a:pt x="49" y="554"/>
                  </a:lnTo>
                  <a:lnTo>
                    <a:pt x="49" y="352"/>
                  </a:lnTo>
                  <a:cubicBezTo>
                    <a:pt x="49" y="235"/>
                    <a:pt x="49" y="134"/>
                    <a:pt x="33"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3"/>
            <p:cNvSpPr/>
            <p:nvPr/>
          </p:nvSpPr>
          <p:spPr>
            <a:xfrm>
              <a:off x="1670675" y="3034176"/>
              <a:ext cx="6953" cy="70322"/>
            </a:xfrm>
            <a:custGeom>
              <a:rect b="b" l="l" r="r" t="t"/>
              <a:pathLst>
                <a:path extrusionOk="0" h="708" w="70">
                  <a:moveTo>
                    <a:pt x="49" y="0"/>
                  </a:moveTo>
                  <a:cubicBezTo>
                    <a:pt x="49" y="0"/>
                    <a:pt x="33" y="0"/>
                    <a:pt x="33" y="17"/>
                  </a:cubicBezTo>
                  <a:cubicBezTo>
                    <a:pt x="17" y="118"/>
                    <a:pt x="17" y="235"/>
                    <a:pt x="17" y="336"/>
                  </a:cubicBezTo>
                  <a:cubicBezTo>
                    <a:pt x="17" y="404"/>
                    <a:pt x="33" y="469"/>
                    <a:pt x="17" y="538"/>
                  </a:cubicBezTo>
                  <a:lnTo>
                    <a:pt x="17" y="586"/>
                  </a:lnTo>
                  <a:cubicBezTo>
                    <a:pt x="33" y="623"/>
                    <a:pt x="33" y="655"/>
                    <a:pt x="17" y="687"/>
                  </a:cubicBezTo>
                  <a:cubicBezTo>
                    <a:pt x="1" y="687"/>
                    <a:pt x="17" y="687"/>
                    <a:pt x="17" y="707"/>
                  </a:cubicBezTo>
                  <a:lnTo>
                    <a:pt x="33" y="687"/>
                  </a:lnTo>
                  <a:cubicBezTo>
                    <a:pt x="49" y="655"/>
                    <a:pt x="49" y="623"/>
                    <a:pt x="49" y="586"/>
                  </a:cubicBezTo>
                  <a:lnTo>
                    <a:pt x="49" y="538"/>
                  </a:lnTo>
                  <a:lnTo>
                    <a:pt x="49" y="336"/>
                  </a:lnTo>
                  <a:cubicBezTo>
                    <a:pt x="49" y="235"/>
                    <a:pt x="49" y="118"/>
                    <a:pt x="70" y="17"/>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3"/>
            <p:cNvSpPr/>
            <p:nvPr/>
          </p:nvSpPr>
          <p:spPr>
            <a:xfrm>
              <a:off x="1037180" y="2207991"/>
              <a:ext cx="1689" cy="68733"/>
            </a:xfrm>
            <a:custGeom>
              <a:rect b="b" l="l" r="r" t="t"/>
              <a:pathLst>
                <a:path extrusionOk="0" h="692" w="17">
                  <a:moveTo>
                    <a:pt x="0" y="1"/>
                  </a:moveTo>
                  <a:lnTo>
                    <a:pt x="0" y="692"/>
                  </a:lnTo>
                  <a:lnTo>
                    <a:pt x="16" y="692"/>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3"/>
            <p:cNvSpPr/>
            <p:nvPr/>
          </p:nvSpPr>
          <p:spPr>
            <a:xfrm>
              <a:off x="461790" y="2019075"/>
              <a:ext cx="179083" cy="102404"/>
            </a:xfrm>
            <a:custGeom>
              <a:rect b="b" l="l" r="r" t="t"/>
              <a:pathLst>
                <a:path extrusionOk="0" h="1031" w="1803">
                  <a:moveTo>
                    <a:pt x="1786" y="0"/>
                  </a:moveTo>
                  <a:cubicBezTo>
                    <a:pt x="1770" y="20"/>
                    <a:pt x="1770" y="36"/>
                    <a:pt x="1754" y="53"/>
                  </a:cubicBezTo>
                  <a:cubicBezTo>
                    <a:pt x="1754" y="69"/>
                    <a:pt x="1754" y="85"/>
                    <a:pt x="1717" y="101"/>
                  </a:cubicBezTo>
                  <a:cubicBezTo>
                    <a:pt x="1467" y="238"/>
                    <a:pt x="1212" y="372"/>
                    <a:pt x="962" y="505"/>
                  </a:cubicBezTo>
                  <a:cubicBezTo>
                    <a:pt x="893" y="541"/>
                    <a:pt x="828" y="574"/>
                    <a:pt x="776" y="606"/>
                  </a:cubicBezTo>
                  <a:cubicBezTo>
                    <a:pt x="590" y="691"/>
                    <a:pt x="424" y="792"/>
                    <a:pt x="255" y="877"/>
                  </a:cubicBezTo>
                  <a:lnTo>
                    <a:pt x="21" y="1010"/>
                  </a:lnTo>
                  <a:cubicBezTo>
                    <a:pt x="0" y="1010"/>
                    <a:pt x="0" y="1010"/>
                    <a:pt x="0" y="1030"/>
                  </a:cubicBezTo>
                  <a:lnTo>
                    <a:pt x="21" y="1030"/>
                  </a:lnTo>
                  <a:lnTo>
                    <a:pt x="271" y="909"/>
                  </a:lnTo>
                  <a:cubicBezTo>
                    <a:pt x="441" y="808"/>
                    <a:pt x="606" y="727"/>
                    <a:pt x="776" y="626"/>
                  </a:cubicBezTo>
                  <a:cubicBezTo>
                    <a:pt x="845" y="590"/>
                    <a:pt x="909" y="558"/>
                    <a:pt x="978" y="525"/>
                  </a:cubicBezTo>
                  <a:cubicBezTo>
                    <a:pt x="1212" y="388"/>
                    <a:pt x="1483" y="255"/>
                    <a:pt x="1737" y="137"/>
                  </a:cubicBezTo>
                  <a:cubicBezTo>
                    <a:pt x="1770" y="101"/>
                    <a:pt x="1786" y="85"/>
                    <a:pt x="1786" y="53"/>
                  </a:cubicBezTo>
                  <a:cubicBezTo>
                    <a:pt x="1786" y="53"/>
                    <a:pt x="1786" y="36"/>
                    <a:pt x="1802" y="36"/>
                  </a:cubicBezTo>
                  <a:lnTo>
                    <a:pt x="18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3"/>
            <p:cNvSpPr/>
            <p:nvPr/>
          </p:nvSpPr>
          <p:spPr>
            <a:xfrm>
              <a:off x="1669085" y="2054335"/>
              <a:ext cx="4966" cy="70322"/>
            </a:xfrm>
            <a:custGeom>
              <a:rect b="b" l="l" r="r" t="t"/>
              <a:pathLst>
                <a:path extrusionOk="0" h="708" w="50">
                  <a:moveTo>
                    <a:pt x="33" y="1"/>
                  </a:moveTo>
                  <a:lnTo>
                    <a:pt x="33" y="17"/>
                  </a:lnTo>
                  <a:cubicBezTo>
                    <a:pt x="1" y="118"/>
                    <a:pt x="17" y="235"/>
                    <a:pt x="17" y="336"/>
                  </a:cubicBezTo>
                  <a:lnTo>
                    <a:pt x="17" y="538"/>
                  </a:lnTo>
                  <a:lnTo>
                    <a:pt x="17" y="590"/>
                  </a:lnTo>
                  <a:cubicBezTo>
                    <a:pt x="17" y="623"/>
                    <a:pt x="17" y="655"/>
                    <a:pt x="1" y="691"/>
                  </a:cubicBezTo>
                  <a:lnTo>
                    <a:pt x="1" y="707"/>
                  </a:lnTo>
                  <a:lnTo>
                    <a:pt x="17" y="707"/>
                  </a:lnTo>
                  <a:lnTo>
                    <a:pt x="17" y="691"/>
                  </a:lnTo>
                  <a:cubicBezTo>
                    <a:pt x="49" y="655"/>
                    <a:pt x="33" y="623"/>
                    <a:pt x="33" y="590"/>
                  </a:cubicBezTo>
                  <a:lnTo>
                    <a:pt x="33" y="538"/>
                  </a:lnTo>
                  <a:lnTo>
                    <a:pt x="33" y="336"/>
                  </a:lnTo>
                  <a:cubicBezTo>
                    <a:pt x="33" y="235"/>
                    <a:pt x="33" y="118"/>
                    <a:pt x="49" y="17"/>
                  </a:cubicBezTo>
                  <a:cubicBezTo>
                    <a:pt x="49" y="17"/>
                    <a:pt x="4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3"/>
            <p:cNvSpPr/>
            <p:nvPr/>
          </p:nvSpPr>
          <p:spPr>
            <a:xfrm>
              <a:off x="687655" y="3423332"/>
              <a:ext cx="137366" cy="152563"/>
            </a:xfrm>
            <a:custGeom>
              <a:rect b="b" l="l" r="r" t="t"/>
              <a:pathLst>
                <a:path extrusionOk="0" h="1536" w="1383">
                  <a:moveTo>
                    <a:pt x="1330" y="1"/>
                  </a:moveTo>
                  <a:cubicBezTo>
                    <a:pt x="1314" y="37"/>
                    <a:pt x="1314" y="86"/>
                    <a:pt x="1330" y="122"/>
                  </a:cubicBezTo>
                  <a:cubicBezTo>
                    <a:pt x="1330" y="171"/>
                    <a:pt x="1346" y="203"/>
                    <a:pt x="1297" y="223"/>
                  </a:cubicBezTo>
                  <a:cubicBezTo>
                    <a:pt x="1261" y="255"/>
                    <a:pt x="1213" y="255"/>
                    <a:pt x="1160" y="272"/>
                  </a:cubicBezTo>
                  <a:cubicBezTo>
                    <a:pt x="1144" y="288"/>
                    <a:pt x="1112" y="288"/>
                    <a:pt x="1079" y="304"/>
                  </a:cubicBezTo>
                  <a:cubicBezTo>
                    <a:pt x="825" y="389"/>
                    <a:pt x="554" y="474"/>
                    <a:pt x="287" y="575"/>
                  </a:cubicBezTo>
                  <a:lnTo>
                    <a:pt x="17" y="659"/>
                  </a:lnTo>
                  <a:lnTo>
                    <a:pt x="1" y="676"/>
                  </a:lnTo>
                  <a:lnTo>
                    <a:pt x="1" y="1011"/>
                  </a:lnTo>
                  <a:cubicBezTo>
                    <a:pt x="1" y="1180"/>
                    <a:pt x="1" y="1350"/>
                    <a:pt x="17" y="1536"/>
                  </a:cubicBezTo>
                  <a:lnTo>
                    <a:pt x="33" y="1536"/>
                  </a:lnTo>
                  <a:cubicBezTo>
                    <a:pt x="33" y="1536"/>
                    <a:pt x="49" y="1536"/>
                    <a:pt x="49" y="1516"/>
                  </a:cubicBezTo>
                  <a:cubicBezTo>
                    <a:pt x="17" y="1350"/>
                    <a:pt x="33" y="1180"/>
                    <a:pt x="33" y="1011"/>
                  </a:cubicBezTo>
                  <a:lnTo>
                    <a:pt x="33" y="692"/>
                  </a:lnTo>
                  <a:lnTo>
                    <a:pt x="304" y="591"/>
                  </a:lnTo>
                  <a:cubicBezTo>
                    <a:pt x="574" y="506"/>
                    <a:pt x="825" y="405"/>
                    <a:pt x="1095" y="324"/>
                  </a:cubicBezTo>
                  <a:cubicBezTo>
                    <a:pt x="1112" y="304"/>
                    <a:pt x="1144" y="304"/>
                    <a:pt x="1180" y="304"/>
                  </a:cubicBezTo>
                  <a:cubicBezTo>
                    <a:pt x="1229" y="288"/>
                    <a:pt x="1281" y="272"/>
                    <a:pt x="1314" y="255"/>
                  </a:cubicBezTo>
                  <a:cubicBezTo>
                    <a:pt x="1382" y="223"/>
                    <a:pt x="1362" y="171"/>
                    <a:pt x="1346" y="122"/>
                  </a:cubicBezTo>
                  <a:cubicBezTo>
                    <a:pt x="1346" y="86"/>
                    <a:pt x="1330" y="53"/>
                    <a:pt x="1346" y="21"/>
                  </a:cubicBezTo>
                  <a:cubicBezTo>
                    <a:pt x="1362" y="21"/>
                    <a:pt x="1346"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3"/>
            <p:cNvSpPr/>
            <p:nvPr/>
          </p:nvSpPr>
          <p:spPr>
            <a:xfrm>
              <a:off x="669181" y="3593873"/>
              <a:ext cx="148988" cy="140545"/>
            </a:xfrm>
            <a:custGeom>
              <a:rect b="b" l="l" r="r" t="t"/>
              <a:pathLst>
                <a:path extrusionOk="0" h="1415" w="1500">
                  <a:moveTo>
                    <a:pt x="1483" y="1"/>
                  </a:moveTo>
                  <a:lnTo>
                    <a:pt x="1197" y="69"/>
                  </a:lnTo>
                  <a:cubicBezTo>
                    <a:pt x="978" y="138"/>
                    <a:pt x="740" y="203"/>
                    <a:pt x="506" y="271"/>
                  </a:cubicBezTo>
                  <a:cubicBezTo>
                    <a:pt x="437" y="288"/>
                    <a:pt x="372" y="304"/>
                    <a:pt x="304" y="340"/>
                  </a:cubicBezTo>
                  <a:cubicBezTo>
                    <a:pt x="235" y="356"/>
                    <a:pt x="187" y="372"/>
                    <a:pt x="118" y="389"/>
                  </a:cubicBezTo>
                  <a:cubicBezTo>
                    <a:pt x="33" y="425"/>
                    <a:pt x="1" y="457"/>
                    <a:pt x="1" y="558"/>
                  </a:cubicBezTo>
                  <a:lnTo>
                    <a:pt x="1" y="1164"/>
                  </a:lnTo>
                  <a:lnTo>
                    <a:pt x="1" y="1398"/>
                  </a:lnTo>
                  <a:cubicBezTo>
                    <a:pt x="1" y="1415"/>
                    <a:pt x="1" y="1415"/>
                    <a:pt x="17" y="1415"/>
                  </a:cubicBezTo>
                  <a:cubicBezTo>
                    <a:pt x="17" y="1415"/>
                    <a:pt x="33" y="1415"/>
                    <a:pt x="33" y="1398"/>
                  </a:cubicBezTo>
                  <a:lnTo>
                    <a:pt x="33" y="1164"/>
                  </a:lnTo>
                  <a:cubicBezTo>
                    <a:pt x="33" y="962"/>
                    <a:pt x="33" y="760"/>
                    <a:pt x="17" y="558"/>
                  </a:cubicBezTo>
                  <a:cubicBezTo>
                    <a:pt x="17" y="473"/>
                    <a:pt x="53" y="441"/>
                    <a:pt x="118" y="425"/>
                  </a:cubicBezTo>
                  <a:cubicBezTo>
                    <a:pt x="187" y="389"/>
                    <a:pt x="255" y="372"/>
                    <a:pt x="304" y="356"/>
                  </a:cubicBezTo>
                  <a:cubicBezTo>
                    <a:pt x="372" y="340"/>
                    <a:pt x="457" y="324"/>
                    <a:pt x="522" y="288"/>
                  </a:cubicBezTo>
                  <a:cubicBezTo>
                    <a:pt x="740" y="239"/>
                    <a:pt x="978" y="170"/>
                    <a:pt x="1213" y="102"/>
                  </a:cubicBezTo>
                  <a:lnTo>
                    <a:pt x="1483" y="21"/>
                  </a:lnTo>
                  <a:cubicBezTo>
                    <a:pt x="1500" y="21"/>
                    <a:pt x="1500" y="21"/>
                    <a:pt x="1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3"/>
            <p:cNvSpPr/>
            <p:nvPr/>
          </p:nvSpPr>
          <p:spPr>
            <a:xfrm>
              <a:off x="1257880" y="1940111"/>
              <a:ext cx="215535" cy="75785"/>
            </a:xfrm>
            <a:custGeom>
              <a:rect b="b" l="l" r="r" t="t"/>
              <a:pathLst>
                <a:path extrusionOk="0" h="763" w="2170">
                  <a:moveTo>
                    <a:pt x="1547" y="0"/>
                  </a:moveTo>
                  <a:cubicBezTo>
                    <a:pt x="1507" y="0"/>
                    <a:pt x="1464" y="14"/>
                    <a:pt x="1414" y="40"/>
                  </a:cubicBezTo>
                  <a:cubicBezTo>
                    <a:pt x="1228" y="157"/>
                    <a:pt x="1026" y="258"/>
                    <a:pt x="824" y="343"/>
                  </a:cubicBezTo>
                  <a:cubicBezTo>
                    <a:pt x="755" y="391"/>
                    <a:pt x="671" y="427"/>
                    <a:pt x="590" y="460"/>
                  </a:cubicBezTo>
                  <a:cubicBezTo>
                    <a:pt x="537" y="492"/>
                    <a:pt x="489" y="512"/>
                    <a:pt x="420" y="545"/>
                  </a:cubicBezTo>
                  <a:cubicBezTo>
                    <a:pt x="287" y="613"/>
                    <a:pt x="149" y="694"/>
                    <a:pt x="16" y="730"/>
                  </a:cubicBezTo>
                  <a:cubicBezTo>
                    <a:pt x="0" y="730"/>
                    <a:pt x="0" y="747"/>
                    <a:pt x="0" y="747"/>
                  </a:cubicBezTo>
                  <a:lnTo>
                    <a:pt x="16" y="763"/>
                  </a:lnTo>
                  <a:cubicBezTo>
                    <a:pt x="166" y="714"/>
                    <a:pt x="303" y="646"/>
                    <a:pt x="436" y="577"/>
                  </a:cubicBezTo>
                  <a:cubicBezTo>
                    <a:pt x="489" y="545"/>
                    <a:pt x="553" y="512"/>
                    <a:pt x="606" y="476"/>
                  </a:cubicBezTo>
                  <a:cubicBezTo>
                    <a:pt x="691" y="444"/>
                    <a:pt x="755" y="411"/>
                    <a:pt x="840" y="375"/>
                  </a:cubicBezTo>
                  <a:cubicBezTo>
                    <a:pt x="1042" y="274"/>
                    <a:pt x="1244" y="189"/>
                    <a:pt x="1430" y="72"/>
                  </a:cubicBezTo>
                  <a:cubicBezTo>
                    <a:pt x="1475" y="47"/>
                    <a:pt x="1515" y="34"/>
                    <a:pt x="1552" y="34"/>
                  </a:cubicBezTo>
                  <a:cubicBezTo>
                    <a:pt x="1612" y="34"/>
                    <a:pt x="1664" y="68"/>
                    <a:pt x="1717" y="141"/>
                  </a:cubicBezTo>
                  <a:cubicBezTo>
                    <a:pt x="1850" y="326"/>
                    <a:pt x="1951" y="460"/>
                    <a:pt x="2036" y="613"/>
                  </a:cubicBezTo>
                  <a:cubicBezTo>
                    <a:pt x="2068" y="662"/>
                    <a:pt x="2105" y="694"/>
                    <a:pt x="2137" y="714"/>
                  </a:cubicBezTo>
                  <a:lnTo>
                    <a:pt x="2169" y="714"/>
                  </a:lnTo>
                  <a:lnTo>
                    <a:pt x="2153" y="694"/>
                  </a:lnTo>
                  <a:cubicBezTo>
                    <a:pt x="2121" y="662"/>
                    <a:pt x="2105" y="646"/>
                    <a:pt x="2068" y="593"/>
                  </a:cubicBezTo>
                  <a:cubicBezTo>
                    <a:pt x="1967" y="444"/>
                    <a:pt x="1866" y="310"/>
                    <a:pt x="1733" y="124"/>
                  </a:cubicBezTo>
                  <a:cubicBezTo>
                    <a:pt x="1670" y="39"/>
                    <a:pt x="1613"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3"/>
            <p:cNvSpPr/>
            <p:nvPr/>
          </p:nvSpPr>
          <p:spPr>
            <a:xfrm>
              <a:off x="1643857" y="2838407"/>
              <a:ext cx="6853" cy="70223"/>
            </a:xfrm>
            <a:custGeom>
              <a:rect b="b" l="l" r="r" t="t"/>
              <a:pathLst>
                <a:path extrusionOk="0" h="707" w="69">
                  <a:moveTo>
                    <a:pt x="53" y="0"/>
                  </a:moveTo>
                  <a:cubicBezTo>
                    <a:pt x="53" y="0"/>
                    <a:pt x="37" y="0"/>
                    <a:pt x="37" y="16"/>
                  </a:cubicBezTo>
                  <a:cubicBezTo>
                    <a:pt x="16" y="117"/>
                    <a:pt x="16" y="234"/>
                    <a:pt x="16" y="335"/>
                  </a:cubicBezTo>
                  <a:lnTo>
                    <a:pt x="16" y="558"/>
                  </a:lnTo>
                  <a:lnTo>
                    <a:pt x="16" y="590"/>
                  </a:lnTo>
                  <a:cubicBezTo>
                    <a:pt x="16" y="622"/>
                    <a:pt x="37" y="659"/>
                    <a:pt x="16" y="675"/>
                  </a:cubicBezTo>
                  <a:cubicBezTo>
                    <a:pt x="0" y="691"/>
                    <a:pt x="0" y="691"/>
                    <a:pt x="16" y="691"/>
                  </a:cubicBezTo>
                  <a:lnTo>
                    <a:pt x="16" y="707"/>
                  </a:lnTo>
                  <a:lnTo>
                    <a:pt x="37" y="691"/>
                  </a:lnTo>
                  <a:cubicBezTo>
                    <a:pt x="53" y="659"/>
                    <a:pt x="53" y="622"/>
                    <a:pt x="53" y="590"/>
                  </a:cubicBezTo>
                  <a:lnTo>
                    <a:pt x="53" y="558"/>
                  </a:lnTo>
                  <a:lnTo>
                    <a:pt x="53" y="335"/>
                  </a:lnTo>
                  <a:cubicBezTo>
                    <a:pt x="53" y="234"/>
                    <a:pt x="53" y="117"/>
                    <a:pt x="69" y="16"/>
                  </a:cubicBezTo>
                  <a:cubicBezTo>
                    <a:pt x="69" y="0"/>
                    <a:pt x="5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3"/>
            <p:cNvSpPr/>
            <p:nvPr/>
          </p:nvSpPr>
          <p:spPr>
            <a:xfrm>
              <a:off x="2086747" y="2838407"/>
              <a:ext cx="95650" cy="130414"/>
            </a:xfrm>
            <a:custGeom>
              <a:rect b="b" l="l" r="r" t="t"/>
              <a:pathLst>
                <a:path extrusionOk="0" h="1313" w="963">
                  <a:moveTo>
                    <a:pt x="1" y="0"/>
                  </a:moveTo>
                  <a:cubicBezTo>
                    <a:pt x="1" y="16"/>
                    <a:pt x="1" y="16"/>
                    <a:pt x="21" y="16"/>
                  </a:cubicBezTo>
                  <a:cubicBezTo>
                    <a:pt x="53" y="32"/>
                    <a:pt x="70" y="69"/>
                    <a:pt x="86" y="101"/>
                  </a:cubicBezTo>
                  <a:cubicBezTo>
                    <a:pt x="102" y="101"/>
                    <a:pt x="102" y="101"/>
                    <a:pt x="102" y="117"/>
                  </a:cubicBezTo>
                  <a:cubicBezTo>
                    <a:pt x="187" y="218"/>
                    <a:pt x="255" y="335"/>
                    <a:pt x="340" y="457"/>
                  </a:cubicBezTo>
                  <a:cubicBezTo>
                    <a:pt x="457" y="659"/>
                    <a:pt x="591" y="840"/>
                    <a:pt x="728" y="1042"/>
                  </a:cubicBezTo>
                  <a:cubicBezTo>
                    <a:pt x="744" y="1062"/>
                    <a:pt x="760" y="1095"/>
                    <a:pt x="777" y="1127"/>
                  </a:cubicBezTo>
                  <a:cubicBezTo>
                    <a:pt x="809" y="1196"/>
                    <a:pt x="861" y="1281"/>
                    <a:pt x="946" y="1313"/>
                  </a:cubicBezTo>
                  <a:lnTo>
                    <a:pt x="962" y="1313"/>
                  </a:lnTo>
                  <a:lnTo>
                    <a:pt x="962" y="1297"/>
                  </a:lnTo>
                  <a:lnTo>
                    <a:pt x="962" y="1281"/>
                  </a:lnTo>
                  <a:cubicBezTo>
                    <a:pt x="878" y="1264"/>
                    <a:pt x="845" y="1196"/>
                    <a:pt x="793" y="1111"/>
                  </a:cubicBezTo>
                  <a:cubicBezTo>
                    <a:pt x="793" y="1079"/>
                    <a:pt x="777" y="1062"/>
                    <a:pt x="760" y="1026"/>
                  </a:cubicBezTo>
                  <a:cubicBezTo>
                    <a:pt x="607" y="840"/>
                    <a:pt x="490" y="638"/>
                    <a:pt x="356" y="436"/>
                  </a:cubicBezTo>
                  <a:cubicBezTo>
                    <a:pt x="272" y="319"/>
                    <a:pt x="203" y="218"/>
                    <a:pt x="122" y="101"/>
                  </a:cubicBezTo>
                  <a:lnTo>
                    <a:pt x="122" y="85"/>
                  </a:lnTo>
                  <a:cubicBezTo>
                    <a:pt x="86" y="53"/>
                    <a:pt x="70" y="1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3"/>
            <p:cNvSpPr/>
            <p:nvPr/>
          </p:nvSpPr>
          <p:spPr>
            <a:xfrm>
              <a:off x="511949" y="2368500"/>
              <a:ext cx="128924" cy="170640"/>
            </a:xfrm>
            <a:custGeom>
              <a:rect b="b" l="l" r="r" t="t"/>
              <a:pathLst>
                <a:path extrusionOk="0" h="1718" w="1298">
                  <a:moveTo>
                    <a:pt x="1281" y="1"/>
                  </a:moveTo>
                  <a:cubicBezTo>
                    <a:pt x="1212" y="85"/>
                    <a:pt x="1232" y="186"/>
                    <a:pt x="1249" y="271"/>
                  </a:cubicBezTo>
                  <a:cubicBezTo>
                    <a:pt x="1265" y="405"/>
                    <a:pt x="1265" y="558"/>
                    <a:pt x="1249" y="691"/>
                  </a:cubicBezTo>
                  <a:cubicBezTo>
                    <a:pt x="1249" y="809"/>
                    <a:pt x="1249" y="926"/>
                    <a:pt x="1265" y="1047"/>
                  </a:cubicBezTo>
                  <a:cubicBezTo>
                    <a:pt x="1265" y="1095"/>
                    <a:pt x="1232" y="1112"/>
                    <a:pt x="1196" y="1128"/>
                  </a:cubicBezTo>
                  <a:lnTo>
                    <a:pt x="1164" y="1128"/>
                  </a:lnTo>
                  <a:cubicBezTo>
                    <a:pt x="877" y="1281"/>
                    <a:pt x="574" y="1431"/>
                    <a:pt x="271" y="1568"/>
                  </a:cubicBezTo>
                  <a:lnTo>
                    <a:pt x="0" y="1685"/>
                  </a:lnTo>
                  <a:lnTo>
                    <a:pt x="0" y="1701"/>
                  </a:lnTo>
                  <a:lnTo>
                    <a:pt x="20" y="1717"/>
                  </a:lnTo>
                  <a:lnTo>
                    <a:pt x="271" y="1600"/>
                  </a:lnTo>
                  <a:cubicBezTo>
                    <a:pt x="574" y="1451"/>
                    <a:pt x="877" y="1297"/>
                    <a:pt x="1180" y="1164"/>
                  </a:cubicBezTo>
                  <a:cubicBezTo>
                    <a:pt x="1196" y="1164"/>
                    <a:pt x="1196" y="1148"/>
                    <a:pt x="1196" y="1148"/>
                  </a:cubicBezTo>
                  <a:cubicBezTo>
                    <a:pt x="1249" y="1128"/>
                    <a:pt x="1297" y="1112"/>
                    <a:pt x="1281" y="1047"/>
                  </a:cubicBezTo>
                  <a:lnTo>
                    <a:pt x="1281" y="691"/>
                  </a:lnTo>
                  <a:cubicBezTo>
                    <a:pt x="1281" y="558"/>
                    <a:pt x="1281" y="405"/>
                    <a:pt x="1265" y="271"/>
                  </a:cubicBezTo>
                  <a:lnTo>
                    <a:pt x="1265" y="255"/>
                  </a:lnTo>
                  <a:cubicBezTo>
                    <a:pt x="1265" y="203"/>
                    <a:pt x="1249" y="85"/>
                    <a:pt x="1297" y="17"/>
                  </a:cubicBezTo>
                  <a:lnTo>
                    <a:pt x="12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3"/>
            <p:cNvSpPr/>
            <p:nvPr/>
          </p:nvSpPr>
          <p:spPr>
            <a:xfrm>
              <a:off x="1257880" y="1358961"/>
              <a:ext cx="155344" cy="93663"/>
            </a:xfrm>
            <a:custGeom>
              <a:rect b="b" l="l" r="r" t="t"/>
              <a:pathLst>
                <a:path extrusionOk="0" h="943" w="1564">
                  <a:moveTo>
                    <a:pt x="1547" y="1"/>
                  </a:moveTo>
                  <a:cubicBezTo>
                    <a:pt x="1398" y="49"/>
                    <a:pt x="1260" y="134"/>
                    <a:pt x="1127" y="219"/>
                  </a:cubicBezTo>
                  <a:cubicBezTo>
                    <a:pt x="1075" y="251"/>
                    <a:pt x="1010" y="304"/>
                    <a:pt x="941" y="336"/>
                  </a:cubicBezTo>
                  <a:cubicBezTo>
                    <a:pt x="808" y="405"/>
                    <a:pt x="671" y="486"/>
                    <a:pt x="537" y="570"/>
                  </a:cubicBezTo>
                  <a:cubicBezTo>
                    <a:pt x="404" y="655"/>
                    <a:pt x="250" y="740"/>
                    <a:pt x="101" y="825"/>
                  </a:cubicBezTo>
                  <a:cubicBezTo>
                    <a:pt x="48" y="857"/>
                    <a:pt x="32" y="890"/>
                    <a:pt x="0" y="926"/>
                  </a:cubicBezTo>
                  <a:cubicBezTo>
                    <a:pt x="0" y="942"/>
                    <a:pt x="0" y="942"/>
                    <a:pt x="16" y="942"/>
                  </a:cubicBezTo>
                  <a:lnTo>
                    <a:pt x="32" y="942"/>
                  </a:lnTo>
                  <a:cubicBezTo>
                    <a:pt x="48" y="910"/>
                    <a:pt x="65" y="873"/>
                    <a:pt x="117" y="841"/>
                  </a:cubicBezTo>
                  <a:cubicBezTo>
                    <a:pt x="267" y="772"/>
                    <a:pt x="404" y="671"/>
                    <a:pt x="553" y="587"/>
                  </a:cubicBezTo>
                  <a:cubicBezTo>
                    <a:pt x="691" y="522"/>
                    <a:pt x="824" y="437"/>
                    <a:pt x="957" y="352"/>
                  </a:cubicBezTo>
                  <a:cubicBezTo>
                    <a:pt x="1026" y="320"/>
                    <a:pt x="1075" y="284"/>
                    <a:pt x="1143" y="235"/>
                  </a:cubicBezTo>
                  <a:cubicBezTo>
                    <a:pt x="1260" y="166"/>
                    <a:pt x="1398" y="82"/>
                    <a:pt x="1547" y="33"/>
                  </a:cubicBezTo>
                  <a:lnTo>
                    <a:pt x="1563" y="17"/>
                  </a:lnTo>
                  <a:lnTo>
                    <a:pt x="15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3"/>
            <p:cNvSpPr/>
            <p:nvPr/>
          </p:nvSpPr>
          <p:spPr>
            <a:xfrm>
              <a:off x="1189246" y="1948852"/>
              <a:ext cx="3278" cy="73898"/>
            </a:xfrm>
            <a:custGeom>
              <a:rect b="b" l="l" r="r" t="t"/>
              <a:pathLst>
                <a:path extrusionOk="0" h="744" w="33">
                  <a:moveTo>
                    <a:pt x="0" y="0"/>
                  </a:moveTo>
                  <a:lnTo>
                    <a:pt x="0" y="20"/>
                  </a:lnTo>
                  <a:cubicBezTo>
                    <a:pt x="16" y="170"/>
                    <a:pt x="16" y="323"/>
                    <a:pt x="0" y="457"/>
                  </a:cubicBezTo>
                  <a:lnTo>
                    <a:pt x="0" y="727"/>
                  </a:lnTo>
                  <a:lnTo>
                    <a:pt x="16" y="743"/>
                  </a:lnTo>
                  <a:cubicBezTo>
                    <a:pt x="33" y="743"/>
                    <a:pt x="33" y="727"/>
                    <a:pt x="33" y="727"/>
                  </a:cubicBezTo>
                  <a:lnTo>
                    <a:pt x="33" y="457"/>
                  </a:lnTo>
                  <a:cubicBezTo>
                    <a:pt x="33" y="323"/>
                    <a:pt x="33" y="170"/>
                    <a:pt x="16" y="20"/>
                  </a:cubicBezTo>
                  <a:cubicBezTo>
                    <a:pt x="16" y="20"/>
                    <a:pt x="1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3"/>
            <p:cNvSpPr/>
            <p:nvPr/>
          </p:nvSpPr>
          <p:spPr>
            <a:xfrm>
              <a:off x="456923" y="1855288"/>
              <a:ext cx="182261" cy="223978"/>
            </a:xfrm>
            <a:custGeom>
              <a:rect b="b" l="l" r="r" t="t"/>
              <a:pathLst>
                <a:path extrusionOk="0" h="2255" w="1835">
                  <a:moveTo>
                    <a:pt x="1766" y="1"/>
                  </a:moveTo>
                  <a:lnTo>
                    <a:pt x="1665" y="70"/>
                  </a:lnTo>
                  <a:cubicBezTo>
                    <a:pt x="1601" y="102"/>
                    <a:pt x="1532" y="134"/>
                    <a:pt x="1447" y="187"/>
                  </a:cubicBezTo>
                  <a:lnTo>
                    <a:pt x="473" y="740"/>
                  </a:lnTo>
                  <a:cubicBezTo>
                    <a:pt x="453" y="740"/>
                    <a:pt x="453" y="740"/>
                    <a:pt x="473" y="760"/>
                  </a:cubicBezTo>
                  <a:lnTo>
                    <a:pt x="490" y="760"/>
                  </a:lnTo>
                  <a:lnTo>
                    <a:pt x="1463" y="203"/>
                  </a:lnTo>
                  <a:cubicBezTo>
                    <a:pt x="1532" y="171"/>
                    <a:pt x="1617" y="118"/>
                    <a:pt x="1685" y="86"/>
                  </a:cubicBezTo>
                  <a:lnTo>
                    <a:pt x="1786" y="33"/>
                  </a:lnTo>
                  <a:cubicBezTo>
                    <a:pt x="1819" y="70"/>
                    <a:pt x="1819" y="102"/>
                    <a:pt x="1819" y="134"/>
                  </a:cubicBezTo>
                  <a:lnTo>
                    <a:pt x="1819" y="154"/>
                  </a:lnTo>
                  <a:lnTo>
                    <a:pt x="1819" y="437"/>
                  </a:lnTo>
                  <a:lnTo>
                    <a:pt x="1819" y="1164"/>
                  </a:lnTo>
                  <a:cubicBezTo>
                    <a:pt x="1819" y="1213"/>
                    <a:pt x="1803" y="1245"/>
                    <a:pt x="1734" y="1281"/>
                  </a:cubicBezTo>
                  <a:cubicBezTo>
                    <a:pt x="1382" y="1467"/>
                    <a:pt x="1027" y="1669"/>
                    <a:pt x="692" y="1871"/>
                  </a:cubicBezTo>
                  <a:cubicBezTo>
                    <a:pt x="538" y="1936"/>
                    <a:pt x="405" y="2021"/>
                    <a:pt x="272" y="2106"/>
                  </a:cubicBezTo>
                  <a:cubicBezTo>
                    <a:pt x="203" y="2138"/>
                    <a:pt x="150" y="2174"/>
                    <a:pt x="86" y="2190"/>
                  </a:cubicBezTo>
                  <a:cubicBezTo>
                    <a:pt x="70" y="2207"/>
                    <a:pt x="33" y="2223"/>
                    <a:pt x="17" y="2239"/>
                  </a:cubicBezTo>
                  <a:cubicBezTo>
                    <a:pt x="1" y="2239"/>
                    <a:pt x="1" y="2255"/>
                    <a:pt x="1" y="2255"/>
                  </a:cubicBezTo>
                  <a:lnTo>
                    <a:pt x="17" y="2255"/>
                  </a:lnTo>
                  <a:cubicBezTo>
                    <a:pt x="49" y="2239"/>
                    <a:pt x="70" y="2239"/>
                    <a:pt x="102" y="2223"/>
                  </a:cubicBezTo>
                  <a:cubicBezTo>
                    <a:pt x="171" y="2190"/>
                    <a:pt x="219" y="2154"/>
                    <a:pt x="288" y="2122"/>
                  </a:cubicBezTo>
                  <a:cubicBezTo>
                    <a:pt x="421" y="2053"/>
                    <a:pt x="554" y="1972"/>
                    <a:pt x="692" y="1887"/>
                  </a:cubicBezTo>
                  <a:cubicBezTo>
                    <a:pt x="1043" y="1702"/>
                    <a:pt x="1399" y="1500"/>
                    <a:pt x="1750" y="1298"/>
                  </a:cubicBezTo>
                  <a:cubicBezTo>
                    <a:pt x="1819" y="1265"/>
                    <a:pt x="1835" y="1229"/>
                    <a:pt x="1835" y="1164"/>
                  </a:cubicBezTo>
                  <a:lnTo>
                    <a:pt x="1835" y="437"/>
                  </a:lnTo>
                  <a:lnTo>
                    <a:pt x="1835" y="154"/>
                  </a:lnTo>
                  <a:lnTo>
                    <a:pt x="1835" y="134"/>
                  </a:lnTo>
                  <a:cubicBezTo>
                    <a:pt x="1835" y="86"/>
                    <a:pt x="1835" y="33"/>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3"/>
            <p:cNvSpPr/>
            <p:nvPr/>
          </p:nvSpPr>
          <p:spPr>
            <a:xfrm>
              <a:off x="888292" y="2616117"/>
              <a:ext cx="6953" cy="71911"/>
            </a:xfrm>
            <a:custGeom>
              <a:rect b="b" l="l" r="r" t="t"/>
              <a:pathLst>
                <a:path extrusionOk="0" h="724" w="70">
                  <a:moveTo>
                    <a:pt x="17" y="0"/>
                  </a:moveTo>
                  <a:lnTo>
                    <a:pt x="17" y="133"/>
                  </a:lnTo>
                  <a:lnTo>
                    <a:pt x="17" y="420"/>
                  </a:lnTo>
                  <a:lnTo>
                    <a:pt x="17" y="473"/>
                  </a:lnTo>
                  <a:cubicBezTo>
                    <a:pt x="0" y="554"/>
                    <a:pt x="0" y="638"/>
                    <a:pt x="33" y="707"/>
                  </a:cubicBezTo>
                  <a:lnTo>
                    <a:pt x="49" y="723"/>
                  </a:lnTo>
                  <a:cubicBezTo>
                    <a:pt x="69" y="723"/>
                    <a:pt x="69" y="707"/>
                    <a:pt x="69" y="707"/>
                  </a:cubicBezTo>
                  <a:cubicBezTo>
                    <a:pt x="33" y="622"/>
                    <a:pt x="33" y="554"/>
                    <a:pt x="33" y="473"/>
                  </a:cubicBezTo>
                  <a:lnTo>
                    <a:pt x="33" y="420"/>
                  </a:lnTo>
                  <a:lnTo>
                    <a:pt x="33" y="133"/>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3"/>
            <p:cNvSpPr/>
            <p:nvPr/>
          </p:nvSpPr>
          <p:spPr>
            <a:xfrm>
              <a:off x="1921470" y="3042221"/>
              <a:ext cx="150577" cy="240863"/>
            </a:xfrm>
            <a:custGeom>
              <a:rect b="b" l="l" r="r" t="t"/>
              <a:pathLst>
                <a:path extrusionOk="0" h="2425" w="1516">
                  <a:moveTo>
                    <a:pt x="49" y="0"/>
                  </a:moveTo>
                  <a:cubicBezTo>
                    <a:pt x="33" y="37"/>
                    <a:pt x="17" y="69"/>
                    <a:pt x="33" y="101"/>
                  </a:cubicBezTo>
                  <a:cubicBezTo>
                    <a:pt x="49" y="170"/>
                    <a:pt x="49" y="255"/>
                    <a:pt x="33" y="340"/>
                  </a:cubicBezTo>
                  <a:cubicBezTo>
                    <a:pt x="1" y="505"/>
                    <a:pt x="85" y="626"/>
                    <a:pt x="186" y="760"/>
                  </a:cubicBezTo>
                  <a:cubicBezTo>
                    <a:pt x="352" y="945"/>
                    <a:pt x="506" y="1147"/>
                    <a:pt x="655" y="1349"/>
                  </a:cubicBezTo>
                  <a:cubicBezTo>
                    <a:pt x="825" y="1551"/>
                    <a:pt x="994" y="1753"/>
                    <a:pt x="1160" y="1972"/>
                  </a:cubicBezTo>
                  <a:cubicBezTo>
                    <a:pt x="1196" y="2004"/>
                    <a:pt x="1213" y="2040"/>
                    <a:pt x="1245" y="2073"/>
                  </a:cubicBezTo>
                  <a:cubicBezTo>
                    <a:pt x="1297" y="2141"/>
                    <a:pt x="1346" y="2206"/>
                    <a:pt x="1415" y="2275"/>
                  </a:cubicBezTo>
                  <a:cubicBezTo>
                    <a:pt x="1447" y="2291"/>
                    <a:pt x="1499" y="2343"/>
                    <a:pt x="1483" y="2408"/>
                  </a:cubicBezTo>
                  <a:cubicBezTo>
                    <a:pt x="1483" y="2424"/>
                    <a:pt x="1483" y="2424"/>
                    <a:pt x="1499" y="2424"/>
                  </a:cubicBezTo>
                  <a:lnTo>
                    <a:pt x="1516" y="2424"/>
                  </a:lnTo>
                  <a:cubicBezTo>
                    <a:pt x="1516" y="2343"/>
                    <a:pt x="1463" y="2275"/>
                    <a:pt x="1431" y="2258"/>
                  </a:cubicBezTo>
                  <a:cubicBezTo>
                    <a:pt x="1362" y="2190"/>
                    <a:pt x="1314" y="2121"/>
                    <a:pt x="1261" y="2056"/>
                  </a:cubicBezTo>
                  <a:cubicBezTo>
                    <a:pt x="1245" y="2020"/>
                    <a:pt x="1213" y="1988"/>
                    <a:pt x="1180" y="1955"/>
                  </a:cubicBezTo>
                  <a:cubicBezTo>
                    <a:pt x="1011" y="1737"/>
                    <a:pt x="841" y="1535"/>
                    <a:pt x="691" y="1333"/>
                  </a:cubicBezTo>
                  <a:cubicBezTo>
                    <a:pt x="522" y="1131"/>
                    <a:pt x="372" y="929"/>
                    <a:pt x="203" y="744"/>
                  </a:cubicBezTo>
                  <a:cubicBezTo>
                    <a:pt x="102" y="626"/>
                    <a:pt x="33" y="505"/>
                    <a:pt x="69" y="340"/>
                  </a:cubicBezTo>
                  <a:cubicBezTo>
                    <a:pt x="85" y="255"/>
                    <a:pt x="69" y="170"/>
                    <a:pt x="49" y="85"/>
                  </a:cubicBezTo>
                  <a:cubicBezTo>
                    <a:pt x="49" y="69"/>
                    <a:pt x="49" y="53"/>
                    <a:pt x="69" y="20"/>
                  </a:cubicBez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3"/>
            <p:cNvSpPr/>
            <p:nvPr/>
          </p:nvSpPr>
          <p:spPr>
            <a:xfrm>
              <a:off x="1266223" y="2547484"/>
              <a:ext cx="212357" cy="160609"/>
            </a:xfrm>
            <a:custGeom>
              <a:rect b="b" l="l" r="r" t="t"/>
              <a:pathLst>
                <a:path extrusionOk="0" h="1617" w="2138">
                  <a:moveTo>
                    <a:pt x="1457" y="1"/>
                  </a:moveTo>
                  <a:cubicBezTo>
                    <a:pt x="1431" y="1"/>
                    <a:pt x="1405" y="6"/>
                    <a:pt x="1378" y="16"/>
                  </a:cubicBezTo>
                  <a:cubicBezTo>
                    <a:pt x="1213" y="85"/>
                    <a:pt x="1059" y="154"/>
                    <a:pt x="910" y="218"/>
                  </a:cubicBezTo>
                  <a:cubicBezTo>
                    <a:pt x="639" y="336"/>
                    <a:pt x="368" y="457"/>
                    <a:pt x="82" y="558"/>
                  </a:cubicBezTo>
                  <a:cubicBezTo>
                    <a:pt x="17" y="574"/>
                    <a:pt x="17" y="639"/>
                    <a:pt x="17" y="691"/>
                  </a:cubicBezTo>
                  <a:lnTo>
                    <a:pt x="17" y="1043"/>
                  </a:lnTo>
                  <a:lnTo>
                    <a:pt x="17" y="1313"/>
                  </a:lnTo>
                  <a:lnTo>
                    <a:pt x="17" y="1382"/>
                  </a:lnTo>
                  <a:cubicBezTo>
                    <a:pt x="1" y="1414"/>
                    <a:pt x="1" y="1467"/>
                    <a:pt x="33" y="1515"/>
                  </a:cubicBezTo>
                  <a:lnTo>
                    <a:pt x="49" y="1515"/>
                  </a:lnTo>
                  <a:lnTo>
                    <a:pt x="49" y="1499"/>
                  </a:lnTo>
                  <a:cubicBezTo>
                    <a:pt x="33" y="1467"/>
                    <a:pt x="33" y="1414"/>
                    <a:pt x="33" y="1382"/>
                  </a:cubicBezTo>
                  <a:cubicBezTo>
                    <a:pt x="33" y="1366"/>
                    <a:pt x="49" y="1329"/>
                    <a:pt x="49" y="1313"/>
                  </a:cubicBezTo>
                  <a:cubicBezTo>
                    <a:pt x="33" y="1228"/>
                    <a:pt x="49" y="1144"/>
                    <a:pt x="49" y="1043"/>
                  </a:cubicBezTo>
                  <a:cubicBezTo>
                    <a:pt x="49" y="925"/>
                    <a:pt x="49" y="808"/>
                    <a:pt x="33" y="691"/>
                  </a:cubicBezTo>
                  <a:cubicBezTo>
                    <a:pt x="33" y="639"/>
                    <a:pt x="49" y="590"/>
                    <a:pt x="102" y="574"/>
                  </a:cubicBezTo>
                  <a:cubicBezTo>
                    <a:pt x="368" y="473"/>
                    <a:pt x="655" y="356"/>
                    <a:pt x="910" y="255"/>
                  </a:cubicBezTo>
                  <a:cubicBezTo>
                    <a:pt x="1059" y="186"/>
                    <a:pt x="1229" y="101"/>
                    <a:pt x="1378" y="53"/>
                  </a:cubicBezTo>
                  <a:cubicBezTo>
                    <a:pt x="1412" y="38"/>
                    <a:pt x="1443" y="30"/>
                    <a:pt x="1471" y="30"/>
                  </a:cubicBezTo>
                  <a:cubicBezTo>
                    <a:pt x="1514" y="30"/>
                    <a:pt x="1551" y="50"/>
                    <a:pt x="1580" y="101"/>
                  </a:cubicBezTo>
                  <a:cubicBezTo>
                    <a:pt x="1617" y="134"/>
                    <a:pt x="1649" y="186"/>
                    <a:pt x="1681" y="218"/>
                  </a:cubicBezTo>
                  <a:cubicBezTo>
                    <a:pt x="1782" y="356"/>
                    <a:pt x="1899" y="505"/>
                    <a:pt x="2021" y="639"/>
                  </a:cubicBezTo>
                  <a:cubicBezTo>
                    <a:pt x="2069" y="691"/>
                    <a:pt x="2085" y="760"/>
                    <a:pt x="2101" y="861"/>
                  </a:cubicBezTo>
                  <a:cubicBezTo>
                    <a:pt x="2101" y="942"/>
                    <a:pt x="2101" y="1026"/>
                    <a:pt x="2085" y="1127"/>
                  </a:cubicBezTo>
                  <a:cubicBezTo>
                    <a:pt x="2085" y="1245"/>
                    <a:pt x="2069" y="1382"/>
                    <a:pt x="2101" y="1515"/>
                  </a:cubicBezTo>
                  <a:cubicBezTo>
                    <a:pt x="2101" y="1531"/>
                    <a:pt x="2085" y="1568"/>
                    <a:pt x="2053" y="1584"/>
                  </a:cubicBezTo>
                  <a:lnTo>
                    <a:pt x="2053" y="1600"/>
                  </a:lnTo>
                  <a:lnTo>
                    <a:pt x="2053" y="1616"/>
                  </a:lnTo>
                  <a:lnTo>
                    <a:pt x="2069" y="1616"/>
                  </a:lnTo>
                  <a:lnTo>
                    <a:pt x="2069" y="1600"/>
                  </a:lnTo>
                  <a:cubicBezTo>
                    <a:pt x="2101" y="1584"/>
                    <a:pt x="2138" y="1547"/>
                    <a:pt x="2122" y="1499"/>
                  </a:cubicBezTo>
                  <a:cubicBezTo>
                    <a:pt x="2101" y="1382"/>
                    <a:pt x="2101" y="1245"/>
                    <a:pt x="2122" y="1127"/>
                  </a:cubicBezTo>
                  <a:lnTo>
                    <a:pt x="2122" y="861"/>
                  </a:lnTo>
                  <a:cubicBezTo>
                    <a:pt x="2122" y="776"/>
                    <a:pt x="2101" y="707"/>
                    <a:pt x="2037" y="622"/>
                  </a:cubicBezTo>
                  <a:cubicBezTo>
                    <a:pt x="1920" y="489"/>
                    <a:pt x="1819" y="336"/>
                    <a:pt x="1698" y="202"/>
                  </a:cubicBezTo>
                  <a:cubicBezTo>
                    <a:pt x="1665" y="170"/>
                    <a:pt x="1633" y="117"/>
                    <a:pt x="1597" y="85"/>
                  </a:cubicBezTo>
                  <a:cubicBezTo>
                    <a:pt x="1563" y="27"/>
                    <a:pt x="1513" y="1"/>
                    <a:pt x="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3"/>
            <p:cNvSpPr/>
            <p:nvPr/>
          </p:nvSpPr>
          <p:spPr>
            <a:xfrm>
              <a:off x="1924649" y="2161507"/>
              <a:ext cx="118892" cy="240764"/>
            </a:xfrm>
            <a:custGeom>
              <a:rect b="b" l="l" r="r" t="t"/>
              <a:pathLst>
                <a:path extrusionOk="0" h="2424" w="1197">
                  <a:moveTo>
                    <a:pt x="37" y="0"/>
                  </a:moveTo>
                  <a:lnTo>
                    <a:pt x="17" y="16"/>
                  </a:lnTo>
                  <a:cubicBezTo>
                    <a:pt x="1" y="101"/>
                    <a:pt x="1" y="202"/>
                    <a:pt x="1" y="283"/>
                  </a:cubicBezTo>
                  <a:lnTo>
                    <a:pt x="1" y="469"/>
                  </a:lnTo>
                  <a:cubicBezTo>
                    <a:pt x="1" y="485"/>
                    <a:pt x="17" y="505"/>
                    <a:pt x="17" y="521"/>
                  </a:cubicBezTo>
                  <a:lnTo>
                    <a:pt x="37" y="521"/>
                  </a:lnTo>
                  <a:cubicBezTo>
                    <a:pt x="187" y="756"/>
                    <a:pt x="320" y="1010"/>
                    <a:pt x="474" y="1244"/>
                  </a:cubicBezTo>
                  <a:cubicBezTo>
                    <a:pt x="643" y="1547"/>
                    <a:pt x="825" y="1850"/>
                    <a:pt x="1011" y="2153"/>
                  </a:cubicBezTo>
                  <a:cubicBezTo>
                    <a:pt x="1047" y="2186"/>
                    <a:pt x="1063" y="2222"/>
                    <a:pt x="1080" y="2254"/>
                  </a:cubicBezTo>
                  <a:cubicBezTo>
                    <a:pt x="1112" y="2303"/>
                    <a:pt x="1148" y="2371"/>
                    <a:pt x="1181" y="2424"/>
                  </a:cubicBezTo>
                  <a:lnTo>
                    <a:pt x="1197" y="2424"/>
                  </a:lnTo>
                  <a:lnTo>
                    <a:pt x="1197" y="2404"/>
                  </a:lnTo>
                  <a:cubicBezTo>
                    <a:pt x="1164" y="2355"/>
                    <a:pt x="1128" y="2287"/>
                    <a:pt x="1096" y="2238"/>
                  </a:cubicBezTo>
                  <a:cubicBezTo>
                    <a:pt x="1080" y="2202"/>
                    <a:pt x="1063" y="2169"/>
                    <a:pt x="1047" y="2137"/>
                  </a:cubicBezTo>
                  <a:cubicBezTo>
                    <a:pt x="845" y="1834"/>
                    <a:pt x="659" y="1531"/>
                    <a:pt x="490" y="1228"/>
                  </a:cubicBezTo>
                  <a:cubicBezTo>
                    <a:pt x="356" y="990"/>
                    <a:pt x="203" y="739"/>
                    <a:pt x="53" y="505"/>
                  </a:cubicBezTo>
                  <a:cubicBezTo>
                    <a:pt x="37" y="485"/>
                    <a:pt x="37" y="469"/>
                    <a:pt x="37" y="469"/>
                  </a:cubicBezTo>
                  <a:lnTo>
                    <a:pt x="37" y="283"/>
                  </a:lnTo>
                  <a:cubicBezTo>
                    <a:pt x="37" y="202"/>
                    <a:pt x="37" y="117"/>
                    <a:pt x="53" y="1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3"/>
            <p:cNvSpPr/>
            <p:nvPr/>
          </p:nvSpPr>
          <p:spPr>
            <a:xfrm>
              <a:off x="1737719" y="2594365"/>
              <a:ext cx="170640" cy="342771"/>
            </a:xfrm>
            <a:custGeom>
              <a:rect b="b" l="l" r="r" t="t"/>
              <a:pathLst>
                <a:path extrusionOk="0" h="3451" w="1718">
                  <a:moveTo>
                    <a:pt x="17" y="1"/>
                  </a:moveTo>
                  <a:cubicBezTo>
                    <a:pt x="0" y="1"/>
                    <a:pt x="0" y="1"/>
                    <a:pt x="0" y="17"/>
                  </a:cubicBezTo>
                  <a:cubicBezTo>
                    <a:pt x="33" y="187"/>
                    <a:pt x="134" y="288"/>
                    <a:pt x="235" y="405"/>
                  </a:cubicBezTo>
                  <a:cubicBezTo>
                    <a:pt x="283" y="453"/>
                    <a:pt x="336" y="506"/>
                    <a:pt x="368" y="571"/>
                  </a:cubicBezTo>
                  <a:cubicBezTo>
                    <a:pt x="772" y="1160"/>
                    <a:pt x="1212" y="1734"/>
                    <a:pt x="1632" y="2308"/>
                  </a:cubicBezTo>
                  <a:lnTo>
                    <a:pt x="1632" y="2324"/>
                  </a:lnTo>
                  <a:cubicBezTo>
                    <a:pt x="1665" y="2372"/>
                    <a:pt x="1665" y="2409"/>
                    <a:pt x="1665" y="2457"/>
                  </a:cubicBezTo>
                  <a:cubicBezTo>
                    <a:pt x="1681" y="2627"/>
                    <a:pt x="1681" y="2792"/>
                    <a:pt x="1681" y="2946"/>
                  </a:cubicBezTo>
                  <a:lnTo>
                    <a:pt x="1681" y="3132"/>
                  </a:lnTo>
                  <a:cubicBezTo>
                    <a:pt x="1681" y="3164"/>
                    <a:pt x="1681" y="3196"/>
                    <a:pt x="1665" y="3217"/>
                  </a:cubicBezTo>
                  <a:cubicBezTo>
                    <a:pt x="1665" y="3297"/>
                    <a:pt x="1665" y="3366"/>
                    <a:pt x="1681" y="3451"/>
                  </a:cubicBezTo>
                  <a:lnTo>
                    <a:pt x="1697" y="3451"/>
                  </a:lnTo>
                  <a:cubicBezTo>
                    <a:pt x="1717" y="3451"/>
                    <a:pt x="1717" y="3451"/>
                    <a:pt x="1717" y="3435"/>
                  </a:cubicBezTo>
                  <a:cubicBezTo>
                    <a:pt x="1697" y="3366"/>
                    <a:pt x="1697" y="3297"/>
                    <a:pt x="1697" y="3217"/>
                  </a:cubicBezTo>
                  <a:lnTo>
                    <a:pt x="1697" y="3132"/>
                  </a:lnTo>
                  <a:lnTo>
                    <a:pt x="1697" y="2946"/>
                  </a:lnTo>
                  <a:lnTo>
                    <a:pt x="1697" y="2457"/>
                  </a:lnTo>
                  <a:cubicBezTo>
                    <a:pt x="1697" y="2409"/>
                    <a:pt x="1697" y="2356"/>
                    <a:pt x="1665" y="2308"/>
                  </a:cubicBezTo>
                  <a:lnTo>
                    <a:pt x="1649" y="2287"/>
                  </a:lnTo>
                  <a:cubicBezTo>
                    <a:pt x="1229" y="1734"/>
                    <a:pt x="808" y="1144"/>
                    <a:pt x="384" y="554"/>
                  </a:cubicBezTo>
                  <a:cubicBezTo>
                    <a:pt x="352" y="490"/>
                    <a:pt x="303" y="437"/>
                    <a:pt x="251" y="389"/>
                  </a:cubicBezTo>
                  <a:cubicBezTo>
                    <a:pt x="150" y="288"/>
                    <a:pt x="49" y="16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3"/>
            <p:cNvSpPr/>
            <p:nvPr/>
          </p:nvSpPr>
          <p:spPr>
            <a:xfrm>
              <a:off x="468544" y="2058407"/>
              <a:ext cx="167462" cy="91081"/>
            </a:xfrm>
            <a:custGeom>
              <a:rect b="b" l="l" r="r" t="t"/>
              <a:pathLst>
                <a:path extrusionOk="0" h="917" w="1686">
                  <a:moveTo>
                    <a:pt x="1674" y="1"/>
                  </a:moveTo>
                  <a:cubicBezTo>
                    <a:pt x="1671" y="1"/>
                    <a:pt x="1669" y="3"/>
                    <a:pt x="1669" y="8"/>
                  </a:cubicBezTo>
                  <a:lnTo>
                    <a:pt x="1366" y="162"/>
                  </a:lnTo>
                  <a:cubicBezTo>
                    <a:pt x="1112" y="295"/>
                    <a:pt x="861" y="432"/>
                    <a:pt x="623" y="565"/>
                  </a:cubicBezTo>
                  <a:cubicBezTo>
                    <a:pt x="474" y="634"/>
                    <a:pt x="336" y="715"/>
                    <a:pt x="203" y="784"/>
                  </a:cubicBezTo>
                  <a:cubicBezTo>
                    <a:pt x="134" y="816"/>
                    <a:pt x="70" y="868"/>
                    <a:pt x="17" y="901"/>
                  </a:cubicBezTo>
                  <a:cubicBezTo>
                    <a:pt x="1" y="901"/>
                    <a:pt x="1" y="901"/>
                    <a:pt x="1" y="917"/>
                  </a:cubicBezTo>
                  <a:lnTo>
                    <a:pt x="33" y="917"/>
                  </a:lnTo>
                  <a:cubicBezTo>
                    <a:pt x="86" y="885"/>
                    <a:pt x="155" y="852"/>
                    <a:pt x="219" y="816"/>
                  </a:cubicBezTo>
                  <a:cubicBezTo>
                    <a:pt x="356" y="735"/>
                    <a:pt x="490" y="650"/>
                    <a:pt x="639" y="582"/>
                  </a:cubicBezTo>
                  <a:cubicBezTo>
                    <a:pt x="878" y="448"/>
                    <a:pt x="1128" y="311"/>
                    <a:pt x="1366" y="194"/>
                  </a:cubicBezTo>
                  <a:cubicBezTo>
                    <a:pt x="1467" y="129"/>
                    <a:pt x="1568" y="77"/>
                    <a:pt x="1669" y="28"/>
                  </a:cubicBezTo>
                  <a:cubicBezTo>
                    <a:pt x="1686" y="28"/>
                    <a:pt x="1686" y="8"/>
                    <a:pt x="1686" y="8"/>
                  </a:cubicBezTo>
                  <a:cubicBezTo>
                    <a:pt x="1686" y="8"/>
                    <a:pt x="1678" y="1"/>
                    <a:pt x="1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3"/>
            <p:cNvSpPr/>
            <p:nvPr/>
          </p:nvSpPr>
          <p:spPr>
            <a:xfrm>
              <a:off x="687655" y="2931871"/>
              <a:ext cx="133691" cy="172627"/>
            </a:xfrm>
            <a:custGeom>
              <a:rect b="b" l="l" r="r" t="t"/>
              <a:pathLst>
                <a:path extrusionOk="0" h="1738" w="1346">
                  <a:moveTo>
                    <a:pt x="1297" y="0"/>
                  </a:moveTo>
                  <a:cubicBezTo>
                    <a:pt x="1281" y="53"/>
                    <a:pt x="1297" y="101"/>
                    <a:pt x="1297" y="138"/>
                  </a:cubicBezTo>
                  <a:cubicBezTo>
                    <a:pt x="1314" y="186"/>
                    <a:pt x="1314" y="222"/>
                    <a:pt x="1281" y="239"/>
                  </a:cubicBezTo>
                  <a:cubicBezTo>
                    <a:pt x="1213" y="303"/>
                    <a:pt x="1128" y="340"/>
                    <a:pt x="1043" y="356"/>
                  </a:cubicBezTo>
                  <a:lnTo>
                    <a:pt x="1027" y="372"/>
                  </a:lnTo>
                  <a:cubicBezTo>
                    <a:pt x="724" y="473"/>
                    <a:pt x="421" y="590"/>
                    <a:pt x="134" y="707"/>
                  </a:cubicBezTo>
                  <a:lnTo>
                    <a:pt x="85" y="744"/>
                  </a:lnTo>
                  <a:cubicBezTo>
                    <a:pt x="33" y="760"/>
                    <a:pt x="1" y="760"/>
                    <a:pt x="1" y="828"/>
                  </a:cubicBezTo>
                  <a:lnTo>
                    <a:pt x="1" y="1164"/>
                  </a:lnTo>
                  <a:cubicBezTo>
                    <a:pt x="1" y="1350"/>
                    <a:pt x="1" y="1535"/>
                    <a:pt x="17" y="1717"/>
                  </a:cubicBezTo>
                  <a:cubicBezTo>
                    <a:pt x="17" y="1717"/>
                    <a:pt x="17" y="1737"/>
                    <a:pt x="33" y="1737"/>
                  </a:cubicBezTo>
                  <a:lnTo>
                    <a:pt x="49" y="1717"/>
                  </a:lnTo>
                  <a:cubicBezTo>
                    <a:pt x="17" y="1535"/>
                    <a:pt x="33" y="1350"/>
                    <a:pt x="33" y="1164"/>
                  </a:cubicBezTo>
                  <a:lnTo>
                    <a:pt x="33" y="828"/>
                  </a:lnTo>
                  <a:cubicBezTo>
                    <a:pt x="33" y="792"/>
                    <a:pt x="49" y="776"/>
                    <a:pt x="85" y="760"/>
                  </a:cubicBezTo>
                  <a:lnTo>
                    <a:pt x="134" y="744"/>
                  </a:lnTo>
                  <a:cubicBezTo>
                    <a:pt x="437" y="626"/>
                    <a:pt x="724" y="489"/>
                    <a:pt x="1027" y="388"/>
                  </a:cubicBezTo>
                  <a:lnTo>
                    <a:pt x="1043" y="388"/>
                  </a:lnTo>
                  <a:cubicBezTo>
                    <a:pt x="1144" y="356"/>
                    <a:pt x="1229" y="323"/>
                    <a:pt x="1297" y="271"/>
                  </a:cubicBezTo>
                  <a:cubicBezTo>
                    <a:pt x="1346" y="222"/>
                    <a:pt x="1330" y="186"/>
                    <a:pt x="1330" y="138"/>
                  </a:cubicBezTo>
                  <a:cubicBezTo>
                    <a:pt x="1314" y="85"/>
                    <a:pt x="1314" y="53"/>
                    <a:pt x="1330" y="20"/>
                  </a:cubicBezTo>
                  <a:cubicBezTo>
                    <a:pt x="1330" y="20"/>
                    <a:pt x="1330" y="0"/>
                    <a:pt x="13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3"/>
            <p:cNvSpPr/>
            <p:nvPr/>
          </p:nvSpPr>
          <p:spPr>
            <a:xfrm>
              <a:off x="1921470" y="2868502"/>
              <a:ext cx="130513" cy="239175"/>
            </a:xfrm>
            <a:custGeom>
              <a:rect b="b" l="l" r="r" t="t"/>
              <a:pathLst>
                <a:path extrusionOk="0" h="2408" w="1314">
                  <a:moveTo>
                    <a:pt x="85" y="0"/>
                  </a:moveTo>
                  <a:cubicBezTo>
                    <a:pt x="85" y="0"/>
                    <a:pt x="69" y="0"/>
                    <a:pt x="69" y="16"/>
                  </a:cubicBezTo>
                  <a:cubicBezTo>
                    <a:pt x="1" y="133"/>
                    <a:pt x="69" y="218"/>
                    <a:pt x="118" y="303"/>
                  </a:cubicBezTo>
                  <a:cubicBezTo>
                    <a:pt x="134" y="303"/>
                    <a:pt x="134" y="319"/>
                    <a:pt x="150" y="319"/>
                  </a:cubicBezTo>
                  <a:cubicBezTo>
                    <a:pt x="271" y="489"/>
                    <a:pt x="405" y="675"/>
                    <a:pt x="522" y="840"/>
                  </a:cubicBezTo>
                  <a:cubicBezTo>
                    <a:pt x="708" y="1111"/>
                    <a:pt x="910" y="1398"/>
                    <a:pt x="1128" y="1648"/>
                  </a:cubicBezTo>
                  <a:cubicBezTo>
                    <a:pt x="1245" y="1802"/>
                    <a:pt x="1297" y="1951"/>
                    <a:pt x="1281" y="2137"/>
                  </a:cubicBezTo>
                  <a:lnTo>
                    <a:pt x="1281" y="2206"/>
                  </a:lnTo>
                  <a:cubicBezTo>
                    <a:pt x="1281" y="2274"/>
                    <a:pt x="1281" y="2339"/>
                    <a:pt x="1245" y="2392"/>
                  </a:cubicBezTo>
                  <a:lnTo>
                    <a:pt x="1245" y="2408"/>
                  </a:lnTo>
                  <a:lnTo>
                    <a:pt x="1261" y="2408"/>
                  </a:lnTo>
                  <a:cubicBezTo>
                    <a:pt x="1314" y="2339"/>
                    <a:pt x="1314" y="2274"/>
                    <a:pt x="1314" y="2206"/>
                  </a:cubicBezTo>
                  <a:lnTo>
                    <a:pt x="1314" y="2137"/>
                  </a:lnTo>
                  <a:cubicBezTo>
                    <a:pt x="1314" y="1935"/>
                    <a:pt x="1281" y="1802"/>
                    <a:pt x="1144" y="1632"/>
                  </a:cubicBezTo>
                  <a:cubicBezTo>
                    <a:pt x="942" y="1382"/>
                    <a:pt x="740" y="1095"/>
                    <a:pt x="538" y="824"/>
                  </a:cubicBezTo>
                  <a:cubicBezTo>
                    <a:pt x="421" y="658"/>
                    <a:pt x="287" y="473"/>
                    <a:pt x="170" y="303"/>
                  </a:cubicBezTo>
                  <a:cubicBezTo>
                    <a:pt x="150" y="303"/>
                    <a:pt x="150" y="287"/>
                    <a:pt x="150" y="287"/>
                  </a:cubicBezTo>
                  <a:cubicBezTo>
                    <a:pt x="85" y="202"/>
                    <a:pt x="33" y="133"/>
                    <a:pt x="85" y="16"/>
                  </a:cubicBezTo>
                  <a:cubicBezTo>
                    <a:pt x="102" y="16"/>
                    <a:pt x="85" y="16"/>
                    <a:pt x="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3"/>
            <p:cNvSpPr/>
            <p:nvPr/>
          </p:nvSpPr>
          <p:spPr>
            <a:xfrm>
              <a:off x="1408258" y="1245035"/>
              <a:ext cx="71911" cy="205901"/>
            </a:xfrm>
            <a:custGeom>
              <a:rect b="b" l="l" r="r" t="t"/>
              <a:pathLst>
                <a:path extrusionOk="0" h="2073" w="724">
                  <a:moveTo>
                    <a:pt x="118" y="1"/>
                  </a:moveTo>
                  <a:cubicBezTo>
                    <a:pt x="102" y="1"/>
                    <a:pt x="102" y="1"/>
                    <a:pt x="102" y="17"/>
                  </a:cubicBezTo>
                  <a:cubicBezTo>
                    <a:pt x="86" y="37"/>
                    <a:pt x="86" y="69"/>
                    <a:pt x="86" y="85"/>
                  </a:cubicBezTo>
                  <a:cubicBezTo>
                    <a:pt x="66" y="154"/>
                    <a:pt x="49" y="202"/>
                    <a:pt x="33" y="271"/>
                  </a:cubicBezTo>
                  <a:cubicBezTo>
                    <a:pt x="1" y="340"/>
                    <a:pt x="33" y="388"/>
                    <a:pt x="66" y="421"/>
                  </a:cubicBezTo>
                  <a:cubicBezTo>
                    <a:pt x="187" y="590"/>
                    <a:pt x="288" y="776"/>
                    <a:pt x="389" y="962"/>
                  </a:cubicBezTo>
                  <a:cubicBezTo>
                    <a:pt x="469" y="1095"/>
                    <a:pt x="538" y="1229"/>
                    <a:pt x="623" y="1366"/>
                  </a:cubicBezTo>
                  <a:cubicBezTo>
                    <a:pt x="671" y="1431"/>
                    <a:pt x="708" y="1532"/>
                    <a:pt x="692" y="1616"/>
                  </a:cubicBezTo>
                  <a:lnTo>
                    <a:pt x="692" y="1786"/>
                  </a:lnTo>
                  <a:cubicBezTo>
                    <a:pt x="692" y="1871"/>
                    <a:pt x="708" y="1972"/>
                    <a:pt x="671" y="2057"/>
                  </a:cubicBezTo>
                  <a:cubicBezTo>
                    <a:pt x="655" y="2057"/>
                    <a:pt x="671" y="2073"/>
                    <a:pt x="671" y="2073"/>
                  </a:cubicBezTo>
                  <a:lnTo>
                    <a:pt x="692" y="2057"/>
                  </a:lnTo>
                  <a:cubicBezTo>
                    <a:pt x="724" y="1972"/>
                    <a:pt x="724" y="1871"/>
                    <a:pt x="724" y="1786"/>
                  </a:cubicBezTo>
                  <a:cubicBezTo>
                    <a:pt x="724" y="1734"/>
                    <a:pt x="708" y="1669"/>
                    <a:pt x="724" y="1616"/>
                  </a:cubicBezTo>
                  <a:cubicBezTo>
                    <a:pt x="724" y="1515"/>
                    <a:pt x="708" y="1431"/>
                    <a:pt x="655" y="1350"/>
                  </a:cubicBezTo>
                  <a:cubicBezTo>
                    <a:pt x="570" y="1212"/>
                    <a:pt x="490" y="1079"/>
                    <a:pt x="421" y="946"/>
                  </a:cubicBezTo>
                  <a:cubicBezTo>
                    <a:pt x="320" y="776"/>
                    <a:pt x="203" y="590"/>
                    <a:pt x="86" y="404"/>
                  </a:cubicBezTo>
                  <a:cubicBezTo>
                    <a:pt x="49" y="372"/>
                    <a:pt x="33" y="320"/>
                    <a:pt x="49" y="271"/>
                  </a:cubicBezTo>
                  <a:cubicBezTo>
                    <a:pt x="86" y="219"/>
                    <a:pt x="86" y="154"/>
                    <a:pt x="102" y="102"/>
                  </a:cubicBezTo>
                  <a:cubicBezTo>
                    <a:pt x="118" y="69"/>
                    <a:pt x="118" y="53"/>
                    <a:pt x="118" y="17"/>
                  </a:cubicBezTo>
                  <a:lnTo>
                    <a:pt x="1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3"/>
            <p:cNvSpPr/>
            <p:nvPr/>
          </p:nvSpPr>
          <p:spPr>
            <a:xfrm>
              <a:off x="1413125" y="2194085"/>
              <a:ext cx="80354" cy="191399"/>
            </a:xfrm>
            <a:custGeom>
              <a:rect b="b" l="l" r="r" t="t"/>
              <a:pathLst>
                <a:path extrusionOk="0" h="1927" w="809">
                  <a:moveTo>
                    <a:pt x="23" y="0"/>
                  </a:moveTo>
                  <a:cubicBezTo>
                    <a:pt x="17" y="0"/>
                    <a:pt x="17" y="7"/>
                    <a:pt x="17" y="7"/>
                  </a:cubicBezTo>
                  <a:cubicBezTo>
                    <a:pt x="0" y="7"/>
                    <a:pt x="0" y="24"/>
                    <a:pt x="17" y="24"/>
                  </a:cubicBezTo>
                  <a:cubicBezTo>
                    <a:pt x="85" y="76"/>
                    <a:pt x="138" y="141"/>
                    <a:pt x="170" y="209"/>
                  </a:cubicBezTo>
                  <a:lnTo>
                    <a:pt x="219" y="258"/>
                  </a:lnTo>
                  <a:cubicBezTo>
                    <a:pt x="303" y="379"/>
                    <a:pt x="388" y="496"/>
                    <a:pt x="473" y="613"/>
                  </a:cubicBezTo>
                  <a:cubicBezTo>
                    <a:pt x="505" y="646"/>
                    <a:pt x="542" y="682"/>
                    <a:pt x="558" y="731"/>
                  </a:cubicBezTo>
                  <a:cubicBezTo>
                    <a:pt x="606" y="763"/>
                    <a:pt x="622" y="832"/>
                    <a:pt x="622" y="900"/>
                  </a:cubicBezTo>
                  <a:lnTo>
                    <a:pt x="622" y="1102"/>
                  </a:lnTo>
                  <a:cubicBezTo>
                    <a:pt x="622" y="1235"/>
                    <a:pt x="643" y="1369"/>
                    <a:pt x="606" y="1490"/>
                  </a:cubicBezTo>
                  <a:cubicBezTo>
                    <a:pt x="558" y="1708"/>
                    <a:pt x="675" y="1825"/>
                    <a:pt x="792" y="1910"/>
                  </a:cubicBezTo>
                  <a:lnTo>
                    <a:pt x="808" y="1926"/>
                  </a:lnTo>
                  <a:lnTo>
                    <a:pt x="808" y="1910"/>
                  </a:lnTo>
                  <a:lnTo>
                    <a:pt x="808" y="1894"/>
                  </a:lnTo>
                  <a:cubicBezTo>
                    <a:pt x="691" y="1793"/>
                    <a:pt x="590" y="1708"/>
                    <a:pt x="643" y="1506"/>
                  </a:cubicBezTo>
                  <a:cubicBezTo>
                    <a:pt x="659" y="1369"/>
                    <a:pt x="659" y="1235"/>
                    <a:pt x="643" y="1102"/>
                  </a:cubicBezTo>
                  <a:lnTo>
                    <a:pt x="643" y="900"/>
                  </a:lnTo>
                  <a:cubicBezTo>
                    <a:pt x="643" y="815"/>
                    <a:pt x="622" y="763"/>
                    <a:pt x="590" y="714"/>
                  </a:cubicBezTo>
                  <a:cubicBezTo>
                    <a:pt x="558" y="662"/>
                    <a:pt x="521" y="630"/>
                    <a:pt x="489" y="597"/>
                  </a:cubicBezTo>
                  <a:cubicBezTo>
                    <a:pt x="404" y="480"/>
                    <a:pt x="320" y="359"/>
                    <a:pt x="239" y="242"/>
                  </a:cubicBezTo>
                  <a:cubicBezTo>
                    <a:pt x="219" y="226"/>
                    <a:pt x="202" y="209"/>
                    <a:pt x="202" y="193"/>
                  </a:cubicBezTo>
                  <a:cubicBezTo>
                    <a:pt x="154" y="125"/>
                    <a:pt x="101" y="56"/>
                    <a:pt x="37" y="7"/>
                  </a:cubicBezTo>
                  <a:cubicBezTo>
                    <a:pt x="30" y="2"/>
                    <a:pt x="2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3"/>
            <p:cNvSpPr/>
            <p:nvPr/>
          </p:nvSpPr>
          <p:spPr>
            <a:xfrm>
              <a:off x="1267912" y="2018280"/>
              <a:ext cx="227156" cy="193485"/>
            </a:xfrm>
            <a:custGeom>
              <a:rect b="b" l="l" r="r" t="t"/>
              <a:pathLst>
                <a:path extrusionOk="0" h="1948" w="2287">
                  <a:moveTo>
                    <a:pt x="1443" y="0"/>
                  </a:moveTo>
                  <a:cubicBezTo>
                    <a:pt x="1409" y="0"/>
                    <a:pt x="1375" y="12"/>
                    <a:pt x="1345" y="28"/>
                  </a:cubicBezTo>
                  <a:cubicBezTo>
                    <a:pt x="1026" y="178"/>
                    <a:pt x="691" y="347"/>
                    <a:pt x="388" y="497"/>
                  </a:cubicBezTo>
                  <a:lnTo>
                    <a:pt x="101" y="634"/>
                  </a:lnTo>
                  <a:lnTo>
                    <a:pt x="85" y="634"/>
                  </a:lnTo>
                  <a:cubicBezTo>
                    <a:pt x="48" y="667"/>
                    <a:pt x="16" y="683"/>
                    <a:pt x="16" y="751"/>
                  </a:cubicBezTo>
                  <a:lnTo>
                    <a:pt x="16" y="1054"/>
                  </a:lnTo>
                  <a:cubicBezTo>
                    <a:pt x="16" y="1220"/>
                    <a:pt x="0" y="1406"/>
                    <a:pt x="32" y="1575"/>
                  </a:cubicBezTo>
                  <a:lnTo>
                    <a:pt x="32" y="1592"/>
                  </a:lnTo>
                  <a:cubicBezTo>
                    <a:pt x="48" y="1592"/>
                    <a:pt x="48" y="1592"/>
                    <a:pt x="48" y="1575"/>
                  </a:cubicBezTo>
                  <a:cubicBezTo>
                    <a:pt x="32" y="1406"/>
                    <a:pt x="32" y="1220"/>
                    <a:pt x="32" y="1054"/>
                  </a:cubicBezTo>
                  <a:lnTo>
                    <a:pt x="32" y="751"/>
                  </a:lnTo>
                  <a:cubicBezTo>
                    <a:pt x="32" y="699"/>
                    <a:pt x="65" y="683"/>
                    <a:pt x="101" y="667"/>
                  </a:cubicBezTo>
                  <a:lnTo>
                    <a:pt x="404" y="513"/>
                  </a:lnTo>
                  <a:cubicBezTo>
                    <a:pt x="707" y="364"/>
                    <a:pt x="1026" y="210"/>
                    <a:pt x="1361" y="61"/>
                  </a:cubicBezTo>
                  <a:cubicBezTo>
                    <a:pt x="1392" y="37"/>
                    <a:pt x="1422" y="24"/>
                    <a:pt x="1452" y="24"/>
                  </a:cubicBezTo>
                  <a:cubicBezTo>
                    <a:pt x="1490" y="24"/>
                    <a:pt x="1527" y="45"/>
                    <a:pt x="1563" y="93"/>
                  </a:cubicBezTo>
                  <a:cubicBezTo>
                    <a:pt x="1701" y="311"/>
                    <a:pt x="1850" y="533"/>
                    <a:pt x="2004" y="735"/>
                  </a:cubicBezTo>
                  <a:lnTo>
                    <a:pt x="2036" y="784"/>
                  </a:lnTo>
                  <a:cubicBezTo>
                    <a:pt x="2068" y="836"/>
                    <a:pt x="2084" y="885"/>
                    <a:pt x="2084" y="953"/>
                  </a:cubicBezTo>
                  <a:cubicBezTo>
                    <a:pt x="2068" y="1054"/>
                    <a:pt x="2068" y="1155"/>
                    <a:pt x="2068" y="1256"/>
                  </a:cubicBezTo>
                  <a:lnTo>
                    <a:pt x="2068" y="1644"/>
                  </a:lnTo>
                  <a:cubicBezTo>
                    <a:pt x="2052" y="1761"/>
                    <a:pt x="2153" y="1878"/>
                    <a:pt x="2270" y="1947"/>
                  </a:cubicBezTo>
                  <a:lnTo>
                    <a:pt x="2286" y="1947"/>
                  </a:lnTo>
                  <a:lnTo>
                    <a:pt x="2286" y="1927"/>
                  </a:lnTo>
                  <a:cubicBezTo>
                    <a:pt x="2185" y="1862"/>
                    <a:pt x="2068" y="1745"/>
                    <a:pt x="2084" y="1644"/>
                  </a:cubicBezTo>
                  <a:cubicBezTo>
                    <a:pt x="2105" y="1507"/>
                    <a:pt x="2105" y="1373"/>
                    <a:pt x="2105" y="1256"/>
                  </a:cubicBezTo>
                  <a:lnTo>
                    <a:pt x="2105" y="953"/>
                  </a:lnTo>
                  <a:cubicBezTo>
                    <a:pt x="2105" y="885"/>
                    <a:pt x="2084" y="816"/>
                    <a:pt x="2052" y="767"/>
                  </a:cubicBezTo>
                  <a:lnTo>
                    <a:pt x="2020" y="715"/>
                  </a:lnTo>
                  <a:cubicBezTo>
                    <a:pt x="1866" y="513"/>
                    <a:pt x="1717" y="295"/>
                    <a:pt x="1580" y="77"/>
                  </a:cubicBezTo>
                  <a:cubicBezTo>
                    <a:pt x="1534" y="20"/>
                    <a:pt x="1488"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244" name="Google Shape;5244;p63"/>
          <p:cNvPicPr preferRelativeResize="0"/>
          <p:nvPr>
            <p:ph idx="3" type="pic"/>
          </p:nvPr>
        </p:nvPicPr>
        <p:blipFill rotWithShape="1">
          <a:blip r:embed="rId3">
            <a:alphaModFix/>
          </a:blip>
          <a:srcRect b="0" l="2604" r="28666" t="0"/>
          <a:stretch/>
        </p:blipFill>
        <p:spPr>
          <a:xfrm flipH="1">
            <a:off x="-917725" y="619900"/>
            <a:ext cx="4025400" cy="3903600"/>
          </a:xfrm>
          <a:prstGeom prst="rect">
            <a:avLst/>
          </a:prstGeom>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8" name="Shape 5248"/>
        <p:cNvGrpSpPr/>
        <p:nvPr/>
      </p:nvGrpSpPr>
      <p:grpSpPr>
        <a:xfrm>
          <a:off x="0" y="0"/>
          <a:ext cx="0" cy="0"/>
          <a:chOff x="0" y="0"/>
          <a:chExt cx="0" cy="0"/>
        </a:xfrm>
      </p:grpSpPr>
      <p:sp>
        <p:nvSpPr>
          <p:cNvPr id="5249" name="Google Shape;5249;p64"/>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timeline always works well</a:t>
            </a:r>
            <a:endParaRPr/>
          </a:p>
        </p:txBody>
      </p:sp>
      <p:sp>
        <p:nvSpPr>
          <p:cNvPr id="5250" name="Google Shape;5250;p64"/>
          <p:cNvSpPr/>
          <p:nvPr/>
        </p:nvSpPr>
        <p:spPr>
          <a:xfrm flipH="1">
            <a:off x="1053906" y="2710900"/>
            <a:ext cx="1452000" cy="1710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flipH="1">
            <a:off x="2886802" y="2710900"/>
            <a:ext cx="1452000" cy="1710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flipH="1">
            <a:off x="6552593" y="2710900"/>
            <a:ext cx="1452000" cy="1710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flipH="1">
            <a:off x="4719697" y="2710900"/>
            <a:ext cx="1452000" cy="1710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txBox="1"/>
          <p:nvPr/>
        </p:nvSpPr>
        <p:spPr>
          <a:xfrm flipH="1">
            <a:off x="944734" y="3246374"/>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Venus</a:t>
            </a:r>
            <a:endParaRPr b="1" sz="2000">
              <a:solidFill>
                <a:schemeClr val="dk1"/>
              </a:solidFill>
              <a:latin typeface="Syne"/>
              <a:ea typeface="Syne"/>
              <a:cs typeface="Syne"/>
              <a:sym typeface="Syne"/>
            </a:endParaRPr>
          </a:p>
        </p:txBody>
      </p:sp>
      <p:sp>
        <p:nvSpPr>
          <p:cNvPr id="5255" name="Google Shape;5255;p64"/>
          <p:cNvSpPr txBox="1"/>
          <p:nvPr/>
        </p:nvSpPr>
        <p:spPr>
          <a:xfrm flipH="1">
            <a:off x="944734" y="3536810"/>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It’s the second planet from the Sun</a:t>
            </a:r>
            <a:endParaRPr>
              <a:solidFill>
                <a:schemeClr val="dk1"/>
              </a:solidFill>
              <a:latin typeface="Syne Medium"/>
              <a:ea typeface="Syne Medium"/>
              <a:cs typeface="Syne Medium"/>
              <a:sym typeface="Syne Medium"/>
            </a:endParaRPr>
          </a:p>
        </p:txBody>
      </p:sp>
      <p:sp>
        <p:nvSpPr>
          <p:cNvPr id="5256" name="Google Shape;5256;p64"/>
          <p:cNvSpPr txBox="1"/>
          <p:nvPr/>
        </p:nvSpPr>
        <p:spPr>
          <a:xfrm flipH="1">
            <a:off x="2781802" y="1471525"/>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Mercury</a:t>
            </a:r>
            <a:endParaRPr b="1" sz="2000">
              <a:solidFill>
                <a:schemeClr val="dk1"/>
              </a:solidFill>
              <a:latin typeface="Syne"/>
              <a:ea typeface="Syne"/>
              <a:cs typeface="Syne"/>
              <a:sym typeface="Syne"/>
            </a:endParaRPr>
          </a:p>
        </p:txBody>
      </p:sp>
      <p:sp>
        <p:nvSpPr>
          <p:cNvPr id="5257" name="Google Shape;5257;p64"/>
          <p:cNvSpPr txBox="1"/>
          <p:nvPr/>
        </p:nvSpPr>
        <p:spPr>
          <a:xfrm flipH="1">
            <a:off x="2781802" y="1761961"/>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 is the closest planet to the Sun</a:t>
            </a:r>
            <a:endParaRPr>
              <a:solidFill>
                <a:schemeClr val="dk1"/>
              </a:solidFill>
              <a:latin typeface="Syne Medium"/>
              <a:ea typeface="Syne Medium"/>
              <a:cs typeface="Syne Medium"/>
              <a:sym typeface="Syne Medium"/>
            </a:endParaRPr>
          </a:p>
        </p:txBody>
      </p:sp>
      <p:sp>
        <p:nvSpPr>
          <p:cNvPr id="5258" name="Google Shape;5258;p64"/>
          <p:cNvSpPr txBox="1"/>
          <p:nvPr/>
        </p:nvSpPr>
        <p:spPr>
          <a:xfrm flipH="1">
            <a:off x="4618871" y="3246374"/>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Mars</a:t>
            </a:r>
            <a:endParaRPr b="1" sz="2000">
              <a:solidFill>
                <a:schemeClr val="dk1"/>
              </a:solidFill>
              <a:latin typeface="Syne"/>
              <a:ea typeface="Syne"/>
              <a:cs typeface="Syne"/>
              <a:sym typeface="Syne"/>
            </a:endParaRPr>
          </a:p>
        </p:txBody>
      </p:sp>
      <p:sp>
        <p:nvSpPr>
          <p:cNvPr id="5259" name="Google Shape;5259;p64"/>
          <p:cNvSpPr txBox="1"/>
          <p:nvPr/>
        </p:nvSpPr>
        <p:spPr>
          <a:xfrm flipH="1">
            <a:off x="4618871" y="3536810"/>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Despite being red, Mars is a cold place</a:t>
            </a:r>
            <a:endParaRPr>
              <a:solidFill>
                <a:schemeClr val="dk1"/>
              </a:solidFill>
              <a:latin typeface="Syne Medium"/>
              <a:ea typeface="Syne Medium"/>
              <a:cs typeface="Syne Medium"/>
              <a:sym typeface="Syne Medium"/>
            </a:endParaRPr>
          </a:p>
        </p:txBody>
      </p:sp>
      <p:sp>
        <p:nvSpPr>
          <p:cNvPr id="5260" name="Google Shape;5260;p64"/>
          <p:cNvSpPr txBox="1"/>
          <p:nvPr/>
        </p:nvSpPr>
        <p:spPr>
          <a:xfrm flipH="1">
            <a:off x="6455939" y="1471525"/>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Jupiter</a:t>
            </a:r>
            <a:endParaRPr b="1" sz="2000">
              <a:solidFill>
                <a:schemeClr val="dk1"/>
              </a:solidFill>
              <a:latin typeface="Syne"/>
              <a:ea typeface="Syne"/>
              <a:cs typeface="Syne"/>
              <a:sym typeface="Syne"/>
            </a:endParaRPr>
          </a:p>
        </p:txBody>
      </p:sp>
      <p:sp>
        <p:nvSpPr>
          <p:cNvPr id="5261" name="Google Shape;5261;p64"/>
          <p:cNvSpPr txBox="1"/>
          <p:nvPr/>
        </p:nvSpPr>
        <p:spPr>
          <a:xfrm flipH="1">
            <a:off x="6455939" y="1761961"/>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 is the biggest planet of them all</a:t>
            </a:r>
            <a:endParaRPr>
              <a:solidFill>
                <a:schemeClr val="dk1"/>
              </a:solidFill>
              <a:latin typeface="Syne Medium"/>
              <a:ea typeface="Syne Medium"/>
              <a:cs typeface="Syne Medium"/>
              <a:sym typeface="Syne Medium"/>
            </a:endParaRPr>
          </a:p>
        </p:txBody>
      </p:sp>
      <p:cxnSp>
        <p:nvCxnSpPr>
          <p:cNvPr id="5262" name="Google Shape;5262;p64"/>
          <p:cNvCxnSpPr>
            <a:stCxn id="5254" idx="3"/>
            <a:endCxn id="5250" idx="3"/>
          </p:cNvCxnSpPr>
          <p:nvPr/>
        </p:nvCxnSpPr>
        <p:spPr>
          <a:xfrm flipH="1" rot="10800000">
            <a:off x="944734" y="2796524"/>
            <a:ext cx="109200" cy="642300"/>
          </a:xfrm>
          <a:prstGeom prst="bentConnector3">
            <a:avLst>
              <a:gd fmla="val -123566" name="adj1"/>
            </a:avLst>
          </a:prstGeom>
          <a:noFill/>
          <a:ln cap="flat" cmpd="sng" w="9525">
            <a:solidFill>
              <a:schemeClr val="dk1"/>
            </a:solidFill>
            <a:prstDash val="solid"/>
            <a:round/>
            <a:headEnd len="med" w="med" type="diamond"/>
            <a:tailEnd len="med" w="med" type="none"/>
          </a:ln>
        </p:spPr>
      </p:cxnSp>
      <p:cxnSp>
        <p:nvCxnSpPr>
          <p:cNvPr id="5263" name="Google Shape;5263;p64"/>
          <p:cNvCxnSpPr>
            <a:stCxn id="5251" idx="3"/>
            <a:endCxn id="5256" idx="3"/>
          </p:cNvCxnSpPr>
          <p:nvPr/>
        </p:nvCxnSpPr>
        <p:spPr>
          <a:xfrm rot="10800000">
            <a:off x="2781802" y="1663900"/>
            <a:ext cx="105000" cy="1132500"/>
          </a:xfrm>
          <a:prstGeom prst="bentConnector3">
            <a:avLst>
              <a:gd fmla="val 214216" name="adj1"/>
            </a:avLst>
          </a:prstGeom>
          <a:noFill/>
          <a:ln cap="flat" cmpd="sng" w="9525">
            <a:solidFill>
              <a:schemeClr val="dk1"/>
            </a:solidFill>
            <a:prstDash val="solid"/>
            <a:round/>
            <a:headEnd len="med" w="med" type="none"/>
            <a:tailEnd len="med" w="med" type="diamond"/>
          </a:ln>
        </p:spPr>
      </p:cxnSp>
      <p:cxnSp>
        <p:nvCxnSpPr>
          <p:cNvPr id="5264" name="Google Shape;5264;p64"/>
          <p:cNvCxnSpPr>
            <a:stCxn id="5253" idx="3"/>
            <a:endCxn id="5258" idx="3"/>
          </p:cNvCxnSpPr>
          <p:nvPr/>
        </p:nvCxnSpPr>
        <p:spPr>
          <a:xfrm flipH="1">
            <a:off x="4618897" y="2796400"/>
            <a:ext cx="100800" cy="642300"/>
          </a:xfrm>
          <a:prstGeom prst="bentConnector3">
            <a:avLst>
              <a:gd fmla="val 219095" name="adj1"/>
            </a:avLst>
          </a:prstGeom>
          <a:noFill/>
          <a:ln cap="flat" cmpd="sng" w="9525">
            <a:solidFill>
              <a:schemeClr val="dk1"/>
            </a:solidFill>
            <a:prstDash val="solid"/>
            <a:round/>
            <a:headEnd len="med" w="med" type="none"/>
            <a:tailEnd len="med" w="med" type="diamond"/>
          </a:ln>
        </p:spPr>
      </p:cxnSp>
      <p:cxnSp>
        <p:nvCxnSpPr>
          <p:cNvPr id="5265" name="Google Shape;5265;p64"/>
          <p:cNvCxnSpPr>
            <a:stCxn id="5252" idx="3"/>
            <a:endCxn id="5260" idx="3"/>
          </p:cNvCxnSpPr>
          <p:nvPr/>
        </p:nvCxnSpPr>
        <p:spPr>
          <a:xfrm rot="10800000">
            <a:off x="6455993" y="1663900"/>
            <a:ext cx="96600" cy="1132500"/>
          </a:xfrm>
          <a:prstGeom prst="bentConnector3">
            <a:avLst>
              <a:gd fmla="val 224398" name="adj1"/>
            </a:avLst>
          </a:prstGeom>
          <a:noFill/>
          <a:ln cap="flat" cmpd="sng" w="9525">
            <a:solidFill>
              <a:schemeClr val="dk1"/>
            </a:solidFill>
            <a:prstDash val="solid"/>
            <a:round/>
            <a:headEnd len="med" w="med" type="none"/>
            <a:tailEnd len="med" w="med" type="diamond"/>
          </a:ln>
        </p:spPr>
      </p:cxnSp>
      <p:cxnSp>
        <p:nvCxnSpPr>
          <p:cNvPr id="5266" name="Google Shape;5266;p64"/>
          <p:cNvCxnSpPr>
            <a:stCxn id="5250" idx="1"/>
            <a:endCxn id="5251" idx="3"/>
          </p:cNvCxnSpPr>
          <p:nvPr/>
        </p:nvCxnSpPr>
        <p:spPr>
          <a:xfrm>
            <a:off x="2505906" y="2796400"/>
            <a:ext cx="381000" cy="0"/>
          </a:xfrm>
          <a:prstGeom prst="straightConnector1">
            <a:avLst/>
          </a:prstGeom>
          <a:noFill/>
          <a:ln cap="flat" cmpd="sng" w="9525">
            <a:solidFill>
              <a:schemeClr val="dk1"/>
            </a:solidFill>
            <a:prstDash val="solid"/>
            <a:round/>
            <a:headEnd len="med" w="med" type="none"/>
            <a:tailEnd len="med" w="med" type="none"/>
          </a:ln>
        </p:spPr>
      </p:cxnSp>
      <p:cxnSp>
        <p:nvCxnSpPr>
          <p:cNvPr id="5267" name="Google Shape;5267;p64"/>
          <p:cNvCxnSpPr>
            <a:stCxn id="5251" idx="1"/>
            <a:endCxn id="5253" idx="3"/>
          </p:cNvCxnSpPr>
          <p:nvPr/>
        </p:nvCxnSpPr>
        <p:spPr>
          <a:xfrm>
            <a:off x="4338802" y="2796400"/>
            <a:ext cx="381000" cy="0"/>
          </a:xfrm>
          <a:prstGeom prst="straightConnector1">
            <a:avLst/>
          </a:prstGeom>
          <a:noFill/>
          <a:ln cap="flat" cmpd="sng" w="9525">
            <a:solidFill>
              <a:schemeClr val="dk1"/>
            </a:solidFill>
            <a:prstDash val="solid"/>
            <a:round/>
            <a:headEnd len="med" w="med" type="none"/>
            <a:tailEnd len="med" w="med" type="none"/>
          </a:ln>
        </p:spPr>
      </p:cxnSp>
      <p:cxnSp>
        <p:nvCxnSpPr>
          <p:cNvPr id="5268" name="Google Shape;5268;p64"/>
          <p:cNvCxnSpPr>
            <a:stCxn id="5253" idx="1"/>
            <a:endCxn id="5252" idx="3"/>
          </p:cNvCxnSpPr>
          <p:nvPr/>
        </p:nvCxnSpPr>
        <p:spPr>
          <a:xfrm>
            <a:off x="6171697" y="2796400"/>
            <a:ext cx="3810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2" name="Shape 5272"/>
        <p:cNvGrpSpPr/>
        <p:nvPr/>
      </p:nvGrpSpPr>
      <p:grpSpPr>
        <a:xfrm>
          <a:off x="0" y="0"/>
          <a:ext cx="0" cy="0"/>
          <a:chOff x="0" y="0"/>
          <a:chExt cx="0" cy="0"/>
        </a:xfrm>
      </p:grpSpPr>
      <p:sp>
        <p:nvSpPr>
          <p:cNvPr id="5273" name="Google Shape;5273;p65"/>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an infographic</a:t>
            </a:r>
            <a:endParaRPr/>
          </a:p>
        </p:txBody>
      </p:sp>
      <p:sp>
        <p:nvSpPr>
          <p:cNvPr id="5274" name="Google Shape;5274;p65"/>
          <p:cNvSpPr/>
          <p:nvPr/>
        </p:nvSpPr>
        <p:spPr>
          <a:xfrm flipH="1">
            <a:off x="3264875" y="2917806"/>
            <a:ext cx="2605500" cy="3162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5"/>
          <p:cNvSpPr txBox="1"/>
          <p:nvPr/>
        </p:nvSpPr>
        <p:spPr>
          <a:xfrm flipH="1">
            <a:off x="1015034" y="3540765"/>
            <a:ext cx="18783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Syne"/>
                <a:ea typeface="Syne"/>
                <a:cs typeface="Syne"/>
                <a:sym typeface="Syne"/>
              </a:rPr>
              <a:t>Mercury</a:t>
            </a:r>
            <a:endParaRPr b="1" sz="2000">
              <a:solidFill>
                <a:schemeClr val="dk1"/>
              </a:solidFill>
              <a:latin typeface="Syne"/>
              <a:ea typeface="Syne"/>
              <a:cs typeface="Syne"/>
              <a:sym typeface="Syne"/>
            </a:endParaRPr>
          </a:p>
        </p:txBody>
      </p:sp>
      <p:sp>
        <p:nvSpPr>
          <p:cNvPr id="5276" name="Google Shape;5276;p65"/>
          <p:cNvSpPr txBox="1"/>
          <p:nvPr/>
        </p:nvSpPr>
        <p:spPr>
          <a:xfrm flipH="1">
            <a:off x="1015034" y="3831202"/>
            <a:ext cx="18783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Syne Medium"/>
                <a:ea typeface="Syne Medium"/>
                <a:cs typeface="Syne Medium"/>
                <a:sym typeface="Syne Medium"/>
              </a:rPr>
              <a:t>It is the closest planet to the Sun</a:t>
            </a:r>
            <a:endParaRPr>
              <a:solidFill>
                <a:schemeClr val="dk1"/>
              </a:solidFill>
              <a:latin typeface="Syne Medium"/>
              <a:ea typeface="Syne Medium"/>
              <a:cs typeface="Syne Medium"/>
              <a:sym typeface="Syne Medium"/>
            </a:endParaRPr>
          </a:p>
        </p:txBody>
      </p:sp>
      <p:sp>
        <p:nvSpPr>
          <p:cNvPr id="5277" name="Google Shape;5277;p65"/>
          <p:cNvSpPr/>
          <p:nvPr/>
        </p:nvSpPr>
        <p:spPr>
          <a:xfrm flipH="1">
            <a:off x="3264875" y="3576904"/>
            <a:ext cx="2605500" cy="316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5"/>
          <p:cNvSpPr/>
          <p:nvPr/>
        </p:nvSpPr>
        <p:spPr>
          <a:xfrm flipH="1">
            <a:off x="3264875" y="1599610"/>
            <a:ext cx="2605500" cy="3162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5"/>
          <p:cNvSpPr/>
          <p:nvPr/>
        </p:nvSpPr>
        <p:spPr>
          <a:xfrm flipH="1">
            <a:off x="3264875" y="2258708"/>
            <a:ext cx="2605500" cy="316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5"/>
          <p:cNvSpPr txBox="1"/>
          <p:nvPr/>
        </p:nvSpPr>
        <p:spPr>
          <a:xfrm flipH="1">
            <a:off x="1015034" y="2223990"/>
            <a:ext cx="18783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Syne"/>
                <a:ea typeface="Syne"/>
                <a:cs typeface="Syne"/>
                <a:sym typeface="Syne"/>
              </a:rPr>
              <a:t>Mars</a:t>
            </a:r>
            <a:endParaRPr b="1" sz="2000">
              <a:solidFill>
                <a:schemeClr val="dk1"/>
              </a:solidFill>
              <a:latin typeface="Syne"/>
              <a:ea typeface="Syne"/>
              <a:cs typeface="Syne"/>
              <a:sym typeface="Syne"/>
            </a:endParaRPr>
          </a:p>
        </p:txBody>
      </p:sp>
      <p:sp>
        <p:nvSpPr>
          <p:cNvPr id="5281" name="Google Shape;5281;p65"/>
          <p:cNvSpPr txBox="1"/>
          <p:nvPr/>
        </p:nvSpPr>
        <p:spPr>
          <a:xfrm flipH="1">
            <a:off x="1015034" y="2514427"/>
            <a:ext cx="18783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Syne Medium"/>
                <a:ea typeface="Syne Medium"/>
                <a:cs typeface="Syne Medium"/>
                <a:sym typeface="Syne Medium"/>
              </a:rPr>
              <a:t>Mars is actually a very cold place</a:t>
            </a:r>
            <a:endParaRPr>
              <a:solidFill>
                <a:schemeClr val="dk1"/>
              </a:solidFill>
              <a:latin typeface="Syne Medium"/>
              <a:ea typeface="Syne Medium"/>
              <a:cs typeface="Syne Medium"/>
              <a:sym typeface="Syne Medium"/>
            </a:endParaRPr>
          </a:p>
        </p:txBody>
      </p:sp>
      <p:sp>
        <p:nvSpPr>
          <p:cNvPr id="5282" name="Google Shape;5282;p65"/>
          <p:cNvSpPr txBox="1"/>
          <p:nvPr/>
        </p:nvSpPr>
        <p:spPr>
          <a:xfrm flipH="1">
            <a:off x="6250684" y="2882378"/>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Saturn</a:t>
            </a:r>
            <a:endParaRPr b="1" sz="2000">
              <a:solidFill>
                <a:schemeClr val="dk1"/>
              </a:solidFill>
              <a:latin typeface="Syne"/>
              <a:ea typeface="Syne"/>
              <a:cs typeface="Syne"/>
              <a:sym typeface="Syne"/>
            </a:endParaRPr>
          </a:p>
        </p:txBody>
      </p:sp>
      <p:sp>
        <p:nvSpPr>
          <p:cNvPr id="5283" name="Google Shape;5283;p65"/>
          <p:cNvSpPr txBox="1"/>
          <p:nvPr/>
        </p:nvSpPr>
        <p:spPr>
          <a:xfrm flipH="1">
            <a:off x="6250684" y="3172814"/>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 is a gas giant and has several rings</a:t>
            </a:r>
            <a:endParaRPr>
              <a:solidFill>
                <a:schemeClr val="dk1"/>
              </a:solidFill>
              <a:latin typeface="Syne Medium"/>
              <a:ea typeface="Syne Medium"/>
              <a:cs typeface="Syne Medium"/>
              <a:sym typeface="Syne Medium"/>
            </a:endParaRPr>
          </a:p>
        </p:txBody>
      </p:sp>
      <p:sp>
        <p:nvSpPr>
          <p:cNvPr id="5284" name="Google Shape;5284;p65"/>
          <p:cNvSpPr txBox="1"/>
          <p:nvPr/>
        </p:nvSpPr>
        <p:spPr>
          <a:xfrm flipH="1">
            <a:off x="6250684" y="1565603"/>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Venus</a:t>
            </a:r>
            <a:endParaRPr b="1" sz="2000">
              <a:solidFill>
                <a:schemeClr val="dk1"/>
              </a:solidFill>
              <a:latin typeface="Syne"/>
              <a:ea typeface="Syne"/>
              <a:cs typeface="Syne"/>
              <a:sym typeface="Syne"/>
            </a:endParaRPr>
          </a:p>
        </p:txBody>
      </p:sp>
      <p:sp>
        <p:nvSpPr>
          <p:cNvPr id="5285" name="Google Shape;5285;p65"/>
          <p:cNvSpPr txBox="1"/>
          <p:nvPr/>
        </p:nvSpPr>
        <p:spPr>
          <a:xfrm flipH="1">
            <a:off x="6250684" y="1856040"/>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It’s the second planet from the Sun</a:t>
            </a:r>
            <a:endParaRPr>
              <a:solidFill>
                <a:schemeClr val="dk1"/>
              </a:solidFill>
              <a:latin typeface="Syne Medium"/>
              <a:ea typeface="Syne Medium"/>
              <a:cs typeface="Syne Medium"/>
              <a:sym typeface="Syne Medium"/>
            </a:endParaRPr>
          </a:p>
        </p:txBody>
      </p:sp>
      <p:cxnSp>
        <p:nvCxnSpPr>
          <p:cNvPr id="5286" name="Google Shape;5286;p65"/>
          <p:cNvCxnSpPr>
            <a:stCxn id="5278" idx="1"/>
            <a:endCxn id="5284" idx="3"/>
          </p:cNvCxnSpPr>
          <p:nvPr/>
        </p:nvCxnSpPr>
        <p:spPr>
          <a:xfrm>
            <a:off x="5870375" y="1757710"/>
            <a:ext cx="380400" cy="300"/>
          </a:xfrm>
          <a:prstGeom prst="straightConnector1">
            <a:avLst/>
          </a:prstGeom>
          <a:noFill/>
          <a:ln cap="flat" cmpd="sng" w="9525">
            <a:solidFill>
              <a:schemeClr val="dk1"/>
            </a:solidFill>
            <a:prstDash val="solid"/>
            <a:round/>
            <a:headEnd len="med" w="med" type="none"/>
            <a:tailEnd len="med" w="med" type="diamond"/>
          </a:ln>
        </p:spPr>
      </p:cxnSp>
      <p:cxnSp>
        <p:nvCxnSpPr>
          <p:cNvPr id="5287" name="Google Shape;5287;p65"/>
          <p:cNvCxnSpPr>
            <a:stCxn id="5274" idx="1"/>
            <a:endCxn id="5282" idx="3"/>
          </p:cNvCxnSpPr>
          <p:nvPr/>
        </p:nvCxnSpPr>
        <p:spPr>
          <a:xfrm flipH="1" rot="10800000">
            <a:off x="5870375" y="3074706"/>
            <a:ext cx="380400" cy="1200"/>
          </a:xfrm>
          <a:prstGeom prst="straightConnector1">
            <a:avLst/>
          </a:prstGeom>
          <a:noFill/>
          <a:ln cap="flat" cmpd="sng" w="9525">
            <a:solidFill>
              <a:schemeClr val="dk1"/>
            </a:solidFill>
            <a:prstDash val="solid"/>
            <a:round/>
            <a:headEnd len="med" w="med" type="none"/>
            <a:tailEnd len="med" w="med" type="diamond"/>
          </a:ln>
        </p:spPr>
      </p:cxnSp>
      <p:cxnSp>
        <p:nvCxnSpPr>
          <p:cNvPr id="5288" name="Google Shape;5288;p65"/>
          <p:cNvCxnSpPr>
            <a:stCxn id="5280" idx="1"/>
            <a:endCxn id="5279" idx="3"/>
          </p:cNvCxnSpPr>
          <p:nvPr/>
        </p:nvCxnSpPr>
        <p:spPr>
          <a:xfrm>
            <a:off x="2893334" y="2416440"/>
            <a:ext cx="371400" cy="300"/>
          </a:xfrm>
          <a:prstGeom prst="straightConnector1">
            <a:avLst/>
          </a:prstGeom>
          <a:noFill/>
          <a:ln cap="flat" cmpd="sng" w="9525">
            <a:solidFill>
              <a:schemeClr val="dk1"/>
            </a:solidFill>
            <a:prstDash val="solid"/>
            <a:round/>
            <a:headEnd len="med" w="med" type="diamond"/>
            <a:tailEnd len="med" w="med" type="none"/>
          </a:ln>
        </p:spPr>
      </p:cxnSp>
      <p:cxnSp>
        <p:nvCxnSpPr>
          <p:cNvPr id="5289" name="Google Shape;5289;p65"/>
          <p:cNvCxnSpPr>
            <a:stCxn id="5275" idx="1"/>
            <a:endCxn id="5277" idx="3"/>
          </p:cNvCxnSpPr>
          <p:nvPr/>
        </p:nvCxnSpPr>
        <p:spPr>
          <a:xfrm>
            <a:off x="2893334" y="3733215"/>
            <a:ext cx="371400" cy="1800"/>
          </a:xfrm>
          <a:prstGeom prst="straightConnector1">
            <a:avLst/>
          </a:prstGeom>
          <a:noFill/>
          <a:ln cap="flat" cmpd="sng" w="9525">
            <a:solidFill>
              <a:schemeClr val="dk1"/>
            </a:solidFill>
            <a:prstDash val="solid"/>
            <a:round/>
            <a:headEnd len="med" w="med" type="diamond"/>
            <a:tailEnd len="med" w="med" type="none"/>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3" name="Shape 5293"/>
        <p:cNvGrpSpPr/>
        <p:nvPr/>
      </p:nvGrpSpPr>
      <p:grpSpPr>
        <a:xfrm>
          <a:off x="0" y="0"/>
          <a:ext cx="0" cy="0"/>
          <a:chOff x="0" y="0"/>
          <a:chExt cx="0" cy="0"/>
        </a:xfrm>
      </p:grpSpPr>
      <p:sp>
        <p:nvSpPr>
          <p:cNvPr id="5294" name="Google Shape;5294;p66"/>
          <p:cNvSpPr txBox="1"/>
          <p:nvPr>
            <p:ph type="title"/>
          </p:nvPr>
        </p:nvSpPr>
        <p:spPr>
          <a:xfrm>
            <a:off x="872425" y="475488"/>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Tables represent your data</a:t>
            </a:r>
            <a:endParaRPr/>
          </a:p>
        </p:txBody>
      </p:sp>
      <p:graphicFrame>
        <p:nvGraphicFramePr>
          <p:cNvPr id="5295" name="Google Shape;5295;p66"/>
          <p:cNvGraphicFramePr/>
          <p:nvPr/>
        </p:nvGraphicFramePr>
        <p:xfrm>
          <a:off x="834363" y="1489785"/>
          <a:ext cx="3000000" cy="3000000"/>
        </p:xfrm>
        <a:graphic>
          <a:graphicData uri="http://schemas.openxmlformats.org/drawingml/2006/table">
            <a:tbl>
              <a:tblPr>
                <a:noFill/>
                <a:tableStyleId>{C79DA9CF-9FBD-4B9A-8B11-8F6C99BCD163}</a:tableStyleId>
              </a:tblPr>
              <a:tblGrid>
                <a:gridCol w="1483125"/>
                <a:gridCol w="1914525"/>
                <a:gridCol w="2038825"/>
                <a:gridCol w="2038775"/>
              </a:tblGrid>
              <a:tr h="658925">
                <a:tc>
                  <a:txBody>
                    <a:bodyPr/>
                    <a:lstStyle/>
                    <a:p>
                      <a:pPr indent="0" lvl="0" marL="0" rtl="0" algn="l">
                        <a:spcBef>
                          <a:spcPts val="0"/>
                        </a:spcBef>
                        <a:spcAft>
                          <a:spcPts val="0"/>
                        </a:spcAft>
                        <a:buNone/>
                      </a:pPr>
                      <a:r>
                        <a:t/>
                      </a:r>
                      <a:endParaRPr sz="1800">
                        <a:solidFill>
                          <a:schemeClr val="dk1"/>
                        </a:solidFill>
                        <a:latin typeface="Syne Medium"/>
                        <a:ea typeface="Syne Medium"/>
                        <a:cs typeface="Syne Medium"/>
                        <a:sym typeface="Syne Medium"/>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Syne"/>
                          <a:ea typeface="Syne"/>
                          <a:cs typeface="Syne"/>
                          <a:sym typeface="Syne"/>
                        </a:rPr>
                        <a:t>Mass</a:t>
                      </a:r>
                      <a:endParaRPr b="1" sz="1600">
                        <a:solidFill>
                          <a:schemeClr val="dk1"/>
                        </a:solidFill>
                        <a:latin typeface="Syne"/>
                        <a:ea typeface="Syne"/>
                        <a:cs typeface="Syne"/>
                        <a:sym typeface="Syne"/>
                      </a:endParaRPr>
                    </a:p>
                    <a:p>
                      <a:pPr indent="0" lvl="0" marL="0" rtl="0" algn="ctr">
                        <a:spcBef>
                          <a:spcPts val="0"/>
                        </a:spcBef>
                        <a:spcAft>
                          <a:spcPts val="0"/>
                        </a:spcAft>
                        <a:buNone/>
                      </a:pPr>
                      <a:r>
                        <a:rPr b="1" lang="en" sz="1600">
                          <a:solidFill>
                            <a:schemeClr val="dk1"/>
                          </a:solidFill>
                          <a:latin typeface="Syne"/>
                          <a:ea typeface="Syne"/>
                          <a:cs typeface="Syne"/>
                          <a:sym typeface="Syne"/>
                        </a:rPr>
                        <a:t>(earths)</a:t>
                      </a:r>
                      <a:endParaRPr b="1" sz="16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b="1" lang="en" sz="1600">
                          <a:solidFill>
                            <a:schemeClr val="dk1"/>
                          </a:solidFill>
                          <a:latin typeface="Syne"/>
                          <a:ea typeface="Syne"/>
                          <a:cs typeface="Syne"/>
                          <a:sym typeface="Syne"/>
                        </a:rPr>
                        <a:t>Diameter</a:t>
                      </a:r>
                      <a:endParaRPr b="1" sz="1600">
                        <a:solidFill>
                          <a:schemeClr val="dk1"/>
                        </a:solidFill>
                        <a:latin typeface="Syne"/>
                        <a:ea typeface="Syne"/>
                        <a:cs typeface="Syne"/>
                        <a:sym typeface="Syne"/>
                      </a:endParaRPr>
                    </a:p>
                    <a:p>
                      <a:pPr indent="0" lvl="0" marL="0" rtl="0" algn="ctr">
                        <a:spcBef>
                          <a:spcPts val="0"/>
                        </a:spcBef>
                        <a:spcAft>
                          <a:spcPts val="0"/>
                        </a:spcAft>
                        <a:buNone/>
                      </a:pPr>
                      <a:r>
                        <a:rPr b="1" lang="en" sz="1600">
                          <a:solidFill>
                            <a:schemeClr val="dk1"/>
                          </a:solidFill>
                          <a:latin typeface="Syne"/>
                          <a:ea typeface="Syne"/>
                          <a:cs typeface="Syne"/>
                          <a:sym typeface="Syne"/>
                        </a:rPr>
                        <a:t>(earths)</a:t>
                      </a:r>
                      <a:endParaRPr b="1" sz="16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b="1" lang="en" sz="1600">
                          <a:solidFill>
                            <a:schemeClr val="dk1"/>
                          </a:solidFill>
                          <a:latin typeface="Syne"/>
                          <a:ea typeface="Syne"/>
                          <a:cs typeface="Syne"/>
                          <a:sym typeface="Syne"/>
                        </a:rPr>
                        <a:t>Surface gravity</a:t>
                      </a:r>
                      <a:endParaRPr b="1" sz="1600">
                        <a:solidFill>
                          <a:schemeClr val="dk1"/>
                        </a:solidFill>
                        <a:latin typeface="Syne"/>
                        <a:ea typeface="Syne"/>
                        <a:cs typeface="Syne"/>
                        <a:sym typeface="Syne"/>
                      </a:endParaRPr>
                    </a:p>
                    <a:p>
                      <a:pPr indent="0" lvl="0" marL="0" rtl="0" algn="ctr">
                        <a:spcBef>
                          <a:spcPts val="0"/>
                        </a:spcBef>
                        <a:spcAft>
                          <a:spcPts val="0"/>
                        </a:spcAft>
                        <a:buClr>
                          <a:srgbClr val="000000"/>
                        </a:buClr>
                        <a:buSzPts val="1100"/>
                        <a:buFont typeface="Arial"/>
                        <a:buNone/>
                      </a:pPr>
                      <a:r>
                        <a:rPr b="1" lang="en" sz="1600">
                          <a:solidFill>
                            <a:schemeClr val="dk1"/>
                          </a:solidFill>
                          <a:latin typeface="Syne"/>
                          <a:ea typeface="Syne"/>
                          <a:cs typeface="Syne"/>
                          <a:sym typeface="Syne"/>
                        </a:rPr>
                        <a:t>(earths)</a:t>
                      </a:r>
                      <a:endParaRPr b="1" sz="16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r h="657450">
                <a:tc>
                  <a:txBody>
                    <a:bodyPr/>
                    <a:lstStyle/>
                    <a:p>
                      <a:pPr indent="0" lvl="0" marL="0" rtl="0" algn="ctr">
                        <a:spcBef>
                          <a:spcPts val="0"/>
                        </a:spcBef>
                        <a:spcAft>
                          <a:spcPts val="0"/>
                        </a:spcAft>
                        <a:buNone/>
                      </a:pPr>
                      <a:r>
                        <a:rPr b="1" lang="en" sz="2000">
                          <a:solidFill>
                            <a:schemeClr val="dk1"/>
                          </a:solidFill>
                          <a:latin typeface="Syne"/>
                          <a:ea typeface="Syne"/>
                          <a:cs typeface="Syne"/>
                          <a:sym typeface="Syne"/>
                        </a:rPr>
                        <a:t>Mercury</a:t>
                      </a:r>
                      <a:endParaRPr b="1" sz="20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0.06</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0.38</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0.38</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57450">
                <a:tc>
                  <a:txBody>
                    <a:bodyPr/>
                    <a:lstStyle/>
                    <a:p>
                      <a:pPr indent="0" lvl="0" marL="0" rtl="0" algn="ctr">
                        <a:spcBef>
                          <a:spcPts val="0"/>
                        </a:spcBef>
                        <a:spcAft>
                          <a:spcPts val="0"/>
                        </a:spcAft>
                        <a:buNone/>
                      </a:pPr>
                      <a:r>
                        <a:rPr b="1" lang="en" sz="2000">
                          <a:solidFill>
                            <a:schemeClr val="dk1"/>
                          </a:solidFill>
                          <a:latin typeface="Syne"/>
                          <a:ea typeface="Syne"/>
                          <a:cs typeface="Syne"/>
                          <a:sym typeface="Syne"/>
                        </a:rPr>
                        <a:t>Mars</a:t>
                      </a:r>
                      <a:endParaRPr b="1" sz="20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0.11</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0.53</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0.38</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57450">
                <a:tc>
                  <a:txBody>
                    <a:bodyPr/>
                    <a:lstStyle/>
                    <a:p>
                      <a:pPr indent="0" lvl="0" marL="0" rtl="0" algn="ctr">
                        <a:spcBef>
                          <a:spcPts val="0"/>
                        </a:spcBef>
                        <a:spcAft>
                          <a:spcPts val="0"/>
                        </a:spcAft>
                        <a:buNone/>
                      </a:pPr>
                      <a:r>
                        <a:rPr b="1" lang="en" sz="2000">
                          <a:solidFill>
                            <a:schemeClr val="dk1"/>
                          </a:solidFill>
                          <a:latin typeface="Syne"/>
                          <a:ea typeface="Syne"/>
                          <a:cs typeface="Syne"/>
                          <a:sym typeface="Syne"/>
                        </a:rPr>
                        <a:t>Saturn</a:t>
                      </a:r>
                      <a:endParaRPr b="1" sz="20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95.2</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9.4</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1.16</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9" name="Shape 5299"/>
        <p:cNvGrpSpPr/>
        <p:nvPr/>
      </p:nvGrpSpPr>
      <p:grpSpPr>
        <a:xfrm>
          <a:off x="0" y="0"/>
          <a:ext cx="0" cy="0"/>
          <a:chOff x="0" y="0"/>
          <a:chExt cx="0" cy="0"/>
        </a:xfrm>
      </p:grpSpPr>
      <p:sp>
        <p:nvSpPr>
          <p:cNvPr id="5300" name="Google Shape;5300;p67"/>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 can use this graph</a:t>
            </a:r>
            <a:endParaRPr/>
          </a:p>
        </p:txBody>
      </p:sp>
      <p:sp>
        <p:nvSpPr>
          <p:cNvPr id="5301" name="Google Shape;5301;p67"/>
          <p:cNvSpPr txBox="1"/>
          <p:nvPr/>
        </p:nvSpPr>
        <p:spPr>
          <a:xfrm>
            <a:off x="713225" y="4261475"/>
            <a:ext cx="7717500" cy="28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yne Medium"/>
                <a:ea typeface="Syne Medium"/>
                <a:cs typeface="Syne Medium"/>
                <a:sym typeface="Syne Medium"/>
              </a:rPr>
              <a:t>Follow the link in the graph to modify its data and then paste the new one here. </a:t>
            </a:r>
            <a:r>
              <a:rPr b="1" lang="en" sz="1000" u="sng">
                <a:solidFill>
                  <a:schemeClr val="dk1"/>
                </a:solidFill>
                <a:latin typeface="Syne"/>
                <a:ea typeface="Syne"/>
                <a:cs typeface="Syne"/>
                <a:sym typeface="Syne"/>
                <a:hlinkClick r:id="rId3">
                  <a:extLst>
                    <a:ext uri="{A12FA001-AC4F-418D-AE19-62706E023703}">
                      <ahyp:hlinkClr val="tx"/>
                    </a:ext>
                  </a:extLst>
                </a:hlinkClick>
              </a:rPr>
              <a:t>For more info, click here</a:t>
            </a:r>
            <a:endParaRPr b="1" sz="1000" u="sng">
              <a:solidFill>
                <a:schemeClr val="dk1"/>
              </a:solidFill>
              <a:latin typeface="Syne"/>
              <a:ea typeface="Syne"/>
              <a:cs typeface="Syne"/>
              <a:sym typeface="Syne"/>
            </a:endParaRPr>
          </a:p>
        </p:txBody>
      </p:sp>
      <p:sp>
        <p:nvSpPr>
          <p:cNvPr id="5302" name="Google Shape;5302;p67"/>
          <p:cNvSpPr/>
          <p:nvPr/>
        </p:nvSpPr>
        <p:spPr>
          <a:xfrm>
            <a:off x="5037375" y="1549500"/>
            <a:ext cx="502200" cy="74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03" name="Google Shape;5303;p67" title="Gráfico">
            <a:hlinkClick r:id="rId4"/>
          </p:cNvPr>
          <p:cNvPicPr preferRelativeResize="0"/>
          <p:nvPr/>
        </p:nvPicPr>
        <p:blipFill>
          <a:blip r:embed="rId5">
            <a:alphaModFix/>
          </a:blip>
          <a:stretch>
            <a:fillRect/>
          </a:stretch>
        </p:blipFill>
        <p:spPr>
          <a:xfrm>
            <a:off x="603600" y="1388775"/>
            <a:ext cx="4104600" cy="2538376"/>
          </a:xfrm>
          <a:prstGeom prst="rect">
            <a:avLst/>
          </a:prstGeom>
          <a:noFill/>
          <a:ln>
            <a:noFill/>
          </a:ln>
        </p:spPr>
      </p:pic>
      <p:graphicFrame>
        <p:nvGraphicFramePr>
          <p:cNvPr id="5304" name="Google Shape;5304;p67"/>
          <p:cNvGraphicFramePr/>
          <p:nvPr/>
        </p:nvGraphicFramePr>
        <p:xfrm>
          <a:off x="4840438" y="1343060"/>
          <a:ext cx="3000000" cy="3000000"/>
        </p:xfrm>
        <a:graphic>
          <a:graphicData uri="http://schemas.openxmlformats.org/drawingml/2006/table">
            <a:tbl>
              <a:tblPr>
                <a:noFill/>
                <a:tableStyleId>{C79DA9CF-9FBD-4B9A-8B11-8F6C99BCD163}</a:tableStyleId>
              </a:tblPr>
              <a:tblGrid>
                <a:gridCol w="1352425"/>
                <a:gridCol w="559475"/>
                <a:gridCol w="559475"/>
                <a:gridCol w="559475"/>
                <a:gridCol w="559475"/>
              </a:tblGrid>
              <a:tr h="657450">
                <a:tc>
                  <a:txBody>
                    <a:bodyPr/>
                    <a:lstStyle/>
                    <a:p>
                      <a:pPr indent="0" lvl="0" marL="0" rtl="0" algn="ctr">
                        <a:spcBef>
                          <a:spcPts val="0"/>
                        </a:spcBef>
                        <a:spcAft>
                          <a:spcPts val="0"/>
                        </a:spcAft>
                        <a:buNone/>
                      </a:pPr>
                      <a:r>
                        <a:rPr b="1" lang="en" sz="2000">
                          <a:solidFill>
                            <a:schemeClr val="dk1"/>
                          </a:solidFill>
                          <a:latin typeface="Syne"/>
                          <a:ea typeface="Syne"/>
                          <a:cs typeface="Syne"/>
                          <a:sym typeface="Syne"/>
                        </a:rPr>
                        <a:t>Mars</a:t>
                      </a:r>
                      <a:endParaRPr b="1" sz="20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47</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23</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55</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84</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57450">
                <a:tc>
                  <a:txBody>
                    <a:bodyPr/>
                    <a:lstStyle/>
                    <a:p>
                      <a:pPr indent="0" lvl="0" marL="0" rtl="0" algn="ctr">
                        <a:spcBef>
                          <a:spcPts val="0"/>
                        </a:spcBef>
                        <a:spcAft>
                          <a:spcPts val="0"/>
                        </a:spcAft>
                        <a:buNone/>
                      </a:pPr>
                      <a:r>
                        <a:rPr b="1" lang="en" sz="2000">
                          <a:solidFill>
                            <a:schemeClr val="dk1"/>
                          </a:solidFill>
                          <a:latin typeface="Syne"/>
                          <a:ea typeface="Syne"/>
                          <a:cs typeface="Syne"/>
                          <a:sym typeface="Syne"/>
                        </a:rPr>
                        <a:t>Mercury</a:t>
                      </a:r>
                      <a:endParaRPr b="1" sz="20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10</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2</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3</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4</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57450">
                <a:tc>
                  <a:txBody>
                    <a:bodyPr/>
                    <a:lstStyle/>
                    <a:p>
                      <a:pPr indent="0" lvl="0" marL="0" rtl="0" algn="ctr">
                        <a:spcBef>
                          <a:spcPts val="0"/>
                        </a:spcBef>
                        <a:spcAft>
                          <a:spcPts val="0"/>
                        </a:spcAft>
                        <a:buNone/>
                      </a:pPr>
                      <a:r>
                        <a:rPr b="1" lang="en" sz="2000">
                          <a:solidFill>
                            <a:schemeClr val="dk1"/>
                          </a:solidFill>
                          <a:latin typeface="Syne"/>
                          <a:ea typeface="Syne"/>
                          <a:cs typeface="Syne"/>
                          <a:sym typeface="Syne"/>
                        </a:rPr>
                        <a:t>Venus</a:t>
                      </a:r>
                      <a:endParaRPr b="1" sz="20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30</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21</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3</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15</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57450">
                <a:tc>
                  <a:txBody>
                    <a:bodyPr/>
                    <a:lstStyle/>
                    <a:p>
                      <a:pPr indent="0" lvl="0" marL="0" rtl="0" algn="ctr">
                        <a:spcBef>
                          <a:spcPts val="0"/>
                        </a:spcBef>
                        <a:spcAft>
                          <a:spcPts val="0"/>
                        </a:spcAft>
                        <a:buNone/>
                      </a:pPr>
                      <a:r>
                        <a:rPr b="1" lang="en" sz="2000">
                          <a:solidFill>
                            <a:schemeClr val="dk1"/>
                          </a:solidFill>
                          <a:latin typeface="Syne"/>
                          <a:ea typeface="Syne"/>
                          <a:cs typeface="Syne"/>
                          <a:sym typeface="Syne"/>
                        </a:rPr>
                        <a:t>Jupiter</a:t>
                      </a:r>
                      <a:endParaRPr b="1" sz="2000">
                        <a:solidFill>
                          <a:schemeClr val="dk1"/>
                        </a:solidFill>
                        <a:latin typeface="Syne"/>
                        <a:ea typeface="Syne"/>
                        <a:cs typeface="Syne"/>
                        <a:sym typeface="Syn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4</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23</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21</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Medium"/>
                          <a:ea typeface="Syne Medium"/>
                          <a:cs typeface="Syne Medium"/>
                          <a:sym typeface="Syne Medium"/>
                        </a:rPr>
                        <a:t>63</a:t>
                      </a:r>
                      <a:endParaRPr>
                        <a:solidFill>
                          <a:schemeClr val="dk1"/>
                        </a:solidFill>
                        <a:latin typeface="Syne Medium"/>
                        <a:ea typeface="Syne Medium"/>
                        <a:cs typeface="Syne Medium"/>
                        <a:sym typeface="Syne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8" name="Shape 5308"/>
        <p:cNvGrpSpPr/>
        <p:nvPr/>
      </p:nvGrpSpPr>
      <p:grpSpPr>
        <a:xfrm>
          <a:off x="0" y="0"/>
          <a:ext cx="0" cy="0"/>
          <a:chOff x="0" y="0"/>
          <a:chExt cx="0" cy="0"/>
        </a:xfrm>
      </p:grpSpPr>
      <p:sp>
        <p:nvSpPr>
          <p:cNvPr id="5309" name="Google Shape;5309;p68"/>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5310" name="Google Shape;5310;p68"/>
          <p:cNvSpPr txBox="1"/>
          <p:nvPr>
            <p:ph idx="1" type="subTitle"/>
          </p:nvPr>
        </p:nvSpPr>
        <p:spPr>
          <a:xfrm>
            <a:off x="1750355" y="3802025"/>
            <a:ext cx="2422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5311" name="Google Shape;5311;p68"/>
          <p:cNvSpPr txBox="1"/>
          <p:nvPr>
            <p:ph idx="2" type="subTitle"/>
          </p:nvPr>
        </p:nvSpPr>
        <p:spPr>
          <a:xfrm>
            <a:off x="1750275" y="3507525"/>
            <a:ext cx="2422800" cy="38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Sophia Hill</a:t>
            </a:r>
            <a:endParaRPr/>
          </a:p>
        </p:txBody>
      </p:sp>
      <p:sp>
        <p:nvSpPr>
          <p:cNvPr id="5312" name="Google Shape;5312;p68"/>
          <p:cNvSpPr txBox="1"/>
          <p:nvPr>
            <p:ph idx="3" type="subTitle"/>
          </p:nvPr>
        </p:nvSpPr>
        <p:spPr>
          <a:xfrm>
            <a:off x="4970910" y="3802025"/>
            <a:ext cx="2422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5313" name="Google Shape;5313;p68"/>
          <p:cNvSpPr txBox="1"/>
          <p:nvPr>
            <p:ph idx="4" type="subTitle"/>
          </p:nvPr>
        </p:nvSpPr>
        <p:spPr>
          <a:xfrm>
            <a:off x="4970829" y="3507525"/>
            <a:ext cx="2422800" cy="38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Kaliyah Harris</a:t>
            </a:r>
            <a:endParaRPr/>
          </a:p>
        </p:txBody>
      </p:sp>
      <p:sp>
        <p:nvSpPr>
          <p:cNvPr id="5314" name="Google Shape;5314;p68"/>
          <p:cNvSpPr/>
          <p:nvPr/>
        </p:nvSpPr>
        <p:spPr>
          <a:xfrm flipH="1">
            <a:off x="1802263" y="1355875"/>
            <a:ext cx="1344900" cy="1933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15" name="Google Shape;5315;p68"/>
          <p:cNvPicPr preferRelativeResize="0"/>
          <p:nvPr/>
        </p:nvPicPr>
        <p:blipFill rotWithShape="1">
          <a:blip r:embed="rId3">
            <a:alphaModFix/>
          </a:blip>
          <a:srcRect b="0" l="21875" r="21875" t="0"/>
          <a:stretch/>
        </p:blipFill>
        <p:spPr>
          <a:xfrm>
            <a:off x="2157702" y="1518475"/>
            <a:ext cx="1608000" cy="1608000"/>
          </a:xfrm>
          <a:prstGeom prst="rect">
            <a:avLst/>
          </a:prstGeom>
          <a:noFill/>
          <a:ln>
            <a:noFill/>
          </a:ln>
        </p:spPr>
      </p:pic>
      <p:sp>
        <p:nvSpPr>
          <p:cNvPr id="5316" name="Google Shape;5316;p68"/>
          <p:cNvSpPr/>
          <p:nvPr/>
        </p:nvSpPr>
        <p:spPr>
          <a:xfrm>
            <a:off x="5996802" y="1355875"/>
            <a:ext cx="1344900" cy="1933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17" name="Google Shape;5317;p68"/>
          <p:cNvPicPr preferRelativeResize="0"/>
          <p:nvPr/>
        </p:nvPicPr>
        <p:blipFill rotWithShape="1">
          <a:blip r:embed="rId4">
            <a:alphaModFix/>
          </a:blip>
          <a:srcRect b="35761" l="37845" r="32236" t="19350"/>
          <a:stretch/>
        </p:blipFill>
        <p:spPr>
          <a:xfrm flipH="1">
            <a:off x="5378263" y="1518475"/>
            <a:ext cx="1608000" cy="1608000"/>
          </a:xfrm>
          <a:prstGeom prst="rect">
            <a:avLst/>
          </a:prstGeom>
          <a:noFill/>
          <a:ln>
            <a:noFill/>
          </a:ln>
        </p:spPr>
      </p:pic>
      <p:sp>
        <p:nvSpPr>
          <p:cNvPr id="5318" name="Google Shape;5318;p68"/>
          <p:cNvSpPr/>
          <p:nvPr/>
        </p:nvSpPr>
        <p:spPr>
          <a:xfrm flipH="1">
            <a:off x="4225077" y="2581069"/>
            <a:ext cx="165300" cy="16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8"/>
          <p:cNvSpPr/>
          <p:nvPr/>
        </p:nvSpPr>
        <p:spPr>
          <a:xfrm flipH="1">
            <a:off x="4390362" y="2279569"/>
            <a:ext cx="301500" cy="301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sp>
        <p:nvSpPr>
          <p:cNvPr id="5324" name="Google Shape;5324;p69"/>
          <p:cNvSpPr txBox="1"/>
          <p:nvPr>
            <p:ph type="title"/>
          </p:nvPr>
        </p:nvSpPr>
        <p:spPr>
          <a:xfrm>
            <a:off x="872425" y="475488"/>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5325" name="Google Shape;5325;p69"/>
          <p:cNvSpPr txBox="1"/>
          <p:nvPr/>
        </p:nvSpPr>
        <p:spPr>
          <a:xfrm flipH="1">
            <a:off x="924500" y="1499163"/>
            <a:ext cx="41967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Mars &amp; Earth</a:t>
            </a:r>
            <a:endParaRPr b="1" sz="2000">
              <a:solidFill>
                <a:schemeClr val="dk1"/>
              </a:solidFill>
              <a:latin typeface="Syne"/>
              <a:ea typeface="Syne"/>
              <a:cs typeface="Syne"/>
              <a:sym typeface="Syne"/>
            </a:endParaRPr>
          </a:p>
        </p:txBody>
      </p:sp>
      <p:sp>
        <p:nvSpPr>
          <p:cNvPr id="5326" name="Google Shape;5326;p69"/>
          <p:cNvSpPr txBox="1"/>
          <p:nvPr/>
        </p:nvSpPr>
        <p:spPr>
          <a:xfrm flipH="1">
            <a:off x="924350" y="1789537"/>
            <a:ext cx="4196700" cy="232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Despite being red, Mars is actually a cold place. It's full of iron oxide dust, which gives the planet its reddish cast. Earth is the third planet from the Sun and the only one that harbors life in the Solar System. This is where we all live:</a:t>
            </a:r>
            <a:endParaRPr>
              <a:solidFill>
                <a:schemeClr val="dk1"/>
              </a:solidFill>
              <a:latin typeface="Syne Medium"/>
              <a:ea typeface="Syne Medium"/>
              <a:cs typeface="Syne Medium"/>
              <a:sym typeface="Syne Medium"/>
            </a:endParaRPr>
          </a:p>
          <a:p>
            <a:pPr indent="0" lvl="0" marL="0" rtl="0" algn="l">
              <a:spcBef>
                <a:spcPts val="0"/>
              </a:spcBef>
              <a:spcAft>
                <a:spcPts val="0"/>
              </a:spcAft>
              <a:buNone/>
            </a:pPr>
            <a:r>
              <a:t/>
            </a:r>
            <a:endParaRPr>
              <a:solidFill>
                <a:schemeClr val="dk1"/>
              </a:solidFill>
              <a:latin typeface="Syne Medium"/>
              <a:ea typeface="Syne Medium"/>
              <a:cs typeface="Syne Medium"/>
              <a:sym typeface="Syne Medium"/>
            </a:endParaRPr>
          </a:p>
          <a:p>
            <a:pPr indent="-317500" lvl="0" marL="457200" rtl="0" algn="l">
              <a:spcBef>
                <a:spcPts val="0"/>
              </a:spcBef>
              <a:spcAft>
                <a:spcPts val="0"/>
              </a:spcAft>
              <a:buClr>
                <a:schemeClr val="dk1"/>
              </a:buClr>
              <a:buSzPts val="1400"/>
              <a:buFont typeface="Syne Medium"/>
              <a:buChar char="●"/>
            </a:pPr>
            <a:r>
              <a:rPr lang="en">
                <a:solidFill>
                  <a:schemeClr val="dk1"/>
                </a:solidFill>
                <a:latin typeface="Syne Medium"/>
                <a:ea typeface="Syne Medium"/>
                <a:cs typeface="Syne Medium"/>
                <a:sym typeface="Syne Medium"/>
              </a:rPr>
              <a:t>Ceres is located in the main asteroid belt</a:t>
            </a:r>
            <a:endParaRPr>
              <a:solidFill>
                <a:schemeClr val="dk1"/>
              </a:solidFill>
              <a:latin typeface="Syne Medium"/>
              <a:ea typeface="Syne Medium"/>
              <a:cs typeface="Syne Medium"/>
              <a:sym typeface="Syne Medium"/>
            </a:endParaRPr>
          </a:p>
          <a:p>
            <a:pPr indent="-317500" lvl="0" marL="457200" rtl="0" algn="l">
              <a:spcBef>
                <a:spcPts val="0"/>
              </a:spcBef>
              <a:spcAft>
                <a:spcPts val="0"/>
              </a:spcAft>
              <a:buClr>
                <a:schemeClr val="dk1"/>
              </a:buClr>
              <a:buSzPts val="1400"/>
              <a:buFont typeface="Syne Medium"/>
              <a:buChar char="●"/>
            </a:pPr>
            <a:r>
              <a:rPr lang="en">
                <a:solidFill>
                  <a:schemeClr val="dk1"/>
                </a:solidFill>
                <a:latin typeface="Syne Medium"/>
                <a:ea typeface="Syne Medium"/>
                <a:cs typeface="Syne Medium"/>
                <a:sym typeface="Syne Medium"/>
              </a:rPr>
              <a:t>The Moon is Earth’s natural satellite</a:t>
            </a:r>
            <a:endParaRPr>
              <a:solidFill>
                <a:schemeClr val="dk1"/>
              </a:solidFill>
              <a:latin typeface="Syne Medium"/>
              <a:ea typeface="Syne Medium"/>
              <a:cs typeface="Syne Medium"/>
              <a:sym typeface="Syne Medium"/>
            </a:endParaRPr>
          </a:p>
          <a:p>
            <a:pPr indent="-317500" lvl="0" marL="457200" rtl="0" algn="l">
              <a:spcBef>
                <a:spcPts val="0"/>
              </a:spcBef>
              <a:spcAft>
                <a:spcPts val="0"/>
              </a:spcAft>
              <a:buClr>
                <a:schemeClr val="dk1"/>
              </a:buClr>
              <a:buSzPts val="1400"/>
              <a:buFont typeface="Syne Medium"/>
              <a:buChar char="●"/>
            </a:pPr>
            <a:r>
              <a:rPr lang="en">
                <a:solidFill>
                  <a:schemeClr val="dk1"/>
                </a:solidFill>
                <a:latin typeface="Syne Medium"/>
                <a:ea typeface="Syne Medium"/>
                <a:cs typeface="Syne Medium"/>
                <a:sym typeface="Syne Medium"/>
              </a:rPr>
              <a:t>Neptune is very far away from us</a:t>
            </a:r>
            <a:endParaRPr>
              <a:solidFill>
                <a:schemeClr val="dk1"/>
              </a:solidFill>
              <a:latin typeface="Syne Medium"/>
              <a:ea typeface="Syne Medium"/>
              <a:cs typeface="Syne Medium"/>
              <a:sym typeface="Syne Medium"/>
            </a:endParaRPr>
          </a:p>
          <a:p>
            <a:pPr indent="-317500" lvl="0" marL="457200" rtl="0" algn="l">
              <a:spcBef>
                <a:spcPts val="0"/>
              </a:spcBef>
              <a:spcAft>
                <a:spcPts val="0"/>
              </a:spcAft>
              <a:buClr>
                <a:schemeClr val="dk1"/>
              </a:buClr>
              <a:buSzPts val="1400"/>
              <a:buFont typeface="Syne Medium"/>
              <a:buChar char="●"/>
            </a:pPr>
            <a:r>
              <a:rPr lang="en">
                <a:solidFill>
                  <a:schemeClr val="dk1"/>
                </a:solidFill>
                <a:latin typeface="Syne Medium"/>
                <a:ea typeface="Syne Medium"/>
                <a:cs typeface="Syne Medium"/>
                <a:sym typeface="Syne Medium"/>
              </a:rPr>
              <a:t>Pluto is now considered a dwarf planet</a:t>
            </a:r>
            <a:endParaRPr>
              <a:solidFill>
                <a:schemeClr val="dk1"/>
              </a:solidFill>
              <a:latin typeface="Syne Medium"/>
              <a:ea typeface="Syne Medium"/>
              <a:cs typeface="Syne Medium"/>
              <a:sym typeface="Syne Medium"/>
            </a:endParaRPr>
          </a:p>
        </p:txBody>
      </p:sp>
      <p:sp>
        <p:nvSpPr>
          <p:cNvPr id="5327" name="Google Shape;5327;p69"/>
          <p:cNvSpPr txBox="1"/>
          <p:nvPr/>
        </p:nvSpPr>
        <p:spPr>
          <a:xfrm flipH="1">
            <a:off x="6341410" y="1337200"/>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Earth</a:t>
            </a:r>
            <a:endParaRPr b="1" sz="2000">
              <a:solidFill>
                <a:schemeClr val="dk1"/>
              </a:solidFill>
              <a:latin typeface="Syne"/>
              <a:ea typeface="Syne"/>
              <a:cs typeface="Syne"/>
              <a:sym typeface="Syne"/>
            </a:endParaRPr>
          </a:p>
        </p:txBody>
      </p:sp>
      <p:sp>
        <p:nvSpPr>
          <p:cNvPr id="5328" name="Google Shape;5328;p69"/>
          <p:cNvSpPr txBox="1"/>
          <p:nvPr/>
        </p:nvSpPr>
        <p:spPr>
          <a:xfrm flipH="1">
            <a:off x="6341410" y="1627636"/>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It’s the third planet from the Sun</a:t>
            </a:r>
            <a:endParaRPr>
              <a:solidFill>
                <a:schemeClr val="dk1"/>
              </a:solidFill>
              <a:latin typeface="Syne Medium"/>
              <a:ea typeface="Syne Medium"/>
              <a:cs typeface="Syne Medium"/>
              <a:sym typeface="Syne Medium"/>
            </a:endParaRPr>
          </a:p>
        </p:txBody>
      </p:sp>
      <p:sp>
        <p:nvSpPr>
          <p:cNvPr id="5329" name="Google Shape;5329;p69"/>
          <p:cNvSpPr/>
          <p:nvPr/>
        </p:nvSpPr>
        <p:spPr>
          <a:xfrm>
            <a:off x="5416475" y="1405788"/>
            <a:ext cx="838200" cy="697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latin typeface="Syne"/>
                <a:ea typeface="Syne"/>
                <a:cs typeface="Syne"/>
                <a:sym typeface="Syne"/>
              </a:rPr>
              <a:t>01</a:t>
            </a:r>
            <a:endParaRPr b="1" sz="3000">
              <a:latin typeface="Syne"/>
              <a:ea typeface="Syne"/>
              <a:cs typeface="Syne"/>
              <a:sym typeface="Syne"/>
            </a:endParaRPr>
          </a:p>
        </p:txBody>
      </p:sp>
      <p:sp>
        <p:nvSpPr>
          <p:cNvPr id="5330" name="Google Shape;5330;p69"/>
          <p:cNvSpPr txBox="1"/>
          <p:nvPr/>
        </p:nvSpPr>
        <p:spPr>
          <a:xfrm flipH="1">
            <a:off x="6341410" y="2390719"/>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Venus</a:t>
            </a:r>
            <a:endParaRPr b="1" sz="2000">
              <a:solidFill>
                <a:schemeClr val="dk1"/>
              </a:solidFill>
              <a:latin typeface="Syne"/>
              <a:ea typeface="Syne"/>
              <a:cs typeface="Syne"/>
              <a:sym typeface="Syne"/>
            </a:endParaRPr>
          </a:p>
        </p:txBody>
      </p:sp>
      <p:sp>
        <p:nvSpPr>
          <p:cNvPr id="5331" name="Google Shape;5331;p69"/>
          <p:cNvSpPr txBox="1"/>
          <p:nvPr/>
        </p:nvSpPr>
        <p:spPr>
          <a:xfrm flipH="1">
            <a:off x="6341410" y="2681155"/>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It’s the second planet from the Sun</a:t>
            </a:r>
            <a:endParaRPr>
              <a:solidFill>
                <a:schemeClr val="dk1"/>
              </a:solidFill>
              <a:latin typeface="Syne Medium"/>
              <a:ea typeface="Syne Medium"/>
              <a:cs typeface="Syne Medium"/>
              <a:sym typeface="Syne Medium"/>
            </a:endParaRPr>
          </a:p>
        </p:txBody>
      </p:sp>
      <p:sp>
        <p:nvSpPr>
          <p:cNvPr id="5332" name="Google Shape;5332;p69"/>
          <p:cNvSpPr/>
          <p:nvPr/>
        </p:nvSpPr>
        <p:spPr>
          <a:xfrm>
            <a:off x="5416475" y="2459306"/>
            <a:ext cx="838200" cy="697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latin typeface="Syne"/>
                <a:ea typeface="Syne"/>
                <a:cs typeface="Syne"/>
                <a:sym typeface="Syne"/>
              </a:rPr>
              <a:t>02</a:t>
            </a:r>
            <a:endParaRPr b="1" sz="3000">
              <a:latin typeface="Syne"/>
              <a:ea typeface="Syne"/>
              <a:cs typeface="Syne"/>
              <a:sym typeface="Syne"/>
            </a:endParaRPr>
          </a:p>
        </p:txBody>
      </p:sp>
      <p:sp>
        <p:nvSpPr>
          <p:cNvPr id="5333" name="Google Shape;5333;p69"/>
          <p:cNvSpPr txBox="1"/>
          <p:nvPr/>
        </p:nvSpPr>
        <p:spPr>
          <a:xfrm flipH="1">
            <a:off x="6341410" y="3444238"/>
            <a:ext cx="18783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yne"/>
                <a:ea typeface="Syne"/>
                <a:cs typeface="Syne"/>
                <a:sym typeface="Syne"/>
              </a:rPr>
              <a:t>Mercury</a:t>
            </a:r>
            <a:endParaRPr b="1" sz="2000">
              <a:solidFill>
                <a:schemeClr val="dk1"/>
              </a:solidFill>
              <a:latin typeface="Syne"/>
              <a:ea typeface="Syne"/>
              <a:cs typeface="Syne"/>
              <a:sym typeface="Syne"/>
            </a:endParaRPr>
          </a:p>
        </p:txBody>
      </p:sp>
      <p:sp>
        <p:nvSpPr>
          <p:cNvPr id="5334" name="Google Shape;5334;p69"/>
          <p:cNvSpPr txBox="1"/>
          <p:nvPr/>
        </p:nvSpPr>
        <p:spPr>
          <a:xfrm flipH="1">
            <a:off x="6341410" y="3734674"/>
            <a:ext cx="1878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Medium"/>
                <a:ea typeface="Syne Medium"/>
                <a:cs typeface="Syne Medium"/>
                <a:sym typeface="Syne Medium"/>
              </a:rPr>
              <a:t>It’s the closest planet to the Sun</a:t>
            </a:r>
            <a:endParaRPr>
              <a:solidFill>
                <a:schemeClr val="dk1"/>
              </a:solidFill>
              <a:latin typeface="Syne Medium"/>
              <a:ea typeface="Syne Medium"/>
              <a:cs typeface="Syne Medium"/>
              <a:sym typeface="Syne Medium"/>
            </a:endParaRPr>
          </a:p>
        </p:txBody>
      </p:sp>
      <p:sp>
        <p:nvSpPr>
          <p:cNvPr id="5335" name="Google Shape;5335;p69"/>
          <p:cNvSpPr/>
          <p:nvPr/>
        </p:nvSpPr>
        <p:spPr>
          <a:xfrm>
            <a:off x="5416475" y="3512825"/>
            <a:ext cx="838200" cy="697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latin typeface="Syne"/>
                <a:ea typeface="Syne"/>
                <a:cs typeface="Syne"/>
                <a:sym typeface="Syne"/>
              </a:rPr>
              <a:t>03</a:t>
            </a:r>
            <a:endParaRPr b="1" sz="3000">
              <a:latin typeface="Syne"/>
              <a:ea typeface="Syne"/>
              <a:cs typeface="Syne"/>
              <a:sym typeface="Syne"/>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9" name="Shape 5339"/>
        <p:cNvGrpSpPr/>
        <p:nvPr/>
      </p:nvGrpSpPr>
      <p:grpSpPr>
        <a:xfrm>
          <a:off x="0" y="0"/>
          <a:ext cx="0" cy="0"/>
          <a:chOff x="0" y="0"/>
          <a:chExt cx="0" cy="0"/>
        </a:xfrm>
      </p:grpSpPr>
      <p:sp>
        <p:nvSpPr>
          <p:cNvPr id="5340" name="Google Shape;5340;p70"/>
          <p:cNvSpPr/>
          <p:nvPr/>
        </p:nvSpPr>
        <p:spPr>
          <a:xfrm>
            <a:off x="0" y="125"/>
            <a:ext cx="28923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1" name="Google Shape;5341;p70"/>
          <p:cNvGrpSpPr/>
          <p:nvPr/>
        </p:nvGrpSpPr>
        <p:grpSpPr>
          <a:xfrm>
            <a:off x="-5799851" y="-555950"/>
            <a:ext cx="8692349" cy="5699591"/>
            <a:chOff x="1234141" y="-4"/>
            <a:chExt cx="1506760" cy="987986"/>
          </a:xfrm>
        </p:grpSpPr>
        <p:sp>
          <p:nvSpPr>
            <p:cNvPr id="5342" name="Google Shape;5342;p70"/>
            <p:cNvSpPr/>
            <p:nvPr/>
          </p:nvSpPr>
          <p:spPr>
            <a:xfrm>
              <a:off x="2720738" y="668453"/>
              <a:ext cx="14998" cy="4867"/>
            </a:xfrm>
            <a:custGeom>
              <a:rect b="b" l="l" r="r" t="t"/>
              <a:pathLst>
                <a:path extrusionOk="0" h="49" w="151">
                  <a:moveTo>
                    <a:pt x="1" y="0"/>
                  </a:moveTo>
                  <a:cubicBezTo>
                    <a:pt x="17" y="17"/>
                    <a:pt x="33" y="17"/>
                    <a:pt x="49" y="17"/>
                  </a:cubicBezTo>
                  <a:cubicBezTo>
                    <a:pt x="33" y="0"/>
                    <a:pt x="17" y="0"/>
                    <a:pt x="1" y="0"/>
                  </a:cubicBezTo>
                  <a:close/>
                  <a:moveTo>
                    <a:pt x="49" y="17"/>
                  </a:moveTo>
                  <a:cubicBezTo>
                    <a:pt x="81" y="33"/>
                    <a:pt x="118" y="49"/>
                    <a:pt x="150" y="49"/>
                  </a:cubicBezTo>
                  <a:lnTo>
                    <a:pt x="150" y="33"/>
                  </a:lnTo>
                  <a:cubicBezTo>
                    <a:pt x="118" y="33"/>
                    <a:pt x="81" y="17"/>
                    <a:pt x="4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0"/>
            <p:cNvSpPr/>
            <p:nvPr/>
          </p:nvSpPr>
          <p:spPr>
            <a:xfrm>
              <a:off x="1717655" y="455302"/>
              <a:ext cx="21752" cy="15793"/>
            </a:xfrm>
            <a:custGeom>
              <a:rect b="b" l="l" r="r" t="t"/>
              <a:pathLst>
                <a:path extrusionOk="0" h="159" w="219">
                  <a:moveTo>
                    <a:pt x="201" y="1"/>
                  </a:moveTo>
                  <a:cubicBezTo>
                    <a:pt x="189" y="1"/>
                    <a:pt x="177" y="10"/>
                    <a:pt x="166" y="10"/>
                  </a:cubicBezTo>
                  <a:cubicBezTo>
                    <a:pt x="134" y="42"/>
                    <a:pt x="81" y="74"/>
                    <a:pt x="49" y="111"/>
                  </a:cubicBezTo>
                  <a:lnTo>
                    <a:pt x="0" y="143"/>
                  </a:lnTo>
                  <a:lnTo>
                    <a:pt x="0" y="159"/>
                  </a:lnTo>
                  <a:lnTo>
                    <a:pt x="17" y="159"/>
                  </a:lnTo>
                  <a:lnTo>
                    <a:pt x="49" y="127"/>
                  </a:lnTo>
                  <a:cubicBezTo>
                    <a:pt x="101" y="90"/>
                    <a:pt x="134" y="58"/>
                    <a:pt x="182" y="26"/>
                  </a:cubicBezTo>
                  <a:cubicBezTo>
                    <a:pt x="202" y="10"/>
                    <a:pt x="202" y="10"/>
                    <a:pt x="219" y="10"/>
                  </a:cubicBezTo>
                  <a:cubicBezTo>
                    <a:pt x="213" y="3"/>
                    <a:pt x="207" y="1"/>
                    <a:pt x="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0"/>
            <p:cNvSpPr/>
            <p:nvPr/>
          </p:nvSpPr>
          <p:spPr>
            <a:xfrm>
              <a:off x="1679117" y="432556"/>
              <a:ext cx="56715" cy="43802"/>
            </a:xfrm>
            <a:custGeom>
              <a:rect b="b" l="l" r="r" t="t"/>
              <a:pathLst>
                <a:path extrusionOk="0" h="441" w="571">
                  <a:moveTo>
                    <a:pt x="570" y="0"/>
                  </a:moveTo>
                  <a:lnTo>
                    <a:pt x="570" y="0"/>
                  </a:lnTo>
                  <a:cubicBezTo>
                    <a:pt x="522" y="16"/>
                    <a:pt x="489" y="53"/>
                    <a:pt x="453" y="85"/>
                  </a:cubicBezTo>
                  <a:cubicBezTo>
                    <a:pt x="489" y="53"/>
                    <a:pt x="538" y="37"/>
                    <a:pt x="570" y="0"/>
                  </a:cubicBezTo>
                  <a:close/>
                  <a:moveTo>
                    <a:pt x="453" y="85"/>
                  </a:moveTo>
                  <a:cubicBezTo>
                    <a:pt x="437" y="85"/>
                    <a:pt x="421" y="101"/>
                    <a:pt x="388" y="117"/>
                  </a:cubicBezTo>
                  <a:cubicBezTo>
                    <a:pt x="352" y="154"/>
                    <a:pt x="304" y="202"/>
                    <a:pt x="251" y="239"/>
                  </a:cubicBezTo>
                  <a:cubicBezTo>
                    <a:pt x="186" y="271"/>
                    <a:pt x="134" y="319"/>
                    <a:pt x="65" y="372"/>
                  </a:cubicBezTo>
                  <a:cubicBezTo>
                    <a:pt x="49" y="388"/>
                    <a:pt x="33" y="404"/>
                    <a:pt x="1" y="420"/>
                  </a:cubicBezTo>
                  <a:lnTo>
                    <a:pt x="1" y="440"/>
                  </a:lnTo>
                  <a:lnTo>
                    <a:pt x="17" y="440"/>
                  </a:lnTo>
                  <a:cubicBezTo>
                    <a:pt x="33" y="420"/>
                    <a:pt x="49" y="404"/>
                    <a:pt x="65" y="388"/>
                  </a:cubicBezTo>
                  <a:cubicBezTo>
                    <a:pt x="134" y="340"/>
                    <a:pt x="203" y="287"/>
                    <a:pt x="267" y="239"/>
                  </a:cubicBezTo>
                  <a:cubicBezTo>
                    <a:pt x="304" y="202"/>
                    <a:pt x="352" y="170"/>
                    <a:pt x="405" y="138"/>
                  </a:cubicBezTo>
                  <a:cubicBezTo>
                    <a:pt x="421" y="117"/>
                    <a:pt x="437" y="101"/>
                    <a:pt x="453"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0"/>
            <p:cNvSpPr/>
            <p:nvPr/>
          </p:nvSpPr>
          <p:spPr>
            <a:xfrm>
              <a:off x="2339529" y="424114"/>
              <a:ext cx="16587" cy="8542"/>
            </a:xfrm>
            <a:custGeom>
              <a:rect b="b" l="l" r="r" t="t"/>
              <a:pathLst>
                <a:path extrusionOk="0" h="86" w="167">
                  <a:moveTo>
                    <a:pt x="1" y="0"/>
                  </a:moveTo>
                  <a:lnTo>
                    <a:pt x="1" y="21"/>
                  </a:lnTo>
                  <a:cubicBezTo>
                    <a:pt x="17" y="21"/>
                    <a:pt x="17" y="37"/>
                    <a:pt x="33" y="37"/>
                  </a:cubicBezTo>
                  <a:cubicBezTo>
                    <a:pt x="82" y="53"/>
                    <a:pt x="118" y="69"/>
                    <a:pt x="167" y="85"/>
                  </a:cubicBezTo>
                  <a:lnTo>
                    <a:pt x="167" y="69"/>
                  </a:lnTo>
                  <a:cubicBezTo>
                    <a:pt x="118" y="53"/>
                    <a:pt x="82" y="37"/>
                    <a:pt x="33" y="21"/>
                  </a:cubicBezTo>
                  <a:cubicBezTo>
                    <a:pt x="33" y="21"/>
                    <a:pt x="17" y="2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0"/>
            <p:cNvSpPr/>
            <p:nvPr/>
          </p:nvSpPr>
          <p:spPr>
            <a:xfrm>
              <a:off x="2281027" y="713348"/>
              <a:ext cx="1689" cy="13806"/>
            </a:xfrm>
            <a:custGeom>
              <a:rect b="b" l="l" r="r" t="t"/>
              <a:pathLst>
                <a:path extrusionOk="0" h="139" w="17">
                  <a:moveTo>
                    <a:pt x="16" y="1"/>
                  </a:moveTo>
                  <a:lnTo>
                    <a:pt x="0" y="17"/>
                  </a:lnTo>
                  <a:lnTo>
                    <a:pt x="0" y="86"/>
                  </a:lnTo>
                  <a:cubicBezTo>
                    <a:pt x="16" y="102"/>
                    <a:pt x="16" y="118"/>
                    <a:pt x="16" y="138"/>
                  </a:cubicBezTo>
                  <a:lnTo>
                    <a:pt x="16" y="86"/>
                  </a:lnTo>
                  <a:lnTo>
                    <a:pt x="16" y="17"/>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0"/>
            <p:cNvSpPr/>
            <p:nvPr/>
          </p:nvSpPr>
          <p:spPr>
            <a:xfrm>
              <a:off x="1667496" y="827373"/>
              <a:ext cx="65058" cy="36552"/>
            </a:xfrm>
            <a:custGeom>
              <a:rect b="b" l="l" r="r" t="t"/>
              <a:pathLst>
                <a:path extrusionOk="0" h="368" w="655">
                  <a:moveTo>
                    <a:pt x="639" y="0"/>
                  </a:moveTo>
                  <a:cubicBezTo>
                    <a:pt x="606" y="0"/>
                    <a:pt x="570" y="16"/>
                    <a:pt x="538" y="49"/>
                  </a:cubicBezTo>
                  <a:cubicBezTo>
                    <a:pt x="469" y="101"/>
                    <a:pt x="404" y="134"/>
                    <a:pt x="336" y="166"/>
                  </a:cubicBezTo>
                  <a:cubicBezTo>
                    <a:pt x="303" y="182"/>
                    <a:pt x="267" y="202"/>
                    <a:pt x="235" y="218"/>
                  </a:cubicBezTo>
                  <a:cubicBezTo>
                    <a:pt x="203" y="251"/>
                    <a:pt x="150" y="267"/>
                    <a:pt x="118" y="283"/>
                  </a:cubicBezTo>
                  <a:cubicBezTo>
                    <a:pt x="102" y="303"/>
                    <a:pt x="65" y="319"/>
                    <a:pt x="49" y="336"/>
                  </a:cubicBezTo>
                  <a:cubicBezTo>
                    <a:pt x="33" y="336"/>
                    <a:pt x="33" y="352"/>
                    <a:pt x="17" y="352"/>
                  </a:cubicBezTo>
                  <a:lnTo>
                    <a:pt x="1" y="352"/>
                  </a:lnTo>
                  <a:lnTo>
                    <a:pt x="1" y="368"/>
                  </a:lnTo>
                  <a:lnTo>
                    <a:pt x="17" y="368"/>
                  </a:lnTo>
                  <a:cubicBezTo>
                    <a:pt x="33" y="352"/>
                    <a:pt x="49" y="352"/>
                    <a:pt x="49" y="352"/>
                  </a:cubicBezTo>
                  <a:cubicBezTo>
                    <a:pt x="81" y="336"/>
                    <a:pt x="102" y="319"/>
                    <a:pt x="134" y="303"/>
                  </a:cubicBezTo>
                  <a:cubicBezTo>
                    <a:pt x="166" y="283"/>
                    <a:pt x="203" y="251"/>
                    <a:pt x="235" y="235"/>
                  </a:cubicBezTo>
                  <a:cubicBezTo>
                    <a:pt x="267" y="218"/>
                    <a:pt x="303" y="202"/>
                    <a:pt x="336" y="182"/>
                  </a:cubicBezTo>
                  <a:cubicBezTo>
                    <a:pt x="404" y="150"/>
                    <a:pt x="469" y="101"/>
                    <a:pt x="538" y="65"/>
                  </a:cubicBezTo>
                  <a:lnTo>
                    <a:pt x="554" y="49"/>
                  </a:lnTo>
                  <a:cubicBezTo>
                    <a:pt x="586" y="33"/>
                    <a:pt x="606" y="16"/>
                    <a:pt x="639" y="16"/>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0"/>
            <p:cNvSpPr/>
            <p:nvPr/>
          </p:nvSpPr>
          <p:spPr>
            <a:xfrm>
              <a:off x="2501628" y="454209"/>
              <a:ext cx="8542" cy="5264"/>
            </a:xfrm>
            <a:custGeom>
              <a:rect b="b" l="l" r="r" t="t"/>
              <a:pathLst>
                <a:path extrusionOk="0" h="53" w="86">
                  <a:moveTo>
                    <a:pt x="17" y="0"/>
                  </a:moveTo>
                  <a:lnTo>
                    <a:pt x="1" y="21"/>
                  </a:lnTo>
                  <a:cubicBezTo>
                    <a:pt x="17" y="21"/>
                    <a:pt x="33" y="21"/>
                    <a:pt x="49" y="37"/>
                  </a:cubicBezTo>
                  <a:cubicBezTo>
                    <a:pt x="49" y="37"/>
                    <a:pt x="66" y="53"/>
                    <a:pt x="86" y="53"/>
                  </a:cubicBezTo>
                  <a:lnTo>
                    <a:pt x="86" y="37"/>
                  </a:lnTo>
                  <a:cubicBezTo>
                    <a:pt x="66" y="37"/>
                    <a:pt x="66" y="21"/>
                    <a:pt x="49" y="21"/>
                  </a:cubicBezTo>
                  <a:cubicBezTo>
                    <a:pt x="33" y="21"/>
                    <a:pt x="1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0"/>
            <p:cNvSpPr/>
            <p:nvPr/>
          </p:nvSpPr>
          <p:spPr>
            <a:xfrm>
              <a:off x="2219247" y="900774"/>
              <a:ext cx="20163" cy="4867"/>
            </a:xfrm>
            <a:custGeom>
              <a:rect b="b" l="l" r="r" t="t"/>
              <a:pathLst>
                <a:path extrusionOk="0" h="49" w="203">
                  <a:moveTo>
                    <a:pt x="0" y="0"/>
                  </a:moveTo>
                  <a:lnTo>
                    <a:pt x="16" y="17"/>
                  </a:lnTo>
                  <a:cubicBezTo>
                    <a:pt x="65" y="17"/>
                    <a:pt x="101" y="33"/>
                    <a:pt x="150" y="49"/>
                  </a:cubicBezTo>
                  <a:lnTo>
                    <a:pt x="202" y="49"/>
                  </a:lnTo>
                  <a:lnTo>
                    <a:pt x="150" y="33"/>
                  </a:lnTo>
                  <a:cubicBezTo>
                    <a:pt x="117" y="17"/>
                    <a:pt x="65" y="17"/>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0"/>
            <p:cNvSpPr/>
            <p:nvPr/>
          </p:nvSpPr>
          <p:spPr>
            <a:xfrm>
              <a:off x="1762550" y="967819"/>
              <a:ext cx="45491" cy="20163"/>
            </a:xfrm>
            <a:custGeom>
              <a:rect b="b" l="l" r="r" t="t"/>
              <a:pathLst>
                <a:path extrusionOk="0" h="203" w="458">
                  <a:moveTo>
                    <a:pt x="457" y="0"/>
                  </a:moveTo>
                  <a:cubicBezTo>
                    <a:pt x="421" y="0"/>
                    <a:pt x="389" y="16"/>
                    <a:pt x="356" y="32"/>
                  </a:cubicBezTo>
                  <a:cubicBezTo>
                    <a:pt x="336" y="49"/>
                    <a:pt x="320" y="49"/>
                    <a:pt x="320" y="49"/>
                  </a:cubicBezTo>
                  <a:cubicBezTo>
                    <a:pt x="255" y="81"/>
                    <a:pt x="171" y="117"/>
                    <a:pt x="102" y="150"/>
                  </a:cubicBezTo>
                  <a:lnTo>
                    <a:pt x="1" y="182"/>
                  </a:lnTo>
                  <a:lnTo>
                    <a:pt x="1" y="202"/>
                  </a:lnTo>
                  <a:lnTo>
                    <a:pt x="17" y="202"/>
                  </a:lnTo>
                  <a:lnTo>
                    <a:pt x="102" y="166"/>
                  </a:lnTo>
                  <a:cubicBezTo>
                    <a:pt x="171" y="133"/>
                    <a:pt x="255" y="101"/>
                    <a:pt x="320" y="65"/>
                  </a:cubicBezTo>
                  <a:cubicBezTo>
                    <a:pt x="336" y="65"/>
                    <a:pt x="336" y="49"/>
                    <a:pt x="356" y="49"/>
                  </a:cubicBezTo>
                  <a:cubicBezTo>
                    <a:pt x="389" y="32"/>
                    <a:pt x="421" y="16"/>
                    <a:pt x="457" y="16"/>
                  </a:cubicBezTo>
                  <a:lnTo>
                    <a:pt x="4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0"/>
            <p:cNvSpPr/>
            <p:nvPr/>
          </p:nvSpPr>
          <p:spPr>
            <a:xfrm>
              <a:off x="2496463" y="491059"/>
              <a:ext cx="16985" cy="6953"/>
            </a:xfrm>
            <a:custGeom>
              <a:rect b="b" l="l" r="r" t="t"/>
              <a:pathLst>
                <a:path extrusionOk="0" h="70" w="171">
                  <a:moveTo>
                    <a:pt x="0" y="1"/>
                  </a:moveTo>
                  <a:lnTo>
                    <a:pt x="0" y="17"/>
                  </a:lnTo>
                  <a:lnTo>
                    <a:pt x="37" y="17"/>
                  </a:lnTo>
                  <a:cubicBezTo>
                    <a:pt x="17" y="1"/>
                    <a:pt x="17" y="1"/>
                    <a:pt x="0" y="1"/>
                  </a:cubicBezTo>
                  <a:close/>
                  <a:moveTo>
                    <a:pt x="37" y="17"/>
                  </a:moveTo>
                  <a:cubicBezTo>
                    <a:pt x="53" y="33"/>
                    <a:pt x="53" y="33"/>
                    <a:pt x="69" y="33"/>
                  </a:cubicBezTo>
                  <a:cubicBezTo>
                    <a:pt x="53" y="17"/>
                    <a:pt x="53" y="17"/>
                    <a:pt x="37" y="17"/>
                  </a:cubicBezTo>
                  <a:close/>
                  <a:moveTo>
                    <a:pt x="69" y="33"/>
                  </a:moveTo>
                  <a:cubicBezTo>
                    <a:pt x="101" y="53"/>
                    <a:pt x="138" y="70"/>
                    <a:pt x="170" y="70"/>
                  </a:cubicBezTo>
                  <a:cubicBezTo>
                    <a:pt x="138" y="53"/>
                    <a:pt x="101" y="33"/>
                    <a:pt x="69"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0"/>
            <p:cNvSpPr/>
            <p:nvPr/>
          </p:nvSpPr>
          <p:spPr>
            <a:xfrm>
              <a:off x="2463189" y="466228"/>
              <a:ext cx="73501" cy="28208"/>
            </a:xfrm>
            <a:custGeom>
              <a:rect b="b" l="l" r="r" t="t"/>
              <a:pathLst>
                <a:path extrusionOk="0" h="284" w="740">
                  <a:moveTo>
                    <a:pt x="0" y="1"/>
                  </a:moveTo>
                  <a:lnTo>
                    <a:pt x="16" y="17"/>
                  </a:lnTo>
                  <a:cubicBezTo>
                    <a:pt x="49" y="17"/>
                    <a:pt x="69" y="33"/>
                    <a:pt x="101" y="33"/>
                  </a:cubicBezTo>
                  <a:cubicBezTo>
                    <a:pt x="85" y="17"/>
                    <a:pt x="49" y="17"/>
                    <a:pt x="16" y="1"/>
                  </a:cubicBezTo>
                  <a:close/>
                  <a:moveTo>
                    <a:pt x="101" y="33"/>
                  </a:moveTo>
                  <a:lnTo>
                    <a:pt x="101" y="33"/>
                  </a:lnTo>
                  <a:cubicBezTo>
                    <a:pt x="150" y="65"/>
                    <a:pt x="202" y="81"/>
                    <a:pt x="251" y="101"/>
                  </a:cubicBezTo>
                  <a:cubicBezTo>
                    <a:pt x="303" y="118"/>
                    <a:pt x="352" y="134"/>
                    <a:pt x="404" y="166"/>
                  </a:cubicBezTo>
                  <a:cubicBezTo>
                    <a:pt x="453" y="182"/>
                    <a:pt x="489" y="202"/>
                    <a:pt x="537" y="219"/>
                  </a:cubicBezTo>
                  <a:cubicBezTo>
                    <a:pt x="606" y="235"/>
                    <a:pt x="675" y="267"/>
                    <a:pt x="739" y="283"/>
                  </a:cubicBezTo>
                  <a:cubicBezTo>
                    <a:pt x="675" y="251"/>
                    <a:pt x="606" y="219"/>
                    <a:pt x="537" y="202"/>
                  </a:cubicBezTo>
                  <a:cubicBezTo>
                    <a:pt x="505" y="182"/>
                    <a:pt x="453" y="166"/>
                    <a:pt x="404" y="150"/>
                  </a:cubicBezTo>
                  <a:cubicBezTo>
                    <a:pt x="352" y="134"/>
                    <a:pt x="303" y="118"/>
                    <a:pt x="251" y="81"/>
                  </a:cubicBezTo>
                  <a:cubicBezTo>
                    <a:pt x="202" y="65"/>
                    <a:pt x="150" y="49"/>
                    <a:pt x="10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0"/>
            <p:cNvSpPr/>
            <p:nvPr/>
          </p:nvSpPr>
          <p:spPr>
            <a:xfrm>
              <a:off x="1677528" y="499501"/>
              <a:ext cx="61879" cy="45094"/>
            </a:xfrm>
            <a:custGeom>
              <a:rect b="b" l="l" r="r" t="t"/>
              <a:pathLst>
                <a:path extrusionOk="0" h="454" w="623">
                  <a:moveTo>
                    <a:pt x="606" y="1"/>
                  </a:moveTo>
                  <a:cubicBezTo>
                    <a:pt x="586" y="1"/>
                    <a:pt x="554" y="17"/>
                    <a:pt x="538" y="33"/>
                  </a:cubicBezTo>
                  <a:lnTo>
                    <a:pt x="538" y="49"/>
                  </a:lnTo>
                  <a:lnTo>
                    <a:pt x="554" y="49"/>
                  </a:lnTo>
                  <a:cubicBezTo>
                    <a:pt x="570" y="33"/>
                    <a:pt x="586" y="17"/>
                    <a:pt x="606" y="17"/>
                  </a:cubicBezTo>
                  <a:lnTo>
                    <a:pt x="623" y="17"/>
                  </a:lnTo>
                  <a:lnTo>
                    <a:pt x="606" y="1"/>
                  </a:lnTo>
                  <a:close/>
                  <a:moveTo>
                    <a:pt x="538" y="49"/>
                  </a:moveTo>
                  <a:lnTo>
                    <a:pt x="538" y="49"/>
                  </a:lnTo>
                  <a:cubicBezTo>
                    <a:pt x="437" y="118"/>
                    <a:pt x="336" y="203"/>
                    <a:pt x="235" y="271"/>
                  </a:cubicBezTo>
                  <a:cubicBezTo>
                    <a:pt x="182" y="304"/>
                    <a:pt x="134" y="352"/>
                    <a:pt x="65" y="389"/>
                  </a:cubicBezTo>
                  <a:cubicBezTo>
                    <a:pt x="65" y="405"/>
                    <a:pt x="49" y="405"/>
                    <a:pt x="49" y="405"/>
                  </a:cubicBezTo>
                  <a:cubicBezTo>
                    <a:pt x="33" y="421"/>
                    <a:pt x="17" y="437"/>
                    <a:pt x="1" y="453"/>
                  </a:cubicBezTo>
                  <a:cubicBezTo>
                    <a:pt x="17" y="453"/>
                    <a:pt x="33" y="437"/>
                    <a:pt x="49" y="421"/>
                  </a:cubicBezTo>
                  <a:cubicBezTo>
                    <a:pt x="65" y="421"/>
                    <a:pt x="65" y="405"/>
                    <a:pt x="81" y="405"/>
                  </a:cubicBezTo>
                  <a:cubicBezTo>
                    <a:pt x="134" y="372"/>
                    <a:pt x="182" y="320"/>
                    <a:pt x="251" y="271"/>
                  </a:cubicBezTo>
                  <a:cubicBezTo>
                    <a:pt x="336" y="203"/>
                    <a:pt x="437" y="134"/>
                    <a:pt x="538"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0"/>
            <p:cNvSpPr/>
            <p:nvPr/>
          </p:nvSpPr>
          <p:spPr>
            <a:xfrm>
              <a:off x="2514937" y="459374"/>
              <a:ext cx="21752" cy="10131"/>
            </a:xfrm>
            <a:custGeom>
              <a:rect b="b" l="l" r="r" t="t"/>
              <a:pathLst>
                <a:path extrusionOk="0" h="102" w="219">
                  <a:moveTo>
                    <a:pt x="0" y="1"/>
                  </a:moveTo>
                  <a:lnTo>
                    <a:pt x="0" y="17"/>
                  </a:lnTo>
                  <a:cubicBezTo>
                    <a:pt x="16" y="17"/>
                    <a:pt x="33" y="33"/>
                    <a:pt x="53" y="33"/>
                  </a:cubicBezTo>
                  <a:cubicBezTo>
                    <a:pt x="85" y="49"/>
                    <a:pt x="134" y="70"/>
                    <a:pt x="170" y="86"/>
                  </a:cubicBezTo>
                  <a:lnTo>
                    <a:pt x="186" y="86"/>
                  </a:lnTo>
                  <a:lnTo>
                    <a:pt x="170" y="70"/>
                  </a:lnTo>
                  <a:cubicBezTo>
                    <a:pt x="134" y="49"/>
                    <a:pt x="85" y="33"/>
                    <a:pt x="53" y="17"/>
                  </a:cubicBezTo>
                  <a:cubicBezTo>
                    <a:pt x="33" y="17"/>
                    <a:pt x="16" y="17"/>
                    <a:pt x="0" y="1"/>
                  </a:cubicBezTo>
                  <a:close/>
                  <a:moveTo>
                    <a:pt x="186" y="86"/>
                  </a:moveTo>
                  <a:cubicBezTo>
                    <a:pt x="202" y="86"/>
                    <a:pt x="202" y="102"/>
                    <a:pt x="202" y="102"/>
                  </a:cubicBezTo>
                  <a:lnTo>
                    <a:pt x="218" y="102"/>
                  </a:lnTo>
                  <a:lnTo>
                    <a:pt x="218" y="8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0"/>
            <p:cNvSpPr/>
            <p:nvPr/>
          </p:nvSpPr>
          <p:spPr>
            <a:xfrm>
              <a:off x="1730866" y="935638"/>
              <a:ext cx="4966" cy="37048"/>
            </a:xfrm>
            <a:custGeom>
              <a:rect b="b" l="l" r="r" t="t"/>
              <a:pathLst>
                <a:path extrusionOk="0" h="373" w="50">
                  <a:moveTo>
                    <a:pt x="49" y="1"/>
                  </a:moveTo>
                  <a:cubicBezTo>
                    <a:pt x="33" y="21"/>
                    <a:pt x="33" y="37"/>
                    <a:pt x="33" y="52"/>
                  </a:cubicBezTo>
                  <a:lnTo>
                    <a:pt x="33" y="52"/>
                  </a:lnTo>
                  <a:cubicBezTo>
                    <a:pt x="33" y="37"/>
                    <a:pt x="33" y="21"/>
                    <a:pt x="49" y="21"/>
                  </a:cubicBezTo>
                  <a:lnTo>
                    <a:pt x="49" y="1"/>
                  </a:lnTo>
                  <a:close/>
                  <a:moveTo>
                    <a:pt x="33" y="102"/>
                  </a:moveTo>
                  <a:cubicBezTo>
                    <a:pt x="33" y="154"/>
                    <a:pt x="33" y="187"/>
                    <a:pt x="17" y="223"/>
                  </a:cubicBezTo>
                  <a:lnTo>
                    <a:pt x="17" y="272"/>
                  </a:lnTo>
                  <a:lnTo>
                    <a:pt x="17" y="324"/>
                  </a:lnTo>
                  <a:cubicBezTo>
                    <a:pt x="1" y="340"/>
                    <a:pt x="17" y="340"/>
                    <a:pt x="17" y="356"/>
                  </a:cubicBezTo>
                  <a:lnTo>
                    <a:pt x="17" y="373"/>
                  </a:lnTo>
                  <a:lnTo>
                    <a:pt x="33" y="356"/>
                  </a:lnTo>
                  <a:lnTo>
                    <a:pt x="17" y="340"/>
                  </a:lnTo>
                  <a:cubicBezTo>
                    <a:pt x="33" y="304"/>
                    <a:pt x="33" y="288"/>
                    <a:pt x="33" y="272"/>
                  </a:cubicBezTo>
                  <a:lnTo>
                    <a:pt x="33" y="223"/>
                  </a:lnTo>
                  <a:lnTo>
                    <a:pt x="33" y="10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0"/>
            <p:cNvSpPr/>
            <p:nvPr/>
          </p:nvSpPr>
          <p:spPr>
            <a:xfrm>
              <a:off x="2536590" y="701727"/>
              <a:ext cx="16985" cy="6953"/>
            </a:xfrm>
            <a:custGeom>
              <a:rect b="b" l="l" r="r" t="t"/>
              <a:pathLst>
                <a:path extrusionOk="0" h="70" w="171">
                  <a:moveTo>
                    <a:pt x="0" y="1"/>
                  </a:moveTo>
                  <a:lnTo>
                    <a:pt x="0" y="17"/>
                  </a:lnTo>
                  <a:cubicBezTo>
                    <a:pt x="37" y="17"/>
                    <a:pt x="69" y="33"/>
                    <a:pt x="85" y="33"/>
                  </a:cubicBezTo>
                  <a:cubicBezTo>
                    <a:pt x="69" y="17"/>
                    <a:pt x="37" y="17"/>
                    <a:pt x="0" y="1"/>
                  </a:cubicBezTo>
                  <a:close/>
                  <a:moveTo>
                    <a:pt x="85" y="33"/>
                  </a:moveTo>
                  <a:cubicBezTo>
                    <a:pt x="118" y="53"/>
                    <a:pt x="138" y="53"/>
                    <a:pt x="170" y="69"/>
                  </a:cubicBezTo>
                  <a:lnTo>
                    <a:pt x="170" y="53"/>
                  </a:lnTo>
                  <a:cubicBezTo>
                    <a:pt x="138" y="53"/>
                    <a:pt x="118" y="33"/>
                    <a:pt x="85"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0"/>
            <p:cNvSpPr/>
            <p:nvPr/>
          </p:nvSpPr>
          <p:spPr>
            <a:xfrm>
              <a:off x="1739308" y="902364"/>
              <a:ext cx="70322" cy="33373"/>
            </a:xfrm>
            <a:custGeom>
              <a:rect b="b" l="l" r="r" t="t"/>
              <a:pathLst>
                <a:path extrusionOk="0" h="336" w="708">
                  <a:moveTo>
                    <a:pt x="708" y="1"/>
                  </a:moveTo>
                  <a:cubicBezTo>
                    <a:pt x="671" y="1"/>
                    <a:pt x="639" y="17"/>
                    <a:pt x="607" y="33"/>
                  </a:cubicBezTo>
                  <a:lnTo>
                    <a:pt x="590" y="53"/>
                  </a:lnTo>
                  <a:lnTo>
                    <a:pt x="623" y="53"/>
                  </a:lnTo>
                  <a:cubicBezTo>
                    <a:pt x="639" y="33"/>
                    <a:pt x="671" y="17"/>
                    <a:pt x="708" y="17"/>
                  </a:cubicBezTo>
                  <a:lnTo>
                    <a:pt x="708" y="1"/>
                  </a:lnTo>
                  <a:close/>
                  <a:moveTo>
                    <a:pt x="590" y="53"/>
                  </a:moveTo>
                  <a:lnTo>
                    <a:pt x="590" y="53"/>
                  </a:lnTo>
                  <a:cubicBezTo>
                    <a:pt x="522" y="85"/>
                    <a:pt x="437" y="118"/>
                    <a:pt x="368" y="154"/>
                  </a:cubicBezTo>
                  <a:cubicBezTo>
                    <a:pt x="320" y="170"/>
                    <a:pt x="267" y="203"/>
                    <a:pt x="235" y="219"/>
                  </a:cubicBezTo>
                  <a:cubicBezTo>
                    <a:pt x="203" y="235"/>
                    <a:pt x="166" y="255"/>
                    <a:pt x="134" y="271"/>
                  </a:cubicBezTo>
                  <a:cubicBezTo>
                    <a:pt x="102" y="287"/>
                    <a:pt x="49" y="304"/>
                    <a:pt x="1" y="336"/>
                  </a:cubicBezTo>
                  <a:cubicBezTo>
                    <a:pt x="49" y="320"/>
                    <a:pt x="102" y="304"/>
                    <a:pt x="150" y="271"/>
                  </a:cubicBezTo>
                  <a:cubicBezTo>
                    <a:pt x="166" y="271"/>
                    <a:pt x="203" y="255"/>
                    <a:pt x="235" y="235"/>
                  </a:cubicBezTo>
                  <a:cubicBezTo>
                    <a:pt x="287" y="203"/>
                    <a:pt x="320" y="186"/>
                    <a:pt x="368" y="170"/>
                  </a:cubicBezTo>
                  <a:cubicBezTo>
                    <a:pt x="437" y="134"/>
                    <a:pt x="522" y="85"/>
                    <a:pt x="590"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0"/>
            <p:cNvSpPr/>
            <p:nvPr/>
          </p:nvSpPr>
          <p:spPr>
            <a:xfrm>
              <a:off x="1677528" y="747119"/>
              <a:ext cx="56715" cy="34962"/>
            </a:xfrm>
            <a:custGeom>
              <a:rect b="b" l="l" r="r" t="t"/>
              <a:pathLst>
                <a:path extrusionOk="0" h="352" w="571">
                  <a:moveTo>
                    <a:pt x="570" y="0"/>
                  </a:moveTo>
                  <a:cubicBezTo>
                    <a:pt x="538" y="0"/>
                    <a:pt x="505" y="16"/>
                    <a:pt x="485" y="33"/>
                  </a:cubicBezTo>
                  <a:cubicBezTo>
                    <a:pt x="421" y="65"/>
                    <a:pt x="368" y="117"/>
                    <a:pt x="320" y="150"/>
                  </a:cubicBezTo>
                  <a:cubicBezTo>
                    <a:pt x="368" y="117"/>
                    <a:pt x="437" y="81"/>
                    <a:pt x="485" y="49"/>
                  </a:cubicBezTo>
                  <a:lnTo>
                    <a:pt x="505" y="49"/>
                  </a:lnTo>
                  <a:cubicBezTo>
                    <a:pt x="522" y="33"/>
                    <a:pt x="538" y="16"/>
                    <a:pt x="570" y="16"/>
                  </a:cubicBezTo>
                  <a:lnTo>
                    <a:pt x="570" y="0"/>
                  </a:lnTo>
                  <a:close/>
                  <a:moveTo>
                    <a:pt x="320" y="150"/>
                  </a:moveTo>
                  <a:cubicBezTo>
                    <a:pt x="251" y="182"/>
                    <a:pt x="166" y="235"/>
                    <a:pt x="102" y="283"/>
                  </a:cubicBezTo>
                  <a:cubicBezTo>
                    <a:pt x="81" y="283"/>
                    <a:pt x="65" y="303"/>
                    <a:pt x="33" y="319"/>
                  </a:cubicBezTo>
                  <a:cubicBezTo>
                    <a:pt x="33" y="319"/>
                    <a:pt x="17" y="336"/>
                    <a:pt x="1" y="336"/>
                  </a:cubicBezTo>
                  <a:lnTo>
                    <a:pt x="1" y="352"/>
                  </a:lnTo>
                  <a:lnTo>
                    <a:pt x="17" y="352"/>
                  </a:lnTo>
                  <a:cubicBezTo>
                    <a:pt x="17" y="336"/>
                    <a:pt x="33" y="336"/>
                    <a:pt x="49" y="336"/>
                  </a:cubicBezTo>
                  <a:cubicBezTo>
                    <a:pt x="65" y="319"/>
                    <a:pt x="81" y="303"/>
                    <a:pt x="118" y="283"/>
                  </a:cubicBezTo>
                  <a:cubicBezTo>
                    <a:pt x="182" y="235"/>
                    <a:pt x="251" y="202"/>
                    <a:pt x="320" y="1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0"/>
            <p:cNvSpPr/>
            <p:nvPr/>
          </p:nvSpPr>
          <p:spPr>
            <a:xfrm>
              <a:off x="2488020" y="674909"/>
              <a:ext cx="45491" cy="13707"/>
            </a:xfrm>
            <a:custGeom>
              <a:rect b="b" l="l" r="r" t="t"/>
              <a:pathLst>
                <a:path extrusionOk="0" h="138" w="458">
                  <a:moveTo>
                    <a:pt x="1" y="0"/>
                  </a:moveTo>
                  <a:lnTo>
                    <a:pt x="21" y="20"/>
                  </a:lnTo>
                  <a:cubicBezTo>
                    <a:pt x="37" y="20"/>
                    <a:pt x="69" y="20"/>
                    <a:pt x="85" y="36"/>
                  </a:cubicBezTo>
                  <a:cubicBezTo>
                    <a:pt x="102" y="36"/>
                    <a:pt x="122" y="36"/>
                    <a:pt x="138" y="53"/>
                  </a:cubicBezTo>
                  <a:cubicBezTo>
                    <a:pt x="154" y="53"/>
                    <a:pt x="186" y="69"/>
                    <a:pt x="223" y="69"/>
                  </a:cubicBezTo>
                  <a:cubicBezTo>
                    <a:pt x="255" y="85"/>
                    <a:pt x="287" y="85"/>
                    <a:pt x="324" y="101"/>
                  </a:cubicBezTo>
                  <a:cubicBezTo>
                    <a:pt x="340" y="101"/>
                    <a:pt x="356" y="121"/>
                    <a:pt x="372" y="121"/>
                  </a:cubicBezTo>
                  <a:cubicBezTo>
                    <a:pt x="388" y="121"/>
                    <a:pt x="405" y="121"/>
                    <a:pt x="425" y="137"/>
                  </a:cubicBezTo>
                  <a:lnTo>
                    <a:pt x="457" y="137"/>
                  </a:lnTo>
                  <a:lnTo>
                    <a:pt x="457" y="121"/>
                  </a:lnTo>
                  <a:lnTo>
                    <a:pt x="425" y="121"/>
                  </a:lnTo>
                  <a:cubicBezTo>
                    <a:pt x="405" y="121"/>
                    <a:pt x="388" y="101"/>
                    <a:pt x="372" y="101"/>
                  </a:cubicBezTo>
                  <a:cubicBezTo>
                    <a:pt x="356" y="101"/>
                    <a:pt x="340" y="85"/>
                    <a:pt x="324" y="85"/>
                  </a:cubicBezTo>
                  <a:cubicBezTo>
                    <a:pt x="287" y="85"/>
                    <a:pt x="255" y="69"/>
                    <a:pt x="223" y="53"/>
                  </a:cubicBezTo>
                  <a:cubicBezTo>
                    <a:pt x="186" y="53"/>
                    <a:pt x="170" y="36"/>
                    <a:pt x="138" y="36"/>
                  </a:cubicBezTo>
                  <a:cubicBezTo>
                    <a:pt x="122" y="36"/>
                    <a:pt x="102" y="20"/>
                    <a:pt x="102" y="20"/>
                  </a:cubicBezTo>
                  <a:cubicBezTo>
                    <a:pt x="69" y="20"/>
                    <a:pt x="53" y="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0"/>
            <p:cNvSpPr/>
            <p:nvPr/>
          </p:nvSpPr>
          <p:spPr>
            <a:xfrm>
              <a:off x="2486431" y="531186"/>
              <a:ext cx="15296" cy="6953"/>
            </a:xfrm>
            <a:custGeom>
              <a:rect b="b" l="l" r="r" t="t"/>
              <a:pathLst>
                <a:path extrusionOk="0" h="70" w="154">
                  <a:moveTo>
                    <a:pt x="0" y="1"/>
                  </a:moveTo>
                  <a:lnTo>
                    <a:pt x="0" y="17"/>
                  </a:lnTo>
                  <a:cubicBezTo>
                    <a:pt x="37" y="17"/>
                    <a:pt x="53" y="33"/>
                    <a:pt x="69" y="33"/>
                  </a:cubicBezTo>
                  <a:cubicBezTo>
                    <a:pt x="101" y="53"/>
                    <a:pt x="118" y="53"/>
                    <a:pt x="138" y="70"/>
                  </a:cubicBezTo>
                  <a:lnTo>
                    <a:pt x="154" y="53"/>
                  </a:lnTo>
                  <a:lnTo>
                    <a:pt x="138" y="53"/>
                  </a:lnTo>
                  <a:cubicBezTo>
                    <a:pt x="118" y="53"/>
                    <a:pt x="101" y="33"/>
                    <a:pt x="85" y="33"/>
                  </a:cubicBezTo>
                  <a:cubicBezTo>
                    <a:pt x="53" y="17"/>
                    <a:pt x="37" y="1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0"/>
            <p:cNvSpPr/>
            <p:nvPr/>
          </p:nvSpPr>
          <p:spPr>
            <a:xfrm>
              <a:off x="2272584" y="406037"/>
              <a:ext cx="21752" cy="8145"/>
            </a:xfrm>
            <a:custGeom>
              <a:rect b="b" l="l" r="r" t="t"/>
              <a:pathLst>
                <a:path extrusionOk="0" h="82" w="219">
                  <a:moveTo>
                    <a:pt x="0" y="1"/>
                  </a:moveTo>
                  <a:lnTo>
                    <a:pt x="0" y="17"/>
                  </a:lnTo>
                  <a:lnTo>
                    <a:pt x="202" y="81"/>
                  </a:lnTo>
                  <a:lnTo>
                    <a:pt x="218" y="81"/>
                  </a:lnTo>
                  <a:lnTo>
                    <a:pt x="202" y="6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0"/>
            <p:cNvSpPr/>
            <p:nvPr/>
          </p:nvSpPr>
          <p:spPr>
            <a:xfrm>
              <a:off x="2285794" y="795291"/>
              <a:ext cx="110449" cy="38538"/>
            </a:xfrm>
            <a:custGeom>
              <a:rect b="b" l="l" r="r" t="t"/>
              <a:pathLst>
                <a:path extrusionOk="0" h="388" w="1112">
                  <a:moveTo>
                    <a:pt x="17" y="0"/>
                  </a:moveTo>
                  <a:cubicBezTo>
                    <a:pt x="1" y="20"/>
                    <a:pt x="1" y="36"/>
                    <a:pt x="1" y="36"/>
                  </a:cubicBezTo>
                  <a:cubicBezTo>
                    <a:pt x="1" y="53"/>
                    <a:pt x="17" y="69"/>
                    <a:pt x="37" y="85"/>
                  </a:cubicBezTo>
                  <a:cubicBezTo>
                    <a:pt x="53" y="101"/>
                    <a:pt x="85" y="101"/>
                    <a:pt x="102" y="101"/>
                  </a:cubicBezTo>
                  <a:cubicBezTo>
                    <a:pt x="102" y="101"/>
                    <a:pt x="118" y="101"/>
                    <a:pt x="138" y="121"/>
                  </a:cubicBezTo>
                  <a:cubicBezTo>
                    <a:pt x="186" y="137"/>
                    <a:pt x="255" y="154"/>
                    <a:pt x="304" y="170"/>
                  </a:cubicBezTo>
                  <a:cubicBezTo>
                    <a:pt x="356" y="186"/>
                    <a:pt x="405" y="186"/>
                    <a:pt x="457" y="202"/>
                  </a:cubicBezTo>
                  <a:cubicBezTo>
                    <a:pt x="675" y="271"/>
                    <a:pt x="877" y="339"/>
                    <a:pt x="1063" y="388"/>
                  </a:cubicBezTo>
                  <a:cubicBezTo>
                    <a:pt x="877" y="323"/>
                    <a:pt x="675" y="271"/>
                    <a:pt x="473" y="202"/>
                  </a:cubicBezTo>
                  <a:cubicBezTo>
                    <a:pt x="421" y="186"/>
                    <a:pt x="356" y="170"/>
                    <a:pt x="304" y="154"/>
                  </a:cubicBezTo>
                  <a:cubicBezTo>
                    <a:pt x="255" y="137"/>
                    <a:pt x="186" y="121"/>
                    <a:pt x="138" y="101"/>
                  </a:cubicBezTo>
                  <a:cubicBezTo>
                    <a:pt x="118" y="101"/>
                    <a:pt x="118" y="101"/>
                    <a:pt x="102" y="85"/>
                  </a:cubicBezTo>
                  <a:cubicBezTo>
                    <a:pt x="85" y="85"/>
                    <a:pt x="69" y="85"/>
                    <a:pt x="37" y="69"/>
                  </a:cubicBezTo>
                  <a:cubicBezTo>
                    <a:pt x="17" y="53"/>
                    <a:pt x="17" y="53"/>
                    <a:pt x="17" y="36"/>
                  </a:cubicBezTo>
                  <a:cubicBezTo>
                    <a:pt x="17" y="36"/>
                    <a:pt x="17" y="20"/>
                    <a:pt x="37" y="20"/>
                  </a:cubicBezTo>
                  <a:lnTo>
                    <a:pt x="37" y="0"/>
                  </a:lnTo>
                  <a:close/>
                  <a:moveTo>
                    <a:pt x="1063" y="238"/>
                  </a:moveTo>
                  <a:lnTo>
                    <a:pt x="1063" y="255"/>
                  </a:lnTo>
                  <a:cubicBezTo>
                    <a:pt x="1079" y="255"/>
                    <a:pt x="1079" y="271"/>
                    <a:pt x="1079" y="287"/>
                  </a:cubicBezTo>
                  <a:lnTo>
                    <a:pt x="1079" y="303"/>
                  </a:lnTo>
                  <a:lnTo>
                    <a:pt x="1079" y="339"/>
                  </a:lnTo>
                  <a:cubicBezTo>
                    <a:pt x="1095" y="356"/>
                    <a:pt x="1095" y="372"/>
                    <a:pt x="1079" y="388"/>
                  </a:cubicBezTo>
                  <a:cubicBezTo>
                    <a:pt x="1095" y="372"/>
                    <a:pt x="1112" y="356"/>
                    <a:pt x="1095" y="323"/>
                  </a:cubicBezTo>
                  <a:lnTo>
                    <a:pt x="1095" y="303"/>
                  </a:lnTo>
                  <a:lnTo>
                    <a:pt x="1095" y="287"/>
                  </a:lnTo>
                  <a:cubicBezTo>
                    <a:pt x="1095" y="271"/>
                    <a:pt x="1095" y="255"/>
                    <a:pt x="1079" y="2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0"/>
            <p:cNvSpPr/>
            <p:nvPr/>
          </p:nvSpPr>
          <p:spPr>
            <a:xfrm>
              <a:off x="2474810" y="464241"/>
              <a:ext cx="16885" cy="6853"/>
            </a:xfrm>
            <a:custGeom>
              <a:rect b="b" l="l" r="r" t="t"/>
              <a:pathLst>
                <a:path extrusionOk="0" h="69" w="170">
                  <a:moveTo>
                    <a:pt x="0" y="0"/>
                  </a:moveTo>
                  <a:cubicBezTo>
                    <a:pt x="33" y="21"/>
                    <a:pt x="53" y="37"/>
                    <a:pt x="85" y="37"/>
                  </a:cubicBezTo>
                  <a:cubicBezTo>
                    <a:pt x="69" y="21"/>
                    <a:pt x="33" y="0"/>
                    <a:pt x="0" y="0"/>
                  </a:cubicBezTo>
                  <a:close/>
                  <a:moveTo>
                    <a:pt x="85" y="37"/>
                  </a:moveTo>
                  <a:cubicBezTo>
                    <a:pt x="101" y="53"/>
                    <a:pt x="134" y="53"/>
                    <a:pt x="154" y="69"/>
                  </a:cubicBezTo>
                  <a:lnTo>
                    <a:pt x="170" y="69"/>
                  </a:lnTo>
                  <a:lnTo>
                    <a:pt x="170" y="53"/>
                  </a:lnTo>
                  <a:cubicBezTo>
                    <a:pt x="134" y="53"/>
                    <a:pt x="117"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0"/>
            <p:cNvSpPr/>
            <p:nvPr/>
          </p:nvSpPr>
          <p:spPr>
            <a:xfrm>
              <a:off x="1670675" y="694973"/>
              <a:ext cx="63568" cy="40227"/>
            </a:xfrm>
            <a:custGeom>
              <a:rect b="b" l="l" r="r" t="t"/>
              <a:pathLst>
                <a:path extrusionOk="0" h="405" w="640">
                  <a:moveTo>
                    <a:pt x="639" y="0"/>
                  </a:moveTo>
                  <a:cubicBezTo>
                    <a:pt x="607" y="0"/>
                    <a:pt x="591" y="20"/>
                    <a:pt x="574" y="36"/>
                  </a:cubicBezTo>
                  <a:cubicBezTo>
                    <a:pt x="591" y="20"/>
                    <a:pt x="623" y="20"/>
                    <a:pt x="639" y="20"/>
                  </a:cubicBezTo>
                  <a:lnTo>
                    <a:pt x="639" y="0"/>
                  </a:lnTo>
                  <a:close/>
                  <a:moveTo>
                    <a:pt x="554" y="36"/>
                  </a:moveTo>
                  <a:cubicBezTo>
                    <a:pt x="453" y="101"/>
                    <a:pt x="372" y="154"/>
                    <a:pt x="271" y="222"/>
                  </a:cubicBezTo>
                  <a:cubicBezTo>
                    <a:pt x="219" y="255"/>
                    <a:pt x="150" y="303"/>
                    <a:pt x="102" y="339"/>
                  </a:cubicBezTo>
                  <a:cubicBezTo>
                    <a:pt x="171" y="303"/>
                    <a:pt x="219" y="271"/>
                    <a:pt x="288" y="238"/>
                  </a:cubicBezTo>
                  <a:cubicBezTo>
                    <a:pt x="372" y="170"/>
                    <a:pt x="473" y="101"/>
                    <a:pt x="554" y="53"/>
                  </a:cubicBezTo>
                  <a:lnTo>
                    <a:pt x="574" y="36"/>
                  </a:lnTo>
                  <a:close/>
                  <a:moveTo>
                    <a:pt x="102" y="339"/>
                  </a:moveTo>
                  <a:cubicBezTo>
                    <a:pt x="86" y="339"/>
                    <a:pt x="86" y="339"/>
                    <a:pt x="70" y="356"/>
                  </a:cubicBezTo>
                  <a:cubicBezTo>
                    <a:pt x="49" y="372"/>
                    <a:pt x="17" y="388"/>
                    <a:pt x="1" y="404"/>
                  </a:cubicBezTo>
                  <a:cubicBezTo>
                    <a:pt x="33" y="388"/>
                    <a:pt x="49" y="372"/>
                    <a:pt x="86" y="356"/>
                  </a:cubicBezTo>
                  <a:cubicBezTo>
                    <a:pt x="86" y="356"/>
                    <a:pt x="102" y="356"/>
                    <a:pt x="102" y="3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0"/>
            <p:cNvSpPr/>
            <p:nvPr/>
          </p:nvSpPr>
          <p:spPr>
            <a:xfrm>
              <a:off x="2247256" y="900774"/>
              <a:ext cx="20163" cy="4867"/>
            </a:xfrm>
            <a:custGeom>
              <a:rect b="b" l="l" r="r" t="t"/>
              <a:pathLst>
                <a:path extrusionOk="0" h="49" w="203">
                  <a:moveTo>
                    <a:pt x="1" y="0"/>
                  </a:moveTo>
                  <a:cubicBezTo>
                    <a:pt x="53" y="17"/>
                    <a:pt x="102" y="33"/>
                    <a:pt x="138" y="33"/>
                  </a:cubicBezTo>
                  <a:cubicBezTo>
                    <a:pt x="102" y="17"/>
                    <a:pt x="53" y="0"/>
                    <a:pt x="1" y="0"/>
                  </a:cubicBezTo>
                  <a:close/>
                  <a:moveTo>
                    <a:pt x="138" y="33"/>
                  </a:moveTo>
                  <a:cubicBezTo>
                    <a:pt x="154" y="49"/>
                    <a:pt x="187" y="49"/>
                    <a:pt x="203" y="49"/>
                  </a:cubicBezTo>
                  <a:cubicBezTo>
                    <a:pt x="187" y="33"/>
                    <a:pt x="171" y="33"/>
                    <a:pt x="138"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0"/>
            <p:cNvSpPr/>
            <p:nvPr/>
          </p:nvSpPr>
          <p:spPr>
            <a:xfrm>
              <a:off x="2357606" y="593066"/>
              <a:ext cx="16985" cy="5264"/>
            </a:xfrm>
            <a:custGeom>
              <a:rect b="b" l="l" r="r" t="t"/>
              <a:pathLst>
                <a:path extrusionOk="0" h="53" w="171">
                  <a:moveTo>
                    <a:pt x="1" y="0"/>
                  </a:moveTo>
                  <a:lnTo>
                    <a:pt x="21" y="16"/>
                  </a:lnTo>
                  <a:lnTo>
                    <a:pt x="53" y="16"/>
                  </a:lnTo>
                  <a:cubicBezTo>
                    <a:pt x="53" y="16"/>
                    <a:pt x="37" y="0"/>
                    <a:pt x="21" y="0"/>
                  </a:cubicBezTo>
                  <a:close/>
                  <a:moveTo>
                    <a:pt x="53" y="16"/>
                  </a:moveTo>
                  <a:cubicBezTo>
                    <a:pt x="69" y="36"/>
                    <a:pt x="86" y="36"/>
                    <a:pt x="102" y="36"/>
                  </a:cubicBezTo>
                  <a:cubicBezTo>
                    <a:pt x="122" y="53"/>
                    <a:pt x="138" y="53"/>
                    <a:pt x="154" y="53"/>
                  </a:cubicBezTo>
                  <a:lnTo>
                    <a:pt x="170" y="53"/>
                  </a:lnTo>
                  <a:lnTo>
                    <a:pt x="170" y="36"/>
                  </a:lnTo>
                  <a:cubicBezTo>
                    <a:pt x="161" y="41"/>
                    <a:pt x="153" y="43"/>
                    <a:pt x="146" y="43"/>
                  </a:cubicBezTo>
                  <a:cubicBezTo>
                    <a:pt x="129" y="43"/>
                    <a:pt x="116" y="31"/>
                    <a:pt x="102"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0"/>
            <p:cNvSpPr/>
            <p:nvPr/>
          </p:nvSpPr>
          <p:spPr>
            <a:xfrm>
              <a:off x="2284205" y="755164"/>
              <a:ext cx="3278" cy="22149"/>
            </a:xfrm>
            <a:custGeom>
              <a:rect b="b" l="l" r="r" t="t"/>
              <a:pathLst>
                <a:path extrusionOk="0" h="223" w="33">
                  <a:moveTo>
                    <a:pt x="0" y="0"/>
                  </a:moveTo>
                  <a:lnTo>
                    <a:pt x="0" y="20"/>
                  </a:lnTo>
                  <a:lnTo>
                    <a:pt x="0" y="137"/>
                  </a:lnTo>
                  <a:lnTo>
                    <a:pt x="0" y="170"/>
                  </a:lnTo>
                  <a:cubicBezTo>
                    <a:pt x="0" y="186"/>
                    <a:pt x="0" y="186"/>
                    <a:pt x="17" y="202"/>
                  </a:cubicBezTo>
                  <a:lnTo>
                    <a:pt x="17" y="170"/>
                  </a:lnTo>
                  <a:lnTo>
                    <a:pt x="17" y="137"/>
                  </a:lnTo>
                  <a:cubicBezTo>
                    <a:pt x="17" y="101"/>
                    <a:pt x="0" y="53"/>
                    <a:pt x="17" y="20"/>
                  </a:cubicBezTo>
                  <a:lnTo>
                    <a:pt x="0" y="0"/>
                  </a:lnTo>
                  <a:close/>
                  <a:moveTo>
                    <a:pt x="17" y="202"/>
                  </a:moveTo>
                  <a:cubicBezTo>
                    <a:pt x="17" y="222"/>
                    <a:pt x="17" y="222"/>
                    <a:pt x="33" y="222"/>
                  </a:cubicBezTo>
                  <a:lnTo>
                    <a:pt x="33" y="20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0"/>
            <p:cNvSpPr/>
            <p:nvPr/>
          </p:nvSpPr>
          <p:spPr>
            <a:xfrm>
              <a:off x="1677528" y="506355"/>
              <a:ext cx="61879" cy="44994"/>
            </a:xfrm>
            <a:custGeom>
              <a:rect b="b" l="l" r="r" t="t"/>
              <a:pathLst>
                <a:path extrusionOk="0" h="453" w="623">
                  <a:moveTo>
                    <a:pt x="606" y="0"/>
                  </a:moveTo>
                  <a:cubicBezTo>
                    <a:pt x="570" y="17"/>
                    <a:pt x="538" y="33"/>
                    <a:pt x="505" y="65"/>
                  </a:cubicBezTo>
                  <a:cubicBezTo>
                    <a:pt x="505" y="65"/>
                    <a:pt x="485" y="65"/>
                    <a:pt x="485" y="81"/>
                  </a:cubicBezTo>
                  <a:cubicBezTo>
                    <a:pt x="368" y="166"/>
                    <a:pt x="235" y="251"/>
                    <a:pt x="134" y="352"/>
                  </a:cubicBezTo>
                  <a:cubicBezTo>
                    <a:pt x="251" y="267"/>
                    <a:pt x="368" y="182"/>
                    <a:pt x="485" y="101"/>
                  </a:cubicBezTo>
                  <a:cubicBezTo>
                    <a:pt x="505" y="81"/>
                    <a:pt x="505" y="81"/>
                    <a:pt x="522" y="65"/>
                  </a:cubicBezTo>
                  <a:cubicBezTo>
                    <a:pt x="538" y="49"/>
                    <a:pt x="570" y="17"/>
                    <a:pt x="606" y="17"/>
                  </a:cubicBezTo>
                  <a:lnTo>
                    <a:pt x="623" y="0"/>
                  </a:lnTo>
                  <a:close/>
                  <a:moveTo>
                    <a:pt x="134" y="352"/>
                  </a:moveTo>
                  <a:cubicBezTo>
                    <a:pt x="81" y="384"/>
                    <a:pt x="49" y="404"/>
                    <a:pt x="1" y="437"/>
                  </a:cubicBezTo>
                  <a:lnTo>
                    <a:pt x="1" y="453"/>
                  </a:lnTo>
                  <a:lnTo>
                    <a:pt x="17" y="453"/>
                  </a:lnTo>
                  <a:cubicBezTo>
                    <a:pt x="49" y="421"/>
                    <a:pt x="102" y="384"/>
                    <a:pt x="134" y="3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0"/>
            <p:cNvSpPr/>
            <p:nvPr/>
          </p:nvSpPr>
          <p:spPr>
            <a:xfrm>
              <a:off x="1679117" y="419247"/>
              <a:ext cx="56715" cy="45094"/>
            </a:xfrm>
            <a:custGeom>
              <a:rect b="b" l="l" r="r" t="t"/>
              <a:pathLst>
                <a:path extrusionOk="0" h="454" w="571">
                  <a:moveTo>
                    <a:pt x="554" y="1"/>
                  </a:moveTo>
                  <a:cubicBezTo>
                    <a:pt x="453" y="86"/>
                    <a:pt x="352" y="171"/>
                    <a:pt x="235" y="251"/>
                  </a:cubicBezTo>
                  <a:lnTo>
                    <a:pt x="186" y="288"/>
                  </a:lnTo>
                  <a:cubicBezTo>
                    <a:pt x="118" y="336"/>
                    <a:pt x="65" y="389"/>
                    <a:pt x="1" y="437"/>
                  </a:cubicBezTo>
                  <a:lnTo>
                    <a:pt x="1" y="453"/>
                  </a:lnTo>
                  <a:lnTo>
                    <a:pt x="17" y="453"/>
                  </a:lnTo>
                  <a:cubicBezTo>
                    <a:pt x="65" y="405"/>
                    <a:pt x="134" y="352"/>
                    <a:pt x="203" y="304"/>
                  </a:cubicBezTo>
                  <a:lnTo>
                    <a:pt x="251" y="251"/>
                  </a:lnTo>
                  <a:cubicBezTo>
                    <a:pt x="352" y="187"/>
                    <a:pt x="469" y="86"/>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0"/>
            <p:cNvSpPr/>
            <p:nvPr/>
          </p:nvSpPr>
          <p:spPr>
            <a:xfrm>
              <a:off x="2467956" y="492747"/>
              <a:ext cx="80354" cy="31784"/>
            </a:xfrm>
            <a:custGeom>
              <a:rect b="b" l="l" r="r" t="t"/>
              <a:pathLst>
                <a:path extrusionOk="0" h="320" w="809">
                  <a:moveTo>
                    <a:pt x="1" y="0"/>
                  </a:moveTo>
                  <a:lnTo>
                    <a:pt x="1" y="16"/>
                  </a:lnTo>
                  <a:lnTo>
                    <a:pt x="53" y="36"/>
                  </a:lnTo>
                  <a:lnTo>
                    <a:pt x="1" y="0"/>
                  </a:lnTo>
                  <a:close/>
                  <a:moveTo>
                    <a:pt x="53" y="36"/>
                  </a:moveTo>
                  <a:cubicBezTo>
                    <a:pt x="85" y="53"/>
                    <a:pt x="122" y="69"/>
                    <a:pt x="138" y="69"/>
                  </a:cubicBezTo>
                  <a:cubicBezTo>
                    <a:pt x="154" y="85"/>
                    <a:pt x="186" y="85"/>
                    <a:pt x="203" y="85"/>
                  </a:cubicBezTo>
                  <a:cubicBezTo>
                    <a:pt x="186" y="69"/>
                    <a:pt x="170" y="69"/>
                    <a:pt x="154" y="69"/>
                  </a:cubicBezTo>
                  <a:cubicBezTo>
                    <a:pt x="122" y="53"/>
                    <a:pt x="85" y="36"/>
                    <a:pt x="53" y="36"/>
                  </a:cubicBezTo>
                  <a:close/>
                  <a:moveTo>
                    <a:pt x="203" y="85"/>
                  </a:moveTo>
                  <a:cubicBezTo>
                    <a:pt x="239" y="101"/>
                    <a:pt x="271" y="117"/>
                    <a:pt x="324" y="137"/>
                  </a:cubicBezTo>
                  <a:cubicBezTo>
                    <a:pt x="287" y="117"/>
                    <a:pt x="239" y="101"/>
                    <a:pt x="203" y="85"/>
                  </a:cubicBezTo>
                  <a:close/>
                  <a:moveTo>
                    <a:pt x="324" y="137"/>
                  </a:moveTo>
                  <a:cubicBezTo>
                    <a:pt x="356" y="154"/>
                    <a:pt x="405" y="170"/>
                    <a:pt x="457" y="186"/>
                  </a:cubicBezTo>
                  <a:cubicBezTo>
                    <a:pt x="405" y="170"/>
                    <a:pt x="372" y="154"/>
                    <a:pt x="324" y="137"/>
                  </a:cubicBezTo>
                  <a:close/>
                  <a:moveTo>
                    <a:pt x="457" y="186"/>
                  </a:moveTo>
                  <a:lnTo>
                    <a:pt x="457" y="186"/>
                  </a:lnTo>
                  <a:cubicBezTo>
                    <a:pt x="489" y="202"/>
                    <a:pt x="542" y="218"/>
                    <a:pt x="590" y="255"/>
                  </a:cubicBezTo>
                  <a:cubicBezTo>
                    <a:pt x="643" y="271"/>
                    <a:pt x="691" y="287"/>
                    <a:pt x="744" y="303"/>
                  </a:cubicBezTo>
                  <a:cubicBezTo>
                    <a:pt x="760" y="303"/>
                    <a:pt x="776" y="319"/>
                    <a:pt x="809" y="319"/>
                  </a:cubicBezTo>
                  <a:cubicBezTo>
                    <a:pt x="792" y="303"/>
                    <a:pt x="760" y="303"/>
                    <a:pt x="744" y="287"/>
                  </a:cubicBezTo>
                  <a:cubicBezTo>
                    <a:pt x="691" y="271"/>
                    <a:pt x="643" y="255"/>
                    <a:pt x="590" y="238"/>
                  </a:cubicBezTo>
                  <a:cubicBezTo>
                    <a:pt x="542" y="218"/>
                    <a:pt x="506" y="202"/>
                    <a:pt x="457" y="1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0"/>
            <p:cNvSpPr/>
            <p:nvPr/>
          </p:nvSpPr>
          <p:spPr>
            <a:xfrm>
              <a:off x="2222425" y="967819"/>
              <a:ext cx="43405" cy="13310"/>
            </a:xfrm>
            <a:custGeom>
              <a:rect b="b" l="l" r="r" t="t"/>
              <a:pathLst>
                <a:path extrusionOk="0" h="134" w="437">
                  <a:moveTo>
                    <a:pt x="0" y="0"/>
                  </a:moveTo>
                  <a:lnTo>
                    <a:pt x="0" y="16"/>
                  </a:lnTo>
                  <a:cubicBezTo>
                    <a:pt x="17" y="16"/>
                    <a:pt x="33" y="16"/>
                    <a:pt x="49" y="32"/>
                  </a:cubicBezTo>
                  <a:lnTo>
                    <a:pt x="69" y="32"/>
                  </a:lnTo>
                  <a:cubicBezTo>
                    <a:pt x="150" y="49"/>
                    <a:pt x="251" y="81"/>
                    <a:pt x="352" y="101"/>
                  </a:cubicBezTo>
                  <a:cubicBezTo>
                    <a:pt x="251" y="65"/>
                    <a:pt x="170" y="49"/>
                    <a:pt x="69" y="16"/>
                  </a:cubicBezTo>
                  <a:cubicBezTo>
                    <a:pt x="33" y="16"/>
                    <a:pt x="17" y="0"/>
                    <a:pt x="0" y="0"/>
                  </a:cubicBezTo>
                  <a:close/>
                  <a:moveTo>
                    <a:pt x="352" y="101"/>
                  </a:moveTo>
                  <a:lnTo>
                    <a:pt x="437" y="133"/>
                  </a:lnTo>
                  <a:lnTo>
                    <a:pt x="437" y="117"/>
                  </a:lnTo>
                  <a:lnTo>
                    <a:pt x="352" y="10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0"/>
            <p:cNvSpPr/>
            <p:nvPr/>
          </p:nvSpPr>
          <p:spPr>
            <a:xfrm>
              <a:off x="2377670" y="670043"/>
              <a:ext cx="12118" cy="95253"/>
            </a:xfrm>
            <a:custGeom>
              <a:rect b="b" l="l" r="r" t="t"/>
              <a:pathLst>
                <a:path extrusionOk="0" h="959" w="122">
                  <a:moveTo>
                    <a:pt x="1" y="1"/>
                  </a:moveTo>
                  <a:lnTo>
                    <a:pt x="1" y="17"/>
                  </a:lnTo>
                  <a:lnTo>
                    <a:pt x="37" y="17"/>
                  </a:lnTo>
                  <a:cubicBezTo>
                    <a:pt x="37" y="1"/>
                    <a:pt x="21" y="1"/>
                    <a:pt x="1" y="1"/>
                  </a:cubicBezTo>
                  <a:close/>
                  <a:moveTo>
                    <a:pt x="37" y="17"/>
                  </a:moveTo>
                  <a:lnTo>
                    <a:pt x="37" y="49"/>
                  </a:lnTo>
                  <a:lnTo>
                    <a:pt x="37" y="102"/>
                  </a:lnTo>
                  <a:cubicBezTo>
                    <a:pt x="53" y="102"/>
                    <a:pt x="53" y="118"/>
                    <a:pt x="37" y="118"/>
                  </a:cubicBezTo>
                  <a:lnTo>
                    <a:pt x="37" y="134"/>
                  </a:lnTo>
                  <a:cubicBezTo>
                    <a:pt x="53" y="170"/>
                    <a:pt x="53" y="203"/>
                    <a:pt x="53" y="219"/>
                  </a:cubicBezTo>
                  <a:lnTo>
                    <a:pt x="53" y="134"/>
                  </a:lnTo>
                  <a:lnTo>
                    <a:pt x="53" y="118"/>
                  </a:lnTo>
                  <a:lnTo>
                    <a:pt x="53" y="85"/>
                  </a:lnTo>
                  <a:lnTo>
                    <a:pt x="53" y="49"/>
                  </a:lnTo>
                  <a:cubicBezTo>
                    <a:pt x="53" y="33"/>
                    <a:pt x="53" y="17"/>
                    <a:pt x="37" y="17"/>
                  </a:cubicBezTo>
                  <a:close/>
                  <a:moveTo>
                    <a:pt x="53" y="271"/>
                  </a:moveTo>
                  <a:lnTo>
                    <a:pt x="53" y="287"/>
                  </a:lnTo>
                  <a:lnTo>
                    <a:pt x="53" y="336"/>
                  </a:lnTo>
                  <a:lnTo>
                    <a:pt x="53" y="372"/>
                  </a:lnTo>
                  <a:lnTo>
                    <a:pt x="53" y="405"/>
                  </a:lnTo>
                  <a:cubicBezTo>
                    <a:pt x="53" y="421"/>
                    <a:pt x="53" y="421"/>
                    <a:pt x="69" y="437"/>
                  </a:cubicBezTo>
                  <a:lnTo>
                    <a:pt x="69" y="473"/>
                  </a:lnTo>
                  <a:cubicBezTo>
                    <a:pt x="86" y="453"/>
                    <a:pt x="86" y="437"/>
                    <a:pt x="69" y="421"/>
                  </a:cubicBezTo>
                  <a:lnTo>
                    <a:pt x="69" y="405"/>
                  </a:lnTo>
                  <a:lnTo>
                    <a:pt x="69" y="372"/>
                  </a:lnTo>
                  <a:lnTo>
                    <a:pt x="69" y="336"/>
                  </a:lnTo>
                  <a:lnTo>
                    <a:pt x="69" y="287"/>
                  </a:lnTo>
                  <a:cubicBezTo>
                    <a:pt x="69" y="287"/>
                    <a:pt x="69" y="271"/>
                    <a:pt x="53" y="271"/>
                  </a:cubicBezTo>
                  <a:close/>
                  <a:moveTo>
                    <a:pt x="69" y="473"/>
                  </a:moveTo>
                  <a:lnTo>
                    <a:pt x="69" y="473"/>
                  </a:lnTo>
                  <a:cubicBezTo>
                    <a:pt x="86" y="489"/>
                    <a:pt x="69" y="506"/>
                    <a:pt x="69" y="522"/>
                  </a:cubicBezTo>
                  <a:cubicBezTo>
                    <a:pt x="69" y="538"/>
                    <a:pt x="69" y="554"/>
                    <a:pt x="86" y="574"/>
                  </a:cubicBezTo>
                  <a:lnTo>
                    <a:pt x="86" y="590"/>
                  </a:lnTo>
                  <a:lnTo>
                    <a:pt x="86" y="639"/>
                  </a:lnTo>
                  <a:lnTo>
                    <a:pt x="86" y="708"/>
                  </a:lnTo>
                  <a:lnTo>
                    <a:pt x="86" y="740"/>
                  </a:lnTo>
                  <a:lnTo>
                    <a:pt x="86" y="756"/>
                  </a:lnTo>
                  <a:cubicBezTo>
                    <a:pt x="102" y="776"/>
                    <a:pt x="102" y="792"/>
                    <a:pt x="102" y="809"/>
                  </a:cubicBezTo>
                  <a:cubicBezTo>
                    <a:pt x="122" y="792"/>
                    <a:pt x="122" y="776"/>
                    <a:pt x="102" y="756"/>
                  </a:cubicBezTo>
                  <a:lnTo>
                    <a:pt x="102" y="740"/>
                  </a:lnTo>
                  <a:lnTo>
                    <a:pt x="102" y="708"/>
                  </a:lnTo>
                  <a:lnTo>
                    <a:pt x="102" y="623"/>
                  </a:lnTo>
                  <a:cubicBezTo>
                    <a:pt x="86" y="623"/>
                    <a:pt x="86" y="607"/>
                    <a:pt x="102" y="607"/>
                  </a:cubicBezTo>
                  <a:cubicBezTo>
                    <a:pt x="102" y="590"/>
                    <a:pt x="102" y="574"/>
                    <a:pt x="86" y="554"/>
                  </a:cubicBezTo>
                  <a:lnTo>
                    <a:pt x="86" y="522"/>
                  </a:lnTo>
                  <a:cubicBezTo>
                    <a:pt x="86" y="506"/>
                    <a:pt x="86" y="489"/>
                    <a:pt x="69" y="473"/>
                  </a:cubicBezTo>
                  <a:close/>
                  <a:moveTo>
                    <a:pt x="102" y="809"/>
                  </a:moveTo>
                  <a:cubicBezTo>
                    <a:pt x="86" y="809"/>
                    <a:pt x="102" y="825"/>
                    <a:pt x="102" y="825"/>
                  </a:cubicBezTo>
                  <a:lnTo>
                    <a:pt x="102" y="809"/>
                  </a:lnTo>
                  <a:close/>
                  <a:moveTo>
                    <a:pt x="102" y="825"/>
                  </a:moveTo>
                  <a:lnTo>
                    <a:pt x="102" y="942"/>
                  </a:lnTo>
                  <a:lnTo>
                    <a:pt x="102" y="958"/>
                  </a:lnTo>
                  <a:lnTo>
                    <a:pt x="122" y="942"/>
                  </a:lnTo>
                  <a:cubicBezTo>
                    <a:pt x="122" y="910"/>
                    <a:pt x="122" y="877"/>
                    <a:pt x="102" y="8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0"/>
            <p:cNvSpPr/>
            <p:nvPr/>
          </p:nvSpPr>
          <p:spPr>
            <a:xfrm>
              <a:off x="2533412" y="568135"/>
              <a:ext cx="20163" cy="6555"/>
            </a:xfrm>
            <a:custGeom>
              <a:rect b="b" l="l" r="r" t="t"/>
              <a:pathLst>
                <a:path extrusionOk="0" h="66" w="203">
                  <a:moveTo>
                    <a:pt x="0" y="1"/>
                  </a:moveTo>
                  <a:lnTo>
                    <a:pt x="0" y="17"/>
                  </a:lnTo>
                  <a:lnTo>
                    <a:pt x="186" y="65"/>
                  </a:lnTo>
                  <a:lnTo>
                    <a:pt x="202" y="6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0"/>
            <p:cNvSpPr/>
            <p:nvPr/>
          </p:nvSpPr>
          <p:spPr>
            <a:xfrm>
              <a:off x="2229278" y="420935"/>
              <a:ext cx="16488" cy="10131"/>
            </a:xfrm>
            <a:custGeom>
              <a:rect b="b" l="l" r="r" t="t"/>
              <a:pathLst>
                <a:path extrusionOk="0" h="102" w="166">
                  <a:moveTo>
                    <a:pt x="166" y="0"/>
                  </a:moveTo>
                  <a:cubicBezTo>
                    <a:pt x="133" y="0"/>
                    <a:pt x="101" y="16"/>
                    <a:pt x="81" y="53"/>
                  </a:cubicBezTo>
                  <a:cubicBezTo>
                    <a:pt x="117" y="32"/>
                    <a:pt x="133" y="16"/>
                    <a:pt x="166" y="16"/>
                  </a:cubicBezTo>
                  <a:lnTo>
                    <a:pt x="166" y="0"/>
                  </a:lnTo>
                  <a:close/>
                  <a:moveTo>
                    <a:pt x="81" y="53"/>
                  </a:moveTo>
                  <a:cubicBezTo>
                    <a:pt x="65" y="53"/>
                    <a:pt x="65" y="53"/>
                    <a:pt x="49" y="69"/>
                  </a:cubicBezTo>
                  <a:cubicBezTo>
                    <a:pt x="32" y="85"/>
                    <a:pt x="16" y="85"/>
                    <a:pt x="16" y="85"/>
                  </a:cubicBezTo>
                  <a:lnTo>
                    <a:pt x="0" y="85"/>
                  </a:lnTo>
                  <a:lnTo>
                    <a:pt x="16" y="101"/>
                  </a:lnTo>
                  <a:cubicBezTo>
                    <a:pt x="32" y="101"/>
                    <a:pt x="32" y="85"/>
                    <a:pt x="49" y="85"/>
                  </a:cubicBezTo>
                  <a:lnTo>
                    <a:pt x="65" y="69"/>
                  </a:lnTo>
                  <a:cubicBezTo>
                    <a:pt x="65" y="69"/>
                    <a:pt x="81" y="69"/>
                    <a:pt x="8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0"/>
            <p:cNvSpPr/>
            <p:nvPr/>
          </p:nvSpPr>
          <p:spPr>
            <a:xfrm>
              <a:off x="2281027" y="611441"/>
              <a:ext cx="14899" cy="6953"/>
            </a:xfrm>
            <a:custGeom>
              <a:rect b="b" l="l" r="r" t="t"/>
              <a:pathLst>
                <a:path extrusionOk="0" h="70" w="150">
                  <a:moveTo>
                    <a:pt x="0" y="1"/>
                  </a:moveTo>
                  <a:lnTo>
                    <a:pt x="0" y="17"/>
                  </a:lnTo>
                  <a:lnTo>
                    <a:pt x="133" y="70"/>
                  </a:lnTo>
                  <a:lnTo>
                    <a:pt x="150" y="53"/>
                  </a:lnTo>
                  <a:lnTo>
                    <a:pt x="133" y="5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0"/>
            <p:cNvSpPr/>
            <p:nvPr/>
          </p:nvSpPr>
          <p:spPr>
            <a:xfrm>
              <a:off x="2297415" y="489470"/>
              <a:ext cx="70322" cy="25030"/>
            </a:xfrm>
            <a:custGeom>
              <a:rect b="b" l="l" r="r" t="t"/>
              <a:pathLst>
                <a:path extrusionOk="0" h="252" w="708">
                  <a:moveTo>
                    <a:pt x="1" y="1"/>
                  </a:moveTo>
                  <a:lnTo>
                    <a:pt x="1" y="17"/>
                  </a:lnTo>
                  <a:lnTo>
                    <a:pt x="69" y="33"/>
                  </a:lnTo>
                  <a:cubicBezTo>
                    <a:pt x="122" y="49"/>
                    <a:pt x="170" y="69"/>
                    <a:pt x="239" y="86"/>
                  </a:cubicBezTo>
                  <a:cubicBezTo>
                    <a:pt x="187" y="69"/>
                    <a:pt x="138" y="33"/>
                    <a:pt x="86" y="17"/>
                  </a:cubicBezTo>
                  <a:lnTo>
                    <a:pt x="21" y="1"/>
                  </a:lnTo>
                  <a:close/>
                  <a:moveTo>
                    <a:pt x="239" y="86"/>
                  </a:moveTo>
                  <a:cubicBezTo>
                    <a:pt x="271" y="102"/>
                    <a:pt x="304" y="118"/>
                    <a:pt x="356" y="134"/>
                  </a:cubicBezTo>
                  <a:cubicBezTo>
                    <a:pt x="425" y="170"/>
                    <a:pt x="506" y="187"/>
                    <a:pt x="574" y="219"/>
                  </a:cubicBezTo>
                  <a:cubicBezTo>
                    <a:pt x="591" y="219"/>
                    <a:pt x="591" y="219"/>
                    <a:pt x="607" y="235"/>
                  </a:cubicBezTo>
                  <a:cubicBezTo>
                    <a:pt x="643" y="235"/>
                    <a:pt x="675" y="251"/>
                    <a:pt x="708" y="251"/>
                  </a:cubicBezTo>
                  <a:lnTo>
                    <a:pt x="708" y="235"/>
                  </a:lnTo>
                  <a:cubicBezTo>
                    <a:pt x="675" y="235"/>
                    <a:pt x="643" y="235"/>
                    <a:pt x="607" y="219"/>
                  </a:cubicBezTo>
                  <a:cubicBezTo>
                    <a:pt x="607" y="219"/>
                    <a:pt x="591" y="203"/>
                    <a:pt x="574" y="203"/>
                  </a:cubicBezTo>
                  <a:cubicBezTo>
                    <a:pt x="506" y="187"/>
                    <a:pt x="425" y="150"/>
                    <a:pt x="356" y="118"/>
                  </a:cubicBezTo>
                  <a:cubicBezTo>
                    <a:pt x="324" y="102"/>
                    <a:pt x="271" y="102"/>
                    <a:pt x="239" y="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0"/>
            <p:cNvSpPr/>
            <p:nvPr/>
          </p:nvSpPr>
          <p:spPr>
            <a:xfrm>
              <a:off x="2285794" y="404050"/>
              <a:ext cx="16985" cy="6953"/>
            </a:xfrm>
            <a:custGeom>
              <a:rect b="b" l="l" r="r" t="t"/>
              <a:pathLst>
                <a:path extrusionOk="0" h="70" w="171">
                  <a:moveTo>
                    <a:pt x="1" y="0"/>
                  </a:moveTo>
                  <a:lnTo>
                    <a:pt x="17" y="21"/>
                  </a:lnTo>
                  <a:lnTo>
                    <a:pt x="170" y="69"/>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0"/>
            <p:cNvSpPr/>
            <p:nvPr/>
          </p:nvSpPr>
          <p:spPr>
            <a:xfrm>
              <a:off x="1744175" y="946861"/>
              <a:ext cx="63866" cy="29003"/>
            </a:xfrm>
            <a:custGeom>
              <a:rect b="b" l="l" r="r" t="t"/>
              <a:pathLst>
                <a:path extrusionOk="0" h="292" w="643">
                  <a:moveTo>
                    <a:pt x="622" y="1"/>
                  </a:moveTo>
                  <a:cubicBezTo>
                    <a:pt x="604" y="1"/>
                    <a:pt x="585" y="14"/>
                    <a:pt x="574" y="25"/>
                  </a:cubicBezTo>
                  <a:cubicBezTo>
                    <a:pt x="606" y="25"/>
                    <a:pt x="622" y="9"/>
                    <a:pt x="642" y="9"/>
                  </a:cubicBezTo>
                  <a:cubicBezTo>
                    <a:pt x="636" y="3"/>
                    <a:pt x="629" y="1"/>
                    <a:pt x="622" y="1"/>
                  </a:cubicBezTo>
                  <a:close/>
                  <a:moveTo>
                    <a:pt x="558" y="25"/>
                  </a:moveTo>
                  <a:cubicBezTo>
                    <a:pt x="505" y="58"/>
                    <a:pt x="440" y="74"/>
                    <a:pt x="388" y="110"/>
                  </a:cubicBezTo>
                  <a:cubicBezTo>
                    <a:pt x="339" y="126"/>
                    <a:pt x="303" y="142"/>
                    <a:pt x="255" y="159"/>
                  </a:cubicBezTo>
                  <a:cubicBezTo>
                    <a:pt x="202" y="191"/>
                    <a:pt x="137" y="227"/>
                    <a:pt x="85" y="243"/>
                  </a:cubicBezTo>
                  <a:cubicBezTo>
                    <a:pt x="53" y="260"/>
                    <a:pt x="36" y="260"/>
                    <a:pt x="0" y="276"/>
                  </a:cubicBezTo>
                  <a:lnTo>
                    <a:pt x="0" y="292"/>
                  </a:lnTo>
                  <a:cubicBezTo>
                    <a:pt x="36" y="276"/>
                    <a:pt x="53" y="260"/>
                    <a:pt x="85" y="260"/>
                  </a:cubicBezTo>
                  <a:cubicBezTo>
                    <a:pt x="154" y="227"/>
                    <a:pt x="202" y="211"/>
                    <a:pt x="271" y="175"/>
                  </a:cubicBezTo>
                  <a:cubicBezTo>
                    <a:pt x="303" y="159"/>
                    <a:pt x="356" y="142"/>
                    <a:pt x="388" y="126"/>
                  </a:cubicBezTo>
                  <a:cubicBezTo>
                    <a:pt x="457" y="90"/>
                    <a:pt x="505" y="74"/>
                    <a:pt x="574" y="41"/>
                  </a:cubicBezTo>
                  <a:lnTo>
                    <a:pt x="574" y="2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0"/>
            <p:cNvSpPr/>
            <p:nvPr/>
          </p:nvSpPr>
          <p:spPr>
            <a:xfrm>
              <a:off x="2516526" y="549661"/>
              <a:ext cx="18574" cy="6953"/>
            </a:xfrm>
            <a:custGeom>
              <a:rect b="b" l="l" r="r" t="t"/>
              <a:pathLst>
                <a:path extrusionOk="0" h="70" w="187">
                  <a:moveTo>
                    <a:pt x="0" y="1"/>
                  </a:moveTo>
                  <a:cubicBezTo>
                    <a:pt x="37" y="17"/>
                    <a:pt x="53" y="17"/>
                    <a:pt x="69" y="33"/>
                  </a:cubicBezTo>
                  <a:cubicBezTo>
                    <a:pt x="101" y="49"/>
                    <a:pt x="138" y="49"/>
                    <a:pt x="186" y="69"/>
                  </a:cubicBezTo>
                  <a:lnTo>
                    <a:pt x="186" y="49"/>
                  </a:lnTo>
                  <a:cubicBezTo>
                    <a:pt x="154" y="49"/>
                    <a:pt x="118" y="33"/>
                    <a:pt x="85" y="17"/>
                  </a:cubicBezTo>
                  <a:cubicBezTo>
                    <a:pt x="53" y="17"/>
                    <a:pt x="37" y="1"/>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0"/>
            <p:cNvSpPr/>
            <p:nvPr/>
          </p:nvSpPr>
          <p:spPr>
            <a:xfrm>
              <a:off x="1730866" y="970997"/>
              <a:ext cx="3377" cy="16985"/>
            </a:xfrm>
            <a:custGeom>
              <a:rect b="b" l="l" r="r" t="t"/>
              <a:pathLst>
                <a:path extrusionOk="0" h="171" w="34">
                  <a:moveTo>
                    <a:pt x="33" y="0"/>
                  </a:moveTo>
                  <a:cubicBezTo>
                    <a:pt x="17" y="0"/>
                    <a:pt x="17" y="0"/>
                    <a:pt x="17" y="17"/>
                  </a:cubicBezTo>
                  <a:lnTo>
                    <a:pt x="33" y="17"/>
                  </a:lnTo>
                  <a:lnTo>
                    <a:pt x="33" y="0"/>
                  </a:lnTo>
                  <a:close/>
                  <a:moveTo>
                    <a:pt x="17" y="33"/>
                  </a:moveTo>
                  <a:cubicBezTo>
                    <a:pt x="17" y="69"/>
                    <a:pt x="17" y="101"/>
                    <a:pt x="1" y="134"/>
                  </a:cubicBezTo>
                  <a:lnTo>
                    <a:pt x="1" y="170"/>
                  </a:lnTo>
                  <a:lnTo>
                    <a:pt x="17" y="170"/>
                  </a:lnTo>
                  <a:lnTo>
                    <a:pt x="17" y="134"/>
                  </a:lnTo>
                  <a:cubicBezTo>
                    <a:pt x="17" y="101"/>
                    <a:pt x="33" y="69"/>
                    <a:pt x="17"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0"/>
            <p:cNvSpPr/>
            <p:nvPr/>
          </p:nvSpPr>
          <p:spPr>
            <a:xfrm>
              <a:off x="2540166" y="717023"/>
              <a:ext cx="14998" cy="4867"/>
            </a:xfrm>
            <a:custGeom>
              <a:rect b="b" l="l" r="r" t="t"/>
              <a:pathLst>
                <a:path extrusionOk="0" h="49" w="151">
                  <a:moveTo>
                    <a:pt x="1" y="0"/>
                  </a:moveTo>
                  <a:lnTo>
                    <a:pt x="134" y="49"/>
                  </a:lnTo>
                  <a:lnTo>
                    <a:pt x="150" y="49"/>
                  </a:lnTo>
                  <a:lnTo>
                    <a:pt x="150"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0"/>
            <p:cNvSpPr/>
            <p:nvPr/>
          </p:nvSpPr>
          <p:spPr>
            <a:xfrm>
              <a:off x="1944712" y="379120"/>
              <a:ext cx="192293" cy="68733"/>
            </a:xfrm>
            <a:custGeom>
              <a:rect b="b" l="l" r="r" t="t"/>
              <a:pathLst>
                <a:path extrusionOk="0" h="692" w="1936">
                  <a:moveTo>
                    <a:pt x="1" y="1"/>
                  </a:moveTo>
                  <a:cubicBezTo>
                    <a:pt x="1" y="1"/>
                    <a:pt x="17" y="17"/>
                    <a:pt x="37" y="17"/>
                  </a:cubicBezTo>
                  <a:cubicBezTo>
                    <a:pt x="53" y="17"/>
                    <a:pt x="70" y="33"/>
                    <a:pt x="86" y="33"/>
                  </a:cubicBezTo>
                  <a:cubicBezTo>
                    <a:pt x="118" y="49"/>
                    <a:pt x="154" y="49"/>
                    <a:pt x="187" y="70"/>
                  </a:cubicBezTo>
                  <a:cubicBezTo>
                    <a:pt x="219" y="70"/>
                    <a:pt x="255" y="86"/>
                    <a:pt x="288" y="102"/>
                  </a:cubicBezTo>
                  <a:cubicBezTo>
                    <a:pt x="320" y="118"/>
                    <a:pt x="373" y="134"/>
                    <a:pt x="405" y="150"/>
                  </a:cubicBezTo>
                  <a:cubicBezTo>
                    <a:pt x="490" y="171"/>
                    <a:pt x="558" y="203"/>
                    <a:pt x="643" y="219"/>
                  </a:cubicBezTo>
                  <a:cubicBezTo>
                    <a:pt x="558" y="187"/>
                    <a:pt x="490" y="171"/>
                    <a:pt x="405" y="134"/>
                  </a:cubicBezTo>
                  <a:cubicBezTo>
                    <a:pt x="373" y="118"/>
                    <a:pt x="340" y="102"/>
                    <a:pt x="288" y="86"/>
                  </a:cubicBezTo>
                  <a:cubicBezTo>
                    <a:pt x="255" y="86"/>
                    <a:pt x="219" y="70"/>
                    <a:pt x="187" y="49"/>
                  </a:cubicBezTo>
                  <a:cubicBezTo>
                    <a:pt x="154" y="33"/>
                    <a:pt x="118" y="33"/>
                    <a:pt x="102" y="17"/>
                  </a:cubicBezTo>
                  <a:cubicBezTo>
                    <a:pt x="86" y="17"/>
                    <a:pt x="53" y="1"/>
                    <a:pt x="37" y="1"/>
                  </a:cubicBezTo>
                  <a:close/>
                  <a:moveTo>
                    <a:pt x="910" y="320"/>
                  </a:moveTo>
                  <a:lnTo>
                    <a:pt x="1011" y="352"/>
                  </a:lnTo>
                  <a:cubicBezTo>
                    <a:pt x="1112" y="389"/>
                    <a:pt x="1213" y="437"/>
                    <a:pt x="1330" y="474"/>
                  </a:cubicBezTo>
                  <a:cubicBezTo>
                    <a:pt x="1451" y="522"/>
                    <a:pt x="1584" y="575"/>
                    <a:pt x="1702" y="607"/>
                  </a:cubicBezTo>
                  <a:cubicBezTo>
                    <a:pt x="1718" y="607"/>
                    <a:pt x="1754" y="623"/>
                    <a:pt x="1770" y="623"/>
                  </a:cubicBezTo>
                  <a:cubicBezTo>
                    <a:pt x="1819" y="655"/>
                    <a:pt x="1887" y="676"/>
                    <a:pt x="1936" y="692"/>
                  </a:cubicBezTo>
                  <a:lnTo>
                    <a:pt x="1936" y="676"/>
                  </a:lnTo>
                  <a:cubicBezTo>
                    <a:pt x="1887" y="655"/>
                    <a:pt x="1835" y="639"/>
                    <a:pt x="1786" y="623"/>
                  </a:cubicBezTo>
                  <a:cubicBezTo>
                    <a:pt x="1754" y="607"/>
                    <a:pt x="1734" y="607"/>
                    <a:pt x="1702" y="591"/>
                  </a:cubicBezTo>
                  <a:cubicBezTo>
                    <a:pt x="1584" y="554"/>
                    <a:pt x="1467" y="506"/>
                    <a:pt x="1330" y="453"/>
                  </a:cubicBezTo>
                  <a:cubicBezTo>
                    <a:pt x="1229" y="421"/>
                    <a:pt x="1112" y="389"/>
                    <a:pt x="1011" y="336"/>
                  </a:cubicBezTo>
                  <a:lnTo>
                    <a:pt x="910" y="3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0"/>
            <p:cNvSpPr/>
            <p:nvPr/>
          </p:nvSpPr>
          <p:spPr>
            <a:xfrm>
              <a:off x="1687560" y="574591"/>
              <a:ext cx="14899" cy="13707"/>
            </a:xfrm>
            <a:custGeom>
              <a:rect b="b" l="l" r="r" t="t"/>
              <a:pathLst>
                <a:path extrusionOk="0" h="138" w="150">
                  <a:moveTo>
                    <a:pt x="150" y="0"/>
                  </a:moveTo>
                  <a:cubicBezTo>
                    <a:pt x="134" y="20"/>
                    <a:pt x="118" y="37"/>
                    <a:pt x="101" y="53"/>
                  </a:cubicBezTo>
                  <a:cubicBezTo>
                    <a:pt x="118" y="53"/>
                    <a:pt x="134" y="37"/>
                    <a:pt x="150" y="20"/>
                  </a:cubicBezTo>
                  <a:lnTo>
                    <a:pt x="150" y="0"/>
                  </a:lnTo>
                  <a:close/>
                  <a:moveTo>
                    <a:pt x="101" y="53"/>
                  </a:moveTo>
                  <a:lnTo>
                    <a:pt x="101" y="53"/>
                  </a:lnTo>
                  <a:cubicBezTo>
                    <a:pt x="65" y="69"/>
                    <a:pt x="33" y="101"/>
                    <a:pt x="1" y="121"/>
                  </a:cubicBezTo>
                  <a:lnTo>
                    <a:pt x="1" y="138"/>
                  </a:lnTo>
                  <a:cubicBezTo>
                    <a:pt x="33" y="101"/>
                    <a:pt x="65" y="85"/>
                    <a:pt x="10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0"/>
            <p:cNvSpPr/>
            <p:nvPr/>
          </p:nvSpPr>
          <p:spPr>
            <a:xfrm>
              <a:off x="1679117" y="492747"/>
              <a:ext cx="10131" cy="8443"/>
            </a:xfrm>
            <a:custGeom>
              <a:rect b="b" l="l" r="r" t="t"/>
              <a:pathLst>
                <a:path extrusionOk="0" h="85" w="102">
                  <a:moveTo>
                    <a:pt x="86" y="0"/>
                  </a:moveTo>
                  <a:lnTo>
                    <a:pt x="17" y="69"/>
                  </a:lnTo>
                  <a:lnTo>
                    <a:pt x="17" y="69"/>
                  </a:lnTo>
                  <a:lnTo>
                    <a:pt x="102" y="16"/>
                  </a:lnTo>
                  <a:lnTo>
                    <a:pt x="102" y="0"/>
                  </a:lnTo>
                  <a:close/>
                  <a:moveTo>
                    <a:pt x="1" y="69"/>
                  </a:moveTo>
                  <a:lnTo>
                    <a:pt x="17" y="85"/>
                  </a:lnTo>
                  <a:lnTo>
                    <a:pt x="17" y="6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0"/>
            <p:cNvSpPr/>
            <p:nvPr/>
          </p:nvSpPr>
          <p:spPr>
            <a:xfrm>
              <a:off x="1679117" y="412493"/>
              <a:ext cx="55125" cy="45392"/>
            </a:xfrm>
            <a:custGeom>
              <a:rect b="b" l="l" r="r" t="t"/>
              <a:pathLst>
                <a:path extrusionOk="0" h="457" w="555">
                  <a:moveTo>
                    <a:pt x="554" y="0"/>
                  </a:moveTo>
                  <a:lnTo>
                    <a:pt x="437" y="101"/>
                  </a:lnTo>
                  <a:cubicBezTo>
                    <a:pt x="336" y="186"/>
                    <a:pt x="219" y="271"/>
                    <a:pt x="118" y="356"/>
                  </a:cubicBezTo>
                  <a:cubicBezTo>
                    <a:pt x="86" y="388"/>
                    <a:pt x="33" y="420"/>
                    <a:pt x="1" y="457"/>
                  </a:cubicBezTo>
                  <a:cubicBezTo>
                    <a:pt x="49" y="441"/>
                    <a:pt x="86" y="404"/>
                    <a:pt x="118" y="372"/>
                  </a:cubicBezTo>
                  <a:lnTo>
                    <a:pt x="134" y="356"/>
                  </a:lnTo>
                  <a:cubicBezTo>
                    <a:pt x="235" y="271"/>
                    <a:pt x="336" y="186"/>
                    <a:pt x="437" y="117"/>
                  </a:cubicBezTo>
                  <a:lnTo>
                    <a:pt x="554" y="16"/>
                  </a:lnTo>
                  <a:lnTo>
                    <a:pt x="5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0"/>
            <p:cNvSpPr/>
            <p:nvPr/>
          </p:nvSpPr>
          <p:spPr>
            <a:xfrm>
              <a:off x="1677528" y="512811"/>
              <a:ext cx="61879" cy="45392"/>
            </a:xfrm>
            <a:custGeom>
              <a:rect b="b" l="l" r="r" t="t"/>
              <a:pathLst>
                <a:path extrusionOk="0" h="457" w="623">
                  <a:moveTo>
                    <a:pt x="606" y="0"/>
                  </a:moveTo>
                  <a:cubicBezTo>
                    <a:pt x="586" y="0"/>
                    <a:pt x="570" y="0"/>
                    <a:pt x="554" y="16"/>
                  </a:cubicBezTo>
                  <a:cubicBezTo>
                    <a:pt x="421" y="117"/>
                    <a:pt x="283" y="238"/>
                    <a:pt x="150" y="339"/>
                  </a:cubicBezTo>
                  <a:cubicBezTo>
                    <a:pt x="283" y="238"/>
                    <a:pt x="421" y="137"/>
                    <a:pt x="554" y="36"/>
                  </a:cubicBezTo>
                  <a:cubicBezTo>
                    <a:pt x="570" y="16"/>
                    <a:pt x="586" y="16"/>
                    <a:pt x="606" y="16"/>
                  </a:cubicBezTo>
                  <a:lnTo>
                    <a:pt x="623" y="0"/>
                  </a:lnTo>
                  <a:close/>
                  <a:moveTo>
                    <a:pt x="134" y="339"/>
                  </a:moveTo>
                  <a:cubicBezTo>
                    <a:pt x="102" y="356"/>
                    <a:pt x="65" y="388"/>
                    <a:pt x="49" y="404"/>
                  </a:cubicBezTo>
                  <a:lnTo>
                    <a:pt x="1" y="440"/>
                  </a:lnTo>
                  <a:lnTo>
                    <a:pt x="1" y="457"/>
                  </a:lnTo>
                  <a:lnTo>
                    <a:pt x="49" y="420"/>
                  </a:lnTo>
                  <a:cubicBezTo>
                    <a:pt x="81" y="388"/>
                    <a:pt x="118" y="372"/>
                    <a:pt x="150" y="356"/>
                  </a:cubicBezTo>
                  <a:lnTo>
                    <a:pt x="150" y="3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0"/>
            <p:cNvSpPr/>
            <p:nvPr/>
          </p:nvSpPr>
          <p:spPr>
            <a:xfrm>
              <a:off x="2473221" y="539629"/>
              <a:ext cx="8542" cy="4966"/>
            </a:xfrm>
            <a:custGeom>
              <a:rect b="b" l="l" r="r" t="t"/>
              <a:pathLst>
                <a:path extrusionOk="0" h="50" w="86">
                  <a:moveTo>
                    <a:pt x="0" y="1"/>
                  </a:moveTo>
                  <a:lnTo>
                    <a:pt x="0" y="17"/>
                  </a:lnTo>
                  <a:lnTo>
                    <a:pt x="85" y="49"/>
                  </a:lnTo>
                  <a:lnTo>
                    <a:pt x="85"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0"/>
            <p:cNvSpPr/>
            <p:nvPr/>
          </p:nvSpPr>
          <p:spPr>
            <a:xfrm>
              <a:off x="2242489" y="663189"/>
              <a:ext cx="20163" cy="10131"/>
            </a:xfrm>
            <a:custGeom>
              <a:rect b="b" l="l" r="r" t="t"/>
              <a:pathLst>
                <a:path extrusionOk="0" h="102" w="203">
                  <a:moveTo>
                    <a:pt x="186" y="1"/>
                  </a:moveTo>
                  <a:cubicBezTo>
                    <a:pt x="170" y="1"/>
                    <a:pt x="134" y="17"/>
                    <a:pt x="118" y="37"/>
                  </a:cubicBezTo>
                  <a:lnTo>
                    <a:pt x="101" y="37"/>
                  </a:lnTo>
                  <a:cubicBezTo>
                    <a:pt x="85" y="53"/>
                    <a:pt x="85" y="53"/>
                    <a:pt x="69" y="53"/>
                  </a:cubicBezTo>
                  <a:cubicBezTo>
                    <a:pt x="49" y="70"/>
                    <a:pt x="33" y="86"/>
                    <a:pt x="17" y="86"/>
                  </a:cubicBezTo>
                  <a:lnTo>
                    <a:pt x="0" y="86"/>
                  </a:lnTo>
                  <a:lnTo>
                    <a:pt x="17" y="102"/>
                  </a:lnTo>
                  <a:cubicBezTo>
                    <a:pt x="33" y="102"/>
                    <a:pt x="69" y="86"/>
                    <a:pt x="85" y="70"/>
                  </a:cubicBezTo>
                  <a:lnTo>
                    <a:pt x="101" y="53"/>
                  </a:lnTo>
                  <a:cubicBezTo>
                    <a:pt x="118" y="53"/>
                    <a:pt x="118" y="53"/>
                    <a:pt x="134" y="37"/>
                  </a:cubicBezTo>
                  <a:cubicBezTo>
                    <a:pt x="150" y="17"/>
                    <a:pt x="170" y="17"/>
                    <a:pt x="186" y="17"/>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0"/>
            <p:cNvSpPr/>
            <p:nvPr/>
          </p:nvSpPr>
          <p:spPr>
            <a:xfrm>
              <a:off x="2372902" y="807310"/>
              <a:ext cx="14899" cy="4867"/>
            </a:xfrm>
            <a:custGeom>
              <a:rect b="b" l="l" r="r" t="t"/>
              <a:pathLst>
                <a:path extrusionOk="0" h="49" w="150">
                  <a:moveTo>
                    <a:pt x="0" y="0"/>
                  </a:moveTo>
                  <a:lnTo>
                    <a:pt x="0" y="16"/>
                  </a:lnTo>
                  <a:lnTo>
                    <a:pt x="33" y="16"/>
                  </a:lnTo>
                  <a:cubicBezTo>
                    <a:pt x="49" y="33"/>
                    <a:pt x="85" y="33"/>
                    <a:pt x="117" y="49"/>
                  </a:cubicBezTo>
                  <a:lnTo>
                    <a:pt x="150" y="49"/>
                  </a:lnTo>
                  <a:lnTo>
                    <a:pt x="117" y="33"/>
                  </a:lnTo>
                  <a:cubicBezTo>
                    <a:pt x="85" y="16"/>
                    <a:pt x="69" y="16"/>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0"/>
            <p:cNvSpPr/>
            <p:nvPr/>
          </p:nvSpPr>
          <p:spPr>
            <a:xfrm>
              <a:off x="1653889" y="939313"/>
              <a:ext cx="68634" cy="10131"/>
            </a:xfrm>
            <a:custGeom>
              <a:rect b="b" l="l" r="r" t="t"/>
              <a:pathLst>
                <a:path extrusionOk="0" h="102" w="691">
                  <a:moveTo>
                    <a:pt x="53" y="16"/>
                  </a:moveTo>
                  <a:cubicBezTo>
                    <a:pt x="37" y="33"/>
                    <a:pt x="37" y="33"/>
                    <a:pt x="16" y="33"/>
                  </a:cubicBezTo>
                  <a:lnTo>
                    <a:pt x="0" y="33"/>
                  </a:lnTo>
                  <a:cubicBezTo>
                    <a:pt x="12" y="38"/>
                    <a:pt x="20" y="40"/>
                    <a:pt x="26" y="40"/>
                  </a:cubicBezTo>
                  <a:cubicBezTo>
                    <a:pt x="38" y="40"/>
                    <a:pt x="42" y="33"/>
                    <a:pt x="53" y="33"/>
                  </a:cubicBezTo>
                  <a:lnTo>
                    <a:pt x="117" y="33"/>
                  </a:lnTo>
                  <a:cubicBezTo>
                    <a:pt x="154" y="49"/>
                    <a:pt x="170" y="49"/>
                    <a:pt x="202" y="49"/>
                  </a:cubicBezTo>
                  <a:cubicBezTo>
                    <a:pt x="170" y="33"/>
                    <a:pt x="154" y="33"/>
                    <a:pt x="138" y="33"/>
                  </a:cubicBezTo>
                  <a:cubicBezTo>
                    <a:pt x="101" y="16"/>
                    <a:pt x="85" y="16"/>
                    <a:pt x="53" y="16"/>
                  </a:cubicBezTo>
                  <a:close/>
                  <a:moveTo>
                    <a:pt x="691" y="0"/>
                  </a:moveTo>
                  <a:cubicBezTo>
                    <a:pt x="659" y="0"/>
                    <a:pt x="622" y="16"/>
                    <a:pt x="590" y="49"/>
                  </a:cubicBezTo>
                  <a:cubicBezTo>
                    <a:pt x="622" y="33"/>
                    <a:pt x="659" y="16"/>
                    <a:pt x="691" y="0"/>
                  </a:cubicBezTo>
                  <a:close/>
                  <a:moveTo>
                    <a:pt x="218" y="49"/>
                  </a:moveTo>
                  <a:cubicBezTo>
                    <a:pt x="340" y="65"/>
                    <a:pt x="440" y="85"/>
                    <a:pt x="521" y="101"/>
                  </a:cubicBezTo>
                  <a:lnTo>
                    <a:pt x="541" y="101"/>
                  </a:lnTo>
                  <a:lnTo>
                    <a:pt x="558" y="85"/>
                  </a:lnTo>
                  <a:cubicBezTo>
                    <a:pt x="574" y="65"/>
                    <a:pt x="574" y="65"/>
                    <a:pt x="590" y="49"/>
                  </a:cubicBezTo>
                  <a:cubicBezTo>
                    <a:pt x="574" y="49"/>
                    <a:pt x="558" y="65"/>
                    <a:pt x="558" y="65"/>
                  </a:cubicBezTo>
                  <a:lnTo>
                    <a:pt x="541" y="85"/>
                  </a:lnTo>
                  <a:cubicBezTo>
                    <a:pt x="440" y="65"/>
                    <a:pt x="340" y="49"/>
                    <a:pt x="218"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0"/>
            <p:cNvSpPr/>
            <p:nvPr/>
          </p:nvSpPr>
          <p:spPr>
            <a:xfrm>
              <a:off x="2284205" y="484305"/>
              <a:ext cx="8542" cy="3675"/>
            </a:xfrm>
            <a:custGeom>
              <a:rect b="b" l="l" r="r" t="t"/>
              <a:pathLst>
                <a:path extrusionOk="0" h="37" w="86">
                  <a:moveTo>
                    <a:pt x="0" y="0"/>
                  </a:moveTo>
                  <a:lnTo>
                    <a:pt x="0" y="20"/>
                  </a:lnTo>
                  <a:lnTo>
                    <a:pt x="53" y="20"/>
                  </a:lnTo>
                  <a:cubicBezTo>
                    <a:pt x="33" y="0"/>
                    <a:pt x="17" y="0"/>
                    <a:pt x="0" y="0"/>
                  </a:cubicBezTo>
                  <a:close/>
                  <a:moveTo>
                    <a:pt x="53" y="20"/>
                  </a:moveTo>
                  <a:cubicBezTo>
                    <a:pt x="53" y="37"/>
                    <a:pt x="69" y="37"/>
                    <a:pt x="85" y="37"/>
                  </a:cubicBezTo>
                  <a:lnTo>
                    <a:pt x="85" y="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0"/>
            <p:cNvSpPr/>
            <p:nvPr/>
          </p:nvSpPr>
          <p:spPr>
            <a:xfrm>
              <a:off x="1739308" y="893921"/>
              <a:ext cx="70322" cy="35459"/>
            </a:xfrm>
            <a:custGeom>
              <a:rect b="b" l="l" r="r" t="t"/>
              <a:pathLst>
                <a:path extrusionOk="0" h="357" w="708">
                  <a:moveTo>
                    <a:pt x="708" y="1"/>
                  </a:moveTo>
                  <a:cubicBezTo>
                    <a:pt x="671" y="1"/>
                    <a:pt x="655" y="17"/>
                    <a:pt x="623" y="37"/>
                  </a:cubicBezTo>
                  <a:lnTo>
                    <a:pt x="607" y="37"/>
                  </a:lnTo>
                  <a:lnTo>
                    <a:pt x="304" y="187"/>
                  </a:lnTo>
                  <a:cubicBezTo>
                    <a:pt x="251" y="219"/>
                    <a:pt x="203" y="239"/>
                    <a:pt x="150" y="271"/>
                  </a:cubicBezTo>
                  <a:cubicBezTo>
                    <a:pt x="118" y="288"/>
                    <a:pt x="85" y="304"/>
                    <a:pt x="49" y="320"/>
                  </a:cubicBezTo>
                  <a:lnTo>
                    <a:pt x="1" y="340"/>
                  </a:lnTo>
                  <a:lnTo>
                    <a:pt x="1" y="356"/>
                  </a:lnTo>
                  <a:lnTo>
                    <a:pt x="17" y="356"/>
                  </a:lnTo>
                  <a:lnTo>
                    <a:pt x="49" y="340"/>
                  </a:lnTo>
                  <a:cubicBezTo>
                    <a:pt x="85" y="320"/>
                    <a:pt x="118" y="304"/>
                    <a:pt x="150" y="288"/>
                  </a:cubicBezTo>
                  <a:cubicBezTo>
                    <a:pt x="203" y="255"/>
                    <a:pt x="251" y="239"/>
                    <a:pt x="304" y="203"/>
                  </a:cubicBezTo>
                  <a:lnTo>
                    <a:pt x="607" y="53"/>
                  </a:lnTo>
                  <a:cubicBezTo>
                    <a:pt x="623" y="53"/>
                    <a:pt x="623" y="37"/>
                    <a:pt x="639" y="37"/>
                  </a:cubicBezTo>
                  <a:cubicBezTo>
                    <a:pt x="655" y="37"/>
                    <a:pt x="671" y="17"/>
                    <a:pt x="708" y="17"/>
                  </a:cubicBez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0"/>
            <p:cNvSpPr/>
            <p:nvPr/>
          </p:nvSpPr>
          <p:spPr>
            <a:xfrm>
              <a:off x="2274173" y="589788"/>
              <a:ext cx="3278" cy="50258"/>
            </a:xfrm>
            <a:custGeom>
              <a:rect b="b" l="l" r="r" t="t"/>
              <a:pathLst>
                <a:path extrusionOk="0" h="506" w="33">
                  <a:moveTo>
                    <a:pt x="1" y="1"/>
                  </a:moveTo>
                  <a:lnTo>
                    <a:pt x="1" y="17"/>
                  </a:lnTo>
                  <a:lnTo>
                    <a:pt x="1" y="150"/>
                  </a:lnTo>
                  <a:lnTo>
                    <a:pt x="1" y="187"/>
                  </a:lnTo>
                  <a:lnTo>
                    <a:pt x="1" y="235"/>
                  </a:lnTo>
                  <a:cubicBezTo>
                    <a:pt x="17" y="271"/>
                    <a:pt x="17" y="288"/>
                    <a:pt x="17" y="320"/>
                  </a:cubicBezTo>
                  <a:lnTo>
                    <a:pt x="17" y="235"/>
                  </a:lnTo>
                  <a:lnTo>
                    <a:pt x="17" y="187"/>
                  </a:lnTo>
                  <a:lnTo>
                    <a:pt x="17" y="150"/>
                  </a:lnTo>
                  <a:cubicBezTo>
                    <a:pt x="17" y="102"/>
                    <a:pt x="1" y="49"/>
                    <a:pt x="17" y="17"/>
                  </a:cubicBezTo>
                  <a:lnTo>
                    <a:pt x="1" y="1"/>
                  </a:lnTo>
                  <a:close/>
                  <a:moveTo>
                    <a:pt x="17" y="320"/>
                  </a:moveTo>
                  <a:lnTo>
                    <a:pt x="17" y="421"/>
                  </a:lnTo>
                  <a:lnTo>
                    <a:pt x="17" y="453"/>
                  </a:lnTo>
                  <a:cubicBezTo>
                    <a:pt x="17" y="473"/>
                    <a:pt x="17" y="490"/>
                    <a:pt x="33" y="506"/>
                  </a:cubicBezTo>
                  <a:lnTo>
                    <a:pt x="33" y="490"/>
                  </a:lnTo>
                  <a:lnTo>
                    <a:pt x="33" y="453"/>
                  </a:lnTo>
                  <a:lnTo>
                    <a:pt x="33" y="421"/>
                  </a:lnTo>
                  <a:cubicBezTo>
                    <a:pt x="33" y="389"/>
                    <a:pt x="17" y="352"/>
                    <a:pt x="17" y="3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0"/>
            <p:cNvSpPr/>
            <p:nvPr/>
          </p:nvSpPr>
          <p:spPr>
            <a:xfrm>
              <a:off x="2234046" y="501091"/>
              <a:ext cx="16985" cy="8542"/>
            </a:xfrm>
            <a:custGeom>
              <a:rect b="b" l="l" r="r" t="t"/>
              <a:pathLst>
                <a:path extrusionOk="0" h="86" w="171">
                  <a:moveTo>
                    <a:pt x="170" y="1"/>
                  </a:moveTo>
                  <a:cubicBezTo>
                    <a:pt x="134" y="1"/>
                    <a:pt x="102" y="17"/>
                    <a:pt x="85" y="33"/>
                  </a:cubicBezTo>
                  <a:cubicBezTo>
                    <a:pt x="69" y="33"/>
                    <a:pt x="69" y="53"/>
                    <a:pt x="53" y="53"/>
                  </a:cubicBezTo>
                  <a:cubicBezTo>
                    <a:pt x="33" y="70"/>
                    <a:pt x="17" y="70"/>
                    <a:pt x="1" y="70"/>
                  </a:cubicBezTo>
                  <a:lnTo>
                    <a:pt x="1" y="86"/>
                  </a:lnTo>
                  <a:cubicBezTo>
                    <a:pt x="17" y="86"/>
                    <a:pt x="33" y="70"/>
                    <a:pt x="53" y="70"/>
                  </a:cubicBezTo>
                  <a:cubicBezTo>
                    <a:pt x="69" y="53"/>
                    <a:pt x="85" y="53"/>
                    <a:pt x="85" y="53"/>
                  </a:cubicBezTo>
                  <a:cubicBezTo>
                    <a:pt x="118" y="17"/>
                    <a:pt x="134" y="17"/>
                    <a:pt x="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0"/>
            <p:cNvSpPr/>
            <p:nvPr/>
          </p:nvSpPr>
          <p:spPr>
            <a:xfrm>
              <a:off x="1719245" y="482716"/>
              <a:ext cx="14998" cy="11720"/>
            </a:xfrm>
            <a:custGeom>
              <a:rect b="b" l="l" r="r" t="t"/>
              <a:pathLst>
                <a:path extrusionOk="0" h="118" w="151">
                  <a:moveTo>
                    <a:pt x="1" y="117"/>
                  </a:moveTo>
                  <a:lnTo>
                    <a:pt x="1" y="117"/>
                  </a:lnTo>
                  <a:lnTo>
                    <a:pt x="1" y="117"/>
                  </a:lnTo>
                  <a:lnTo>
                    <a:pt x="150" y="0"/>
                  </a:lnTo>
                  <a:lnTo>
                    <a:pt x="150" y="0"/>
                  </a:lnTo>
                  <a:lnTo>
                    <a:pt x="1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0"/>
            <p:cNvSpPr/>
            <p:nvPr/>
          </p:nvSpPr>
          <p:spPr>
            <a:xfrm>
              <a:off x="1667496" y="813666"/>
              <a:ext cx="65058" cy="37048"/>
            </a:xfrm>
            <a:custGeom>
              <a:rect b="b" l="l" r="r" t="t"/>
              <a:pathLst>
                <a:path extrusionOk="0" h="373" w="655">
                  <a:moveTo>
                    <a:pt x="655" y="1"/>
                  </a:moveTo>
                  <a:cubicBezTo>
                    <a:pt x="639" y="1"/>
                    <a:pt x="623" y="1"/>
                    <a:pt x="606" y="17"/>
                  </a:cubicBezTo>
                  <a:lnTo>
                    <a:pt x="639" y="17"/>
                  </a:lnTo>
                  <a:lnTo>
                    <a:pt x="655" y="1"/>
                  </a:lnTo>
                  <a:close/>
                  <a:moveTo>
                    <a:pt x="606" y="17"/>
                  </a:moveTo>
                  <a:cubicBezTo>
                    <a:pt x="554" y="37"/>
                    <a:pt x="522" y="53"/>
                    <a:pt x="485" y="86"/>
                  </a:cubicBezTo>
                  <a:cubicBezTo>
                    <a:pt x="384" y="138"/>
                    <a:pt x="303" y="187"/>
                    <a:pt x="203" y="239"/>
                  </a:cubicBezTo>
                  <a:cubicBezTo>
                    <a:pt x="182" y="255"/>
                    <a:pt x="166" y="272"/>
                    <a:pt x="134" y="288"/>
                  </a:cubicBezTo>
                  <a:cubicBezTo>
                    <a:pt x="102" y="304"/>
                    <a:pt x="49" y="340"/>
                    <a:pt x="1" y="356"/>
                  </a:cubicBezTo>
                  <a:lnTo>
                    <a:pt x="1" y="373"/>
                  </a:lnTo>
                  <a:lnTo>
                    <a:pt x="17" y="373"/>
                  </a:lnTo>
                  <a:cubicBezTo>
                    <a:pt x="49" y="356"/>
                    <a:pt x="102" y="320"/>
                    <a:pt x="150" y="304"/>
                  </a:cubicBezTo>
                  <a:cubicBezTo>
                    <a:pt x="166" y="288"/>
                    <a:pt x="182" y="272"/>
                    <a:pt x="219" y="255"/>
                  </a:cubicBezTo>
                  <a:cubicBezTo>
                    <a:pt x="303" y="203"/>
                    <a:pt x="404" y="154"/>
                    <a:pt x="485" y="102"/>
                  </a:cubicBezTo>
                  <a:cubicBezTo>
                    <a:pt x="522" y="70"/>
                    <a:pt x="570" y="53"/>
                    <a:pt x="606"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0"/>
            <p:cNvSpPr/>
            <p:nvPr/>
          </p:nvSpPr>
          <p:spPr>
            <a:xfrm>
              <a:off x="2270995" y="538040"/>
              <a:ext cx="3278" cy="14998"/>
            </a:xfrm>
            <a:custGeom>
              <a:rect b="b" l="l" r="r" t="t"/>
              <a:pathLst>
                <a:path extrusionOk="0" h="151" w="33">
                  <a:moveTo>
                    <a:pt x="0" y="1"/>
                  </a:moveTo>
                  <a:lnTo>
                    <a:pt x="0" y="17"/>
                  </a:lnTo>
                  <a:lnTo>
                    <a:pt x="0" y="33"/>
                  </a:lnTo>
                  <a:lnTo>
                    <a:pt x="0" y="134"/>
                  </a:lnTo>
                  <a:lnTo>
                    <a:pt x="16" y="150"/>
                  </a:lnTo>
                  <a:lnTo>
                    <a:pt x="33" y="134"/>
                  </a:lnTo>
                  <a:lnTo>
                    <a:pt x="16" y="134"/>
                  </a:lnTo>
                  <a:cubicBezTo>
                    <a:pt x="0" y="102"/>
                    <a:pt x="16" y="65"/>
                    <a:pt x="16" y="33"/>
                  </a:cubicBezTo>
                  <a:lnTo>
                    <a:pt x="16" y="17"/>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0"/>
            <p:cNvSpPr/>
            <p:nvPr/>
          </p:nvSpPr>
          <p:spPr>
            <a:xfrm>
              <a:off x="2270995" y="556514"/>
              <a:ext cx="3278" cy="14899"/>
            </a:xfrm>
            <a:custGeom>
              <a:rect b="b" l="l" r="r" t="t"/>
              <a:pathLst>
                <a:path extrusionOk="0" h="150" w="33">
                  <a:moveTo>
                    <a:pt x="16" y="0"/>
                  </a:moveTo>
                  <a:cubicBezTo>
                    <a:pt x="0" y="17"/>
                    <a:pt x="0" y="17"/>
                    <a:pt x="0" y="33"/>
                  </a:cubicBezTo>
                  <a:cubicBezTo>
                    <a:pt x="16" y="49"/>
                    <a:pt x="16" y="65"/>
                    <a:pt x="16" y="65"/>
                  </a:cubicBezTo>
                  <a:lnTo>
                    <a:pt x="16" y="33"/>
                  </a:lnTo>
                  <a:lnTo>
                    <a:pt x="16" y="17"/>
                  </a:lnTo>
                  <a:lnTo>
                    <a:pt x="33" y="17"/>
                  </a:lnTo>
                  <a:lnTo>
                    <a:pt x="33" y="0"/>
                  </a:lnTo>
                  <a:close/>
                  <a:moveTo>
                    <a:pt x="16" y="65"/>
                  </a:moveTo>
                  <a:lnTo>
                    <a:pt x="16" y="134"/>
                  </a:lnTo>
                  <a:lnTo>
                    <a:pt x="16" y="150"/>
                  </a:lnTo>
                  <a:lnTo>
                    <a:pt x="33" y="150"/>
                  </a:lnTo>
                  <a:lnTo>
                    <a:pt x="33" y="134"/>
                  </a:lnTo>
                  <a:cubicBezTo>
                    <a:pt x="16" y="118"/>
                    <a:pt x="16" y="101"/>
                    <a:pt x="16"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0"/>
            <p:cNvSpPr/>
            <p:nvPr/>
          </p:nvSpPr>
          <p:spPr>
            <a:xfrm>
              <a:off x="1734143" y="875447"/>
              <a:ext cx="77076" cy="62376"/>
            </a:xfrm>
            <a:custGeom>
              <a:rect b="b" l="l" r="r" t="t"/>
              <a:pathLst>
                <a:path extrusionOk="0" h="628" w="776">
                  <a:moveTo>
                    <a:pt x="776" y="1"/>
                  </a:moveTo>
                  <a:lnTo>
                    <a:pt x="776" y="1"/>
                  </a:lnTo>
                  <a:cubicBezTo>
                    <a:pt x="760" y="21"/>
                    <a:pt x="743" y="21"/>
                    <a:pt x="723" y="21"/>
                  </a:cubicBezTo>
                  <a:lnTo>
                    <a:pt x="707" y="37"/>
                  </a:lnTo>
                  <a:lnTo>
                    <a:pt x="743" y="37"/>
                  </a:lnTo>
                  <a:cubicBezTo>
                    <a:pt x="760" y="37"/>
                    <a:pt x="776" y="21"/>
                    <a:pt x="776" y="1"/>
                  </a:cubicBezTo>
                  <a:close/>
                  <a:moveTo>
                    <a:pt x="707" y="37"/>
                  </a:moveTo>
                  <a:lnTo>
                    <a:pt x="707" y="37"/>
                  </a:lnTo>
                  <a:cubicBezTo>
                    <a:pt x="675" y="53"/>
                    <a:pt x="622" y="70"/>
                    <a:pt x="590" y="102"/>
                  </a:cubicBezTo>
                  <a:cubicBezTo>
                    <a:pt x="622" y="86"/>
                    <a:pt x="675" y="70"/>
                    <a:pt x="707" y="37"/>
                  </a:cubicBezTo>
                  <a:close/>
                  <a:moveTo>
                    <a:pt x="590" y="102"/>
                  </a:moveTo>
                  <a:lnTo>
                    <a:pt x="590" y="102"/>
                  </a:lnTo>
                  <a:cubicBezTo>
                    <a:pt x="541" y="122"/>
                    <a:pt x="489" y="154"/>
                    <a:pt x="440" y="171"/>
                  </a:cubicBezTo>
                  <a:cubicBezTo>
                    <a:pt x="372" y="203"/>
                    <a:pt x="287" y="239"/>
                    <a:pt x="218" y="272"/>
                  </a:cubicBezTo>
                  <a:cubicBezTo>
                    <a:pt x="170" y="304"/>
                    <a:pt x="117" y="324"/>
                    <a:pt x="85" y="356"/>
                  </a:cubicBezTo>
                  <a:cubicBezTo>
                    <a:pt x="137" y="340"/>
                    <a:pt x="186" y="324"/>
                    <a:pt x="238" y="288"/>
                  </a:cubicBezTo>
                  <a:cubicBezTo>
                    <a:pt x="303" y="255"/>
                    <a:pt x="372" y="223"/>
                    <a:pt x="440" y="187"/>
                  </a:cubicBezTo>
                  <a:cubicBezTo>
                    <a:pt x="489" y="154"/>
                    <a:pt x="541" y="138"/>
                    <a:pt x="590" y="102"/>
                  </a:cubicBezTo>
                  <a:close/>
                  <a:moveTo>
                    <a:pt x="85" y="356"/>
                  </a:moveTo>
                  <a:cubicBezTo>
                    <a:pt x="69" y="356"/>
                    <a:pt x="69" y="356"/>
                    <a:pt x="53" y="373"/>
                  </a:cubicBezTo>
                  <a:lnTo>
                    <a:pt x="36" y="373"/>
                  </a:lnTo>
                  <a:cubicBezTo>
                    <a:pt x="16" y="389"/>
                    <a:pt x="0" y="405"/>
                    <a:pt x="0" y="425"/>
                  </a:cubicBezTo>
                  <a:lnTo>
                    <a:pt x="0" y="591"/>
                  </a:lnTo>
                  <a:lnTo>
                    <a:pt x="0" y="627"/>
                  </a:lnTo>
                  <a:lnTo>
                    <a:pt x="16" y="627"/>
                  </a:lnTo>
                  <a:cubicBezTo>
                    <a:pt x="16" y="607"/>
                    <a:pt x="0" y="591"/>
                    <a:pt x="16" y="591"/>
                  </a:cubicBezTo>
                  <a:lnTo>
                    <a:pt x="16" y="425"/>
                  </a:lnTo>
                  <a:cubicBezTo>
                    <a:pt x="16" y="405"/>
                    <a:pt x="16" y="389"/>
                    <a:pt x="36" y="389"/>
                  </a:cubicBezTo>
                  <a:cubicBezTo>
                    <a:pt x="53" y="389"/>
                    <a:pt x="53" y="389"/>
                    <a:pt x="69" y="373"/>
                  </a:cubicBezTo>
                  <a:lnTo>
                    <a:pt x="85" y="35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0"/>
            <p:cNvSpPr/>
            <p:nvPr/>
          </p:nvSpPr>
          <p:spPr>
            <a:xfrm>
              <a:off x="2315890" y="591377"/>
              <a:ext cx="55523" cy="18574"/>
            </a:xfrm>
            <a:custGeom>
              <a:rect b="b" l="l" r="r" t="t"/>
              <a:pathLst>
                <a:path extrusionOk="0" h="187" w="559">
                  <a:moveTo>
                    <a:pt x="558" y="187"/>
                  </a:moveTo>
                  <a:lnTo>
                    <a:pt x="558" y="187"/>
                  </a:lnTo>
                  <a:lnTo>
                    <a:pt x="1" y="1"/>
                  </a:lnTo>
                  <a:lnTo>
                    <a:pt x="1" y="1"/>
                  </a:lnTo>
                  <a:lnTo>
                    <a:pt x="1" y="1"/>
                  </a:lnTo>
                  <a:lnTo>
                    <a:pt x="558" y="18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0"/>
            <p:cNvSpPr/>
            <p:nvPr/>
          </p:nvSpPr>
          <p:spPr>
            <a:xfrm>
              <a:off x="2239310" y="581345"/>
              <a:ext cx="18077" cy="8542"/>
            </a:xfrm>
            <a:custGeom>
              <a:rect b="b" l="l" r="r" t="t"/>
              <a:pathLst>
                <a:path extrusionOk="0" h="86" w="182">
                  <a:moveTo>
                    <a:pt x="166" y="1"/>
                  </a:moveTo>
                  <a:cubicBezTo>
                    <a:pt x="150" y="1"/>
                    <a:pt x="117" y="17"/>
                    <a:pt x="101" y="17"/>
                  </a:cubicBezTo>
                  <a:cubicBezTo>
                    <a:pt x="101" y="33"/>
                    <a:pt x="81" y="33"/>
                    <a:pt x="81" y="33"/>
                  </a:cubicBezTo>
                  <a:lnTo>
                    <a:pt x="65" y="53"/>
                  </a:lnTo>
                  <a:cubicBezTo>
                    <a:pt x="32" y="70"/>
                    <a:pt x="16" y="70"/>
                    <a:pt x="0" y="86"/>
                  </a:cubicBezTo>
                  <a:cubicBezTo>
                    <a:pt x="32" y="86"/>
                    <a:pt x="49" y="70"/>
                    <a:pt x="65" y="70"/>
                  </a:cubicBezTo>
                  <a:cubicBezTo>
                    <a:pt x="65" y="53"/>
                    <a:pt x="81" y="53"/>
                    <a:pt x="81" y="53"/>
                  </a:cubicBezTo>
                  <a:cubicBezTo>
                    <a:pt x="101" y="53"/>
                    <a:pt x="101" y="33"/>
                    <a:pt x="117" y="33"/>
                  </a:cubicBezTo>
                  <a:cubicBezTo>
                    <a:pt x="133" y="17"/>
                    <a:pt x="150" y="17"/>
                    <a:pt x="166" y="17"/>
                  </a:cubicBezTo>
                  <a:lnTo>
                    <a:pt x="1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0"/>
            <p:cNvSpPr/>
            <p:nvPr/>
          </p:nvSpPr>
          <p:spPr>
            <a:xfrm>
              <a:off x="2285794" y="446164"/>
              <a:ext cx="60290" cy="24931"/>
            </a:xfrm>
            <a:custGeom>
              <a:rect b="b" l="l" r="r" t="t"/>
              <a:pathLst>
                <a:path extrusionOk="0" h="251" w="607">
                  <a:moveTo>
                    <a:pt x="1" y="1"/>
                  </a:moveTo>
                  <a:lnTo>
                    <a:pt x="1" y="17"/>
                  </a:lnTo>
                  <a:cubicBezTo>
                    <a:pt x="69" y="49"/>
                    <a:pt x="138" y="65"/>
                    <a:pt x="219" y="102"/>
                  </a:cubicBezTo>
                  <a:cubicBezTo>
                    <a:pt x="271" y="118"/>
                    <a:pt x="304" y="134"/>
                    <a:pt x="356" y="150"/>
                  </a:cubicBezTo>
                  <a:cubicBezTo>
                    <a:pt x="320" y="134"/>
                    <a:pt x="271" y="102"/>
                    <a:pt x="219" y="81"/>
                  </a:cubicBezTo>
                  <a:cubicBezTo>
                    <a:pt x="138" y="65"/>
                    <a:pt x="69" y="33"/>
                    <a:pt x="1" y="1"/>
                  </a:cubicBezTo>
                  <a:close/>
                  <a:moveTo>
                    <a:pt x="356" y="150"/>
                  </a:moveTo>
                  <a:lnTo>
                    <a:pt x="356" y="150"/>
                  </a:lnTo>
                  <a:cubicBezTo>
                    <a:pt x="421" y="182"/>
                    <a:pt x="489" y="203"/>
                    <a:pt x="558" y="235"/>
                  </a:cubicBezTo>
                  <a:lnTo>
                    <a:pt x="574" y="235"/>
                  </a:lnTo>
                  <a:cubicBezTo>
                    <a:pt x="590" y="235"/>
                    <a:pt x="590" y="251"/>
                    <a:pt x="607" y="251"/>
                  </a:cubicBezTo>
                  <a:lnTo>
                    <a:pt x="607" y="235"/>
                  </a:lnTo>
                  <a:lnTo>
                    <a:pt x="590" y="235"/>
                  </a:lnTo>
                  <a:cubicBezTo>
                    <a:pt x="574" y="219"/>
                    <a:pt x="574" y="219"/>
                    <a:pt x="558" y="219"/>
                  </a:cubicBezTo>
                  <a:cubicBezTo>
                    <a:pt x="489" y="203"/>
                    <a:pt x="421" y="166"/>
                    <a:pt x="356" y="1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0"/>
            <p:cNvSpPr/>
            <p:nvPr/>
          </p:nvSpPr>
          <p:spPr>
            <a:xfrm>
              <a:off x="1690738" y="496323"/>
              <a:ext cx="43504" cy="31784"/>
            </a:xfrm>
            <a:custGeom>
              <a:rect b="b" l="l" r="r" t="t"/>
              <a:pathLst>
                <a:path extrusionOk="0" h="320" w="438">
                  <a:moveTo>
                    <a:pt x="421" y="0"/>
                  </a:moveTo>
                  <a:lnTo>
                    <a:pt x="1" y="320"/>
                  </a:lnTo>
                  <a:lnTo>
                    <a:pt x="4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0"/>
            <p:cNvSpPr/>
            <p:nvPr/>
          </p:nvSpPr>
          <p:spPr>
            <a:xfrm>
              <a:off x="2369625" y="680074"/>
              <a:ext cx="8145" cy="3278"/>
            </a:xfrm>
            <a:custGeom>
              <a:rect b="b" l="l" r="r" t="t"/>
              <a:pathLst>
                <a:path extrusionOk="0" h="33" w="82">
                  <a:moveTo>
                    <a:pt x="1" y="1"/>
                  </a:moveTo>
                  <a:lnTo>
                    <a:pt x="1" y="17"/>
                  </a:lnTo>
                  <a:cubicBezTo>
                    <a:pt x="17" y="17"/>
                    <a:pt x="33" y="17"/>
                    <a:pt x="49" y="33"/>
                  </a:cubicBezTo>
                  <a:lnTo>
                    <a:pt x="82" y="33"/>
                  </a:lnTo>
                  <a:lnTo>
                    <a:pt x="82" y="17"/>
                  </a:lnTo>
                  <a:lnTo>
                    <a:pt x="49" y="17"/>
                  </a:lnTo>
                  <a:cubicBezTo>
                    <a:pt x="33"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0"/>
            <p:cNvSpPr/>
            <p:nvPr/>
          </p:nvSpPr>
          <p:spPr>
            <a:xfrm>
              <a:off x="2476399" y="936134"/>
              <a:ext cx="175805" cy="44994"/>
            </a:xfrm>
            <a:custGeom>
              <a:rect b="b" l="l" r="r" t="t"/>
              <a:pathLst>
                <a:path extrusionOk="0" h="453" w="1770">
                  <a:moveTo>
                    <a:pt x="42" y="1"/>
                  </a:moveTo>
                  <a:cubicBezTo>
                    <a:pt x="32" y="1"/>
                    <a:pt x="19" y="6"/>
                    <a:pt x="0" y="16"/>
                  </a:cubicBezTo>
                  <a:cubicBezTo>
                    <a:pt x="37" y="16"/>
                    <a:pt x="53" y="16"/>
                    <a:pt x="69" y="32"/>
                  </a:cubicBezTo>
                  <a:cubicBezTo>
                    <a:pt x="85" y="32"/>
                    <a:pt x="101" y="48"/>
                    <a:pt x="118" y="48"/>
                  </a:cubicBezTo>
                  <a:lnTo>
                    <a:pt x="154" y="48"/>
                  </a:lnTo>
                  <a:cubicBezTo>
                    <a:pt x="287" y="81"/>
                    <a:pt x="388" y="117"/>
                    <a:pt x="489" y="133"/>
                  </a:cubicBezTo>
                  <a:cubicBezTo>
                    <a:pt x="590" y="166"/>
                    <a:pt x="675" y="182"/>
                    <a:pt x="760" y="218"/>
                  </a:cubicBezTo>
                  <a:cubicBezTo>
                    <a:pt x="825" y="234"/>
                    <a:pt x="877" y="250"/>
                    <a:pt x="926" y="267"/>
                  </a:cubicBezTo>
                  <a:cubicBezTo>
                    <a:pt x="962" y="267"/>
                    <a:pt x="994" y="267"/>
                    <a:pt x="1027" y="283"/>
                  </a:cubicBezTo>
                  <a:cubicBezTo>
                    <a:pt x="1063" y="283"/>
                    <a:pt x="1111" y="299"/>
                    <a:pt x="1164" y="319"/>
                  </a:cubicBezTo>
                  <a:cubicBezTo>
                    <a:pt x="1196" y="335"/>
                    <a:pt x="1229" y="335"/>
                    <a:pt x="1281" y="351"/>
                  </a:cubicBezTo>
                  <a:cubicBezTo>
                    <a:pt x="1313" y="351"/>
                    <a:pt x="1350" y="368"/>
                    <a:pt x="1382" y="384"/>
                  </a:cubicBezTo>
                  <a:cubicBezTo>
                    <a:pt x="1451" y="400"/>
                    <a:pt x="1499" y="420"/>
                    <a:pt x="1568" y="420"/>
                  </a:cubicBezTo>
                  <a:cubicBezTo>
                    <a:pt x="1515" y="400"/>
                    <a:pt x="1451" y="384"/>
                    <a:pt x="1382" y="368"/>
                  </a:cubicBezTo>
                  <a:cubicBezTo>
                    <a:pt x="1350" y="351"/>
                    <a:pt x="1313" y="351"/>
                    <a:pt x="1281" y="335"/>
                  </a:cubicBezTo>
                  <a:cubicBezTo>
                    <a:pt x="1249" y="335"/>
                    <a:pt x="1196" y="319"/>
                    <a:pt x="1164" y="299"/>
                  </a:cubicBezTo>
                  <a:cubicBezTo>
                    <a:pt x="1111" y="283"/>
                    <a:pt x="1079" y="283"/>
                    <a:pt x="1027" y="267"/>
                  </a:cubicBezTo>
                  <a:cubicBezTo>
                    <a:pt x="994" y="267"/>
                    <a:pt x="962" y="250"/>
                    <a:pt x="946" y="250"/>
                  </a:cubicBezTo>
                  <a:cubicBezTo>
                    <a:pt x="877" y="234"/>
                    <a:pt x="825" y="218"/>
                    <a:pt x="776" y="198"/>
                  </a:cubicBezTo>
                  <a:cubicBezTo>
                    <a:pt x="675" y="182"/>
                    <a:pt x="590" y="149"/>
                    <a:pt x="505" y="133"/>
                  </a:cubicBezTo>
                  <a:cubicBezTo>
                    <a:pt x="404" y="97"/>
                    <a:pt x="287" y="65"/>
                    <a:pt x="154" y="32"/>
                  </a:cubicBezTo>
                  <a:lnTo>
                    <a:pt x="118" y="32"/>
                  </a:lnTo>
                  <a:cubicBezTo>
                    <a:pt x="101" y="32"/>
                    <a:pt x="85" y="32"/>
                    <a:pt x="69" y="16"/>
                  </a:cubicBezTo>
                  <a:cubicBezTo>
                    <a:pt x="61" y="6"/>
                    <a:pt x="53" y="1"/>
                    <a:pt x="42" y="1"/>
                  </a:cubicBezTo>
                  <a:close/>
                  <a:moveTo>
                    <a:pt x="1568" y="420"/>
                  </a:moveTo>
                  <a:cubicBezTo>
                    <a:pt x="1584" y="436"/>
                    <a:pt x="1600" y="436"/>
                    <a:pt x="1616" y="436"/>
                  </a:cubicBezTo>
                  <a:cubicBezTo>
                    <a:pt x="1669" y="452"/>
                    <a:pt x="1717" y="452"/>
                    <a:pt x="1754" y="452"/>
                  </a:cubicBezTo>
                  <a:lnTo>
                    <a:pt x="1770" y="452"/>
                  </a:lnTo>
                  <a:cubicBezTo>
                    <a:pt x="1717" y="452"/>
                    <a:pt x="1669" y="436"/>
                    <a:pt x="1616" y="4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
            <p:cNvSpPr/>
            <p:nvPr/>
          </p:nvSpPr>
          <p:spPr>
            <a:xfrm>
              <a:off x="2281027" y="706991"/>
              <a:ext cx="3278" cy="8145"/>
            </a:xfrm>
            <a:custGeom>
              <a:rect b="b" l="l" r="r" t="t"/>
              <a:pathLst>
                <a:path extrusionOk="0" h="82" w="33">
                  <a:moveTo>
                    <a:pt x="0" y="0"/>
                  </a:moveTo>
                  <a:lnTo>
                    <a:pt x="0" y="49"/>
                  </a:lnTo>
                  <a:lnTo>
                    <a:pt x="0" y="65"/>
                  </a:lnTo>
                  <a:lnTo>
                    <a:pt x="16" y="81"/>
                  </a:lnTo>
                  <a:lnTo>
                    <a:pt x="32" y="81"/>
                  </a:lnTo>
                  <a:lnTo>
                    <a:pt x="32" y="65"/>
                  </a:lnTo>
                  <a:lnTo>
                    <a:pt x="16" y="65"/>
                  </a:lnTo>
                  <a:lnTo>
                    <a:pt x="16" y="49"/>
                  </a:lnTo>
                  <a:cubicBezTo>
                    <a:pt x="16" y="33"/>
                    <a:pt x="0" y="16"/>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0"/>
            <p:cNvSpPr/>
            <p:nvPr/>
          </p:nvSpPr>
          <p:spPr>
            <a:xfrm>
              <a:off x="2315890" y="372365"/>
              <a:ext cx="18574" cy="8542"/>
            </a:xfrm>
            <a:custGeom>
              <a:rect b="b" l="l" r="r" t="t"/>
              <a:pathLst>
                <a:path extrusionOk="0" h="86" w="187">
                  <a:moveTo>
                    <a:pt x="17" y="0"/>
                  </a:moveTo>
                  <a:lnTo>
                    <a:pt x="1" y="16"/>
                  </a:lnTo>
                  <a:lnTo>
                    <a:pt x="17" y="16"/>
                  </a:lnTo>
                  <a:cubicBezTo>
                    <a:pt x="69" y="37"/>
                    <a:pt x="118" y="69"/>
                    <a:pt x="186" y="85"/>
                  </a:cubicBezTo>
                  <a:lnTo>
                    <a:pt x="186" y="69"/>
                  </a:lnTo>
                  <a:cubicBezTo>
                    <a:pt x="138" y="53"/>
                    <a:pt x="69" y="37"/>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0"/>
            <p:cNvSpPr/>
            <p:nvPr/>
          </p:nvSpPr>
          <p:spPr>
            <a:xfrm>
              <a:off x="1662331" y="787246"/>
              <a:ext cx="70223" cy="40227"/>
            </a:xfrm>
            <a:custGeom>
              <a:rect b="b" l="l" r="r" t="t"/>
              <a:pathLst>
                <a:path extrusionOk="0" h="405" w="707">
                  <a:moveTo>
                    <a:pt x="707" y="0"/>
                  </a:moveTo>
                  <a:cubicBezTo>
                    <a:pt x="675" y="0"/>
                    <a:pt x="658" y="16"/>
                    <a:pt x="638" y="33"/>
                  </a:cubicBezTo>
                  <a:cubicBezTo>
                    <a:pt x="658" y="33"/>
                    <a:pt x="675" y="16"/>
                    <a:pt x="707" y="16"/>
                  </a:cubicBezTo>
                  <a:lnTo>
                    <a:pt x="707" y="0"/>
                  </a:lnTo>
                  <a:close/>
                  <a:moveTo>
                    <a:pt x="638" y="33"/>
                  </a:moveTo>
                  <a:cubicBezTo>
                    <a:pt x="622" y="33"/>
                    <a:pt x="622" y="33"/>
                    <a:pt x="606" y="49"/>
                  </a:cubicBezTo>
                  <a:cubicBezTo>
                    <a:pt x="505" y="101"/>
                    <a:pt x="404" y="166"/>
                    <a:pt x="287" y="235"/>
                  </a:cubicBezTo>
                  <a:cubicBezTo>
                    <a:pt x="218" y="267"/>
                    <a:pt x="154" y="319"/>
                    <a:pt x="69" y="352"/>
                  </a:cubicBezTo>
                  <a:lnTo>
                    <a:pt x="69" y="368"/>
                  </a:lnTo>
                  <a:cubicBezTo>
                    <a:pt x="53" y="368"/>
                    <a:pt x="32" y="384"/>
                    <a:pt x="16" y="384"/>
                  </a:cubicBezTo>
                  <a:lnTo>
                    <a:pt x="0" y="384"/>
                  </a:lnTo>
                  <a:lnTo>
                    <a:pt x="16" y="404"/>
                  </a:lnTo>
                  <a:cubicBezTo>
                    <a:pt x="32" y="404"/>
                    <a:pt x="53" y="384"/>
                    <a:pt x="69" y="384"/>
                  </a:cubicBezTo>
                  <a:lnTo>
                    <a:pt x="85" y="368"/>
                  </a:lnTo>
                  <a:cubicBezTo>
                    <a:pt x="154" y="336"/>
                    <a:pt x="218" y="283"/>
                    <a:pt x="303" y="235"/>
                  </a:cubicBezTo>
                  <a:cubicBezTo>
                    <a:pt x="404" y="182"/>
                    <a:pt x="505" y="117"/>
                    <a:pt x="622" y="49"/>
                  </a:cubicBezTo>
                  <a:cubicBezTo>
                    <a:pt x="622" y="49"/>
                    <a:pt x="638" y="49"/>
                    <a:pt x="638"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0"/>
            <p:cNvSpPr/>
            <p:nvPr/>
          </p:nvSpPr>
          <p:spPr>
            <a:xfrm>
              <a:off x="1669085" y="755164"/>
              <a:ext cx="63469" cy="36949"/>
            </a:xfrm>
            <a:custGeom>
              <a:rect b="b" l="l" r="r" t="t"/>
              <a:pathLst>
                <a:path extrusionOk="0" h="372" w="639">
                  <a:moveTo>
                    <a:pt x="639" y="0"/>
                  </a:moveTo>
                  <a:cubicBezTo>
                    <a:pt x="623" y="0"/>
                    <a:pt x="590" y="0"/>
                    <a:pt x="570" y="20"/>
                  </a:cubicBezTo>
                  <a:cubicBezTo>
                    <a:pt x="437" y="101"/>
                    <a:pt x="304" y="170"/>
                    <a:pt x="187" y="255"/>
                  </a:cubicBezTo>
                  <a:cubicBezTo>
                    <a:pt x="134" y="271"/>
                    <a:pt x="102" y="303"/>
                    <a:pt x="49" y="339"/>
                  </a:cubicBezTo>
                  <a:cubicBezTo>
                    <a:pt x="33" y="339"/>
                    <a:pt x="33" y="339"/>
                    <a:pt x="17" y="356"/>
                  </a:cubicBezTo>
                  <a:lnTo>
                    <a:pt x="1" y="356"/>
                  </a:lnTo>
                  <a:lnTo>
                    <a:pt x="1" y="372"/>
                  </a:lnTo>
                  <a:lnTo>
                    <a:pt x="17" y="372"/>
                  </a:lnTo>
                  <a:lnTo>
                    <a:pt x="33" y="356"/>
                  </a:lnTo>
                  <a:cubicBezTo>
                    <a:pt x="33" y="356"/>
                    <a:pt x="49" y="356"/>
                    <a:pt x="65" y="339"/>
                  </a:cubicBezTo>
                  <a:cubicBezTo>
                    <a:pt x="102" y="323"/>
                    <a:pt x="150" y="287"/>
                    <a:pt x="203" y="255"/>
                  </a:cubicBezTo>
                  <a:cubicBezTo>
                    <a:pt x="320" y="186"/>
                    <a:pt x="437" y="121"/>
                    <a:pt x="570" y="36"/>
                  </a:cubicBezTo>
                  <a:lnTo>
                    <a:pt x="590" y="36"/>
                  </a:lnTo>
                  <a:cubicBezTo>
                    <a:pt x="607" y="20"/>
                    <a:pt x="623" y="0"/>
                    <a:pt x="6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0"/>
            <p:cNvSpPr/>
            <p:nvPr/>
          </p:nvSpPr>
          <p:spPr>
            <a:xfrm>
              <a:off x="2190740" y="937723"/>
              <a:ext cx="3278" cy="43405"/>
            </a:xfrm>
            <a:custGeom>
              <a:rect b="b" l="l" r="r" t="t"/>
              <a:pathLst>
                <a:path extrusionOk="0" h="437" w="33">
                  <a:moveTo>
                    <a:pt x="16" y="0"/>
                  </a:moveTo>
                  <a:lnTo>
                    <a:pt x="0" y="16"/>
                  </a:lnTo>
                  <a:lnTo>
                    <a:pt x="16" y="16"/>
                  </a:lnTo>
                  <a:lnTo>
                    <a:pt x="16" y="0"/>
                  </a:lnTo>
                  <a:close/>
                  <a:moveTo>
                    <a:pt x="16" y="16"/>
                  </a:moveTo>
                  <a:cubicBezTo>
                    <a:pt x="0" y="81"/>
                    <a:pt x="16" y="166"/>
                    <a:pt x="16" y="234"/>
                  </a:cubicBezTo>
                  <a:lnTo>
                    <a:pt x="16" y="420"/>
                  </a:lnTo>
                  <a:lnTo>
                    <a:pt x="33" y="436"/>
                  </a:lnTo>
                  <a:lnTo>
                    <a:pt x="33" y="420"/>
                  </a:lnTo>
                  <a:lnTo>
                    <a:pt x="33" y="234"/>
                  </a:lnTo>
                  <a:cubicBezTo>
                    <a:pt x="16" y="166"/>
                    <a:pt x="16" y="81"/>
                    <a:pt x="16"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
            <p:cNvSpPr/>
            <p:nvPr/>
          </p:nvSpPr>
          <p:spPr>
            <a:xfrm>
              <a:off x="1679117" y="740265"/>
              <a:ext cx="55125" cy="33373"/>
            </a:xfrm>
            <a:custGeom>
              <a:rect b="b" l="l" r="r" t="t"/>
              <a:pathLst>
                <a:path extrusionOk="0" h="336" w="555">
                  <a:moveTo>
                    <a:pt x="554" y="1"/>
                  </a:moveTo>
                  <a:cubicBezTo>
                    <a:pt x="538" y="1"/>
                    <a:pt x="522" y="1"/>
                    <a:pt x="506" y="17"/>
                  </a:cubicBezTo>
                  <a:cubicBezTo>
                    <a:pt x="453" y="49"/>
                    <a:pt x="388" y="102"/>
                    <a:pt x="320" y="134"/>
                  </a:cubicBezTo>
                  <a:cubicBezTo>
                    <a:pt x="287" y="150"/>
                    <a:pt x="251" y="170"/>
                    <a:pt x="219" y="203"/>
                  </a:cubicBezTo>
                  <a:cubicBezTo>
                    <a:pt x="251" y="186"/>
                    <a:pt x="287" y="170"/>
                    <a:pt x="336" y="150"/>
                  </a:cubicBezTo>
                  <a:cubicBezTo>
                    <a:pt x="388" y="102"/>
                    <a:pt x="453" y="69"/>
                    <a:pt x="522" y="33"/>
                  </a:cubicBezTo>
                  <a:cubicBezTo>
                    <a:pt x="522" y="17"/>
                    <a:pt x="538" y="17"/>
                    <a:pt x="554" y="17"/>
                  </a:cubicBezTo>
                  <a:lnTo>
                    <a:pt x="554" y="1"/>
                  </a:lnTo>
                  <a:close/>
                  <a:moveTo>
                    <a:pt x="219" y="203"/>
                  </a:moveTo>
                  <a:cubicBezTo>
                    <a:pt x="203" y="203"/>
                    <a:pt x="166" y="219"/>
                    <a:pt x="150" y="235"/>
                  </a:cubicBezTo>
                  <a:cubicBezTo>
                    <a:pt x="102" y="271"/>
                    <a:pt x="49" y="304"/>
                    <a:pt x="1" y="320"/>
                  </a:cubicBezTo>
                  <a:lnTo>
                    <a:pt x="1" y="336"/>
                  </a:lnTo>
                  <a:lnTo>
                    <a:pt x="17" y="336"/>
                  </a:lnTo>
                  <a:cubicBezTo>
                    <a:pt x="65" y="304"/>
                    <a:pt x="118" y="287"/>
                    <a:pt x="166" y="251"/>
                  </a:cubicBezTo>
                  <a:cubicBezTo>
                    <a:pt x="186" y="235"/>
                    <a:pt x="203" y="219"/>
                    <a:pt x="219"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0"/>
            <p:cNvSpPr/>
            <p:nvPr/>
          </p:nvSpPr>
          <p:spPr>
            <a:xfrm>
              <a:off x="2342807" y="382397"/>
              <a:ext cx="21752" cy="70322"/>
            </a:xfrm>
            <a:custGeom>
              <a:rect b="b" l="l" r="r" t="t"/>
              <a:pathLst>
                <a:path extrusionOk="0" h="708" w="219">
                  <a:moveTo>
                    <a:pt x="0" y="0"/>
                  </a:moveTo>
                  <a:lnTo>
                    <a:pt x="0" y="16"/>
                  </a:lnTo>
                  <a:cubicBezTo>
                    <a:pt x="16" y="16"/>
                    <a:pt x="33" y="37"/>
                    <a:pt x="49" y="37"/>
                  </a:cubicBezTo>
                  <a:cubicBezTo>
                    <a:pt x="69" y="37"/>
                    <a:pt x="69" y="53"/>
                    <a:pt x="85" y="53"/>
                  </a:cubicBezTo>
                  <a:cubicBezTo>
                    <a:pt x="101" y="53"/>
                    <a:pt x="117" y="69"/>
                    <a:pt x="117" y="69"/>
                  </a:cubicBezTo>
                  <a:cubicBezTo>
                    <a:pt x="134" y="69"/>
                    <a:pt x="150" y="69"/>
                    <a:pt x="150" y="101"/>
                  </a:cubicBezTo>
                  <a:lnTo>
                    <a:pt x="150" y="170"/>
                  </a:lnTo>
                  <a:cubicBezTo>
                    <a:pt x="150" y="186"/>
                    <a:pt x="150" y="202"/>
                    <a:pt x="170" y="218"/>
                  </a:cubicBezTo>
                  <a:lnTo>
                    <a:pt x="170" y="170"/>
                  </a:lnTo>
                  <a:lnTo>
                    <a:pt x="170" y="101"/>
                  </a:lnTo>
                  <a:cubicBezTo>
                    <a:pt x="170" y="69"/>
                    <a:pt x="150" y="53"/>
                    <a:pt x="117" y="53"/>
                  </a:cubicBezTo>
                  <a:cubicBezTo>
                    <a:pt x="117" y="53"/>
                    <a:pt x="101" y="53"/>
                    <a:pt x="101" y="37"/>
                  </a:cubicBezTo>
                  <a:lnTo>
                    <a:pt x="85" y="37"/>
                  </a:lnTo>
                  <a:cubicBezTo>
                    <a:pt x="69" y="37"/>
                    <a:pt x="69" y="37"/>
                    <a:pt x="49" y="16"/>
                  </a:cubicBezTo>
                  <a:cubicBezTo>
                    <a:pt x="33" y="16"/>
                    <a:pt x="16" y="16"/>
                    <a:pt x="0" y="0"/>
                  </a:cubicBezTo>
                  <a:close/>
                  <a:moveTo>
                    <a:pt x="170" y="239"/>
                  </a:moveTo>
                  <a:lnTo>
                    <a:pt x="170" y="303"/>
                  </a:lnTo>
                  <a:cubicBezTo>
                    <a:pt x="186" y="287"/>
                    <a:pt x="186" y="255"/>
                    <a:pt x="170" y="239"/>
                  </a:cubicBezTo>
                  <a:close/>
                  <a:moveTo>
                    <a:pt x="170" y="303"/>
                  </a:moveTo>
                  <a:cubicBezTo>
                    <a:pt x="150" y="319"/>
                    <a:pt x="170" y="319"/>
                    <a:pt x="170" y="340"/>
                  </a:cubicBezTo>
                  <a:lnTo>
                    <a:pt x="170" y="356"/>
                  </a:lnTo>
                  <a:lnTo>
                    <a:pt x="170" y="388"/>
                  </a:lnTo>
                  <a:cubicBezTo>
                    <a:pt x="186" y="404"/>
                    <a:pt x="186" y="420"/>
                    <a:pt x="170" y="441"/>
                  </a:cubicBezTo>
                  <a:lnTo>
                    <a:pt x="170" y="457"/>
                  </a:lnTo>
                  <a:cubicBezTo>
                    <a:pt x="186" y="457"/>
                    <a:pt x="186" y="473"/>
                    <a:pt x="186" y="505"/>
                  </a:cubicBezTo>
                  <a:lnTo>
                    <a:pt x="186" y="542"/>
                  </a:lnTo>
                  <a:cubicBezTo>
                    <a:pt x="202" y="558"/>
                    <a:pt x="202" y="590"/>
                    <a:pt x="186" y="622"/>
                  </a:cubicBezTo>
                  <a:cubicBezTo>
                    <a:pt x="186" y="643"/>
                    <a:pt x="202" y="643"/>
                    <a:pt x="202" y="659"/>
                  </a:cubicBezTo>
                  <a:lnTo>
                    <a:pt x="202" y="622"/>
                  </a:lnTo>
                  <a:lnTo>
                    <a:pt x="202" y="542"/>
                  </a:lnTo>
                  <a:lnTo>
                    <a:pt x="202" y="505"/>
                  </a:lnTo>
                  <a:cubicBezTo>
                    <a:pt x="202" y="473"/>
                    <a:pt x="202" y="457"/>
                    <a:pt x="186" y="441"/>
                  </a:cubicBezTo>
                  <a:lnTo>
                    <a:pt x="186" y="388"/>
                  </a:lnTo>
                  <a:lnTo>
                    <a:pt x="186" y="356"/>
                  </a:lnTo>
                  <a:lnTo>
                    <a:pt x="186" y="319"/>
                  </a:lnTo>
                  <a:cubicBezTo>
                    <a:pt x="170" y="319"/>
                    <a:pt x="170" y="319"/>
                    <a:pt x="170" y="303"/>
                  </a:cubicBezTo>
                  <a:close/>
                  <a:moveTo>
                    <a:pt x="202" y="659"/>
                  </a:moveTo>
                  <a:cubicBezTo>
                    <a:pt x="202" y="675"/>
                    <a:pt x="202" y="691"/>
                    <a:pt x="186" y="691"/>
                  </a:cubicBezTo>
                  <a:lnTo>
                    <a:pt x="202" y="707"/>
                  </a:lnTo>
                  <a:cubicBezTo>
                    <a:pt x="218" y="691"/>
                    <a:pt x="218" y="675"/>
                    <a:pt x="202" y="6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0"/>
            <p:cNvSpPr/>
            <p:nvPr/>
          </p:nvSpPr>
          <p:spPr>
            <a:xfrm>
              <a:off x="2456335" y="419247"/>
              <a:ext cx="3675" cy="33473"/>
            </a:xfrm>
            <a:custGeom>
              <a:rect b="b" l="l" r="r" t="t"/>
              <a:pathLst>
                <a:path extrusionOk="0" h="337" w="37">
                  <a:moveTo>
                    <a:pt x="1" y="1"/>
                  </a:moveTo>
                  <a:lnTo>
                    <a:pt x="1" y="33"/>
                  </a:lnTo>
                  <a:lnTo>
                    <a:pt x="1" y="70"/>
                  </a:lnTo>
                  <a:lnTo>
                    <a:pt x="1" y="171"/>
                  </a:lnTo>
                  <a:cubicBezTo>
                    <a:pt x="17" y="203"/>
                    <a:pt x="17" y="251"/>
                    <a:pt x="17" y="288"/>
                  </a:cubicBezTo>
                  <a:lnTo>
                    <a:pt x="17" y="320"/>
                  </a:lnTo>
                  <a:lnTo>
                    <a:pt x="37" y="336"/>
                  </a:lnTo>
                  <a:lnTo>
                    <a:pt x="37" y="320"/>
                  </a:lnTo>
                  <a:lnTo>
                    <a:pt x="37" y="288"/>
                  </a:lnTo>
                  <a:cubicBezTo>
                    <a:pt x="37" y="251"/>
                    <a:pt x="37" y="203"/>
                    <a:pt x="17" y="150"/>
                  </a:cubicBezTo>
                  <a:lnTo>
                    <a:pt x="17" y="49"/>
                  </a:lnTo>
                  <a:lnTo>
                    <a:pt x="17" y="33"/>
                  </a:lnTo>
                  <a:cubicBezTo>
                    <a:pt x="17" y="33"/>
                    <a:pt x="1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0"/>
            <p:cNvSpPr/>
            <p:nvPr/>
          </p:nvSpPr>
          <p:spPr>
            <a:xfrm>
              <a:off x="1679117" y="449342"/>
              <a:ext cx="60290" cy="45094"/>
            </a:xfrm>
            <a:custGeom>
              <a:rect b="b" l="l" r="r" t="t"/>
              <a:pathLst>
                <a:path extrusionOk="0" h="454" w="607">
                  <a:moveTo>
                    <a:pt x="607" y="1"/>
                  </a:moveTo>
                  <a:cubicBezTo>
                    <a:pt x="590" y="1"/>
                    <a:pt x="570" y="1"/>
                    <a:pt x="554" y="17"/>
                  </a:cubicBezTo>
                  <a:cubicBezTo>
                    <a:pt x="489" y="86"/>
                    <a:pt x="405" y="134"/>
                    <a:pt x="336" y="187"/>
                  </a:cubicBezTo>
                  <a:cubicBezTo>
                    <a:pt x="235" y="271"/>
                    <a:pt x="118" y="352"/>
                    <a:pt x="17" y="437"/>
                  </a:cubicBezTo>
                  <a:lnTo>
                    <a:pt x="1" y="453"/>
                  </a:lnTo>
                  <a:lnTo>
                    <a:pt x="17" y="453"/>
                  </a:lnTo>
                  <a:cubicBezTo>
                    <a:pt x="118" y="372"/>
                    <a:pt x="235" y="288"/>
                    <a:pt x="336" y="203"/>
                  </a:cubicBezTo>
                  <a:cubicBezTo>
                    <a:pt x="421" y="150"/>
                    <a:pt x="489" y="86"/>
                    <a:pt x="554" y="33"/>
                  </a:cubicBezTo>
                  <a:cubicBezTo>
                    <a:pt x="570" y="17"/>
                    <a:pt x="590" y="17"/>
                    <a:pt x="607" y="17"/>
                  </a:cubicBezTo>
                  <a:lnTo>
                    <a:pt x="6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0"/>
            <p:cNvSpPr/>
            <p:nvPr/>
          </p:nvSpPr>
          <p:spPr>
            <a:xfrm>
              <a:off x="1660643" y="496323"/>
              <a:ext cx="14998" cy="379223"/>
            </a:xfrm>
            <a:custGeom>
              <a:rect b="b" l="l" r="r" t="t"/>
              <a:pathLst>
                <a:path extrusionOk="0" h="3818" w="151">
                  <a:moveTo>
                    <a:pt x="150" y="0"/>
                  </a:moveTo>
                  <a:cubicBezTo>
                    <a:pt x="118" y="17"/>
                    <a:pt x="118" y="33"/>
                    <a:pt x="118" y="49"/>
                  </a:cubicBezTo>
                  <a:lnTo>
                    <a:pt x="118" y="65"/>
                  </a:lnTo>
                  <a:cubicBezTo>
                    <a:pt x="118" y="118"/>
                    <a:pt x="134" y="150"/>
                    <a:pt x="118" y="202"/>
                  </a:cubicBezTo>
                  <a:lnTo>
                    <a:pt x="118" y="320"/>
                  </a:lnTo>
                  <a:cubicBezTo>
                    <a:pt x="118" y="368"/>
                    <a:pt x="118" y="421"/>
                    <a:pt x="102" y="469"/>
                  </a:cubicBezTo>
                  <a:lnTo>
                    <a:pt x="102" y="522"/>
                  </a:lnTo>
                  <a:lnTo>
                    <a:pt x="102" y="538"/>
                  </a:lnTo>
                  <a:cubicBezTo>
                    <a:pt x="118" y="554"/>
                    <a:pt x="102" y="586"/>
                    <a:pt x="102" y="623"/>
                  </a:cubicBezTo>
                  <a:lnTo>
                    <a:pt x="102" y="687"/>
                  </a:lnTo>
                  <a:lnTo>
                    <a:pt x="102" y="825"/>
                  </a:lnTo>
                  <a:lnTo>
                    <a:pt x="102" y="926"/>
                  </a:lnTo>
                  <a:lnTo>
                    <a:pt x="102" y="942"/>
                  </a:lnTo>
                  <a:lnTo>
                    <a:pt x="102" y="974"/>
                  </a:lnTo>
                  <a:cubicBezTo>
                    <a:pt x="102" y="990"/>
                    <a:pt x="86" y="1010"/>
                    <a:pt x="102" y="1027"/>
                  </a:cubicBezTo>
                  <a:lnTo>
                    <a:pt x="102" y="990"/>
                  </a:lnTo>
                  <a:cubicBezTo>
                    <a:pt x="118" y="974"/>
                    <a:pt x="118" y="958"/>
                    <a:pt x="118" y="942"/>
                  </a:cubicBezTo>
                  <a:lnTo>
                    <a:pt x="118" y="926"/>
                  </a:lnTo>
                  <a:cubicBezTo>
                    <a:pt x="118" y="889"/>
                    <a:pt x="102" y="857"/>
                    <a:pt x="118" y="841"/>
                  </a:cubicBezTo>
                  <a:lnTo>
                    <a:pt x="118" y="687"/>
                  </a:lnTo>
                  <a:lnTo>
                    <a:pt x="118" y="623"/>
                  </a:lnTo>
                  <a:lnTo>
                    <a:pt x="118" y="538"/>
                  </a:lnTo>
                  <a:lnTo>
                    <a:pt x="118" y="505"/>
                  </a:lnTo>
                  <a:lnTo>
                    <a:pt x="118" y="469"/>
                  </a:lnTo>
                  <a:cubicBezTo>
                    <a:pt x="134" y="421"/>
                    <a:pt x="134" y="368"/>
                    <a:pt x="134" y="320"/>
                  </a:cubicBezTo>
                  <a:lnTo>
                    <a:pt x="134" y="202"/>
                  </a:lnTo>
                  <a:lnTo>
                    <a:pt x="134" y="65"/>
                  </a:lnTo>
                  <a:lnTo>
                    <a:pt x="134" y="49"/>
                  </a:lnTo>
                  <a:cubicBezTo>
                    <a:pt x="134" y="33"/>
                    <a:pt x="134" y="17"/>
                    <a:pt x="150" y="17"/>
                  </a:cubicBezTo>
                  <a:lnTo>
                    <a:pt x="150" y="0"/>
                  </a:lnTo>
                  <a:close/>
                  <a:moveTo>
                    <a:pt x="102" y="1027"/>
                  </a:moveTo>
                  <a:cubicBezTo>
                    <a:pt x="102" y="1059"/>
                    <a:pt x="102" y="1075"/>
                    <a:pt x="86" y="1111"/>
                  </a:cubicBezTo>
                  <a:lnTo>
                    <a:pt x="86" y="1261"/>
                  </a:lnTo>
                  <a:lnTo>
                    <a:pt x="86" y="1330"/>
                  </a:lnTo>
                  <a:lnTo>
                    <a:pt x="86" y="1414"/>
                  </a:lnTo>
                  <a:lnTo>
                    <a:pt x="86" y="1495"/>
                  </a:lnTo>
                  <a:cubicBezTo>
                    <a:pt x="86" y="1463"/>
                    <a:pt x="102" y="1447"/>
                    <a:pt x="102" y="1414"/>
                  </a:cubicBezTo>
                  <a:lnTo>
                    <a:pt x="102" y="1330"/>
                  </a:lnTo>
                  <a:lnTo>
                    <a:pt x="102" y="1261"/>
                  </a:lnTo>
                  <a:lnTo>
                    <a:pt x="102" y="1111"/>
                  </a:lnTo>
                  <a:lnTo>
                    <a:pt x="102" y="1027"/>
                  </a:lnTo>
                  <a:close/>
                  <a:moveTo>
                    <a:pt x="86" y="1495"/>
                  </a:moveTo>
                  <a:cubicBezTo>
                    <a:pt x="86" y="1515"/>
                    <a:pt x="86" y="1532"/>
                    <a:pt x="70" y="1548"/>
                  </a:cubicBezTo>
                  <a:lnTo>
                    <a:pt x="70" y="1649"/>
                  </a:lnTo>
                  <a:lnTo>
                    <a:pt x="70" y="1798"/>
                  </a:lnTo>
                  <a:lnTo>
                    <a:pt x="70" y="1867"/>
                  </a:lnTo>
                  <a:lnTo>
                    <a:pt x="70" y="1883"/>
                  </a:lnTo>
                  <a:lnTo>
                    <a:pt x="70" y="1935"/>
                  </a:lnTo>
                  <a:lnTo>
                    <a:pt x="70" y="2020"/>
                  </a:lnTo>
                  <a:cubicBezTo>
                    <a:pt x="49" y="2069"/>
                    <a:pt x="49" y="2101"/>
                    <a:pt x="49" y="2154"/>
                  </a:cubicBezTo>
                  <a:lnTo>
                    <a:pt x="49" y="2186"/>
                  </a:lnTo>
                  <a:lnTo>
                    <a:pt x="49" y="2271"/>
                  </a:lnTo>
                  <a:lnTo>
                    <a:pt x="49" y="2424"/>
                  </a:lnTo>
                  <a:lnTo>
                    <a:pt x="49" y="2505"/>
                  </a:lnTo>
                  <a:cubicBezTo>
                    <a:pt x="70" y="2473"/>
                    <a:pt x="70" y="2440"/>
                    <a:pt x="70" y="2424"/>
                  </a:cubicBezTo>
                  <a:lnTo>
                    <a:pt x="70" y="2271"/>
                  </a:lnTo>
                  <a:lnTo>
                    <a:pt x="70" y="2186"/>
                  </a:lnTo>
                  <a:lnTo>
                    <a:pt x="70" y="2154"/>
                  </a:lnTo>
                  <a:cubicBezTo>
                    <a:pt x="70" y="2101"/>
                    <a:pt x="70" y="2069"/>
                    <a:pt x="86" y="2036"/>
                  </a:cubicBezTo>
                  <a:lnTo>
                    <a:pt x="86" y="2020"/>
                  </a:lnTo>
                  <a:cubicBezTo>
                    <a:pt x="70" y="2000"/>
                    <a:pt x="86" y="1968"/>
                    <a:pt x="86" y="1935"/>
                  </a:cubicBezTo>
                  <a:lnTo>
                    <a:pt x="86" y="1883"/>
                  </a:lnTo>
                  <a:lnTo>
                    <a:pt x="86" y="1867"/>
                  </a:lnTo>
                  <a:lnTo>
                    <a:pt x="86" y="1798"/>
                  </a:lnTo>
                  <a:lnTo>
                    <a:pt x="86" y="1649"/>
                  </a:lnTo>
                  <a:lnTo>
                    <a:pt x="86" y="1548"/>
                  </a:lnTo>
                  <a:lnTo>
                    <a:pt x="86" y="1495"/>
                  </a:lnTo>
                  <a:close/>
                  <a:moveTo>
                    <a:pt x="49" y="2505"/>
                  </a:moveTo>
                  <a:cubicBezTo>
                    <a:pt x="33" y="2525"/>
                    <a:pt x="33" y="2541"/>
                    <a:pt x="49" y="2558"/>
                  </a:cubicBezTo>
                  <a:lnTo>
                    <a:pt x="49" y="2505"/>
                  </a:lnTo>
                  <a:close/>
                  <a:moveTo>
                    <a:pt x="49" y="2574"/>
                  </a:moveTo>
                  <a:cubicBezTo>
                    <a:pt x="49" y="2626"/>
                    <a:pt x="49" y="2675"/>
                    <a:pt x="33" y="2727"/>
                  </a:cubicBezTo>
                  <a:lnTo>
                    <a:pt x="33" y="2861"/>
                  </a:lnTo>
                  <a:lnTo>
                    <a:pt x="33" y="2945"/>
                  </a:lnTo>
                  <a:lnTo>
                    <a:pt x="33" y="2994"/>
                  </a:lnTo>
                  <a:lnTo>
                    <a:pt x="33" y="3030"/>
                  </a:lnTo>
                  <a:lnTo>
                    <a:pt x="33" y="3111"/>
                  </a:lnTo>
                  <a:cubicBezTo>
                    <a:pt x="17" y="3147"/>
                    <a:pt x="17" y="3164"/>
                    <a:pt x="17" y="3196"/>
                  </a:cubicBezTo>
                  <a:lnTo>
                    <a:pt x="17" y="3232"/>
                  </a:lnTo>
                  <a:lnTo>
                    <a:pt x="17" y="3366"/>
                  </a:lnTo>
                  <a:lnTo>
                    <a:pt x="17" y="3515"/>
                  </a:lnTo>
                  <a:lnTo>
                    <a:pt x="17" y="3568"/>
                  </a:lnTo>
                  <a:lnTo>
                    <a:pt x="17" y="3669"/>
                  </a:lnTo>
                  <a:cubicBezTo>
                    <a:pt x="33" y="3636"/>
                    <a:pt x="33" y="3600"/>
                    <a:pt x="33" y="3568"/>
                  </a:cubicBezTo>
                  <a:lnTo>
                    <a:pt x="33" y="3515"/>
                  </a:lnTo>
                  <a:lnTo>
                    <a:pt x="33" y="3366"/>
                  </a:lnTo>
                  <a:lnTo>
                    <a:pt x="33" y="3232"/>
                  </a:lnTo>
                  <a:lnTo>
                    <a:pt x="33" y="3196"/>
                  </a:lnTo>
                  <a:lnTo>
                    <a:pt x="33" y="3131"/>
                  </a:lnTo>
                  <a:cubicBezTo>
                    <a:pt x="49" y="3095"/>
                    <a:pt x="49" y="3063"/>
                    <a:pt x="49" y="3030"/>
                  </a:cubicBezTo>
                  <a:lnTo>
                    <a:pt x="49" y="2994"/>
                  </a:lnTo>
                  <a:lnTo>
                    <a:pt x="49" y="2945"/>
                  </a:lnTo>
                  <a:lnTo>
                    <a:pt x="49" y="2861"/>
                  </a:lnTo>
                  <a:lnTo>
                    <a:pt x="49" y="2727"/>
                  </a:lnTo>
                  <a:lnTo>
                    <a:pt x="49" y="2574"/>
                  </a:lnTo>
                  <a:close/>
                  <a:moveTo>
                    <a:pt x="17" y="3685"/>
                  </a:moveTo>
                  <a:cubicBezTo>
                    <a:pt x="1" y="3717"/>
                    <a:pt x="1" y="3769"/>
                    <a:pt x="17" y="3818"/>
                  </a:cubicBezTo>
                  <a:lnTo>
                    <a:pt x="17" y="36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0"/>
            <p:cNvSpPr/>
            <p:nvPr/>
          </p:nvSpPr>
          <p:spPr>
            <a:xfrm>
              <a:off x="1663920" y="773539"/>
              <a:ext cx="70322" cy="40227"/>
            </a:xfrm>
            <a:custGeom>
              <a:rect b="b" l="l" r="r" t="t"/>
              <a:pathLst>
                <a:path extrusionOk="0" h="405" w="708">
                  <a:moveTo>
                    <a:pt x="691" y="1"/>
                  </a:moveTo>
                  <a:cubicBezTo>
                    <a:pt x="659" y="1"/>
                    <a:pt x="606" y="37"/>
                    <a:pt x="574" y="53"/>
                  </a:cubicBezTo>
                  <a:cubicBezTo>
                    <a:pt x="574" y="70"/>
                    <a:pt x="558" y="70"/>
                    <a:pt x="541" y="86"/>
                  </a:cubicBezTo>
                  <a:cubicBezTo>
                    <a:pt x="558" y="86"/>
                    <a:pt x="574" y="70"/>
                    <a:pt x="590" y="70"/>
                  </a:cubicBezTo>
                  <a:cubicBezTo>
                    <a:pt x="622" y="37"/>
                    <a:pt x="659" y="17"/>
                    <a:pt x="691" y="17"/>
                  </a:cubicBezTo>
                  <a:lnTo>
                    <a:pt x="707" y="1"/>
                  </a:lnTo>
                  <a:close/>
                  <a:moveTo>
                    <a:pt x="540" y="87"/>
                  </a:moveTo>
                  <a:lnTo>
                    <a:pt x="540" y="87"/>
                  </a:lnTo>
                  <a:cubicBezTo>
                    <a:pt x="456" y="139"/>
                    <a:pt x="371" y="187"/>
                    <a:pt x="287" y="239"/>
                  </a:cubicBezTo>
                  <a:cubicBezTo>
                    <a:pt x="239" y="255"/>
                    <a:pt x="202" y="288"/>
                    <a:pt x="154" y="304"/>
                  </a:cubicBezTo>
                  <a:cubicBezTo>
                    <a:pt x="138" y="320"/>
                    <a:pt x="138" y="320"/>
                    <a:pt x="117" y="340"/>
                  </a:cubicBezTo>
                  <a:cubicBezTo>
                    <a:pt x="85" y="356"/>
                    <a:pt x="53" y="373"/>
                    <a:pt x="16" y="389"/>
                  </a:cubicBezTo>
                  <a:lnTo>
                    <a:pt x="0" y="389"/>
                  </a:lnTo>
                  <a:lnTo>
                    <a:pt x="0" y="405"/>
                  </a:lnTo>
                  <a:lnTo>
                    <a:pt x="37" y="405"/>
                  </a:lnTo>
                  <a:cubicBezTo>
                    <a:pt x="69" y="389"/>
                    <a:pt x="101" y="373"/>
                    <a:pt x="117" y="356"/>
                  </a:cubicBezTo>
                  <a:cubicBezTo>
                    <a:pt x="138" y="340"/>
                    <a:pt x="154" y="340"/>
                    <a:pt x="170" y="320"/>
                  </a:cubicBezTo>
                  <a:cubicBezTo>
                    <a:pt x="202" y="288"/>
                    <a:pt x="255" y="272"/>
                    <a:pt x="303" y="239"/>
                  </a:cubicBezTo>
                  <a:cubicBezTo>
                    <a:pt x="371" y="187"/>
                    <a:pt x="456" y="139"/>
                    <a:pt x="540"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0"/>
            <p:cNvSpPr/>
            <p:nvPr/>
          </p:nvSpPr>
          <p:spPr>
            <a:xfrm>
              <a:off x="1679117" y="470995"/>
              <a:ext cx="53437" cy="41915"/>
            </a:xfrm>
            <a:custGeom>
              <a:rect b="b" l="l" r="r" t="t"/>
              <a:pathLst>
                <a:path extrusionOk="0" h="422" w="538">
                  <a:moveTo>
                    <a:pt x="538" y="1"/>
                  </a:moveTo>
                  <a:lnTo>
                    <a:pt x="1" y="421"/>
                  </a:lnTo>
                  <a:lnTo>
                    <a:pt x="17" y="421"/>
                  </a:lnTo>
                  <a:lnTo>
                    <a:pt x="538" y="17"/>
                  </a:lnTo>
                  <a:lnTo>
                    <a:pt x="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0"/>
            <p:cNvSpPr/>
            <p:nvPr/>
          </p:nvSpPr>
          <p:spPr>
            <a:xfrm>
              <a:off x="2543443" y="691695"/>
              <a:ext cx="11720" cy="3377"/>
            </a:xfrm>
            <a:custGeom>
              <a:rect b="b" l="l" r="r" t="t"/>
              <a:pathLst>
                <a:path extrusionOk="0" h="34" w="118">
                  <a:moveTo>
                    <a:pt x="0" y="1"/>
                  </a:moveTo>
                  <a:cubicBezTo>
                    <a:pt x="16" y="17"/>
                    <a:pt x="49" y="17"/>
                    <a:pt x="69" y="17"/>
                  </a:cubicBezTo>
                  <a:cubicBezTo>
                    <a:pt x="49" y="1"/>
                    <a:pt x="32" y="1"/>
                    <a:pt x="0" y="1"/>
                  </a:cubicBezTo>
                  <a:close/>
                  <a:moveTo>
                    <a:pt x="69" y="17"/>
                  </a:moveTo>
                  <a:cubicBezTo>
                    <a:pt x="85" y="33"/>
                    <a:pt x="101" y="33"/>
                    <a:pt x="117" y="33"/>
                  </a:cubicBezTo>
                  <a:cubicBezTo>
                    <a:pt x="101" y="33"/>
                    <a:pt x="85" y="17"/>
                    <a:pt x="6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0"/>
            <p:cNvSpPr/>
            <p:nvPr/>
          </p:nvSpPr>
          <p:spPr>
            <a:xfrm>
              <a:off x="1670675" y="681664"/>
              <a:ext cx="65157" cy="41816"/>
            </a:xfrm>
            <a:custGeom>
              <a:rect b="b" l="l" r="r" t="t"/>
              <a:pathLst>
                <a:path extrusionOk="0" h="421" w="656">
                  <a:moveTo>
                    <a:pt x="639" y="1"/>
                  </a:moveTo>
                  <a:cubicBezTo>
                    <a:pt x="623" y="1"/>
                    <a:pt x="607" y="17"/>
                    <a:pt x="591" y="33"/>
                  </a:cubicBezTo>
                  <a:cubicBezTo>
                    <a:pt x="607" y="33"/>
                    <a:pt x="623" y="17"/>
                    <a:pt x="639" y="17"/>
                  </a:cubicBezTo>
                  <a:lnTo>
                    <a:pt x="655" y="17"/>
                  </a:lnTo>
                  <a:lnTo>
                    <a:pt x="639" y="1"/>
                  </a:lnTo>
                  <a:close/>
                  <a:moveTo>
                    <a:pt x="591" y="33"/>
                  </a:moveTo>
                  <a:lnTo>
                    <a:pt x="591" y="33"/>
                  </a:lnTo>
                  <a:cubicBezTo>
                    <a:pt x="437" y="118"/>
                    <a:pt x="304" y="219"/>
                    <a:pt x="171" y="304"/>
                  </a:cubicBezTo>
                  <a:cubicBezTo>
                    <a:pt x="118" y="336"/>
                    <a:pt x="70" y="372"/>
                    <a:pt x="33" y="389"/>
                  </a:cubicBezTo>
                  <a:lnTo>
                    <a:pt x="17" y="405"/>
                  </a:lnTo>
                  <a:lnTo>
                    <a:pt x="33" y="405"/>
                  </a:lnTo>
                  <a:cubicBezTo>
                    <a:pt x="86" y="372"/>
                    <a:pt x="118" y="336"/>
                    <a:pt x="171" y="320"/>
                  </a:cubicBezTo>
                  <a:cubicBezTo>
                    <a:pt x="304" y="219"/>
                    <a:pt x="453" y="134"/>
                    <a:pt x="591" y="33"/>
                  </a:cubicBezTo>
                  <a:close/>
                  <a:moveTo>
                    <a:pt x="17" y="405"/>
                  </a:moveTo>
                  <a:lnTo>
                    <a:pt x="1" y="421"/>
                  </a:lnTo>
                  <a:lnTo>
                    <a:pt x="17" y="421"/>
                  </a:lnTo>
                  <a:lnTo>
                    <a:pt x="17" y="4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0"/>
            <p:cNvSpPr/>
            <p:nvPr/>
          </p:nvSpPr>
          <p:spPr>
            <a:xfrm>
              <a:off x="2305858" y="419247"/>
              <a:ext cx="51848" cy="20163"/>
            </a:xfrm>
            <a:custGeom>
              <a:rect b="b" l="l" r="r" t="t"/>
              <a:pathLst>
                <a:path extrusionOk="0" h="203" w="522">
                  <a:moveTo>
                    <a:pt x="1" y="1"/>
                  </a:moveTo>
                  <a:lnTo>
                    <a:pt x="1" y="17"/>
                  </a:lnTo>
                  <a:cubicBezTo>
                    <a:pt x="69" y="33"/>
                    <a:pt x="138" y="49"/>
                    <a:pt x="186" y="86"/>
                  </a:cubicBezTo>
                  <a:cubicBezTo>
                    <a:pt x="239" y="102"/>
                    <a:pt x="287" y="118"/>
                    <a:pt x="340" y="134"/>
                  </a:cubicBezTo>
                  <a:cubicBezTo>
                    <a:pt x="405" y="171"/>
                    <a:pt x="457" y="187"/>
                    <a:pt x="522" y="203"/>
                  </a:cubicBezTo>
                  <a:lnTo>
                    <a:pt x="522" y="187"/>
                  </a:lnTo>
                  <a:cubicBezTo>
                    <a:pt x="457" y="171"/>
                    <a:pt x="405" y="150"/>
                    <a:pt x="356" y="134"/>
                  </a:cubicBezTo>
                  <a:cubicBezTo>
                    <a:pt x="304" y="102"/>
                    <a:pt x="255" y="86"/>
                    <a:pt x="203" y="70"/>
                  </a:cubicBezTo>
                  <a:cubicBezTo>
                    <a:pt x="138" y="49"/>
                    <a:pt x="69"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0"/>
            <p:cNvSpPr/>
            <p:nvPr/>
          </p:nvSpPr>
          <p:spPr>
            <a:xfrm>
              <a:off x="2362871" y="457785"/>
              <a:ext cx="8542" cy="90386"/>
            </a:xfrm>
            <a:custGeom>
              <a:rect b="b" l="l" r="r" t="t"/>
              <a:pathLst>
                <a:path extrusionOk="0" h="910" w="86">
                  <a:moveTo>
                    <a:pt x="0" y="1"/>
                  </a:moveTo>
                  <a:lnTo>
                    <a:pt x="0" y="17"/>
                  </a:lnTo>
                  <a:cubicBezTo>
                    <a:pt x="0" y="33"/>
                    <a:pt x="16" y="49"/>
                    <a:pt x="0" y="65"/>
                  </a:cubicBezTo>
                  <a:cubicBezTo>
                    <a:pt x="0" y="86"/>
                    <a:pt x="0" y="102"/>
                    <a:pt x="16" y="118"/>
                  </a:cubicBezTo>
                  <a:lnTo>
                    <a:pt x="16" y="65"/>
                  </a:lnTo>
                  <a:cubicBezTo>
                    <a:pt x="33" y="49"/>
                    <a:pt x="16" y="33"/>
                    <a:pt x="16" y="17"/>
                  </a:cubicBezTo>
                  <a:lnTo>
                    <a:pt x="0" y="1"/>
                  </a:lnTo>
                  <a:close/>
                  <a:moveTo>
                    <a:pt x="16" y="118"/>
                  </a:moveTo>
                  <a:lnTo>
                    <a:pt x="16" y="134"/>
                  </a:lnTo>
                  <a:lnTo>
                    <a:pt x="16" y="166"/>
                  </a:lnTo>
                  <a:lnTo>
                    <a:pt x="16" y="219"/>
                  </a:lnTo>
                  <a:cubicBezTo>
                    <a:pt x="33" y="235"/>
                    <a:pt x="33" y="251"/>
                    <a:pt x="33" y="267"/>
                  </a:cubicBezTo>
                  <a:lnTo>
                    <a:pt x="33" y="219"/>
                  </a:lnTo>
                  <a:cubicBezTo>
                    <a:pt x="16" y="203"/>
                    <a:pt x="33" y="186"/>
                    <a:pt x="33" y="166"/>
                  </a:cubicBezTo>
                  <a:lnTo>
                    <a:pt x="33" y="134"/>
                  </a:lnTo>
                  <a:lnTo>
                    <a:pt x="16" y="118"/>
                  </a:lnTo>
                  <a:close/>
                  <a:moveTo>
                    <a:pt x="33" y="267"/>
                  </a:moveTo>
                  <a:cubicBezTo>
                    <a:pt x="16" y="267"/>
                    <a:pt x="16" y="287"/>
                    <a:pt x="16" y="287"/>
                  </a:cubicBezTo>
                  <a:cubicBezTo>
                    <a:pt x="16" y="304"/>
                    <a:pt x="33" y="304"/>
                    <a:pt x="33" y="320"/>
                  </a:cubicBezTo>
                  <a:lnTo>
                    <a:pt x="33" y="368"/>
                  </a:lnTo>
                  <a:lnTo>
                    <a:pt x="33" y="421"/>
                  </a:lnTo>
                  <a:lnTo>
                    <a:pt x="33" y="437"/>
                  </a:lnTo>
                  <a:lnTo>
                    <a:pt x="33" y="506"/>
                  </a:lnTo>
                  <a:cubicBezTo>
                    <a:pt x="49" y="538"/>
                    <a:pt x="49" y="570"/>
                    <a:pt x="49" y="607"/>
                  </a:cubicBezTo>
                  <a:lnTo>
                    <a:pt x="49" y="655"/>
                  </a:lnTo>
                  <a:lnTo>
                    <a:pt x="49" y="708"/>
                  </a:lnTo>
                  <a:cubicBezTo>
                    <a:pt x="69" y="724"/>
                    <a:pt x="69" y="724"/>
                    <a:pt x="69" y="740"/>
                  </a:cubicBezTo>
                  <a:lnTo>
                    <a:pt x="69" y="772"/>
                  </a:lnTo>
                  <a:cubicBezTo>
                    <a:pt x="69" y="825"/>
                    <a:pt x="85" y="857"/>
                    <a:pt x="69" y="893"/>
                  </a:cubicBezTo>
                  <a:lnTo>
                    <a:pt x="69" y="910"/>
                  </a:lnTo>
                  <a:lnTo>
                    <a:pt x="85" y="910"/>
                  </a:lnTo>
                  <a:lnTo>
                    <a:pt x="85" y="893"/>
                  </a:lnTo>
                  <a:lnTo>
                    <a:pt x="85" y="772"/>
                  </a:lnTo>
                  <a:lnTo>
                    <a:pt x="85" y="740"/>
                  </a:lnTo>
                  <a:cubicBezTo>
                    <a:pt x="69" y="724"/>
                    <a:pt x="69" y="708"/>
                    <a:pt x="69" y="708"/>
                  </a:cubicBezTo>
                  <a:lnTo>
                    <a:pt x="69" y="655"/>
                  </a:lnTo>
                  <a:lnTo>
                    <a:pt x="69" y="590"/>
                  </a:lnTo>
                  <a:cubicBezTo>
                    <a:pt x="49" y="570"/>
                    <a:pt x="49" y="538"/>
                    <a:pt x="49" y="506"/>
                  </a:cubicBezTo>
                  <a:lnTo>
                    <a:pt x="49" y="437"/>
                  </a:lnTo>
                  <a:lnTo>
                    <a:pt x="49" y="421"/>
                  </a:lnTo>
                  <a:lnTo>
                    <a:pt x="49" y="368"/>
                  </a:lnTo>
                  <a:lnTo>
                    <a:pt x="49" y="320"/>
                  </a:lnTo>
                  <a:cubicBezTo>
                    <a:pt x="33" y="304"/>
                    <a:pt x="33" y="304"/>
                    <a:pt x="33" y="287"/>
                  </a:cubicBezTo>
                  <a:lnTo>
                    <a:pt x="33"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0"/>
            <p:cNvSpPr/>
            <p:nvPr/>
          </p:nvSpPr>
          <p:spPr>
            <a:xfrm>
              <a:off x="1672363" y="622466"/>
              <a:ext cx="63469" cy="42511"/>
            </a:xfrm>
            <a:custGeom>
              <a:rect b="b" l="l" r="r" t="t"/>
              <a:pathLst>
                <a:path extrusionOk="0" h="428" w="639">
                  <a:moveTo>
                    <a:pt x="624" y="0"/>
                  </a:moveTo>
                  <a:cubicBezTo>
                    <a:pt x="613" y="0"/>
                    <a:pt x="601" y="12"/>
                    <a:pt x="590" y="23"/>
                  </a:cubicBezTo>
                  <a:cubicBezTo>
                    <a:pt x="606" y="23"/>
                    <a:pt x="622" y="7"/>
                    <a:pt x="638" y="7"/>
                  </a:cubicBezTo>
                  <a:cubicBezTo>
                    <a:pt x="634" y="2"/>
                    <a:pt x="629" y="0"/>
                    <a:pt x="624" y="0"/>
                  </a:cubicBezTo>
                  <a:close/>
                  <a:moveTo>
                    <a:pt x="574" y="23"/>
                  </a:moveTo>
                  <a:cubicBezTo>
                    <a:pt x="505" y="76"/>
                    <a:pt x="420" y="144"/>
                    <a:pt x="335" y="193"/>
                  </a:cubicBezTo>
                  <a:cubicBezTo>
                    <a:pt x="287" y="225"/>
                    <a:pt x="234" y="262"/>
                    <a:pt x="186" y="310"/>
                  </a:cubicBezTo>
                  <a:cubicBezTo>
                    <a:pt x="234" y="278"/>
                    <a:pt x="287" y="245"/>
                    <a:pt x="355" y="209"/>
                  </a:cubicBezTo>
                  <a:cubicBezTo>
                    <a:pt x="420" y="144"/>
                    <a:pt x="505" y="92"/>
                    <a:pt x="590" y="43"/>
                  </a:cubicBezTo>
                  <a:lnTo>
                    <a:pt x="590" y="23"/>
                  </a:lnTo>
                  <a:close/>
                  <a:moveTo>
                    <a:pt x="186" y="310"/>
                  </a:moveTo>
                  <a:lnTo>
                    <a:pt x="186" y="310"/>
                  </a:lnTo>
                  <a:cubicBezTo>
                    <a:pt x="133" y="326"/>
                    <a:pt x="101" y="363"/>
                    <a:pt x="53" y="395"/>
                  </a:cubicBezTo>
                  <a:lnTo>
                    <a:pt x="0" y="427"/>
                  </a:lnTo>
                  <a:lnTo>
                    <a:pt x="16" y="427"/>
                  </a:lnTo>
                  <a:lnTo>
                    <a:pt x="69" y="395"/>
                  </a:lnTo>
                  <a:cubicBezTo>
                    <a:pt x="101" y="379"/>
                    <a:pt x="154" y="346"/>
                    <a:pt x="186" y="3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0"/>
            <p:cNvSpPr/>
            <p:nvPr/>
          </p:nvSpPr>
          <p:spPr>
            <a:xfrm>
              <a:off x="2593602" y="833730"/>
              <a:ext cx="78665" cy="30195"/>
            </a:xfrm>
            <a:custGeom>
              <a:rect b="b" l="l" r="r" t="t"/>
              <a:pathLst>
                <a:path extrusionOk="0" h="304" w="792">
                  <a:moveTo>
                    <a:pt x="0" y="1"/>
                  </a:moveTo>
                  <a:lnTo>
                    <a:pt x="0" y="17"/>
                  </a:lnTo>
                  <a:lnTo>
                    <a:pt x="16" y="17"/>
                  </a:lnTo>
                  <a:cubicBezTo>
                    <a:pt x="21" y="12"/>
                    <a:pt x="27" y="10"/>
                    <a:pt x="34" y="10"/>
                  </a:cubicBezTo>
                  <a:cubicBezTo>
                    <a:pt x="53" y="10"/>
                    <a:pt x="78" y="23"/>
                    <a:pt x="101" y="37"/>
                  </a:cubicBezTo>
                  <a:lnTo>
                    <a:pt x="133" y="37"/>
                  </a:lnTo>
                  <a:cubicBezTo>
                    <a:pt x="150" y="53"/>
                    <a:pt x="170" y="53"/>
                    <a:pt x="186" y="53"/>
                  </a:cubicBezTo>
                  <a:cubicBezTo>
                    <a:pt x="218" y="70"/>
                    <a:pt x="234" y="70"/>
                    <a:pt x="251" y="86"/>
                  </a:cubicBezTo>
                  <a:cubicBezTo>
                    <a:pt x="287" y="86"/>
                    <a:pt x="335" y="102"/>
                    <a:pt x="372" y="118"/>
                  </a:cubicBezTo>
                  <a:cubicBezTo>
                    <a:pt x="388" y="118"/>
                    <a:pt x="420" y="138"/>
                    <a:pt x="436" y="138"/>
                  </a:cubicBezTo>
                  <a:cubicBezTo>
                    <a:pt x="489" y="154"/>
                    <a:pt x="537" y="171"/>
                    <a:pt x="590" y="187"/>
                  </a:cubicBezTo>
                  <a:cubicBezTo>
                    <a:pt x="606" y="187"/>
                    <a:pt x="622" y="187"/>
                    <a:pt x="638" y="203"/>
                  </a:cubicBezTo>
                  <a:lnTo>
                    <a:pt x="707" y="203"/>
                  </a:lnTo>
                  <a:cubicBezTo>
                    <a:pt x="707" y="203"/>
                    <a:pt x="691" y="203"/>
                    <a:pt x="691" y="187"/>
                  </a:cubicBezTo>
                  <a:lnTo>
                    <a:pt x="638" y="187"/>
                  </a:lnTo>
                  <a:cubicBezTo>
                    <a:pt x="622" y="187"/>
                    <a:pt x="606" y="171"/>
                    <a:pt x="606" y="171"/>
                  </a:cubicBezTo>
                  <a:cubicBezTo>
                    <a:pt x="554" y="154"/>
                    <a:pt x="505" y="138"/>
                    <a:pt x="453" y="118"/>
                  </a:cubicBezTo>
                  <a:cubicBezTo>
                    <a:pt x="420" y="118"/>
                    <a:pt x="388" y="102"/>
                    <a:pt x="372" y="102"/>
                  </a:cubicBezTo>
                  <a:cubicBezTo>
                    <a:pt x="335" y="86"/>
                    <a:pt x="303" y="70"/>
                    <a:pt x="251" y="70"/>
                  </a:cubicBezTo>
                  <a:cubicBezTo>
                    <a:pt x="234" y="70"/>
                    <a:pt x="218" y="53"/>
                    <a:pt x="202" y="53"/>
                  </a:cubicBezTo>
                  <a:cubicBezTo>
                    <a:pt x="186" y="37"/>
                    <a:pt x="170" y="37"/>
                    <a:pt x="150" y="37"/>
                  </a:cubicBezTo>
                  <a:cubicBezTo>
                    <a:pt x="133" y="37"/>
                    <a:pt x="117" y="17"/>
                    <a:pt x="101" y="17"/>
                  </a:cubicBezTo>
                  <a:cubicBezTo>
                    <a:pt x="69" y="1"/>
                    <a:pt x="32" y="1"/>
                    <a:pt x="0" y="1"/>
                  </a:cubicBezTo>
                  <a:close/>
                  <a:moveTo>
                    <a:pt x="707" y="203"/>
                  </a:moveTo>
                  <a:cubicBezTo>
                    <a:pt x="723" y="219"/>
                    <a:pt x="755" y="239"/>
                    <a:pt x="776" y="255"/>
                  </a:cubicBezTo>
                  <a:lnTo>
                    <a:pt x="776" y="304"/>
                  </a:lnTo>
                  <a:cubicBezTo>
                    <a:pt x="792" y="288"/>
                    <a:pt x="792" y="255"/>
                    <a:pt x="776" y="239"/>
                  </a:cubicBezTo>
                  <a:cubicBezTo>
                    <a:pt x="755" y="219"/>
                    <a:pt x="723" y="203"/>
                    <a:pt x="707"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0"/>
            <p:cNvSpPr/>
            <p:nvPr/>
          </p:nvSpPr>
          <p:spPr>
            <a:xfrm>
              <a:off x="1679117" y="442588"/>
              <a:ext cx="60290" cy="46981"/>
            </a:xfrm>
            <a:custGeom>
              <a:rect b="b" l="l" r="r" t="t"/>
              <a:pathLst>
                <a:path extrusionOk="0" h="473" w="607">
                  <a:moveTo>
                    <a:pt x="607" y="0"/>
                  </a:moveTo>
                  <a:cubicBezTo>
                    <a:pt x="590" y="0"/>
                    <a:pt x="570" y="0"/>
                    <a:pt x="554" y="16"/>
                  </a:cubicBezTo>
                  <a:cubicBezTo>
                    <a:pt x="506" y="69"/>
                    <a:pt x="453" y="101"/>
                    <a:pt x="405" y="138"/>
                  </a:cubicBezTo>
                  <a:cubicBezTo>
                    <a:pt x="287" y="239"/>
                    <a:pt x="166" y="339"/>
                    <a:pt x="33" y="420"/>
                  </a:cubicBezTo>
                  <a:cubicBezTo>
                    <a:pt x="17" y="440"/>
                    <a:pt x="17" y="440"/>
                    <a:pt x="1" y="457"/>
                  </a:cubicBezTo>
                  <a:lnTo>
                    <a:pt x="1" y="473"/>
                  </a:lnTo>
                  <a:lnTo>
                    <a:pt x="17" y="457"/>
                  </a:lnTo>
                  <a:cubicBezTo>
                    <a:pt x="33" y="457"/>
                    <a:pt x="33" y="440"/>
                    <a:pt x="49" y="440"/>
                  </a:cubicBezTo>
                  <a:cubicBezTo>
                    <a:pt x="166" y="339"/>
                    <a:pt x="287" y="239"/>
                    <a:pt x="421" y="154"/>
                  </a:cubicBezTo>
                  <a:cubicBezTo>
                    <a:pt x="453" y="101"/>
                    <a:pt x="506" y="69"/>
                    <a:pt x="554" y="37"/>
                  </a:cubicBezTo>
                  <a:cubicBezTo>
                    <a:pt x="566" y="22"/>
                    <a:pt x="579" y="10"/>
                    <a:pt x="592" y="10"/>
                  </a:cubicBezTo>
                  <a:cubicBezTo>
                    <a:pt x="597" y="10"/>
                    <a:pt x="602" y="12"/>
                    <a:pt x="607" y="16"/>
                  </a:cubicBezTo>
                  <a:lnTo>
                    <a:pt x="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0"/>
            <p:cNvSpPr/>
            <p:nvPr/>
          </p:nvSpPr>
          <p:spPr>
            <a:xfrm>
              <a:off x="2528147" y="680074"/>
              <a:ext cx="12118" cy="3278"/>
            </a:xfrm>
            <a:custGeom>
              <a:rect b="b" l="l" r="r" t="t"/>
              <a:pathLst>
                <a:path extrusionOk="0" h="33" w="122">
                  <a:moveTo>
                    <a:pt x="1" y="1"/>
                  </a:moveTo>
                  <a:lnTo>
                    <a:pt x="1" y="17"/>
                  </a:lnTo>
                  <a:lnTo>
                    <a:pt x="122" y="3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0"/>
            <p:cNvSpPr/>
            <p:nvPr/>
          </p:nvSpPr>
          <p:spPr>
            <a:xfrm>
              <a:off x="2270995" y="569724"/>
              <a:ext cx="4867" cy="21752"/>
            </a:xfrm>
            <a:custGeom>
              <a:rect b="b" l="l" r="r" t="t"/>
              <a:pathLst>
                <a:path extrusionOk="0" h="219" w="49">
                  <a:moveTo>
                    <a:pt x="33" y="1"/>
                  </a:moveTo>
                  <a:cubicBezTo>
                    <a:pt x="0" y="17"/>
                    <a:pt x="16" y="33"/>
                    <a:pt x="16" y="49"/>
                  </a:cubicBezTo>
                  <a:lnTo>
                    <a:pt x="16" y="69"/>
                  </a:lnTo>
                  <a:lnTo>
                    <a:pt x="16" y="134"/>
                  </a:lnTo>
                  <a:lnTo>
                    <a:pt x="16" y="170"/>
                  </a:lnTo>
                  <a:cubicBezTo>
                    <a:pt x="16" y="187"/>
                    <a:pt x="16" y="219"/>
                    <a:pt x="49" y="219"/>
                  </a:cubicBezTo>
                  <a:lnTo>
                    <a:pt x="49" y="203"/>
                  </a:lnTo>
                  <a:cubicBezTo>
                    <a:pt x="33" y="203"/>
                    <a:pt x="33" y="187"/>
                    <a:pt x="33" y="187"/>
                  </a:cubicBezTo>
                  <a:lnTo>
                    <a:pt x="33" y="170"/>
                  </a:lnTo>
                  <a:lnTo>
                    <a:pt x="33" y="134"/>
                  </a:lnTo>
                  <a:lnTo>
                    <a:pt x="33" y="69"/>
                  </a:lnTo>
                  <a:lnTo>
                    <a:pt x="33" y="49"/>
                  </a:lnTo>
                  <a:cubicBezTo>
                    <a:pt x="16" y="33"/>
                    <a:pt x="16" y="17"/>
                    <a:pt x="33" y="17"/>
                  </a:cubicBez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0"/>
            <p:cNvSpPr/>
            <p:nvPr/>
          </p:nvSpPr>
          <p:spPr>
            <a:xfrm>
              <a:off x="2299501" y="477849"/>
              <a:ext cx="11720" cy="4966"/>
            </a:xfrm>
            <a:custGeom>
              <a:rect b="b" l="l" r="r" t="t"/>
              <a:pathLst>
                <a:path extrusionOk="0" h="50" w="118">
                  <a:moveTo>
                    <a:pt x="0" y="1"/>
                  </a:moveTo>
                  <a:lnTo>
                    <a:pt x="117" y="49"/>
                  </a:lnTo>
                  <a:lnTo>
                    <a:pt x="117"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0"/>
            <p:cNvSpPr/>
            <p:nvPr/>
          </p:nvSpPr>
          <p:spPr>
            <a:xfrm>
              <a:off x="2130549" y="295687"/>
              <a:ext cx="135281" cy="439513"/>
            </a:xfrm>
            <a:custGeom>
              <a:rect b="b" l="l" r="r" t="t"/>
              <a:pathLst>
                <a:path extrusionOk="0" h="4425" w="1362">
                  <a:moveTo>
                    <a:pt x="0" y="1"/>
                  </a:moveTo>
                  <a:lnTo>
                    <a:pt x="0" y="49"/>
                  </a:lnTo>
                  <a:lnTo>
                    <a:pt x="0" y="65"/>
                  </a:lnTo>
                  <a:lnTo>
                    <a:pt x="0" y="81"/>
                  </a:lnTo>
                  <a:cubicBezTo>
                    <a:pt x="0" y="134"/>
                    <a:pt x="0" y="182"/>
                    <a:pt x="16" y="251"/>
                  </a:cubicBezTo>
                  <a:lnTo>
                    <a:pt x="16" y="235"/>
                  </a:lnTo>
                  <a:lnTo>
                    <a:pt x="16" y="81"/>
                  </a:lnTo>
                  <a:lnTo>
                    <a:pt x="16" y="65"/>
                  </a:lnTo>
                  <a:lnTo>
                    <a:pt x="16" y="49"/>
                  </a:lnTo>
                  <a:lnTo>
                    <a:pt x="16" y="1"/>
                  </a:lnTo>
                  <a:close/>
                  <a:moveTo>
                    <a:pt x="16" y="304"/>
                  </a:moveTo>
                  <a:lnTo>
                    <a:pt x="16" y="352"/>
                  </a:lnTo>
                  <a:cubicBezTo>
                    <a:pt x="16" y="453"/>
                    <a:pt x="16" y="554"/>
                    <a:pt x="33" y="655"/>
                  </a:cubicBezTo>
                  <a:lnTo>
                    <a:pt x="33" y="352"/>
                  </a:lnTo>
                  <a:cubicBezTo>
                    <a:pt x="16" y="336"/>
                    <a:pt x="16" y="320"/>
                    <a:pt x="16" y="304"/>
                  </a:cubicBezTo>
                  <a:close/>
                  <a:moveTo>
                    <a:pt x="33" y="655"/>
                  </a:moveTo>
                  <a:lnTo>
                    <a:pt x="33" y="926"/>
                  </a:lnTo>
                  <a:cubicBezTo>
                    <a:pt x="49" y="974"/>
                    <a:pt x="49" y="1043"/>
                    <a:pt x="49" y="1091"/>
                  </a:cubicBezTo>
                  <a:lnTo>
                    <a:pt x="49" y="1261"/>
                  </a:lnTo>
                  <a:cubicBezTo>
                    <a:pt x="65" y="1330"/>
                    <a:pt x="65" y="1415"/>
                    <a:pt x="65" y="1495"/>
                  </a:cubicBezTo>
                  <a:cubicBezTo>
                    <a:pt x="65" y="1564"/>
                    <a:pt x="85" y="1649"/>
                    <a:pt x="85" y="1734"/>
                  </a:cubicBezTo>
                  <a:lnTo>
                    <a:pt x="85" y="1899"/>
                  </a:lnTo>
                  <a:cubicBezTo>
                    <a:pt x="101" y="2037"/>
                    <a:pt x="101" y="2170"/>
                    <a:pt x="117" y="2303"/>
                  </a:cubicBezTo>
                  <a:lnTo>
                    <a:pt x="117" y="2457"/>
                  </a:lnTo>
                  <a:cubicBezTo>
                    <a:pt x="117" y="2525"/>
                    <a:pt x="134" y="2590"/>
                    <a:pt x="134" y="2675"/>
                  </a:cubicBezTo>
                  <a:cubicBezTo>
                    <a:pt x="134" y="2792"/>
                    <a:pt x="134" y="2929"/>
                    <a:pt x="150" y="3063"/>
                  </a:cubicBezTo>
                  <a:lnTo>
                    <a:pt x="150" y="3095"/>
                  </a:lnTo>
                  <a:lnTo>
                    <a:pt x="150" y="3180"/>
                  </a:lnTo>
                  <a:cubicBezTo>
                    <a:pt x="150" y="3212"/>
                    <a:pt x="166" y="3249"/>
                    <a:pt x="166" y="3281"/>
                  </a:cubicBezTo>
                  <a:lnTo>
                    <a:pt x="166" y="3180"/>
                  </a:lnTo>
                  <a:lnTo>
                    <a:pt x="166" y="3095"/>
                  </a:lnTo>
                  <a:lnTo>
                    <a:pt x="166" y="3063"/>
                  </a:lnTo>
                  <a:cubicBezTo>
                    <a:pt x="150" y="2929"/>
                    <a:pt x="150" y="2792"/>
                    <a:pt x="150" y="2675"/>
                  </a:cubicBezTo>
                  <a:cubicBezTo>
                    <a:pt x="134" y="2590"/>
                    <a:pt x="134" y="2525"/>
                    <a:pt x="134" y="2457"/>
                  </a:cubicBezTo>
                  <a:cubicBezTo>
                    <a:pt x="134" y="2404"/>
                    <a:pt x="117" y="2356"/>
                    <a:pt x="117" y="2287"/>
                  </a:cubicBezTo>
                  <a:cubicBezTo>
                    <a:pt x="117" y="2170"/>
                    <a:pt x="117" y="2037"/>
                    <a:pt x="101" y="1899"/>
                  </a:cubicBezTo>
                  <a:lnTo>
                    <a:pt x="101" y="1734"/>
                  </a:lnTo>
                  <a:cubicBezTo>
                    <a:pt x="85" y="1649"/>
                    <a:pt x="85" y="1564"/>
                    <a:pt x="85" y="1495"/>
                  </a:cubicBezTo>
                  <a:cubicBezTo>
                    <a:pt x="85" y="1415"/>
                    <a:pt x="85" y="1330"/>
                    <a:pt x="65" y="1261"/>
                  </a:cubicBezTo>
                  <a:lnTo>
                    <a:pt x="65" y="1091"/>
                  </a:lnTo>
                  <a:cubicBezTo>
                    <a:pt x="65" y="1043"/>
                    <a:pt x="49" y="974"/>
                    <a:pt x="49" y="926"/>
                  </a:cubicBezTo>
                  <a:cubicBezTo>
                    <a:pt x="49" y="841"/>
                    <a:pt x="49" y="740"/>
                    <a:pt x="33" y="655"/>
                  </a:cubicBezTo>
                  <a:close/>
                  <a:moveTo>
                    <a:pt x="166" y="3281"/>
                  </a:moveTo>
                  <a:lnTo>
                    <a:pt x="166" y="3366"/>
                  </a:lnTo>
                  <a:cubicBezTo>
                    <a:pt x="166" y="3467"/>
                    <a:pt x="166" y="3568"/>
                    <a:pt x="186" y="3685"/>
                  </a:cubicBezTo>
                  <a:cubicBezTo>
                    <a:pt x="186" y="3786"/>
                    <a:pt x="202" y="3887"/>
                    <a:pt x="202" y="4040"/>
                  </a:cubicBezTo>
                  <a:cubicBezTo>
                    <a:pt x="202" y="4056"/>
                    <a:pt x="202" y="4073"/>
                    <a:pt x="235" y="4073"/>
                  </a:cubicBezTo>
                  <a:cubicBezTo>
                    <a:pt x="218" y="4056"/>
                    <a:pt x="218" y="4056"/>
                    <a:pt x="218" y="4040"/>
                  </a:cubicBezTo>
                  <a:cubicBezTo>
                    <a:pt x="202" y="3887"/>
                    <a:pt x="202" y="3786"/>
                    <a:pt x="202" y="3685"/>
                  </a:cubicBezTo>
                  <a:cubicBezTo>
                    <a:pt x="186" y="3568"/>
                    <a:pt x="186" y="3467"/>
                    <a:pt x="186" y="3366"/>
                  </a:cubicBezTo>
                  <a:cubicBezTo>
                    <a:pt x="186" y="3333"/>
                    <a:pt x="186" y="3313"/>
                    <a:pt x="166" y="3281"/>
                  </a:cubicBezTo>
                  <a:close/>
                  <a:moveTo>
                    <a:pt x="235" y="4073"/>
                  </a:moveTo>
                  <a:cubicBezTo>
                    <a:pt x="267" y="4089"/>
                    <a:pt x="303" y="4105"/>
                    <a:pt x="336" y="4121"/>
                  </a:cubicBezTo>
                  <a:cubicBezTo>
                    <a:pt x="352" y="4121"/>
                    <a:pt x="368" y="4121"/>
                    <a:pt x="388" y="4141"/>
                  </a:cubicBezTo>
                  <a:cubicBezTo>
                    <a:pt x="453" y="4157"/>
                    <a:pt x="521" y="4174"/>
                    <a:pt x="606" y="4190"/>
                  </a:cubicBezTo>
                  <a:cubicBezTo>
                    <a:pt x="521" y="4157"/>
                    <a:pt x="453" y="4141"/>
                    <a:pt x="404" y="4121"/>
                  </a:cubicBezTo>
                  <a:cubicBezTo>
                    <a:pt x="368" y="4121"/>
                    <a:pt x="352" y="4105"/>
                    <a:pt x="336" y="4105"/>
                  </a:cubicBezTo>
                  <a:cubicBezTo>
                    <a:pt x="303" y="4089"/>
                    <a:pt x="267" y="4089"/>
                    <a:pt x="235" y="4073"/>
                  </a:cubicBezTo>
                  <a:close/>
                  <a:moveTo>
                    <a:pt x="606" y="4190"/>
                  </a:moveTo>
                  <a:cubicBezTo>
                    <a:pt x="639" y="4206"/>
                    <a:pt x="671" y="4222"/>
                    <a:pt x="707" y="4222"/>
                  </a:cubicBezTo>
                  <a:cubicBezTo>
                    <a:pt x="671" y="4206"/>
                    <a:pt x="639" y="4190"/>
                    <a:pt x="606" y="4190"/>
                  </a:cubicBezTo>
                  <a:close/>
                  <a:moveTo>
                    <a:pt x="707" y="4222"/>
                  </a:moveTo>
                  <a:cubicBezTo>
                    <a:pt x="740" y="4242"/>
                    <a:pt x="792" y="4258"/>
                    <a:pt x="824" y="4275"/>
                  </a:cubicBezTo>
                  <a:lnTo>
                    <a:pt x="857" y="4275"/>
                  </a:lnTo>
                  <a:cubicBezTo>
                    <a:pt x="925" y="4291"/>
                    <a:pt x="994" y="4307"/>
                    <a:pt x="1059" y="4343"/>
                  </a:cubicBezTo>
                  <a:lnTo>
                    <a:pt x="1111" y="4343"/>
                  </a:lnTo>
                  <a:cubicBezTo>
                    <a:pt x="1095" y="4343"/>
                    <a:pt x="1095" y="4323"/>
                    <a:pt x="1075" y="4323"/>
                  </a:cubicBezTo>
                  <a:cubicBezTo>
                    <a:pt x="994" y="4307"/>
                    <a:pt x="925" y="4275"/>
                    <a:pt x="857" y="4258"/>
                  </a:cubicBezTo>
                  <a:lnTo>
                    <a:pt x="841" y="4258"/>
                  </a:lnTo>
                  <a:cubicBezTo>
                    <a:pt x="792" y="4242"/>
                    <a:pt x="756" y="4222"/>
                    <a:pt x="707" y="4222"/>
                  </a:cubicBezTo>
                  <a:close/>
                  <a:moveTo>
                    <a:pt x="1111" y="4343"/>
                  </a:moveTo>
                  <a:cubicBezTo>
                    <a:pt x="1127" y="4359"/>
                    <a:pt x="1144" y="4359"/>
                    <a:pt x="1160" y="4359"/>
                  </a:cubicBezTo>
                  <a:cubicBezTo>
                    <a:pt x="1176" y="4376"/>
                    <a:pt x="1212" y="4376"/>
                    <a:pt x="1228" y="4392"/>
                  </a:cubicBezTo>
                  <a:lnTo>
                    <a:pt x="1261" y="4392"/>
                  </a:lnTo>
                  <a:cubicBezTo>
                    <a:pt x="1261" y="4376"/>
                    <a:pt x="1245" y="4376"/>
                    <a:pt x="1228" y="4376"/>
                  </a:cubicBezTo>
                  <a:cubicBezTo>
                    <a:pt x="1212" y="4359"/>
                    <a:pt x="1196" y="4359"/>
                    <a:pt x="1160" y="4343"/>
                  </a:cubicBezTo>
                  <a:close/>
                  <a:moveTo>
                    <a:pt x="1261" y="4392"/>
                  </a:moveTo>
                  <a:cubicBezTo>
                    <a:pt x="1297" y="4408"/>
                    <a:pt x="1329" y="4424"/>
                    <a:pt x="1362" y="4424"/>
                  </a:cubicBezTo>
                  <a:lnTo>
                    <a:pt x="1362" y="4408"/>
                  </a:lnTo>
                  <a:cubicBezTo>
                    <a:pt x="1329" y="4408"/>
                    <a:pt x="1297" y="4392"/>
                    <a:pt x="1261" y="43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0"/>
            <p:cNvSpPr/>
            <p:nvPr/>
          </p:nvSpPr>
          <p:spPr>
            <a:xfrm>
              <a:off x="1679117" y="477849"/>
              <a:ext cx="55125" cy="41816"/>
            </a:xfrm>
            <a:custGeom>
              <a:rect b="b" l="l" r="r" t="t"/>
              <a:pathLst>
                <a:path extrusionOk="0" h="421" w="555">
                  <a:moveTo>
                    <a:pt x="538" y="1"/>
                  </a:moveTo>
                  <a:cubicBezTo>
                    <a:pt x="469" y="49"/>
                    <a:pt x="405" y="102"/>
                    <a:pt x="352" y="150"/>
                  </a:cubicBezTo>
                  <a:cubicBezTo>
                    <a:pt x="267" y="203"/>
                    <a:pt x="203" y="267"/>
                    <a:pt x="118" y="320"/>
                  </a:cubicBezTo>
                  <a:cubicBezTo>
                    <a:pt x="86" y="336"/>
                    <a:pt x="65" y="368"/>
                    <a:pt x="33" y="388"/>
                  </a:cubicBezTo>
                  <a:lnTo>
                    <a:pt x="17" y="405"/>
                  </a:lnTo>
                  <a:lnTo>
                    <a:pt x="1" y="421"/>
                  </a:lnTo>
                  <a:lnTo>
                    <a:pt x="17" y="421"/>
                  </a:lnTo>
                  <a:cubicBezTo>
                    <a:pt x="33" y="405"/>
                    <a:pt x="33" y="405"/>
                    <a:pt x="49" y="388"/>
                  </a:cubicBezTo>
                  <a:cubicBezTo>
                    <a:pt x="65" y="368"/>
                    <a:pt x="102" y="352"/>
                    <a:pt x="134" y="336"/>
                  </a:cubicBezTo>
                  <a:cubicBezTo>
                    <a:pt x="203" y="287"/>
                    <a:pt x="287" y="219"/>
                    <a:pt x="352" y="166"/>
                  </a:cubicBezTo>
                  <a:cubicBezTo>
                    <a:pt x="421" y="118"/>
                    <a:pt x="489" y="65"/>
                    <a:pt x="554" y="17"/>
                  </a:cubicBezTo>
                  <a:lnTo>
                    <a:pt x="5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0"/>
            <p:cNvSpPr/>
            <p:nvPr/>
          </p:nvSpPr>
          <p:spPr>
            <a:xfrm>
              <a:off x="2533412" y="454209"/>
              <a:ext cx="6853" cy="3675"/>
            </a:xfrm>
            <a:custGeom>
              <a:rect b="b" l="l" r="r" t="t"/>
              <a:pathLst>
                <a:path extrusionOk="0" h="37" w="69">
                  <a:moveTo>
                    <a:pt x="0" y="0"/>
                  </a:moveTo>
                  <a:lnTo>
                    <a:pt x="0" y="21"/>
                  </a:lnTo>
                  <a:cubicBezTo>
                    <a:pt x="16" y="21"/>
                    <a:pt x="32" y="21"/>
                    <a:pt x="32" y="37"/>
                  </a:cubicBezTo>
                  <a:lnTo>
                    <a:pt x="69" y="37"/>
                  </a:lnTo>
                  <a:cubicBezTo>
                    <a:pt x="69" y="37"/>
                    <a:pt x="49" y="21"/>
                    <a:pt x="32" y="21"/>
                  </a:cubicBezTo>
                  <a:cubicBezTo>
                    <a:pt x="32" y="21"/>
                    <a:pt x="16"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0"/>
            <p:cNvSpPr/>
            <p:nvPr/>
          </p:nvSpPr>
          <p:spPr>
            <a:xfrm>
              <a:off x="2595192" y="969408"/>
              <a:ext cx="3278" cy="11720"/>
            </a:xfrm>
            <a:custGeom>
              <a:rect b="b" l="l" r="r" t="t"/>
              <a:pathLst>
                <a:path extrusionOk="0" h="118" w="33">
                  <a:moveTo>
                    <a:pt x="16" y="0"/>
                  </a:moveTo>
                  <a:cubicBezTo>
                    <a:pt x="0" y="16"/>
                    <a:pt x="0" y="49"/>
                    <a:pt x="16" y="65"/>
                  </a:cubicBezTo>
                  <a:cubicBezTo>
                    <a:pt x="16" y="49"/>
                    <a:pt x="16" y="33"/>
                    <a:pt x="33" y="0"/>
                  </a:cubicBezTo>
                  <a:close/>
                  <a:moveTo>
                    <a:pt x="16" y="65"/>
                  </a:moveTo>
                  <a:lnTo>
                    <a:pt x="16" y="101"/>
                  </a:lnTo>
                  <a:lnTo>
                    <a:pt x="16" y="117"/>
                  </a:lnTo>
                  <a:lnTo>
                    <a:pt x="33" y="117"/>
                  </a:lnTo>
                  <a:lnTo>
                    <a:pt x="33" y="101"/>
                  </a:lnTo>
                  <a:cubicBezTo>
                    <a:pt x="16" y="85"/>
                    <a:pt x="16" y="85"/>
                    <a:pt x="16"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0"/>
            <p:cNvSpPr/>
            <p:nvPr/>
          </p:nvSpPr>
          <p:spPr>
            <a:xfrm>
              <a:off x="2483252" y="939313"/>
              <a:ext cx="3278" cy="41816"/>
            </a:xfrm>
            <a:custGeom>
              <a:rect b="b" l="l" r="r" t="t"/>
              <a:pathLst>
                <a:path extrusionOk="0" h="421" w="33">
                  <a:moveTo>
                    <a:pt x="16" y="0"/>
                  </a:moveTo>
                  <a:cubicBezTo>
                    <a:pt x="0" y="33"/>
                    <a:pt x="0" y="65"/>
                    <a:pt x="0" y="101"/>
                  </a:cubicBezTo>
                  <a:lnTo>
                    <a:pt x="0" y="150"/>
                  </a:lnTo>
                  <a:cubicBezTo>
                    <a:pt x="0" y="166"/>
                    <a:pt x="0" y="186"/>
                    <a:pt x="16" y="202"/>
                  </a:cubicBezTo>
                  <a:lnTo>
                    <a:pt x="16" y="150"/>
                  </a:lnTo>
                  <a:lnTo>
                    <a:pt x="16" y="101"/>
                  </a:lnTo>
                  <a:lnTo>
                    <a:pt x="16" y="0"/>
                  </a:lnTo>
                  <a:close/>
                  <a:moveTo>
                    <a:pt x="16" y="202"/>
                  </a:moveTo>
                  <a:lnTo>
                    <a:pt x="16" y="235"/>
                  </a:lnTo>
                  <a:lnTo>
                    <a:pt x="16" y="352"/>
                  </a:lnTo>
                  <a:lnTo>
                    <a:pt x="16" y="420"/>
                  </a:lnTo>
                  <a:lnTo>
                    <a:pt x="32" y="420"/>
                  </a:lnTo>
                  <a:lnTo>
                    <a:pt x="32" y="352"/>
                  </a:lnTo>
                  <a:lnTo>
                    <a:pt x="32" y="235"/>
                  </a:lnTo>
                  <a:cubicBezTo>
                    <a:pt x="16" y="218"/>
                    <a:pt x="16" y="218"/>
                    <a:pt x="16" y="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0"/>
            <p:cNvSpPr/>
            <p:nvPr/>
          </p:nvSpPr>
          <p:spPr>
            <a:xfrm>
              <a:off x="2553475" y="460963"/>
              <a:ext cx="53437" cy="443089"/>
            </a:xfrm>
            <a:custGeom>
              <a:rect b="b" l="l" r="r" t="t"/>
              <a:pathLst>
                <a:path extrusionOk="0" h="4461" w="538">
                  <a:moveTo>
                    <a:pt x="16" y="1"/>
                  </a:moveTo>
                  <a:cubicBezTo>
                    <a:pt x="0" y="17"/>
                    <a:pt x="16" y="54"/>
                    <a:pt x="16" y="70"/>
                  </a:cubicBezTo>
                  <a:lnTo>
                    <a:pt x="16" y="134"/>
                  </a:lnTo>
                  <a:lnTo>
                    <a:pt x="16" y="171"/>
                  </a:lnTo>
                  <a:lnTo>
                    <a:pt x="32" y="187"/>
                  </a:lnTo>
                  <a:lnTo>
                    <a:pt x="32" y="171"/>
                  </a:lnTo>
                  <a:lnTo>
                    <a:pt x="32" y="134"/>
                  </a:lnTo>
                  <a:lnTo>
                    <a:pt x="32" y="70"/>
                  </a:lnTo>
                  <a:cubicBezTo>
                    <a:pt x="16" y="54"/>
                    <a:pt x="16" y="33"/>
                    <a:pt x="32" y="17"/>
                  </a:cubicBezTo>
                  <a:lnTo>
                    <a:pt x="69" y="17"/>
                  </a:lnTo>
                  <a:lnTo>
                    <a:pt x="69" y="1"/>
                  </a:lnTo>
                  <a:close/>
                  <a:moveTo>
                    <a:pt x="69" y="17"/>
                  </a:moveTo>
                  <a:lnTo>
                    <a:pt x="85" y="33"/>
                  </a:lnTo>
                  <a:cubicBezTo>
                    <a:pt x="186" y="70"/>
                    <a:pt x="303" y="118"/>
                    <a:pt x="404" y="154"/>
                  </a:cubicBezTo>
                  <a:cubicBezTo>
                    <a:pt x="420" y="171"/>
                    <a:pt x="436" y="171"/>
                    <a:pt x="436" y="171"/>
                  </a:cubicBezTo>
                  <a:cubicBezTo>
                    <a:pt x="473" y="187"/>
                    <a:pt x="505" y="187"/>
                    <a:pt x="521" y="203"/>
                  </a:cubicBezTo>
                  <a:lnTo>
                    <a:pt x="537" y="203"/>
                  </a:lnTo>
                  <a:cubicBezTo>
                    <a:pt x="505" y="171"/>
                    <a:pt x="473" y="171"/>
                    <a:pt x="453" y="154"/>
                  </a:cubicBezTo>
                  <a:lnTo>
                    <a:pt x="420" y="154"/>
                  </a:lnTo>
                  <a:cubicBezTo>
                    <a:pt x="303" y="102"/>
                    <a:pt x="202" y="54"/>
                    <a:pt x="85" y="17"/>
                  </a:cubicBezTo>
                  <a:close/>
                  <a:moveTo>
                    <a:pt x="32" y="187"/>
                  </a:moveTo>
                  <a:lnTo>
                    <a:pt x="32" y="272"/>
                  </a:lnTo>
                  <a:cubicBezTo>
                    <a:pt x="32" y="288"/>
                    <a:pt x="32" y="320"/>
                    <a:pt x="49" y="336"/>
                  </a:cubicBezTo>
                  <a:lnTo>
                    <a:pt x="49" y="272"/>
                  </a:lnTo>
                  <a:cubicBezTo>
                    <a:pt x="49" y="235"/>
                    <a:pt x="49" y="203"/>
                    <a:pt x="32" y="187"/>
                  </a:cubicBezTo>
                  <a:close/>
                  <a:moveTo>
                    <a:pt x="49" y="336"/>
                  </a:moveTo>
                  <a:lnTo>
                    <a:pt x="49" y="437"/>
                  </a:lnTo>
                  <a:lnTo>
                    <a:pt x="49" y="490"/>
                  </a:lnTo>
                  <a:cubicBezTo>
                    <a:pt x="69" y="558"/>
                    <a:pt x="69" y="639"/>
                    <a:pt x="85" y="724"/>
                  </a:cubicBezTo>
                  <a:cubicBezTo>
                    <a:pt x="85" y="760"/>
                    <a:pt x="85" y="793"/>
                    <a:pt x="101" y="841"/>
                  </a:cubicBezTo>
                  <a:lnTo>
                    <a:pt x="101" y="708"/>
                  </a:lnTo>
                  <a:cubicBezTo>
                    <a:pt x="85" y="639"/>
                    <a:pt x="85" y="558"/>
                    <a:pt x="69" y="490"/>
                  </a:cubicBezTo>
                  <a:lnTo>
                    <a:pt x="69" y="437"/>
                  </a:lnTo>
                  <a:cubicBezTo>
                    <a:pt x="69" y="405"/>
                    <a:pt x="69" y="373"/>
                    <a:pt x="49" y="336"/>
                  </a:cubicBezTo>
                  <a:close/>
                  <a:moveTo>
                    <a:pt x="101" y="841"/>
                  </a:moveTo>
                  <a:lnTo>
                    <a:pt x="101" y="926"/>
                  </a:lnTo>
                  <a:cubicBezTo>
                    <a:pt x="101" y="962"/>
                    <a:pt x="117" y="995"/>
                    <a:pt x="117" y="1027"/>
                  </a:cubicBezTo>
                  <a:lnTo>
                    <a:pt x="117" y="1144"/>
                  </a:lnTo>
                  <a:cubicBezTo>
                    <a:pt x="133" y="1181"/>
                    <a:pt x="133" y="1213"/>
                    <a:pt x="133" y="1265"/>
                  </a:cubicBezTo>
                  <a:cubicBezTo>
                    <a:pt x="133" y="1298"/>
                    <a:pt x="150" y="1330"/>
                    <a:pt x="150" y="1366"/>
                  </a:cubicBezTo>
                  <a:cubicBezTo>
                    <a:pt x="150" y="1399"/>
                    <a:pt x="150" y="1447"/>
                    <a:pt x="170" y="1484"/>
                  </a:cubicBezTo>
                  <a:lnTo>
                    <a:pt x="170" y="1366"/>
                  </a:lnTo>
                  <a:cubicBezTo>
                    <a:pt x="150" y="1330"/>
                    <a:pt x="150" y="1298"/>
                    <a:pt x="150" y="1265"/>
                  </a:cubicBezTo>
                  <a:cubicBezTo>
                    <a:pt x="150" y="1213"/>
                    <a:pt x="150" y="1181"/>
                    <a:pt x="133" y="1144"/>
                  </a:cubicBezTo>
                  <a:lnTo>
                    <a:pt x="133" y="1011"/>
                  </a:lnTo>
                  <a:cubicBezTo>
                    <a:pt x="117" y="995"/>
                    <a:pt x="117" y="962"/>
                    <a:pt x="117" y="926"/>
                  </a:cubicBezTo>
                  <a:cubicBezTo>
                    <a:pt x="117" y="894"/>
                    <a:pt x="117" y="861"/>
                    <a:pt x="101" y="841"/>
                  </a:cubicBezTo>
                  <a:close/>
                  <a:moveTo>
                    <a:pt x="170" y="1484"/>
                  </a:moveTo>
                  <a:lnTo>
                    <a:pt x="170" y="1516"/>
                  </a:lnTo>
                  <a:lnTo>
                    <a:pt x="170" y="1617"/>
                  </a:lnTo>
                  <a:lnTo>
                    <a:pt x="186" y="1669"/>
                  </a:lnTo>
                  <a:lnTo>
                    <a:pt x="186" y="1617"/>
                  </a:lnTo>
                  <a:lnTo>
                    <a:pt x="186" y="1516"/>
                  </a:lnTo>
                  <a:lnTo>
                    <a:pt x="170" y="1484"/>
                  </a:lnTo>
                  <a:close/>
                  <a:moveTo>
                    <a:pt x="186" y="1669"/>
                  </a:moveTo>
                  <a:lnTo>
                    <a:pt x="186" y="1718"/>
                  </a:lnTo>
                  <a:cubicBezTo>
                    <a:pt x="186" y="1770"/>
                    <a:pt x="186" y="1803"/>
                    <a:pt x="202" y="1835"/>
                  </a:cubicBezTo>
                  <a:lnTo>
                    <a:pt x="202" y="1718"/>
                  </a:lnTo>
                  <a:cubicBezTo>
                    <a:pt x="202" y="1702"/>
                    <a:pt x="202" y="1686"/>
                    <a:pt x="186" y="1669"/>
                  </a:cubicBezTo>
                  <a:close/>
                  <a:moveTo>
                    <a:pt x="202" y="1835"/>
                  </a:moveTo>
                  <a:lnTo>
                    <a:pt x="202" y="1936"/>
                  </a:lnTo>
                  <a:cubicBezTo>
                    <a:pt x="202" y="1972"/>
                    <a:pt x="218" y="2005"/>
                    <a:pt x="218" y="2053"/>
                  </a:cubicBezTo>
                  <a:lnTo>
                    <a:pt x="218" y="2089"/>
                  </a:lnTo>
                  <a:cubicBezTo>
                    <a:pt x="218" y="2106"/>
                    <a:pt x="218" y="2106"/>
                    <a:pt x="234" y="2122"/>
                  </a:cubicBezTo>
                  <a:lnTo>
                    <a:pt x="234" y="2089"/>
                  </a:lnTo>
                  <a:lnTo>
                    <a:pt x="234" y="2053"/>
                  </a:lnTo>
                  <a:cubicBezTo>
                    <a:pt x="218" y="2005"/>
                    <a:pt x="218" y="1972"/>
                    <a:pt x="218" y="1920"/>
                  </a:cubicBezTo>
                  <a:cubicBezTo>
                    <a:pt x="218" y="1904"/>
                    <a:pt x="218" y="1871"/>
                    <a:pt x="202" y="1835"/>
                  </a:cubicBezTo>
                  <a:close/>
                  <a:moveTo>
                    <a:pt x="234" y="2122"/>
                  </a:moveTo>
                  <a:lnTo>
                    <a:pt x="234" y="2291"/>
                  </a:lnTo>
                  <a:cubicBezTo>
                    <a:pt x="251" y="2324"/>
                    <a:pt x="251" y="2376"/>
                    <a:pt x="251" y="2409"/>
                  </a:cubicBezTo>
                  <a:cubicBezTo>
                    <a:pt x="251" y="2477"/>
                    <a:pt x="271" y="2526"/>
                    <a:pt x="271" y="2594"/>
                  </a:cubicBezTo>
                  <a:cubicBezTo>
                    <a:pt x="287" y="2643"/>
                    <a:pt x="287" y="2695"/>
                    <a:pt x="287" y="2744"/>
                  </a:cubicBezTo>
                  <a:cubicBezTo>
                    <a:pt x="303" y="2780"/>
                    <a:pt x="303" y="2813"/>
                    <a:pt x="303" y="2829"/>
                  </a:cubicBezTo>
                  <a:lnTo>
                    <a:pt x="303" y="2914"/>
                  </a:lnTo>
                  <a:cubicBezTo>
                    <a:pt x="303" y="2962"/>
                    <a:pt x="319" y="2998"/>
                    <a:pt x="319" y="3047"/>
                  </a:cubicBezTo>
                  <a:cubicBezTo>
                    <a:pt x="319" y="3099"/>
                    <a:pt x="335" y="3132"/>
                    <a:pt x="335" y="3164"/>
                  </a:cubicBezTo>
                  <a:lnTo>
                    <a:pt x="335" y="3265"/>
                  </a:lnTo>
                  <a:cubicBezTo>
                    <a:pt x="352" y="3285"/>
                    <a:pt x="352" y="3318"/>
                    <a:pt x="352" y="3350"/>
                  </a:cubicBezTo>
                  <a:cubicBezTo>
                    <a:pt x="352" y="3451"/>
                    <a:pt x="372" y="3552"/>
                    <a:pt x="388" y="3669"/>
                  </a:cubicBezTo>
                  <a:lnTo>
                    <a:pt x="388" y="3705"/>
                  </a:lnTo>
                  <a:cubicBezTo>
                    <a:pt x="388" y="3722"/>
                    <a:pt x="404" y="3738"/>
                    <a:pt x="404" y="3754"/>
                  </a:cubicBezTo>
                  <a:lnTo>
                    <a:pt x="404" y="3705"/>
                  </a:lnTo>
                  <a:lnTo>
                    <a:pt x="404" y="3669"/>
                  </a:lnTo>
                  <a:cubicBezTo>
                    <a:pt x="388" y="3552"/>
                    <a:pt x="372" y="3451"/>
                    <a:pt x="372" y="3350"/>
                  </a:cubicBezTo>
                  <a:cubicBezTo>
                    <a:pt x="352" y="3318"/>
                    <a:pt x="352" y="3285"/>
                    <a:pt x="352" y="3265"/>
                  </a:cubicBezTo>
                  <a:lnTo>
                    <a:pt x="352" y="3164"/>
                  </a:lnTo>
                  <a:cubicBezTo>
                    <a:pt x="335" y="3132"/>
                    <a:pt x="335" y="3099"/>
                    <a:pt x="335" y="3047"/>
                  </a:cubicBezTo>
                  <a:cubicBezTo>
                    <a:pt x="335" y="2998"/>
                    <a:pt x="319" y="2962"/>
                    <a:pt x="319" y="2914"/>
                  </a:cubicBezTo>
                  <a:lnTo>
                    <a:pt x="319" y="2829"/>
                  </a:lnTo>
                  <a:cubicBezTo>
                    <a:pt x="303" y="2813"/>
                    <a:pt x="303" y="2780"/>
                    <a:pt x="303" y="2744"/>
                  </a:cubicBezTo>
                  <a:cubicBezTo>
                    <a:pt x="303" y="2695"/>
                    <a:pt x="287" y="2643"/>
                    <a:pt x="287" y="2594"/>
                  </a:cubicBezTo>
                  <a:cubicBezTo>
                    <a:pt x="287" y="2526"/>
                    <a:pt x="271" y="2477"/>
                    <a:pt x="271" y="2409"/>
                  </a:cubicBezTo>
                  <a:cubicBezTo>
                    <a:pt x="271" y="2376"/>
                    <a:pt x="251" y="2324"/>
                    <a:pt x="251" y="2291"/>
                  </a:cubicBezTo>
                  <a:cubicBezTo>
                    <a:pt x="251" y="2223"/>
                    <a:pt x="251" y="2174"/>
                    <a:pt x="234" y="2122"/>
                  </a:cubicBezTo>
                  <a:close/>
                  <a:moveTo>
                    <a:pt x="404" y="3754"/>
                  </a:moveTo>
                  <a:lnTo>
                    <a:pt x="404" y="3790"/>
                  </a:lnTo>
                  <a:cubicBezTo>
                    <a:pt x="404" y="3806"/>
                    <a:pt x="420" y="3823"/>
                    <a:pt x="404" y="3839"/>
                  </a:cubicBezTo>
                  <a:cubicBezTo>
                    <a:pt x="404" y="3891"/>
                    <a:pt x="404" y="3924"/>
                    <a:pt x="420" y="3956"/>
                  </a:cubicBezTo>
                  <a:lnTo>
                    <a:pt x="420" y="3839"/>
                  </a:lnTo>
                  <a:lnTo>
                    <a:pt x="420" y="3790"/>
                  </a:lnTo>
                  <a:cubicBezTo>
                    <a:pt x="420" y="3770"/>
                    <a:pt x="420" y="3770"/>
                    <a:pt x="404" y="3754"/>
                  </a:cubicBezTo>
                  <a:close/>
                  <a:moveTo>
                    <a:pt x="420" y="3956"/>
                  </a:moveTo>
                  <a:lnTo>
                    <a:pt x="420" y="4073"/>
                  </a:lnTo>
                  <a:cubicBezTo>
                    <a:pt x="420" y="4093"/>
                    <a:pt x="436" y="4109"/>
                    <a:pt x="436" y="4125"/>
                  </a:cubicBezTo>
                  <a:lnTo>
                    <a:pt x="436" y="4073"/>
                  </a:lnTo>
                  <a:cubicBezTo>
                    <a:pt x="436" y="4041"/>
                    <a:pt x="436" y="3992"/>
                    <a:pt x="420" y="3956"/>
                  </a:cubicBezTo>
                  <a:close/>
                  <a:moveTo>
                    <a:pt x="436" y="4125"/>
                  </a:moveTo>
                  <a:lnTo>
                    <a:pt x="436" y="4174"/>
                  </a:lnTo>
                  <a:cubicBezTo>
                    <a:pt x="436" y="4226"/>
                    <a:pt x="436" y="4259"/>
                    <a:pt x="453" y="4295"/>
                  </a:cubicBezTo>
                  <a:lnTo>
                    <a:pt x="453" y="4174"/>
                  </a:lnTo>
                  <a:lnTo>
                    <a:pt x="436" y="4125"/>
                  </a:lnTo>
                  <a:close/>
                  <a:moveTo>
                    <a:pt x="453" y="4311"/>
                  </a:moveTo>
                  <a:lnTo>
                    <a:pt x="453" y="4376"/>
                  </a:lnTo>
                  <a:lnTo>
                    <a:pt x="453" y="4428"/>
                  </a:lnTo>
                  <a:lnTo>
                    <a:pt x="453" y="4445"/>
                  </a:lnTo>
                  <a:lnTo>
                    <a:pt x="473" y="4461"/>
                  </a:lnTo>
                  <a:lnTo>
                    <a:pt x="473" y="4445"/>
                  </a:lnTo>
                  <a:lnTo>
                    <a:pt x="473" y="4428"/>
                  </a:lnTo>
                  <a:lnTo>
                    <a:pt x="473" y="4376"/>
                  </a:lnTo>
                  <a:cubicBezTo>
                    <a:pt x="473" y="4360"/>
                    <a:pt x="473" y="4327"/>
                    <a:pt x="453" y="43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0"/>
            <p:cNvSpPr/>
            <p:nvPr/>
          </p:nvSpPr>
          <p:spPr>
            <a:xfrm>
              <a:off x="1672363" y="674909"/>
              <a:ext cx="63469" cy="40227"/>
            </a:xfrm>
            <a:custGeom>
              <a:rect b="b" l="l" r="r" t="t"/>
              <a:pathLst>
                <a:path extrusionOk="0" h="405" w="639">
                  <a:moveTo>
                    <a:pt x="622" y="0"/>
                  </a:moveTo>
                  <a:cubicBezTo>
                    <a:pt x="590" y="0"/>
                    <a:pt x="574" y="20"/>
                    <a:pt x="557" y="36"/>
                  </a:cubicBezTo>
                  <a:cubicBezTo>
                    <a:pt x="574" y="36"/>
                    <a:pt x="606" y="20"/>
                    <a:pt x="622" y="20"/>
                  </a:cubicBezTo>
                  <a:lnTo>
                    <a:pt x="638" y="0"/>
                  </a:lnTo>
                  <a:close/>
                  <a:moveTo>
                    <a:pt x="537" y="53"/>
                  </a:moveTo>
                  <a:lnTo>
                    <a:pt x="537" y="53"/>
                  </a:lnTo>
                  <a:cubicBezTo>
                    <a:pt x="420" y="121"/>
                    <a:pt x="319" y="186"/>
                    <a:pt x="202" y="255"/>
                  </a:cubicBezTo>
                  <a:cubicBezTo>
                    <a:pt x="170" y="287"/>
                    <a:pt x="117" y="303"/>
                    <a:pt x="85" y="339"/>
                  </a:cubicBezTo>
                  <a:cubicBezTo>
                    <a:pt x="69" y="356"/>
                    <a:pt x="32" y="372"/>
                    <a:pt x="16" y="372"/>
                  </a:cubicBezTo>
                  <a:cubicBezTo>
                    <a:pt x="16" y="388"/>
                    <a:pt x="0" y="388"/>
                    <a:pt x="0" y="404"/>
                  </a:cubicBezTo>
                  <a:cubicBezTo>
                    <a:pt x="16" y="404"/>
                    <a:pt x="16" y="388"/>
                    <a:pt x="32" y="388"/>
                  </a:cubicBezTo>
                  <a:cubicBezTo>
                    <a:pt x="53" y="372"/>
                    <a:pt x="69" y="356"/>
                    <a:pt x="85" y="356"/>
                  </a:cubicBezTo>
                  <a:cubicBezTo>
                    <a:pt x="133" y="323"/>
                    <a:pt x="170" y="287"/>
                    <a:pt x="218" y="271"/>
                  </a:cubicBezTo>
                  <a:cubicBezTo>
                    <a:pt x="319" y="202"/>
                    <a:pt x="436" y="121"/>
                    <a:pt x="537"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0"/>
            <p:cNvSpPr/>
            <p:nvPr/>
          </p:nvSpPr>
          <p:spPr>
            <a:xfrm>
              <a:off x="2688657" y="514400"/>
              <a:ext cx="52245" cy="22149"/>
            </a:xfrm>
            <a:custGeom>
              <a:rect b="b" l="l" r="r" t="t"/>
              <a:pathLst>
                <a:path extrusionOk="0" h="223" w="526">
                  <a:moveTo>
                    <a:pt x="0" y="0"/>
                  </a:moveTo>
                  <a:lnTo>
                    <a:pt x="21" y="20"/>
                  </a:lnTo>
                  <a:cubicBezTo>
                    <a:pt x="69" y="20"/>
                    <a:pt x="101" y="37"/>
                    <a:pt x="154" y="69"/>
                  </a:cubicBezTo>
                  <a:cubicBezTo>
                    <a:pt x="170" y="69"/>
                    <a:pt x="186" y="85"/>
                    <a:pt x="202" y="85"/>
                  </a:cubicBezTo>
                  <a:cubicBezTo>
                    <a:pt x="239" y="101"/>
                    <a:pt x="271" y="121"/>
                    <a:pt x="303" y="138"/>
                  </a:cubicBezTo>
                  <a:cubicBezTo>
                    <a:pt x="372" y="154"/>
                    <a:pt x="441" y="170"/>
                    <a:pt x="489" y="202"/>
                  </a:cubicBezTo>
                  <a:lnTo>
                    <a:pt x="505" y="202"/>
                  </a:lnTo>
                  <a:lnTo>
                    <a:pt x="505" y="222"/>
                  </a:lnTo>
                  <a:lnTo>
                    <a:pt x="526" y="222"/>
                  </a:lnTo>
                  <a:cubicBezTo>
                    <a:pt x="526" y="202"/>
                    <a:pt x="526" y="186"/>
                    <a:pt x="505" y="186"/>
                  </a:cubicBezTo>
                  <a:cubicBezTo>
                    <a:pt x="441" y="170"/>
                    <a:pt x="372" y="138"/>
                    <a:pt x="324" y="121"/>
                  </a:cubicBezTo>
                  <a:cubicBezTo>
                    <a:pt x="287" y="101"/>
                    <a:pt x="255" y="85"/>
                    <a:pt x="202" y="69"/>
                  </a:cubicBezTo>
                  <a:cubicBezTo>
                    <a:pt x="186" y="69"/>
                    <a:pt x="170" y="53"/>
                    <a:pt x="154" y="53"/>
                  </a:cubicBezTo>
                  <a:cubicBezTo>
                    <a:pt x="122" y="37"/>
                    <a:pt x="69" y="2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0"/>
            <p:cNvSpPr/>
            <p:nvPr/>
          </p:nvSpPr>
          <p:spPr>
            <a:xfrm>
              <a:off x="1663920" y="780393"/>
              <a:ext cx="68634" cy="40227"/>
            </a:xfrm>
            <a:custGeom>
              <a:rect b="b" l="l" r="r" t="t"/>
              <a:pathLst>
                <a:path extrusionOk="0" h="405" w="691">
                  <a:moveTo>
                    <a:pt x="691" y="1"/>
                  </a:moveTo>
                  <a:cubicBezTo>
                    <a:pt x="659" y="1"/>
                    <a:pt x="642" y="17"/>
                    <a:pt x="622" y="17"/>
                  </a:cubicBezTo>
                  <a:lnTo>
                    <a:pt x="590" y="33"/>
                  </a:lnTo>
                  <a:cubicBezTo>
                    <a:pt x="473" y="118"/>
                    <a:pt x="356" y="186"/>
                    <a:pt x="255" y="235"/>
                  </a:cubicBezTo>
                  <a:cubicBezTo>
                    <a:pt x="186" y="287"/>
                    <a:pt x="117" y="320"/>
                    <a:pt x="53" y="372"/>
                  </a:cubicBezTo>
                  <a:cubicBezTo>
                    <a:pt x="37" y="388"/>
                    <a:pt x="16" y="388"/>
                    <a:pt x="0" y="388"/>
                  </a:cubicBezTo>
                  <a:lnTo>
                    <a:pt x="0" y="405"/>
                  </a:lnTo>
                  <a:lnTo>
                    <a:pt x="16" y="405"/>
                  </a:lnTo>
                  <a:cubicBezTo>
                    <a:pt x="37" y="405"/>
                    <a:pt x="37" y="388"/>
                    <a:pt x="53" y="388"/>
                  </a:cubicBezTo>
                  <a:cubicBezTo>
                    <a:pt x="117" y="336"/>
                    <a:pt x="202" y="287"/>
                    <a:pt x="271" y="251"/>
                  </a:cubicBezTo>
                  <a:cubicBezTo>
                    <a:pt x="356" y="203"/>
                    <a:pt x="473" y="118"/>
                    <a:pt x="606" y="49"/>
                  </a:cubicBezTo>
                  <a:lnTo>
                    <a:pt x="622" y="33"/>
                  </a:lnTo>
                  <a:cubicBezTo>
                    <a:pt x="642" y="17"/>
                    <a:pt x="659" y="1"/>
                    <a:pt x="6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0"/>
            <p:cNvSpPr/>
            <p:nvPr/>
          </p:nvSpPr>
          <p:spPr>
            <a:xfrm>
              <a:off x="1672363" y="661600"/>
              <a:ext cx="63469" cy="41816"/>
            </a:xfrm>
            <a:custGeom>
              <a:rect b="b" l="l" r="r" t="t"/>
              <a:pathLst>
                <a:path extrusionOk="0" h="421" w="639">
                  <a:moveTo>
                    <a:pt x="622" y="1"/>
                  </a:moveTo>
                  <a:cubicBezTo>
                    <a:pt x="606" y="1"/>
                    <a:pt x="590" y="17"/>
                    <a:pt x="574" y="33"/>
                  </a:cubicBezTo>
                  <a:cubicBezTo>
                    <a:pt x="590" y="33"/>
                    <a:pt x="606" y="17"/>
                    <a:pt x="622" y="17"/>
                  </a:cubicBezTo>
                  <a:lnTo>
                    <a:pt x="638" y="17"/>
                  </a:lnTo>
                  <a:lnTo>
                    <a:pt x="622" y="1"/>
                  </a:lnTo>
                  <a:close/>
                  <a:moveTo>
                    <a:pt x="557" y="33"/>
                  </a:moveTo>
                  <a:cubicBezTo>
                    <a:pt x="420" y="118"/>
                    <a:pt x="287" y="219"/>
                    <a:pt x="170" y="304"/>
                  </a:cubicBezTo>
                  <a:cubicBezTo>
                    <a:pt x="303" y="219"/>
                    <a:pt x="420" y="134"/>
                    <a:pt x="557" y="53"/>
                  </a:cubicBezTo>
                  <a:lnTo>
                    <a:pt x="574" y="33"/>
                  </a:lnTo>
                  <a:close/>
                  <a:moveTo>
                    <a:pt x="16" y="389"/>
                  </a:moveTo>
                  <a:lnTo>
                    <a:pt x="0" y="405"/>
                  </a:lnTo>
                  <a:lnTo>
                    <a:pt x="0" y="421"/>
                  </a:lnTo>
                  <a:lnTo>
                    <a:pt x="16" y="405"/>
                  </a:lnTo>
                  <a:cubicBezTo>
                    <a:pt x="32" y="405"/>
                    <a:pt x="32" y="405"/>
                    <a:pt x="32" y="38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0"/>
            <p:cNvSpPr/>
            <p:nvPr/>
          </p:nvSpPr>
          <p:spPr>
            <a:xfrm>
              <a:off x="1712391" y="562970"/>
              <a:ext cx="6953" cy="6853"/>
            </a:xfrm>
            <a:custGeom>
              <a:rect b="b" l="l" r="r" t="t"/>
              <a:pathLst>
                <a:path extrusionOk="0" h="69" w="70">
                  <a:moveTo>
                    <a:pt x="70" y="0"/>
                  </a:moveTo>
                  <a:lnTo>
                    <a:pt x="1" y="53"/>
                  </a:lnTo>
                  <a:lnTo>
                    <a:pt x="1" y="69"/>
                  </a:lnTo>
                  <a:lnTo>
                    <a:pt x="70" y="16"/>
                  </a:lnTo>
                  <a:lnTo>
                    <a:pt x="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0"/>
            <p:cNvSpPr/>
            <p:nvPr/>
          </p:nvSpPr>
          <p:spPr>
            <a:xfrm>
              <a:off x="2508084" y="660011"/>
              <a:ext cx="60290" cy="20163"/>
            </a:xfrm>
            <a:custGeom>
              <a:rect b="b" l="l" r="r" t="t"/>
              <a:pathLst>
                <a:path extrusionOk="0" h="203" w="607">
                  <a:moveTo>
                    <a:pt x="1" y="1"/>
                  </a:moveTo>
                  <a:lnTo>
                    <a:pt x="1" y="17"/>
                  </a:lnTo>
                  <a:cubicBezTo>
                    <a:pt x="21" y="33"/>
                    <a:pt x="53" y="33"/>
                    <a:pt x="69" y="33"/>
                  </a:cubicBezTo>
                  <a:cubicBezTo>
                    <a:pt x="53" y="17"/>
                    <a:pt x="37" y="17"/>
                    <a:pt x="1" y="1"/>
                  </a:cubicBezTo>
                  <a:close/>
                  <a:moveTo>
                    <a:pt x="70" y="33"/>
                  </a:moveTo>
                  <a:lnTo>
                    <a:pt x="70" y="33"/>
                  </a:lnTo>
                  <a:cubicBezTo>
                    <a:pt x="138" y="49"/>
                    <a:pt x="187" y="69"/>
                    <a:pt x="239" y="102"/>
                  </a:cubicBezTo>
                  <a:cubicBezTo>
                    <a:pt x="271" y="102"/>
                    <a:pt x="324" y="118"/>
                    <a:pt x="356" y="134"/>
                  </a:cubicBezTo>
                  <a:cubicBezTo>
                    <a:pt x="405" y="150"/>
                    <a:pt x="457" y="170"/>
                    <a:pt x="506" y="186"/>
                  </a:cubicBezTo>
                  <a:lnTo>
                    <a:pt x="526" y="186"/>
                  </a:lnTo>
                  <a:cubicBezTo>
                    <a:pt x="542" y="186"/>
                    <a:pt x="574" y="203"/>
                    <a:pt x="590" y="203"/>
                  </a:cubicBezTo>
                  <a:lnTo>
                    <a:pt x="607" y="203"/>
                  </a:lnTo>
                  <a:lnTo>
                    <a:pt x="607" y="186"/>
                  </a:lnTo>
                  <a:cubicBezTo>
                    <a:pt x="574" y="186"/>
                    <a:pt x="558" y="186"/>
                    <a:pt x="526" y="170"/>
                  </a:cubicBezTo>
                  <a:lnTo>
                    <a:pt x="506" y="170"/>
                  </a:lnTo>
                  <a:cubicBezTo>
                    <a:pt x="457" y="150"/>
                    <a:pt x="405" y="134"/>
                    <a:pt x="356" y="118"/>
                  </a:cubicBezTo>
                  <a:cubicBezTo>
                    <a:pt x="324" y="102"/>
                    <a:pt x="287" y="85"/>
                    <a:pt x="239" y="85"/>
                  </a:cubicBezTo>
                  <a:cubicBezTo>
                    <a:pt x="187" y="69"/>
                    <a:pt x="138" y="49"/>
                    <a:pt x="70"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2257288" y="338992"/>
              <a:ext cx="13806" cy="199147"/>
            </a:xfrm>
            <a:custGeom>
              <a:rect b="b" l="l" r="r" t="t"/>
              <a:pathLst>
                <a:path extrusionOk="0" h="2005" w="139">
                  <a:moveTo>
                    <a:pt x="21" y="1"/>
                  </a:moveTo>
                  <a:lnTo>
                    <a:pt x="21" y="17"/>
                  </a:lnTo>
                  <a:cubicBezTo>
                    <a:pt x="1" y="49"/>
                    <a:pt x="1" y="102"/>
                    <a:pt x="21" y="150"/>
                  </a:cubicBezTo>
                  <a:cubicBezTo>
                    <a:pt x="21" y="102"/>
                    <a:pt x="21" y="49"/>
                    <a:pt x="37" y="17"/>
                  </a:cubicBezTo>
                  <a:lnTo>
                    <a:pt x="21" y="1"/>
                  </a:lnTo>
                  <a:close/>
                  <a:moveTo>
                    <a:pt x="21" y="150"/>
                  </a:moveTo>
                  <a:lnTo>
                    <a:pt x="21" y="272"/>
                  </a:lnTo>
                  <a:lnTo>
                    <a:pt x="21" y="304"/>
                  </a:lnTo>
                  <a:cubicBezTo>
                    <a:pt x="21" y="320"/>
                    <a:pt x="21" y="352"/>
                    <a:pt x="37" y="389"/>
                  </a:cubicBezTo>
                  <a:lnTo>
                    <a:pt x="37" y="304"/>
                  </a:lnTo>
                  <a:lnTo>
                    <a:pt x="37" y="272"/>
                  </a:lnTo>
                  <a:cubicBezTo>
                    <a:pt x="37" y="235"/>
                    <a:pt x="37" y="187"/>
                    <a:pt x="21" y="150"/>
                  </a:cubicBezTo>
                  <a:close/>
                  <a:moveTo>
                    <a:pt x="37" y="389"/>
                  </a:moveTo>
                  <a:lnTo>
                    <a:pt x="37" y="538"/>
                  </a:lnTo>
                  <a:lnTo>
                    <a:pt x="37" y="591"/>
                  </a:lnTo>
                  <a:lnTo>
                    <a:pt x="37" y="623"/>
                  </a:lnTo>
                  <a:cubicBezTo>
                    <a:pt x="37" y="655"/>
                    <a:pt x="53" y="692"/>
                    <a:pt x="53" y="724"/>
                  </a:cubicBezTo>
                  <a:lnTo>
                    <a:pt x="53" y="623"/>
                  </a:lnTo>
                  <a:lnTo>
                    <a:pt x="53" y="591"/>
                  </a:lnTo>
                  <a:lnTo>
                    <a:pt x="53" y="538"/>
                  </a:lnTo>
                  <a:cubicBezTo>
                    <a:pt x="53" y="490"/>
                    <a:pt x="53" y="437"/>
                    <a:pt x="37" y="389"/>
                  </a:cubicBezTo>
                  <a:close/>
                  <a:moveTo>
                    <a:pt x="53" y="724"/>
                  </a:moveTo>
                  <a:lnTo>
                    <a:pt x="53" y="793"/>
                  </a:lnTo>
                  <a:lnTo>
                    <a:pt x="53" y="809"/>
                  </a:lnTo>
                  <a:cubicBezTo>
                    <a:pt x="53" y="841"/>
                    <a:pt x="53" y="857"/>
                    <a:pt x="70" y="894"/>
                  </a:cubicBezTo>
                  <a:lnTo>
                    <a:pt x="70" y="809"/>
                  </a:lnTo>
                  <a:lnTo>
                    <a:pt x="70" y="793"/>
                  </a:lnTo>
                  <a:cubicBezTo>
                    <a:pt x="70" y="756"/>
                    <a:pt x="70" y="740"/>
                    <a:pt x="53" y="724"/>
                  </a:cubicBezTo>
                  <a:close/>
                  <a:moveTo>
                    <a:pt x="70" y="894"/>
                  </a:moveTo>
                  <a:lnTo>
                    <a:pt x="70" y="926"/>
                  </a:lnTo>
                  <a:cubicBezTo>
                    <a:pt x="86" y="926"/>
                    <a:pt x="86" y="910"/>
                    <a:pt x="70" y="894"/>
                  </a:cubicBezTo>
                  <a:close/>
                  <a:moveTo>
                    <a:pt x="70" y="942"/>
                  </a:moveTo>
                  <a:lnTo>
                    <a:pt x="70" y="995"/>
                  </a:lnTo>
                  <a:lnTo>
                    <a:pt x="70" y="1043"/>
                  </a:lnTo>
                  <a:lnTo>
                    <a:pt x="70" y="1112"/>
                  </a:lnTo>
                  <a:lnTo>
                    <a:pt x="70" y="1144"/>
                  </a:lnTo>
                  <a:lnTo>
                    <a:pt x="70" y="1181"/>
                  </a:lnTo>
                  <a:cubicBezTo>
                    <a:pt x="86" y="1197"/>
                    <a:pt x="86" y="1213"/>
                    <a:pt x="86" y="1245"/>
                  </a:cubicBezTo>
                  <a:lnTo>
                    <a:pt x="86" y="1314"/>
                  </a:lnTo>
                  <a:lnTo>
                    <a:pt x="86" y="1415"/>
                  </a:lnTo>
                  <a:cubicBezTo>
                    <a:pt x="102" y="1431"/>
                    <a:pt x="102" y="1463"/>
                    <a:pt x="102" y="1483"/>
                  </a:cubicBezTo>
                  <a:lnTo>
                    <a:pt x="102" y="1584"/>
                  </a:lnTo>
                  <a:lnTo>
                    <a:pt x="102" y="1665"/>
                  </a:lnTo>
                  <a:lnTo>
                    <a:pt x="102" y="1685"/>
                  </a:lnTo>
                  <a:cubicBezTo>
                    <a:pt x="102" y="1718"/>
                    <a:pt x="102" y="1766"/>
                    <a:pt x="122" y="1819"/>
                  </a:cubicBezTo>
                  <a:cubicBezTo>
                    <a:pt x="102" y="1835"/>
                    <a:pt x="122" y="1851"/>
                    <a:pt x="122" y="1867"/>
                  </a:cubicBezTo>
                  <a:lnTo>
                    <a:pt x="122" y="1904"/>
                  </a:lnTo>
                  <a:lnTo>
                    <a:pt x="122" y="1936"/>
                  </a:lnTo>
                  <a:lnTo>
                    <a:pt x="122" y="1988"/>
                  </a:lnTo>
                  <a:lnTo>
                    <a:pt x="138" y="2005"/>
                  </a:lnTo>
                  <a:lnTo>
                    <a:pt x="138" y="1988"/>
                  </a:lnTo>
                  <a:lnTo>
                    <a:pt x="138" y="1936"/>
                  </a:lnTo>
                  <a:lnTo>
                    <a:pt x="138" y="1904"/>
                  </a:lnTo>
                  <a:lnTo>
                    <a:pt x="138" y="1867"/>
                  </a:lnTo>
                  <a:cubicBezTo>
                    <a:pt x="122" y="1851"/>
                    <a:pt x="122" y="1835"/>
                    <a:pt x="138" y="1819"/>
                  </a:cubicBezTo>
                  <a:cubicBezTo>
                    <a:pt x="122" y="1766"/>
                    <a:pt x="122" y="1718"/>
                    <a:pt x="122" y="1685"/>
                  </a:cubicBezTo>
                  <a:lnTo>
                    <a:pt x="122" y="1665"/>
                  </a:lnTo>
                  <a:lnTo>
                    <a:pt x="122" y="1584"/>
                  </a:lnTo>
                  <a:lnTo>
                    <a:pt x="122" y="1483"/>
                  </a:lnTo>
                  <a:cubicBezTo>
                    <a:pt x="122" y="1463"/>
                    <a:pt x="102" y="1431"/>
                    <a:pt x="102" y="1399"/>
                  </a:cubicBezTo>
                  <a:lnTo>
                    <a:pt x="102" y="1314"/>
                  </a:lnTo>
                  <a:cubicBezTo>
                    <a:pt x="102" y="1298"/>
                    <a:pt x="102" y="1261"/>
                    <a:pt x="86" y="1229"/>
                  </a:cubicBezTo>
                  <a:lnTo>
                    <a:pt x="86" y="1181"/>
                  </a:lnTo>
                  <a:lnTo>
                    <a:pt x="86" y="1144"/>
                  </a:lnTo>
                  <a:lnTo>
                    <a:pt x="86" y="1112"/>
                  </a:lnTo>
                  <a:lnTo>
                    <a:pt x="86" y="1043"/>
                  </a:lnTo>
                  <a:lnTo>
                    <a:pt x="86" y="995"/>
                  </a:lnTo>
                  <a:cubicBezTo>
                    <a:pt x="70" y="979"/>
                    <a:pt x="70" y="958"/>
                    <a:pt x="70" y="9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0"/>
            <p:cNvSpPr/>
            <p:nvPr/>
          </p:nvSpPr>
          <p:spPr>
            <a:xfrm>
              <a:off x="2553475" y="450932"/>
              <a:ext cx="3278" cy="11820"/>
            </a:xfrm>
            <a:custGeom>
              <a:rect b="b" l="l" r="r" t="t"/>
              <a:pathLst>
                <a:path extrusionOk="0" h="119" w="33">
                  <a:moveTo>
                    <a:pt x="16" y="1"/>
                  </a:moveTo>
                  <a:lnTo>
                    <a:pt x="16" y="1"/>
                  </a:lnTo>
                  <a:cubicBezTo>
                    <a:pt x="0" y="54"/>
                    <a:pt x="0" y="86"/>
                    <a:pt x="32" y="118"/>
                  </a:cubicBezTo>
                  <a:lnTo>
                    <a:pt x="32" y="102"/>
                  </a:lnTo>
                  <a:cubicBezTo>
                    <a:pt x="16" y="86"/>
                    <a:pt x="16" y="54"/>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0"/>
            <p:cNvSpPr/>
            <p:nvPr/>
          </p:nvSpPr>
          <p:spPr>
            <a:xfrm>
              <a:off x="1755796" y="369088"/>
              <a:ext cx="5264" cy="232421"/>
            </a:xfrm>
            <a:custGeom>
              <a:rect b="b" l="l" r="r" t="t"/>
              <a:pathLst>
                <a:path extrusionOk="0" h="2340" w="53">
                  <a:moveTo>
                    <a:pt x="37" y="1"/>
                  </a:moveTo>
                  <a:cubicBezTo>
                    <a:pt x="53" y="17"/>
                    <a:pt x="37" y="33"/>
                    <a:pt x="37" y="49"/>
                  </a:cubicBezTo>
                  <a:lnTo>
                    <a:pt x="37" y="70"/>
                  </a:lnTo>
                  <a:lnTo>
                    <a:pt x="37" y="304"/>
                  </a:lnTo>
                  <a:lnTo>
                    <a:pt x="37" y="336"/>
                  </a:lnTo>
                  <a:lnTo>
                    <a:pt x="37" y="490"/>
                  </a:lnTo>
                  <a:lnTo>
                    <a:pt x="37" y="655"/>
                  </a:lnTo>
                  <a:lnTo>
                    <a:pt x="37" y="809"/>
                  </a:lnTo>
                  <a:lnTo>
                    <a:pt x="37" y="910"/>
                  </a:lnTo>
                  <a:lnTo>
                    <a:pt x="53" y="809"/>
                  </a:lnTo>
                  <a:lnTo>
                    <a:pt x="53" y="655"/>
                  </a:lnTo>
                  <a:lnTo>
                    <a:pt x="53" y="490"/>
                  </a:lnTo>
                  <a:lnTo>
                    <a:pt x="53" y="336"/>
                  </a:lnTo>
                  <a:lnTo>
                    <a:pt x="53" y="304"/>
                  </a:lnTo>
                  <a:lnTo>
                    <a:pt x="53" y="70"/>
                  </a:lnTo>
                  <a:lnTo>
                    <a:pt x="53" y="49"/>
                  </a:lnTo>
                  <a:lnTo>
                    <a:pt x="53" y="1"/>
                  </a:lnTo>
                  <a:close/>
                  <a:moveTo>
                    <a:pt x="37" y="1059"/>
                  </a:moveTo>
                  <a:cubicBezTo>
                    <a:pt x="37" y="1180"/>
                    <a:pt x="37" y="1298"/>
                    <a:pt x="20" y="1431"/>
                  </a:cubicBezTo>
                  <a:lnTo>
                    <a:pt x="20" y="1617"/>
                  </a:lnTo>
                  <a:lnTo>
                    <a:pt x="20" y="1819"/>
                  </a:lnTo>
                  <a:lnTo>
                    <a:pt x="20" y="2154"/>
                  </a:lnTo>
                  <a:cubicBezTo>
                    <a:pt x="20" y="2053"/>
                    <a:pt x="20" y="1936"/>
                    <a:pt x="37" y="1819"/>
                  </a:cubicBezTo>
                  <a:lnTo>
                    <a:pt x="37" y="1617"/>
                  </a:lnTo>
                  <a:lnTo>
                    <a:pt x="37" y="1431"/>
                  </a:lnTo>
                  <a:lnTo>
                    <a:pt x="37" y="1059"/>
                  </a:lnTo>
                  <a:close/>
                  <a:moveTo>
                    <a:pt x="20" y="2291"/>
                  </a:moveTo>
                  <a:lnTo>
                    <a:pt x="0" y="2308"/>
                  </a:lnTo>
                  <a:lnTo>
                    <a:pt x="0" y="2324"/>
                  </a:lnTo>
                  <a:lnTo>
                    <a:pt x="20" y="2340"/>
                  </a:lnTo>
                  <a:lnTo>
                    <a:pt x="20" y="2324"/>
                  </a:lnTo>
                  <a:lnTo>
                    <a:pt x="20" y="229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0"/>
            <p:cNvSpPr/>
            <p:nvPr/>
          </p:nvSpPr>
          <p:spPr>
            <a:xfrm>
              <a:off x="1653889" y="726161"/>
              <a:ext cx="292611" cy="163092"/>
            </a:xfrm>
            <a:custGeom>
              <a:rect b="b" l="l" r="r" t="t"/>
              <a:pathLst>
                <a:path extrusionOk="0" h="1642" w="2946">
                  <a:moveTo>
                    <a:pt x="2916" y="1"/>
                  </a:moveTo>
                  <a:cubicBezTo>
                    <a:pt x="2893" y="1"/>
                    <a:pt x="2870" y="14"/>
                    <a:pt x="2844" y="25"/>
                  </a:cubicBezTo>
                  <a:lnTo>
                    <a:pt x="2844" y="42"/>
                  </a:lnTo>
                  <a:lnTo>
                    <a:pt x="2864" y="42"/>
                  </a:lnTo>
                  <a:cubicBezTo>
                    <a:pt x="2880" y="25"/>
                    <a:pt x="2913" y="9"/>
                    <a:pt x="2945" y="9"/>
                  </a:cubicBezTo>
                  <a:cubicBezTo>
                    <a:pt x="2935" y="3"/>
                    <a:pt x="2926" y="1"/>
                    <a:pt x="2916" y="1"/>
                  </a:cubicBezTo>
                  <a:close/>
                  <a:moveTo>
                    <a:pt x="2844" y="42"/>
                  </a:moveTo>
                  <a:lnTo>
                    <a:pt x="2844" y="42"/>
                  </a:lnTo>
                  <a:cubicBezTo>
                    <a:pt x="2678" y="126"/>
                    <a:pt x="2509" y="227"/>
                    <a:pt x="2323" y="328"/>
                  </a:cubicBezTo>
                  <a:cubicBezTo>
                    <a:pt x="2206" y="393"/>
                    <a:pt x="2105" y="462"/>
                    <a:pt x="1988" y="514"/>
                  </a:cubicBezTo>
                  <a:cubicBezTo>
                    <a:pt x="1919" y="547"/>
                    <a:pt x="1871" y="579"/>
                    <a:pt x="1802" y="615"/>
                  </a:cubicBezTo>
                  <a:cubicBezTo>
                    <a:pt x="1733" y="664"/>
                    <a:pt x="1669" y="696"/>
                    <a:pt x="1584" y="749"/>
                  </a:cubicBezTo>
                  <a:cubicBezTo>
                    <a:pt x="1531" y="781"/>
                    <a:pt x="1467" y="817"/>
                    <a:pt x="1398" y="850"/>
                  </a:cubicBezTo>
                  <a:cubicBezTo>
                    <a:pt x="1366" y="866"/>
                    <a:pt x="1329" y="882"/>
                    <a:pt x="1297" y="898"/>
                  </a:cubicBezTo>
                  <a:cubicBezTo>
                    <a:pt x="1228" y="951"/>
                    <a:pt x="1147" y="999"/>
                    <a:pt x="1079" y="1035"/>
                  </a:cubicBezTo>
                  <a:cubicBezTo>
                    <a:pt x="1063" y="1035"/>
                    <a:pt x="1046" y="1052"/>
                    <a:pt x="1026" y="1068"/>
                  </a:cubicBezTo>
                  <a:cubicBezTo>
                    <a:pt x="994" y="1084"/>
                    <a:pt x="978" y="1100"/>
                    <a:pt x="925" y="1100"/>
                  </a:cubicBezTo>
                  <a:lnTo>
                    <a:pt x="909" y="1100"/>
                  </a:lnTo>
                  <a:cubicBezTo>
                    <a:pt x="877" y="1153"/>
                    <a:pt x="824" y="1185"/>
                    <a:pt x="776" y="1201"/>
                  </a:cubicBezTo>
                  <a:cubicBezTo>
                    <a:pt x="760" y="1221"/>
                    <a:pt x="743" y="1221"/>
                    <a:pt x="707" y="1237"/>
                  </a:cubicBezTo>
                  <a:cubicBezTo>
                    <a:pt x="590" y="1322"/>
                    <a:pt x="457" y="1387"/>
                    <a:pt x="319" y="1455"/>
                  </a:cubicBezTo>
                  <a:cubicBezTo>
                    <a:pt x="239" y="1504"/>
                    <a:pt x="154" y="1556"/>
                    <a:pt x="69" y="1605"/>
                  </a:cubicBezTo>
                  <a:lnTo>
                    <a:pt x="37" y="1605"/>
                  </a:lnTo>
                  <a:cubicBezTo>
                    <a:pt x="37" y="1625"/>
                    <a:pt x="16" y="1625"/>
                    <a:pt x="0" y="1641"/>
                  </a:cubicBezTo>
                  <a:lnTo>
                    <a:pt x="16" y="1641"/>
                  </a:lnTo>
                  <a:cubicBezTo>
                    <a:pt x="16" y="1641"/>
                    <a:pt x="37" y="1625"/>
                    <a:pt x="53" y="1625"/>
                  </a:cubicBezTo>
                  <a:lnTo>
                    <a:pt x="69" y="1625"/>
                  </a:lnTo>
                  <a:cubicBezTo>
                    <a:pt x="154" y="1573"/>
                    <a:pt x="239" y="1524"/>
                    <a:pt x="319" y="1472"/>
                  </a:cubicBezTo>
                  <a:cubicBezTo>
                    <a:pt x="457" y="1403"/>
                    <a:pt x="590" y="1322"/>
                    <a:pt x="723" y="1254"/>
                  </a:cubicBezTo>
                  <a:cubicBezTo>
                    <a:pt x="743" y="1237"/>
                    <a:pt x="760" y="1221"/>
                    <a:pt x="776" y="1221"/>
                  </a:cubicBezTo>
                  <a:cubicBezTo>
                    <a:pt x="824" y="1185"/>
                    <a:pt x="893" y="1169"/>
                    <a:pt x="925" y="1120"/>
                  </a:cubicBezTo>
                  <a:cubicBezTo>
                    <a:pt x="978" y="1120"/>
                    <a:pt x="1010" y="1084"/>
                    <a:pt x="1046" y="1068"/>
                  </a:cubicBezTo>
                  <a:cubicBezTo>
                    <a:pt x="1046" y="1068"/>
                    <a:pt x="1063" y="1052"/>
                    <a:pt x="1079" y="1052"/>
                  </a:cubicBezTo>
                  <a:cubicBezTo>
                    <a:pt x="1164" y="999"/>
                    <a:pt x="1228" y="967"/>
                    <a:pt x="1313" y="918"/>
                  </a:cubicBezTo>
                  <a:cubicBezTo>
                    <a:pt x="1349" y="898"/>
                    <a:pt x="1382" y="882"/>
                    <a:pt x="1414" y="866"/>
                  </a:cubicBezTo>
                  <a:cubicBezTo>
                    <a:pt x="1467" y="833"/>
                    <a:pt x="1531" y="797"/>
                    <a:pt x="1600" y="749"/>
                  </a:cubicBezTo>
                  <a:cubicBezTo>
                    <a:pt x="1669" y="716"/>
                    <a:pt x="1733" y="680"/>
                    <a:pt x="1818" y="631"/>
                  </a:cubicBezTo>
                  <a:cubicBezTo>
                    <a:pt x="1871" y="595"/>
                    <a:pt x="1935" y="563"/>
                    <a:pt x="1988" y="530"/>
                  </a:cubicBezTo>
                  <a:cubicBezTo>
                    <a:pt x="2105" y="462"/>
                    <a:pt x="2222" y="393"/>
                    <a:pt x="2323" y="345"/>
                  </a:cubicBezTo>
                  <a:cubicBezTo>
                    <a:pt x="2525" y="227"/>
                    <a:pt x="2695" y="143"/>
                    <a:pt x="2844" y="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2541755" y="564559"/>
              <a:ext cx="11820" cy="5264"/>
            </a:xfrm>
            <a:custGeom>
              <a:rect b="b" l="l" r="r" t="t"/>
              <a:pathLst>
                <a:path extrusionOk="0" h="53" w="119">
                  <a:moveTo>
                    <a:pt x="1" y="0"/>
                  </a:moveTo>
                  <a:lnTo>
                    <a:pt x="1" y="20"/>
                  </a:lnTo>
                  <a:cubicBezTo>
                    <a:pt x="33" y="20"/>
                    <a:pt x="66" y="37"/>
                    <a:pt x="118" y="53"/>
                  </a:cubicBezTo>
                  <a:lnTo>
                    <a:pt x="118" y="37"/>
                  </a:lnTo>
                  <a:cubicBezTo>
                    <a:pt x="86" y="20"/>
                    <a:pt x="4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0"/>
            <p:cNvSpPr/>
            <p:nvPr/>
          </p:nvSpPr>
          <p:spPr>
            <a:xfrm>
              <a:off x="2324332" y="619883"/>
              <a:ext cx="41816" cy="14998"/>
            </a:xfrm>
            <a:custGeom>
              <a:rect b="b" l="l" r="r" t="t"/>
              <a:pathLst>
                <a:path extrusionOk="0" h="151" w="421">
                  <a:moveTo>
                    <a:pt x="0" y="1"/>
                  </a:moveTo>
                  <a:lnTo>
                    <a:pt x="17" y="17"/>
                  </a:lnTo>
                  <a:lnTo>
                    <a:pt x="101" y="49"/>
                  </a:lnTo>
                  <a:cubicBezTo>
                    <a:pt x="170" y="69"/>
                    <a:pt x="255" y="102"/>
                    <a:pt x="336" y="118"/>
                  </a:cubicBezTo>
                  <a:cubicBezTo>
                    <a:pt x="255" y="86"/>
                    <a:pt x="186" y="49"/>
                    <a:pt x="101" y="33"/>
                  </a:cubicBezTo>
                  <a:lnTo>
                    <a:pt x="17" y="1"/>
                  </a:lnTo>
                  <a:close/>
                  <a:moveTo>
                    <a:pt x="336" y="118"/>
                  </a:moveTo>
                  <a:cubicBezTo>
                    <a:pt x="356" y="134"/>
                    <a:pt x="372" y="134"/>
                    <a:pt x="388" y="134"/>
                  </a:cubicBezTo>
                  <a:cubicBezTo>
                    <a:pt x="404" y="150"/>
                    <a:pt x="404" y="150"/>
                    <a:pt x="421" y="150"/>
                  </a:cubicBezTo>
                  <a:lnTo>
                    <a:pt x="421" y="134"/>
                  </a:lnTo>
                  <a:lnTo>
                    <a:pt x="404" y="134"/>
                  </a:lnTo>
                  <a:cubicBezTo>
                    <a:pt x="372" y="118"/>
                    <a:pt x="356" y="118"/>
                    <a:pt x="336"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0"/>
            <p:cNvSpPr/>
            <p:nvPr/>
          </p:nvSpPr>
          <p:spPr>
            <a:xfrm>
              <a:off x="1682296" y="668453"/>
              <a:ext cx="53536" cy="34962"/>
            </a:xfrm>
            <a:custGeom>
              <a:rect b="b" l="l" r="r" t="t"/>
              <a:pathLst>
                <a:path extrusionOk="0" h="352" w="539">
                  <a:moveTo>
                    <a:pt x="522" y="0"/>
                  </a:moveTo>
                  <a:cubicBezTo>
                    <a:pt x="506" y="0"/>
                    <a:pt x="474" y="17"/>
                    <a:pt x="457" y="33"/>
                  </a:cubicBezTo>
                  <a:lnTo>
                    <a:pt x="437" y="49"/>
                  </a:lnTo>
                  <a:cubicBezTo>
                    <a:pt x="356" y="101"/>
                    <a:pt x="255" y="166"/>
                    <a:pt x="187" y="219"/>
                  </a:cubicBezTo>
                  <a:cubicBezTo>
                    <a:pt x="134" y="235"/>
                    <a:pt x="102" y="267"/>
                    <a:pt x="54" y="303"/>
                  </a:cubicBezTo>
                  <a:lnTo>
                    <a:pt x="33" y="303"/>
                  </a:lnTo>
                  <a:cubicBezTo>
                    <a:pt x="17" y="320"/>
                    <a:pt x="17" y="336"/>
                    <a:pt x="1" y="336"/>
                  </a:cubicBezTo>
                  <a:lnTo>
                    <a:pt x="1" y="352"/>
                  </a:lnTo>
                  <a:cubicBezTo>
                    <a:pt x="17" y="336"/>
                    <a:pt x="33" y="336"/>
                    <a:pt x="54" y="320"/>
                  </a:cubicBezTo>
                  <a:cubicBezTo>
                    <a:pt x="54" y="320"/>
                    <a:pt x="54" y="303"/>
                    <a:pt x="70" y="303"/>
                  </a:cubicBezTo>
                  <a:cubicBezTo>
                    <a:pt x="102" y="287"/>
                    <a:pt x="154" y="251"/>
                    <a:pt x="187" y="235"/>
                  </a:cubicBezTo>
                  <a:cubicBezTo>
                    <a:pt x="272" y="166"/>
                    <a:pt x="356" y="118"/>
                    <a:pt x="437" y="65"/>
                  </a:cubicBezTo>
                  <a:lnTo>
                    <a:pt x="457" y="49"/>
                  </a:lnTo>
                  <a:cubicBezTo>
                    <a:pt x="490" y="33"/>
                    <a:pt x="506" y="17"/>
                    <a:pt x="522" y="17"/>
                  </a:cubicBezTo>
                  <a:lnTo>
                    <a:pt x="538" y="17"/>
                  </a:lnTo>
                  <a:lnTo>
                    <a:pt x="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0"/>
            <p:cNvSpPr/>
            <p:nvPr/>
          </p:nvSpPr>
          <p:spPr>
            <a:xfrm>
              <a:off x="2222425" y="915574"/>
              <a:ext cx="95153" cy="27016"/>
            </a:xfrm>
            <a:custGeom>
              <a:rect b="b" l="l" r="r" t="t"/>
              <a:pathLst>
                <a:path extrusionOk="0" h="272" w="958">
                  <a:moveTo>
                    <a:pt x="0" y="1"/>
                  </a:moveTo>
                  <a:lnTo>
                    <a:pt x="17" y="21"/>
                  </a:lnTo>
                  <a:lnTo>
                    <a:pt x="101" y="37"/>
                  </a:lnTo>
                  <a:cubicBezTo>
                    <a:pt x="150" y="53"/>
                    <a:pt x="219" y="70"/>
                    <a:pt x="271" y="86"/>
                  </a:cubicBezTo>
                  <a:cubicBezTo>
                    <a:pt x="336" y="102"/>
                    <a:pt x="388" y="122"/>
                    <a:pt x="437" y="138"/>
                  </a:cubicBezTo>
                  <a:cubicBezTo>
                    <a:pt x="489" y="154"/>
                    <a:pt x="554" y="154"/>
                    <a:pt x="606" y="171"/>
                  </a:cubicBezTo>
                  <a:cubicBezTo>
                    <a:pt x="554" y="154"/>
                    <a:pt x="505" y="138"/>
                    <a:pt x="437" y="122"/>
                  </a:cubicBezTo>
                  <a:cubicBezTo>
                    <a:pt x="388" y="102"/>
                    <a:pt x="336" y="86"/>
                    <a:pt x="271" y="70"/>
                  </a:cubicBezTo>
                  <a:cubicBezTo>
                    <a:pt x="219" y="53"/>
                    <a:pt x="170" y="37"/>
                    <a:pt x="101" y="21"/>
                  </a:cubicBezTo>
                  <a:lnTo>
                    <a:pt x="17" y="1"/>
                  </a:lnTo>
                  <a:close/>
                  <a:moveTo>
                    <a:pt x="606" y="171"/>
                  </a:moveTo>
                  <a:cubicBezTo>
                    <a:pt x="622" y="187"/>
                    <a:pt x="655" y="187"/>
                    <a:pt x="675" y="203"/>
                  </a:cubicBezTo>
                  <a:cubicBezTo>
                    <a:pt x="723" y="203"/>
                    <a:pt x="792" y="223"/>
                    <a:pt x="841" y="239"/>
                  </a:cubicBezTo>
                  <a:cubicBezTo>
                    <a:pt x="792" y="223"/>
                    <a:pt x="740" y="203"/>
                    <a:pt x="675" y="187"/>
                  </a:cubicBezTo>
                  <a:cubicBezTo>
                    <a:pt x="655" y="171"/>
                    <a:pt x="639" y="171"/>
                    <a:pt x="606" y="171"/>
                  </a:cubicBezTo>
                  <a:close/>
                  <a:moveTo>
                    <a:pt x="841" y="239"/>
                  </a:moveTo>
                  <a:lnTo>
                    <a:pt x="857" y="255"/>
                  </a:lnTo>
                  <a:cubicBezTo>
                    <a:pt x="877" y="255"/>
                    <a:pt x="909" y="272"/>
                    <a:pt x="942" y="272"/>
                  </a:cubicBezTo>
                  <a:lnTo>
                    <a:pt x="958" y="272"/>
                  </a:lnTo>
                  <a:lnTo>
                    <a:pt x="958" y="255"/>
                  </a:lnTo>
                  <a:cubicBezTo>
                    <a:pt x="925" y="255"/>
                    <a:pt x="893" y="255"/>
                    <a:pt x="857" y="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0"/>
            <p:cNvSpPr/>
            <p:nvPr/>
          </p:nvSpPr>
          <p:spPr>
            <a:xfrm>
              <a:off x="2277352" y="671632"/>
              <a:ext cx="5364" cy="35459"/>
            </a:xfrm>
            <a:custGeom>
              <a:rect b="b" l="l" r="r" t="t"/>
              <a:pathLst>
                <a:path extrusionOk="0" h="357" w="54">
                  <a:moveTo>
                    <a:pt x="37" y="1"/>
                  </a:moveTo>
                  <a:cubicBezTo>
                    <a:pt x="1" y="1"/>
                    <a:pt x="1" y="33"/>
                    <a:pt x="21" y="33"/>
                  </a:cubicBezTo>
                  <a:cubicBezTo>
                    <a:pt x="21" y="17"/>
                    <a:pt x="21" y="17"/>
                    <a:pt x="37" y="17"/>
                  </a:cubicBezTo>
                  <a:lnTo>
                    <a:pt x="37" y="1"/>
                  </a:lnTo>
                  <a:close/>
                  <a:moveTo>
                    <a:pt x="21" y="33"/>
                  </a:moveTo>
                  <a:lnTo>
                    <a:pt x="21" y="53"/>
                  </a:lnTo>
                  <a:lnTo>
                    <a:pt x="21" y="102"/>
                  </a:lnTo>
                  <a:lnTo>
                    <a:pt x="21" y="170"/>
                  </a:lnTo>
                  <a:lnTo>
                    <a:pt x="21" y="255"/>
                  </a:lnTo>
                  <a:cubicBezTo>
                    <a:pt x="21" y="271"/>
                    <a:pt x="37" y="304"/>
                    <a:pt x="37" y="336"/>
                  </a:cubicBezTo>
                  <a:cubicBezTo>
                    <a:pt x="37" y="356"/>
                    <a:pt x="37" y="356"/>
                    <a:pt x="53" y="356"/>
                  </a:cubicBezTo>
                  <a:lnTo>
                    <a:pt x="53" y="336"/>
                  </a:lnTo>
                  <a:cubicBezTo>
                    <a:pt x="37" y="304"/>
                    <a:pt x="37" y="271"/>
                    <a:pt x="37" y="255"/>
                  </a:cubicBezTo>
                  <a:lnTo>
                    <a:pt x="37" y="170"/>
                  </a:lnTo>
                  <a:lnTo>
                    <a:pt x="37" y="102"/>
                  </a:lnTo>
                  <a:cubicBezTo>
                    <a:pt x="37" y="86"/>
                    <a:pt x="21" y="69"/>
                    <a:pt x="2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0"/>
            <p:cNvSpPr/>
            <p:nvPr/>
          </p:nvSpPr>
          <p:spPr>
            <a:xfrm>
              <a:off x="2312711" y="446164"/>
              <a:ext cx="51848" cy="20163"/>
            </a:xfrm>
            <a:custGeom>
              <a:rect b="b" l="l" r="r" t="t"/>
              <a:pathLst>
                <a:path extrusionOk="0" h="203" w="522">
                  <a:moveTo>
                    <a:pt x="16" y="1"/>
                  </a:moveTo>
                  <a:lnTo>
                    <a:pt x="0" y="17"/>
                  </a:lnTo>
                  <a:lnTo>
                    <a:pt x="16" y="17"/>
                  </a:lnTo>
                  <a:cubicBezTo>
                    <a:pt x="33" y="17"/>
                    <a:pt x="33" y="17"/>
                    <a:pt x="49" y="33"/>
                  </a:cubicBezTo>
                  <a:lnTo>
                    <a:pt x="69" y="33"/>
                  </a:lnTo>
                  <a:cubicBezTo>
                    <a:pt x="117" y="49"/>
                    <a:pt x="170" y="65"/>
                    <a:pt x="202" y="81"/>
                  </a:cubicBezTo>
                  <a:cubicBezTo>
                    <a:pt x="235" y="102"/>
                    <a:pt x="271" y="118"/>
                    <a:pt x="303" y="118"/>
                  </a:cubicBezTo>
                  <a:cubicBezTo>
                    <a:pt x="336" y="134"/>
                    <a:pt x="388" y="150"/>
                    <a:pt x="420" y="166"/>
                  </a:cubicBezTo>
                  <a:cubicBezTo>
                    <a:pt x="420" y="166"/>
                    <a:pt x="437" y="166"/>
                    <a:pt x="437" y="182"/>
                  </a:cubicBezTo>
                  <a:cubicBezTo>
                    <a:pt x="453" y="182"/>
                    <a:pt x="489" y="203"/>
                    <a:pt x="505" y="203"/>
                  </a:cubicBezTo>
                  <a:lnTo>
                    <a:pt x="521" y="182"/>
                  </a:lnTo>
                  <a:lnTo>
                    <a:pt x="505" y="182"/>
                  </a:lnTo>
                  <a:cubicBezTo>
                    <a:pt x="489" y="182"/>
                    <a:pt x="473" y="166"/>
                    <a:pt x="437" y="166"/>
                  </a:cubicBezTo>
                  <a:cubicBezTo>
                    <a:pt x="437" y="166"/>
                    <a:pt x="420" y="166"/>
                    <a:pt x="420" y="150"/>
                  </a:cubicBezTo>
                  <a:cubicBezTo>
                    <a:pt x="388" y="134"/>
                    <a:pt x="352" y="134"/>
                    <a:pt x="319" y="118"/>
                  </a:cubicBezTo>
                  <a:cubicBezTo>
                    <a:pt x="287" y="102"/>
                    <a:pt x="251" y="81"/>
                    <a:pt x="218" y="81"/>
                  </a:cubicBezTo>
                  <a:cubicBezTo>
                    <a:pt x="170" y="65"/>
                    <a:pt x="117" y="33"/>
                    <a:pt x="85" y="33"/>
                  </a:cubicBezTo>
                  <a:cubicBezTo>
                    <a:pt x="69" y="17"/>
                    <a:pt x="69" y="17"/>
                    <a:pt x="49" y="17"/>
                  </a:cubicBezTo>
                  <a:cubicBezTo>
                    <a:pt x="49"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1787878" y="977851"/>
              <a:ext cx="13310" cy="6456"/>
            </a:xfrm>
            <a:custGeom>
              <a:rect b="b" l="l" r="r" t="t"/>
              <a:pathLst>
                <a:path extrusionOk="0" h="65" w="134">
                  <a:moveTo>
                    <a:pt x="134" y="0"/>
                  </a:moveTo>
                  <a:lnTo>
                    <a:pt x="0" y="49"/>
                  </a:lnTo>
                  <a:lnTo>
                    <a:pt x="0" y="65"/>
                  </a:lnTo>
                  <a:lnTo>
                    <a:pt x="17" y="65"/>
                  </a:lnTo>
                  <a:lnTo>
                    <a:pt x="1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0"/>
            <p:cNvSpPr/>
            <p:nvPr/>
          </p:nvSpPr>
          <p:spPr>
            <a:xfrm>
              <a:off x="1677528" y="519565"/>
              <a:ext cx="60290" cy="43504"/>
            </a:xfrm>
            <a:custGeom>
              <a:rect b="b" l="l" r="r" t="t"/>
              <a:pathLst>
                <a:path extrusionOk="0" h="438" w="607">
                  <a:moveTo>
                    <a:pt x="606" y="1"/>
                  </a:moveTo>
                  <a:cubicBezTo>
                    <a:pt x="570" y="1"/>
                    <a:pt x="538" y="17"/>
                    <a:pt x="522" y="33"/>
                  </a:cubicBezTo>
                  <a:cubicBezTo>
                    <a:pt x="522" y="49"/>
                    <a:pt x="505" y="49"/>
                    <a:pt x="505" y="69"/>
                  </a:cubicBezTo>
                  <a:cubicBezTo>
                    <a:pt x="522" y="69"/>
                    <a:pt x="522" y="49"/>
                    <a:pt x="538" y="49"/>
                  </a:cubicBezTo>
                  <a:cubicBezTo>
                    <a:pt x="554" y="33"/>
                    <a:pt x="570" y="17"/>
                    <a:pt x="606" y="1"/>
                  </a:cubicBezTo>
                  <a:close/>
                  <a:moveTo>
                    <a:pt x="505" y="69"/>
                  </a:moveTo>
                  <a:lnTo>
                    <a:pt x="505" y="69"/>
                  </a:lnTo>
                  <a:cubicBezTo>
                    <a:pt x="421" y="118"/>
                    <a:pt x="320" y="187"/>
                    <a:pt x="219" y="271"/>
                  </a:cubicBezTo>
                  <a:lnTo>
                    <a:pt x="166" y="304"/>
                  </a:lnTo>
                  <a:cubicBezTo>
                    <a:pt x="118" y="336"/>
                    <a:pt x="49" y="389"/>
                    <a:pt x="1" y="421"/>
                  </a:cubicBezTo>
                  <a:lnTo>
                    <a:pt x="1" y="437"/>
                  </a:lnTo>
                  <a:cubicBezTo>
                    <a:pt x="65" y="405"/>
                    <a:pt x="118" y="352"/>
                    <a:pt x="166" y="320"/>
                  </a:cubicBezTo>
                  <a:lnTo>
                    <a:pt x="219" y="288"/>
                  </a:lnTo>
                  <a:cubicBezTo>
                    <a:pt x="320" y="203"/>
                    <a:pt x="421" y="134"/>
                    <a:pt x="505" y="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0"/>
            <p:cNvSpPr/>
            <p:nvPr/>
          </p:nvSpPr>
          <p:spPr>
            <a:xfrm>
              <a:off x="2284205" y="434146"/>
              <a:ext cx="11720" cy="5264"/>
            </a:xfrm>
            <a:custGeom>
              <a:rect b="b" l="l" r="r" t="t"/>
              <a:pathLst>
                <a:path extrusionOk="0" h="53" w="118">
                  <a:moveTo>
                    <a:pt x="0" y="0"/>
                  </a:moveTo>
                  <a:lnTo>
                    <a:pt x="0" y="21"/>
                  </a:lnTo>
                  <a:lnTo>
                    <a:pt x="118" y="53"/>
                  </a:lnTo>
                  <a:lnTo>
                    <a:pt x="118" y="53"/>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0"/>
            <p:cNvSpPr/>
            <p:nvPr/>
          </p:nvSpPr>
          <p:spPr>
            <a:xfrm>
              <a:off x="2376081" y="802045"/>
              <a:ext cx="10131" cy="3377"/>
            </a:xfrm>
            <a:custGeom>
              <a:rect b="b" l="l" r="r" t="t"/>
              <a:pathLst>
                <a:path extrusionOk="0" h="34" w="102">
                  <a:moveTo>
                    <a:pt x="1" y="1"/>
                  </a:moveTo>
                  <a:lnTo>
                    <a:pt x="1" y="17"/>
                  </a:lnTo>
                  <a:cubicBezTo>
                    <a:pt x="17" y="17"/>
                    <a:pt x="37" y="17"/>
                    <a:pt x="53" y="33"/>
                  </a:cubicBezTo>
                  <a:lnTo>
                    <a:pt x="102" y="33"/>
                  </a:lnTo>
                  <a:cubicBezTo>
                    <a:pt x="85" y="17"/>
                    <a:pt x="69" y="17"/>
                    <a:pt x="53" y="17"/>
                  </a:cubicBezTo>
                  <a:cubicBezTo>
                    <a:pt x="37"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1672363" y="635875"/>
              <a:ext cx="63469" cy="42710"/>
            </a:xfrm>
            <a:custGeom>
              <a:rect b="b" l="l" r="r" t="t"/>
              <a:pathLst>
                <a:path extrusionOk="0" h="430" w="639">
                  <a:moveTo>
                    <a:pt x="613" y="1"/>
                  </a:moveTo>
                  <a:cubicBezTo>
                    <a:pt x="596" y="1"/>
                    <a:pt x="585" y="14"/>
                    <a:pt x="574" y="26"/>
                  </a:cubicBezTo>
                  <a:lnTo>
                    <a:pt x="557" y="42"/>
                  </a:lnTo>
                  <a:cubicBezTo>
                    <a:pt x="456" y="110"/>
                    <a:pt x="355" y="175"/>
                    <a:pt x="254" y="244"/>
                  </a:cubicBezTo>
                  <a:lnTo>
                    <a:pt x="186" y="292"/>
                  </a:lnTo>
                  <a:cubicBezTo>
                    <a:pt x="133" y="312"/>
                    <a:pt x="101" y="345"/>
                    <a:pt x="69" y="377"/>
                  </a:cubicBezTo>
                  <a:cubicBezTo>
                    <a:pt x="101" y="361"/>
                    <a:pt x="154" y="328"/>
                    <a:pt x="186" y="312"/>
                  </a:cubicBezTo>
                  <a:lnTo>
                    <a:pt x="271" y="244"/>
                  </a:lnTo>
                  <a:cubicBezTo>
                    <a:pt x="355" y="191"/>
                    <a:pt x="456" y="127"/>
                    <a:pt x="557" y="58"/>
                  </a:cubicBezTo>
                  <a:lnTo>
                    <a:pt x="574" y="42"/>
                  </a:lnTo>
                  <a:cubicBezTo>
                    <a:pt x="590" y="26"/>
                    <a:pt x="606" y="9"/>
                    <a:pt x="638" y="9"/>
                  </a:cubicBezTo>
                  <a:cubicBezTo>
                    <a:pt x="629" y="3"/>
                    <a:pt x="620" y="1"/>
                    <a:pt x="613" y="1"/>
                  </a:cubicBezTo>
                  <a:close/>
                  <a:moveTo>
                    <a:pt x="69" y="377"/>
                  </a:moveTo>
                  <a:lnTo>
                    <a:pt x="0" y="413"/>
                  </a:lnTo>
                  <a:lnTo>
                    <a:pt x="0" y="429"/>
                  </a:lnTo>
                  <a:lnTo>
                    <a:pt x="16" y="429"/>
                  </a:lnTo>
                  <a:lnTo>
                    <a:pt x="69" y="37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0"/>
            <p:cNvSpPr/>
            <p:nvPr/>
          </p:nvSpPr>
          <p:spPr>
            <a:xfrm>
              <a:off x="2235635" y="940902"/>
              <a:ext cx="15395" cy="4867"/>
            </a:xfrm>
            <a:custGeom>
              <a:rect b="b" l="l" r="r" t="t"/>
              <a:pathLst>
                <a:path extrusionOk="0" h="49" w="155">
                  <a:moveTo>
                    <a:pt x="1" y="0"/>
                  </a:moveTo>
                  <a:lnTo>
                    <a:pt x="17" y="17"/>
                  </a:lnTo>
                  <a:cubicBezTo>
                    <a:pt x="37" y="17"/>
                    <a:pt x="53" y="17"/>
                    <a:pt x="69" y="33"/>
                  </a:cubicBezTo>
                  <a:cubicBezTo>
                    <a:pt x="102" y="33"/>
                    <a:pt x="118" y="49"/>
                    <a:pt x="138" y="49"/>
                  </a:cubicBezTo>
                  <a:lnTo>
                    <a:pt x="154" y="33"/>
                  </a:lnTo>
                  <a:cubicBezTo>
                    <a:pt x="118" y="33"/>
                    <a:pt x="102" y="17"/>
                    <a:pt x="69" y="17"/>
                  </a:cubicBezTo>
                  <a:cubicBezTo>
                    <a:pt x="53" y="17"/>
                    <a:pt x="3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0"/>
            <p:cNvSpPr/>
            <p:nvPr/>
          </p:nvSpPr>
          <p:spPr>
            <a:xfrm>
              <a:off x="1762550" y="934048"/>
              <a:ext cx="41915" cy="18574"/>
            </a:xfrm>
            <a:custGeom>
              <a:rect b="b" l="l" r="r" t="t"/>
              <a:pathLst>
                <a:path extrusionOk="0" h="187" w="422">
                  <a:moveTo>
                    <a:pt x="421" y="1"/>
                  </a:moveTo>
                  <a:lnTo>
                    <a:pt x="356" y="17"/>
                  </a:lnTo>
                  <a:cubicBezTo>
                    <a:pt x="320" y="37"/>
                    <a:pt x="272" y="53"/>
                    <a:pt x="235" y="69"/>
                  </a:cubicBezTo>
                  <a:cubicBezTo>
                    <a:pt x="171" y="102"/>
                    <a:pt x="102" y="138"/>
                    <a:pt x="33" y="170"/>
                  </a:cubicBezTo>
                  <a:cubicBezTo>
                    <a:pt x="102" y="154"/>
                    <a:pt x="171" y="118"/>
                    <a:pt x="235" y="86"/>
                  </a:cubicBezTo>
                  <a:cubicBezTo>
                    <a:pt x="288" y="69"/>
                    <a:pt x="320" y="53"/>
                    <a:pt x="356" y="37"/>
                  </a:cubicBezTo>
                  <a:lnTo>
                    <a:pt x="421" y="1"/>
                  </a:lnTo>
                  <a:close/>
                  <a:moveTo>
                    <a:pt x="1" y="170"/>
                  </a:moveTo>
                  <a:lnTo>
                    <a:pt x="17" y="187"/>
                  </a:lnTo>
                  <a:lnTo>
                    <a:pt x="33" y="17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0"/>
            <p:cNvSpPr/>
            <p:nvPr/>
          </p:nvSpPr>
          <p:spPr>
            <a:xfrm>
              <a:off x="2466367" y="460963"/>
              <a:ext cx="6953" cy="3377"/>
            </a:xfrm>
            <a:custGeom>
              <a:rect b="b" l="l" r="r" t="t"/>
              <a:pathLst>
                <a:path extrusionOk="0" h="34" w="70">
                  <a:moveTo>
                    <a:pt x="1" y="1"/>
                  </a:moveTo>
                  <a:lnTo>
                    <a:pt x="69" y="33"/>
                  </a:lnTo>
                  <a:lnTo>
                    <a:pt x="69" y="17"/>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2322743" y="579756"/>
              <a:ext cx="11720" cy="4966"/>
            </a:xfrm>
            <a:custGeom>
              <a:rect b="b" l="l" r="r" t="t"/>
              <a:pathLst>
                <a:path extrusionOk="0" h="50" w="118">
                  <a:moveTo>
                    <a:pt x="0" y="1"/>
                  </a:moveTo>
                  <a:lnTo>
                    <a:pt x="0" y="17"/>
                  </a:lnTo>
                  <a:lnTo>
                    <a:pt x="101" y="49"/>
                  </a:lnTo>
                  <a:lnTo>
                    <a:pt x="117" y="49"/>
                  </a:lnTo>
                  <a:lnTo>
                    <a:pt x="101"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0"/>
            <p:cNvSpPr/>
            <p:nvPr/>
          </p:nvSpPr>
          <p:spPr>
            <a:xfrm>
              <a:off x="2311122" y="596641"/>
              <a:ext cx="51848" cy="16587"/>
            </a:xfrm>
            <a:custGeom>
              <a:rect b="b" l="l" r="r" t="t"/>
              <a:pathLst>
                <a:path extrusionOk="0" h="167" w="522">
                  <a:moveTo>
                    <a:pt x="0" y="0"/>
                  </a:moveTo>
                  <a:cubicBezTo>
                    <a:pt x="49" y="17"/>
                    <a:pt x="101" y="33"/>
                    <a:pt x="150" y="49"/>
                  </a:cubicBezTo>
                  <a:cubicBezTo>
                    <a:pt x="166" y="49"/>
                    <a:pt x="166" y="65"/>
                    <a:pt x="186" y="65"/>
                  </a:cubicBezTo>
                  <a:cubicBezTo>
                    <a:pt x="218" y="81"/>
                    <a:pt x="234" y="81"/>
                    <a:pt x="251" y="81"/>
                  </a:cubicBezTo>
                  <a:cubicBezTo>
                    <a:pt x="234" y="65"/>
                    <a:pt x="218" y="65"/>
                    <a:pt x="202" y="49"/>
                  </a:cubicBezTo>
                  <a:cubicBezTo>
                    <a:pt x="186" y="49"/>
                    <a:pt x="166" y="49"/>
                    <a:pt x="150" y="33"/>
                  </a:cubicBezTo>
                  <a:cubicBezTo>
                    <a:pt x="101" y="17"/>
                    <a:pt x="49" y="0"/>
                    <a:pt x="0" y="0"/>
                  </a:cubicBezTo>
                  <a:close/>
                  <a:moveTo>
                    <a:pt x="251" y="81"/>
                  </a:moveTo>
                  <a:cubicBezTo>
                    <a:pt x="267" y="101"/>
                    <a:pt x="303" y="101"/>
                    <a:pt x="319" y="118"/>
                  </a:cubicBezTo>
                  <a:cubicBezTo>
                    <a:pt x="335" y="118"/>
                    <a:pt x="352" y="118"/>
                    <a:pt x="368" y="134"/>
                  </a:cubicBezTo>
                  <a:cubicBezTo>
                    <a:pt x="420" y="150"/>
                    <a:pt x="469" y="166"/>
                    <a:pt x="505" y="166"/>
                  </a:cubicBezTo>
                  <a:lnTo>
                    <a:pt x="521" y="166"/>
                  </a:lnTo>
                  <a:cubicBezTo>
                    <a:pt x="469" y="150"/>
                    <a:pt x="420" y="134"/>
                    <a:pt x="388" y="118"/>
                  </a:cubicBezTo>
                  <a:cubicBezTo>
                    <a:pt x="352" y="118"/>
                    <a:pt x="335" y="101"/>
                    <a:pt x="319" y="101"/>
                  </a:cubicBezTo>
                  <a:cubicBezTo>
                    <a:pt x="303" y="101"/>
                    <a:pt x="287" y="81"/>
                    <a:pt x="251" y="8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0"/>
            <p:cNvSpPr/>
            <p:nvPr/>
          </p:nvSpPr>
          <p:spPr>
            <a:xfrm>
              <a:off x="1673952" y="558103"/>
              <a:ext cx="63866" cy="45094"/>
            </a:xfrm>
            <a:custGeom>
              <a:rect b="b" l="l" r="r" t="t"/>
              <a:pathLst>
                <a:path extrusionOk="0" h="454" w="643">
                  <a:moveTo>
                    <a:pt x="642" y="1"/>
                  </a:moveTo>
                  <a:cubicBezTo>
                    <a:pt x="606" y="1"/>
                    <a:pt x="606" y="1"/>
                    <a:pt x="590" y="17"/>
                  </a:cubicBezTo>
                  <a:cubicBezTo>
                    <a:pt x="521" y="65"/>
                    <a:pt x="457" y="102"/>
                    <a:pt x="404" y="150"/>
                  </a:cubicBezTo>
                  <a:cubicBezTo>
                    <a:pt x="319" y="203"/>
                    <a:pt x="255" y="251"/>
                    <a:pt x="186" y="304"/>
                  </a:cubicBezTo>
                  <a:cubicBezTo>
                    <a:pt x="154" y="336"/>
                    <a:pt x="101" y="368"/>
                    <a:pt x="69" y="405"/>
                  </a:cubicBezTo>
                  <a:cubicBezTo>
                    <a:pt x="117" y="388"/>
                    <a:pt x="154" y="352"/>
                    <a:pt x="186" y="320"/>
                  </a:cubicBezTo>
                  <a:cubicBezTo>
                    <a:pt x="271" y="267"/>
                    <a:pt x="339" y="219"/>
                    <a:pt x="404" y="166"/>
                  </a:cubicBezTo>
                  <a:cubicBezTo>
                    <a:pt x="473" y="118"/>
                    <a:pt x="521" y="65"/>
                    <a:pt x="590" y="33"/>
                  </a:cubicBezTo>
                  <a:cubicBezTo>
                    <a:pt x="606" y="17"/>
                    <a:pt x="622" y="17"/>
                    <a:pt x="642" y="17"/>
                  </a:cubicBezTo>
                  <a:lnTo>
                    <a:pt x="642" y="1"/>
                  </a:lnTo>
                  <a:close/>
                  <a:moveTo>
                    <a:pt x="69" y="405"/>
                  </a:moveTo>
                  <a:lnTo>
                    <a:pt x="0" y="437"/>
                  </a:lnTo>
                  <a:lnTo>
                    <a:pt x="0" y="453"/>
                  </a:lnTo>
                  <a:lnTo>
                    <a:pt x="16" y="453"/>
                  </a:lnTo>
                  <a:lnTo>
                    <a:pt x="69" y="4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0"/>
            <p:cNvSpPr/>
            <p:nvPr/>
          </p:nvSpPr>
          <p:spPr>
            <a:xfrm>
              <a:off x="1739308" y="885478"/>
              <a:ext cx="70322" cy="35459"/>
            </a:xfrm>
            <a:custGeom>
              <a:rect b="b" l="l" r="r" t="t"/>
              <a:pathLst>
                <a:path extrusionOk="0" h="357" w="708">
                  <a:moveTo>
                    <a:pt x="691" y="1"/>
                  </a:moveTo>
                  <a:cubicBezTo>
                    <a:pt x="671" y="1"/>
                    <a:pt x="655" y="21"/>
                    <a:pt x="639" y="21"/>
                  </a:cubicBezTo>
                  <a:cubicBezTo>
                    <a:pt x="623" y="21"/>
                    <a:pt x="623" y="37"/>
                    <a:pt x="607" y="37"/>
                  </a:cubicBezTo>
                  <a:lnTo>
                    <a:pt x="506" y="86"/>
                  </a:lnTo>
                  <a:cubicBezTo>
                    <a:pt x="352" y="171"/>
                    <a:pt x="203" y="239"/>
                    <a:pt x="49" y="324"/>
                  </a:cubicBezTo>
                  <a:cubicBezTo>
                    <a:pt x="33" y="324"/>
                    <a:pt x="33" y="324"/>
                    <a:pt x="17" y="340"/>
                  </a:cubicBezTo>
                  <a:lnTo>
                    <a:pt x="1" y="356"/>
                  </a:lnTo>
                  <a:lnTo>
                    <a:pt x="17" y="356"/>
                  </a:lnTo>
                  <a:lnTo>
                    <a:pt x="33" y="340"/>
                  </a:lnTo>
                  <a:lnTo>
                    <a:pt x="49" y="340"/>
                  </a:lnTo>
                  <a:cubicBezTo>
                    <a:pt x="203" y="255"/>
                    <a:pt x="368" y="171"/>
                    <a:pt x="522" y="102"/>
                  </a:cubicBezTo>
                  <a:lnTo>
                    <a:pt x="623" y="37"/>
                  </a:lnTo>
                  <a:lnTo>
                    <a:pt x="639" y="37"/>
                  </a:lnTo>
                  <a:cubicBezTo>
                    <a:pt x="655" y="21"/>
                    <a:pt x="671" y="21"/>
                    <a:pt x="691" y="21"/>
                  </a:cubicBezTo>
                  <a:lnTo>
                    <a:pt x="708" y="21"/>
                  </a:lnTo>
                  <a:lnTo>
                    <a:pt x="7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0"/>
            <p:cNvSpPr/>
            <p:nvPr/>
          </p:nvSpPr>
          <p:spPr>
            <a:xfrm>
              <a:off x="2483252" y="447753"/>
              <a:ext cx="14899" cy="6555"/>
            </a:xfrm>
            <a:custGeom>
              <a:rect b="b" l="l" r="r" t="t"/>
              <a:pathLst>
                <a:path extrusionOk="0" h="66" w="150">
                  <a:moveTo>
                    <a:pt x="0" y="1"/>
                  </a:moveTo>
                  <a:lnTo>
                    <a:pt x="16" y="17"/>
                  </a:lnTo>
                  <a:lnTo>
                    <a:pt x="49" y="17"/>
                  </a:lnTo>
                  <a:cubicBezTo>
                    <a:pt x="49" y="1"/>
                    <a:pt x="32" y="1"/>
                    <a:pt x="32" y="1"/>
                  </a:cubicBezTo>
                  <a:close/>
                  <a:moveTo>
                    <a:pt x="49" y="17"/>
                  </a:moveTo>
                  <a:lnTo>
                    <a:pt x="49" y="33"/>
                  </a:lnTo>
                  <a:cubicBezTo>
                    <a:pt x="85" y="33"/>
                    <a:pt x="101" y="49"/>
                    <a:pt x="133" y="65"/>
                  </a:cubicBezTo>
                  <a:lnTo>
                    <a:pt x="150" y="49"/>
                  </a:lnTo>
                  <a:lnTo>
                    <a:pt x="133" y="49"/>
                  </a:lnTo>
                  <a:cubicBezTo>
                    <a:pt x="117" y="33"/>
                    <a:pt x="85" y="33"/>
                    <a:pt x="4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0"/>
            <p:cNvSpPr/>
            <p:nvPr/>
          </p:nvSpPr>
          <p:spPr>
            <a:xfrm>
              <a:off x="2304269" y="504368"/>
              <a:ext cx="45392" cy="16885"/>
            </a:xfrm>
            <a:custGeom>
              <a:rect b="b" l="l" r="r" t="t"/>
              <a:pathLst>
                <a:path extrusionOk="0" h="170" w="457">
                  <a:moveTo>
                    <a:pt x="17" y="0"/>
                  </a:moveTo>
                  <a:lnTo>
                    <a:pt x="0" y="20"/>
                  </a:lnTo>
                  <a:cubicBezTo>
                    <a:pt x="33" y="20"/>
                    <a:pt x="53" y="37"/>
                    <a:pt x="69" y="37"/>
                  </a:cubicBezTo>
                  <a:cubicBezTo>
                    <a:pt x="85" y="37"/>
                    <a:pt x="85" y="53"/>
                    <a:pt x="101" y="53"/>
                  </a:cubicBezTo>
                  <a:cubicBezTo>
                    <a:pt x="154" y="69"/>
                    <a:pt x="202" y="85"/>
                    <a:pt x="255" y="101"/>
                  </a:cubicBezTo>
                  <a:cubicBezTo>
                    <a:pt x="271" y="101"/>
                    <a:pt x="287" y="121"/>
                    <a:pt x="320" y="121"/>
                  </a:cubicBezTo>
                  <a:cubicBezTo>
                    <a:pt x="303" y="101"/>
                    <a:pt x="287" y="101"/>
                    <a:pt x="255" y="85"/>
                  </a:cubicBezTo>
                  <a:cubicBezTo>
                    <a:pt x="202" y="69"/>
                    <a:pt x="154" y="53"/>
                    <a:pt x="101" y="37"/>
                  </a:cubicBezTo>
                  <a:cubicBezTo>
                    <a:pt x="101" y="37"/>
                    <a:pt x="85" y="37"/>
                    <a:pt x="69" y="20"/>
                  </a:cubicBezTo>
                  <a:cubicBezTo>
                    <a:pt x="53" y="20"/>
                    <a:pt x="33" y="0"/>
                    <a:pt x="17" y="0"/>
                  </a:cubicBezTo>
                  <a:close/>
                  <a:moveTo>
                    <a:pt x="320" y="121"/>
                  </a:moveTo>
                  <a:cubicBezTo>
                    <a:pt x="356" y="138"/>
                    <a:pt x="404" y="154"/>
                    <a:pt x="457" y="170"/>
                  </a:cubicBezTo>
                  <a:cubicBezTo>
                    <a:pt x="404" y="154"/>
                    <a:pt x="372" y="138"/>
                    <a:pt x="320"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0"/>
            <p:cNvSpPr/>
            <p:nvPr/>
          </p:nvSpPr>
          <p:spPr>
            <a:xfrm>
              <a:off x="2469943" y="506355"/>
              <a:ext cx="80354" cy="31784"/>
            </a:xfrm>
            <a:custGeom>
              <a:rect b="b" l="l" r="r" t="t"/>
              <a:pathLst>
                <a:path extrusionOk="0" h="320" w="809">
                  <a:moveTo>
                    <a:pt x="1" y="0"/>
                  </a:moveTo>
                  <a:lnTo>
                    <a:pt x="1" y="17"/>
                  </a:lnTo>
                  <a:lnTo>
                    <a:pt x="203" y="81"/>
                  </a:lnTo>
                  <a:cubicBezTo>
                    <a:pt x="251" y="101"/>
                    <a:pt x="304" y="134"/>
                    <a:pt x="368" y="150"/>
                  </a:cubicBezTo>
                  <a:cubicBezTo>
                    <a:pt x="421" y="166"/>
                    <a:pt x="453" y="182"/>
                    <a:pt x="506" y="202"/>
                  </a:cubicBezTo>
                  <a:cubicBezTo>
                    <a:pt x="554" y="219"/>
                    <a:pt x="607" y="235"/>
                    <a:pt x="655" y="251"/>
                  </a:cubicBezTo>
                  <a:cubicBezTo>
                    <a:pt x="607" y="235"/>
                    <a:pt x="554" y="202"/>
                    <a:pt x="506" y="182"/>
                  </a:cubicBezTo>
                  <a:cubicBezTo>
                    <a:pt x="469" y="166"/>
                    <a:pt x="421" y="150"/>
                    <a:pt x="368" y="134"/>
                  </a:cubicBezTo>
                  <a:cubicBezTo>
                    <a:pt x="320" y="118"/>
                    <a:pt x="251" y="101"/>
                    <a:pt x="203" y="65"/>
                  </a:cubicBezTo>
                  <a:lnTo>
                    <a:pt x="1" y="0"/>
                  </a:lnTo>
                  <a:close/>
                  <a:moveTo>
                    <a:pt x="655" y="251"/>
                  </a:moveTo>
                  <a:cubicBezTo>
                    <a:pt x="688" y="267"/>
                    <a:pt x="724" y="283"/>
                    <a:pt x="756" y="303"/>
                  </a:cubicBezTo>
                  <a:lnTo>
                    <a:pt x="789" y="320"/>
                  </a:lnTo>
                  <a:lnTo>
                    <a:pt x="809" y="320"/>
                  </a:lnTo>
                  <a:lnTo>
                    <a:pt x="809" y="303"/>
                  </a:lnTo>
                  <a:lnTo>
                    <a:pt x="756" y="283"/>
                  </a:lnTo>
                  <a:cubicBezTo>
                    <a:pt x="724" y="267"/>
                    <a:pt x="688" y="251"/>
                    <a:pt x="655" y="2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0"/>
            <p:cNvSpPr/>
            <p:nvPr/>
          </p:nvSpPr>
          <p:spPr>
            <a:xfrm>
              <a:off x="1673952" y="609852"/>
              <a:ext cx="60290" cy="43405"/>
            </a:xfrm>
            <a:custGeom>
              <a:rect b="b" l="l" r="r" t="t"/>
              <a:pathLst>
                <a:path extrusionOk="0" h="437" w="607">
                  <a:moveTo>
                    <a:pt x="590" y="1"/>
                  </a:moveTo>
                  <a:cubicBezTo>
                    <a:pt x="574" y="17"/>
                    <a:pt x="558" y="33"/>
                    <a:pt x="521" y="49"/>
                  </a:cubicBezTo>
                  <a:cubicBezTo>
                    <a:pt x="521" y="49"/>
                    <a:pt x="505" y="49"/>
                    <a:pt x="505" y="69"/>
                  </a:cubicBezTo>
                  <a:cubicBezTo>
                    <a:pt x="521" y="69"/>
                    <a:pt x="521" y="69"/>
                    <a:pt x="541" y="49"/>
                  </a:cubicBezTo>
                  <a:cubicBezTo>
                    <a:pt x="558" y="33"/>
                    <a:pt x="574" y="17"/>
                    <a:pt x="606" y="17"/>
                  </a:cubicBezTo>
                  <a:lnTo>
                    <a:pt x="606" y="1"/>
                  </a:lnTo>
                  <a:close/>
                  <a:moveTo>
                    <a:pt x="505" y="69"/>
                  </a:moveTo>
                  <a:lnTo>
                    <a:pt x="505" y="69"/>
                  </a:lnTo>
                  <a:cubicBezTo>
                    <a:pt x="356" y="170"/>
                    <a:pt x="218" y="271"/>
                    <a:pt x="69" y="372"/>
                  </a:cubicBezTo>
                  <a:lnTo>
                    <a:pt x="0" y="421"/>
                  </a:lnTo>
                  <a:lnTo>
                    <a:pt x="0" y="437"/>
                  </a:lnTo>
                  <a:lnTo>
                    <a:pt x="85" y="389"/>
                  </a:lnTo>
                  <a:cubicBezTo>
                    <a:pt x="218" y="288"/>
                    <a:pt x="372" y="170"/>
                    <a:pt x="505" y="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0"/>
            <p:cNvSpPr/>
            <p:nvPr/>
          </p:nvSpPr>
          <p:spPr>
            <a:xfrm>
              <a:off x="2351249" y="795291"/>
              <a:ext cx="11720" cy="3675"/>
            </a:xfrm>
            <a:custGeom>
              <a:rect b="b" l="l" r="r" t="t"/>
              <a:pathLst>
                <a:path extrusionOk="0" h="37" w="118">
                  <a:moveTo>
                    <a:pt x="0" y="0"/>
                  </a:moveTo>
                  <a:lnTo>
                    <a:pt x="0" y="20"/>
                  </a:lnTo>
                  <a:lnTo>
                    <a:pt x="101" y="36"/>
                  </a:lnTo>
                  <a:lnTo>
                    <a:pt x="117" y="36"/>
                  </a:lnTo>
                  <a:lnTo>
                    <a:pt x="117" y="20"/>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0"/>
            <p:cNvSpPr/>
            <p:nvPr/>
          </p:nvSpPr>
          <p:spPr>
            <a:xfrm>
              <a:off x="2282616" y="735100"/>
              <a:ext cx="3278" cy="22149"/>
            </a:xfrm>
            <a:custGeom>
              <a:rect b="b" l="l" r="r" t="t"/>
              <a:pathLst>
                <a:path extrusionOk="0" h="223" w="33">
                  <a:moveTo>
                    <a:pt x="0" y="0"/>
                  </a:moveTo>
                  <a:cubicBezTo>
                    <a:pt x="0" y="53"/>
                    <a:pt x="0" y="85"/>
                    <a:pt x="16" y="137"/>
                  </a:cubicBezTo>
                  <a:lnTo>
                    <a:pt x="16" y="0"/>
                  </a:lnTo>
                  <a:close/>
                  <a:moveTo>
                    <a:pt x="16" y="154"/>
                  </a:moveTo>
                  <a:cubicBezTo>
                    <a:pt x="0" y="170"/>
                    <a:pt x="0" y="186"/>
                    <a:pt x="16" y="202"/>
                  </a:cubicBezTo>
                  <a:cubicBezTo>
                    <a:pt x="16" y="202"/>
                    <a:pt x="16" y="222"/>
                    <a:pt x="33" y="222"/>
                  </a:cubicBezTo>
                  <a:lnTo>
                    <a:pt x="33" y="202"/>
                  </a:lnTo>
                  <a:cubicBezTo>
                    <a:pt x="16" y="186"/>
                    <a:pt x="16" y="170"/>
                    <a:pt x="16" y="15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0"/>
            <p:cNvSpPr/>
            <p:nvPr/>
          </p:nvSpPr>
          <p:spPr>
            <a:xfrm>
              <a:off x="2324332" y="606673"/>
              <a:ext cx="15296" cy="4867"/>
            </a:xfrm>
            <a:custGeom>
              <a:rect b="b" l="l" r="r" t="t"/>
              <a:pathLst>
                <a:path extrusionOk="0" h="49" w="154">
                  <a:moveTo>
                    <a:pt x="0" y="0"/>
                  </a:moveTo>
                  <a:lnTo>
                    <a:pt x="17" y="17"/>
                  </a:lnTo>
                  <a:lnTo>
                    <a:pt x="134" y="49"/>
                  </a:lnTo>
                  <a:lnTo>
                    <a:pt x="154" y="49"/>
                  </a:lnTo>
                  <a:lnTo>
                    <a:pt x="134"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0"/>
            <p:cNvSpPr/>
            <p:nvPr/>
          </p:nvSpPr>
          <p:spPr>
            <a:xfrm>
              <a:off x="2339529" y="644814"/>
              <a:ext cx="40227" cy="13707"/>
            </a:xfrm>
            <a:custGeom>
              <a:rect b="b" l="l" r="r" t="t"/>
              <a:pathLst>
                <a:path extrusionOk="0" h="138" w="405">
                  <a:moveTo>
                    <a:pt x="1" y="0"/>
                  </a:moveTo>
                  <a:cubicBezTo>
                    <a:pt x="33" y="20"/>
                    <a:pt x="49" y="37"/>
                    <a:pt x="82" y="37"/>
                  </a:cubicBezTo>
                  <a:cubicBezTo>
                    <a:pt x="150" y="53"/>
                    <a:pt x="219" y="85"/>
                    <a:pt x="284" y="101"/>
                  </a:cubicBezTo>
                  <a:cubicBezTo>
                    <a:pt x="304" y="101"/>
                    <a:pt x="304" y="101"/>
                    <a:pt x="320" y="121"/>
                  </a:cubicBezTo>
                  <a:cubicBezTo>
                    <a:pt x="336" y="121"/>
                    <a:pt x="369" y="138"/>
                    <a:pt x="405" y="138"/>
                  </a:cubicBezTo>
                  <a:lnTo>
                    <a:pt x="405" y="121"/>
                  </a:lnTo>
                  <a:cubicBezTo>
                    <a:pt x="369" y="121"/>
                    <a:pt x="352" y="101"/>
                    <a:pt x="320" y="101"/>
                  </a:cubicBezTo>
                  <a:cubicBezTo>
                    <a:pt x="304" y="101"/>
                    <a:pt x="304" y="85"/>
                    <a:pt x="284" y="85"/>
                  </a:cubicBezTo>
                  <a:cubicBezTo>
                    <a:pt x="219" y="69"/>
                    <a:pt x="150" y="53"/>
                    <a:pt x="82" y="20"/>
                  </a:cubicBezTo>
                  <a:cubicBezTo>
                    <a:pt x="66" y="20"/>
                    <a:pt x="33"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0"/>
            <p:cNvSpPr/>
            <p:nvPr/>
          </p:nvSpPr>
          <p:spPr>
            <a:xfrm>
              <a:off x="2720738" y="649979"/>
              <a:ext cx="11720" cy="3278"/>
            </a:xfrm>
            <a:custGeom>
              <a:rect b="b" l="l" r="r" t="t"/>
              <a:pathLst>
                <a:path extrusionOk="0" h="33" w="118">
                  <a:moveTo>
                    <a:pt x="1" y="1"/>
                  </a:moveTo>
                  <a:lnTo>
                    <a:pt x="1" y="17"/>
                  </a:lnTo>
                  <a:lnTo>
                    <a:pt x="118" y="33"/>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0"/>
            <p:cNvSpPr/>
            <p:nvPr/>
          </p:nvSpPr>
          <p:spPr>
            <a:xfrm>
              <a:off x="1672363" y="628326"/>
              <a:ext cx="63469" cy="43405"/>
            </a:xfrm>
            <a:custGeom>
              <a:rect b="b" l="l" r="r" t="t"/>
              <a:pathLst>
                <a:path extrusionOk="0" h="437" w="639">
                  <a:moveTo>
                    <a:pt x="638" y="1"/>
                  </a:moveTo>
                  <a:cubicBezTo>
                    <a:pt x="622" y="1"/>
                    <a:pt x="606" y="17"/>
                    <a:pt x="590" y="17"/>
                  </a:cubicBezTo>
                  <a:cubicBezTo>
                    <a:pt x="404" y="150"/>
                    <a:pt x="218" y="287"/>
                    <a:pt x="32" y="404"/>
                  </a:cubicBezTo>
                  <a:cubicBezTo>
                    <a:pt x="16" y="421"/>
                    <a:pt x="16" y="421"/>
                    <a:pt x="0" y="421"/>
                  </a:cubicBezTo>
                  <a:lnTo>
                    <a:pt x="0" y="437"/>
                  </a:lnTo>
                  <a:lnTo>
                    <a:pt x="16" y="437"/>
                  </a:lnTo>
                  <a:lnTo>
                    <a:pt x="32" y="421"/>
                  </a:lnTo>
                  <a:lnTo>
                    <a:pt x="53" y="421"/>
                  </a:lnTo>
                  <a:cubicBezTo>
                    <a:pt x="218" y="287"/>
                    <a:pt x="404" y="150"/>
                    <a:pt x="590" y="33"/>
                  </a:cubicBezTo>
                  <a:cubicBezTo>
                    <a:pt x="606" y="17"/>
                    <a:pt x="622" y="17"/>
                    <a:pt x="638" y="17"/>
                  </a:cubicBezTo>
                  <a:lnTo>
                    <a:pt x="6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0"/>
            <p:cNvSpPr/>
            <p:nvPr/>
          </p:nvSpPr>
          <p:spPr>
            <a:xfrm>
              <a:off x="2269406" y="416068"/>
              <a:ext cx="95153" cy="43405"/>
            </a:xfrm>
            <a:custGeom>
              <a:rect b="b" l="l" r="r" t="t"/>
              <a:pathLst>
                <a:path extrusionOk="0" h="437" w="958">
                  <a:moveTo>
                    <a:pt x="0" y="1"/>
                  </a:moveTo>
                  <a:lnTo>
                    <a:pt x="0" y="17"/>
                  </a:lnTo>
                  <a:cubicBezTo>
                    <a:pt x="81" y="33"/>
                    <a:pt x="165" y="65"/>
                    <a:pt x="249" y="101"/>
                  </a:cubicBezTo>
                  <a:lnTo>
                    <a:pt x="249" y="101"/>
                  </a:lnTo>
                  <a:cubicBezTo>
                    <a:pt x="165" y="65"/>
                    <a:pt x="81" y="33"/>
                    <a:pt x="0" y="1"/>
                  </a:cubicBezTo>
                  <a:close/>
                  <a:moveTo>
                    <a:pt x="250" y="102"/>
                  </a:moveTo>
                  <a:lnTo>
                    <a:pt x="303" y="134"/>
                  </a:lnTo>
                  <a:cubicBezTo>
                    <a:pt x="335" y="150"/>
                    <a:pt x="384" y="166"/>
                    <a:pt x="436" y="166"/>
                  </a:cubicBezTo>
                  <a:cubicBezTo>
                    <a:pt x="384" y="150"/>
                    <a:pt x="351" y="134"/>
                    <a:pt x="303" y="118"/>
                  </a:cubicBezTo>
                  <a:lnTo>
                    <a:pt x="250" y="102"/>
                  </a:lnTo>
                  <a:close/>
                  <a:moveTo>
                    <a:pt x="436" y="166"/>
                  </a:moveTo>
                  <a:lnTo>
                    <a:pt x="436" y="166"/>
                  </a:lnTo>
                  <a:cubicBezTo>
                    <a:pt x="485" y="203"/>
                    <a:pt x="553" y="219"/>
                    <a:pt x="606" y="251"/>
                  </a:cubicBezTo>
                  <a:cubicBezTo>
                    <a:pt x="707" y="283"/>
                    <a:pt x="808" y="320"/>
                    <a:pt x="909" y="368"/>
                  </a:cubicBezTo>
                  <a:lnTo>
                    <a:pt x="925" y="368"/>
                  </a:lnTo>
                  <a:cubicBezTo>
                    <a:pt x="941" y="368"/>
                    <a:pt x="941" y="384"/>
                    <a:pt x="941" y="405"/>
                  </a:cubicBezTo>
                  <a:lnTo>
                    <a:pt x="941" y="421"/>
                  </a:lnTo>
                  <a:lnTo>
                    <a:pt x="925" y="421"/>
                  </a:lnTo>
                  <a:lnTo>
                    <a:pt x="925" y="437"/>
                  </a:lnTo>
                  <a:lnTo>
                    <a:pt x="941" y="437"/>
                  </a:lnTo>
                  <a:cubicBezTo>
                    <a:pt x="957" y="437"/>
                    <a:pt x="957" y="421"/>
                    <a:pt x="957" y="405"/>
                  </a:cubicBezTo>
                  <a:cubicBezTo>
                    <a:pt x="957" y="368"/>
                    <a:pt x="941" y="368"/>
                    <a:pt x="925" y="352"/>
                  </a:cubicBezTo>
                  <a:lnTo>
                    <a:pt x="909" y="352"/>
                  </a:lnTo>
                  <a:cubicBezTo>
                    <a:pt x="808" y="320"/>
                    <a:pt x="707" y="267"/>
                    <a:pt x="606" y="235"/>
                  </a:cubicBezTo>
                  <a:cubicBezTo>
                    <a:pt x="553" y="203"/>
                    <a:pt x="485" y="182"/>
                    <a:pt x="436"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0"/>
            <p:cNvSpPr/>
            <p:nvPr/>
          </p:nvSpPr>
          <p:spPr>
            <a:xfrm>
              <a:off x="2553475" y="706991"/>
              <a:ext cx="13310" cy="4867"/>
            </a:xfrm>
            <a:custGeom>
              <a:rect b="b" l="l" r="r" t="t"/>
              <a:pathLst>
                <a:path extrusionOk="0" h="49" w="134">
                  <a:moveTo>
                    <a:pt x="16" y="0"/>
                  </a:moveTo>
                  <a:lnTo>
                    <a:pt x="0" y="16"/>
                  </a:lnTo>
                  <a:lnTo>
                    <a:pt x="133" y="49"/>
                  </a:lnTo>
                  <a:lnTo>
                    <a:pt x="133" y="49"/>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0"/>
            <p:cNvSpPr/>
            <p:nvPr/>
          </p:nvSpPr>
          <p:spPr>
            <a:xfrm>
              <a:off x="2270995" y="434146"/>
              <a:ext cx="11720" cy="6953"/>
            </a:xfrm>
            <a:custGeom>
              <a:rect b="b" l="l" r="r" t="t"/>
              <a:pathLst>
                <a:path extrusionOk="0" h="70" w="118">
                  <a:moveTo>
                    <a:pt x="0" y="0"/>
                  </a:moveTo>
                  <a:lnTo>
                    <a:pt x="0" y="21"/>
                  </a:lnTo>
                  <a:lnTo>
                    <a:pt x="101" y="53"/>
                  </a:lnTo>
                  <a:lnTo>
                    <a:pt x="0" y="0"/>
                  </a:lnTo>
                  <a:close/>
                  <a:moveTo>
                    <a:pt x="101" y="53"/>
                  </a:moveTo>
                  <a:lnTo>
                    <a:pt x="101" y="69"/>
                  </a:lnTo>
                  <a:lnTo>
                    <a:pt x="117" y="5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0"/>
            <p:cNvSpPr/>
            <p:nvPr/>
          </p:nvSpPr>
          <p:spPr>
            <a:xfrm>
              <a:off x="2319465" y="502779"/>
              <a:ext cx="48272" cy="18474"/>
            </a:xfrm>
            <a:custGeom>
              <a:rect b="b" l="l" r="r" t="t"/>
              <a:pathLst>
                <a:path extrusionOk="0" h="186" w="486">
                  <a:moveTo>
                    <a:pt x="1" y="0"/>
                  </a:moveTo>
                  <a:lnTo>
                    <a:pt x="1" y="16"/>
                  </a:lnTo>
                  <a:cubicBezTo>
                    <a:pt x="66" y="36"/>
                    <a:pt x="134" y="69"/>
                    <a:pt x="183" y="85"/>
                  </a:cubicBezTo>
                  <a:cubicBezTo>
                    <a:pt x="219" y="101"/>
                    <a:pt x="251" y="117"/>
                    <a:pt x="304" y="117"/>
                  </a:cubicBezTo>
                  <a:cubicBezTo>
                    <a:pt x="268" y="101"/>
                    <a:pt x="235" y="85"/>
                    <a:pt x="203" y="69"/>
                  </a:cubicBezTo>
                  <a:cubicBezTo>
                    <a:pt x="134" y="53"/>
                    <a:pt x="66" y="36"/>
                    <a:pt x="1" y="0"/>
                  </a:cubicBezTo>
                  <a:close/>
                  <a:moveTo>
                    <a:pt x="304" y="117"/>
                  </a:moveTo>
                  <a:cubicBezTo>
                    <a:pt x="320" y="137"/>
                    <a:pt x="336" y="137"/>
                    <a:pt x="369" y="154"/>
                  </a:cubicBezTo>
                  <a:cubicBezTo>
                    <a:pt x="405" y="170"/>
                    <a:pt x="453" y="186"/>
                    <a:pt x="486" y="186"/>
                  </a:cubicBezTo>
                  <a:cubicBezTo>
                    <a:pt x="453" y="170"/>
                    <a:pt x="405" y="154"/>
                    <a:pt x="369" y="137"/>
                  </a:cubicBezTo>
                  <a:cubicBezTo>
                    <a:pt x="352" y="137"/>
                    <a:pt x="320" y="117"/>
                    <a:pt x="304" y="1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0"/>
            <p:cNvSpPr/>
            <p:nvPr/>
          </p:nvSpPr>
          <p:spPr>
            <a:xfrm>
              <a:off x="1673952" y="614718"/>
              <a:ext cx="61879" cy="43802"/>
            </a:xfrm>
            <a:custGeom>
              <a:rect b="b" l="l" r="r" t="t"/>
              <a:pathLst>
                <a:path extrusionOk="0" h="441" w="623">
                  <a:moveTo>
                    <a:pt x="622" y="0"/>
                  </a:moveTo>
                  <a:cubicBezTo>
                    <a:pt x="606" y="20"/>
                    <a:pt x="590" y="20"/>
                    <a:pt x="574" y="20"/>
                  </a:cubicBezTo>
                  <a:cubicBezTo>
                    <a:pt x="489" y="85"/>
                    <a:pt x="388" y="154"/>
                    <a:pt x="303" y="222"/>
                  </a:cubicBezTo>
                  <a:cubicBezTo>
                    <a:pt x="271" y="239"/>
                    <a:pt x="238" y="255"/>
                    <a:pt x="202" y="287"/>
                  </a:cubicBezTo>
                  <a:cubicBezTo>
                    <a:pt x="154" y="323"/>
                    <a:pt x="117" y="356"/>
                    <a:pt x="69" y="388"/>
                  </a:cubicBezTo>
                  <a:lnTo>
                    <a:pt x="0" y="441"/>
                  </a:lnTo>
                  <a:lnTo>
                    <a:pt x="69" y="404"/>
                  </a:lnTo>
                  <a:cubicBezTo>
                    <a:pt x="117" y="372"/>
                    <a:pt x="170" y="323"/>
                    <a:pt x="218" y="287"/>
                  </a:cubicBezTo>
                  <a:cubicBezTo>
                    <a:pt x="255" y="271"/>
                    <a:pt x="287" y="255"/>
                    <a:pt x="319" y="222"/>
                  </a:cubicBezTo>
                  <a:cubicBezTo>
                    <a:pt x="404" y="170"/>
                    <a:pt x="489" y="101"/>
                    <a:pt x="590" y="37"/>
                  </a:cubicBezTo>
                  <a:cubicBezTo>
                    <a:pt x="606" y="20"/>
                    <a:pt x="606" y="20"/>
                    <a:pt x="622" y="20"/>
                  </a:cubicBezTo>
                  <a:lnTo>
                    <a:pt x="6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0"/>
            <p:cNvSpPr/>
            <p:nvPr/>
          </p:nvSpPr>
          <p:spPr>
            <a:xfrm>
              <a:off x="2282616" y="599820"/>
              <a:ext cx="51848" cy="18574"/>
            </a:xfrm>
            <a:custGeom>
              <a:rect b="b" l="l" r="r" t="t"/>
              <a:pathLst>
                <a:path extrusionOk="0" h="187" w="522">
                  <a:moveTo>
                    <a:pt x="0" y="1"/>
                  </a:moveTo>
                  <a:lnTo>
                    <a:pt x="16" y="17"/>
                  </a:lnTo>
                  <a:cubicBezTo>
                    <a:pt x="33" y="17"/>
                    <a:pt x="49" y="17"/>
                    <a:pt x="69" y="33"/>
                  </a:cubicBezTo>
                  <a:cubicBezTo>
                    <a:pt x="117" y="49"/>
                    <a:pt x="170" y="69"/>
                    <a:pt x="218" y="86"/>
                  </a:cubicBezTo>
                  <a:cubicBezTo>
                    <a:pt x="251" y="86"/>
                    <a:pt x="303" y="102"/>
                    <a:pt x="336" y="118"/>
                  </a:cubicBezTo>
                  <a:cubicBezTo>
                    <a:pt x="388" y="134"/>
                    <a:pt x="420" y="150"/>
                    <a:pt x="473" y="170"/>
                  </a:cubicBezTo>
                  <a:cubicBezTo>
                    <a:pt x="489" y="170"/>
                    <a:pt x="505" y="170"/>
                    <a:pt x="521" y="187"/>
                  </a:cubicBezTo>
                  <a:lnTo>
                    <a:pt x="521" y="170"/>
                  </a:lnTo>
                  <a:cubicBezTo>
                    <a:pt x="505" y="170"/>
                    <a:pt x="489" y="150"/>
                    <a:pt x="473" y="150"/>
                  </a:cubicBezTo>
                  <a:cubicBezTo>
                    <a:pt x="437" y="134"/>
                    <a:pt x="388" y="118"/>
                    <a:pt x="336" y="102"/>
                  </a:cubicBezTo>
                  <a:cubicBezTo>
                    <a:pt x="303" y="86"/>
                    <a:pt x="251" y="86"/>
                    <a:pt x="218" y="69"/>
                  </a:cubicBezTo>
                  <a:cubicBezTo>
                    <a:pt x="170" y="49"/>
                    <a:pt x="117" y="33"/>
                    <a:pt x="85" y="17"/>
                  </a:cubicBezTo>
                  <a:cubicBezTo>
                    <a:pt x="49"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0"/>
            <p:cNvSpPr/>
            <p:nvPr/>
          </p:nvSpPr>
          <p:spPr>
            <a:xfrm>
              <a:off x="1705637" y="947755"/>
              <a:ext cx="3675" cy="40227"/>
            </a:xfrm>
            <a:custGeom>
              <a:rect b="b" l="l" r="r" t="t"/>
              <a:pathLst>
                <a:path extrusionOk="0" h="405" w="37">
                  <a:moveTo>
                    <a:pt x="20" y="0"/>
                  </a:moveTo>
                  <a:lnTo>
                    <a:pt x="20" y="49"/>
                  </a:lnTo>
                  <a:cubicBezTo>
                    <a:pt x="20" y="133"/>
                    <a:pt x="20" y="218"/>
                    <a:pt x="0" y="303"/>
                  </a:cubicBezTo>
                  <a:lnTo>
                    <a:pt x="0" y="404"/>
                  </a:lnTo>
                  <a:lnTo>
                    <a:pt x="20" y="404"/>
                  </a:lnTo>
                  <a:lnTo>
                    <a:pt x="20" y="303"/>
                  </a:lnTo>
                  <a:cubicBezTo>
                    <a:pt x="20" y="218"/>
                    <a:pt x="37" y="133"/>
                    <a:pt x="37" y="49"/>
                  </a:cubicBezTo>
                  <a:cubicBezTo>
                    <a:pt x="37" y="32"/>
                    <a:pt x="37" y="16"/>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0"/>
            <p:cNvSpPr/>
            <p:nvPr/>
          </p:nvSpPr>
          <p:spPr>
            <a:xfrm>
              <a:off x="2486431" y="558103"/>
              <a:ext cx="68733" cy="25030"/>
            </a:xfrm>
            <a:custGeom>
              <a:rect b="b" l="l" r="r" t="t"/>
              <a:pathLst>
                <a:path extrusionOk="0" h="252" w="692">
                  <a:moveTo>
                    <a:pt x="0" y="1"/>
                  </a:moveTo>
                  <a:cubicBezTo>
                    <a:pt x="69" y="33"/>
                    <a:pt x="138" y="49"/>
                    <a:pt x="202" y="85"/>
                  </a:cubicBezTo>
                  <a:cubicBezTo>
                    <a:pt x="271" y="102"/>
                    <a:pt x="320" y="118"/>
                    <a:pt x="372" y="134"/>
                  </a:cubicBezTo>
                  <a:cubicBezTo>
                    <a:pt x="421" y="150"/>
                    <a:pt x="457" y="166"/>
                    <a:pt x="489" y="186"/>
                  </a:cubicBezTo>
                  <a:cubicBezTo>
                    <a:pt x="558" y="203"/>
                    <a:pt x="623" y="219"/>
                    <a:pt x="675" y="251"/>
                  </a:cubicBezTo>
                  <a:lnTo>
                    <a:pt x="691" y="251"/>
                  </a:lnTo>
                  <a:lnTo>
                    <a:pt x="691" y="235"/>
                  </a:lnTo>
                  <a:cubicBezTo>
                    <a:pt x="623" y="203"/>
                    <a:pt x="558" y="186"/>
                    <a:pt x="505" y="166"/>
                  </a:cubicBezTo>
                  <a:cubicBezTo>
                    <a:pt x="457" y="150"/>
                    <a:pt x="421" y="134"/>
                    <a:pt x="372" y="118"/>
                  </a:cubicBezTo>
                  <a:cubicBezTo>
                    <a:pt x="320" y="102"/>
                    <a:pt x="271" y="85"/>
                    <a:pt x="219" y="65"/>
                  </a:cubicBezTo>
                  <a:cubicBezTo>
                    <a:pt x="154" y="33"/>
                    <a:pt x="85"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0"/>
            <p:cNvSpPr/>
            <p:nvPr/>
          </p:nvSpPr>
          <p:spPr>
            <a:xfrm>
              <a:off x="2294237" y="494337"/>
              <a:ext cx="15296" cy="6853"/>
            </a:xfrm>
            <a:custGeom>
              <a:rect b="b" l="l" r="r" t="t"/>
              <a:pathLst>
                <a:path extrusionOk="0" h="69" w="154">
                  <a:moveTo>
                    <a:pt x="0" y="0"/>
                  </a:moveTo>
                  <a:lnTo>
                    <a:pt x="17" y="20"/>
                  </a:lnTo>
                  <a:lnTo>
                    <a:pt x="134" y="69"/>
                  </a:lnTo>
                  <a:lnTo>
                    <a:pt x="154" y="53"/>
                  </a:lnTo>
                  <a:lnTo>
                    <a:pt x="134" y="5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0"/>
            <p:cNvSpPr/>
            <p:nvPr/>
          </p:nvSpPr>
          <p:spPr>
            <a:xfrm>
              <a:off x="1677528" y="524432"/>
              <a:ext cx="60290" cy="45392"/>
            </a:xfrm>
            <a:custGeom>
              <a:rect b="b" l="l" r="r" t="t"/>
              <a:pathLst>
                <a:path extrusionOk="0" h="457" w="607">
                  <a:moveTo>
                    <a:pt x="606" y="0"/>
                  </a:moveTo>
                  <a:cubicBezTo>
                    <a:pt x="570" y="0"/>
                    <a:pt x="554" y="20"/>
                    <a:pt x="554" y="37"/>
                  </a:cubicBezTo>
                  <a:cubicBezTo>
                    <a:pt x="570" y="37"/>
                    <a:pt x="586" y="20"/>
                    <a:pt x="606" y="20"/>
                  </a:cubicBezTo>
                  <a:lnTo>
                    <a:pt x="606" y="0"/>
                  </a:lnTo>
                  <a:close/>
                  <a:moveTo>
                    <a:pt x="538" y="53"/>
                  </a:moveTo>
                  <a:cubicBezTo>
                    <a:pt x="404" y="154"/>
                    <a:pt x="251" y="255"/>
                    <a:pt x="118" y="356"/>
                  </a:cubicBezTo>
                  <a:lnTo>
                    <a:pt x="1" y="441"/>
                  </a:lnTo>
                  <a:lnTo>
                    <a:pt x="1" y="457"/>
                  </a:lnTo>
                  <a:lnTo>
                    <a:pt x="134" y="372"/>
                  </a:lnTo>
                  <a:cubicBezTo>
                    <a:pt x="267" y="255"/>
                    <a:pt x="404" y="154"/>
                    <a:pt x="538"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0"/>
            <p:cNvSpPr/>
            <p:nvPr/>
          </p:nvSpPr>
          <p:spPr>
            <a:xfrm>
              <a:off x="1677528" y="529597"/>
              <a:ext cx="10131" cy="10131"/>
            </a:xfrm>
            <a:custGeom>
              <a:rect b="b" l="l" r="r" t="t"/>
              <a:pathLst>
                <a:path extrusionOk="0" h="102" w="102">
                  <a:moveTo>
                    <a:pt x="102" y="1"/>
                  </a:moveTo>
                  <a:cubicBezTo>
                    <a:pt x="81" y="17"/>
                    <a:pt x="65" y="17"/>
                    <a:pt x="49" y="33"/>
                  </a:cubicBezTo>
                  <a:cubicBezTo>
                    <a:pt x="33" y="49"/>
                    <a:pt x="17" y="69"/>
                    <a:pt x="1" y="86"/>
                  </a:cubicBezTo>
                  <a:lnTo>
                    <a:pt x="1" y="102"/>
                  </a:lnTo>
                  <a:lnTo>
                    <a:pt x="17" y="86"/>
                  </a:lnTo>
                  <a:cubicBezTo>
                    <a:pt x="17" y="69"/>
                    <a:pt x="49" y="49"/>
                    <a:pt x="65" y="49"/>
                  </a:cubicBezTo>
                  <a:lnTo>
                    <a:pt x="102"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0"/>
            <p:cNvSpPr/>
            <p:nvPr/>
          </p:nvSpPr>
          <p:spPr>
            <a:xfrm>
              <a:off x="1936369" y="-4"/>
              <a:ext cx="804533" cy="369191"/>
            </a:xfrm>
            <a:custGeom>
              <a:rect b="b" l="l" r="r" t="t"/>
              <a:pathLst>
                <a:path extrusionOk="0" h="3717" w="8100">
                  <a:moveTo>
                    <a:pt x="20" y="65"/>
                  </a:moveTo>
                  <a:lnTo>
                    <a:pt x="20" y="114"/>
                  </a:lnTo>
                  <a:cubicBezTo>
                    <a:pt x="20" y="150"/>
                    <a:pt x="20" y="182"/>
                    <a:pt x="36" y="215"/>
                  </a:cubicBezTo>
                  <a:lnTo>
                    <a:pt x="53" y="215"/>
                  </a:lnTo>
                  <a:lnTo>
                    <a:pt x="53" y="198"/>
                  </a:lnTo>
                  <a:cubicBezTo>
                    <a:pt x="36" y="166"/>
                    <a:pt x="36" y="150"/>
                    <a:pt x="36" y="114"/>
                  </a:cubicBezTo>
                  <a:cubicBezTo>
                    <a:pt x="36" y="97"/>
                    <a:pt x="36" y="81"/>
                    <a:pt x="20" y="65"/>
                  </a:cubicBezTo>
                  <a:close/>
                  <a:moveTo>
                    <a:pt x="45" y="0"/>
                  </a:moveTo>
                  <a:cubicBezTo>
                    <a:pt x="36" y="0"/>
                    <a:pt x="28" y="4"/>
                    <a:pt x="20" y="13"/>
                  </a:cubicBezTo>
                  <a:cubicBezTo>
                    <a:pt x="0" y="29"/>
                    <a:pt x="0" y="49"/>
                    <a:pt x="20" y="65"/>
                  </a:cubicBezTo>
                  <a:cubicBezTo>
                    <a:pt x="20" y="49"/>
                    <a:pt x="20" y="29"/>
                    <a:pt x="36" y="29"/>
                  </a:cubicBezTo>
                  <a:cubicBezTo>
                    <a:pt x="36" y="21"/>
                    <a:pt x="40" y="17"/>
                    <a:pt x="47" y="17"/>
                  </a:cubicBezTo>
                  <a:cubicBezTo>
                    <a:pt x="53" y="17"/>
                    <a:pt x="61" y="21"/>
                    <a:pt x="69" y="29"/>
                  </a:cubicBezTo>
                  <a:cubicBezTo>
                    <a:pt x="137" y="65"/>
                    <a:pt x="202" y="97"/>
                    <a:pt x="287" y="130"/>
                  </a:cubicBezTo>
                  <a:cubicBezTo>
                    <a:pt x="303" y="150"/>
                    <a:pt x="339" y="150"/>
                    <a:pt x="372" y="166"/>
                  </a:cubicBezTo>
                  <a:cubicBezTo>
                    <a:pt x="424" y="198"/>
                    <a:pt x="489" y="215"/>
                    <a:pt x="541" y="251"/>
                  </a:cubicBezTo>
                  <a:cubicBezTo>
                    <a:pt x="659" y="299"/>
                    <a:pt x="776" y="352"/>
                    <a:pt x="877" y="400"/>
                  </a:cubicBezTo>
                  <a:cubicBezTo>
                    <a:pt x="929" y="416"/>
                    <a:pt x="978" y="453"/>
                    <a:pt x="1030" y="469"/>
                  </a:cubicBezTo>
                  <a:cubicBezTo>
                    <a:pt x="1079" y="501"/>
                    <a:pt x="1147" y="517"/>
                    <a:pt x="1196" y="554"/>
                  </a:cubicBezTo>
                  <a:cubicBezTo>
                    <a:pt x="1297" y="586"/>
                    <a:pt x="1398" y="635"/>
                    <a:pt x="1499" y="687"/>
                  </a:cubicBezTo>
                  <a:cubicBezTo>
                    <a:pt x="1567" y="703"/>
                    <a:pt x="1636" y="736"/>
                    <a:pt x="1685" y="772"/>
                  </a:cubicBezTo>
                  <a:cubicBezTo>
                    <a:pt x="1769" y="804"/>
                    <a:pt x="1838" y="837"/>
                    <a:pt x="1919" y="873"/>
                  </a:cubicBezTo>
                  <a:cubicBezTo>
                    <a:pt x="1971" y="905"/>
                    <a:pt x="2040" y="921"/>
                    <a:pt x="2105" y="958"/>
                  </a:cubicBezTo>
                  <a:cubicBezTo>
                    <a:pt x="2173" y="990"/>
                    <a:pt x="2242" y="1022"/>
                    <a:pt x="2323" y="1059"/>
                  </a:cubicBezTo>
                  <a:cubicBezTo>
                    <a:pt x="2375" y="1075"/>
                    <a:pt x="2408" y="1107"/>
                    <a:pt x="2460" y="1123"/>
                  </a:cubicBezTo>
                  <a:lnTo>
                    <a:pt x="2561" y="1176"/>
                  </a:lnTo>
                  <a:cubicBezTo>
                    <a:pt x="2711" y="1224"/>
                    <a:pt x="2848" y="1293"/>
                    <a:pt x="2998" y="1362"/>
                  </a:cubicBezTo>
                  <a:cubicBezTo>
                    <a:pt x="2864" y="1293"/>
                    <a:pt x="2711" y="1224"/>
                    <a:pt x="2577" y="1160"/>
                  </a:cubicBezTo>
                  <a:lnTo>
                    <a:pt x="2476" y="1107"/>
                  </a:lnTo>
                  <a:cubicBezTo>
                    <a:pt x="2424" y="1091"/>
                    <a:pt x="2375" y="1075"/>
                    <a:pt x="2323" y="1039"/>
                  </a:cubicBezTo>
                  <a:cubicBezTo>
                    <a:pt x="2258" y="1006"/>
                    <a:pt x="2173" y="974"/>
                    <a:pt x="2105" y="938"/>
                  </a:cubicBezTo>
                  <a:cubicBezTo>
                    <a:pt x="2040" y="921"/>
                    <a:pt x="1988" y="889"/>
                    <a:pt x="1919" y="857"/>
                  </a:cubicBezTo>
                  <a:cubicBezTo>
                    <a:pt x="1854" y="820"/>
                    <a:pt x="1769" y="788"/>
                    <a:pt x="1701" y="756"/>
                  </a:cubicBezTo>
                  <a:cubicBezTo>
                    <a:pt x="1636" y="719"/>
                    <a:pt x="1567" y="703"/>
                    <a:pt x="1499" y="671"/>
                  </a:cubicBezTo>
                  <a:cubicBezTo>
                    <a:pt x="1398" y="618"/>
                    <a:pt x="1297" y="586"/>
                    <a:pt x="1212" y="534"/>
                  </a:cubicBezTo>
                  <a:cubicBezTo>
                    <a:pt x="1147" y="501"/>
                    <a:pt x="1095" y="485"/>
                    <a:pt x="1030" y="453"/>
                  </a:cubicBezTo>
                  <a:cubicBezTo>
                    <a:pt x="978" y="433"/>
                    <a:pt x="929" y="416"/>
                    <a:pt x="893" y="384"/>
                  </a:cubicBezTo>
                  <a:cubicBezTo>
                    <a:pt x="776" y="332"/>
                    <a:pt x="659" y="283"/>
                    <a:pt x="541" y="231"/>
                  </a:cubicBezTo>
                  <a:cubicBezTo>
                    <a:pt x="489" y="215"/>
                    <a:pt x="440" y="182"/>
                    <a:pt x="372" y="150"/>
                  </a:cubicBezTo>
                  <a:cubicBezTo>
                    <a:pt x="356" y="150"/>
                    <a:pt x="323" y="130"/>
                    <a:pt x="287" y="114"/>
                  </a:cubicBezTo>
                  <a:cubicBezTo>
                    <a:pt x="222" y="81"/>
                    <a:pt x="137" y="49"/>
                    <a:pt x="69" y="13"/>
                  </a:cubicBezTo>
                  <a:cubicBezTo>
                    <a:pt x="61" y="4"/>
                    <a:pt x="53" y="0"/>
                    <a:pt x="45" y="0"/>
                  </a:cubicBezTo>
                  <a:close/>
                  <a:moveTo>
                    <a:pt x="2998" y="1362"/>
                  </a:moveTo>
                  <a:lnTo>
                    <a:pt x="3301" y="1511"/>
                  </a:lnTo>
                  <a:lnTo>
                    <a:pt x="3454" y="1580"/>
                  </a:lnTo>
                  <a:cubicBezTo>
                    <a:pt x="3519" y="1596"/>
                    <a:pt x="3571" y="1628"/>
                    <a:pt x="3620" y="1645"/>
                  </a:cubicBezTo>
                  <a:cubicBezTo>
                    <a:pt x="3721" y="1697"/>
                    <a:pt x="3805" y="1729"/>
                    <a:pt x="3890" y="1782"/>
                  </a:cubicBezTo>
                  <a:cubicBezTo>
                    <a:pt x="3959" y="1798"/>
                    <a:pt x="4040" y="1830"/>
                    <a:pt x="4108" y="1867"/>
                  </a:cubicBezTo>
                  <a:cubicBezTo>
                    <a:pt x="4040" y="1830"/>
                    <a:pt x="3975" y="1798"/>
                    <a:pt x="3906" y="1766"/>
                  </a:cubicBezTo>
                  <a:cubicBezTo>
                    <a:pt x="3805" y="1729"/>
                    <a:pt x="3721" y="1681"/>
                    <a:pt x="3636" y="1645"/>
                  </a:cubicBezTo>
                  <a:cubicBezTo>
                    <a:pt x="3571" y="1612"/>
                    <a:pt x="3519" y="1596"/>
                    <a:pt x="3470" y="1564"/>
                  </a:cubicBezTo>
                  <a:lnTo>
                    <a:pt x="3317" y="1495"/>
                  </a:lnTo>
                  <a:cubicBezTo>
                    <a:pt x="3200" y="1443"/>
                    <a:pt x="3099" y="1394"/>
                    <a:pt x="2998" y="1362"/>
                  </a:cubicBezTo>
                  <a:close/>
                  <a:moveTo>
                    <a:pt x="4108" y="1867"/>
                  </a:moveTo>
                  <a:lnTo>
                    <a:pt x="4108" y="1867"/>
                  </a:lnTo>
                  <a:cubicBezTo>
                    <a:pt x="4226" y="1931"/>
                    <a:pt x="4343" y="1984"/>
                    <a:pt x="4464" y="2032"/>
                  </a:cubicBezTo>
                  <a:cubicBezTo>
                    <a:pt x="4529" y="2069"/>
                    <a:pt x="4597" y="2085"/>
                    <a:pt x="4646" y="2117"/>
                  </a:cubicBezTo>
                  <a:cubicBezTo>
                    <a:pt x="4682" y="2133"/>
                    <a:pt x="4714" y="2150"/>
                    <a:pt x="4747" y="2170"/>
                  </a:cubicBezTo>
                  <a:cubicBezTo>
                    <a:pt x="4969" y="2271"/>
                    <a:pt x="5203" y="2372"/>
                    <a:pt x="5421" y="2473"/>
                  </a:cubicBezTo>
                  <a:cubicBezTo>
                    <a:pt x="5591" y="2553"/>
                    <a:pt x="5757" y="2622"/>
                    <a:pt x="5942" y="2707"/>
                  </a:cubicBezTo>
                  <a:cubicBezTo>
                    <a:pt x="6043" y="2755"/>
                    <a:pt x="6161" y="2808"/>
                    <a:pt x="6282" y="2856"/>
                  </a:cubicBezTo>
                  <a:cubicBezTo>
                    <a:pt x="6161" y="2808"/>
                    <a:pt x="6060" y="2739"/>
                    <a:pt x="5942" y="2691"/>
                  </a:cubicBezTo>
                  <a:cubicBezTo>
                    <a:pt x="5777" y="2622"/>
                    <a:pt x="5591" y="2537"/>
                    <a:pt x="5421" y="2452"/>
                  </a:cubicBezTo>
                  <a:cubicBezTo>
                    <a:pt x="5203" y="2351"/>
                    <a:pt x="4985" y="2250"/>
                    <a:pt x="4767" y="2150"/>
                  </a:cubicBezTo>
                  <a:cubicBezTo>
                    <a:pt x="4731" y="2133"/>
                    <a:pt x="4698" y="2117"/>
                    <a:pt x="4666" y="2117"/>
                  </a:cubicBezTo>
                  <a:cubicBezTo>
                    <a:pt x="4597" y="2085"/>
                    <a:pt x="4529" y="2049"/>
                    <a:pt x="4464" y="2016"/>
                  </a:cubicBezTo>
                  <a:cubicBezTo>
                    <a:pt x="4343" y="1968"/>
                    <a:pt x="4226" y="1915"/>
                    <a:pt x="4108" y="1867"/>
                  </a:cubicBezTo>
                  <a:close/>
                  <a:moveTo>
                    <a:pt x="6282" y="2856"/>
                  </a:moveTo>
                  <a:cubicBezTo>
                    <a:pt x="6383" y="2909"/>
                    <a:pt x="6464" y="2957"/>
                    <a:pt x="6565" y="2994"/>
                  </a:cubicBezTo>
                  <a:cubicBezTo>
                    <a:pt x="6649" y="3026"/>
                    <a:pt x="6718" y="3058"/>
                    <a:pt x="6803" y="3095"/>
                  </a:cubicBezTo>
                  <a:cubicBezTo>
                    <a:pt x="6734" y="3058"/>
                    <a:pt x="6649" y="3026"/>
                    <a:pt x="6585" y="2994"/>
                  </a:cubicBezTo>
                  <a:cubicBezTo>
                    <a:pt x="6484" y="2941"/>
                    <a:pt x="6383" y="2893"/>
                    <a:pt x="6282" y="2856"/>
                  </a:cubicBezTo>
                  <a:close/>
                  <a:moveTo>
                    <a:pt x="6803" y="3095"/>
                  </a:moveTo>
                  <a:lnTo>
                    <a:pt x="6803" y="3095"/>
                  </a:lnTo>
                  <a:cubicBezTo>
                    <a:pt x="7005" y="3196"/>
                    <a:pt x="7207" y="3281"/>
                    <a:pt x="7393" y="3382"/>
                  </a:cubicBezTo>
                  <a:cubicBezTo>
                    <a:pt x="7457" y="3398"/>
                    <a:pt x="7526" y="3430"/>
                    <a:pt x="7595" y="3462"/>
                  </a:cubicBezTo>
                  <a:cubicBezTo>
                    <a:pt x="7712" y="3515"/>
                    <a:pt x="7813" y="3563"/>
                    <a:pt x="7930" y="3616"/>
                  </a:cubicBezTo>
                  <a:cubicBezTo>
                    <a:pt x="7962" y="3632"/>
                    <a:pt x="7999" y="3648"/>
                    <a:pt x="8031" y="3664"/>
                  </a:cubicBezTo>
                  <a:cubicBezTo>
                    <a:pt x="8047" y="3664"/>
                    <a:pt x="8063" y="3685"/>
                    <a:pt x="8079" y="3685"/>
                  </a:cubicBezTo>
                  <a:lnTo>
                    <a:pt x="8079" y="3717"/>
                  </a:lnTo>
                  <a:lnTo>
                    <a:pt x="8100" y="3717"/>
                  </a:lnTo>
                  <a:lnTo>
                    <a:pt x="8100" y="3685"/>
                  </a:lnTo>
                  <a:lnTo>
                    <a:pt x="8079" y="3664"/>
                  </a:lnTo>
                  <a:cubicBezTo>
                    <a:pt x="8063" y="3664"/>
                    <a:pt x="8047" y="3664"/>
                    <a:pt x="8047" y="3648"/>
                  </a:cubicBezTo>
                  <a:cubicBezTo>
                    <a:pt x="7999" y="3632"/>
                    <a:pt x="7962" y="3616"/>
                    <a:pt x="7930" y="3600"/>
                  </a:cubicBezTo>
                  <a:cubicBezTo>
                    <a:pt x="7829" y="3547"/>
                    <a:pt x="7712" y="3499"/>
                    <a:pt x="7595" y="3446"/>
                  </a:cubicBezTo>
                  <a:cubicBezTo>
                    <a:pt x="7542" y="3414"/>
                    <a:pt x="7473" y="3398"/>
                    <a:pt x="7409" y="3361"/>
                  </a:cubicBezTo>
                  <a:cubicBezTo>
                    <a:pt x="7207" y="3260"/>
                    <a:pt x="7005" y="3180"/>
                    <a:pt x="6803" y="30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0"/>
            <p:cNvSpPr/>
            <p:nvPr/>
          </p:nvSpPr>
          <p:spPr>
            <a:xfrm>
              <a:off x="2371313" y="571313"/>
              <a:ext cx="8443" cy="67144"/>
            </a:xfrm>
            <a:custGeom>
              <a:rect b="b" l="l" r="r" t="t"/>
              <a:pathLst>
                <a:path extrusionOk="0" h="676" w="85">
                  <a:moveTo>
                    <a:pt x="0" y="1"/>
                  </a:moveTo>
                  <a:lnTo>
                    <a:pt x="0" y="17"/>
                  </a:lnTo>
                  <a:cubicBezTo>
                    <a:pt x="16" y="17"/>
                    <a:pt x="16" y="17"/>
                    <a:pt x="16" y="33"/>
                  </a:cubicBezTo>
                  <a:lnTo>
                    <a:pt x="16" y="53"/>
                  </a:lnTo>
                  <a:lnTo>
                    <a:pt x="16" y="118"/>
                  </a:lnTo>
                  <a:cubicBezTo>
                    <a:pt x="16" y="134"/>
                    <a:pt x="16" y="154"/>
                    <a:pt x="32" y="154"/>
                  </a:cubicBezTo>
                  <a:lnTo>
                    <a:pt x="32" y="118"/>
                  </a:lnTo>
                  <a:lnTo>
                    <a:pt x="32" y="53"/>
                  </a:lnTo>
                  <a:lnTo>
                    <a:pt x="32" y="33"/>
                  </a:lnTo>
                  <a:cubicBezTo>
                    <a:pt x="32" y="17"/>
                    <a:pt x="32" y="1"/>
                    <a:pt x="0" y="1"/>
                  </a:cubicBezTo>
                  <a:close/>
                  <a:moveTo>
                    <a:pt x="32" y="187"/>
                  </a:moveTo>
                  <a:lnTo>
                    <a:pt x="32" y="272"/>
                  </a:lnTo>
                  <a:lnTo>
                    <a:pt x="32" y="288"/>
                  </a:lnTo>
                  <a:cubicBezTo>
                    <a:pt x="32" y="304"/>
                    <a:pt x="49" y="320"/>
                    <a:pt x="32" y="320"/>
                  </a:cubicBezTo>
                  <a:lnTo>
                    <a:pt x="32" y="336"/>
                  </a:lnTo>
                  <a:cubicBezTo>
                    <a:pt x="49" y="356"/>
                    <a:pt x="49" y="373"/>
                    <a:pt x="49" y="389"/>
                  </a:cubicBezTo>
                  <a:lnTo>
                    <a:pt x="49" y="336"/>
                  </a:lnTo>
                  <a:lnTo>
                    <a:pt x="49" y="288"/>
                  </a:lnTo>
                  <a:lnTo>
                    <a:pt x="49" y="272"/>
                  </a:lnTo>
                  <a:cubicBezTo>
                    <a:pt x="49" y="235"/>
                    <a:pt x="49" y="203"/>
                    <a:pt x="32" y="187"/>
                  </a:cubicBezTo>
                  <a:close/>
                  <a:moveTo>
                    <a:pt x="49" y="389"/>
                  </a:moveTo>
                  <a:lnTo>
                    <a:pt x="49" y="421"/>
                  </a:lnTo>
                  <a:lnTo>
                    <a:pt x="49" y="457"/>
                  </a:lnTo>
                  <a:lnTo>
                    <a:pt x="49" y="490"/>
                  </a:lnTo>
                  <a:lnTo>
                    <a:pt x="49" y="591"/>
                  </a:lnTo>
                  <a:lnTo>
                    <a:pt x="65" y="607"/>
                  </a:lnTo>
                  <a:lnTo>
                    <a:pt x="65" y="591"/>
                  </a:lnTo>
                  <a:lnTo>
                    <a:pt x="65" y="490"/>
                  </a:lnTo>
                  <a:lnTo>
                    <a:pt x="65" y="457"/>
                  </a:lnTo>
                  <a:lnTo>
                    <a:pt x="65" y="421"/>
                  </a:lnTo>
                  <a:cubicBezTo>
                    <a:pt x="49" y="405"/>
                    <a:pt x="49" y="405"/>
                    <a:pt x="49" y="389"/>
                  </a:cubicBezTo>
                  <a:close/>
                  <a:moveTo>
                    <a:pt x="65" y="607"/>
                  </a:moveTo>
                  <a:lnTo>
                    <a:pt x="65" y="659"/>
                  </a:lnTo>
                  <a:lnTo>
                    <a:pt x="65" y="676"/>
                  </a:lnTo>
                  <a:cubicBezTo>
                    <a:pt x="85" y="659"/>
                    <a:pt x="85" y="623"/>
                    <a:pt x="65" y="6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0"/>
            <p:cNvSpPr/>
            <p:nvPr/>
          </p:nvSpPr>
          <p:spPr>
            <a:xfrm>
              <a:off x="1943123" y="296680"/>
              <a:ext cx="190704" cy="70918"/>
            </a:xfrm>
            <a:custGeom>
              <a:rect b="b" l="l" r="r" t="t"/>
              <a:pathLst>
                <a:path extrusionOk="0" h="714" w="1920">
                  <a:moveTo>
                    <a:pt x="27" y="0"/>
                  </a:moveTo>
                  <a:cubicBezTo>
                    <a:pt x="19" y="0"/>
                    <a:pt x="10" y="2"/>
                    <a:pt x="1" y="7"/>
                  </a:cubicBezTo>
                  <a:cubicBezTo>
                    <a:pt x="33" y="7"/>
                    <a:pt x="53" y="23"/>
                    <a:pt x="86" y="39"/>
                  </a:cubicBezTo>
                  <a:lnTo>
                    <a:pt x="102" y="39"/>
                  </a:lnTo>
                  <a:cubicBezTo>
                    <a:pt x="170" y="71"/>
                    <a:pt x="235" y="92"/>
                    <a:pt x="304" y="124"/>
                  </a:cubicBezTo>
                  <a:cubicBezTo>
                    <a:pt x="389" y="156"/>
                    <a:pt x="490" y="193"/>
                    <a:pt x="574" y="225"/>
                  </a:cubicBezTo>
                  <a:cubicBezTo>
                    <a:pt x="623" y="241"/>
                    <a:pt x="675" y="257"/>
                    <a:pt x="708" y="273"/>
                  </a:cubicBezTo>
                  <a:cubicBezTo>
                    <a:pt x="776" y="294"/>
                    <a:pt x="861" y="326"/>
                    <a:pt x="926" y="342"/>
                  </a:cubicBezTo>
                  <a:cubicBezTo>
                    <a:pt x="995" y="374"/>
                    <a:pt x="1063" y="395"/>
                    <a:pt x="1128" y="427"/>
                  </a:cubicBezTo>
                  <a:cubicBezTo>
                    <a:pt x="1180" y="443"/>
                    <a:pt x="1213" y="459"/>
                    <a:pt x="1265" y="475"/>
                  </a:cubicBezTo>
                  <a:cubicBezTo>
                    <a:pt x="1314" y="496"/>
                    <a:pt x="1366" y="512"/>
                    <a:pt x="1399" y="528"/>
                  </a:cubicBezTo>
                  <a:cubicBezTo>
                    <a:pt x="1447" y="544"/>
                    <a:pt x="1499" y="560"/>
                    <a:pt x="1568" y="576"/>
                  </a:cubicBezTo>
                  <a:cubicBezTo>
                    <a:pt x="1516" y="544"/>
                    <a:pt x="1467" y="528"/>
                    <a:pt x="1399" y="512"/>
                  </a:cubicBezTo>
                  <a:cubicBezTo>
                    <a:pt x="1366" y="496"/>
                    <a:pt x="1314" y="475"/>
                    <a:pt x="1265" y="459"/>
                  </a:cubicBezTo>
                  <a:cubicBezTo>
                    <a:pt x="1229" y="443"/>
                    <a:pt x="1180" y="427"/>
                    <a:pt x="1144" y="411"/>
                  </a:cubicBezTo>
                  <a:cubicBezTo>
                    <a:pt x="1063" y="395"/>
                    <a:pt x="995" y="358"/>
                    <a:pt x="926" y="326"/>
                  </a:cubicBezTo>
                  <a:cubicBezTo>
                    <a:pt x="861" y="310"/>
                    <a:pt x="793" y="273"/>
                    <a:pt x="724" y="257"/>
                  </a:cubicBezTo>
                  <a:cubicBezTo>
                    <a:pt x="675" y="241"/>
                    <a:pt x="623" y="225"/>
                    <a:pt x="574" y="209"/>
                  </a:cubicBezTo>
                  <a:cubicBezTo>
                    <a:pt x="490" y="172"/>
                    <a:pt x="389" y="140"/>
                    <a:pt x="304" y="108"/>
                  </a:cubicBezTo>
                  <a:cubicBezTo>
                    <a:pt x="235" y="71"/>
                    <a:pt x="187" y="55"/>
                    <a:pt x="118" y="39"/>
                  </a:cubicBezTo>
                  <a:cubicBezTo>
                    <a:pt x="102" y="23"/>
                    <a:pt x="102" y="23"/>
                    <a:pt x="86" y="23"/>
                  </a:cubicBezTo>
                  <a:cubicBezTo>
                    <a:pt x="63" y="12"/>
                    <a:pt x="46" y="0"/>
                    <a:pt x="27" y="0"/>
                  </a:cubicBezTo>
                  <a:close/>
                  <a:moveTo>
                    <a:pt x="1568" y="576"/>
                  </a:moveTo>
                  <a:cubicBezTo>
                    <a:pt x="1584" y="597"/>
                    <a:pt x="1617" y="613"/>
                    <a:pt x="1633" y="613"/>
                  </a:cubicBezTo>
                  <a:cubicBezTo>
                    <a:pt x="1718" y="645"/>
                    <a:pt x="1786" y="677"/>
                    <a:pt x="1871" y="698"/>
                  </a:cubicBezTo>
                  <a:cubicBezTo>
                    <a:pt x="1802" y="661"/>
                    <a:pt x="1718" y="629"/>
                    <a:pt x="1633" y="597"/>
                  </a:cubicBezTo>
                  <a:cubicBezTo>
                    <a:pt x="1617" y="597"/>
                    <a:pt x="1584" y="576"/>
                    <a:pt x="1568" y="576"/>
                  </a:cubicBezTo>
                  <a:close/>
                  <a:moveTo>
                    <a:pt x="1871" y="698"/>
                  </a:moveTo>
                  <a:cubicBezTo>
                    <a:pt x="1887" y="714"/>
                    <a:pt x="1903" y="714"/>
                    <a:pt x="1920" y="714"/>
                  </a:cubicBezTo>
                  <a:lnTo>
                    <a:pt x="1920" y="69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0"/>
            <p:cNvSpPr/>
            <p:nvPr/>
          </p:nvSpPr>
          <p:spPr>
            <a:xfrm>
              <a:off x="2543443" y="972586"/>
              <a:ext cx="11720" cy="3278"/>
            </a:xfrm>
            <a:custGeom>
              <a:rect b="b" l="l" r="r" t="t"/>
              <a:pathLst>
                <a:path extrusionOk="0" h="33" w="118">
                  <a:moveTo>
                    <a:pt x="0" y="1"/>
                  </a:moveTo>
                  <a:cubicBezTo>
                    <a:pt x="16" y="1"/>
                    <a:pt x="32" y="17"/>
                    <a:pt x="49" y="17"/>
                  </a:cubicBezTo>
                  <a:cubicBezTo>
                    <a:pt x="69" y="17"/>
                    <a:pt x="85" y="33"/>
                    <a:pt x="101" y="33"/>
                  </a:cubicBezTo>
                  <a:lnTo>
                    <a:pt x="117" y="17"/>
                  </a:lnTo>
                  <a:lnTo>
                    <a:pt x="101" y="17"/>
                  </a:lnTo>
                  <a:cubicBezTo>
                    <a:pt x="85" y="17"/>
                    <a:pt x="69" y="17"/>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0"/>
            <p:cNvSpPr/>
            <p:nvPr/>
          </p:nvSpPr>
          <p:spPr>
            <a:xfrm>
              <a:off x="1680706" y="404050"/>
              <a:ext cx="48669" cy="40227"/>
            </a:xfrm>
            <a:custGeom>
              <a:rect b="b" l="l" r="r" t="t"/>
              <a:pathLst>
                <a:path extrusionOk="0" h="405" w="490">
                  <a:moveTo>
                    <a:pt x="473" y="0"/>
                  </a:moveTo>
                  <a:lnTo>
                    <a:pt x="372" y="85"/>
                  </a:lnTo>
                  <a:cubicBezTo>
                    <a:pt x="271" y="170"/>
                    <a:pt x="170" y="255"/>
                    <a:pt x="86" y="324"/>
                  </a:cubicBezTo>
                  <a:cubicBezTo>
                    <a:pt x="49" y="340"/>
                    <a:pt x="33" y="356"/>
                    <a:pt x="17" y="372"/>
                  </a:cubicBezTo>
                  <a:cubicBezTo>
                    <a:pt x="17" y="388"/>
                    <a:pt x="1" y="388"/>
                    <a:pt x="1" y="404"/>
                  </a:cubicBezTo>
                  <a:cubicBezTo>
                    <a:pt x="17" y="404"/>
                    <a:pt x="17" y="388"/>
                    <a:pt x="33" y="388"/>
                  </a:cubicBezTo>
                  <a:cubicBezTo>
                    <a:pt x="49" y="372"/>
                    <a:pt x="70" y="356"/>
                    <a:pt x="86" y="340"/>
                  </a:cubicBezTo>
                  <a:cubicBezTo>
                    <a:pt x="187" y="255"/>
                    <a:pt x="288" y="170"/>
                    <a:pt x="389" y="101"/>
                  </a:cubicBezTo>
                  <a:lnTo>
                    <a:pt x="490" y="21"/>
                  </a:lnTo>
                  <a:lnTo>
                    <a:pt x="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0"/>
            <p:cNvSpPr/>
            <p:nvPr/>
          </p:nvSpPr>
          <p:spPr>
            <a:xfrm>
              <a:off x="1673952" y="591377"/>
              <a:ext cx="61879" cy="43504"/>
            </a:xfrm>
            <a:custGeom>
              <a:rect b="b" l="l" r="r" t="t"/>
              <a:pathLst>
                <a:path extrusionOk="0" h="438" w="623">
                  <a:moveTo>
                    <a:pt x="622" y="1"/>
                  </a:moveTo>
                  <a:cubicBezTo>
                    <a:pt x="590" y="1"/>
                    <a:pt x="574" y="17"/>
                    <a:pt x="558" y="33"/>
                  </a:cubicBezTo>
                  <a:cubicBezTo>
                    <a:pt x="590" y="17"/>
                    <a:pt x="606" y="1"/>
                    <a:pt x="622" y="1"/>
                  </a:cubicBezTo>
                  <a:close/>
                  <a:moveTo>
                    <a:pt x="541" y="33"/>
                  </a:moveTo>
                  <a:cubicBezTo>
                    <a:pt x="473" y="86"/>
                    <a:pt x="420" y="118"/>
                    <a:pt x="356" y="171"/>
                  </a:cubicBezTo>
                  <a:cubicBezTo>
                    <a:pt x="271" y="235"/>
                    <a:pt x="170" y="304"/>
                    <a:pt x="69" y="373"/>
                  </a:cubicBezTo>
                  <a:cubicBezTo>
                    <a:pt x="37" y="389"/>
                    <a:pt x="16" y="405"/>
                    <a:pt x="0" y="421"/>
                  </a:cubicBezTo>
                  <a:lnTo>
                    <a:pt x="0" y="437"/>
                  </a:lnTo>
                  <a:cubicBezTo>
                    <a:pt x="16" y="405"/>
                    <a:pt x="53" y="389"/>
                    <a:pt x="69" y="389"/>
                  </a:cubicBezTo>
                  <a:lnTo>
                    <a:pt x="85" y="373"/>
                  </a:lnTo>
                  <a:cubicBezTo>
                    <a:pt x="170" y="304"/>
                    <a:pt x="271" y="235"/>
                    <a:pt x="356" y="187"/>
                  </a:cubicBezTo>
                  <a:cubicBezTo>
                    <a:pt x="420" y="134"/>
                    <a:pt x="489" y="86"/>
                    <a:pt x="541" y="53"/>
                  </a:cubicBezTo>
                  <a:lnTo>
                    <a:pt x="558" y="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0"/>
            <p:cNvSpPr/>
            <p:nvPr/>
          </p:nvSpPr>
          <p:spPr>
            <a:xfrm>
              <a:off x="2285794" y="777214"/>
              <a:ext cx="1689" cy="20163"/>
            </a:xfrm>
            <a:custGeom>
              <a:rect b="b" l="l" r="r" t="t"/>
              <a:pathLst>
                <a:path extrusionOk="0" h="203" w="17">
                  <a:moveTo>
                    <a:pt x="1" y="0"/>
                  </a:moveTo>
                  <a:lnTo>
                    <a:pt x="1" y="65"/>
                  </a:lnTo>
                  <a:cubicBezTo>
                    <a:pt x="1" y="117"/>
                    <a:pt x="1" y="150"/>
                    <a:pt x="17" y="202"/>
                  </a:cubicBezTo>
                  <a:lnTo>
                    <a:pt x="17" y="182"/>
                  </a:lnTo>
                  <a:lnTo>
                    <a:pt x="17" y="65"/>
                  </a:lnTo>
                  <a:cubicBezTo>
                    <a:pt x="17" y="49"/>
                    <a:pt x="17" y="1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0"/>
            <p:cNvSpPr/>
            <p:nvPr/>
          </p:nvSpPr>
          <p:spPr>
            <a:xfrm>
              <a:off x="2155381" y="852205"/>
              <a:ext cx="3774" cy="105682"/>
            </a:xfrm>
            <a:custGeom>
              <a:rect b="b" l="l" r="r" t="t"/>
              <a:pathLst>
                <a:path extrusionOk="0" h="1064" w="38">
                  <a:moveTo>
                    <a:pt x="17" y="1"/>
                  </a:moveTo>
                  <a:cubicBezTo>
                    <a:pt x="1" y="17"/>
                    <a:pt x="1" y="33"/>
                    <a:pt x="1" y="53"/>
                  </a:cubicBezTo>
                  <a:lnTo>
                    <a:pt x="1" y="69"/>
                  </a:lnTo>
                  <a:cubicBezTo>
                    <a:pt x="17" y="304"/>
                    <a:pt x="17" y="538"/>
                    <a:pt x="1" y="760"/>
                  </a:cubicBezTo>
                  <a:cubicBezTo>
                    <a:pt x="1" y="776"/>
                    <a:pt x="1" y="809"/>
                    <a:pt x="17" y="825"/>
                  </a:cubicBezTo>
                  <a:lnTo>
                    <a:pt x="17" y="760"/>
                  </a:lnTo>
                  <a:lnTo>
                    <a:pt x="17" y="69"/>
                  </a:lnTo>
                  <a:lnTo>
                    <a:pt x="17" y="53"/>
                  </a:lnTo>
                  <a:cubicBezTo>
                    <a:pt x="17" y="33"/>
                    <a:pt x="17" y="17"/>
                    <a:pt x="37" y="1"/>
                  </a:cubicBezTo>
                  <a:close/>
                  <a:moveTo>
                    <a:pt x="17" y="926"/>
                  </a:moveTo>
                  <a:cubicBezTo>
                    <a:pt x="1" y="978"/>
                    <a:pt x="1" y="1011"/>
                    <a:pt x="17" y="1063"/>
                  </a:cubicBezTo>
                  <a:lnTo>
                    <a:pt x="17" y="92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0"/>
            <p:cNvSpPr/>
            <p:nvPr/>
          </p:nvSpPr>
          <p:spPr>
            <a:xfrm>
              <a:off x="2324332" y="492747"/>
              <a:ext cx="38637" cy="15296"/>
            </a:xfrm>
            <a:custGeom>
              <a:rect b="b" l="l" r="r" t="t"/>
              <a:pathLst>
                <a:path extrusionOk="0" h="154" w="389">
                  <a:moveTo>
                    <a:pt x="0" y="0"/>
                  </a:moveTo>
                  <a:lnTo>
                    <a:pt x="0" y="16"/>
                  </a:lnTo>
                  <a:lnTo>
                    <a:pt x="53" y="36"/>
                  </a:lnTo>
                  <a:cubicBezTo>
                    <a:pt x="101" y="53"/>
                    <a:pt x="134" y="69"/>
                    <a:pt x="186" y="85"/>
                  </a:cubicBezTo>
                  <a:cubicBezTo>
                    <a:pt x="235" y="85"/>
                    <a:pt x="271" y="101"/>
                    <a:pt x="320" y="117"/>
                  </a:cubicBezTo>
                  <a:cubicBezTo>
                    <a:pt x="287" y="101"/>
                    <a:pt x="235" y="85"/>
                    <a:pt x="186" y="69"/>
                  </a:cubicBezTo>
                  <a:cubicBezTo>
                    <a:pt x="154" y="53"/>
                    <a:pt x="101" y="36"/>
                    <a:pt x="69" y="16"/>
                  </a:cubicBezTo>
                  <a:lnTo>
                    <a:pt x="0" y="0"/>
                  </a:lnTo>
                  <a:close/>
                  <a:moveTo>
                    <a:pt x="320" y="117"/>
                  </a:moveTo>
                  <a:lnTo>
                    <a:pt x="372" y="154"/>
                  </a:lnTo>
                  <a:lnTo>
                    <a:pt x="388" y="154"/>
                  </a:lnTo>
                  <a:lnTo>
                    <a:pt x="388" y="137"/>
                  </a:lnTo>
                  <a:lnTo>
                    <a:pt x="320" y="1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0"/>
            <p:cNvSpPr/>
            <p:nvPr/>
          </p:nvSpPr>
          <p:spPr>
            <a:xfrm>
              <a:off x="2325922" y="807310"/>
              <a:ext cx="11720" cy="3278"/>
            </a:xfrm>
            <a:custGeom>
              <a:rect b="b" l="l" r="r" t="t"/>
              <a:pathLst>
                <a:path extrusionOk="0" h="33" w="118">
                  <a:moveTo>
                    <a:pt x="1" y="0"/>
                  </a:moveTo>
                  <a:lnTo>
                    <a:pt x="17" y="16"/>
                  </a:lnTo>
                  <a:cubicBezTo>
                    <a:pt x="37" y="16"/>
                    <a:pt x="53" y="16"/>
                    <a:pt x="69" y="33"/>
                  </a:cubicBezTo>
                  <a:lnTo>
                    <a:pt x="118" y="33"/>
                  </a:lnTo>
                  <a:cubicBezTo>
                    <a:pt x="102" y="33"/>
                    <a:pt x="85" y="16"/>
                    <a:pt x="69" y="16"/>
                  </a:cubicBezTo>
                  <a:cubicBezTo>
                    <a:pt x="53" y="0"/>
                    <a:pt x="3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0"/>
            <p:cNvSpPr/>
            <p:nvPr/>
          </p:nvSpPr>
          <p:spPr>
            <a:xfrm>
              <a:off x="1673952" y="583034"/>
              <a:ext cx="63866" cy="45392"/>
            </a:xfrm>
            <a:custGeom>
              <a:rect b="b" l="l" r="r" t="t"/>
              <a:pathLst>
                <a:path extrusionOk="0" h="457" w="643">
                  <a:moveTo>
                    <a:pt x="642" y="0"/>
                  </a:moveTo>
                  <a:cubicBezTo>
                    <a:pt x="606" y="0"/>
                    <a:pt x="590" y="16"/>
                    <a:pt x="574" y="36"/>
                  </a:cubicBezTo>
                  <a:cubicBezTo>
                    <a:pt x="590" y="36"/>
                    <a:pt x="606" y="16"/>
                    <a:pt x="622" y="16"/>
                  </a:cubicBezTo>
                  <a:lnTo>
                    <a:pt x="642" y="16"/>
                  </a:lnTo>
                  <a:lnTo>
                    <a:pt x="642" y="0"/>
                  </a:lnTo>
                  <a:close/>
                  <a:moveTo>
                    <a:pt x="574" y="36"/>
                  </a:moveTo>
                  <a:lnTo>
                    <a:pt x="574" y="36"/>
                  </a:lnTo>
                  <a:cubicBezTo>
                    <a:pt x="473" y="101"/>
                    <a:pt x="372" y="170"/>
                    <a:pt x="287" y="238"/>
                  </a:cubicBezTo>
                  <a:cubicBezTo>
                    <a:pt x="388" y="186"/>
                    <a:pt x="489" y="117"/>
                    <a:pt x="574" y="36"/>
                  </a:cubicBezTo>
                  <a:close/>
                  <a:moveTo>
                    <a:pt x="287" y="238"/>
                  </a:moveTo>
                  <a:lnTo>
                    <a:pt x="287" y="238"/>
                  </a:lnTo>
                  <a:cubicBezTo>
                    <a:pt x="238" y="271"/>
                    <a:pt x="186" y="303"/>
                    <a:pt x="138" y="356"/>
                  </a:cubicBezTo>
                  <a:cubicBezTo>
                    <a:pt x="186" y="319"/>
                    <a:pt x="238" y="287"/>
                    <a:pt x="287" y="238"/>
                  </a:cubicBezTo>
                  <a:close/>
                  <a:moveTo>
                    <a:pt x="138" y="356"/>
                  </a:moveTo>
                  <a:cubicBezTo>
                    <a:pt x="101" y="356"/>
                    <a:pt x="85" y="372"/>
                    <a:pt x="69" y="388"/>
                  </a:cubicBezTo>
                  <a:cubicBezTo>
                    <a:pt x="53" y="404"/>
                    <a:pt x="16" y="420"/>
                    <a:pt x="0" y="440"/>
                  </a:cubicBezTo>
                  <a:lnTo>
                    <a:pt x="16" y="457"/>
                  </a:lnTo>
                  <a:lnTo>
                    <a:pt x="69" y="404"/>
                  </a:lnTo>
                  <a:cubicBezTo>
                    <a:pt x="85" y="388"/>
                    <a:pt x="117" y="372"/>
                    <a:pt x="138"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0"/>
            <p:cNvSpPr/>
            <p:nvPr/>
          </p:nvSpPr>
          <p:spPr>
            <a:xfrm>
              <a:off x="2376081" y="636769"/>
              <a:ext cx="6953" cy="34962"/>
            </a:xfrm>
            <a:custGeom>
              <a:rect b="b" l="l" r="r" t="t"/>
              <a:pathLst>
                <a:path extrusionOk="0" h="352" w="70">
                  <a:moveTo>
                    <a:pt x="1" y="0"/>
                  </a:moveTo>
                  <a:lnTo>
                    <a:pt x="1" y="17"/>
                  </a:lnTo>
                  <a:cubicBezTo>
                    <a:pt x="17" y="17"/>
                    <a:pt x="17" y="33"/>
                    <a:pt x="17" y="49"/>
                  </a:cubicBezTo>
                  <a:cubicBezTo>
                    <a:pt x="17" y="65"/>
                    <a:pt x="17" y="81"/>
                    <a:pt x="37" y="101"/>
                  </a:cubicBezTo>
                  <a:lnTo>
                    <a:pt x="37" y="49"/>
                  </a:lnTo>
                  <a:cubicBezTo>
                    <a:pt x="37" y="33"/>
                    <a:pt x="37" y="17"/>
                    <a:pt x="1" y="0"/>
                  </a:cubicBezTo>
                  <a:close/>
                  <a:moveTo>
                    <a:pt x="37" y="101"/>
                  </a:moveTo>
                  <a:lnTo>
                    <a:pt x="37" y="118"/>
                  </a:lnTo>
                  <a:lnTo>
                    <a:pt x="53" y="118"/>
                  </a:lnTo>
                  <a:cubicBezTo>
                    <a:pt x="53" y="118"/>
                    <a:pt x="53" y="101"/>
                    <a:pt x="37" y="101"/>
                  </a:cubicBezTo>
                  <a:close/>
                  <a:moveTo>
                    <a:pt x="37" y="118"/>
                  </a:moveTo>
                  <a:lnTo>
                    <a:pt x="37" y="219"/>
                  </a:lnTo>
                  <a:lnTo>
                    <a:pt x="37" y="235"/>
                  </a:lnTo>
                  <a:lnTo>
                    <a:pt x="37" y="267"/>
                  </a:lnTo>
                  <a:cubicBezTo>
                    <a:pt x="53" y="283"/>
                    <a:pt x="53" y="319"/>
                    <a:pt x="37" y="336"/>
                  </a:cubicBezTo>
                  <a:lnTo>
                    <a:pt x="53" y="352"/>
                  </a:lnTo>
                  <a:cubicBezTo>
                    <a:pt x="69" y="319"/>
                    <a:pt x="53" y="283"/>
                    <a:pt x="53" y="267"/>
                  </a:cubicBezTo>
                  <a:lnTo>
                    <a:pt x="53" y="235"/>
                  </a:lnTo>
                  <a:lnTo>
                    <a:pt x="53" y="219"/>
                  </a:lnTo>
                  <a:cubicBezTo>
                    <a:pt x="53" y="182"/>
                    <a:pt x="37" y="150"/>
                    <a:pt x="37"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0"/>
            <p:cNvSpPr/>
            <p:nvPr/>
          </p:nvSpPr>
          <p:spPr>
            <a:xfrm>
              <a:off x="1344491" y="757151"/>
              <a:ext cx="67144" cy="50258"/>
            </a:xfrm>
            <a:custGeom>
              <a:rect b="b" l="l" r="r" t="t"/>
              <a:pathLst>
                <a:path extrusionOk="0" h="506" w="676">
                  <a:moveTo>
                    <a:pt x="675" y="0"/>
                  </a:moveTo>
                  <a:cubicBezTo>
                    <a:pt x="659" y="0"/>
                    <a:pt x="643" y="0"/>
                    <a:pt x="627" y="16"/>
                  </a:cubicBezTo>
                  <a:cubicBezTo>
                    <a:pt x="489" y="117"/>
                    <a:pt x="356" y="218"/>
                    <a:pt x="223" y="303"/>
                  </a:cubicBezTo>
                  <a:lnTo>
                    <a:pt x="37" y="453"/>
                  </a:lnTo>
                  <a:cubicBezTo>
                    <a:pt x="21" y="453"/>
                    <a:pt x="1" y="469"/>
                    <a:pt x="1" y="485"/>
                  </a:cubicBezTo>
                  <a:lnTo>
                    <a:pt x="1" y="505"/>
                  </a:lnTo>
                  <a:lnTo>
                    <a:pt x="21" y="505"/>
                  </a:lnTo>
                  <a:cubicBezTo>
                    <a:pt x="21" y="485"/>
                    <a:pt x="21" y="469"/>
                    <a:pt x="37" y="469"/>
                  </a:cubicBezTo>
                  <a:lnTo>
                    <a:pt x="239" y="319"/>
                  </a:lnTo>
                  <a:cubicBezTo>
                    <a:pt x="372" y="218"/>
                    <a:pt x="506" y="117"/>
                    <a:pt x="643" y="16"/>
                  </a:cubicBezTo>
                  <a:lnTo>
                    <a:pt x="675" y="16"/>
                  </a:lnTo>
                  <a:lnTo>
                    <a:pt x="6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0"/>
            <p:cNvSpPr/>
            <p:nvPr/>
          </p:nvSpPr>
          <p:spPr>
            <a:xfrm>
              <a:off x="1673952" y="598231"/>
              <a:ext cx="60290" cy="41816"/>
            </a:xfrm>
            <a:custGeom>
              <a:rect b="b" l="l" r="r" t="t"/>
              <a:pathLst>
                <a:path extrusionOk="0" h="421" w="607">
                  <a:moveTo>
                    <a:pt x="590" y="1"/>
                  </a:moveTo>
                  <a:lnTo>
                    <a:pt x="505" y="49"/>
                  </a:lnTo>
                  <a:cubicBezTo>
                    <a:pt x="457" y="85"/>
                    <a:pt x="404" y="134"/>
                    <a:pt x="339" y="166"/>
                  </a:cubicBezTo>
                  <a:cubicBezTo>
                    <a:pt x="271" y="219"/>
                    <a:pt x="202" y="267"/>
                    <a:pt x="117" y="320"/>
                  </a:cubicBezTo>
                  <a:lnTo>
                    <a:pt x="0" y="405"/>
                  </a:lnTo>
                  <a:lnTo>
                    <a:pt x="0" y="421"/>
                  </a:lnTo>
                  <a:lnTo>
                    <a:pt x="16" y="421"/>
                  </a:lnTo>
                  <a:lnTo>
                    <a:pt x="138" y="336"/>
                  </a:lnTo>
                  <a:cubicBezTo>
                    <a:pt x="202" y="287"/>
                    <a:pt x="271" y="235"/>
                    <a:pt x="356" y="186"/>
                  </a:cubicBezTo>
                  <a:cubicBezTo>
                    <a:pt x="404" y="134"/>
                    <a:pt x="473" y="102"/>
                    <a:pt x="521" y="65"/>
                  </a:cubicBezTo>
                  <a:lnTo>
                    <a:pt x="6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0"/>
            <p:cNvSpPr/>
            <p:nvPr/>
          </p:nvSpPr>
          <p:spPr>
            <a:xfrm>
              <a:off x="2351249" y="472684"/>
              <a:ext cx="13310" cy="5264"/>
            </a:xfrm>
            <a:custGeom>
              <a:rect b="b" l="l" r="r" t="t"/>
              <a:pathLst>
                <a:path extrusionOk="0" h="53" w="134">
                  <a:moveTo>
                    <a:pt x="0" y="0"/>
                  </a:moveTo>
                  <a:cubicBezTo>
                    <a:pt x="16" y="16"/>
                    <a:pt x="16" y="16"/>
                    <a:pt x="32" y="16"/>
                  </a:cubicBezTo>
                  <a:cubicBezTo>
                    <a:pt x="49" y="16"/>
                    <a:pt x="65" y="36"/>
                    <a:pt x="85" y="36"/>
                  </a:cubicBezTo>
                  <a:cubicBezTo>
                    <a:pt x="101" y="53"/>
                    <a:pt x="101" y="53"/>
                    <a:pt x="117" y="53"/>
                  </a:cubicBezTo>
                  <a:lnTo>
                    <a:pt x="133" y="53"/>
                  </a:lnTo>
                  <a:lnTo>
                    <a:pt x="133" y="36"/>
                  </a:lnTo>
                  <a:lnTo>
                    <a:pt x="101" y="36"/>
                  </a:lnTo>
                  <a:cubicBezTo>
                    <a:pt x="65" y="16"/>
                    <a:pt x="49" y="16"/>
                    <a:pt x="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0"/>
            <p:cNvSpPr/>
            <p:nvPr/>
          </p:nvSpPr>
          <p:spPr>
            <a:xfrm>
              <a:off x="2490007" y="668453"/>
              <a:ext cx="10131" cy="3278"/>
            </a:xfrm>
            <a:custGeom>
              <a:rect b="b" l="l" r="r" t="t"/>
              <a:pathLst>
                <a:path extrusionOk="0" h="33" w="102">
                  <a:moveTo>
                    <a:pt x="1" y="0"/>
                  </a:moveTo>
                  <a:cubicBezTo>
                    <a:pt x="1" y="0"/>
                    <a:pt x="17" y="17"/>
                    <a:pt x="33" y="17"/>
                  </a:cubicBezTo>
                  <a:cubicBezTo>
                    <a:pt x="49" y="17"/>
                    <a:pt x="65" y="33"/>
                    <a:pt x="102" y="33"/>
                  </a:cubicBezTo>
                  <a:lnTo>
                    <a:pt x="102" y="17"/>
                  </a:lnTo>
                  <a:cubicBezTo>
                    <a:pt x="65" y="17"/>
                    <a:pt x="49" y="17"/>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0"/>
            <p:cNvSpPr/>
            <p:nvPr/>
          </p:nvSpPr>
          <p:spPr>
            <a:xfrm>
              <a:off x="2555064" y="720202"/>
              <a:ext cx="13310" cy="4966"/>
            </a:xfrm>
            <a:custGeom>
              <a:rect b="b" l="l" r="r" t="t"/>
              <a:pathLst>
                <a:path extrusionOk="0" h="50" w="134">
                  <a:moveTo>
                    <a:pt x="16" y="1"/>
                  </a:moveTo>
                  <a:lnTo>
                    <a:pt x="0" y="17"/>
                  </a:lnTo>
                  <a:lnTo>
                    <a:pt x="16" y="17"/>
                  </a:lnTo>
                  <a:lnTo>
                    <a:pt x="134" y="49"/>
                  </a:lnTo>
                  <a:lnTo>
                    <a:pt x="134" y="33"/>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0"/>
            <p:cNvSpPr/>
            <p:nvPr/>
          </p:nvSpPr>
          <p:spPr>
            <a:xfrm>
              <a:off x="2702264" y="599820"/>
              <a:ext cx="36651" cy="13409"/>
            </a:xfrm>
            <a:custGeom>
              <a:rect b="b" l="l" r="r" t="t"/>
              <a:pathLst>
                <a:path extrusionOk="0" h="135" w="369">
                  <a:moveTo>
                    <a:pt x="1" y="1"/>
                  </a:moveTo>
                  <a:lnTo>
                    <a:pt x="1" y="17"/>
                  </a:lnTo>
                  <a:lnTo>
                    <a:pt x="33" y="17"/>
                  </a:lnTo>
                  <a:cubicBezTo>
                    <a:pt x="65" y="33"/>
                    <a:pt x="102" y="33"/>
                    <a:pt x="118" y="49"/>
                  </a:cubicBezTo>
                  <a:cubicBezTo>
                    <a:pt x="150" y="69"/>
                    <a:pt x="203" y="86"/>
                    <a:pt x="235" y="102"/>
                  </a:cubicBezTo>
                  <a:lnTo>
                    <a:pt x="267" y="102"/>
                  </a:lnTo>
                  <a:cubicBezTo>
                    <a:pt x="267" y="86"/>
                    <a:pt x="251" y="86"/>
                    <a:pt x="235" y="86"/>
                  </a:cubicBezTo>
                  <a:cubicBezTo>
                    <a:pt x="203" y="69"/>
                    <a:pt x="166" y="49"/>
                    <a:pt x="134" y="33"/>
                  </a:cubicBezTo>
                  <a:cubicBezTo>
                    <a:pt x="102" y="33"/>
                    <a:pt x="65" y="17"/>
                    <a:pt x="33" y="1"/>
                  </a:cubicBezTo>
                  <a:close/>
                  <a:moveTo>
                    <a:pt x="267" y="102"/>
                  </a:moveTo>
                  <a:cubicBezTo>
                    <a:pt x="304" y="118"/>
                    <a:pt x="336" y="134"/>
                    <a:pt x="368" y="134"/>
                  </a:cubicBezTo>
                  <a:cubicBezTo>
                    <a:pt x="336" y="118"/>
                    <a:pt x="304" y="102"/>
                    <a:pt x="267" y="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0"/>
            <p:cNvSpPr/>
            <p:nvPr/>
          </p:nvSpPr>
          <p:spPr>
            <a:xfrm>
              <a:off x="2277352" y="651568"/>
              <a:ext cx="3774" cy="21752"/>
            </a:xfrm>
            <a:custGeom>
              <a:rect b="b" l="l" r="r" t="t"/>
              <a:pathLst>
                <a:path extrusionOk="0" h="219" w="38">
                  <a:moveTo>
                    <a:pt x="1" y="1"/>
                  </a:moveTo>
                  <a:lnTo>
                    <a:pt x="1" y="17"/>
                  </a:lnTo>
                  <a:lnTo>
                    <a:pt x="1" y="33"/>
                  </a:lnTo>
                  <a:lnTo>
                    <a:pt x="1" y="118"/>
                  </a:lnTo>
                  <a:lnTo>
                    <a:pt x="1" y="154"/>
                  </a:lnTo>
                  <a:cubicBezTo>
                    <a:pt x="1" y="170"/>
                    <a:pt x="1" y="187"/>
                    <a:pt x="21" y="203"/>
                  </a:cubicBezTo>
                  <a:lnTo>
                    <a:pt x="21" y="219"/>
                  </a:lnTo>
                  <a:lnTo>
                    <a:pt x="37" y="219"/>
                  </a:lnTo>
                  <a:lnTo>
                    <a:pt x="37" y="203"/>
                  </a:lnTo>
                  <a:cubicBezTo>
                    <a:pt x="21" y="187"/>
                    <a:pt x="21" y="170"/>
                    <a:pt x="21" y="154"/>
                  </a:cubicBezTo>
                  <a:lnTo>
                    <a:pt x="21" y="118"/>
                  </a:lnTo>
                  <a:lnTo>
                    <a:pt x="21" y="33"/>
                  </a:lnTo>
                  <a:lnTo>
                    <a:pt x="21" y="17"/>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0"/>
            <p:cNvSpPr/>
            <p:nvPr/>
          </p:nvSpPr>
          <p:spPr>
            <a:xfrm>
              <a:off x="1737719" y="952523"/>
              <a:ext cx="11720" cy="5364"/>
            </a:xfrm>
            <a:custGeom>
              <a:rect b="b" l="l" r="r" t="t"/>
              <a:pathLst>
                <a:path extrusionOk="0" h="54" w="118">
                  <a:moveTo>
                    <a:pt x="101" y="1"/>
                  </a:moveTo>
                  <a:cubicBezTo>
                    <a:pt x="81" y="1"/>
                    <a:pt x="49" y="17"/>
                    <a:pt x="33" y="33"/>
                  </a:cubicBezTo>
                  <a:cubicBezTo>
                    <a:pt x="65" y="33"/>
                    <a:pt x="81" y="17"/>
                    <a:pt x="118" y="1"/>
                  </a:cubicBezTo>
                  <a:close/>
                  <a:moveTo>
                    <a:pt x="17" y="33"/>
                  </a:moveTo>
                  <a:lnTo>
                    <a:pt x="0" y="53"/>
                  </a:lnTo>
                  <a:lnTo>
                    <a:pt x="17" y="53"/>
                  </a:lnTo>
                  <a:lnTo>
                    <a:pt x="33" y="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0"/>
            <p:cNvSpPr/>
            <p:nvPr/>
          </p:nvSpPr>
          <p:spPr>
            <a:xfrm>
              <a:off x="1234141" y="641536"/>
              <a:ext cx="25427" cy="344360"/>
            </a:xfrm>
            <a:custGeom>
              <a:rect b="b" l="l" r="r" t="t"/>
              <a:pathLst>
                <a:path extrusionOk="0" h="3467" w="256">
                  <a:moveTo>
                    <a:pt x="223" y="1"/>
                  </a:moveTo>
                  <a:cubicBezTo>
                    <a:pt x="239" y="33"/>
                    <a:pt x="239" y="53"/>
                    <a:pt x="239" y="86"/>
                  </a:cubicBezTo>
                  <a:lnTo>
                    <a:pt x="239" y="118"/>
                  </a:lnTo>
                  <a:cubicBezTo>
                    <a:pt x="239" y="102"/>
                    <a:pt x="239" y="102"/>
                    <a:pt x="255" y="86"/>
                  </a:cubicBezTo>
                  <a:cubicBezTo>
                    <a:pt x="255" y="53"/>
                    <a:pt x="255" y="33"/>
                    <a:pt x="239" y="1"/>
                  </a:cubicBezTo>
                  <a:close/>
                  <a:moveTo>
                    <a:pt x="239" y="118"/>
                  </a:moveTo>
                  <a:cubicBezTo>
                    <a:pt x="223" y="187"/>
                    <a:pt x="223" y="235"/>
                    <a:pt x="223" y="304"/>
                  </a:cubicBezTo>
                  <a:cubicBezTo>
                    <a:pt x="223" y="320"/>
                    <a:pt x="223" y="356"/>
                    <a:pt x="203" y="372"/>
                  </a:cubicBezTo>
                  <a:lnTo>
                    <a:pt x="203" y="457"/>
                  </a:lnTo>
                  <a:cubicBezTo>
                    <a:pt x="203" y="538"/>
                    <a:pt x="187" y="607"/>
                    <a:pt x="187" y="692"/>
                  </a:cubicBezTo>
                  <a:lnTo>
                    <a:pt x="187" y="809"/>
                  </a:lnTo>
                  <a:cubicBezTo>
                    <a:pt x="187" y="841"/>
                    <a:pt x="187" y="894"/>
                    <a:pt x="170" y="926"/>
                  </a:cubicBezTo>
                  <a:lnTo>
                    <a:pt x="170" y="1043"/>
                  </a:lnTo>
                  <a:cubicBezTo>
                    <a:pt x="170" y="1079"/>
                    <a:pt x="154" y="1128"/>
                    <a:pt x="154" y="1164"/>
                  </a:cubicBezTo>
                  <a:lnTo>
                    <a:pt x="154" y="1180"/>
                  </a:lnTo>
                  <a:lnTo>
                    <a:pt x="154" y="1265"/>
                  </a:lnTo>
                  <a:lnTo>
                    <a:pt x="154" y="1366"/>
                  </a:lnTo>
                  <a:cubicBezTo>
                    <a:pt x="170" y="1330"/>
                    <a:pt x="170" y="1298"/>
                    <a:pt x="170" y="1265"/>
                  </a:cubicBezTo>
                  <a:lnTo>
                    <a:pt x="170" y="1180"/>
                  </a:lnTo>
                  <a:lnTo>
                    <a:pt x="170" y="1164"/>
                  </a:lnTo>
                  <a:cubicBezTo>
                    <a:pt x="170" y="1128"/>
                    <a:pt x="170" y="1079"/>
                    <a:pt x="187" y="1043"/>
                  </a:cubicBezTo>
                  <a:lnTo>
                    <a:pt x="187" y="926"/>
                  </a:lnTo>
                  <a:cubicBezTo>
                    <a:pt x="187" y="894"/>
                    <a:pt x="187" y="841"/>
                    <a:pt x="203" y="809"/>
                  </a:cubicBezTo>
                  <a:lnTo>
                    <a:pt x="203" y="692"/>
                  </a:lnTo>
                  <a:cubicBezTo>
                    <a:pt x="203" y="607"/>
                    <a:pt x="223" y="538"/>
                    <a:pt x="223" y="457"/>
                  </a:cubicBezTo>
                  <a:lnTo>
                    <a:pt x="223" y="372"/>
                  </a:lnTo>
                  <a:cubicBezTo>
                    <a:pt x="223" y="356"/>
                    <a:pt x="223" y="320"/>
                    <a:pt x="239" y="304"/>
                  </a:cubicBezTo>
                  <a:lnTo>
                    <a:pt x="239" y="118"/>
                  </a:lnTo>
                  <a:close/>
                  <a:moveTo>
                    <a:pt x="154" y="1366"/>
                  </a:moveTo>
                  <a:cubicBezTo>
                    <a:pt x="154" y="1382"/>
                    <a:pt x="138" y="1399"/>
                    <a:pt x="138" y="1431"/>
                  </a:cubicBezTo>
                  <a:lnTo>
                    <a:pt x="138" y="1568"/>
                  </a:lnTo>
                  <a:lnTo>
                    <a:pt x="122" y="1685"/>
                  </a:lnTo>
                  <a:lnTo>
                    <a:pt x="122" y="1803"/>
                  </a:lnTo>
                  <a:cubicBezTo>
                    <a:pt x="122" y="1871"/>
                    <a:pt x="102" y="1936"/>
                    <a:pt x="102" y="2005"/>
                  </a:cubicBezTo>
                  <a:lnTo>
                    <a:pt x="102" y="2106"/>
                  </a:lnTo>
                  <a:cubicBezTo>
                    <a:pt x="122" y="2073"/>
                    <a:pt x="122" y="2037"/>
                    <a:pt x="122" y="2005"/>
                  </a:cubicBezTo>
                  <a:cubicBezTo>
                    <a:pt x="122" y="1936"/>
                    <a:pt x="122" y="1871"/>
                    <a:pt x="138" y="1819"/>
                  </a:cubicBezTo>
                  <a:lnTo>
                    <a:pt x="138" y="1685"/>
                  </a:lnTo>
                  <a:lnTo>
                    <a:pt x="154" y="1568"/>
                  </a:lnTo>
                  <a:lnTo>
                    <a:pt x="154" y="1431"/>
                  </a:lnTo>
                  <a:lnTo>
                    <a:pt x="154" y="1366"/>
                  </a:lnTo>
                  <a:close/>
                  <a:moveTo>
                    <a:pt x="102" y="2106"/>
                  </a:moveTo>
                  <a:cubicBezTo>
                    <a:pt x="86" y="2154"/>
                    <a:pt x="86" y="2223"/>
                    <a:pt x="86" y="2275"/>
                  </a:cubicBezTo>
                  <a:cubicBezTo>
                    <a:pt x="86" y="2340"/>
                    <a:pt x="69" y="2392"/>
                    <a:pt x="69" y="2441"/>
                  </a:cubicBezTo>
                  <a:cubicBezTo>
                    <a:pt x="69" y="2526"/>
                    <a:pt x="69" y="2594"/>
                    <a:pt x="53" y="2659"/>
                  </a:cubicBezTo>
                  <a:lnTo>
                    <a:pt x="53" y="2861"/>
                  </a:lnTo>
                  <a:cubicBezTo>
                    <a:pt x="69" y="2796"/>
                    <a:pt x="69" y="2728"/>
                    <a:pt x="69" y="2659"/>
                  </a:cubicBezTo>
                  <a:cubicBezTo>
                    <a:pt x="69" y="2594"/>
                    <a:pt x="86" y="2526"/>
                    <a:pt x="86" y="2441"/>
                  </a:cubicBezTo>
                  <a:cubicBezTo>
                    <a:pt x="86" y="2392"/>
                    <a:pt x="102" y="2340"/>
                    <a:pt x="102" y="2275"/>
                  </a:cubicBezTo>
                  <a:lnTo>
                    <a:pt x="102" y="2106"/>
                  </a:lnTo>
                  <a:close/>
                  <a:moveTo>
                    <a:pt x="53" y="2861"/>
                  </a:moveTo>
                  <a:cubicBezTo>
                    <a:pt x="37" y="2913"/>
                    <a:pt x="37" y="2962"/>
                    <a:pt x="37" y="3014"/>
                  </a:cubicBezTo>
                  <a:lnTo>
                    <a:pt x="37" y="3031"/>
                  </a:lnTo>
                  <a:cubicBezTo>
                    <a:pt x="37" y="3099"/>
                    <a:pt x="37" y="3164"/>
                    <a:pt x="21" y="3216"/>
                  </a:cubicBezTo>
                  <a:cubicBezTo>
                    <a:pt x="1" y="3233"/>
                    <a:pt x="1" y="3265"/>
                    <a:pt x="1" y="3285"/>
                  </a:cubicBezTo>
                  <a:cubicBezTo>
                    <a:pt x="1" y="3301"/>
                    <a:pt x="21" y="3301"/>
                    <a:pt x="1" y="3317"/>
                  </a:cubicBezTo>
                  <a:lnTo>
                    <a:pt x="1" y="3418"/>
                  </a:lnTo>
                  <a:lnTo>
                    <a:pt x="1" y="3467"/>
                  </a:lnTo>
                  <a:lnTo>
                    <a:pt x="21" y="3467"/>
                  </a:lnTo>
                  <a:lnTo>
                    <a:pt x="21" y="3418"/>
                  </a:lnTo>
                  <a:lnTo>
                    <a:pt x="21" y="3317"/>
                  </a:lnTo>
                  <a:lnTo>
                    <a:pt x="21" y="3285"/>
                  </a:lnTo>
                  <a:lnTo>
                    <a:pt x="21" y="3233"/>
                  </a:lnTo>
                  <a:cubicBezTo>
                    <a:pt x="37" y="3164"/>
                    <a:pt x="37" y="3099"/>
                    <a:pt x="53" y="3031"/>
                  </a:cubicBezTo>
                  <a:lnTo>
                    <a:pt x="53" y="3014"/>
                  </a:lnTo>
                  <a:lnTo>
                    <a:pt x="53" y="286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0"/>
            <p:cNvSpPr/>
            <p:nvPr/>
          </p:nvSpPr>
          <p:spPr>
            <a:xfrm>
              <a:off x="2321154" y="417658"/>
              <a:ext cx="13310" cy="6555"/>
            </a:xfrm>
            <a:custGeom>
              <a:rect b="b" l="l" r="r" t="t"/>
              <a:pathLst>
                <a:path extrusionOk="0" h="66" w="134">
                  <a:moveTo>
                    <a:pt x="0" y="1"/>
                  </a:moveTo>
                  <a:lnTo>
                    <a:pt x="0" y="17"/>
                  </a:lnTo>
                  <a:lnTo>
                    <a:pt x="133" y="65"/>
                  </a:lnTo>
                  <a:lnTo>
                    <a:pt x="133" y="49"/>
                  </a:lnTo>
                  <a:lnTo>
                    <a:pt x="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0"/>
            <p:cNvSpPr/>
            <p:nvPr/>
          </p:nvSpPr>
          <p:spPr>
            <a:xfrm>
              <a:off x="2281027" y="728644"/>
              <a:ext cx="3278" cy="8542"/>
            </a:xfrm>
            <a:custGeom>
              <a:rect b="b" l="l" r="r" t="t"/>
              <a:pathLst>
                <a:path extrusionOk="0" h="86" w="33">
                  <a:moveTo>
                    <a:pt x="16" y="0"/>
                  </a:moveTo>
                  <a:cubicBezTo>
                    <a:pt x="0" y="17"/>
                    <a:pt x="16" y="33"/>
                    <a:pt x="16" y="49"/>
                  </a:cubicBezTo>
                  <a:lnTo>
                    <a:pt x="16" y="65"/>
                  </a:lnTo>
                  <a:lnTo>
                    <a:pt x="32" y="85"/>
                  </a:lnTo>
                  <a:lnTo>
                    <a:pt x="32" y="65"/>
                  </a:lnTo>
                  <a:lnTo>
                    <a:pt x="32" y="49"/>
                  </a:lnTo>
                  <a:cubicBezTo>
                    <a:pt x="16" y="33"/>
                    <a:pt x="16" y="17"/>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0"/>
            <p:cNvSpPr/>
            <p:nvPr/>
          </p:nvSpPr>
          <p:spPr>
            <a:xfrm>
              <a:off x="1690738" y="436132"/>
              <a:ext cx="48669" cy="36651"/>
            </a:xfrm>
            <a:custGeom>
              <a:rect b="b" l="l" r="r" t="t"/>
              <a:pathLst>
                <a:path extrusionOk="0" h="369" w="490">
                  <a:moveTo>
                    <a:pt x="490" y="1"/>
                  </a:moveTo>
                  <a:cubicBezTo>
                    <a:pt x="473" y="1"/>
                    <a:pt x="453" y="1"/>
                    <a:pt x="437" y="17"/>
                  </a:cubicBezTo>
                  <a:cubicBezTo>
                    <a:pt x="336" y="102"/>
                    <a:pt x="219" y="203"/>
                    <a:pt x="102" y="283"/>
                  </a:cubicBezTo>
                  <a:lnTo>
                    <a:pt x="1" y="368"/>
                  </a:lnTo>
                  <a:lnTo>
                    <a:pt x="17" y="368"/>
                  </a:lnTo>
                  <a:lnTo>
                    <a:pt x="102" y="304"/>
                  </a:lnTo>
                  <a:cubicBezTo>
                    <a:pt x="219" y="203"/>
                    <a:pt x="336" y="118"/>
                    <a:pt x="453" y="17"/>
                  </a:cubicBezTo>
                  <a:lnTo>
                    <a:pt x="490" y="17"/>
                  </a:lnTo>
                  <a:lnTo>
                    <a:pt x="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0"/>
            <p:cNvSpPr/>
            <p:nvPr/>
          </p:nvSpPr>
          <p:spPr>
            <a:xfrm>
              <a:off x="2284205" y="606673"/>
              <a:ext cx="10131" cy="3278"/>
            </a:xfrm>
            <a:custGeom>
              <a:rect b="b" l="l" r="r" t="t"/>
              <a:pathLst>
                <a:path extrusionOk="0" h="33" w="102">
                  <a:moveTo>
                    <a:pt x="0" y="0"/>
                  </a:moveTo>
                  <a:lnTo>
                    <a:pt x="0" y="17"/>
                  </a:lnTo>
                  <a:cubicBezTo>
                    <a:pt x="17" y="17"/>
                    <a:pt x="33" y="17"/>
                    <a:pt x="53" y="33"/>
                  </a:cubicBezTo>
                  <a:lnTo>
                    <a:pt x="101" y="33"/>
                  </a:lnTo>
                  <a:cubicBezTo>
                    <a:pt x="85" y="33"/>
                    <a:pt x="69" y="17"/>
                    <a:pt x="53" y="17"/>
                  </a:cubicBezTo>
                  <a:cubicBezTo>
                    <a:pt x="33" y="17"/>
                    <a:pt x="1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0"/>
            <p:cNvSpPr/>
            <p:nvPr/>
          </p:nvSpPr>
          <p:spPr>
            <a:xfrm>
              <a:off x="1672363" y="641536"/>
              <a:ext cx="63469" cy="41816"/>
            </a:xfrm>
            <a:custGeom>
              <a:rect b="b" l="l" r="r" t="t"/>
              <a:pathLst>
                <a:path extrusionOk="0" h="421" w="639">
                  <a:moveTo>
                    <a:pt x="638" y="1"/>
                  </a:moveTo>
                  <a:cubicBezTo>
                    <a:pt x="622" y="1"/>
                    <a:pt x="606" y="17"/>
                    <a:pt x="590" y="17"/>
                  </a:cubicBezTo>
                  <a:lnTo>
                    <a:pt x="590" y="33"/>
                  </a:lnTo>
                  <a:cubicBezTo>
                    <a:pt x="606" y="17"/>
                    <a:pt x="622" y="17"/>
                    <a:pt x="638" y="17"/>
                  </a:cubicBezTo>
                  <a:lnTo>
                    <a:pt x="638" y="1"/>
                  </a:lnTo>
                  <a:close/>
                  <a:moveTo>
                    <a:pt x="590" y="33"/>
                  </a:moveTo>
                  <a:lnTo>
                    <a:pt x="590" y="33"/>
                  </a:lnTo>
                  <a:cubicBezTo>
                    <a:pt x="420" y="134"/>
                    <a:pt x="271" y="235"/>
                    <a:pt x="117" y="336"/>
                  </a:cubicBezTo>
                  <a:lnTo>
                    <a:pt x="0" y="405"/>
                  </a:lnTo>
                  <a:lnTo>
                    <a:pt x="0" y="421"/>
                  </a:lnTo>
                  <a:lnTo>
                    <a:pt x="16" y="421"/>
                  </a:lnTo>
                  <a:lnTo>
                    <a:pt x="117" y="356"/>
                  </a:lnTo>
                  <a:cubicBezTo>
                    <a:pt x="271" y="255"/>
                    <a:pt x="436" y="134"/>
                    <a:pt x="590"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0"/>
            <p:cNvSpPr/>
            <p:nvPr/>
          </p:nvSpPr>
          <p:spPr>
            <a:xfrm>
              <a:off x="2673857" y="501091"/>
              <a:ext cx="6853" cy="5364"/>
            </a:xfrm>
            <a:custGeom>
              <a:rect b="b" l="l" r="r" t="t"/>
              <a:pathLst>
                <a:path extrusionOk="0" h="54" w="69">
                  <a:moveTo>
                    <a:pt x="48" y="1"/>
                  </a:moveTo>
                  <a:cubicBezTo>
                    <a:pt x="48" y="17"/>
                    <a:pt x="32" y="17"/>
                    <a:pt x="16" y="33"/>
                  </a:cubicBezTo>
                  <a:cubicBezTo>
                    <a:pt x="16" y="33"/>
                    <a:pt x="0" y="33"/>
                    <a:pt x="0" y="53"/>
                  </a:cubicBezTo>
                  <a:cubicBezTo>
                    <a:pt x="16" y="53"/>
                    <a:pt x="16" y="53"/>
                    <a:pt x="32" y="33"/>
                  </a:cubicBezTo>
                  <a:lnTo>
                    <a:pt x="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0"/>
            <p:cNvSpPr/>
            <p:nvPr/>
          </p:nvSpPr>
          <p:spPr>
            <a:xfrm>
              <a:off x="2469943" y="436132"/>
              <a:ext cx="11820" cy="4966"/>
            </a:xfrm>
            <a:custGeom>
              <a:rect b="b" l="l" r="r" t="t"/>
              <a:pathLst>
                <a:path extrusionOk="0" h="50" w="119">
                  <a:moveTo>
                    <a:pt x="1" y="1"/>
                  </a:moveTo>
                  <a:lnTo>
                    <a:pt x="1" y="17"/>
                  </a:lnTo>
                  <a:lnTo>
                    <a:pt x="118" y="49"/>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0"/>
            <p:cNvSpPr/>
            <p:nvPr/>
          </p:nvSpPr>
          <p:spPr>
            <a:xfrm>
              <a:off x="2279438" y="909217"/>
              <a:ext cx="38141" cy="11720"/>
            </a:xfrm>
            <a:custGeom>
              <a:rect b="b" l="l" r="r" t="t"/>
              <a:pathLst>
                <a:path extrusionOk="0" h="118" w="384">
                  <a:moveTo>
                    <a:pt x="0" y="0"/>
                  </a:moveTo>
                  <a:lnTo>
                    <a:pt x="0" y="16"/>
                  </a:lnTo>
                  <a:lnTo>
                    <a:pt x="48" y="33"/>
                  </a:lnTo>
                  <a:cubicBezTo>
                    <a:pt x="101" y="33"/>
                    <a:pt x="133" y="49"/>
                    <a:pt x="182" y="65"/>
                  </a:cubicBezTo>
                  <a:cubicBezTo>
                    <a:pt x="202" y="65"/>
                    <a:pt x="218" y="65"/>
                    <a:pt x="234" y="85"/>
                  </a:cubicBezTo>
                  <a:cubicBezTo>
                    <a:pt x="283" y="85"/>
                    <a:pt x="319" y="101"/>
                    <a:pt x="368" y="117"/>
                  </a:cubicBezTo>
                  <a:lnTo>
                    <a:pt x="384" y="101"/>
                  </a:lnTo>
                  <a:lnTo>
                    <a:pt x="368" y="101"/>
                  </a:lnTo>
                  <a:cubicBezTo>
                    <a:pt x="335" y="85"/>
                    <a:pt x="283" y="85"/>
                    <a:pt x="234" y="65"/>
                  </a:cubicBezTo>
                  <a:cubicBezTo>
                    <a:pt x="218" y="49"/>
                    <a:pt x="202" y="49"/>
                    <a:pt x="182" y="49"/>
                  </a:cubicBezTo>
                  <a:cubicBezTo>
                    <a:pt x="149" y="33"/>
                    <a:pt x="101" y="33"/>
                    <a:pt x="65" y="16"/>
                  </a:cubicBez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0"/>
            <p:cNvSpPr/>
            <p:nvPr/>
          </p:nvSpPr>
          <p:spPr>
            <a:xfrm>
              <a:off x="2399720" y="783571"/>
              <a:ext cx="78367" cy="23838"/>
            </a:xfrm>
            <a:custGeom>
              <a:rect b="b" l="l" r="r" t="t"/>
              <a:pathLst>
                <a:path extrusionOk="0" h="240" w="789">
                  <a:moveTo>
                    <a:pt x="1" y="1"/>
                  </a:moveTo>
                  <a:lnTo>
                    <a:pt x="1" y="17"/>
                  </a:lnTo>
                  <a:lnTo>
                    <a:pt x="33" y="17"/>
                  </a:lnTo>
                  <a:cubicBezTo>
                    <a:pt x="82" y="37"/>
                    <a:pt x="118" y="53"/>
                    <a:pt x="150" y="53"/>
                  </a:cubicBezTo>
                  <a:cubicBezTo>
                    <a:pt x="219" y="70"/>
                    <a:pt x="268" y="86"/>
                    <a:pt x="320" y="102"/>
                  </a:cubicBezTo>
                  <a:cubicBezTo>
                    <a:pt x="385" y="138"/>
                    <a:pt x="453" y="154"/>
                    <a:pt x="506" y="171"/>
                  </a:cubicBezTo>
                  <a:cubicBezTo>
                    <a:pt x="554" y="187"/>
                    <a:pt x="607" y="187"/>
                    <a:pt x="655" y="203"/>
                  </a:cubicBezTo>
                  <a:cubicBezTo>
                    <a:pt x="672" y="219"/>
                    <a:pt x="672" y="219"/>
                    <a:pt x="688" y="219"/>
                  </a:cubicBezTo>
                  <a:cubicBezTo>
                    <a:pt x="724" y="239"/>
                    <a:pt x="740" y="239"/>
                    <a:pt x="772" y="239"/>
                  </a:cubicBezTo>
                  <a:lnTo>
                    <a:pt x="789" y="239"/>
                  </a:lnTo>
                  <a:lnTo>
                    <a:pt x="789" y="219"/>
                  </a:lnTo>
                  <a:cubicBezTo>
                    <a:pt x="779" y="225"/>
                    <a:pt x="769" y="227"/>
                    <a:pt x="760" y="227"/>
                  </a:cubicBezTo>
                  <a:cubicBezTo>
                    <a:pt x="737" y="227"/>
                    <a:pt x="713" y="214"/>
                    <a:pt x="688" y="203"/>
                  </a:cubicBezTo>
                  <a:lnTo>
                    <a:pt x="672" y="203"/>
                  </a:lnTo>
                  <a:cubicBezTo>
                    <a:pt x="623" y="187"/>
                    <a:pt x="571" y="171"/>
                    <a:pt x="522" y="154"/>
                  </a:cubicBezTo>
                  <a:cubicBezTo>
                    <a:pt x="453" y="138"/>
                    <a:pt x="385" y="118"/>
                    <a:pt x="336" y="102"/>
                  </a:cubicBezTo>
                  <a:cubicBezTo>
                    <a:pt x="268" y="86"/>
                    <a:pt x="219" y="70"/>
                    <a:pt x="167" y="53"/>
                  </a:cubicBezTo>
                  <a:cubicBezTo>
                    <a:pt x="118" y="37"/>
                    <a:pt x="82" y="17"/>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0"/>
            <p:cNvSpPr/>
            <p:nvPr/>
          </p:nvSpPr>
          <p:spPr>
            <a:xfrm>
              <a:off x="2496463" y="606673"/>
              <a:ext cx="10131" cy="3278"/>
            </a:xfrm>
            <a:custGeom>
              <a:rect b="b" l="l" r="r" t="t"/>
              <a:pathLst>
                <a:path extrusionOk="0" h="33" w="102">
                  <a:moveTo>
                    <a:pt x="0" y="0"/>
                  </a:moveTo>
                  <a:lnTo>
                    <a:pt x="0" y="17"/>
                  </a:lnTo>
                  <a:cubicBezTo>
                    <a:pt x="17" y="17"/>
                    <a:pt x="37" y="17"/>
                    <a:pt x="53" y="33"/>
                  </a:cubicBezTo>
                  <a:lnTo>
                    <a:pt x="101" y="33"/>
                  </a:lnTo>
                  <a:cubicBezTo>
                    <a:pt x="85" y="33"/>
                    <a:pt x="69" y="17"/>
                    <a:pt x="53" y="17"/>
                  </a:cubicBezTo>
                  <a:cubicBezTo>
                    <a:pt x="37" y="17"/>
                    <a:pt x="1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0"/>
            <p:cNvSpPr/>
            <p:nvPr/>
          </p:nvSpPr>
          <p:spPr>
            <a:xfrm>
              <a:off x="1682296" y="460963"/>
              <a:ext cx="57112" cy="43504"/>
            </a:xfrm>
            <a:custGeom>
              <a:rect b="b" l="l" r="r" t="t"/>
              <a:pathLst>
                <a:path extrusionOk="0" h="438" w="575">
                  <a:moveTo>
                    <a:pt x="575" y="1"/>
                  </a:moveTo>
                  <a:cubicBezTo>
                    <a:pt x="558" y="1"/>
                    <a:pt x="538" y="17"/>
                    <a:pt x="522" y="17"/>
                  </a:cubicBezTo>
                  <a:cubicBezTo>
                    <a:pt x="373" y="134"/>
                    <a:pt x="219" y="255"/>
                    <a:pt x="102" y="356"/>
                  </a:cubicBezTo>
                  <a:cubicBezTo>
                    <a:pt x="235" y="255"/>
                    <a:pt x="389" y="154"/>
                    <a:pt x="522" y="33"/>
                  </a:cubicBezTo>
                  <a:cubicBezTo>
                    <a:pt x="538" y="17"/>
                    <a:pt x="558" y="17"/>
                    <a:pt x="575" y="17"/>
                  </a:cubicBezTo>
                  <a:lnTo>
                    <a:pt x="575" y="1"/>
                  </a:lnTo>
                  <a:close/>
                  <a:moveTo>
                    <a:pt x="102" y="356"/>
                  </a:moveTo>
                  <a:cubicBezTo>
                    <a:pt x="70" y="373"/>
                    <a:pt x="33" y="405"/>
                    <a:pt x="1" y="437"/>
                  </a:cubicBezTo>
                  <a:cubicBezTo>
                    <a:pt x="33" y="421"/>
                    <a:pt x="70" y="389"/>
                    <a:pt x="102"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0"/>
            <p:cNvSpPr/>
            <p:nvPr/>
          </p:nvSpPr>
          <p:spPr>
            <a:xfrm>
              <a:off x="1679117" y="531186"/>
              <a:ext cx="58701" cy="43504"/>
            </a:xfrm>
            <a:custGeom>
              <a:rect b="b" l="l" r="r" t="t"/>
              <a:pathLst>
                <a:path extrusionOk="0" h="438" w="591">
                  <a:moveTo>
                    <a:pt x="590" y="1"/>
                  </a:moveTo>
                  <a:cubicBezTo>
                    <a:pt x="570" y="1"/>
                    <a:pt x="538" y="17"/>
                    <a:pt x="522" y="33"/>
                  </a:cubicBezTo>
                  <a:lnTo>
                    <a:pt x="522" y="53"/>
                  </a:lnTo>
                  <a:lnTo>
                    <a:pt x="538" y="53"/>
                  </a:lnTo>
                  <a:cubicBezTo>
                    <a:pt x="554" y="33"/>
                    <a:pt x="570" y="17"/>
                    <a:pt x="590" y="17"/>
                  </a:cubicBezTo>
                  <a:lnTo>
                    <a:pt x="590" y="1"/>
                  </a:lnTo>
                  <a:close/>
                  <a:moveTo>
                    <a:pt x="522" y="53"/>
                  </a:moveTo>
                  <a:lnTo>
                    <a:pt x="522" y="53"/>
                  </a:lnTo>
                  <a:cubicBezTo>
                    <a:pt x="421" y="118"/>
                    <a:pt x="336" y="187"/>
                    <a:pt x="235" y="255"/>
                  </a:cubicBezTo>
                  <a:cubicBezTo>
                    <a:pt x="203" y="272"/>
                    <a:pt x="150" y="304"/>
                    <a:pt x="118" y="336"/>
                  </a:cubicBezTo>
                  <a:cubicBezTo>
                    <a:pt x="86" y="356"/>
                    <a:pt x="65" y="373"/>
                    <a:pt x="33" y="389"/>
                  </a:cubicBezTo>
                  <a:lnTo>
                    <a:pt x="1" y="421"/>
                  </a:lnTo>
                  <a:lnTo>
                    <a:pt x="1" y="437"/>
                  </a:lnTo>
                  <a:lnTo>
                    <a:pt x="17" y="437"/>
                  </a:lnTo>
                  <a:lnTo>
                    <a:pt x="49" y="405"/>
                  </a:lnTo>
                  <a:cubicBezTo>
                    <a:pt x="65" y="389"/>
                    <a:pt x="102" y="373"/>
                    <a:pt x="134" y="356"/>
                  </a:cubicBezTo>
                  <a:cubicBezTo>
                    <a:pt x="166" y="320"/>
                    <a:pt x="203" y="288"/>
                    <a:pt x="251" y="255"/>
                  </a:cubicBezTo>
                  <a:cubicBezTo>
                    <a:pt x="336" y="187"/>
                    <a:pt x="437" y="118"/>
                    <a:pt x="522"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0"/>
            <p:cNvSpPr/>
            <p:nvPr/>
          </p:nvSpPr>
          <p:spPr>
            <a:xfrm>
              <a:off x="2240899" y="327371"/>
              <a:ext cx="10131" cy="8542"/>
            </a:xfrm>
            <a:custGeom>
              <a:rect b="b" l="l" r="r" t="t"/>
              <a:pathLst>
                <a:path extrusionOk="0" h="86" w="102">
                  <a:moveTo>
                    <a:pt x="85" y="1"/>
                  </a:moveTo>
                  <a:cubicBezTo>
                    <a:pt x="85" y="17"/>
                    <a:pt x="65" y="33"/>
                    <a:pt x="49" y="33"/>
                  </a:cubicBezTo>
                  <a:cubicBezTo>
                    <a:pt x="33" y="33"/>
                    <a:pt x="33" y="49"/>
                    <a:pt x="16" y="65"/>
                  </a:cubicBezTo>
                  <a:lnTo>
                    <a:pt x="0" y="86"/>
                  </a:lnTo>
                  <a:lnTo>
                    <a:pt x="16" y="86"/>
                  </a:lnTo>
                  <a:cubicBezTo>
                    <a:pt x="16" y="86"/>
                    <a:pt x="33" y="86"/>
                    <a:pt x="33" y="65"/>
                  </a:cubicBezTo>
                  <a:cubicBezTo>
                    <a:pt x="33" y="65"/>
                    <a:pt x="49" y="49"/>
                    <a:pt x="65" y="49"/>
                  </a:cubicBezTo>
                  <a:cubicBezTo>
                    <a:pt x="85" y="33"/>
                    <a:pt x="101" y="17"/>
                    <a:pt x="1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0"/>
            <p:cNvSpPr/>
            <p:nvPr/>
          </p:nvSpPr>
          <p:spPr>
            <a:xfrm>
              <a:off x="1669085" y="569724"/>
              <a:ext cx="68733" cy="47080"/>
            </a:xfrm>
            <a:custGeom>
              <a:rect b="b" l="l" r="r" t="t"/>
              <a:pathLst>
                <a:path extrusionOk="0" h="474" w="692">
                  <a:moveTo>
                    <a:pt x="691" y="1"/>
                  </a:moveTo>
                  <a:cubicBezTo>
                    <a:pt x="655" y="1"/>
                    <a:pt x="639" y="17"/>
                    <a:pt x="623" y="33"/>
                  </a:cubicBezTo>
                  <a:lnTo>
                    <a:pt x="607" y="49"/>
                  </a:lnTo>
                  <a:cubicBezTo>
                    <a:pt x="489" y="134"/>
                    <a:pt x="368" y="219"/>
                    <a:pt x="251" y="304"/>
                  </a:cubicBezTo>
                  <a:cubicBezTo>
                    <a:pt x="203" y="352"/>
                    <a:pt x="150" y="389"/>
                    <a:pt x="102" y="421"/>
                  </a:cubicBezTo>
                  <a:cubicBezTo>
                    <a:pt x="86" y="421"/>
                    <a:pt x="86" y="421"/>
                    <a:pt x="86" y="437"/>
                  </a:cubicBezTo>
                  <a:lnTo>
                    <a:pt x="102" y="437"/>
                  </a:lnTo>
                  <a:cubicBezTo>
                    <a:pt x="150" y="389"/>
                    <a:pt x="203" y="352"/>
                    <a:pt x="251" y="320"/>
                  </a:cubicBezTo>
                  <a:cubicBezTo>
                    <a:pt x="368" y="235"/>
                    <a:pt x="489" y="134"/>
                    <a:pt x="623" y="49"/>
                  </a:cubicBezTo>
                  <a:cubicBezTo>
                    <a:pt x="639" y="33"/>
                    <a:pt x="655" y="17"/>
                    <a:pt x="671" y="17"/>
                  </a:cubicBezTo>
                  <a:lnTo>
                    <a:pt x="691" y="17"/>
                  </a:lnTo>
                  <a:lnTo>
                    <a:pt x="691" y="1"/>
                  </a:lnTo>
                  <a:close/>
                  <a:moveTo>
                    <a:pt x="86" y="437"/>
                  </a:moveTo>
                  <a:cubicBezTo>
                    <a:pt x="65" y="437"/>
                    <a:pt x="49" y="453"/>
                    <a:pt x="49" y="453"/>
                  </a:cubicBezTo>
                  <a:lnTo>
                    <a:pt x="17" y="453"/>
                  </a:lnTo>
                  <a:lnTo>
                    <a:pt x="1" y="473"/>
                  </a:lnTo>
                  <a:lnTo>
                    <a:pt x="49" y="473"/>
                  </a:lnTo>
                  <a:cubicBezTo>
                    <a:pt x="65" y="453"/>
                    <a:pt x="65" y="453"/>
                    <a:pt x="86" y="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0"/>
            <p:cNvSpPr/>
            <p:nvPr/>
          </p:nvSpPr>
          <p:spPr>
            <a:xfrm>
              <a:off x="2341218" y="611441"/>
              <a:ext cx="8443" cy="3377"/>
            </a:xfrm>
            <a:custGeom>
              <a:rect b="b" l="l" r="r" t="t"/>
              <a:pathLst>
                <a:path extrusionOk="0" h="34" w="85">
                  <a:moveTo>
                    <a:pt x="0" y="1"/>
                  </a:moveTo>
                  <a:lnTo>
                    <a:pt x="0" y="17"/>
                  </a:lnTo>
                  <a:lnTo>
                    <a:pt x="85" y="3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0"/>
            <p:cNvSpPr/>
            <p:nvPr/>
          </p:nvSpPr>
          <p:spPr>
            <a:xfrm>
              <a:off x="2516526" y="708581"/>
              <a:ext cx="10131" cy="4867"/>
            </a:xfrm>
            <a:custGeom>
              <a:rect b="b" l="l" r="r" t="t"/>
              <a:pathLst>
                <a:path extrusionOk="0" h="49" w="102">
                  <a:moveTo>
                    <a:pt x="17" y="0"/>
                  </a:moveTo>
                  <a:lnTo>
                    <a:pt x="0" y="17"/>
                  </a:lnTo>
                  <a:lnTo>
                    <a:pt x="17" y="17"/>
                  </a:lnTo>
                  <a:lnTo>
                    <a:pt x="101" y="49"/>
                  </a:lnTo>
                  <a:lnTo>
                    <a:pt x="101" y="33"/>
                  </a:lnTo>
                  <a:lnTo>
                    <a:pt x="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0"/>
            <p:cNvSpPr/>
            <p:nvPr/>
          </p:nvSpPr>
          <p:spPr>
            <a:xfrm>
              <a:off x="2281027" y="489470"/>
              <a:ext cx="13310" cy="4966"/>
            </a:xfrm>
            <a:custGeom>
              <a:rect b="b" l="l" r="r" t="t"/>
              <a:pathLst>
                <a:path extrusionOk="0" h="50" w="134">
                  <a:moveTo>
                    <a:pt x="16" y="1"/>
                  </a:moveTo>
                  <a:lnTo>
                    <a:pt x="0" y="17"/>
                  </a:lnTo>
                  <a:lnTo>
                    <a:pt x="16" y="17"/>
                  </a:lnTo>
                  <a:cubicBezTo>
                    <a:pt x="32" y="17"/>
                    <a:pt x="49" y="33"/>
                    <a:pt x="85" y="33"/>
                  </a:cubicBezTo>
                  <a:cubicBezTo>
                    <a:pt x="65" y="17"/>
                    <a:pt x="32" y="1"/>
                    <a:pt x="16" y="1"/>
                  </a:cubicBezTo>
                  <a:close/>
                  <a:moveTo>
                    <a:pt x="85" y="33"/>
                  </a:moveTo>
                  <a:cubicBezTo>
                    <a:pt x="101" y="49"/>
                    <a:pt x="117" y="49"/>
                    <a:pt x="133" y="49"/>
                  </a:cubicBezTo>
                  <a:cubicBezTo>
                    <a:pt x="117" y="33"/>
                    <a:pt x="101" y="33"/>
                    <a:pt x="85"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0"/>
            <p:cNvSpPr/>
            <p:nvPr/>
          </p:nvSpPr>
          <p:spPr>
            <a:xfrm>
              <a:off x="2329497" y="974176"/>
              <a:ext cx="1788" cy="8542"/>
            </a:xfrm>
            <a:custGeom>
              <a:rect b="b" l="l" r="r" t="t"/>
              <a:pathLst>
                <a:path extrusionOk="0" h="86" w="18">
                  <a:moveTo>
                    <a:pt x="17" y="1"/>
                  </a:moveTo>
                  <a:cubicBezTo>
                    <a:pt x="1" y="17"/>
                    <a:pt x="1" y="53"/>
                    <a:pt x="1" y="69"/>
                  </a:cubicBezTo>
                  <a:lnTo>
                    <a:pt x="17" y="86"/>
                  </a:lnTo>
                  <a:lnTo>
                    <a:pt x="17" y="69"/>
                  </a:lnTo>
                  <a:lnTo>
                    <a:pt x="17"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0"/>
            <p:cNvSpPr/>
            <p:nvPr/>
          </p:nvSpPr>
          <p:spPr>
            <a:xfrm>
              <a:off x="2145349" y="698549"/>
              <a:ext cx="5364" cy="8542"/>
            </a:xfrm>
            <a:custGeom>
              <a:rect b="b" l="l" r="r" t="t"/>
              <a:pathLst>
                <a:path extrusionOk="0" h="86" w="54">
                  <a:moveTo>
                    <a:pt x="53" y="0"/>
                  </a:moveTo>
                  <a:lnTo>
                    <a:pt x="53" y="0"/>
                  </a:lnTo>
                  <a:cubicBezTo>
                    <a:pt x="1" y="17"/>
                    <a:pt x="17" y="49"/>
                    <a:pt x="17" y="85"/>
                  </a:cubicBezTo>
                  <a:lnTo>
                    <a:pt x="37" y="85"/>
                  </a:lnTo>
                  <a:cubicBezTo>
                    <a:pt x="17" y="49"/>
                    <a:pt x="17" y="1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0"/>
            <p:cNvSpPr/>
            <p:nvPr/>
          </p:nvSpPr>
          <p:spPr>
            <a:xfrm>
              <a:off x="2299501" y="611441"/>
              <a:ext cx="10032" cy="3377"/>
            </a:xfrm>
            <a:custGeom>
              <a:rect b="b" l="l" r="r" t="t"/>
              <a:pathLst>
                <a:path extrusionOk="0" h="34" w="101">
                  <a:moveTo>
                    <a:pt x="16" y="1"/>
                  </a:moveTo>
                  <a:lnTo>
                    <a:pt x="0" y="17"/>
                  </a:lnTo>
                  <a:lnTo>
                    <a:pt x="16" y="17"/>
                  </a:lnTo>
                  <a:cubicBezTo>
                    <a:pt x="16" y="17"/>
                    <a:pt x="32" y="17"/>
                    <a:pt x="48" y="33"/>
                  </a:cubicBezTo>
                  <a:lnTo>
                    <a:pt x="101" y="33"/>
                  </a:lnTo>
                  <a:cubicBezTo>
                    <a:pt x="81" y="33"/>
                    <a:pt x="65" y="17"/>
                    <a:pt x="48" y="17"/>
                  </a:cubicBezTo>
                  <a:cubicBezTo>
                    <a:pt x="32" y="17"/>
                    <a:pt x="32"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0"/>
            <p:cNvSpPr/>
            <p:nvPr/>
          </p:nvSpPr>
          <p:spPr>
            <a:xfrm>
              <a:off x="2498052" y="690106"/>
              <a:ext cx="37048" cy="11720"/>
            </a:xfrm>
            <a:custGeom>
              <a:rect b="b" l="l" r="r" t="t"/>
              <a:pathLst>
                <a:path extrusionOk="0" h="118" w="373">
                  <a:moveTo>
                    <a:pt x="1" y="1"/>
                  </a:moveTo>
                  <a:lnTo>
                    <a:pt x="1" y="17"/>
                  </a:lnTo>
                  <a:lnTo>
                    <a:pt x="21" y="17"/>
                  </a:lnTo>
                  <a:lnTo>
                    <a:pt x="21" y="1"/>
                  </a:lnTo>
                  <a:close/>
                  <a:moveTo>
                    <a:pt x="21" y="17"/>
                  </a:moveTo>
                  <a:cubicBezTo>
                    <a:pt x="102" y="49"/>
                    <a:pt x="154" y="69"/>
                    <a:pt x="223" y="85"/>
                  </a:cubicBezTo>
                  <a:cubicBezTo>
                    <a:pt x="255" y="85"/>
                    <a:pt x="287" y="102"/>
                    <a:pt x="324" y="118"/>
                  </a:cubicBezTo>
                  <a:lnTo>
                    <a:pt x="372" y="118"/>
                  </a:lnTo>
                  <a:lnTo>
                    <a:pt x="372" y="102"/>
                  </a:lnTo>
                  <a:lnTo>
                    <a:pt x="324" y="102"/>
                  </a:lnTo>
                  <a:cubicBezTo>
                    <a:pt x="287" y="85"/>
                    <a:pt x="255" y="85"/>
                    <a:pt x="223" y="69"/>
                  </a:cubicBezTo>
                  <a:cubicBezTo>
                    <a:pt x="170" y="49"/>
                    <a:pt x="102" y="33"/>
                    <a:pt x="21"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0"/>
            <p:cNvSpPr/>
            <p:nvPr/>
          </p:nvSpPr>
          <p:spPr>
            <a:xfrm>
              <a:off x="1679117" y="472684"/>
              <a:ext cx="11720" cy="10131"/>
            </a:xfrm>
            <a:custGeom>
              <a:rect b="b" l="l" r="r" t="t"/>
              <a:pathLst>
                <a:path extrusionOk="0" h="102" w="118">
                  <a:moveTo>
                    <a:pt x="118" y="0"/>
                  </a:moveTo>
                  <a:lnTo>
                    <a:pt x="1" y="85"/>
                  </a:lnTo>
                  <a:lnTo>
                    <a:pt x="1" y="101"/>
                  </a:lnTo>
                  <a:lnTo>
                    <a:pt x="118" y="16"/>
                  </a:lnTo>
                  <a:lnTo>
                    <a:pt x="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0"/>
            <p:cNvSpPr/>
            <p:nvPr/>
          </p:nvSpPr>
          <p:spPr>
            <a:xfrm>
              <a:off x="1720834" y="907628"/>
              <a:ext cx="4966" cy="80354"/>
            </a:xfrm>
            <a:custGeom>
              <a:rect b="b" l="l" r="r" t="t"/>
              <a:pathLst>
                <a:path extrusionOk="0" h="809" w="50">
                  <a:moveTo>
                    <a:pt x="33" y="0"/>
                  </a:moveTo>
                  <a:lnTo>
                    <a:pt x="33" y="16"/>
                  </a:lnTo>
                  <a:lnTo>
                    <a:pt x="33" y="81"/>
                  </a:lnTo>
                  <a:lnTo>
                    <a:pt x="33" y="133"/>
                  </a:lnTo>
                  <a:lnTo>
                    <a:pt x="33" y="267"/>
                  </a:lnTo>
                  <a:cubicBezTo>
                    <a:pt x="17" y="319"/>
                    <a:pt x="17" y="368"/>
                    <a:pt x="17" y="420"/>
                  </a:cubicBezTo>
                  <a:lnTo>
                    <a:pt x="17" y="521"/>
                  </a:lnTo>
                  <a:lnTo>
                    <a:pt x="17" y="687"/>
                  </a:lnTo>
                  <a:cubicBezTo>
                    <a:pt x="33" y="638"/>
                    <a:pt x="33" y="586"/>
                    <a:pt x="33" y="521"/>
                  </a:cubicBezTo>
                  <a:lnTo>
                    <a:pt x="33" y="420"/>
                  </a:lnTo>
                  <a:lnTo>
                    <a:pt x="33" y="283"/>
                  </a:lnTo>
                  <a:cubicBezTo>
                    <a:pt x="49" y="234"/>
                    <a:pt x="49" y="182"/>
                    <a:pt x="49" y="133"/>
                  </a:cubicBezTo>
                  <a:lnTo>
                    <a:pt x="49" y="81"/>
                  </a:lnTo>
                  <a:cubicBezTo>
                    <a:pt x="49" y="49"/>
                    <a:pt x="49" y="32"/>
                    <a:pt x="33" y="0"/>
                  </a:cubicBezTo>
                  <a:close/>
                  <a:moveTo>
                    <a:pt x="17" y="687"/>
                  </a:moveTo>
                  <a:cubicBezTo>
                    <a:pt x="17" y="723"/>
                    <a:pt x="17" y="739"/>
                    <a:pt x="1" y="772"/>
                  </a:cubicBezTo>
                  <a:lnTo>
                    <a:pt x="1" y="788"/>
                  </a:lnTo>
                  <a:lnTo>
                    <a:pt x="1" y="808"/>
                  </a:lnTo>
                  <a:lnTo>
                    <a:pt x="17" y="808"/>
                  </a:lnTo>
                  <a:lnTo>
                    <a:pt x="17" y="788"/>
                  </a:lnTo>
                  <a:lnTo>
                    <a:pt x="17" y="772"/>
                  </a:lnTo>
                  <a:lnTo>
                    <a:pt x="17" y="68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0"/>
            <p:cNvSpPr/>
            <p:nvPr/>
          </p:nvSpPr>
          <p:spPr>
            <a:xfrm>
              <a:off x="2707131" y="532875"/>
              <a:ext cx="10131" cy="5264"/>
            </a:xfrm>
            <a:custGeom>
              <a:rect b="b" l="l" r="r" t="t"/>
              <a:pathLst>
                <a:path extrusionOk="0" h="53" w="102">
                  <a:moveTo>
                    <a:pt x="0" y="0"/>
                  </a:moveTo>
                  <a:lnTo>
                    <a:pt x="0" y="16"/>
                  </a:lnTo>
                  <a:lnTo>
                    <a:pt x="85" y="53"/>
                  </a:lnTo>
                  <a:lnTo>
                    <a:pt x="101" y="53"/>
                  </a:lnTo>
                  <a:lnTo>
                    <a:pt x="101" y="36"/>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0"/>
            <p:cNvSpPr/>
            <p:nvPr/>
          </p:nvSpPr>
          <p:spPr>
            <a:xfrm>
              <a:off x="2230868" y="977851"/>
              <a:ext cx="8542" cy="3278"/>
            </a:xfrm>
            <a:custGeom>
              <a:rect b="b" l="l" r="r" t="t"/>
              <a:pathLst>
                <a:path extrusionOk="0" h="33" w="86">
                  <a:moveTo>
                    <a:pt x="0" y="0"/>
                  </a:moveTo>
                  <a:cubicBezTo>
                    <a:pt x="0" y="0"/>
                    <a:pt x="16" y="16"/>
                    <a:pt x="33" y="16"/>
                  </a:cubicBezTo>
                  <a:cubicBezTo>
                    <a:pt x="33" y="16"/>
                    <a:pt x="49" y="32"/>
                    <a:pt x="65" y="32"/>
                  </a:cubicBezTo>
                  <a:lnTo>
                    <a:pt x="85" y="32"/>
                  </a:lnTo>
                  <a:lnTo>
                    <a:pt x="85" y="16"/>
                  </a:lnTo>
                  <a:cubicBezTo>
                    <a:pt x="65" y="16"/>
                    <a:pt x="49" y="0"/>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0"/>
            <p:cNvSpPr/>
            <p:nvPr/>
          </p:nvSpPr>
          <p:spPr>
            <a:xfrm>
              <a:off x="1672363" y="476259"/>
              <a:ext cx="5264" cy="21752"/>
            </a:xfrm>
            <a:custGeom>
              <a:rect b="b" l="l" r="r" t="t"/>
              <a:pathLst>
                <a:path extrusionOk="0" h="219" w="53">
                  <a:moveTo>
                    <a:pt x="53" y="0"/>
                  </a:moveTo>
                  <a:cubicBezTo>
                    <a:pt x="16" y="0"/>
                    <a:pt x="16" y="33"/>
                    <a:pt x="16" y="49"/>
                  </a:cubicBezTo>
                  <a:lnTo>
                    <a:pt x="16" y="65"/>
                  </a:lnTo>
                  <a:lnTo>
                    <a:pt x="16" y="101"/>
                  </a:lnTo>
                  <a:cubicBezTo>
                    <a:pt x="16" y="81"/>
                    <a:pt x="16" y="65"/>
                    <a:pt x="32" y="65"/>
                  </a:cubicBezTo>
                  <a:lnTo>
                    <a:pt x="32" y="49"/>
                  </a:lnTo>
                  <a:cubicBezTo>
                    <a:pt x="16" y="33"/>
                    <a:pt x="32" y="17"/>
                    <a:pt x="53" y="17"/>
                  </a:cubicBezTo>
                  <a:lnTo>
                    <a:pt x="53" y="0"/>
                  </a:lnTo>
                  <a:close/>
                  <a:moveTo>
                    <a:pt x="16" y="166"/>
                  </a:moveTo>
                  <a:cubicBezTo>
                    <a:pt x="0" y="182"/>
                    <a:pt x="0" y="202"/>
                    <a:pt x="16" y="219"/>
                  </a:cubicBezTo>
                  <a:lnTo>
                    <a:pt x="16" y="202"/>
                  </a:lnTo>
                  <a:lnTo>
                    <a:pt x="16" y="16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0"/>
            <p:cNvSpPr/>
            <p:nvPr/>
          </p:nvSpPr>
          <p:spPr>
            <a:xfrm>
              <a:off x="2291059" y="583034"/>
              <a:ext cx="10131" cy="3675"/>
            </a:xfrm>
            <a:custGeom>
              <a:rect b="b" l="l" r="r" t="t"/>
              <a:pathLst>
                <a:path extrusionOk="0" h="37" w="102">
                  <a:moveTo>
                    <a:pt x="0" y="0"/>
                  </a:moveTo>
                  <a:cubicBezTo>
                    <a:pt x="16" y="0"/>
                    <a:pt x="32" y="16"/>
                    <a:pt x="49" y="16"/>
                  </a:cubicBezTo>
                  <a:cubicBezTo>
                    <a:pt x="65" y="16"/>
                    <a:pt x="85" y="36"/>
                    <a:pt x="101" y="36"/>
                  </a:cubicBezTo>
                  <a:lnTo>
                    <a:pt x="101" y="16"/>
                  </a:lnTo>
                  <a:cubicBezTo>
                    <a:pt x="85" y="16"/>
                    <a:pt x="65" y="16"/>
                    <a:pt x="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0"/>
            <p:cNvSpPr/>
            <p:nvPr/>
          </p:nvSpPr>
          <p:spPr>
            <a:xfrm>
              <a:off x="2356017" y="616705"/>
              <a:ext cx="8542" cy="4867"/>
            </a:xfrm>
            <a:custGeom>
              <a:rect b="b" l="l" r="r" t="t"/>
              <a:pathLst>
                <a:path extrusionOk="0" h="49" w="86">
                  <a:moveTo>
                    <a:pt x="1" y="0"/>
                  </a:moveTo>
                  <a:lnTo>
                    <a:pt x="1" y="17"/>
                  </a:lnTo>
                  <a:lnTo>
                    <a:pt x="85" y="49"/>
                  </a:lnTo>
                  <a:lnTo>
                    <a:pt x="85" y="3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0"/>
            <p:cNvSpPr/>
            <p:nvPr/>
          </p:nvSpPr>
          <p:spPr>
            <a:xfrm>
              <a:off x="2289469" y="373955"/>
              <a:ext cx="10032" cy="5264"/>
            </a:xfrm>
            <a:custGeom>
              <a:rect b="b" l="l" r="r" t="t"/>
              <a:pathLst>
                <a:path extrusionOk="0" h="53" w="101">
                  <a:moveTo>
                    <a:pt x="0" y="0"/>
                  </a:moveTo>
                  <a:lnTo>
                    <a:pt x="0" y="21"/>
                  </a:lnTo>
                  <a:cubicBezTo>
                    <a:pt x="16" y="21"/>
                    <a:pt x="48" y="37"/>
                    <a:pt x="65" y="37"/>
                  </a:cubicBezTo>
                  <a:cubicBezTo>
                    <a:pt x="48" y="21"/>
                    <a:pt x="32" y="21"/>
                    <a:pt x="0" y="0"/>
                  </a:cubicBezTo>
                  <a:close/>
                  <a:moveTo>
                    <a:pt x="65" y="37"/>
                  </a:moveTo>
                  <a:lnTo>
                    <a:pt x="81" y="53"/>
                  </a:lnTo>
                  <a:lnTo>
                    <a:pt x="101" y="3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0"/>
            <p:cNvSpPr/>
            <p:nvPr/>
          </p:nvSpPr>
          <p:spPr>
            <a:xfrm>
              <a:off x="2275762" y="638358"/>
              <a:ext cx="3774" cy="14899"/>
            </a:xfrm>
            <a:custGeom>
              <a:rect b="b" l="l" r="r" t="t"/>
              <a:pathLst>
                <a:path extrusionOk="0" h="150" w="38">
                  <a:moveTo>
                    <a:pt x="37" y="1"/>
                  </a:moveTo>
                  <a:lnTo>
                    <a:pt x="17" y="17"/>
                  </a:lnTo>
                  <a:lnTo>
                    <a:pt x="37" y="17"/>
                  </a:lnTo>
                  <a:lnTo>
                    <a:pt x="37" y="1"/>
                  </a:lnTo>
                  <a:close/>
                  <a:moveTo>
                    <a:pt x="17" y="65"/>
                  </a:moveTo>
                  <a:cubicBezTo>
                    <a:pt x="17" y="85"/>
                    <a:pt x="1" y="118"/>
                    <a:pt x="17" y="134"/>
                  </a:cubicBezTo>
                  <a:lnTo>
                    <a:pt x="37" y="150"/>
                  </a:lnTo>
                  <a:lnTo>
                    <a:pt x="37" y="134"/>
                  </a:lnTo>
                  <a:cubicBezTo>
                    <a:pt x="17" y="118"/>
                    <a:pt x="17" y="85"/>
                    <a:pt x="17"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0"/>
            <p:cNvSpPr/>
            <p:nvPr/>
          </p:nvSpPr>
          <p:spPr>
            <a:xfrm>
              <a:off x="2520102" y="690106"/>
              <a:ext cx="35062" cy="11720"/>
            </a:xfrm>
            <a:custGeom>
              <a:rect b="b" l="l" r="r" t="t"/>
              <a:pathLst>
                <a:path extrusionOk="0" h="118" w="353">
                  <a:moveTo>
                    <a:pt x="1" y="1"/>
                  </a:moveTo>
                  <a:lnTo>
                    <a:pt x="1" y="17"/>
                  </a:lnTo>
                  <a:cubicBezTo>
                    <a:pt x="17" y="17"/>
                    <a:pt x="17" y="17"/>
                    <a:pt x="33" y="33"/>
                  </a:cubicBezTo>
                  <a:cubicBezTo>
                    <a:pt x="49" y="33"/>
                    <a:pt x="65" y="33"/>
                    <a:pt x="102" y="49"/>
                  </a:cubicBezTo>
                  <a:cubicBezTo>
                    <a:pt x="150" y="69"/>
                    <a:pt x="219" y="85"/>
                    <a:pt x="284" y="102"/>
                  </a:cubicBezTo>
                  <a:lnTo>
                    <a:pt x="352" y="118"/>
                  </a:lnTo>
                  <a:lnTo>
                    <a:pt x="352" y="102"/>
                  </a:lnTo>
                  <a:lnTo>
                    <a:pt x="284" y="85"/>
                  </a:lnTo>
                  <a:cubicBezTo>
                    <a:pt x="219" y="69"/>
                    <a:pt x="166" y="49"/>
                    <a:pt x="102" y="33"/>
                  </a:cubicBezTo>
                  <a:cubicBezTo>
                    <a:pt x="82" y="33"/>
                    <a:pt x="49" y="17"/>
                    <a:pt x="33" y="17"/>
                  </a:cubicBezTo>
                  <a:cubicBezTo>
                    <a:pt x="33" y="17"/>
                    <a:pt x="1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0"/>
            <p:cNvSpPr/>
            <p:nvPr/>
          </p:nvSpPr>
          <p:spPr>
            <a:xfrm>
              <a:off x="2354428" y="522843"/>
              <a:ext cx="10131" cy="3675"/>
            </a:xfrm>
            <a:custGeom>
              <a:rect b="b" l="l" r="r" t="t"/>
              <a:pathLst>
                <a:path extrusionOk="0" h="37" w="102">
                  <a:moveTo>
                    <a:pt x="0" y="0"/>
                  </a:moveTo>
                  <a:lnTo>
                    <a:pt x="17" y="16"/>
                  </a:lnTo>
                  <a:lnTo>
                    <a:pt x="33" y="16"/>
                  </a:lnTo>
                  <a:cubicBezTo>
                    <a:pt x="53" y="36"/>
                    <a:pt x="85" y="36"/>
                    <a:pt x="101" y="36"/>
                  </a:cubicBezTo>
                  <a:lnTo>
                    <a:pt x="101" y="16"/>
                  </a:lnTo>
                  <a:lnTo>
                    <a:pt x="53" y="16"/>
                  </a:lnTo>
                  <a:cubicBezTo>
                    <a:pt x="33" y="0"/>
                    <a:pt x="17"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0"/>
            <p:cNvSpPr/>
            <p:nvPr/>
          </p:nvSpPr>
          <p:spPr>
            <a:xfrm>
              <a:off x="1672363" y="654846"/>
              <a:ext cx="63469" cy="42213"/>
            </a:xfrm>
            <a:custGeom>
              <a:rect b="b" l="l" r="r" t="t"/>
              <a:pathLst>
                <a:path extrusionOk="0" h="425" w="639">
                  <a:moveTo>
                    <a:pt x="622" y="0"/>
                  </a:moveTo>
                  <a:cubicBezTo>
                    <a:pt x="590" y="20"/>
                    <a:pt x="557" y="37"/>
                    <a:pt x="537" y="53"/>
                  </a:cubicBezTo>
                  <a:cubicBezTo>
                    <a:pt x="521" y="69"/>
                    <a:pt x="505" y="69"/>
                    <a:pt x="505" y="69"/>
                  </a:cubicBezTo>
                  <a:cubicBezTo>
                    <a:pt x="420" y="137"/>
                    <a:pt x="335" y="186"/>
                    <a:pt x="254" y="238"/>
                  </a:cubicBezTo>
                  <a:lnTo>
                    <a:pt x="170" y="287"/>
                  </a:lnTo>
                  <a:cubicBezTo>
                    <a:pt x="133" y="323"/>
                    <a:pt x="101" y="339"/>
                    <a:pt x="69" y="372"/>
                  </a:cubicBezTo>
                  <a:cubicBezTo>
                    <a:pt x="101" y="356"/>
                    <a:pt x="154" y="323"/>
                    <a:pt x="186" y="303"/>
                  </a:cubicBezTo>
                  <a:lnTo>
                    <a:pt x="254" y="255"/>
                  </a:lnTo>
                  <a:cubicBezTo>
                    <a:pt x="335" y="202"/>
                    <a:pt x="420" y="137"/>
                    <a:pt x="505" y="85"/>
                  </a:cubicBezTo>
                  <a:cubicBezTo>
                    <a:pt x="521" y="85"/>
                    <a:pt x="537" y="69"/>
                    <a:pt x="537" y="69"/>
                  </a:cubicBezTo>
                  <a:cubicBezTo>
                    <a:pt x="574" y="53"/>
                    <a:pt x="590" y="20"/>
                    <a:pt x="622" y="20"/>
                  </a:cubicBezTo>
                  <a:lnTo>
                    <a:pt x="638" y="20"/>
                  </a:lnTo>
                  <a:lnTo>
                    <a:pt x="622" y="0"/>
                  </a:lnTo>
                  <a:close/>
                  <a:moveTo>
                    <a:pt x="69" y="372"/>
                  </a:moveTo>
                  <a:lnTo>
                    <a:pt x="0" y="404"/>
                  </a:lnTo>
                  <a:lnTo>
                    <a:pt x="0" y="424"/>
                  </a:lnTo>
                  <a:lnTo>
                    <a:pt x="16" y="424"/>
                  </a:lnTo>
                  <a:lnTo>
                    <a:pt x="69" y="37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0"/>
            <p:cNvSpPr/>
            <p:nvPr/>
          </p:nvSpPr>
          <p:spPr>
            <a:xfrm>
              <a:off x="1675542" y="689411"/>
              <a:ext cx="58701" cy="35757"/>
            </a:xfrm>
            <a:custGeom>
              <a:rect b="b" l="l" r="r" t="t"/>
              <a:pathLst>
                <a:path extrusionOk="0" h="360" w="591">
                  <a:moveTo>
                    <a:pt x="576" y="1"/>
                  </a:moveTo>
                  <a:cubicBezTo>
                    <a:pt x="564" y="1"/>
                    <a:pt x="553" y="12"/>
                    <a:pt x="542" y="24"/>
                  </a:cubicBezTo>
                  <a:cubicBezTo>
                    <a:pt x="558" y="24"/>
                    <a:pt x="574" y="8"/>
                    <a:pt x="590" y="8"/>
                  </a:cubicBezTo>
                  <a:cubicBezTo>
                    <a:pt x="585" y="3"/>
                    <a:pt x="581" y="1"/>
                    <a:pt x="576" y="1"/>
                  </a:cubicBezTo>
                  <a:close/>
                  <a:moveTo>
                    <a:pt x="542" y="24"/>
                  </a:moveTo>
                  <a:cubicBezTo>
                    <a:pt x="424" y="92"/>
                    <a:pt x="303" y="157"/>
                    <a:pt x="202" y="226"/>
                  </a:cubicBezTo>
                  <a:cubicBezTo>
                    <a:pt x="154" y="258"/>
                    <a:pt x="101" y="294"/>
                    <a:pt x="53" y="327"/>
                  </a:cubicBezTo>
                  <a:cubicBezTo>
                    <a:pt x="37" y="327"/>
                    <a:pt x="37" y="343"/>
                    <a:pt x="21" y="343"/>
                  </a:cubicBezTo>
                  <a:lnTo>
                    <a:pt x="0" y="343"/>
                  </a:lnTo>
                  <a:lnTo>
                    <a:pt x="0" y="359"/>
                  </a:lnTo>
                  <a:lnTo>
                    <a:pt x="21" y="359"/>
                  </a:lnTo>
                  <a:cubicBezTo>
                    <a:pt x="37" y="343"/>
                    <a:pt x="53" y="343"/>
                    <a:pt x="53" y="343"/>
                  </a:cubicBezTo>
                  <a:cubicBezTo>
                    <a:pt x="101" y="311"/>
                    <a:pt x="154" y="278"/>
                    <a:pt x="202" y="242"/>
                  </a:cubicBezTo>
                  <a:cubicBezTo>
                    <a:pt x="323" y="177"/>
                    <a:pt x="424" y="109"/>
                    <a:pt x="54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0"/>
            <p:cNvSpPr/>
            <p:nvPr/>
          </p:nvSpPr>
          <p:spPr>
            <a:xfrm>
              <a:off x="2357606" y="781982"/>
              <a:ext cx="8542" cy="3377"/>
            </a:xfrm>
            <a:custGeom>
              <a:rect b="b" l="l" r="r" t="t"/>
              <a:pathLst>
                <a:path extrusionOk="0" h="34" w="86">
                  <a:moveTo>
                    <a:pt x="1" y="1"/>
                  </a:moveTo>
                  <a:lnTo>
                    <a:pt x="1" y="17"/>
                  </a:lnTo>
                  <a:cubicBezTo>
                    <a:pt x="21" y="33"/>
                    <a:pt x="37" y="33"/>
                    <a:pt x="69" y="33"/>
                  </a:cubicBezTo>
                  <a:lnTo>
                    <a:pt x="86" y="33"/>
                  </a:lnTo>
                  <a:lnTo>
                    <a:pt x="69" y="17"/>
                  </a:lnTo>
                  <a:cubicBezTo>
                    <a:pt x="53" y="17"/>
                    <a:pt x="3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0"/>
            <p:cNvSpPr/>
            <p:nvPr/>
          </p:nvSpPr>
          <p:spPr>
            <a:xfrm>
              <a:off x="2613666" y="486291"/>
              <a:ext cx="11720" cy="66746"/>
            </a:xfrm>
            <a:custGeom>
              <a:rect b="b" l="l" r="r" t="t"/>
              <a:pathLst>
                <a:path extrusionOk="0" h="672" w="118">
                  <a:moveTo>
                    <a:pt x="16" y="0"/>
                  </a:moveTo>
                  <a:cubicBezTo>
                    <a:pt x="0" y="17"/>
                    <a:pt x="16" y="49"/>
                    <a:pt x="16" y="65"/>
                  </a:cubicBezTo>
                  <a:lnTo>
                    <a:pt x="16" y="81"/>
                  </a:lnTo>
                  <a:cubicBezTo>
                    <a:pt x="32" y="118"/>
                    <a:pt x="32" y="150"/>
                    <a:pt x="32" y="166"/>
                  </a:cubicBezTo>
                  <a:cubicBezTo>
                    <a:pt x="32" y="202"/>
                    <a:pt x="49" y="235"/>
                    <a:pt x="49" y="283"/>
                  </a:cubicBezTo>
                  <a:cubicBezTo>
                    <a:pt x="49" y="320"/>
                    <a:pt x="69" y="368"/>
                    <a:pt x="69" y="404"/>
                  </a:cubicBezTo>
                  <a:cubicBezTo>
                    <a:pt x="69" y="437"/>
                    <a:pt x="69" y="469"/>
                    <a:pt x="85" y="485"/>
                  </a:cubicBezTo>
                  <a:lnTo>
                    <a:pt x="85" y="404"/>
                  </a:lnTo>
                  <a:cubicBezTo>
                    <a:pt x="69" y="368"/>
                    <a:pt x="69" y="320"/>
                    <a:pt x="69" y="283"/>
                  </a:cubicBezTo>
                  <a:cubicBezTo>
                    <a:pt x="49" y="235"/>
                    <a:pt x="49" y="202"/>
                    <a:pt x="49" y="166"/>
                  </a:cubicBezTo>
                  <a:cubicBezTo>
                    <a:pt x="49" y="134"/>
                    <a:pt x="32" y="118"/>
                    <a:pt x="32" y="81"/>
                  </a:cubicBezTo>
                  <a:lnTo>
                    <a:pt x="32" y="65"/>
                  </a:lnTo>
                  <a:cubicBezTo>
                    <a:pt x="32" y="33"/>
                    <a:pt x="16" y="17"/>
                    <a:pt x="32" y="0"/>
                  </a:cubicBezTo>
                  <a:close/>
                  <a:moveTo>
                    <a:pt x="85" y="485"/>
                  </a:moveTo>
                  <a:lnTo>
                    <a:pt x="85" y="586"/>
                  </a:lnTo>
                  <a:lnTo>
                    <a:pt x="101" y="606"/>
                  </a:lnTo>
                  <a:lnTo>
                    <a:pt x="101" y="586"/>
                  </a:lnTo>
                  <a:cubicBezTo>
                    <a:pt x="101" y="554"/>
                    <a:pt x="101" y="522"/>
                    <a:pt x="85" y="485"/>
                  </a:cubicBezTo>
                  <a:close/>
                  <a:moveTo>
                    <a:pt x="101" y="606"/>
                  </a:moveTo>
                  <a:lnTo>
                    <a:pt x="101" y="655"/>
                  </a:lnTo>
                  <a:lnTo>
                    <a:pt x="117" y="671"/>
                  </a:lnTo>
                  <a:lnTo>
                    <a:pt x="117" y="655"/>
                  </a:lnTo>
                  <a:cubicBezTo>
                    <a:pt x="117" y="639"/>
                    <a:pt x="101" y="623"/>
                    <a:pt x="101" y="60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0"/>
            <p:cNvSpPr/>
            <p:nvPr/>
          </p:nvSpPr>
          <p:spPr>
            <a:xfrm>
              <a:off x="1665510" y="195368"/>
              <a:ext cx="274534" cy="237287"/>
            </a:xfrm>
            <a:custGeom>
              <a:rect b="b" l="l" r="r" t="t"/>
              <a:pathLst>
                <a:path extrusionOk="0" h="2389" w="2764">
                  <a:moveTo>
                    <a:pt x="2763" y="1"/>
                  </a:moveTo>
                  <a:cubicBezTo>
                    <a:pt x="2727" y="1"/>
                    <a:pt x="2695" y="17"/>
                    <a:pt x="2679" y="49"/>
                  </a:cubicBezTo>
                  <a:cubicBezTo>
                    <a:pt x="2711" y="33"/>
                    <a:pt x="2727" y="17"/>
                    <a:pt x="2763" y="17"/>
                  </a:cubicBezTo>
                  <a:lnTo>
                    <a:pt x="2763" y="1"/>
                  </a:lnTo>
                  <a:close/>
                  <a:moveTo>
                    <a:pt x="2662" y="65"/>
                  </a:moveTo>
                  <a:lnTo>
                    <a:pt x="2662" y="65"/>
                  </a:lnTo>
                  <a:cubicBezTo>
                    <a:pt x="2561" y="134"/>
                    <a:pt x="2477" y="219"/>
                    <a:pt x="2392" y="283"/>
                  </a:cubicBezTo>
                  <a:lnTo>
                    <a:pt x="2323" y="336"/>
                  </a:lnTo>
                  <a:cubicBezTo>
                    <a:pt x="2291" y="368"/>
                    <a:pt x="2242" y="405"/>
                    <a:pt x="2206" y="437"/>
                  </a:cubicBezTo>
                  <a:cubicBezTo>
                    <a:pt x="2141" y="506"/>
                    <a:pt x="2073" y="554"/>
                    <a:pt x="2004" y="607"/>
                  </a:cubicBezTo>
                  <a:cubicBezTo>
                    <a:pt x="1939" y="655"/>
                    <a:pt x="1871" y="724"/>
                    <a:pt x="1802" y="772"/>
                  </a:cubicBezTo>
                  <a:cubicBezTo>
                    <a:pt x="1737" y="825"/>
                    <a:pt x="1669" y="889"/>
                    <a:pt x="1600" y="942"/>
                  </a:cubicBezTo>
                  <a:cubicBezTo>
                    <a:pt x="1552" y="990"/>
                    <a:pt x="1515" y="1027"/>
                    <a:pt x="1467" y="1059"/>
                  </a:cubicBezTo>
                  <a:cubicBezTo>
                    <a:pt x="1398" y="1112"/>
                    <a:pt x="1350" y="1160"/>
                    <a:pt x="1281" y="1213"/>
                  </a:cubicBezTo>
                  <a:cubicBezTo>
                    <a:pt x="1232" y="1261"/>
                    <a:pt x="1180" y="1314"/>
                    <a:pt x="1111" y="1346"/>
                  </a:cubicBezTo>
                  <a:cubicBezTo>
                    <a:pt x="1030" y="1431"/>
                    <a:pt x="946" y="1495"/>
                    <a:pt x="861" y="1564"/>
                  </a:cubicBezTo>
                  <a:cubicBezTo>
                    <a:pt x="808" y="1617"/>
                    <a:pt x="760" y="1649"/>
                    <a:pt x="707" y="1697"/>
                  </a:cubicBezTo>
                  <a:cubicBezTo>
                    <a:pt x="675" y="1734"/>
                    <a:pt x="626" y="1766"/>
                    <a:pt x="590" y="1798"/>
                  </a:cubicBezTo>
                  <a:cubicBezTo>
                    <a:pt x="525" y="1851"/>
                    <a:pt x="473" y="1899"/>
                    <a:pt x="404" y="1952"/>
                  </a:cubicBezTo>
                  <a:cubicBezTo>
                    <a:pt x="356" y="1984"/>
                    <a:pt x="303" y="2037"/>
                    <a:pt x="255" y="2085"/>
                  </a:cubicBezTo>
                  <a:cubicBezTo>
                    <a:pt x="323" y="2053"/>
                    <a:pt x="372" y="2000"/>
                    <a:pt x="424" y="1952"/>
                  </a:cubicBezTo>
                  <a:cubicBezTo>
                    <a:pt x="473" y="1899"/>
                    <a:pt x="542" y="1851"/>
                    <a:pt x="590" y="1819"/>
                  </a:cubicBezTo>
                  <a:cubicBezTo>
                    <a:pt x="643" y="1766"/>
                    <a:pt x="675" y="1734"/>
                    <a:pt x="727" y="1697"/>
                  </a:cubicBezTo>
                  <a:cubicBezTo>
                    <a:pt x="776" y="1665"/>
                    <a:pt x="808" y="1617"/>
                    <a:pt x="861" y="1580"/>
                  </a:cubicBezTo>
                  <a:cubicBezTo>
                    <a:pt x="962" y="1516"/>
                    <a:pt x="1047" y="1431"/>
                    <a:pt x="1131" y="1362"/>
                  </a:cubicBezTo>
                  <a:cubicBezTo>
                    <a:pt x="1180" y="1314"/>
                    <a:pt x="1232" y="1277"/>
                    <a:pt x="1297" y="1229"/>
                  </a:cubicBezTo>
                  <a:cubicBezTo>
                    <a:pt x="1350" y="1176"/>
                    <a:pt x="1414" y="1128"/>
                    <a:pt x="1467" y="1075"/>
                  </a:cubicBezTo>
                  <a:cubicBezTo>
                    <a:pt x="1515" y="1027"/>
                    <a:pt x="1568" y="990"/>
                    <a:pt x="1616" y="958"/>
                  </a:cubicBezTo>
                  <a:cubicBezTo>
                    <a:pt x="1685" y="889"/>
                    <a:pt x="1754" y="841"/>
                    <a:pt x="1818" y="788"/>
                  </a:cubicBezTo>
                  <a:cubicBezTo>
                    <a:pt x="1887" y="724"/>
                    <a:pt x="1956" y="671"/>
                    <a:pt x="2020" y="623"/>
                  </a:cubicBezTo>
                  <a:cubicBezTo>
                    <a:pt x="2089" y="554"/>
                    <a:pt x="2141" y="506"/>
                    <a:pt x="2206" y="453"/>
                  </a:cubicBezTo>
                  <a:cubicBezTo>
                    <a:pt x="2259" y="421"/>
                    <a:pt x="2291" y="384"/>
                    <a:pt x="2343" y="352"/>
                  </a:cubicBezTo>
                  <a:lnTo>
                    <a:pt x="2392" y="304"/>
                  </a:lnTo>
                  <a:cubicBezTo>
                    <a:pt x="2493" y="219"/>
                    <a:pt x="2578" y="150"/>
                    <a:pt x="2662" y="65"/>
                  </a:cubicBezTo>
                  <a:close/>
                  <a:moveTo>
                    <a:pt x="255" y="2085"/>
                  </a:moveTo>
                  <a:lnTo>
                    <a:pt x="255" y="2085"/>
                  </a:lnTo>
                  <a:cubicBezTo>
                    <a:pt x="186" y="2138"/>
                    <a:pt x="122" y="2186"/>
                    <a:pt x="69" y="2239"/>
                  </a:cubicBezTo>
                  <a:lnTo>
                    <a:pt x="21" y="2271"/>
                  </a:lnTo>
                  <a:cubicBezTo>
                    <a:pt x="21" y="2287"/>
                    <a:pt x="0" y="2287"/>
                    <a:pt x="0" y="2303"/>
                  </a:cubicBezTo>
                  <a:lnTo>
                    <a:pt x="0" y="2340"/>
                  </a:lnTo>
                  <a:cubicBezTo>
                    <a:pt x="0" y="2356"/>
                    <a:pt x="0" y="2372"/>
                    <a:pt x="21" y="2388"/>
                  </a:cubicBezTo>
                  <a:lnTo>
                    <a:pt x="21" y="2340"/>
                  </a:lnTo>
                  <a:lnTo>
                    <a:pt x="21" y="2303"/>
                  </a:lnTo>
                  <a:lnTo>
                    <a:pt x="21" y="2287"/>
                  </a:lnTo>
                  <a:lnTo>
                    <a:pt x="69" y="2255"/>
                  </a:lnTo>
                  <a:cubicBezTo>
                    <a:pt x="138" y="2186"/>
                    <a:pt x="202" y="2138"/>
                    <a:pt x="255" y="20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0"/>
            <p:cNvSpPr/>
            <p:nvPr/>
          </p:nvSpPr>
          <p:spPr>
            <a:xfrm>
              <a:off x="1760961" y="960965"/>
              <a:ext cx="47080" cy="20163"/>
            </a:xfrm>
            <a:custGeom>
              <a:rect b="b" l="l" r="r" t="t"/>
              <a:pathLst>
                <a:path extrusionOk="0" h="203" w="474">
                  <a:moveTo>
                    <a:pt x="473" y="0"/>
                  </a:moveTo>
                  <a:cubicBezTo>
                    <a:pt x="437" y="0"/>
                    <a:pt x="405" y="17"/>
                    <a:pt x="372" y="33"/>
                  </a:cubicBezTo>
                  <a:cubicBezTo>
                    <a:pt x="352" y="33"/>
                    <a:pt x="352" y="33"/>
                    <a:pt x="336" y="49"/>
                  </a:cubicBezTo>
                  <a:cubicBezTo>
                    <a:pt x="304" y="69"/>
                    <a:pt x="271" y="85"/>
                    <a:pt x="219" y="101"/>
                  </a:cubicBezTo>
                  <a:cubicBezTo>
                    <a:pt x="203" y="101"/>
                    <a:pt x="170" y="118"/>
                    <a:pt x="150" y="134"/>
                  </a:cubicBezTo>
                  <a:cubicBezTo>
                    <a:pt x="187" y="134"/>
                    <a:pt x="203" y="118"/>
                    <a:pt x="235" y="101"/>
                  </a:cubicBezTo>
                  <a:cubicBezTo>
                    <a:pt x="271" y="85"/>
                    <a:pt x="304" y="69"/>
                    <a:pt x="352" y="49"/>
                  </a:cubicBezTo>
                  <a:lnTo>
                    <a:pt x="372" y="49"/>
                  </a:lnTo>
                  <a:cubicBezTo>
                    <a:pt x="405" y="33"/>
                    <a:pt x="437" y="17"/>
                    <a:pt x="473" y="17"/>
                  </a:cubicBezTo>
                  <a:lnTo>
                    <a:pt x="473" y="0"/>
                  </a:lnTo>
                  <a:close/>
                  <a:moveTo>
                    <a:pt x="150" y="134"/>
                  </a:moveTo>
                  <a:cubicBezTo>
                    <a:pt x="118" y="134"/>
                    <a:pt x="86" y="150"/>
                    <a:pt x="49" y="170"/>
                  </a:cubicBezTo>
                  <a:lnTo>
                    <a:pt x="1" y="186"/>
                  </a:lnTo>
                  <a:lnTo>
                    <a:pt x="1" y="202"/>
                  </a:lnTo>
                  <a:lnTo>
                    <a:pt x="17" y="202"/>
                  </a:lnTo>
                  <a:lnTo>
                    <a:pt x="49" y="186"/>
                  </a:lnTo>
                  <a:cubicBezTo>
                    <a:pt x="86" y="170"/>
                    <a:pt x="118" y="150"/>
                    <a:pt x="150"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0"/>
            <p:cNvSpPr/>
            <p:nvPr/>
          </p:nvSpPr>
          <p:spPr>
            <a:xfrm>
              <a:off x="2369625" y="558103"/>
              <a:ext cx="4966" cy="13310"/>
            </a:xfrm>
            <a:custGeom>
              <a:rect b="b" l="l" r="r" t="t"/>
              <a:pathLst>
                <a:path extrusionOk="0" h="134" w="50">
                  <a:moveTo>
                    <a:pt x="17" y="1"/>
                  </a:moveTo>
                  <a:lnTo>
                    <a:pt x="1" y="17"/>
                  </a:lnTo>
                  <a:cubicBezTo>
                    <a:pt x="17" y="17"/>
                    <a:pt x="17" y="33"/>
                    <a:pt x="17" y="49"/>
                  </a:cubicBezTo>
                  <a:cubicBezTo>
                    <a:pt x="17" y="65"/>
                    <a:pt x="17" y="102"/>
                    <a:pt x="33" y="118"/>
                  </a:cubicBezTo>
                  <a:lnTo>
                    <a:pt x="33" y="134"/>
                  </a:lnTo>
                  <a:cubicBezTo>
                    <a:pt x="49" y="134"/>
                    <a:pt x="49" y="118"/>
                    <a:pt x="49" y="118"/>
                  </a:cubicBezTo>
                  <a:cubicBezTo>
                    <a:pt x="33" y="102"/>
                    <a:pt x="33" y="65"/>
                    <a:pt x="33" y="49"/>
                  </a:cubicBezTo>
                  <a:cubicBezTo>
                    <a:pt x="33" y="17"/>
                    <a:pt x="33" y="17"/>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0"/>
            <p:cNvSpPr/>
            <p:nvPr/>
          </p:nvSpPr>
          <p:spPr>
            <a:xfrm>
              <a:off x="2703853" y="583034"/>
              <a:ext cx="37048" cy="13707"/>
            </a:xfrm>
            <a:custGeom>
              <a:rect b="b" l="l" r="r" t="t"/>
              <a:pathLst>
                <a:path extrusionOk="0" h="138" w="373">
                  <a:moveTo>
                    <a:pt x="1" y="0"/>
                  </a:moveTo>
                  <a:lnTo>
                    <a:pt x="86" y="36"/>
                  </a:lnTo>
                  <a:cubicBezTo>
                    <a:pt x="150" y="69"/>
                    <a:pt x="219" y="85"/>
                    <a:pt x="288" y="101"/>
                  </a:cubicBezTo>
                  <a:cubicBezTo>
                    <a:pt x="219" y="69"/>
                    <a:pt x="171" y="53"/>
                    <a:pt x="102" y="16"/>
                  </a:cubicBezTo>
                  <a:lnTo>
                    <a:pt x="17" y="0"/>
                  </a:lnTo>
                  <a:close/>
                  <a:moveTo>
                    <a:pt x="288" y="101"/>
                  </a:moveTo>
                  <a:cubicBezTo>
                    <a:pt x="304" y="117"/>
                    <a:pt x="320" y="117"/>
                    <a:pt x="336" y="117"/>
                  </a:cubicBezTo>
                  <a:cubicBezTo>
                    <a:pt x="320" y="101"/>
                    <a:pt x="304" y="101"/>
                    <a:pt x="288" y="101"/>
                  </a:cubicBezTo>
                  <a:close/>
                  <a:moveTo>
                    <a:pt x="336" y="117"/>
                  </a:moveTo>
                  <a:cubicBezTo>
                    <a:pt x="336" y="137"/>
                    <a:pt x="352" y="137"/>
                    <a:pt x="352" y="137"/>
                  </a:cubicBezTo>
                  <a:lnTo>
                    <a:pt x="373" y="137"/>
                  </a:lnTo>
                  <a:lnTo>
                    <a:pt x="352" y="1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0"/>
            <p:cNvSpPr/>
            <p:nvPr/>
          </p:nvSpPr>
          <p:spPr>
            <a:xfrm>
              <a:off x="2732360" y="664878"/>
              <a:ext cx="6555" cy="3675"/>
            </a:xfrm>
            <a:custGeom>
              <a:rect b="b" l="l" r="r" t="t"/>
              <a:pathLst>
                <a:path extrusionOk="0" h="37" w="66">
                  <a:moveTo>
                    <a:pt x="17" y="0"/>
                  </a:moveTo>
                  <a:lnTo>
                    <a:pt x="1" y="20"/>
                  </a:lnTo>
                  <a:cubicBezTo>
                    <a:pt x="17" y="20"/>
                    <a:pt x="17" y="36"/>
                    <a:pt x="33" y="36"/>
                  </a:cubicBezTo>
                  <a:lnTo>
                    <a:pt x="65" y="36"/>
                  </a:lnTo>
                  <a:cubicBezTo>
                    <a:pt x="65" y="20"/>
                    <a:pt x="49" y="20"/>
                    <a:pt x="33" y="20"/>
                  </a:cubicBezTo>
                  <a:cubicBezTo>
                    <a:pt x="33" y="20"/>
                    <a:pt x="17" y="2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0"/>
            <p:cNvSpPr/>
            <p:nvPr/>
          </p:nvSpPr>
          <p:spPr>
            <a:xfrm>
              <a:off x="2369625" y="546482"/>
              <a:ext cx="3377" cy="8145"/>
            </a:xfrm>
            <a:custGeom>
              <a:rect b="b" l="l" r="r" t="t"/>
              <a:pathLst>
                <a:path extrusionOk="0" h="82" w="34">
                  <a:moveTo>
                    <a:pt x="17" y="0"/>
                  </a:moveTo>
                  <a:lnTo>
                    <a:pt x="1" y="17"/>
                  </a:lnTo>
                  <a:cubicBezTo>
                    <a:pt x="17" y="17"/>
                    <a:pt x="17" y="33"/>
                    <a:pt x="17" y="33"/>
                  </a:cubicBezTo>
                  <a:lnTo>
                    <a:pt x="17" y="65"/>
                  </a:lnTo>
                  <a:lnTo>
                    <a:pt x="1" y="65"/>
                  </a:lnTo>
                  <a:lnTo>
                    <a:pt x="1" y="81"/>
                  </a:lnTo>
                  <a:lnTo>
                    <a:pt x="17" y="81"/>
                  </a:lnTo>
                  <a:lnTo>
                    <a:pt x="33" y="65"/>
                  </a:lnTo>
                  <a:lnTo>
                    <a:pt x="33" y="33"/>
                  </a:lnTo>
                  <a:cubicBezTo>
                    <a:pt x="33" y="33"/>
                    <a:pt x="33" y="17"/>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0"/>
            <p:cNvSpPr/>
            <p:nvPr/>
          </p:nvSpPr>
          <p:spPr>
            <a:xfrm>
              <a:off x="2581882" y="863826"/>
              <a:ext cx="6555" cy="1689"/>
            </a:xfrm>
            <a:custGeom>
              <a:rect b="b" l="l" r="r" t="t"/>
              <a:pathLst>
                <a:path extrusionOk="0" h="17" w="66">
                  <a:moveTo>
                    <a:pt x="1" y="1"/>
                  </a:moveTo>
                  <a:lnTo>
                    <a:pt x="17" y="17"/>
                  </a:lnTo>
                  <a:lnTo>
                    <a:pt x="49" y="17"/>
                  </a:lnTo>
                  <a:lnTo>
                    <a:pt x="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0"/>
            <p:cNvSpPr/>
            <p:nvPr/>
          </p:nvSpPr>
          <p:spPr>
            <a:xfrm>
              <a:off x="2583571" y="875447"/>
              <a:ext cx="6853" cy="2185"/>
            </a:xfrm>
            <a:custGeom>
              <a:rect b="b" l="l" r="r" t="t"/>
              <a:pathLst>
                <a:path extrusionOk="0" h="22" w="69">
                  <a:moveTo>
                    <a:pt x="0" y="1"/>
                  </a:moveTo>
                  <a:lnTo>
                    <a:pt x="16" y="21"/>
                  </a:lnTo>
                  <a:lnTo>
                    <a:pt x="49" y="21"/>
                  </a:lnTo>
                  <a:lnTo>
                    <a:pt x="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0"/>
            <p:cNvSpPr/>
            <p:nvPr/>
          </p:nvSpPr>
          <p:spPr>
            <a:xfrm>
              <a:off x="1750929" y="918554"/>
              <a:ext cx="58701" cy="27215"/>
            </a:xfrm>
            <a:custGeom>
              <a:rect b="b" l="l" r="r" t="t"/>
              <a:pathLst>
                <a:path extrusionOk="0" h="274" w="591">
                  <a:moveTo>
                    <a:pt x="560" y="1"/>
                  </a:moveTo>
                  <a:cubicBezTo>
                    <a:pt x="537" y="1"/>
                    <a:pt x="517" y="12"/>
                    <a:pt x="506" y="23"/>
                  </a:cubicBezTo>
                  <a:cubicBezTo>
                    <a:pt x="490" y="23"/>
                    <a:pt x="490" y="40"/>
                    <a:pt x="473" y="40"/>
                  </a:cubicBezTo>
                  <a:cubicBezTo>
                    <a:pt x="405" y="72"/>
                    <a:pt x="336" y="108"/>
                    <a:pt x="271" y="141"/>
                  </a:cubicBezTo>
                  <a:lnTo>
                    <a:pt x="203" y="173"/>
                  </a:lnTo>
                  <a:cubicBezTo>
                    <a:pt x="187" y="173"/>
                    <a:pt x="170" y="193"/>
                    <a:pt x="134" y="193"/>
                  </a:cubicBezTo>
                  <a:cubicBezTo>
                    <a:pt x="118" y="209"/>
                    <a:pt x="86" y="225"/>
                    <a:pt x="49" y="242"/>
                  </a:cubicBezTo>
                  <a:cubicBezTo>
                    <a:pt x="33" y="242"/>
                    <a:pt x="33" y="258"/>
                    <a:pt x="17" y="258"/>
                  </a:cubicBezTo>
                  <a:lnTo>
                    <a:pt x="1" y="258"/>
                  </a:lnTo>
                  <a:lnTo>
                    <a:pt x="1" y="274"/>
                  </a:lnTo>
                  <a:lnTo>
                    <a:pt x="17" y="274"/>
                  </a:lnTo>
                  <a:cubicBezTo>
                    <a:pt x="33" y="258"/>
                    <a:pt x="33" y="258"/>
                    <a:pt x="49" y="258"/>
                  </a:cubicBezTo>
                  <a:cubicBezTo>
                    <a:pt x="86" y="242"/>
                    <a:pt x="118" y="225"/>
                    <a:pt x="150" y="209"/>
                  </a:cubicBezTo>
                  <a:cubicBezTo>
                    <a:pt x="170" y="193"/>
                    <a:pt x="187" y="193"/>
                    <a:pt x="219" y="173"/>
                  </a:cubicBezTo>
                  <a:lnTo>
                    <a:pt x="288" y="141"/>
                  </a:lnTo>
                  <a:cubicBezTo>
                    <a:pt x="352" y="108"/>
                    <a:pt x="421" y="72"/>
                    <a:pt x="490" y="56"/>
                  </a:cubicBezTo>
                  <a:cubicBezTo>
                    <a:pt x="490" y="40"/>
                    <a:pt x="506" y="40"/>
                    <a:pt x="506" y="40"/>
                  </a:cubicBezTo>
                  <a:cubicBezTo>
                    <a:pt x="538" y="23"/>
                    <a:pt x="554" y="7"/>
                    <a:pt x="591" y="7"/>
                  </a:cubicBezTo>
                  <a:cubicBezTo>
                    <a:pt x="580" y="3"/>
                    <a:pt x="570" y="1"/>
                    <a:pt x="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0"/>
            <p:cNvSpPr/>
            <p:nvPr/>
          </p:nvSpPr>
          <p:spPr>
            <a:xfrm>
              <a:off x="2312711" y="969408"/>
              <a:ext cx="4867" cy="1689"/>
            </a:xfrm>
            <a:custGeom>
              <a:rect b="b" l="l" r="r" t="t"/>
              <a:pathLst>
                <a:path extrusionOk="0" h="17" w="49">
                  <a:moveTo>
                    <a:pt x="0" y="0"/>
                  </a:moveTo>
                  <a:lnTo>
                    <a:pt x="0" y="16"/>
                  </a:lnTo>
                  <a:lnTo>
                    <a:pt x="49" y="16"/>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0"/>
            <p:cNvSpPr/>
            <p:nvPr/>
          </p:nvSpPr>
          <p:spPr>
            <a:xfrm>
              <a:off x="2382934" y="750297"/>
              <a:ext cx="4867" cy="1689"/>
            </a:xfrm>
            <a:custGeom>
              <a:rect b="b" l="l" r="r" t="t"/>
              <a:pathLst>
                <a:path extrusionOk="0" h="17" w="49">
                  <a:moveTo>
                    <a:pt x="0" y="1"/>
                  </a:moveTo>
                  <a:lnTo>
                    <a:pt x="0" y="17"/>
                  </a:lnTo>
                  <a:lnTo>
                    <a:pt x="49" y="17"/>
                  </a:lnTo>
                  <a:lnTo>
                    <a:pt x="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0"/>
            <p:cNvSpPr/>
            <p:nvPr/>
          </p:nvSpPr>
          <p:spPr>
            <a:xfrm>
              <a:off x="1675542" y="538040"/>
              <a:ext cx="62277" cy="45094"/>
            </a:xfrm>
            <a:custGeom>
              <a:rect b="b" l="l" r="r" t="t"/>
              <a:pathLst>
                <a:path extrusionOk="0" h="454" w="627">
                  <a:moveTo>
                    <a:pt x="626" y="1"/>
                  </a:moveTo>
                  <a:cubicBezTo>
                    <a:pt x="590" y="1"/>
                    <a:pt x="574" y="17"/>
                    <a:pt x="558" y="17"/>
                  </a:cubicBezTo>
                  <a:lnTo>
                    <a:pt x="558" y="33"/>
                  </a:lnTo>
                  <a:cubicBezTo>
                    <a:pt x="441" y="118"/>
                    <a:pt x="340" y="203"/>
                    <a:pt x="239" y="267"/>
                  </a:cubicBezTo>
                  <a:cubicBezTo>
                    <a:pt x="154" y="336"/>
                    <a:pt x="85" y="388"/>
                    <a:pt x="0" y="437"/>
                  </a:cubicBezTo>
                  <a:lnTo>
                    <a:pt x="0" y="453"/>
                  </a:lnTo>
                  <a:lnTo>
                    <a:pt x="21" y="453"/>
                  </a:lnTo>
                  <a:cubicBezTo>
                    <a:pt x="85" y="405"/>
                    <a:pt x="170" y="336"/>
                    <a:pt x="239" y="287"/>
                  </a:cubicBezTo>
                  <a:cubicBezTo>
                    <a:pt x="340" y="203"/>
                    <a:pt x="457" y="118"/>
                    <a:pt x="558" y="49"/>
                  </a:cubicBezTo>
                  <a:lnTo>
                    <a:pt x="574" y="33"/>
                  </a:lnTo>
                  <a:cubicBezTo>
                    <a:pt x="590" y="17"/>
                    <a:pt x="606" y="17"/>
                    <a:pt x="626" y="17"/>
                  </a:cubicBezTo>
                  <a:lnTo>
                    <a:pt x="6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0"/>
            <p:cNvSpPr/>
            <p:nvPr/>
          </p:nvSpPr>
          <p:spPr>
            <a:xfrm>
              <a:off x="2356017" y="426100"/>
              <a:ext cx="5364" cy="1689"/>
            </a:xfrm>
            <a:custGeom>
              <a:rect b="b" l="l" r="r" t="t"/>
              <a:pathLst>
                <a:path extrusionOk="0" h="17" w="54">
                  <a:moveTo>
                    <a:pt x="1" y="1"/>
                  </a:moveTo>
                  <a:lnTo>
                    <a:pt x="37" y="17"/>
                  </a:lnTo>
                  <a:lnTo>
                    <a:pt x="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0"/>
            <p:cNvSpPr/>
            <p:nvPr/>
          </p:nvSpPr>
          <p:spPr>
            <a:xfrm>
              <a:off x="1757783" y="910806"/>
              <a:ext cx="46683" cy="23341"/>
            </a:xfrm>
            <a:custGeom>
              <a:rect b="b" l="l" r="r" t="t"/>
              <a:pathLst>
                <a:path extrusionOk="0" h="235" w="470">
                  <a:moveTo>
                    <a:pt x="469" y="0"/>
                  </a:moveTo>
                  <a:cubicBezTo>
                    <a:pt x="421" y="33"/>
                    <a:pt x="352" y="49"/>
                    <a:pt x="320" y="69"/>
                  </a:cubicBezTo>
                  <a:cubicBezTo>
                    <a:pt x="251" y="101"/>
                    <a:pt x="202" y="134"/>
                    <a:pt x="134" y="150"/>
                  </a:cubicBezTo>
                  <a:cubicBezTo>
                    <a:pt x="81" y="170"/>
                    <a:pt x="49" y="202"/>
                    <a:pt x="0" y="219"/>
                  </a:cubicBezTo>
                  <a:lnTo>
                    <a:pt x="17" y="235"/>
                  </a:lnTo>
                  <a:cubicBezTo>
                    <a:pt x="49" y="202"/>
                    <a:pt x="101" y="186"/>
                    <a:pt x="134" y="170"/>
                  </a:cubicBezTo>
                  <a:cubicBezTo>
                    <a:pt x="202" y="134"/>
                    <a:pt x="251" y="118"/>
                    <a:pt x="320" y="85"/>
                  </a:cubicBezTo>
                  <a:cubicBezTo>
                    <a:pt x="368" y="69"/>
                    <a:pt x="421" y="33"/>
                    <a:pt x="469" y="17"/>
                  </a:cubicBezTo>
                  <a:lnTo>
                    <a:pt x="4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0"/>
            <p:cNvSpPr/>
            <p:nvPr/>
          </p:nvSpPr>
          <p:spPr>
            <a:xfrm>
              <a:off x="1732455" y="551250"/>
              <a:ext cx="5364" cy="3377"/>
            </a:xfrm>
            <a:custGeom>
              <a:rect b="b" l="l" r="r" t="t"/>
              <a:pathLst>
                <a:path extrusionOk="0" h="34" w="54">
                  <a:moveTo>
                    <a:pt x="53" y="1"/>
                  </a:moveTo>
                  <a:cubicBezTo>
                    <a:pt x="33" y="1"/>
                    <a:pt x="33" y="17"/>
                    <a:pt x="17" y="17"/>
                  </a:cubicBezTo>
                  <a:lnTo>
                    <a:pt x="53" y="17"/>
                  </a:lnTo>
                  <a:lnTo>
                    <a:pt x="53" y="1"/>
                  </a:lnTo>
                  <a:close/>
                  <a:moveTo>
                    <a:pt x="1" y="17"/>
                  </a:moveTo>
                  <a:lnTo>
                    <a:pt x="17" y="33"/>
                  </a:lnTo>
                  <a:lnTo>
                    <a:pt x="17" y="1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0"/>
            <p:cNvSpPr/>
            <p:nvPr/>
          </p:nvSpPr>
          <p:spPr>
            <a:xfrm>
              <a:off x="2289469" y="442588"/>
              <a:ext cx="66647" cy="26917"/>
            </a:xfrm>
            <a:custGeom>
              <a:rect b="b" l="l" r="r" t="t"/>
              <a:pathLst>
                <a:path extrusionOk="0" h="271" w="671">
                  <a:moveTo>
                    <a:pt x="0" y="0"/>
                  </a:moveTo>
                  <a:lnTo>
                    <a:pt x="16" y="16"/>
                  </a:lnTo>
                  <a:cubicBezTo>
                    <a:pt x="48" y="16"/>
                    <a:pt x="101" y="53"/>
                    <a:pt x="149" y="69"/>
                  </a:cubicBezTo>
                  <a:cubicBezTo>
                    <a:pt x="166" y="69"/>
                    <a:pt x="202" y="85"/>
                    <a:pt x="218" y="101"/>
                  </a:cubicBezTo>
                  <a:cubicBezTo>
                    <a:pt x="234" y="101"/>
                    <a:pt x="267" y="101"/>
                    <a:pt x="283" y="117"/>
                  </a:cubicBezTo>
                  <a:cubicBezTo>
                    <a:pt x="303" y="117"/>
                    <a:pt x="319" y="138"/>
                    <a:pt x="335" y="138"/>
                  </a:cubicBezTo>
                  <a:cubicBezTo>
                    <a:pt x="368" y="154"/>
                    <a:pt x="404" y="170"/>
                    <a:pt x="436" y="170"/>
                  </a:cubicBezTo>
                  <a:cubicBezTo>
                    <a:pt x="404" y="154"/>
                    <a:pt x="368" y="138"/>
                    <a:pt x="335" y="117"/>
                  </a:cubicBezTo>
                  <a:cubicBezTo>
                    <a:pt x="319" y="117"/>
                    <a:pt x="303" y="117"/>
                    <a:pt x="283" y="101"/>
                  </a:cubicBezTo>
                  <a:cubicBezTo>
                    <a:pt x="267" y="101"/>
                    <a:pt x="250" y="85"/>
                    <a:pt x="234" y="85"/>
                  </a:cubicBezTo>
                  <a:cubicBezTo>
                    <a:pt x="202" y="69"/>
                    <a:pt x="166" y="69"/>
                    <a:pt x="149" y="53"/>
                  </a:cubicBezTo>
                  <a:cubicBezTo>
                    <a:pt x="101" y="37"/>
                    <a:pt x="65" y="16"/>
                    <a:pt x="16" y="0"/>
                  </a:cubicBezTo>
                  <a:close/>
                  <a:moveTo>
                    <a:pt x="437" y="170"/>
                  </a:moveTo>
                  <a:cubicBezTo>
                    <a:pt x="469" y="186"/>
                    <a:pt x="521" y="202"/>
                    <a:pt x="553" y="218"/>
                  </a:cubicBezTo>
                  <a:cubicBezTo>
                    <a:pt x="570" y="239"/>
                    <a:pt x="586" y="239"/>
                    <a:pt x="606" y="239"/>
                  </a:cubicBezTo>
                  <a:cubicBezTo>
                    <a:pt x="606" y="218"/>
                    <a:pt x="586" y="218"/>
                    <a:pt x="570" y="218"/>
                  </a:cubicBezTo>
                  <a:cubicBezTo>
                    <a:pt x="521" y="202"/>
                    <a:pt x="469" y="186"/>
                    <a:pt x="437" y="170"/>
                  </a:cubicBezTo>
                  <a:close/>
                  <a:moveTo>
                    <a:pt x="606" y="239"/>
                  </a:moveTo>
                  <a:cubicBezTo>
                    <a:pt x="622" y="255"/>
                    <a:pt x="654" y="255"/>
                    <a:pt x="671" y="271"/>
                  </a:cubicBezTo>
                  <a:lnTo>
                    <a:pt x="671" y="255"/>
                  </a:lnTo>
                  <a:cubicBezTo>
                    <a:pt x="654" y="255"/>
                    <a:pt x="638" y="239"/>
                    <a:pt x="606" y="2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0"/>
            <p:cNvSpPr/>
            <p:nvPr/>
          </p:nvSpPr>
          <p:spPr>
            <a:xfrm>
              <a:off x="2553475" y="574591"/>
              <a:ext cx="4867" cy="2086"/>
            </a:xfrm>
            <a:custGeom>
              <a:rect b="b" l="l" r="r" t="t"/>
              <a:pathLst>
                <a:path extrusionOk="0" h="21" w="49">
                  <a:moveTo>
                    <a:pt x="16" y="0"/>
                  </a:moveTo>
                  <a:lnTo>
                    <a:pt x="0" y="20"/>
                  </a:lnTo>
                  <a:lnTo>
                    <a:pt x="49" y="20"/>
                  </a:lnTo>
                  <a:lnTo>
                    <a:pt x="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0"/>
            <p:cNvSpPr/>
            <p:nvPr/>
          </p:nvSpPr>
          <p:spPr>
            <a:xfrm>
              <a:off x="1804366" y="910806"/>
              <a:ext cx="1689" cy="1689"/>
            </a:xfrm>
            <a:custGeom>
              <a:rect b="b" l="l" r="r" t="t"/>
              <a:pathLst>
                <a:path extrusionOk="0" h="17" w="17">
                  <a:moveTo>
                    <a:pt x="0" y="0"/>
                  </a:moveTo>
                  <a:lnTo>
                    <a:pt x="16" y="17"/>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0"/>
            <p:cNvSpPr/>
            <p:nvPr/>
          </p:nvSpPr>
          <p:spPr>
            <a:xfrm>
              <a:off x="1729276" y="721096"/>
              <a:ext cx="4966" cy="2384"/>
            </a:xfrm>
            <a:custGeom>
              <a:rect b="b" l="l" r="r" t="t"/>
              <a:pathLst>
                <a:path extrusionOk="0" h="24" w="50">
                  <a:moveTo>
                    <a:pt x="37" y="1"/>
                  </a:moveTo>
                  <a:cubicBezTo>
                    <a:pt x="31" y="1"/>
                    <a:pt x="28" y="8"/>
                    <a:pt x="17" y="8"/>
                  </a:cubicBezTo>
                  <a:lnTo>
                    <a:pt x="1" y="24"/>
                  </a:lnTo>
                  <a:lnTo>
                    <a:pt x="17" y="24"/>
                  </a:lnTo>
                  <a:cubicBezTo>
                    <a:pt x="33" y="8"/>
                    <a:pt x="33" y="8"/>
                    <a:pt x="49" y="8"/>
                  </a:cubicBezTo>
                  <a:cubicBezTo>
                    <a:pt x="44" y="2"/>
                    <a:pt x="40"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0"/>
            <p:cNvSpPr/>
            <p:nvPr/>
          </p:nvSpPr>
          <p:spPr>
            <a:xfrm>
              <a:off x="2692232" y="528008"/>
              <a:ext cx="3377" cy="1689"/>
            </a:xfrm>
            <a:custGeom>
              <a:rect b="b" l="l" r="r" t="t"/>
              <a:pathLst>
                <a:path extrusionOk="0" h="17" w="34">
                  <a:moveTo>
                    <a:pt x="1" y="1"/>
                  </a:moveTo>
                  <a:lnTo>
                    <a:pt x="1" y="17"/>
                  </a:lnTo>
                  <a:lnTo>
                    <a:pt x="33"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0"/>
            <p:cNvSpPr/>
            <p:nvPr/>
          </p:nvSpPr>
          <p:spPr>
            <a:xfrm>
              <a:off x="2700675" y="593066"/>
              <a:ext cx="4966" cy="1689"/>
            </a:xfrm>
            <a:custGeom>
              <a:rect b="b" l="l" r="r" t="t"/>
              <a:pathLst>
                <a:path extrusionOk="0" h="17" w="50">
                  <a:moveTo>
                    <a:pt x="1" y="0"/>
                  </a:moveTo>
                  <a:lnTo>
                    <a:pt x="1" y="16"/>
                  </a:lnTo>
                  <a:lnTo>
                    <a:pt x="49" y="16"/>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0"/>
            <p:cNvSpPr/>
            <p:nvPr/>
          </p:nvSpPr>
          <p:spPr>
            <a:xfrm>
              <a:off x="1669085" y="660011"/>
              <a:ext cx="3278" cy="1689"/>
            </a:xfrm>
            <a:custGeom>
              <a:rect b="b" l="l" r="r" t="t"/>
              <a:pathLst>
                <a:path extrusionOk="0" h="17" w="33">
                  <a:moveTo>
                    <a:pt x="1" y="1"/>
                  </a:moveTo>
                  <a:lnTo>
                    <a:pt x="1"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0"/>
            <p:cNvSpPr/>
            <p:nvPr/>
          </p:nvSpPr>
          <p:spPr>
            <a:xfrm>
              <a:off x="2335953" y="616705"/>
              <a:ext cx="35459" cy="13310"/>
            </a:xfrm>
            <a:custGeom>
              <a:rect b="b" l="l" r="r" t="t"/>
              <a:pathLst>
                <a:path extrusionOk="0" h="134" w="357">
                  <a:moveTo>
                    <a:pt x="1" y="0"/>
                  </a:moveTo>
                  <a:lnTo>
                    <a:pt x="1" y="17"/>
                  </a:lnTo>
                  <a:lnTo>
                    <a:pt x="37" y="17"/>
                  </a:lnTo>
                  <a:cubicBezTo>
                    <a:pt x="37" y="17"/>
                    <a:pt x="17" y="17"/>
                    <a:pt x="17" y="0"/>
                  </a:cubicBezTo>
                  <a:close/>
                  <a:moveTo>
                    <a:pt x="37" y="17"/>
                  </a:moveTo>
                  <a:cubicBezTo>
                    <a:pt x="102" y="49"/>
                    <a:pt x="170" y="65"/>
                    <a:pt x="239" y="101"/>
                  </a:cubicBezTo>
                  <a:cubicBezTo>
                    <a:pt x="271" y="101"/>
                    <a:pt x="304" y="118"/>
                    <a:pt x="340" y="134"/>
                  </a:cubicBezTo>
                  <a:lnTo>
                    <a:pt x="356" y="118"/>
                  </a:lnTo>
                  <a:lnTo>
                    <a:pt x="340" y="118"/>
                  </a:lnTo>
                  <a:cubicBezTo>
                    <a:pt x="304" y="101"/>
                    <a:pt x="271" y="101"/>
                    <a:pt x="239" y="81"/>
                  </a:cubicBezTo>
                  <a:cubicBezTo>
                    <a:pt x="170" y="65"/>
                    <a:pt x="102" y="33"/>
                    <a:pt x="37"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0"/>
            <p:cNvSpPr/>
            <p:nvPr/>
          </p:nvSpPr>
          <p:spPr>
            <a:xfrm>
              <a:off x="1673952" y="604687"/>
              <a:ext cx="58602" cy="42213"/>
            </a:xfrm>
            <a:custGeom>
              <a:rect b="b" l="l" r="r" t="t"/>
              <a:pathLst>
                <a:path extrusionOk="0" h="425" w="590">
                  <a:moveTo>
                    <a:pt x="590" y="0"/>
                  </a:moveTo>
                  <a:cubicBezTo>
                    <a:pt x="541" y="20"/>
                    <a:pt x="505" y="53"/>
                    <a:pt x="473" y="69"/>
                  </a:cubicBezTo>
                  <a:cubicBezTo>
                    <a:pt x="473" y="85"/>
                    <a:pt x="457" y="85"/>
                    <a:pt x="440" y="101"/>
                  </a:cubicBezTo>
                  <a:cubicBezTo>
                    <a:pt x="457" y="101"/>
                    <a:pt x="473" y="85"/>
                    <a:pt x="489" y="85"/>
                  </a:cubicBezTo>
                  <a:cubicBezTo>
                    <a:pt x="521" y="53"/>
                    <a:pt x="558" y="37"/>
                    <a:pt x="590" y="20"/>
                  </a:cubicBezTo>
                  <a:lnTo>
                    <a:pt x="590" y="0"/>
                  </a:lnTo>
                  <a:close/>
                  <a:moveTo>
                    <a:pt x="440" y="101"/>
                  </a:moveTo>
                  <a:lnTo>
                    <a:pt x="440" y="101"/>
                  </a:lnTo>
                  <a:cubicBezTo>
                    <a:pt x="339" y="170"/>
                    <a:pt x="255" y="239"/>
                    <a:pt x="170" y="303"/>
                  </a:cubicBezTo>
                  <a:cubicBezTo>
                    <a:pt x="255" y="239"/>
                    <a:pt x="356" y="170"/>
                    <a:pt x="440" y="101"/>
                  </a:cubicBezTo>
                  <a:close/>
                  <a:moveTo>
                    <a:pt x="170" y="303"/>
                  </a:moveTo>
                  <a:cubicBezTo>
                    <a:pt x="138" y="323"/>
                    <a:pt x="85" y="356"/>
                    <a:pt x="53" y="372"/>
                  </a:cubicBezTo>
                  <a:cubicBezTo>
                    <a:pt x="53" y="388"/>
                    <a:pt x="37" y="388"/>
                    <a:pt x="16" y="404"/>
                  </a:cubicBezTo>
                  <a:lnTo>
                    <a:pt x="0" y="404"/>
                  </a:lnTo>
                  <a:lnTo>
                    <a:pt x="0" y="424"/>
                  </a:lnTo>
                  <a:lnTo>
                    <a:pt x="16" y="424"/>
                  </a:lnTo>
                  <a:lnTo>
                    <a:pt x="37" y="404"/>
                  </a:lnTo>
                  <a:cubicBezTo>
                    <a:pt x="37" y="404"/>
                    <a:pt x="53" y="388"/>
                    <a:pt x="69" y="388"/>
                  </a:cubicBezTo>
                  <a:cubicBezTo>
                    <a:pt x="101" y="356"/>
                    <a:pt x="138" y="340"/>
                    <a:pt x="170" y="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0"/>
            <p:cNvSpPr/>
            <p:nvPr/>
          </p:nvSpPr>
          <p:spPr>
            <a:xfrm>
              <a:off x="2387702" y="805323"/>
              <a:ext cx="5364" cy="2086"/>
            </a:xfrm>
            <a:custGeom>
              <a:rect b="b" l="l" r="r" t="t"/>
              <a:pathLst>
                <a:path extrusionOk="0" h="21" w="54">
                  <a:moveTo>
                    <a:pt x="21" y="0"/>
                  </a:moveTo>
                  <a:lnTo>
                    <a:pt x="1" y="20"/>
                  </a:lnTo>
                  <a:lnTo>
                    <a:pt x="53" y="20"/>
                  </a:lnTo>
                  <a:lnTo>
                    <a:pt x="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0"/>
            <p:cNvSpPr/>
            <p:nvPr/>
          </p:nvSpPr>
          <p:spPr>
            <a:xfrm>
              <a:off x="2364460" y="387562"/>
              <a:ext cx="40227" cy="461563"/>
            </a:xfrm>
            <a:custGeom>
              <a:rect b="b" l="l" r="r" t="t"/>
              <a:pathLst>
                <a:path extrusionOk="0" h="4647" w="405">
                  <a:moveTo>
                    <a:pt x="17" y="1"/>
                  </a:moveTo>
                  <a:cubicBezTo>
                    <a:pt x="0" y="17"/>
                    <a:pt x="0" y="49"/>
                    <a:pt x="17" y="65"/>
                  </a:cubicBezTo>
                  <a:cubicBezTo>
                    <a:pt x="17" y="49"/>
                    <a:pt x="17" y="17"/>
                    <a:pt x="33" y="1"/>
                  </a:cubicBezTo>
                  <a:close/>
                  <a:moveTo>
                    <a:pt x="17" y="65"/>
                  </a:moveTo>
                  <a:lnTo>
                    <a:pt x="17" y="86"/>
                  </a:lnTo>
                  <a:cubicBezTo>
                    <a:pt x="17" y="166"/>
                    <a:pt x="17" y="251"/>
                    <a:pt x="33" y="320"/>
                  </a:cubicBezTo>
                  <a:lnTo>
                    <a:pt x="33" y="389"/>
                  </a:lnTo>
                  <a:cubicBezTo>
                    <a:pt x="33" y="421"/>
                    <a:pt x="53" y="453"/>
                    <a:pt x="53" y="469"/>
                  </a:cubicBezTo>
                  <a:lnTo>
                    <a:pt x="53" y="389"/>
                  </a:lnTo>
                  <a:lnTo>
                    <a:pt x="53" y="320"/>
                  </a:lnTo>
                  <a:cubicBezTo>
                    <a:pt x="33" y="251"/>
                    <a:pt x="33" y="166"/>
                    <a:pt x="33" y="86"/>
                  </a:cubicBezTo>
                  <a:cubicBezTo>
                    <a:pt x="17" y="86"/>
                    <a:pt x="17" y="65"/>
                    <a:pt x="17" y="65"/>
                  </a:cubicBezTo>
                  <a:close/>
                  <a:moveTo>
                    <a:pt x="53" y="469"/>
                  </a:moveTo>
                  <a:lnTo>
                    <a:pt x="53" y="623"/>
                  </a:lnTo>
                  <a:cubicBezTo>
                    <a:pt x="69" y="655"/>
                    <a:pt x="69" y="671"/>
                    <a:pt x="69" y="692"/>
                  </a:cubicBezTo>
                  <a:lnTo>
                    <a:pt x="69" y="756"/>
                  </a:lnTo>
                  <a:lnTo>
                    <a:pt x="69" y="772"/>
                  </a:lnTo>
                  <a:cubicBezTo>
                    <a:pt x="69" y="825"/>
                    <a:pt x="85" y="873"/>
                    <a:pt x="85" y="942"/>
                  </a:cubicBezTo>
                  <a:lnTo>
                    <a:pt x="85" y="974"/>
                  </a:lnTo>
                  <a:lnTo>
                    <a:pt x="85" y="1027"/>
                  </a:lnTo>
                  <a:cubicBezTo>
                    <a:pt x="101" y="1075"/>
                    <a:pt x="101" y="1112"/>
                    <a:pt x="101" y="1144"/>
                  </a:cubicBezTo>
                  <a:cubicBezTo>
                    <a:pt x="101" y="1176"/>
                    <a:pt x="101" y="1213"/>
                    <a:pt x="118" y="1245"/>
                  </a:cubicBezTo>
                  <a:lnTo>
                    <a:pt x="118" y="1144"/>
                  </a:lnTo>
                  <a:cubicBezTo>
                    <a:pt x="118" y="1112"/>
                    <a:pt x="118" y="1075"/>
                    <a:pt x="101" y="1027"/>
                  </a:cubicBezTo>
                  <a:lnTo>
                    <a:pt x="101" y="974"/>
                  </a:lnTo>
                  <a:lnTo>
                    <a:pt x="101" y="926"/>
                  </a:lnTo>
                  <a:cubicBezTo>
                    <a:pt x="85" y="873"/>
                    <a:pt x="85" y="825"/>
                    <a:pt x="85" y="772"/>
                  </a:cubicBezTo>
                  <a:lnTo>
                    <a:pt x="85" y="740"/>
                  </a:lnTo>
                  <a:lnTo>
                    <a:pt x="85" y="692"/>
                  </a:lnTo>
                  <a:cubicBezTo>
                    <a:pt x="69" y="671"/>
                    <a:pt x="69" y="655"/>
                    <a:pt x="69" y="623"/>
                  </a:cubicBezTo>
                  <a:cubicBezTo>
                    <a:pt x="69" y="570"/>
                    <a:pt x="69" y="522"/>
                    <a:pt x="53" y="469"/>
                  </a:cubicBezTo>
                  <a:close/>
                  <a:moveTo>
                    <a:pt x="118" y="1245"/>
                  </a:moveTo>
                  <a:lnTo>
                    <a:pt x="118" y="1346"/>
                  </a:lnTo>
                  <a:cubicBezTo>
                    <a:pt x="118" y="1398"/>
                    <a:pt x="118" y="1431"/>
                    <a:pt x="134" y="1463"/>
                  </a:cubicBezTo>
                  <a:lnTo>
                    <a:pt x="134" y="1479"/>
                  </a:lnTo>
                  <a:lnTo>
                    <a:pt x="134" y="1499"/>
                  </a:lnTo>
                  <a:cubicBezTo>
                    <a:pt x="134" y="1564"/>
                    <a:pt x="134" y="1649"/>
                    <a:pt x="154" y="1701"/>
                  </a:cubicBezTo>
                  <a:lnTo>
                    <a:pt x="154" y="1499"/>
                  </a:lnTo>
                  <a:lnTo>
                    <a:pt x="154" y="1479"/>
                  </a:lnTo>
                  <a:lnTo>
                    <a:pt x="154" y="1463"/>
                  </a:lnTo>
                  <a:cubicBezTo>
                    <a:pt x="134" y="1431"/>
                    <a:pt x="134" y="1398"/>
                    <a:pt x="134" y="1346"/>
                  </a:cubicBezTo>
                  <a:cubicBezTo>
                    <a:pt x="134" y="1314"/>
                    <a:pt x="134" y="1277"/>
                    <a:pt x="118" y="1245"/>
                  </a:cubicBezTo>
                  <a:close/>
                  <a:moveTo>
                    <a:pt x="154" y="1701"/>
                  </a:moveTo>
                  <a:lnTo>
                    <a:pt x="154" y="1802"/>
                  </a:lnTo>
                  <a:cubicBezTo>
                    <a:pt x="154" y="1819"/>
                    <a:pt x="170" y="1851"/>
                    <a:pt x="170" y="1883"/>
                  </a:cubicBezTo>
                  <a:lnTo>
                    <a:pt x="170" y="1802"/>
                  </a:lnTo>
                  <a:cubicBezTo>
                    <a:pt x="170" y="1766"/>
                    <a:pt x="170" y="1734"/>
                    <a:pt x="154" y="1701"/>
                  </a:cubicBezTo>
                  <a:close/>
                  <a:moveTo>
                    <a:pt x="170" y="1883"/>
                  </a:moveTo>
                  <a:lnTo>
                    <a:pt x="170" y="2004"/>
                  </a:lnTo>
                  <a:cubicBezTo>
                    <a:pt x="170" y="2037"/>
                    <a:pt x="170" y="2069"/>
                    <a:pt x="186" y="2105"/>
                  </a:cubicBezTo>
                  <a:lnTo>
                    <a:pt x="186" y="2004"/>
                  </a:lnTo>
                  <a:cubicBezTo>
                    <a:pt x="186" y="1968"/>
                    <a:pt x="186" y="1920"/>
                    <a:pt x="170" y="1883"/>
                  </a:cubicBezTo>
                  <a:close/>
                  <a:moveTo>
                    <a:pt x="186" y="2105"/>
                  </a:moveTo>
                  <a:lnTo>
                    <a:pt x="186" y="2154"/>
                  </a:lnTo>
                  <a:lnTo>
                    <a:pt x="186" y="2206"/>
                  </a:lnTo>
                  <a:lnTo>
                    <a:pt x="186" y="2223"/>
                  </a:lnTo>
                  <a:cubicBezTo>
                    <a:pt x="186" y="2239"/>
                    <a:pt x="186" y="2255"/>
                    <a:pt x="202" y="2255"/>
                  </a:cubicBezTo>
                  <a:lnTo>
                    <a:pt x="202" y="2223"/>
                  </a:lnTo>
                  <a:lnTo>
                    <a:pt x="202" y="2206"/>
                  </a:lnTo>
                  <a:lnTo>
                    <a:pt x="202" y="2138"/>
                  </a:lnTo>
                  <a:cubicBezTo>
                    <a:pt x="202" y="2138"/>
                    <a:pt x="186" y="2122"/>
                    <a:pt x="186" y="2105"/>
                  </a:cubicBezTo>
                  <a:close/>
                  <a:moveTo>
                    <a:pt x="202" y="2255"/>
                  </a:moveTo>
                  <a:lnTo>
                    <a:pt x="202" y="2271"/>
                  </a:lnTo>
                  <a:cubicBezTo>
                    <a:pt x="202" y="2340"/>
                    <a:pt x="202" y="2408"/>
                    <a:pt x="219" y="2473"/>
                  </a:cubicBezTo>
                  <a:cubicBezTo>
                    <a:pt x="219" y="2408"/>
                    <a:pt x="202" y="2340"/>
                    <a:pt x="219" y="2271"/>
                  </a:cubicBezTo>
                  <a:cubicBezTo>
                    <a:pt x="219" y="2271"/>
                    <a:pt x="219" y="2255"/>
                    <a:pt x="202" y="2255"/>
                  </a:cubicBezTo>
                  <a:close/>
                  <a:moveTo>
                    <a:pt x="219" y="2473"/>
                  </a:moveTo>
                  <a:lnTo>
                    <a:pt x="219" y="2574"/>
                  </a:lnTo>
                  <a:lnTo>
                    <a:pt x="219" y="2643"/>
                  </a:lnTo>
                  <a:cubicBezTo>
                    <a:pt x="235" y="2776"/>
                    <a:pt x="255" y="2913"/>
                    <a:pt x="255" y="3030"/>
                  </a:cubicBezTo>
                  <a:cubicBezTo>
                    <a:pt x="271" y="3079"/>
                    <a:pt x="271" y="3131"/>
                    <a:pt x="271" y="3164"/>
                  </a:cubicBezTo>
                  <a:cubicBezTo>
                    <a:pt x="271" y="3232"/>
                    <a:pt x="271" y="3281"/>
                    <a:pt x="287" y="3350"/>
                  </a:cubicBezTo>
                  <a:cubicBezTo>
                    <a:pt x="287" y="3398"/>
                    <a:pt x="303" y="3467"/>
                    <a:pt x="303" y="3535"/>
                  </a:cubicBezTo>
                  <a:lnTo>
                    <a:pt x="303" y="3653"/>
                  </a:lnTo>
                  <a:cubicBezTo>
                    <a:pt x="320" y="3754"/>
                    <a:pt x="320" y="3838"/>
                    <a:pt x="336" y="3923"/>
                  </a:cubicBezTo>
                  <a:lnTo>
                    <a:pt x="336" y="4040"/>
                  </a:lnTo>
                  <a:cubicBezTo>
                    <a:pt x="336" y="4057"/>
                    <a:pt x="356" y="4089"/>
                    <a:pt x="356" y="4105"/>
                  </a:cubicBezTo>
                  <a:lnTo>
                    <a:pt x="356" y="4040"/>
                  </a:lnTo>
                  <a:lnTo>
                    <a:pt x="356" y="3903"/>
                  </a:lnTo>
                  <a:cubicBezTo>
                    <a:pt x="336" y="3838"/>
                    <a:pt x="336" y="3754"/>
                    <a:pt x="320" y="3653"/>
                  </a:cubicBezTo>
                  <a:lnTo>
                    <a:pt x="320" y="3535"/>
                  </a:lnTo>
                  <a:cubicBezTo>
                    <a:pt x="303" y="3467"/>
                    <a:pt x="303" y="3398"/>
                    <a:pt x="303" y="3350"/>
                  </a:cubicBezTo>
                  <a:cubicBezTo>
                    <a:pt x="287" y="3281"/>
                    <a:pt x="287" y="3232"/>
                    <a:pt x="287" y="3164"/>
                  </a:cubicBezTo>
                  <a:cubicBezTo>
                    <a:pt x="287" y="3131"/>
                    <a:pt x="271" y="3079"/>
                    <a:pt x="271" y="3030"/>
                  </a:cubicBezTo>
                  <a:cubicBezTo>
                    <a:pt x="255" y="2913"/>
                    <a:pt x="255" y="2776"/>
                    <a:pt x="235" y="2643"/>
                  </a:cubicBezTo>
                  <a:lnTo>
                    <a:pt x="235" y="2574"/>
                  </a:lnTo>
                  <a:cubicBezTo>
                    <a:pt x="235" y="2542"/>
                    <a:pt x="235" y="2509"/>
                    <a:pt x="219" y="2473"/>
                  </a:cubicBezTo>
                  <a:close/>
                  <a:moveTo>
                    <a:pt x="356" y="4105"/>
                  </a:moveTo>
                  <a:cubicBezTo>
                    <a:pt x="356" y="4174"/>
                    <a:pt x="356" y="4242"/>
                    <a:pt x="372" y="4307"/>
                  </a:cubicBezTo>
                  <a:cubicBezTo>
                    <a:pt x="372" y="4242"/>
                    <a:pt x="372" y="4174"/>
                    <a:pt x="356" y="4105"/>
                  </a:cubicBezTo>
                  <a:close/>
                  <a:moveTo>
                    <a:pt x="372" y="4307"/>
                  </a:moveTo>
                  <a:lnTo>
                    <a:pt x="372" y="4360"/>
                  </a:lnTo>
                  <a:lnTo>
                    <a:pt x="372" y="4428"/>
                  </a:lnTo>
                  <a:cubicBezTo>
                    <a:pt x="388" y="4477"/>
                    <a:pt x="388" y="4545"/>
                    <a:pt x="388" y="4594"/>
                  </a:cubicBezTo>
                  <a:lnTo>
                    <a:pt x="388" y="4630"/>
                  </a:lnTo>
                  <a:lnTo>
                    <a:pt x="388" y="4646"/>
                  </a:lnTo>
                  <a:lnTo>
                    <a:pt x="404" y="4630"/>
                  </a:lnTo>
                  <a:lnTo>
                    <a:pt x="404" y="4594"/>
                  </a:lnTo>
                  <a:cubicBezTo>
                    <a:pt x="404" y="4529"/>
                    <a:pt x="388" y="4477"/>
                    <a:pt x="388" y="4428"/>
                  </a:cubicBezTo>
                  <a:lnTo>
                    <a:pt x="388" y="4360"/>
                  </a:lnTo>
                  <a:lnTo>
                    <a:pt x="372" y="430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0"/>
            <p:cNvSpPr/>
            <p:nvPr/>
          </p:nvSpPr>
          <p:spPr>
            <a:xfrm>
              <a:off x="2464778" y="511123"/>
              <a:ext cx="5264" cy="1788"/>
            </a:xfrm>
            <a:custGeom>
              <a:rect b="b" l="l" r="r" t="t"/>
              <a:pathLst>
                <a:path extrusionOk="0" h="18" w="53">
                  <a:moveTo>
                    <a:pt x="0" y="1"/>
                  </a:moveTo>
                  <a:lnTo>
                    <a:pt x="17" y="17"/>
                  </a:lnTo>
                  <a:lnTo>
                    <a:pt x="33" y="17"/>
                  </a:lnTo>
                  <a:lnTo>
                    <a:pt x="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0"/>
            <p:cNvSpPr/>
            <p:nvPr/>
          </p:nvSpPr>
          <p:spPr>
            <a:xfrm>
              <a:off x="1807942" y="877532"/>
              <a:ext cx="3278" cy="110449"/>
            </a:xfrm>
            <a:custGeom>
              <a:rect b="b" l="l" r="r" t="t"/>
              <a:pathLst>
                <a:path extrusionOk="0" h="1112" w="33">
                  <a:moveTo>
                    <a:pt x="17" y="0"/>
                  </a:moveTo>
                  <a:lnTo>
                    <a:pt x="17" y="16"/>
                  </a:lnTo>
                  <a:lnTo>
                    <a:pt x="17" y="49"/>
                  </a:lnTo>
                  <a:lnTo>
                    <a:pt x="17" y="150"/>
                  </a:lnTo>
                  <a:lnTo>
                    <a:pt x="17" y="218"/>
                  </a:lnTo>
                  <a:lnTo>
                    <a:pt x="17" y="303"/>
                  </a:lnTo>
                  <a:cubicBezTo>
                    <a:pt x="17" y="267"/>
                    <a:pt x="33" y="234"/>
                    <a:pt x="33" y="218"/>
                  </a:cubicBezTo>
                  <a:lnTo>
                    <a:pt x="33" y="150"/>
                  </a:lnTo>
                  <a:cubicBezTo>
                    <a:pt x="33" y="117"/>
                    <a:pt x="17" y="81"/>
                    <a:pt x="33" y="49"/>
                  </a:cubicBezTo>
                  <a:cubicBezTo>
                    <a:pt x="33" y="32"/>
                    <a:pt x="33" y="16"/>
                    <a:pt x="17" y="0"/>
                  </a:cubicBezTo>
                  <a:close/>
                  <a:moveTo>
                    <a:pt x="17" y="303"/>
                  </a:moveTo>
                  <a:cubicBezTo>
                    <a:pt x="17" y="335"/>
                    <a:pt x="0" y="368"/>
                    <a:pt x="0" y="420"/>
                  </a:cubicBezTo>
                  <a:lnTo>
                    <a:pt x="0" y="505"/>
                  </a:lnTo>
                  <a:lnTo>
                    <a:pt x="0" y="586"/>
                  </a:lnTo>
                  <a:lnTo>
                    <a:pt x="0" y="638"/>
                  </a:lnTo>
                  <a:lnTo>
                    <a:pt x="0" y="707"/>
                  </a:lnTo>
                  <a:lnTo>
                    <a:pt x="0" y="772"/>
                  </a:lnTo>
                  <a:lnTo>
                    <a:pt x="0" y="873"/>
                  </a:lnTo>
                  <a:lnTo>
                    <a:pt x="0" y="1010"/>
                  </a:lnTo>
                  <a:lnTo>
                    <a:pt x="0" y="1042"/>
                  </a:lnTo>
                  <a:lnTo>
                    <a:pt x="0" y="1059"/>
                  </a:lnTo>
                  <a:lnTo>
                    <a:pt x="0" y="1111"/>
                  </a:lnTo>
                  <a:cubicBezTo>
                    <a:pt x="17" y="1091"/>
                    <a:pt x="17" y="1075"/>
                    <a:pt x="17" y="1059"/>
                  </a:cubicBezTo>
                  <a:lnTo>
                    <a:pt x="17" y="1042"/>
                  </a:lnTo>
                  <a:lnTo>
                    <a:pt x="17" y="1010"/>
                  </a:lnTo>
                  <a:lnTo>
                    <a:pt x="17" y="873"/>
                  </a:lnTo>
                  <a:lnTo>
                    <a:pt x="17" y="772"/>
                  </a:lnTo>
                  <a:lnTo>
                    <a:pt x="17" y="707"/>
                  </a:lnTo>
                  <a:lnTo>
                    <a:pt x="17" y="638"/>
                  </a:lnTo>
                  <a:lnTo>
                    <a:pt x="17" y="586"/>
                  </a:lnTo>
                  <a:lnTo>
                    <a:pt x="17" y="505"/>
                  </a:lnTo>
                  <a:lnTo>
                    <a:pt x="17" y="420"/>
                  </a:lnTo>
                  <a:lnTo>
                    <a:pt x="17" y="30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0"/>
            <p:cNvSpPr/>
            <p:nvPr/>
          </p:nvSpPr>
          <p:spPr>
            <a:xfrm>
              <a:off x="1675542" y="544496"/>
              <a:ext cx="62277" cy="45392"/>
            </a:xfrm>
            <a:custGeom>
              <a:rect b="b" l="l" r="r" t="t"/>
              <a:pathLst>
                <a:path extrusionOk="0" h="457" w="627">
                  <a:moveTo>
                    <a:pt x="626" y="0"/>
                  </a:moveTo>
                  <a:cubicBezTo>
                    <a:pt x="590" y="0"/>
                    <a:pt x="574" y="20"/>
                    <a:pt x="558" y="37"/>
                  </a:cubicBezTo>
                  <a:cubicBezTo>
                    <a:pt x="372" y="170"/>
                    <a:pt x="170" y="323"/>
                    <a:pt x="0" y="441"/>
                  </a:cubicBezTo>
                  <a:lnTo>
                    <a:pt x="0" y="457"/>
                  </a:lnTo>
                  <a:cubicBezTo>
                    <a:pt x="186" y="323"/>
                    <a:pt x="372" y="186"/>
                    <a:pt x="558" y="53"/>
                  </a:cubicBezTo>
                  <a:lnTo>
                    <a:pt x="574" y="37"/>
                  </a:lnTo>
                  <a:cubicBezTo>
                    <a:pt x="590" y="20"/>
                    <a:pt x="606" y="20"/>
                    <a:pt x="626" y="20"/>
                  </a:cubicBezTo>
                  <a:lnTo>
                    <a:pt x="6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0"/>
            <p:cNvSpPr/>
            <p:nvPr/>
          </p:nvSpPr>
          <p:spPr>
            <a:xfrm>
              <a:off x="2359593" y="444177"/>
              <a:ext cx="3377" cy="2086"/>
            </a:xfrm>
            <a:custGeom>
              <a:rect b="b" l="l" r="r" t="t"/>
              <a:pathLst>
                <a:path extrusionOk="0" h="21" w="34">
                  <a:moveTo>
                    <a:pt x="1" y="0"/>
                  </a:moveTo>
                  <a:lnTo>
                    <a:pt x="1" y="21"/>
                  </a:lnTo>
                  <a:lnTo>
                    <a:pt x="33" y="21"/>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0"/>
            <p:cNvSpPr/>
            <p:nvPr/>
          </p:nvSpPr>
          <p:spPr>
            <a:xfrm>
              <a:off x="2374492" y="629915"/>
              <a:ext cx="3278" cy="1689"/>
            </a:xfrm>
            <a:custGeom>
              <a:rect b="b" l="l" r="r" t="t"/>
              <a:pathLst>
                <a:path extrusionOk="0" h="17" w="33">
                  <a:moveTo>
                    <a:pt x="0" y="1"/>
                  </a:moveTo>
                  <a:lnTo>
                    <a:pt x="0" y="17"/>
                  </a:lnTo>
                  <a:lnTo>
                    <a:pt x="33" y="17"/>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0"/>
            <p:cNvSpPr/>
            <p:nvPr/>
          </p:nvSpPr>
          <p:spPr>
            <a:xfrm>
              <a:off x="1690738" y="740265"/>
              <a:ext cx="10131" cy="6953"/>
            </a:xfrm>
            <a:custGeom>
              <a:rect b="b" l="l" r="r" t="t"/>
              <a:pathLst>
                <a:path extrusionOk="0" h="70" w="102">
                  <a:moveTo>
                    <a:pt x="86" y="1"/>
                  </a:moveTo>
                  <a:lnTo>
                    <a:pt x="1" y="49"/>
                  </a:lnTo>
                  <a:lnTo>
                    <a:pt x="1" y="69"/>
                  </a:lnTo>
                  <a:lnTo>
                    <a:pt x="17" y="69"/>
                  </a:lnTo>
                  <a:lnTo>
                    <a:pt x="102"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0"/>
            <p:cNvSpPr/>
            <p:nvPr/>
          </p:nvSpPr>
          <p:spPr>
            <a:xfrm>
              <a:off x="2364460" y="507944"/>
              <a:ext cx="1689" cy="1689"/>
            </a:xfrm>
            <a:custGeom>
              <a:rect b="b" l="l" r="r" t="t"/>
              <a:pathLst>
                <a:path extrusionOk="0" h="17" w="17">
                  <a:moveTo>
                    <a:pt x="0" y="1"/>
                  </a:moveTo>
                  <a:lnTo>
                    <a:pt x="0"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0"/>
            <p:cNvSpPr/>
            <p:nvPr/>
          </p:nvSpPr>
          <p:spPr>
            <a:xfrm>
              <a:off x="2382934" y="737087"/>
              <a:ext cx="3278" cy="99"/>
            </a:xfrm>
            <a:custGeom>
              <a:rect b="b" l="l" r="r" t="t"/>
              <a:pathLst>
                <a:path extrusionOk="0" h="1" w="33">
                  <a:moveTo>
                    <a:pt x="33" y="0"/>
                  </a:moveTo>
                  <a:lnTo>
                    <a:pt x="33" y="0"/>
                  </a:lnTo>
                  <a:lnTo>
                    <a:pt x="16" y="0"/>
                  </a:lnTo>
                  <a:lnTo>
                    <a:pt x="0" y="0"/>
                  </a:lnTo>
                  <a:lnTo>
                    <a:pt x="16" y="0"/>
                  </a:lnTo>
                  <a:lnTo>
                    <a:pt x="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0"/>
            <p:cNvSpPr/>
            <p:nvPr/>
          </p:nvSpPr>
          <p:spPr>
            <a:xfrm>
              <a:off x="2526558" y="559692"/>
              <a:ext cx="10131" cy="3377"/>
            </a:xfrm>
            <a:custGeom>
              <a:rect b="b" l="l" r="r" t="t"/>
              <a:pathLst>
                <a:path extrusionOk="0" h="34" w="102">
                  <a:moveTo>
                    <a:pt x="0" y="1"/>
                  </a:moveTo>
                  <a:lnTo>
                    <a:pt x="0" y="17"/>
                  </a:lnTo>
                  <a:lnTo>
                    <a:pt x="85" y="33"/>
                  </a:lnTo>
                  <a:lnTo>
                    <a:pt x="101" y="33"/>
                  </a:lnTo>
                  <a:lnTo>
                    <a:pt x="101" y="17"/>
                  </a:lnTo>
                  <a:lnTo>
                    <a:pt x="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0"/>
            <p:cNvSpPr/>
            <p:nvPr/>
          </p:nvSpPr>
          <p:spPr>
            <a:xfrm>
              <a:off x="2705542" y="593066"/>
              <a:ext cx="33373" cy="13707"/>
            </a:xfrm>
            <a:custGeom>
              <a:rect b="b" l="l" r="r" t="t"/>
              <a:pathLst>
                <a:path extrusionOk="0" h="138" w="336">
                  <a:moveTo>
                    <a:pt x="0" y="0"/>
                  </a:moveTo>
                  <a:lnTo>
                    <a:pt x="0" y="16"/>
                  </a:lnTo>
                  <a:cubicBezTo>
                    <a:pt x="16" y="36"/>
                    <a:pt x="53" y="36"/>
                    <a:pt x="85" y="53"/>
                  </a:cubicBezTo>
                  <a:cubicBezTo>
                    <a:pt x="101" y="53"/>
                    <a:pt x="117" y="69"/>
                    <a:pt x="133" y="69"/>
                  </a:cubicBezTo>
                  <a:cubicBezTo>
                    <a:pt x="154" y="85"/>
                    <a:pt x="186" y="85"/>
                    <a:pt x="218" y="101"/>
                  </a:cubicBezTo>
                  <a:cubicBezTo>
                    <a:pt x="234" y="101"/>
                    <a:pt x="271" y="117"/>
                    <a:pt x="303" y="137"/>
                  </a:cubicBezTo>
                  <a:lnTo>
                    <a:pt x="335" y="137"/>
                  </a:lnTo>
                  <a:cubicBezTo>
                    <a:pt x="335" y="117"/>
                    <a:pt x="319" y="117"/>
                    <a:pt x="319" y="117"/>
                  </a:cubicBezTo>
                  <a:lnTo>
                    <a:pt x="303" y="117"/>
                  </a:lnTo>
                  <a:cubicBezTo>
                    <a:pt x="271" y="101"/>
                    <a:pt x="255" y="101"/>
                    <a:pt x="218" y="85"/>
                  </a:cubicBezTo>
                  <a:cubicBezTo>
                    <a:pt x="186" y="69"/>
                    <a:pt x="170" y="69"/>
                    <a:pt x="133" y="53"/>
                  </a:cubicBezTo>
                  <a:cubicBezTo>
                    <a:pt x="117" y="53"/>
                    <a:pt x="101" y="36"/>
                    <a:pt x="85" y="36"/>
                  </a:cubicBezTo>
                  <a:cubicBezTo>
                    <a:pt x="53" y="36"/>
                    <a:pt x="32" y="1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0"/>
            <p:cNvSpPr/>
            <p:nvPr/>
          </p:nvSpPr>
          <p:spPr>
            <a:xfrm>
              <a:off x="2633730" y="623161"/>
              <a:ext cx="58602" cy="20064"/>
            </a:xfrm>
            <a:custGeom>
              <a:rect b="b" l="l" r="r" t="t"/>
              <a:pathLst>
                <a:path extrusionOk="0" h="202" w="590">
                  <a:moveTo>
                    <a:pt x="0" y="0"/>
                  </a:moveTo>
                  <a:lnTo>
                    <a:pt x="0" y="16"/>
                  </a:lnTo>
                  <a:cubicBezTo>
                    <a:pt x="32" y="16"/>
                    <a:pt x="69" y="16"/>
                    <a:pt x="101" y="36"/>
                  </a:cubicBezTo>
                  <a:cubicBezTo>
                    <a:pt x="117" y="36"/>
                    <a:pt x="117" y="53"/>
                    <a:pt x="133" y="53"/>
                  </a:cubicBezTo>
                  <a:cubicBezTo>
                    <a:pt x="271" y="101"/>
                    <a:pt x="388" y="137"/>
                    <a:pt x="489" y="170"/>
                  </a:cubicBezTo>
                  <a:cubicBezTo>
                    <a:pt x="388" y="117"/>
                    <a:pt x="271" y="85"/>
                    <a:pt x="133" y="36"/>
                  </a:cubicBezTo>
                  <a:cubicBezTo>
                    <a:pt x="133" y="36"/>
                    <a:pt x="117" y="36"/>
                    <a:pt x="101" y="16"/>
                  </a:cubicBezTo>
                  <a:cubicBezTo>
                    <a:pt x="69" y="16"/>
                    <a:pt x="49" y="0"/>
                    <a:pt x="0" y="0"/>
                  </a:cubicBezTo>
                  <a:close/>
                  <a:moveTo>
                    <a:pt x="489" y="170"/>
                  </a:moveTo>
                  <a:lnTo>
                    <a:pt x="505" y="186"/>
                  </a:lnTo>
                  <a:cubicBezTo>
                    <a:pt x="521" y="186"/>
                    <a:pt x="537" y="202"/>
                    <a:pt x="553" y="202"/>
                  </a:cubicBezTo>
                  <a:lnTo>
                    <a:pt x="574" y="202"/>
                  </a:lnTo>
                  <a:lnTo>
                    <a:pt x="590" y="186"/>
                  </a:lnTo>
                  <a:lnTo>
                    <a:pt x="574" y="186"/>
                  </a:lnTo>
                  <a:cubicBezTo>
                    <a:pt x="553" y="186"/>
                    <a:pt x="521" y="186"/>
                    <a:pt x="505" y="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0"/>
            <p:cNvSpPr/>
            <p:nvPr/>
          </p:nvSpPr>
          <p:spPr>
            <a:xfrm>
              <a:off x="2457925" y="452620"/>
              <a:ext cx="18574" cy="168952"/>
            </a:xfrm>
            <a:custGeom>
              <a:rect b="b" l="l" r="r" t="t"/>
              <a:pathLst>
                <a:path extrusionOk="0" h="1701" w="187">
                  <a:moveTo>
                    <a:pt x="21" y="0"/>
                  </a:moveTo>
                  <a:cubicBezTo>
                    <a:pt x="1" y="0"/>
                    <a:pt x="1" y="16"/>
                    <a:pt x="21" y="37"/>
                  </a:cubicBezTo>
                  <a:cubicBezTo>
                    <a:pt x="21" y="16"/>
                    <a:pt x="21" y="16"/>
                    <a:pt x="37" y="16"/>
                  </a:cubicBezTo>
                  <a:lnTo>
                    <a:pt x="37" y="0"/>
                  </a:lnTo>
                  <a:close/>
                  <a:moveTo>
                    <a:pt x="21" y="53"/>
                  </a:moveTo>
                  <a:lnTo>
                    <a:pt x="21" y="170"/>
                  </a:lnTo>
                  <a:cubicBezTo>
                    <a:pt x="37" y="218"/>
                    <a:pt x="37" y="271"/>
                    <a:pt x="37" y="303"/>
                  </a:cubicBezTo>
                  <a:lnTo>
                    <a:pt x="37" y="319"/>
                  </a:lnTo>
                  <a:cubicBezTo>
                    <a:pt x="37" y="339"/>
                    <a:pt x="53" y="356"/>
                    <a:pt x="53" y="372"/>
                  </a:cubicBezTo>
                  <a:lnTo>
                    <a:pt x="53" y="440"/>
                  </a:lnTo>
                  <a:lnTo>
                    <a:pt x="53" y="541"/>
                  </a:lnTo>
                  <a:cubicBezTo>
                    <a:pt x="69" y="558"/>
                    <a:pt x="69" y="558"/>
                    <a:pt x="69" y="574"/>
                  </a:cubicBezTo>
                  <a:lnTo>
                    <a:pt x="69" y="541"/>
                  </a:lnTo>
                  <a:lnTo>
                    <a:pt x="69" y="440"/>
                  </a:lnTo>
                  <a:cubicBezTo>
                    <a:pt x="69" y="404"/>
                    <a:pt x="69" y="388"/>
                    <a:pt x="53" y="356"/>
                  </a:cubicBezTo>
                  <a:lnTo>
                    <a:pt x="53" y="319"/>
                  </a:lnTo>
                  <a:lnTo>
                    <a:pt x="53" y="303"/>
                  </a:lnTo>
                  <a:cubicBezTo>
                    <a:pt x="53" y="255"/>
                    <a:pt x="53" y="218"/>
                    <a:pt x="37" y="170"/>
                  </a:cubicBezTo>
                  <a:cubicBezTo>
                    <a:pt x="37" y="138"/>
                    <a:pt x="37" y="85"/>
                    <a:pt x="21" y="53"/>
                  </a:cubicBezTo>
                  <a:close/>
                  <a:moveTo>
                    <a:pt x="69" y="574"/>
                  </a:moveTo>
                  <a:lnTo>
                    <a:pt x="69" y="691"/>
                  </a:lnTo>
                  <a:cubicBezTo>
                    <a:pt x="69" y="707"/>
                    <a:pt x="69" y="723"/>
                    <a:pt x="86" y="743"/>
                  </a:cubicBezTo>
                  <a:lnTo>
                    <a:pt x="86" y="691"/>
                  </a:lnTo>
                  <a:cubicBezTo>
                    <a:pt x="86" y="659"/>
                    <a:pt x="86" y="606"/>
                    <a:pt x="69" y="574"/>
                  </a:cubicBezTo>
                  <a:close/>
                  <a:moveTo>
                    <a:pt x="86" y="743"/>
                  </a:moveTo>
                  <a:lnTo>
                    <a:pt x="86" y="776"/>
                  </a:lnTo>
                  <a:cubicBezTo>
                    <a:pt x="86" y="824"/>
                    <a:pt x="86" y="877"/>
                    <a:pt x="102" y="909"/>
                  </a:cubicBezTo>
                  <a:lnTo>
                    <a:pt x="102" y="776"/>
                  </a:lnTo>
                  <a:cubicBezTo>
                    <a:pt x="102" y="760"/>
                    <a:pt x="86" y="743"/>
                    <a:pt x="86" y="743"/>
                  </a:cubicBezTo>
                  <a:close/>
                  <a:moveTo>
                    <a:pt x="102" y="909"/>
                  </a:moveTo>
                  <a:lnTo>
                    <a:pt x="102" y="978"/>
                  </a:lnTo>
                  <a:lnTo>
                    <a:pt x="102" y="1046"/>
                  </a:lnTo>
                  <a:cubicBezTo>
                    <a:pt x="102" y="1095"/>
                    <a:pt x="122" y="1147"/>
                    <a:pt x="122" y="1180"/>
                  </a:cubicBezTo>
                  <a:cubicBezTo>
                    <a:pt x="138" y="1212"/>
                    <a:pt x="138" y="1228"/>
                    <a:pt x="138" y="1265"/>
                  </a:cubicBezTo>
                  <a:lnTo>
                    <a:pt x="138" y="1180"/>
                  </a:lnTo>
                  <a:cubicBezTo>
                    <a:pt x="122" y="1127"/>
                    <a:pt x="122" y="1095"/>
                    <a:pt x="122" y="1046"/>
                  </a:cubicBezTo>
                  <a:lnTo>
                    <a:pt x="122" y="978"/>
                  </a:lnTo>
                  <a:cubicBezTo>
                    <a:pt x="122" y="962"/>
                    <a:pt x="122" y="925"/>
                    <a:pt x="102" y="909"/>
                  </a:cubicBezTo>
                  <a:close/>
                  <a:moveTo>
                    <a:pt x="138" y="1265"/>
                  </a:moveTo>
                  <a:lnTo>
                    <a:pt x="138" y="1349"/>
                  </a:lnTo>
                  <a:cubicBezTo>
                    <a:pt x="154" y="1366"/>
                    <a:pt x="154" y="1398"/>
                    <a:pt x="154" y="1414"/>
                  </a:cubicBezTo>
                  <a:cubicBezTo>
                    <a:pt x="138" y="1430"/>
                    <a:pt x="138" y="1430"/>
                    <a:pt x="138" y="1450"/>
                  </a:cubicBezTo>
                  <a:cubicBezTo>
                    <a:pt x="154" y="1499"/>
                    <a:pt x="154" y="1551"/>
                    <a:pt x="170" y="1616"/>
                  </a:cubicBezTo>
                  <a:cubicBezTo>
                    <a:pt x="170" y="1551"/>
                    <a:pt x="170" y="1499"/>
                    <a:pt x="154" y="1450"/>
                  </a:cubicBezTo>
                  <a:lnTo>
                    <a:pt x="154" y="1430"/>
                  </a:lnTo>
                  <a:cubicBezTo>
                    <a:pt x="170" y="1398"/>
                    <a:pt x="154" y="1366"/>
                    <a:pt x="154" y="1349"/>
                  </a:cubicBezTo>
                  <a:cubicBezTo>
                    <a:pt x="154" y="1313"/>
                    <a:pt x="138" y="1281"/>
                    <a:pt x="138" y="1265"/>
                  </a:cubicBezTo>
                  <a:close/>
                  <a:moveTo>
                    <a:pt x="170" y="1616"/>
                  </a:moveTo>
                  <a:lnTo>
                    <a:pt x="170" y="1652"/>
                  </a:lnTo>
                  <a:cubicBezTo>
                    <a:pt x="170" y="1669"/>
                    <a:pt x="170" y="1685"/>
                    <a:pt x="186" y="1701"/>
                  </a:cubicBezTo>
                  <a:lnTo>
                    <a:pt x="186" y="1685"/>
                  </a:lnTo>
                  <a:lnTo>
                    <a:pt x="186" y="1652"/>
                  </a:lnTo>
                  <a:cubicBezTo>
                    <a:pt x="186" y="1632"/>
                    <a:pt x="170" y="1632"/>
                    <a:pt x="170" y="16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0"/>
            <p:cNvSpPr/>
            <p:nvPr/>
          </p:nvSpPr>
          <p:spPr>
            <a:xfrm>
              <a:off x="2287384" y="454209"/>
              <a:ext cx="8542" cy="5264"/>
            </a:xfrm>
            <a:custGeom>
              <a:rect b="b" l="l" r="r" t="t"/>
              <a:pathLst>
                <a:path extrusionOk="0" h="53" w="86">
                  <a:moveTo>
                    <a:pt x="1" y="0"/>
                  </a:moveTo>
                  <a:lnTo>
                    <a:pt x="1" y="21"/>
                  </a:lnTo>
                  <a:cubicBezTo>
                    <a:pt x="21" y="21"/>
                    <a:pt x="37" y="21"/>
                    <a:pt x="53" y="37"/>
                  </a:cubicBezTo>
                  <a:cubicBezTo>
                    <a:pt x="53" y="37"/>
                    <a:pt x="69" y="37"/>
                    <a:pt x="86" y="53"/>
                  </a:cubicBezTo>
                  <a:lnTo>
                    <a:pt x="86" y="37"/>
                  </a:lnTo>
                  <a:cubicBezTo>
                    <a:pt x="69" y="37"/>
                    <a:pt x="69" y="21"/>
                    <a:pt x="53" y="21"/>
                  </a:cubicBezTo>
                  <a:cubicBezTo>
                    <a:pt x="37" y="21"/>
                    <a:pt x="2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0"/>
            <p:cNvSpPr/>
            <p:nvPr/>
          </p:nvSpPr>
          <p:spPr>
            <a:xfrm>
              <a:off x="2456335" y="419247"/>
              <a:ext cx="135678" cy="473184"/>
            </a:xfrm>
            <a:custGeom>
              <a:rect b="b" l="l" r="r" t="t"/>
              <a:pathLst>
                <a:path extrusionOk="0" h="4764" w="1366">
                  <a:moveTo>
                    <a:pt x="1" y="1"/>
                  </a:moveTo>
                  <a:lnTo>
                    <a:pt x="1" y="17"/>
                  </a:lnTo>
                  <a:lnTo>
                    <a:pt x="53" y="17"/>
                  </a:lnTo>
                  <a:cubicBezTo>
                    <a:pt x="186" y="86"/>
                    <a:pt x="340" y="134"/>
                    <a:pt x="473" y="187"/>
                  </a:cubicBezTo>
                  <a:lnTo>
                    <a:pt x="861" y="336"/>
                  </a:lnTo>
                  <a:lnTo>
                    <a:pt x="489" y="187"/>
                  </a:lnTo>
                  <a:cubicBezTo>
                    <a:pt x="340" y="118"/>
                    <a:pt x="202" y="70"/>
                    <a:pt x="53" y="1"/>
                  </a:cubicBezTo>
                  <a:close/>
                  <a:moveTo>
                    <a:pt x="861" y="336"/>
                  </a:moveTo>
                  <a:cubicBezTo>
                    <a:pt x="893" y="352"/>
                    <a:pt x="909" y="373"/>
                    <a:pt x="893" y="405"/>
                  </a:cubicBezTo>
                  <a:cubicBezTo>
                    <a:pt x="893" y="421"/>
                    <a:pt x="893" y="437"/>
                    <a:pt x="909" y="474"/>
                  </a:cubicBezTo>
                  <a:lnTo>
                    <a:pt x="909" y="405"/>
                  </a:lnTo>
                  <a:cubicBezTo>
                    <a:pt x="909" y="352"/>
                    <a:pt x="893" y="336"/>
                    <a:pt x="861" y="336"/>
                  </a:cubicBezTo>
                  <a:close/>
                  <a:moveTo>
                    <a:pt x="909" y="474"/>
                  </a:moveTo>
                  <a:lnTo>
                    <a:pt x="909" y="522"/>
                  </a:lnTo>
                  <a:cubicBezTo>
                    <a:pt x="909" y="538"/>
                    <a:pt x="909" y="574"/>
                    <a:pt x="926" y="607"/>
                  </a:cubicBezTo>
                  <a:lnTo>
                    <a:pt x="926" y="522"/>
                  </a:lnTo>
                  <a:cubicBezTo>
                    <a:pt x="926" y="506"/>
                    <a:pt x="926" y="490"/>
                    <a:pt x="909" y="474"/>
                  </a:cubicBezTo>
                  <a:close/>
                  <a:moveTo>
                    <a:pt x="926" y="607"/>
                  </a:moveTo>
                  <a:lnTo>
                    <a:pt x="926" y="675"/>
                  </a:lnTo>
                  <a:cubicBezTo>
                    <a:pt x="926" y="724"/>
                    <a:pt x="946" y="756"/>
                    <a:pt x="926" y="809"/>
                  </a:cubicBezTo>
                  <a:cubicBezTo>
                    <a:pt x="926" y="809"/>
                    <a:pt x="946" y="809"/>
                    <a:pt x="946" y="825"/>
                  </a:cubicBezTo>
                  <a:cubicBezTo>
                    <a:pt x="962" y="825"/>
                    <a:pt x="946" y="841"/>
                    <a:pt x="946" y="857"/>
                  </a:cubicBezTo>
                  <a:lnTo>
                    <a:pt x="946" y="926"/>
                  </a:lnTo>
                  <a:cubicBezTo>
                    <a:pt x="962" y="926"/>
                    <a:pt x="962" y="926"/>
                    <a:pt x="962" y="942"/>
                  </a:cubicBezTo>
                  <a:lnTo>
                    <a:pt x="962" y="910"/>
                  </a:lnTo>
                  <a:lnTo>
                    <a:pt x="962" y="857"/>
                  </a:lnTo>
                  <a:lnTo>
                    <a:pt x="962" y="809"/>
                  </a:lnTo>
                  <a:lnTo>
                    <a:pt x="946" y="809"/>
                  </a:lnTo>
                  <a:lnTo>
                    <a:pt x="946" y="675"/>
                  </a:lnTo>
                  <a:cubicBezTo>
                    <a:pt x="946" y="655"/>
                    <a:pt x="926" y="623"/>
                    <a:pt x="926" y="607"/>
                  </a:cubicBezTo>
                  <a:close/>
                  <a:moveTo>
                    <a:pt x="962" y="942"/>
                  </a:moveTo>
                  <a:lnTo>
                    <a:pt x="962" y="995"/>
                  </a:lnTo>
                  <a:lnTo>
                    <a:pt x="962" y="1027"/>
                  </a:lnTo>
                  <a:cubicBezTo>
                    <a:pt x="978" y="1059"/>
                    <a:pt x="978" y="1096"/>
                    <a:pt x="978" y="1128"/>
                  </a:cubicBezTo>
                  <a:lnTo>
                    <a:pt x="978" y="1213"/>
                  </a:lnTo>
                  <a:lnTo>
                    <a:pt x="978" y="1229"/>
                  </a:lnTo>
                  <a:cubicBezTo>
                    <a:pt x="994" y="1261"/>
                    <a:pt x="994" y="1281"/>
                    <a:pt x="994" y="1298"/>
                  </a:cubicBezTo>
                  <a:lnTo>
                    <a:pt x="994" y="1382"/>
                  </a:lnTo>
                  <a:cubicBezTo>
                    <a:pt x="1010" y="1415"/>
                    <a:pt x="1010" y="1447"/>
                    <a:pt x="1010" y="1463"/>
                  </a:cubicBezTo>
                  <a:lnTo>
                    <a:pt x="1010" y="1548"/>
                  </a:lnTo>
                  <a:cubicBezTo>
                    <a:pt x="1027" y="1564"/>
                    <a:pt x="1027" y="1584"/>
                    <a:pt x="1027" y="1601"/>
                  </a:cubicBezTo>
                  <a:lnTo>
                    <a:pt x="1027" y="1548"/>
                  </a:lnTo>
                  <a:lnTo>
                    <a:pt x="1027" y="1463"/>
                  </a:lnTo>
                  <a:cubicBezTo>
                    <a:pt x="1027" y="1447"/>
                    <a:pt x="1010" y="1415"/>
                    <a:pt x="1010" y="1382"/>
                  </a:cubicBezTo>
                  <a:lnTo>
                    <a:pt x="1010" y="1298"/>
                  </a:lnTo>
                  <a:cubicBezTo>
                    <a:pt x="1010" y="1281"/>
                    <a:pt x="994" y="1261"/>
                    <a:pt x="994" y="1229"/>
                  </a:cubicBezTo>
                  <a:lnTo>
                    <a:pt x="994" y="1213"/>
                  </a:lnTo>
                  <a:lnTo>
                    <a:pt x="994" y="1128"/>
                  </a:lnTo>
                  <a:cubicBezTo>
                    <a:pt x="978" y="1096"/>
                    <a:pt x="978" y="1059"/>
                    <a:pt x="978" y="1027"/>
                  </a:cubicBezTo>
                  <a:lnTo>
                    <a:pt x="978" y="995"/>
                  </a:lnTo>
                  <a:cubicBezTo>
                    <a:pt x="978" y="978"/>
                    <a:pt x="978" y="958"/>
                    <a:pt x="962" y="942"/>
                  </a:cubicBezTo>
                  <a:close/>
                  <a:moveTo>
                    <a:pt x="1027" y="1601"/>
                  </a:moveTo>
                  <a:lnTo>
                    <a:pt x="1027" y="1649"/>
                  </a:lnTo>
                  <a:cubicBezTo>
                    <a:pt x="1027" y="1665"/>
                    <a:pt x="1027" y="1685"/>
                    <a:pt x="1047" y="1718"/>
                  </a:cubicBezTo>
                  <a:lnTo>
                    <a:pt x="1047" y="1649"/>
                  </a:lnTo>
                  <a:cubicBezTo>
                    <a:pt x="1047" y="1633"/>
                    <a:pt x="1027" y="1617"/>
                    <a:pt x="1027" y="1601"/>
                  </a:cubicBezTo>
                  <a:close/>
                  <a:moveTo>
                    <a:pt x="1047" y="1718"/>
                  </a:moveTo>
                  <a:lnTo>
                    <a:pt x="1047" y="1750"/>
                  </a:lnTo>
                  <a:lnTo>
                    <a:pt x="1047" y="1835"/>
                  </a:lnTo>
                  <a:lnTo>
                    <a:pt x="1047" y="1867"/>
                  </a:lnTo>
                  <a:cubicBezTo>
                    <a:pt x="1063" y="1887"/>
                    <a:pt x="1063" y="1887"/>
                    <a:pt x="1063" y="1904"/>
                  </a:cubicBezTo>
                  <a:lnTo>
                    <a:pt x="1063" y="1968"/>
                  </a:lnTo>
                  <a:lnTo>
                    <a:pt x="1063" y="2037"/>
                  </a:lnTo>
                  <a:cubicBezTo>
                    <a:pt x="1079" y="2037"/>
                    <a:pt x="1079" y="2053"/>
                    <a:pt x="1079" y="2053"/>
                  </a:cubicBezTo>
                  <a:lnTo>
                    <a:pt x="1079" y="2037"/>
                  </a:lnTo>
                  <a:lnTo>
                    <a:pt x="1079" y="1968"/>
                  </a:lnTo>
                  <a:lnTo>
                    <a:pt x="1079" y="1904"/>
                  </a:lnTo>
                  <a:cubicBezTo>
                    <a:pt x="1063" y="1887"/>
                    <a:pt x="1063" y="1867"/>
                    <a:pt x="1063" y="1867"/>
                  </a:cubicBezTo>
                  <a:lnTo>
                    <a:pt x="1063" y="1835"/>
                  </a:lnTo>
                  <a:lnTo>
                    <a:pt x="1063" y="1750"/>
                  </a:lnTo>
                  <a:cubicBezTo>
                    <a:pt x="1047" y="1734"/>
                    <a:pt x="1047" y="1718"/>
                    <a:pt x="1047" y="1718"/>
                  </a:cubicBezTo>
                  <a:close/>
                  <a:moveTo>
                    <a:pt x="219" y="2021"/>
                  </a:moveTo>
                  <a:cubicBezTo>
                    <a:pt x="202" y="2021"/>
                    <a:pt x="202" y="2021"/>
                    <a:pt x="186" y="2037"/>
                  </a:cubicBezTo>
                  <a:lnTo>
                    <a:pt x="186" y="2053"/>
                  </a:lnTo>
                  <a:lnTo>
                    <a:pt x="186" y="2069"/>
                  </a:lnTo>
                  <a:cubicBezTo>
                    <a:pt x="186" y="2089"/>
                    <a:pt x="186" y="2089"/>
                    <a:pt x="202" y="2106"/>
                  </a:cubicBezTo>
                  <a:lnTo>
                    <a:pt x="202" y="2069"/>
                  </a:lnTo>
                  <a:lnTo>
                    <a:pt x="202" y="2053"/>
                  </a:lnTo>
                  <a:lnTo>
                    <a:pt x="202" y="2037"/>
                  </a:lnTo>
                  <a:lnTo>
                    <a:pt x="219" y="2037"/>
                  </a:lnTo>
                  <a:lnTo>
                    <a:pt x="219" y="2021"/>
                  </a:lnTo>
                  <a:close/>
                  <a:moveTo>
                    <a:pt x="1079" y="2053"/>
                  </a:moveTo>
                  <a:lnTo>
                    <a:pt x="1079" y="2089"/>
                  </a:lnTo>
                  <a:lnTo>
                    <a:pt x="1079" y="2154"/>
                  </a:lnTo>
                  <a:cubicBezTo>
                    <a:pt x="1079" y="2170"/>
                    <a:pt x="1079" y="2190"/>
                    <a:pt x="1095" y="2207"/>
                  </a:cubicBezTo>
                  <a:lnTo>
                    <a:pt x="1095" y="2138"/>
                  </a:lnTo>
                  <a:lnTo>
                    <a:pt x="1095" y="2089"/>
                  </a:lnTo>
                  <a:cubicBezTo>
                    <a:pt x="1095" y="2089"/>
                    <a:pt x="1095" y="2069"/>
                    <a:pt x="1079" y="2053"/>
                  </a:cubicBezTo>
                  <a:close/>
                  <a:moveTo>
                    <a:pt x="202" y="2106"/>
                  </a:moveTo>
                  <a:lnTo>
                    <a:pt x="202" y="2154"/>
                  </a:lnTo>
                  <a:lnTo>
                    <a:pt x="202" y="2190"/>
                  </a:lnTo>
                  <a:lnTo>
                    <a:pt x="202" y="2255"/>
                  </a:lnTo>
                  <a:cubicBezTo>
                    <a:pt x="202" y="2271"/>
                    <a:pt x="219" y="2291"/>
                    <a:pt x="219" y="2291"/>
                  </a:cubicBezTo>
                  <a:lnTo>
                    <a:pt x="219" y="2255"/>
                  </a:lnTo>
                  <a:lnTo>
                    <a:pt x="219" y="2190"/>
                  </a:lnTo>
                  <a:lnTo>
                    <a:pt x="219" y="2154"/>
                  </a:lnTo>
                  <a:cubicBezTo>
                    <a:pt x="219" y="2138"/>
                    <a:pt x="219" y="2122"/>
                    <a:pt x="202" y="2106"/>
                  </a:cubicBezTo>
                  <a:close/>
                  <a:moveTo>
                    <a:pt x="1095" y="2207"/>
                  </a:moveTo>
                  <a:lnTo>
                    <a:pt x="1095" y="2255"/>
                  </a:lnTo>
                  <a:lnTo>
                    <a:pt x="1095" y="2340"/>
                  </a:lnTo>
                  <a:cubicBezTo>
                    <a:pt x="1095" y="2356"/>
                    <a:pt x="1095" y="2372"/>
                    <a:pt x="1111" y="2392"/>
                  </a:cubicBezTo>
                  <a:lnTo>
                    <a:pt x="1111" y="2340"/>
                  </a:lnTo>
                  <a:lnTo>
                    <a:pt x="1111" y="2255"/>
                  </a:lnTo>
                  <a:cubicBezTo>
                    <a:pt x="1111" y="2239"/>
                    <a:pt x="1095" y="2223"/>
                    <a:pt x="1095" y="2207"/>
                  </a:cubicBezTo>
                  <a:close/>
                  <a:moveTo>
                    <a:pt x="219" y="2291"/>
                  </a:moveTo>
                  <a:lnTo>
                    <a:pt x="219" y="2372"/>
                  </a:lnTo>
                  <a:cubicBezTo>
                    <a:pt x="219" y="2409"/>
                    <a:pt x="219" y="2441"/>
                    <a:pt x="239" y="2473"/>
                  </a:cubicBezTo>
                  <a:lnTo>
                    <a:pt x="239" y="2372"/>
                  </a:lnTo>
                  <a:cubicBezTo>
                    <a:pt x="239" y="2356"/>
                    <a:pt x="219" y="2324"/>
                    <a:pt x="219" y="2291"/>
                  </a:cubicBezTo>
                  <a:close/>
                  <a:moveTo>
                    <a:pt x="239" y="2473"/>
                  </a:moveTo>
                  <a:lnTo>
                    <a:pt x="239" y="2542"/>
                  </a:lnTo>
                  <a:lnTo>
                    <a:pt x="239" y="2558"/>
                  </a:lnTo>
                  <a:cubicBezTo>
                    <a:pt x="239" y="2594"/>
                    <a:pt x="255" y="2627"/>
                    <a:pt x="255" y="2643"/>
                  </a:cubicBezTo>
                  <a:lnTo>
                    <a:pt x="255" y="2558"/>
                  </a:lnTo>
                  <a:lnTo>
                    <a:pt x="255" y="2542"/>
                  </a:lnTo>
                  <a:cubicBezTo>
                    <a:pt x="255" y="2526"/>
                    <a:pt x="255" y="2493"/>
                    <a:pt x="239" y="2473"/>
                  </a:cubicBezTo>
                  <a:close/>
                  <a:moveTo>
                    <a:pt x="1111" y="2392"/>
                  </a:moveTo>
                  <a:lnTo>
                    <a:pt x="1111" y="2425"/>
                  </a:lnTo>
                  <a:lnTo>
                    <a:pt x="1111" y="2509"/>
                  </a:lnTo>
                  <a:lnTo>
                    <a:pt x="1111" y="2526"/>
                  </a:lnTo>
                  <a:cubicBezTo>
                    <a:pt x="1128" y="2558"/>
                    <a:pt x="1128" y="2574"/>
                    <a:pt x="1128" y="2610"/>
                  </a:cubicBezTo>
                  <a:lnTo>
                    <a:pt x="1128" y="2695"/>
                  </a:lnTo>
                  <a:cubicBezTo>
                    <a:pt x="1148" y="2711"/>
                    <a:pt x="1148" y="2728"/>
                    <a:pt x="1148" y="2744"/>
                  </a:cubicBezTo>
                  <a:lnTo>
                    <a:pt x="1148" y="2695"/>
                  </a:lnTo>
                  <a:lnTo>
                    <a:pt x="1148" y="2610"/>
                  </a:lnTo>
                  <a:cubicBezTo>
                    <a:pt x="1148" y="2574"/>
                    <a:pt x="1128" y="2558"/>
                    <a:pt x="1128" y="2526"/>
                  </a:cubicBezTo>
                  <a:lnTo>
                    <a:pt x="1128" y="2509"/>
                  </a:lnTo>
                  <a:lnTo>
                    <a:pt x="1128" y="2425"/>
                  </a:lnTo>
                  <a:cubicBezTo>
                    <a:pt x="1128" y="2409"/>
                    <a:pt x="1111" y="2392"/>
                    <a:pt x="1111" y="2392"/>
                  </a:cubicBezTo>
                  <a:close/>
                  <a:moveTo>
                    <a:pt x="255" y="2643"/>
                  </a:moveTo>
                  <a:lnTo>
                    <a:pt x="255" y="2695"/>
                  </a:lnTo>
                  <a:lnTo>
                    <a:pt x="255" y="2728"/>
                  </a:lnTo>
                  <a:cubicBezTo>
                    <a:pt x="255" y="2776"/>
                    <a:pt x="271" y="2829"/>
                    <a:pt x="271" y="2877"/>
                  </a:cubicBezTo>
                  <a:lnTo>
                    <a:pt x="271" y="2913"/>
                  </a:lnTo>
                  <a:cubicBezTo>
                    <a:pt x="271" y="2930"/>
                    <a:pt x="271" y="2946"/>
                    <a:pt x="287" y="2962"/>
                  </a:cubicBezTo>
                  <a:lnTo>
                    <a:pt x="287" y="2913"/>
                  </a:lnTo>
                  <a:lnTo>
                    <a:pt x="287" y="2877"/>
                  </a:lnTo>
                  <a:cubicBezTo>
                    <a:pt x="271" y="2829"/>
                    <a:pt x="271" y="2776"/>
                    <a:pt x="271" y="2728"/>
                  </a:cubicBezTo>
                  <a:lnTo>
                    <a:pt x="271" y="2695"/>
                  </a:lnTo>
                  <a:cubicBezTo>
                    <a:pt x="255" y="2675"/>
                    <a:pt x="255" y="2659"/>
                    <a:pt x="255" y="2643"/>
                  </a:cubicBezTo>
                  <a:close/>
                  <a:moveTo>
                    <a:pt x="287" y="2962"/>
                  </a:moveTo>
                  <a:lnTo>
                    <a:pt x="287" y="3079"/>
                  </a:lnTo>
                  <a:cubicBezTo>
                    <a:pt x="287" y="3115"/>
                    <a:pt x="287" y="3148"/>
                    <a:pt x="303" y="3180"/>
                  </a:cubicBezTo>
                  <a:lnTo>
                    <a:pt x="303" y="3079"/>
                  </a:lnTo>
                  <a:cubicBezTo>
                    <a:pt x="303" y="3047"/>
                    <a:pt x="303" y="2998"/>
                    <a:pt x="287" y="2962"/>
                  </a:cubicBezTo>
                  <a:close/>
                  <a:moveTo>
                    <a:pt x="1148" y="2744"/>
                  </a:moveTo>
                  <a:lnTo>
                    <a:pt x="1148" y="2776"/>
                  </a:lnTo>
                  <a:cubicBezTo>
                    <a:pt x="1148" y="2829"/>
                    <a:pt x="1164" y="2877"/>
                    <a:pt x="1164" y="2913"/>
                  </a:cubicBezTo>
                  <a:lnTo>
                    <a:pt x="1164" y="2998"/>
                  </a:lnTo>
                  <a:cubicBezTo>
                    <a:pt x="1180" y="3031"/>
                    <a:pt x="1180" y="3063"/>
                    <a:pt x="1180" y="3099"/>
                  </a:cubicBezTo>
                  <a:cubicBezTo>
                    <a:pt x="1180" y="3132"/>
                    <a:pt x="1180" y="3180"/>
                    <a:pt x="1196" y="3216"/>
                  </a:cubicBezTo>
                  <a:lnTo>
                    <a:pt x="1196" y="3099"/>
                  </a:lnTo>
                  <a:cubicBezTo>
                    <a:pt x="1196" y="3063"/>
                    <a:pt x="1180" y="3031"/>
                    <a:pt x="1180" y="2998"/>
                  </a:cubicBezTo>
                  <a:lnTo>
                    <a:pt x="1180" y="2913"/>
                  </a:lnTo>
                  <a:cubicBezTo>
                    <a:pt x="1164" y="2877"/>
                    <a:pt x="1164" y="2829"/>
                    <a:pt x="1164" y="2776"/>
                  </a:cubicBezTo>
                  <a:cubicBezTo>
                    <a:pt x="1164" y="2760"/>
                    <a:pt x="1164" y="2744"/>
                    <a:pt x="1148" y="2744"/>
                  </a:cubicBezTo>
                  <a:close/>
                  <a:moveTo>
                    <a:pt x="303" y="3180"/>
                  </a:moveTo>
                  <a:lnTo>
                    <a:pt x="303" y="3317"/>
                  </a:lnTo>
                  <a:cubicBezTo>
                    <a:pt x="303" y="3350"/>
                    <a:pt x="303" y="3366"/>
                    <a:pt x="320" y="3382"/>
                  </a:cubicBezTo>
                  <a:lnTo>
                    <a:pt x="320" y="3317"/>
                  </a:lnTo>
                  <a:cubicBezTo>
                    <a:pt x="320" y="3265"/>
                    <a:pt x="320" y="3233"/>
                    <a:pt x="303" y="3180"/>
                  </a:cubicBezTo>
                  <a:close/>
                  <a:moveTo>
                    <a:pt x="1196" y="3216"/>
                  </a:moveTo>
                  <a:lnTo>
                    <a:pt x="1196" y="3265"/>
                  </a:lnTo>
                  <a:lnTo>
                    <a:pt x="1196" y="3317"/>
                  </a:lnTo>
                  <a:cubicBezTo>
                    <a:pt x="1212" y="3334"/>
                    <a:pt x="1212" y="3366"/>
                    <a:pt x="1212" y="3382"/>
                  </a:cubicBezTo>
                  <a:cubicBezTo>
                    <a:pt x="1212" y="3435"/>
                    <a:pt x="1212" y="3467"/>
                    <a:pt x="1229" y="3503"/>
                  </a:cubicBezTo>
                  <a:lnTo>
                    <a:pt x="1229" y="3382"/>
                  </a:lnTo>
                  <a:cubicBezTo>
                    <a:pt x="1229" y="3350"/>
                    <a:pt x="1212" y="3334"/>
                    <a:pt x="1212" y="3317"/>
                  </a:cubicBezTo>
                  <a:lnTo>
                    <a:pt x="1212" y="3265"/>
                  </a:lnTo>
                  <a:cubicBezTo>
                    <a:pt x="1212" y="3249"/>
                    <a:pt x="1212" y="3233"/>
                    <a:pt x="1196" y="3216"/>
                  </a:cubicBezTo>
                  <a:close/>
                  <a:moveTo>
                    <a:pt x="1229" y="3503"/>
                  </a:moveTo>
                  <a:lnTo>
                    <a:pt x="1229" y="3536"/>
                  </a:lnTo>
                  <a:lnTo>
                    <a:pt x="1229" y="3584"/>
                  </a:lnTo>
                  <a:lnTo>
                    <a:pt x="1229" y="3669"/>
                  </a:lnTo>
                  <a:lnTo>
                    <a:pt x="1249" y="3669"/>
                  </a:lnTo>
                  <a:lnTo>
                    <a:pt x="1249" y="3653"/>
                  </a:lnTo>
                  <a:lnTo>
                    <a:pt x="1249" y="3584"/>
                  </a:lnTo>
                  <a:lnTo>
                    <a:pt x="1249" y="3536"/>
                  </a:lnTo>
                  <a:cubicBezTo>
                    <a:pt x="1229" y="3519"/>
                    <a:pt x="1229" y="3519"/>
                    <a:pt x="1229" y="3503"/>
                  </a:cubicBezTo>
                  <a:close/>
                  <a:moveTo>
                    <a:pt x="1249" y="3669"/>
                  </a:moveTo>
                  <a:lnTo>
                    <a:pt x="1249" y="3738"/>
                  </a:lnTo>
                  <a:lnTo>
                    <a:pt x="1249" y="3770"/>
                  </a:lnTo>
                  <a:lnTo>
                    <a:pt x="1249" y="3806"/>
                  </a:lnTo>
                  <a:cubicBezTo>
                    <a:pt x="1265" y="3822"/>
                    <a:pt x="1265" y="3855"/>
                    <a:pt x="1265" y="3871"/>
                  </a:cubicBezTo>
                  <a:lnTo>
                    <a:pt x="1265" y="3806"/>
                  </a:lnTo>
                  <a:lnTo>
                    <a:pt x="1265" y="3770"/>
                  </a:lnTo>
                  <a:lnTo>
                    <a:pt x="1265" y="3738"/>
                  </a:lnTo>
                  <a:cubicBezTo>
                    <a:pt x="1265" y="3721"/>
                    <a:pt x="1265" y="3705"/>
                    <a:pt x="1249" y="3669"/>
                  </a:cubicBezTo>
                  <a:close/>
                  <a:moveTo>
                    <a:pt x="1265" y="3871"/>
                  </a:moveTo>
                  <a:lnTo>
                    <a:pt x="1265" y="3940"/>
                  </a:lnTo>
                  <a:cubicBezTo>
                    <a:pt x="1281" y="3972"/>
                    <a:pt x="1281" y="4024"/>
                    <a:pt x="1281" y="4057"/>
                  </a:cubicBezTo>
                  <a:cubicBezTo>
                    <a:pt x="1281" y="4089"/>
                    <a:pt x="1281" y="4125"/>
                    <a:pt x="1297" y="4158"/>
                  </a:cubicBezTo>
                  <a:lnTo>
                    <a:pt x="1297" y="4057"/>
                  </a:lnTo>
                  <a:cubicBezTo>
                    <a:pt x="1297" y="4008"/>
                    <a:pt x="1281" y="3972"/>
                    <a:pt x="1281" y="3940"/>
                  </a:cubicBezTo>
                  <a:cubicBezTo>
                    <a:pt x="1265" y="3923"/>
                    <a:pt x="1265" y="3907"/>
                    <a:pt x="1265" y="3871"/>
                  </a:cubicBezTo>
                  <a:close/>
                  <a:moveTo>
                    <a:pt x="320" y="3382"/>
                  </a:moveTo>
                  <a:lnTo>
                    <a:pt x="320" y="3402"/>
                  </a:lnTo>
                  <a:cubicBezTo>
                    <a:pt x="320" y="3451"/>
                    <a:pt x="340" y="3519"/>
                    <a:pt x="340" y="3568"/>
                  </a:cubicBezTo>
                  <a:lnTo>
                    <a:pt x="340" y="3637"/>
                  </a:lnTo>
                  <a:cubicBezTo>
                    <a:pt x="356" y="3705"/>
                    <a:pt x="356" y="3770"/>
                    <a:pt x="356" y="3822"/>
                  </a:cubicBezTo>
                  <a:cubicBezTo>
                    <a:pt x="372" y="3907"/>
                    <a:pt x="372" y="3988"/>
                    <a:pt x="388" y="4073"/>
                  </a:cubicBezTo>
                  <a:lnTo>
                    <a:pt x="388" y="4142"/>
                  </a:lnTo>
                  <a:cubicBezTo>
                    <a:pt x="388" y="4174"/>
                    <a:pt x="388" y="4210"/>
                    <a:pt x="404" y="4243"/>
                  </a:cubicBezTo>
                  <a:lnTo>
                    <a:pt x="404" y="4142"/>
                  </a:lnTo>
                  <a:lnTo>
                    <a:pt x="404" y="4073"/>
                  </a:lnTo>
                  <a:cubicBezTo>
                    <a:pt x="388" y="3988"/>
                    <a:pt x="388" y="3907"/>
                    <a:pt x="372" y="3822"/>
                  </a:cubicBezTo>
                  <a:cubicBezTo>
                    <a:pt x="372" y="3770"/>
                    <a:pt x="372" y="3705"/>
                    <a:pt x="356" y="3637"/>
                  </a:cubicBezTo>
                  <a:lnTo>
                    <a:pt x="356" y="3568"/>
                  </a:lnTo>
                  <a:cubicBezTo>
                    <a:pt x="340" y="3519"/>
                    <a:pt x="340" y="3451"/>
                    <a:pt x="340" y="3402"/>
                  </a:cubicBezTo>
                  <a:lnTo>
                    <a:pt x="320" y="3382"/>
                  </a:lnTo>
                  <a:close/>
                  <a:moveTo>
                    <a:pt x="404" y="4243"/>
                  </a:moveTo>
                  <a:lnTo>
                    <a:pt x="404" y="4344"/>
                  </a:lnTo>
                  <a:cubicBezTo>
                    <a:pt x="404" y="4360"/>
                    <a:pt x="421" y="4376"/>
                    <a:pt x="421" y="4392"/>
                  </a:cubicBezTo>
                  <a:lnTo>
                    <a:pt x="421" y="4344"/>
                  </a:lnTo>
                  <a:cubicBezTo>
                    <a:pt x="421" y="4311"/>
                    <a:pt x="421" y="4275"/>
                    <a:pt x="404" y="4243"/>
                  </a:cubicBezTo>
                  <a:close/>
                  <a:moveTo>
                    <a:pt x="421" y="4392"/>
                  </a:moveTo>
                  <a:lnTo>
                    <a:pt x="421" y="4428"/>
                  </a:lnTo>
                  <a:cubicBezTo>
                    <a:pt x="421" y="4445"/>
                    <a:pt x="441" y="4461"/>
                    <a:pt x="421" y="4493"/>
                  </a:cubicBezTo>
                  <a:cubicBezTo>
                    <a:pt x="441" y="4529"/>
                    <a:pt x="473" y="4529"/>
                    <a:pt x="489" y="4529"/>
                  </a:cubicBezTo>
                  <a:cubicBezTo>
                    <a:pt x="473" y="4513"/>
                    <a:pt x="457" y="4513"/>
                    <a:pt x="441" y="4493"/>
                  </a:cubicBezTo>
                  <a:lnTo>
                    <a:pt x="441" y="4412"/>
                  </a:lnTo>
                  <a:lnTo>
                    <a:pt x="421" y="4392"/>
                  </a:lnTo>
                  <a:close/>
                  <a:moveTo>
                    <a:pt x="489" y="4529"/>
                  </a:moveTo>
                  <a:cubicBezTo>
                    <a:pt x="606" y="4562"/>
                    <a:pt x="744" y="4594"/>
                    <a:pt x="877" y="4630"/>
                  </a:cubicBezTo>
                  <a:cubicBezTo>
                    <a:pt x="744" y="4594"/>
                    <a:pt x="623" y="4562"/>
                    <a:pt x="489" y="4529"/>
                  </a:cubicBezTo>
                  <a:close/>
                  <a:moveTo>
                    <a:pt x="877" y="4630"/>
                  </a:moveTo>
                  <a:lnTo>
                    <a:pt x="962" y="4663"/>
                  </a:lnTo>
                  <a:cubicBezTo>
                    <a:pt x="1010" y="4679"/>
                    <a:pt x="1063" y="4695"/>
                    <a:pt x="1111" y="4695"/>
                  </a:cubicBezTo>
                  <a:cubicBezTo>
                    <a:pt x="1063" y="4679"/>
                    <a:pt x="1010" y="4663"/>
                    <a:pt x="962" y="4646"/>
                  </a:cubicBezTo>
                  <a:lnTo>
                    <a:pt x="877" y="4630"/>
                  </a:lnTo>
                  <a:close/>
                  <a:moveTo>
                    <a:pt x="1297" y="4158"/>
                  </a:moveTo>
                  <a:lnTo>
                    <a:pt x="1297" y="4291"/>
                  </a:lnTo>
                  <a:cubicBezTo>
                    <a:pt x="1297" y="4311"/>
                    <a:pt x="1313" y="4344"/>
                    <a:pt x="1313" y="4360"/>
                  </a:cubicBezTo>
                  <a:lnTo>
                    <a:pt x="1313" y="4477"/>
                  </a:lnTo>
                  <a:lnTo>
                    <a:pt x="1313" y="4493"/>
                  </a:lnTo>
                  <a:cubicBezTo>
                    <a:pt x="1330" y="4513"/>
                    <a:pt x="1330" y="4529"/>
                    <a:pt x="1330" y="4545"/>
                  </a:cubicBezTo>
                  <a:lnTo>
                    <a:pt x="1330" y="4594"/>
                  </a:lnTo>
                  <a:lnTo>
                    <a:pt x="1330" y="4630"/>
                  </a:lnTo>
                  <a:cubicBezTo>
                    <a:pt x="1330" y="4663"/>
                    <a:pt x="1330" y="4679"/>
                    <a:pt x="1350" y="4695"/>
                  </a:cubicBezTo>
                  <a:cubicBezTo>
                    <a:pt x="1366" y="4715"/>
                    <a:pt x="1350" y="4731"/>
                    <a:pt x="1350" y="4747"/>
                  </a:cubicBezTo>
                  <a:cubicBezTo>
                    <a:pt x="1366" y="4731"/>
                    <a:pt x="1366" y="4715"/>
                    <a:pt x="1366" y="4695"/>
                  </a:cubicBezTo>
                  <a:cubicBezTo>
                    <a:pt x="1350" y="4679"/>
                    <a:pt x="1350" y="4663"/>
                    <a:pt x="1350" y="4630"/>
                  </a:cubicBezTo>
                  <a:lnTo>
                    <a:pt x="1350" y="4594"/>
                  </a:lnTo>
                  <a:lnTo>
                    <a:pt x="1350" y="4545"/>
                  </a:lnTo>
                  <a:cubicBezTo>
                    <a:pt x="1350" y="4529"/>
                    <a:pt x="1350" y="4513"/>
                    <a:pt x="1330" y="4493"/>
                  </a:cubicBezTo>
                  <a:lnTo>
                    <a:pt x="1330" y="4477"/>
                  </a:lnTo>
                  <a:lnTo>
                    <a:pt x="1330" y="4360"/>
                  </a:lnTo>
                  <a:cubicBezTo>
                    <a:pt x="1313" y="4344"/>
                    <a:pt x="1313" y="4311"/>
                    <a:pt x="1313" y="4291"/>
                  </a:cubicBezTo>
                  <a:cubicBezTo>
                    <a:pt x="1313" y="4243"/>
                    <a:pt x="1313" y="4210"/>
                    <a:pt x="1297" y="4158"/>
                  </a:cubicBezTo>
                  <a:close/>
                  <a:moveTo>
                    <a:pt x="1112" y="4695"/>
                  </a:moveTo>
                  <a:cubicBezTo>
                    <a:pt x="1181" y="4715"/>
                    <a:pt x="1249" y="4731"/>
                    <a:pt x="1313" y="4764"/>
                  </a:cubicBezTo>
                  <a:lnTo>
                    <a:pt x="1330" y="4764"/>
                  </a:lnTo>
                  <a:cubicBezTo>
                    <a:pt x="1350" y="4764"/>
                    <a:pt x="1350" y="4764"/>
                    <a:pt x="1350" y="4747"/>
                  </a:cubicBezTo>
                  <a:lnTo>
                    <a:pt x="1313" y="4747"/>
                  </a:lnTo>
                  <a:cubicBezTo>
                    <a:pt x="1249" y="4731"/>
                    <a:pt x="1181" y="4715"/>
                    <a:pt x="1112" y="46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0"/>
            <p:cNvSpPr/>
            <p:nvPr/>
          </p:nvSpPr>
          <p:spPr>
            <a:xfrm>
              <a:off x="1311217" y="793603"/>
              <a:ext cx="40227" cy="81943"/>
            </a:xfrm>
            <a:custGeom>
              <a:rect b="b" l="l" r="r" t="t"/>
              <a:pathLst>
                <a:path extrusionOk="0" h="825" w="405">
                  <a:moveTo>
                    <a:pt x="0" y="1"/>
                  </a:moveTo>
                  <a:lnTo>
                    <a:pt x="0" y="17"/>
                  </a:lnTo>
                  <a:cubicBezTo>
                    <a:pt x="33" y="53"/>
                    <a:pt x="69" y="53"/>
                    <a:pt x="101" y="70"/>
                  </a:cubicBezTo>
                  <a:lnTo>
                    <a:pt x="134" y="70"/>
                  </a:lnTo>
                  <a:cubicBezTo>
                    <a:pt x="117" y="53"/>
                    <a:pt x="117" y="53"/>
                    <a:pt x="101" y="53"/>
                  </a:cubicBezTo>
                  <a:cubicBezTo>
                    <a:pt x="69" y="37"/>
                    <a:pt x="33" y="37"/>
                    <a:pt x="16" y="1"/>
                  </a:cubicBezTo>
                  <a:close/>
                  <a:moveTo>
                    <a:pt x="134" y="70"/>
                  </a:moveTo>
                  <a:lnTo>
                    <a:pt x="134" y="70"/>
                  </a:lnTo>
                  <a:cubicBezTo>
                    <a:pt x="186" y="86"/>
                    <a:pt x="235" y="118"/>
                    <a:pt x="303" y="138"/>
                  </a:cubicBezTo>
                  <a:lnTo>
                    <a:pt x="319" y="138"/>
                  </a:lnTo>
                  <a:cubicBezTo>
                    <a:pt x="336" y="138"/>
                    <a:pt x="356" y="138"/>
                    <a:pt x="372" y="154"/>
                  </a:cubicBezTo>
                  <a:cubicBezTo>
                    <a:pt x="388" y="171"/>
                    <a:pt x="388" y="187"/>
                    <a:pt x="388" y="187"/>
                  </a:cubicBezTo>
                  <a:cubicBezTo>
                    <a:pt x="372" y="219"/>
                    <a:pt x="372" y="272"/>
                    <a:pt x="372" y="304"/>
                  </a:cubicBezTo>
                  <a:lnTo>
                    <a:pt x="372" y="340"/>
                  </a:lnTo>
                  <a:cubicBezTo>
                    <a:pt x="372" y="389"/>
                    <a:pt x="372" y="441"/>
                    <a:pt x="356" y="490"/>
                  </a:cubicBezTo>
                  <a:lnTo>
                    <a:pt x="356" y="591"/>
                  </a:lnTo>
                  <a:lnTo>
                    <a:pt x="356" y="659"/>
                  </a:lnTo>
                  <a:lnTo>
                    <a:pt x="356" y="708"/>
                  </a:lnTo>
                  <a:cubicBezTo>
                    <a:pt x="356" y="692"/>
                    <a:pt x="356" y="676"/>
                    <a:pt x="372" y="659"/>
                  </a:cubicBezTo>
                  <a:lnTo>
                    <a:pt x="372" y="591"/>
                  </a:lnTo>
                  <a:lnTo>
                    <a:pt x="372" y="490"/>
                  </a:lnTo>
                  <a:cubicBezTo>
                    <a:pt x="372" y="441"/>
                    <a:pt x="388" y="389"/>
                    <a:pt x="388" y="340"/>
                  </a:cubicBezTo>
                  <a:lnTo>
                    <a:pt x="388" y="304"/>
                  </a:lnTo>
                  <a:cubicBezTo>
                    <a:pt x="388" y="272"/>
                    <a:pt x="388" y="239"/>
                    <a:pt x="404" y="203"/>
                  </a:cubicBezTo>
                  <a:cubicBezTo>
                    <a:pt x="404" y="187"/>
                    <a:pt x="388" y="171"/>
                    <a:pt x="388" y="154"/>
                  </a:cubicBezTo>
                  <a:cubicBezTo>
                    <a:pt x="356" y="138"/>
                    <a:pt x="336" y="118"/>
                    <a:pt x="319" y="118"/>
                  </a:cubicBezTo>
                  <a:lnTo>
                    <a:pt x="303" y="118"/>
                  </a:lnTo>
                  <a:cubicBezTo>
                    <a:pt x="255" y="102"/>
                    <a:pt x="186" y="86"/>
                    <a:pt x="134" y="70"/>
                  </a:cubicBezTo>
                  <a:close/>
                  <a:moveTo>
                    <a:pt x="356" y="708"/>
                  </a:moveTo>
                  <a:cubicBezTo>
                    <a:pt x="336" y="708"/>
                    <a:pt x="336" y="724"/>
                    <a:pt x="336" y="724"/>
                  </a:cubicBezTo>
                  <a:lnTo>
                    <a:pt x="336" y="776"/>
                  </a:lnTo>
                  <a:cubicBezTo>
                    <a:pt x="336" y="793"/>
                    <a:pt x="336" y="809"/>
                    <a:pt x="356" y="825"/>
                  </a:cubicBezTo>
                  <a:lnTo>
                    <a:pt x="356" y="776"/>
                  </a:lnTo>
                  <a:lnTo>
                    <a:pt x="356" y="724"/>
                  </a:lnTo>
                  <a:lnTo>
                    <a:pt x="356" y="70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0"/>
            <p:cNvSpPr/>
            <p:nvPr/>
          </p:nvSpPr>
          <p:spPr>
            <a:xfrm>
              <a:off x="1939945" y="220299"/>
              <a:ext cx="299465" cy="152166"/>
            </a:xfrm>
            <a:custGeom>
              <a:rect b="b" l="l" r="r" t="t"/>
              <a:pathLst>
                <a:path extrusionOk="0" h="1532" w="3015">
                  <a:moveTo>
                    <a:pt x="49" y="0"/>
                  </a:moveTo>
                  <a:cubicBezTo>
                    <a:pt x="33" y="0"/>
                    <a:pt x="17" y="0"/>
                    <a:pt x="0" y="16"/>
                  </a:cubicBezTo>
                  <a:lnTo>
                    <a:pt x="0" y="53"/>
                  </a:lnTo>
                  <a:cubicBezTo>
                    <a:pt x="17" y="69"/>
                    <a:pt x="17" y="101"/>
                    <a:pt x="17" y="117"/>
                  </a:cubicBezTo>
                  <a:lnTo>
                    <a:pt x="17" y="53"/>
                  </a:lnTo>
                  <a:lnTo>
                    <a:pt x="17" y="16"/>
                  </a:lnTo>
                  <a:lnTo>
                    <a:pt x="49" y="16"/>
                  </a:lnTo>
                  <a:cubicBezTo>
                    <a:pt x="65" y="16"/>
                    <a:pt x="85" y="16"/>
                    <a:pt x="85" y="32"/>
                  </a:cubicBezTo>
                  <a:lnTo>
                    <a:pt x="101" y="32"/>
                  </a:lnTo>
                  <a:cubicBezTo>
                    <a:pt x="251" y="101"/>
                    <a:pt x="404" y="154"/>
                    <a:pt x="570" y="218"/>
                  </a:cubicBezTo>
                  <a:cubicBezTo>
                    <a:pt x="655" y="255"/>
                    <a:pt x="740" y="287"/>
                    <a:pt x="825" y="319"/>
                  </a:cubicBezTo>
                  <a:cubicBezTo>
                    <a:pt x="893" y="356"/>
                    <a:pt x="974" y="372"/>
                    <a:pt x="1059" y="404"/>
                  </a:cubicBezTo>
                  <a:cubicBezTo>
                    <a:pt x="1111" y="436"/>
                    <a:pt x="1176" y="457"/>
                    <a:pt x="1245" y="489"/>
                  </a:cubicBezTo>
                  <a:cubicBezTo>
                    <a:pt x="1330" y="505"/>
                    <a:pt x="1398" y="537"/>
                    <a:pt x="1479" y="574"/>
                  </a:cubicBezTo>
                  <a:cubicBezTo>
                    <a:pt x="1515" y="590"/>
                    <a:pt x="1531" y="606"/>
                    <a:pt x="1564" y="606"/>
                  </a:cubicBezTo>
                  <a:cubicBezTo>
                    <a:pt x="1616" y="622"/>
                    <a:pt x="1665" y="659"/>
                    <a:pt x="1717" y="675"/>
                  </a:cubicBezTo>
                  <a:cubicBezTo>
                    <a:pt x="1766" y="691"/>
                    <a:pt x="1802" y="707"/>
                    <a:pt x="1851" y="723"/>
                  </a:cubicBezTo>
                  <a:cubicBezTo>
                    <a:pt x="1883" y="739"/>
                    <a:pt x="1919" y="760"/>
                    <a:pt x="1968" y="760"/>
                  </a:cubicBezTo>
                  <a:cubicBezTo>
                    <a:pt x="1935" y="739"/>
                    <a:pt x="1883" y="723"/>
                    <a:pt x="1851" y="707"/>
                  </a:cubicBezTo>
                  <a:cubicBezTo>
                    <a:pt x="1818" y="691"/>
                    <a:pt x="1766" y="675"/>
                    <a:pt x="1733" y="659"/>
                  </a:cubicBezTo>
                  <a:cubicBezTo>
                    <a:pt x="1681" y="638"/>
                    <a:pt x="1616" y="622"/>
                    <a:pt x="1564" y="590"/>
                  </a:cubicBezTo>
                  <a:cubicBezTo>
                    <a:pt x="1548" y="590"/>
                    <a:pt x="1515" y="574"/>
                    <a:pt x="1479" y="558"/>
                  </a:cubicBezTo>
                  <a:cubicBezTo>
                    <a:pt x="1414" y="537"/>
                    <a:pt x="1330" y="505"/>
                    <a:pt x="1245" y="473"/>
                  </a:cubicBezTo>
                  <a:cubicBezTo>
                    <a:pt x="1176" y="436"/>
                    <a:pt x="1128" y="420"/>
                    <a:pt x="1059" y="388"/>
                  </a:cubicBezTo>
                  <a:cubicBezTo>
                    <a:pt x="974" y="372"/>
                    <a:pt x="909" y="335"/>
                    <a:pt x="825" y="303"/>
                  </a:cubicBezTo>
                  <a:cubicBezTo>
                    <a:pt x="740" y="271"/>
                    <a:pt x="655" y="234"/>
                    <a:pt x="570" y="202"/>
                  </a:cubicBezTo>
                  <a:cubicBezTo>
                    <a:pt x="421" y="154"/>
                    <a:pt x="251" y="85"/>
                    <a:pt x="101" y="16"/>
                  </a:cubicBezTo>
                  <a:cubicBezTo>
                    <a:pt x="85" y="16"/>
                    <a:pt x="65" y="0"/>
                    <a:pt x="49" y="0"/>
                  </a:cubicBezTo>
                  <a:close/>
                  <a:moveTo>
                    <a:pt x="1968" y="760"/>
                  </a:moveTo>
                  <a:cubicBezTo>
                    <a:pt x="2069" y="808"/>
                    <a:pt x="2170" y="840"/>
                    <a:pt x="2271" y="893"/>
                  </a:cubicBezTo>
                  <a:cubicBezTo>
                    <a:pt x="2323" y="909"/>
                    <a:pt x="2372" y="925"/>
                    <a:pt x="2408" y="941"/>
                  </a:cubicBezTo>
                  <a:cubicBezTo>
                    <a:pt x="2457" y="962"/>
                    <a:pt x="2489" y="978"/>
                    <a:pt x="2541" y="994"/>
                  </a:cubicBezTo>
                  <a:cubicBezTo>
                    <a:pt x="2659" y="1026"/>
                    <a:pt x="2776" y="1079"/>
                    <a:pt x="2893" y="1127"/>
                  </a:cubicBezTo>
                  <a:cubicBezTo>
                    <a:pt x="2893" y="1127"/>
                    <a:pt x="2913" y="1127"/>
                    <a:pt x="2929" y="1143"/>
                  </a:cubicBezTo>
                  <a:cubicBezTo>
                    <a:pt x="2945" y="1143"/>
                    <a:pt x="2978" y="1164"/>
                    <a:pt x="2994" y="1180"/>
                  </a:cubicBezTo>
                  <a:lnTo>
                    <a:pt x="3014" y="1180"/>
                  </a:lnTo>
                  <a:lnTo>
                    <a:pt x="3014" y="1164"/>
                  </a:lnTo>
                  <a:cubicBezTo>
                    <a:pt x="2978" y="1143"/>
                    <a:pt x="2962" y="1127"/>
                    <a:pt x="2929" y="1127"/>
                  </a:cubicBezTo>
                  <a:cubicBezTo>
                    <a:pt x="2913" y="1127"/>
                    <a:pt x="2893" y="1127"/>
                    <a:pt x="2893" y="1111"/>
                  </a:cubicBezTo>
                  <a:cubicBezTo>
                    <a:pt x="2776" y="1063"/>
                    <a:pt x="2659" y="1026"/>
                    <a:pt x="2541" y="978"/>
                  </a:cubicBezTo>
                  <a:cubicBezTo>
                    <a:pt x="2509" y="962"/>
                    <a:pt x="2457" y="941"/>
                    <a:pt x="2408" y="925"/>
                  </a:cubicBezTo>
                  <a:cubicBezTo>
                    <a:pt x="2372" y="909"/>
                    <a:pt x="2323" y="893"/>
                    <a:pt x="2287" y="877"/>
                  </a:cubicBezTo>
                  <a:cubicBezTo>
                    <a:pt x="2186" y="840"/>
                    <a:pt x="2069" y="792"/>
                    <a:pt x="1968" y="760"/>
                  </a:cubicBezTo>
                  <a:close/>
                  <a:moveTo>
                    <a:pt x="17" y="117"/>
                  </a:moveTo>
                  <a:lnTo>
                    <a:pt x="17" y="388"/>
                  </a:lnTo>
                  <a:lnTo>
                    <a:pt x="17" y="521"/>
                  </a:lnTo>
                  <a:lnTo>
                    <a:pt x="17" y="622"/>
                  </a:lnTo>
                  <a:lnTo>
                    <a:pt x="17" y="723"/>
                  </a:lnTo>
                  <a:lnTo>
                    <a:pt x="17" y="792"/>
                  </a:lnTo>
                  <a:lnTo>
                    <a:pt x="17" y="1026"/>
                  </a:lnTo>
                  <a:lnTo>
                    <a:pt x="17" y="1313"/>
                  </a:lnTo>
                  <a:lnTo>
                    <a:pt x="17" y="1515"/>
                  </a:lnTo>
                  <a:lnTo>
                    <a:pt x="17" y="1531"/>
                  </a:lnTo>
                  <a:lnTo>
                    <a:pt x="33" y="1531"/>
                  </a:lnTo>
                  <a:lnTo>
                    <a:pt x="33" y="1515"/>
                  </a:lnTo>
                  <a:lnTo>
                    <a:pt x="33" y="1313"/>
                  </a:lnTo>
                  <a:lnTo>
                    <a:pt x="33" y="1026"/>
                  </a:lnTo>
                  <a:lnTo>
                    <a:pt x="33" y="792"/>
                  </a:lnTo>
                  <a:lnTo>
                    <a:pt x="33" y="723"/>
                  </a:lnTo>
                  <a:lnTo>
                    <a:pt x="33" y="622"/>
                  </a:lnTo>
                  <a:lnTo>
                    <a:pt x="33" y="521"/>
                  </a:lnTo>
                  <a:lnTo>
                    <a:pt x="33" y="388"/>
                  </a:lnTo>
                  <a:cubicBezTo>
                    <a:pt x="17" y="303"/>
                    <a:pt x="17" y="202"/>
                    <a:pt x="17" y="1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0"/>
            <p:cNvSpPr/>
            <p:nvPr/>
          </p:nvSpPr>
          <p:spPr>
            <a:xfrm>
              <a:off x="2530134" y="674909"/>
              <a:ext cx="33473" cy="10131"/>
            </a:xfrm>
            <a:custGeom>
              <a:rect b="b" l="l" r="r" t="t"/>
              <a:pathLst>
                <a:path extrusionOk="0" h="102" w="337">
                  <a:moveTo>
                    <a:pt x="1" y="0"/>
                  </a:moveTo>
                  <a:lnTo>
                    <a:pt x="1" y="20"/>
                  </a:lnTo>
                  <a:cubicBezTo>
                    <a:pt x="49" y="20"/>
                    <a:pt x="82" y="36"/>
                    <a:pt x="118" y="53"/>
                  </a:cubicBezTo>
                  <a:cubicBezTo>
                    <a:pt x="134" y="53"/>
                    <a:pt x="150" y="53"/>
                    <a:pt x="183" y="69"/>
                  </a:cubicBezTo>
                  <a:lnTo>
                    <a:pt x="203" y="69"/>
                  </a:lnTo>
                  <a:cubicBezTo>
                    <a:pt x="251" y="85"/>
                    <a:pt x="284" y="101"/>
                    <a:pt x="320" y="101"/>
                  </a:cubicBezTo>
                  <a:lnTo>
                    <a:pt x="336" y="101"/>
                  </a:lnTo>
                  <a:cubicBezTo>
                    <a:pt x="284" y="85"/>
                    <a:pt x="251" y="69"/>
                    <a:pt x="219" y="53"/>
                  </a:cubicBezTo>
                  <a:lnTo>
                    <a:pt x="183" y="53"/>
                  </a:lnTo>
                  <a:cubicBezTo>
                    <a:pt x="166" y="53"/>
                    <a:pt x="134" y="36"/>
                    <a:pt x="118" y="36"/>
                  </a:cubicBezTo>
                  <a:cubicBezTo>
                    <a:pt x="82" y="20"/>
                    <a:pt x="4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0"/>
            <p:cNvSpPr/>
            <p:nvPr/>
          </p:nvSpPr>
          <p:spPr>
            <a:xfrm>
              <a:off x="2344396" y="588199"/>
              <a:ext cx="8542" cy="3278"/>
            </a:xfrm>
            <a:custGeom>
              <a:rect b="b" l="l" r="r" t="t"/>
              <a:pathLst>
                <a:path extrusionOk="0" h="33" w="86">
                  <a:moveTo>
                    <a:pt x="0" y="1"/>
                  </a:moveTo>
                  <a:cubicBezTo>
                    <a:pt x="0" y="17"/>
                    <a:pt x="17" y="17"/>
                    <a:pt x="33" y="17"/>
                  </a:cubicBezTo>
                  <a:cubicBezTo>
                    <a:pt x="53" y="17"/>
                    <a:pt x="69" y="33"/>
                    <a:pt x="85" y="33"/>
                  </a:cubicBezTo>
                  <a:lnTo>
                    <a:pt x="85" y="17"/>
                  </a:lnTo>
                  <a:cubicBezTo>
                    <a:pt x="69" y="17"/>
                    <a:pt x="53" y="17"/>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0"/>
            <p:cNvSpPr/>
            <p:nvPr/>
          </p:nvSpPr>
          <p:spPr>
            <a:xfrm>
              <a:off x="1941534" y="372365"/>
              <a:ext cx="6953" cy="352802"/>
            </a:xfrm>
            <a:custGeom>
              <a:rect b="b" l="l" r="r" t="t"/>
              <a:pathLst>
                <a:path extrusionOk="0" h="3552" w="70">
                  <a:moveTo>
                    <a:pt x="1" y="0"/>
                  </a:moveTo>
                  <a:lnTo>
                    <a:pt x="1" y="37"/>
                  </a:lnTo>
                  <a:cubicBezTo>
                    <a:pt x="17" y="53"/>
                    <a:pt x="17" y="85"/>
                    <a:pt x="17" y="117"/>
                  </a:cubicBezTo>
                  <a:cubicBezTo>
                    <a:pt x="33" y="85"/>
                    <a:pt x="33" y="53"/>
                    <a:pt x="17" y="16"/>
                  </a:cubicBezTo>
                  <a:lnTo>
                    <a:pt x="33" y="0"/>
                  </a:lnTo>
                  <a:close/>
                  <a:moveTo>
                    <a:pt x="17" y="154"/>
                  </a:moveTo>
                  <a:lnTo>
                    <a:pt x="17" y="303"/>
                  </a:lnTo>
                  <a:cubicBezTo>
                    <a:pt x="33" y="255"/>
                    <a:pt x="33" y="202"/>
                    <a:pt x="17" y="154"/>
                  </a:cubicBezTo>
                  <a:close/>
                  <a:moveTo>
                    <a:pt x="17" y="303"/>
                  </a:moveTo>
                  <a:lnTo>
                    <a:pt x="17" y="441"/>
                  </a:lnTo>
                  <a:lnTo>
                    <a:pt x="17" y="574"/>
                  </a:lnTo>
                  <a:lnTo>
                    <a:pt x="17" y="744"/>
                  </a:lnTo>
                  <a:lnTo>
                    <a:pt x="17" y="845"/>
                  </a:lnTo>
                  <a:lnTo>
                    <a:pt x="17" y="909"/>
                  </a:lnTo>
                  <a:lnTo>
                    <a:pt x="17" y="946"/>
                  </a:lnTo>
                  <a:lnTo>
                    <a:pt x="17" y="1095"/>
                  </a:lnTo>
                  <a:lnTo>
                    <a:pt x="17" y="1164"/>
                  </a:lnTo>
                  <a:lnTo>
                    <a:pt x="17" y="1281"/>
                  </a:lnTo>
                  <a:lnTo>
                    <a:pt x="17" y="1467"/>
                  </a:lnTo>
                  <a:cubicBezTo>
                    <a:pt x="17" y="1531"/>
                    <a:pt x="17" y="1600"/>
                    <a:pt x="33" y="1652"/>
                  </a:cubicBezTo>
                  <a:lnTo>
                    <a:pt x="33" y="1467"/>
                  </a:lnTo>
                  <a:lnTo>
                    <a:pt x="33" y="1281"/>
                  </a:lnTo>
                  <a:lnTo>
                    <a:pt x="33" y="1164"/>
                  </a:lnTo>
                  <a:lnTo>
                    <a:pt x="33" y="1095"/>
                  </a:lnTo>
                  <a:lnTo>
                    <a:pt x="33" y="925"/>
                  </a:lnTo>
                  <a:lnTo>
                    <a:pt x="33" y="909"/>
                  </a:lnTo>
                  <a:lnTo>
                    <a:pt x="33" y="845"/>
                  </a:lnTo>
                  <a:lnTo>
                    <a:pt x="33" y="744"/>
                  </a:lnTo>
                  <a:lnTo>
                    <a:pt x="33" y="574"/>
                  </a:lnTo>
                  <a:lnTo>
                    <a:pt x="33" y="441"/>
                  </a:lnTo>
                  <a:cubicBezTo>
                    <a:pt x="17" y="388"/>
                    <a:pt x="17" y="356"/>
                    <a:pt x="17" y="303"/>
                  </a:cubicBezTo>
                  <a:close/>
                  <a:moveTo>
                    <a:pt x="33" y="1717"/>
                  </a:moveTo>
                  <a:lnTo>
                    <a:pt x="33" y="1834"/>
                  </a:lnTo>
                  <a:lnTo>
                    <a:pt x="33" y="1887"/>
                  </a:lnTo>
                  <a:lnTo>
                    <a:pt x="33" y="1919"/>
                  </a:lnTo>
                  <a:lnTo>
                    <a:pt x="33" y="2073"/>
                  </a:lnTo>
                  <a:lnTo>
                    <a:pt x="33" y="2323"/>
                  </a:lnTo>
                  <a:lnTo>
                    <a:pt x="33" y="2541"/>
                  </a:lnTo>
                  <a:lnTo>
                    <a:pt x="33" y="2743"/>
                  </a:lnTo>
                  <a:cubicBezTo>
                    <a:pt x="49" y="2929"/>
                    <a:pt x="49" y="3099"/>
                    <a:pt x="49" y="3284"/>
                  </a:cubicBezTo>
                  <a:lnTo>
                    <a:pt x="49" y="2743"/>
                  </a:lnTo>
                  <a:lnTo>
                    <a:pt x="49" y="2541"/>
                  </a:lnTo>
                  <a:lnTo>
                    <a:pt x="49" y="2323"/>
                  </a:lnTo>
                  <a:lnTo>
                    <a:pt x="49" y="2073"/>
                  </a:lnTo>
                  <a:lnTo>
                    <a:pt x="49" y="1919"/>
                  </a:lnTo>
                  <a:lnTo>
                    <a:pt x="49" y="1887"/>
                  </a:lnTo>
                  <a:lnTo>
                    <a:pt x="49" y="1834"/>
                  </a:lnTo>
                  <a:cubicBezTo>
                    <a:pt x="33" y="1802"/>
                    <a:pt x="33" y="1753"/>
                    <a:pt x="33" y="1717"/>
                  </a:cubicBezTo>
                  <a:close/>
                  <a:moveTo>
                    <a:pt x="49" y="3284"/>
                  </a:moveTo>
                  <a:lnTo>
                    <a:pt x="49" y="3470"/>
                  </a:lnTo>
                  <a:lnTo>
                    <a:pt x="49" y="3551"/>
                  </a:lnTo>
                  <a:lnTo>
                    <a:pt x="69" y="3551"/>
                  </a:lnTo>
                  <a:lnTo>
                    <a:pt x="69" y="3470"/>
                  </a:lnTo>
                  <a:cubicBezTo>
                    <a:pt x="69" y="3418"/>
                    <a:pt x="49" y="3349"/>
                    <a:pt x="49" y="32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0"/>
            <p:cNvSpPr/>
            <p:nvPr/>
          </p:nvSpPr>
          <p:spPr>
            <a:xfrm>
              <a:off x="1672363" y="649979"/>
              <a:ext cx="63469" cy="40227"/>
            </a:xfrm>
            <a:custGeom>
              <a:rect b="b" l="l" r="r" t="t"/>
              <a:pathLst>
                <a:path extrusionOk="0" h="405" w="639">
                  <a:moveTo>
                    <a:pt x="622" y="1"/>
                  </a:moveTo>
                  <a:cubicBezTo>
                    <a:pt x="590" y="1"/>
                    <a:pt x="557" y="33"/>
                    <a:pt x="521" y="49"/>
                  </a:cubicBezTo>
                  <a:lnTo>
                    <a:pt x="505" y="69"/>
                  </a:lnTo>
                  <a:cubicBezTo>
                    <a:pt x="420" y="118"/>
                    <a:pt x="355" y="170"/>
                    <a:pt x="287" y="203"/>
                  </a:cubicBezTo>
                  <a:cubicBezTo>
                    <a:pt x="271" y="219"/>
                    <a:pt x="234" y="235"/>
                    <a:pt x="218" y="251"/>
                  </a:cubicBezTo>
                  <a:cubicBezTo>
                    <a:pt x="170" y="287"/>
                    <a:pt x="117" y="320"/>
                    <a:pt x="69" y="352"/>
                  </a:cubicBezTo>
                  <a:lnTo>
                    <a:pt x="16" y="388"/>
                  </a:lnTo>
                  <a:lnTo>
                    <a:pt x="0" y="405"/>
                  </a:lnTo>
                  <a:lnTo>
                    <a:pt x="16" y="405"/>
                  </a:lnTo>
                  <a:lnTo>
                    <a:pt x="85" y="372"/>
                  </a:lnTo>
                  <a:cubicBezTo>
                    <a:pt x="133" y="336"/>
                    <a:pt x="170" y="304"/>
                    <a:pt x="218" y="271"/>
                  </a:cubicBezTo>
                  <a:cubicBezTo>
                    <a:pt x="254" y="251"/>
                    <a:pt x="271" y="235"/>
                    <a:pt x="303" y="219"/>
                  </a:cubicBezTo>
                  <a:cubicBezTo>
                    <a:pt x="372" y="170"/>
                    <a:pt x="436" y="118"/>
                    <a:pt x="505" y="86"/>
                  </a:cubicBezTo>
                  <a:cubicBezTo>
                    <a:pt x="521" y="69"/>
                    <a:pt x="521" y="69"/>
                    <a:pt x="537" y="49"/>
                  </a:cubicBezTo>
                  <a:cubicBezTo>
                    <a:pt x="574" y="33"/>
                    <a:pt x="590" y="17"/>
                    <a:pt x="622" y="17"/>
                  </a:cubicBezTo>
                  <a:lnTo>
                    <a:pt x="6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0"/>
            <p:cNvSpPr/>
            <p:nvPr/>
          </p:nvSpPr>
          <p:spPr>
            <a:xfrm>
              <a:off x="1675542" y="576578"/>
              <a:ext cx="62277" cy="43405"/>
            </a:xfrm>
            <a:custGeom>
              <a:rect b="b" l="l" r="r" t="t"/>
              <a:pathLst>
                <a:path extrusionOk="0" h="437" w="627">
                  <a:moveTo>
                    <a:pt x="606" y="0"/>
                  </a:moveTo>
                  <a:cubicBezTo>
                    <a:pt x="590" y="0"/>
                    <a:pt x="574" y="17"/>
                    <a:pt x="542" y="33"/>
                  </a:cubicBezTo>
                  <a:lnTo>
                    <a:pt x="542" y="49"/>
                  </a:lnTo>
                  <a:cubicBezTo>
                    <a:pt x="404" y="134"/>
                    <a:pt x="271" y="235"/>
                    <a:pt x="138" y="336"/>
                  </a:cubicBezTo>
                  <a:lnTo>
                    <a:pt x="21" y="421"/>
                  </a:lnTo>
                  <a:lnTo>
                    <a:pt x="0" y="437"/>
                  </a:lnTo>
                  <a:lnTo>
                    <a:pt x="21" y="437"/>
                  </a:lnTo>
                  <a:lnTo>
                    <a:pt x="138" y="352"/>
                  </a:lnTo>
                  <a:cubicBezTo>
                    <a:pt x="271" y="251"/>
                    <a:pt x="404" y="150"/>
                    <a:pt x="558" y="49"/>
                  </a:cubicBezTo>
                  <a:cubicBezTo>
                    <a:pt x="574" y="33"/>
                    <a:pt x="590" y="17"/>
                    <a:pt x="626" y="17"/>
                  </a:cubicBezTo>
                  <a:lnTo>
                    <a:pt x="6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0"/>
            <p:cNvSpPr/>
            <p:nvPr/>
          </p:nvSpPr>
          <p:spPr>
            <a:xfrm>
              <a:off x="2269406" y="422525"/>
              <a:ext cx="91975" cy="36949"/>
            </a:xfrm>
            <a:custGeom>
              <a:rect b="b" l="l" r="r" t="t"/>
              <a:pathLst>
                <a:path extrusionOk="0" h="372" w="926">
                  <a:moveTo>
                    <a:pt x="0" y="0"/>
                  </a:moveTo>
                  <a:lnTo>
                    <a:pt x="0" y="16"/>
                  </a:lnTo>
                  <a:cubicBezTo>
                    <a:pt x="49" y="37"/>
                    <a:pt x="81" y="53"/>
                    <a:pt x="117" y="53"/>
                  </a:cubicBezTo>
                  <a:cubicBezTo>
                    <a:pt x="81" y="37"/>
                    <a:pt x="49" y="16"/>
                    <a:pt x="0" y="0"/>
                  </a:cubicBezTo>
                  <a:close/>
                  <a:moveTo>
                    <a:pt x="117" y="53"/>
                  </a:moveTo>
                  <a:cubicBezTo>
                    <a:pt x="133" y="69"/>
                    <a:pt x="149" y="69"/>
                    <a:pt x="166" y="85"/>
                  </a:cubicBezTo>
                  <a:cubicBezTo>
                    <a:pt x="202" y="85"/>
                    <a:pt x="234" y="101"/>
                    <a:pt x="283" y="117"/>
                  </a:cubicBezTo>
                  <a:cubicBezTo>
                    <a:pt x="319" y="138"/>
                    <a:pt x="351" y="154"/>
                    <a:pt x="404" y="170"/>
                  </a:cubicBezTo>
                  <a:cubicBezTo>
                    <a:pt x="521" y="218"/>
                    <a:pt x="638" y="271"/>
                    <a:pt x="739" y="303"/>
                  </a:cubicBezTo>
                  <a:cubicBezTo>
                    <a:pt x="788" y="319"/>
                    <a:pt x="824" y="340"/>
                    <a:pt x="856" y="356"/>
                  </a:cubicBezTo>
                  <a:cubicBezTo>
                    <a:pt x="873" y="356"/>
                    <a:pt x="909" y="356"/>
                    <a:pt x="925" y="372"/>
                  </a:cubicBezTo>
                  <a:lnTo>
                    <a:pt x="925" y="356"/>
                  </a:lnTo>
                  <a:cubicBezTo>
                    <a:pt x="909" y="356"/>
                    <a:pt x="889" y="340"/>
                    <a:pt x="873" y="340"/>
                  </a:cubicBezTo>
                  <a:cubicBezTo>
                    <a:pt x="824" y="319"/>
                    <a:pt x="788" y="303"/>
                    <a:pt x="755" y="287"/>
                  </a:cubicBezTo>
                  <a:cubicBezTo>
                    <a:pt x="638" y="255"/>
                    <a:pt x="521" y="202"/>
                    <a:pt x="404" y="154"/>
                  </a:cubicBezTo>
                  <a:cubicBezTo>
                    <a:pt x="368" y="138"/>
                    <a:pt x="319" y="117"/>
                    <a:pt x="283" y="101"/>
                  </a:cubicBezTo>
                  <a:cubicBezTo>
                    <a:pt x="250" y="101"/>
                    <a:pt x="202" y="85"/>
                    <a:pt x="166" y="69"/>
                  </a:cubicBezTo>
                  <a:cubicBezTo>
                    <a:pt x="149" y="69"/>
                    <a:pt x="133" y="53"/>
                    <a:pt x="117"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0"/>
            <p:cNvSpPr/>
            <p:nvPr/>
          </p:nvSpPr>
          <p:spPr>
            <a:xfrm>
              <a:off x="2558243" y="482716"/>
              <a:ext cx="67144" cy="359556"/>
            </a:xfrm>
            <a:custGeom>
              <a:rect b="b" l="l" r="r" t="t"/>
              <a:pathLst>
                <a:path extrusionOk="0" h="3620" w="676">
                  <a:moveTo>
                    <a:pt x="1" y="0"/>
                  </a:moveTo>
                  <a:cubicBezTo>
                    <a:pt x="21" y="0"/>
                    <a:pt x="53" y="16"/>
                    <a:pt x="69" y="16"/>
                  </a:cubicBezTo>
                  <a:cubicBezTo>
                    <a:pt x="53" y="0"/>
                    <a:pt x="37" y="0"/>
                    <a:pt x="1" y="0"/>
                  </a:cubicBezTo>
                  <a:close/>
                  <a:moveTo>
                    <a:pt x="69" y="16"/>
                  </a:moveTo>
                  <a:cubicBezTo>
                    <a:pt x="69" y="36"/>
                    <a:pt x="85" y="36"/>
                    <a:pt x="85" y="36"/>
                  </a:cubicBezTo>
                  <a:cubicBezTo>
                    <a:pt x="122" y="53"/>
                    <a:pt x="154" y="69"/>
                    <a:pt x="186" y="69"/>
                  </a:cubicBezTo>
                  <a:cubicBezTo>
                    <a:pt x="154" y="53"/>
                    <a:pt x="122" y="36"/>
                    <a:pt x="102" y="16"/>
                  </a:cubicBezTo>
                  <a:close/>
                  <a:moveTo>
                    <a:pt x="186" y="69"/>
                  </a:moveTo>
                  <a:cubicBezTo>
                    <a:pt x="203" y="85"/>
                    <a:pt x="223" y="85"/>
                    <a:pt x="239" y="101"/>
                  </a:cubicBezTo>
                  <a:cubicBezTo>
                    <a:pt x="255" y="101"/>
                    <a:pt x="271" y="137"/>
                    <a:pt x="271" y="154"/>
                  </a:cubicBezTo>
                  <a:cubicBezTo>
                    <a:pt x="271" y="271"/>
                    <a:pt x="287" y="356"/>
                    <a:pt x="304" y="440"/>
                  </a:cubicBezTo>
                  <a:cubicBezTo>
                    <a:pt x="304" y="356"/>
                    <a:pt x="287" y="255"/>
                    <a:pt x="287" y="154"/>
                  </a:cubicBezTo>
                  <a:cubicBezTo>
                    <a:pt x="271" y="117"/>
                    <a:pt x="271" y="101"/>
                    <a:pt x="239" y="85"/>
                  </a:cubicBezTo>
                  <a:cubicBezTo>
                    <a:pt x="223" y="69"/>
                    <a:pt x="203" y="69"/>
                    <a:pt x="186" y="69"/>
                  </a:cubicBezTo>
                  <a:close/>
                  <a:moveTo>
                    <a:pt x="304" y="440"/>
                  </a:moveTo>
                  <a:lnTo>
                    <a:pt x="304" y="558"/>
                  </a:lnTo>
                  <a:cubicBezTo>
                    <a:pt x="324" y="590"/>
                    <a:pt x="324" y="622"/>
                    <a:pt x="324" y="659"/>
                  </a:cubicBezTo>
                  <a:cubicBezTo>
                    <a:pt x="324" y="691"/>
                    <a:pt x="324" y="707"/>
                    <a:pt x="340" y="743"/>
                  </a:cubicBezTo>
                  <a:lnTo>
                    <a:pt x="340" y="659"/>
                  </a:lnTo>
                  <a:cubicBezTo>
                    <a:pt x="340" y="622"/>
                    <a:pt x="324" y="590"/>
                    <a:pt x="324" y="558"/>
                  </a:cubicBezTo>
                  <a:cubicBezTo>
                    <a:pt x="324" y="505"/>
                    <a:pt x="324" y="473"/>
                    <a:pt x="304" y="440"/>
                  </a:cubicBezTo>
                  <a:close/>
                  <a:moveTo>
                    <a:pt x="340" y="743"/>
                  </a:moveTo>
                  <a:lnTo>
                    <a:pt x="340" y="824"/>
                  </a:lnTo>
                  <a:cubicBezTo>
                    <a:pt x="356" y="861"/>
                    <a:pt x="356" y="893"/>
                    <a:pt x="356" y="925"/>
                  </a:cubicBezTo>
                  <a:lnTo>
                    <a:pt x="356" y="994"/>
                  </a:lnTo>
                  <a:cubicBezTo>
                    <a:pt x="372" y="1095"/>
                    <a:pt x="372" y="1180"/>
                    <a:pt x="388" y="1265"/>
                  </a:cubicBezTo>
                  <a:cubicBezTo>
                    <a:pt x="405" y="1329"/>
                    <a:pt x="405" y="1398"/>
                    <a:pt x="425" y="1467"/>
                  </a:cubicBezTo>
                  <a:cubicBezTo>
                    <a:pt x="425" y="1398"/>
                    <a:pt x="405" y="1329"/>
                    <a:pt x="405" y="1265"/>
                  </a:cubicBezTo>
                  <a:cubicBezTo>
                    <a:pt x="388" y="1164"/>
                    <a:pt x="388" y="1079"/>
                    <a:pt x="372" y="994"/>
                  </a:cubicBezTo>
                  <a:lnTo>
                    <a:pt x="372" y="925"/>
                  </a:lnTo>
                  <a:cubicBezTo>
                    <a:pt x="372" y="893"/>
                    <a:pt x="356" y="861"/>
                    <a:pt x="356" y="824"/>
                  </a:cubicBezTo>
                  <a:cubicBezTo>
                    <a:pt x="356" y="792"/>
                    <a:pt x="356" y="776"/>
                    <a:pt x="340" y="743"/>
                  </a:cubicBezTo>
                  <a:close/>
                  <a:moveTo>
                    <a:pt x="425" y="1467"/>
                  </a:moveTo>
                  <a:cubicBezTo>
                    <a:pt x="425" y="1551"/>
                    <a:pt x="441" y="1632"/>
                    <a:pt x="441" y="1701"/>
                  </a:cubicBezTo>
                  <a:cubicBezTo>
                    <a:pt x="441" y="1753"/>
                    <a:pt x="457" y="1818"/>
                    <a:pt x="457" y="1870"/>
                  </a:cubicBezTo>
                  <a:cubicBezTo>
                    <a:pt x="457" y="1887"/>
                    <a:pt x="457" y="1919"/>
                    <a:pt x="473" y="1935"/>
                  </a:cubicBezTo>
                  <a:lnTo>
                    <a:pt x="473" y="1854"/>
                  </a:lnTo>
                  <a:cubicBezTo>
                    <a:pt x="457" y="1802"/>
                    <a:pt x="457" y="1753"/>
                    <a:pt x="457" y="1701"/>
                  </a:cubicBezTo>
                  <a:cubicBezTo>
                    <a:pt x="441" y="1632"/>
                    <a:pt x="441" y="1551"/>
                    <a:pt x="425" y="1467"/>
                  </a:cubicBezTo>
                  <a:close/>
                  <a:moveTo>
                    <a:pt x="473" y="1935"/>
                  </a:moveTo>
                  <a:cubicBezTo>
                    <a:pt x="473" y="2004"/>
                    <a:pt x="473" y="2089"/>
                    <a:pt x="489" y="2157"/>
                  </a:cubicBezTo>
                  <a:cubicBezTo>
                    <a:pt x="506" y="2206"/>
                    <a:pt x="506" y="2258"/>
                    <a:pt x="506" y="2323"/>
                  </a:cubicBezTo>
                  <a:cubicBezTo>
                    <a:pt x="526" y="2359"/>
                    <a:pt x="526" y="2392"/>
                    <a:pt x="526" y="2440"/>
                  </a:cubicBezTo>
                  <a:cubicBezTo>
                    <a:pt x="526" y="2476"/>
                    <a:pt x="526" y="2509"/>
                    <a:pt x="542" y="2525"/>
                  </a:cubicBezTo>
                  <a:lnTo>
                    <a:pt x="542" y="2440"/>
                  </a:lnTo>
                  <a:cubicBezTo>
                    <a:pt x="542" y="2392"/>
                    <a:pt x="526" y="2359"/>
                    <a:pt x="526" y="2323"/>
                  </a:cubicBezTo>
                  <a:cubicBezTo>
                    <a:pt x="526" y="2258"/>
                    <a:pt x="506" y="2206"/>
                    <a:pt x="506" y="2157"/>
                  </a:cubicBezTo>
                  <a:cubicBezTo>
                    <a:pt x="489" y="2072"/>
                    <a:pt x="489" y="2004"/>
                    <a:pt x="473" y="1935"/>
                  </a:cubicBezTo>
                  <a:close/>
                  <a:moveTo>
                    <a:pt x="542" y="2525"/>
                  </a:moveTo>
                  <a:cubicBezTo>
                    <a:pt x="542" y="2626"/>
                    <a:pt x="558" y="2727"/>
                    <a:pt x="558" y="2812"/>
                  </a:cubicBezTo>
                  <a:cubicBezTo>
                    <a:pt x="574" y="2897"/>
                    <a:pt x="590" y="2981"/>
                    <a:pt x="590" y="3082"/>
                  </a:cubicBezTo>
                  <a:cubicBezTo>
                    <a:pt x="607" y="3131"/>
                    <a:pt x="607" y="3167"/>
                    <a:pt x="607" y="3216"/>
                  </a:cubicBezTo>
                  <a:cubicBezTo>
                    <a:pt x="627" y="3284"/>
                    <a:pt x="627" y="3333"/>
                    <a:pt x="643" y="3402"/>
                  </a:cubicBezTo>
                  <a:cubicBezTo>
                    <a:pt x="643" y="3333"/>
                    <a:pt x="627" y="3284"/>
                    <a:pt x="627" y="3216"/>
                  </a:cubicBezTo>
                  <a:cubicBezTo>
                    <a:pt x="627" y="3167"/>
                    <a:pt x="607" y="3115"/>
                    <a:pt x="607" y="3082"/>
                  </a:cubicBezTo>
                  <a:cubicBezTo>
                    <a:pt x="590" y="2981"/>
                    <a:pt x="590" y="2897"/>
                    <a:pt x="574" y="2812"/>
                  </a:cubicBezTo>
                  <a:cubicBezTo>
                    <a:pt x="574" y="2727"/>
                    <a:pt x="558" y="2626"/>
                    <a:pt x="542" y="2525"/>
                  </a:cubicBezTo>
                  <a:close/>
                  <a:moveTo>
                    <a:pt x="643" y="3402"/>
                  </a:moveTo>
                  <a:lnTo>
                    <a:pt x="643" y="3486"/>
                  </a:lnTo>
                  <a:cubicBezTo>
                    <a:pt x="643" y="3519"/>
                    <a:pt x="659" y="3551"/>
                    <a:pt x="659" y="3587"/>
                  </a:cubicBezTo>
                  <a:lnTo>
                    <a:pt x="659" y="3604"/>
                  </a:lnTo>
                  <a:lnTo>
                    <a:pt x="675" y="3587"/>
                  </a:lnTo>
                  <a:cubicBezTo>
                    <a:pt x="659" y="3551"/>
                    <a:pt x="659" y="3519"/>
                    <a:pt x="659" y="3486"/>
                  </a:cubicBezTo>
                  <a:cubicBezTo>
                    <a:pt x="659" y="3450"/>
                    <a:pt x="659" y="3434"/>
                    <a:pt x="643" y="3402"/>
                  </a:cubicBezTo>
                  <a:close/>
                  <a:moveTo>
                    <a:pt x="643" y="3604"/>
                  </a:moveTo>
                  <a:lnTo>
                    <a:pt x="659" y="3620"/>
                  </a:lnTo>
                  <a:lnTo>
                    <a:pt x="659" y="360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0"/>
            <p:cNvSpPr/>
            <p:nvPr/>
          </p:nvSpPr>
          <p:spPr>
            <a:xfrm>
              <a:off x="2601946" y="623161"/>
              <a:ext cx="31883" cy="15296"/>
            </a:xfrm>
            <a:custGeom>
              <a:rect b="b" l="l" r="r" t="t"/>
              <a:pathLst>
                <a:path extrusionOk="0" h="154" w="321">
                  <a:moveTo>
                    <a:pt x="320" y="0"/>
                  </a:moveTo>
                  <a:cubicBezTo>
                    <a:pt x="288" y="0"/>
                    <a:pt x="268" y="16"/>
                    <a:pt x="235" y="36"/>
                  </a:cubicBezTo>
                  <a:lnTo>
                    <a:pt x="219" y="36"/>
                  </a:lnTo>
                  <a:cubicBezTo>
                    <a:pt x="187" y="53"/>
                    <a:pt x="134" y="85"/>
                    <a:pt x="102" y="101"/>
                  </a:cubicBezTo>
                  <a:cubicBezTo>
                    <a:pt x="86" y="101"/>
                    <a:pt x="66" y="117"/>
                    <a:pt x="33" y="137"/>
                  </a:cubicBezTo>
                  <a:lnTo>
                    <a:pt x="1" y="137"/>
                  </a:lnTo>
                  <a:lnTo>
                    <a:pt x="1" y="154"/>
                  </a:lnTo>
                  <a:lnTo>
                    <a:pt x="17" y="154"/>
                  </a:lnTo>
                  <a:cubicBezTo>
                    <a:pt x="33" y="154"/>
                    <a:pt x="33" y="154"/>
                    <a:pt x="49" y="137"/>
                  </a:cubicBezTo>
                  <a:cubicBezTo>
                    <a:pt x="66" y="137"/>
                    <a:pt x="86" y="117"/>
                    <a:pt x="118" y="101"/>
                  </a:cubicBezTo>
                  <a:cubicBezTo>
                    <a:pt x="150" y="85"/>
                    <a:pt x="187" y="69"/>
                    <a:pt x="219" y="53"/>
                  </a:cubicBezTo>
                  <a:cubicBezTo>
                    <a:pt x="235" y="53"/>
                    <a:pt x="235" y="53"/>
                    <a:pt x="251" y="36"/>
                  </a:cubicBezTo>
                  <a:cubicBezTo>
                    <a:pt x="268" y="36"/>
                    <a:pt x="288" y="16"/>
                    <a:pt x="320" y="16"/>
                  </a:cubicBezTo>
                  <a:lnTo>
                    <a:pt x="3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0"/>
            <p:cNvSpPr/>
            <p:nvPr/>
          </p:nvSpPr>
          <p:spPr>
            <a:xfrm>
              <a:off x="1948387" y="795291"/>
              <a:ext cx="244042" cy="67044"/>
            </a:xfrm>
            <a:custGeom>
              <a:rect b="b" l="l" r="r" t="t"/>
              <a:pathLst>
                <a:path extrusionOk="0" h="675" w="2457">
                  <a:moveTo>
                    <a:pt x="0" y="0"/>
                  </a:moveTo>
                  <a:lnTo>
                    <a:pt x="0" y="20"/>
                  </a:lnTo>
                  <a:lnTo>
                    <a:pt x="49" y="20"/>
                  </a:lnTo>
                  <a:cubicBezTo>
                    <a:pt x="134" y="36"/>
                    <a:pt x="202" y="53"/>
                    <a:pt x="283" y="85"/>
                  </a:cubicBezTo>
                  <a:cubicBezTo>
                    <a:pt x="368" y="101"/>
                    <a:pt x="469" y="137"/>
                    <a:pt x="554" y="154"/>
                  </a:cubicBezTo>
                  <a:cubicBezTo>
                    <a:pt x="622" y="170"/>
                    <a:pt x="671" y="186"/>
                    <a:pt x="740" y="202"/>
                  </a:cubicBezTo>
                  <a:lnTo>
                    <a:pt x="788" y="222"/>
                  </a:lnTo>
                  <a:cubicBezTo>
                    <a:pt x="873" y="238"/>
                    <a:pt x="974" y="271"/>
                    <a:pt x="1059" y="287"/>
                  </a:cubicBezTo>
                  <a:cubicBezTo>
                    <a:pt x="1091" y="303"/>
                    <a:pt x="1144" y="303"/>
                    <a:pt x="1176" y="323"/>
                  </a:cubicBezTo>
                  <a:cubicBezTo>
                    <a:pt x="1212" y="339"/>
                    <a:pt x="1245" y="339"/>
                    <a:pt x="1277" y="356"/>
                  </a:cubicBezTo>
                  <a:cubicBezTo>
                    <a:pt x="1378" y="372"/>
                    <a:pt x="1479" y="404"/>
                    <a:pt x="1580" y="440"/>
                  </a:cubicBezTo>
                  <a:lnTo>
                    <a:pt x="1648" y="440"/>
                  </a:lnTo>
                  <a:lnTo>
                    <a:pt x="1596" y="424"/>
                  </a:lnTo>
                  <a:cubicBezTo>
                    <a:pt x="1495" y="388"/>
                    <a:pt x="1378" y="372"/>
                    <a:pt x="1277" y="339"/>
                  </a:cubicBezTo>
                  <a:cubicBezTo>
                    <a:pt x="1245" y="323"/>
                    <a:pt x="1212" y="323"/>
                    <a:pt x="1176" y="303"/>
                  </a:cubicBezTo>
                  <a:cubicBezTo>
                    <a:pt x="1144" y="303"/>
                    <a:pt x="1111" y="287"/>
                    <a:pt x="1059" y="271"/>
                  </a:cubicBezTo>
                  <a:cubicBezTo>
                    <a:pt x="974" y="255"/>
                    <a:pt x="873" y="222"/>
                    <a:pt x="788" y="202"/>
                  </a:cubicBezTo>
                  <a:lnTo>
                    <a:pt x="740" y="186"/>
                  </a:lnTo>
                  <a:cubicBezTo>
                    <a:pt x="687" y="170"/>
                    <a:pt x="622" y="154"/>
                    <a:pt x="554" y="137"/>
                  </a:cubicBezTo>
                  <a:cubicBezTo>
                    <a:pt x="469" y="121"/>
                    <a:pt x="368" y="85"/>
                    <a:pt x="283" y="69"/>
                  </a:cubicBezTo>
                  <a:cubicBezTo>
                    <a:pt x="218" y="53"/>
                    <a:pt x="134" y="20"/>
                    <a:pt x="65" y="0"/>
                  </a:cubicBezTo>
                  <a:close/>
                  <a:moveTo>
                    <a:pt x="1648" y="440"/>
                  </a:moveTo>
                  <a:cubicBezTo>
                    <a:pt x="1681" y="457"/>
                    <a:pt x="1717" y="473"/>
                    <a:pt x="1749" y="473"/>
                  </a:cubicBezTo>
                  <a:cubicBezTo>
                    <a:pt x="1798" y="489"/>
                    <a:pt x="1834" y="505"/>
                    <a:pt x="1883" y="505"/>
                  </a:cubicBezTo>
                  <a:cubicBezTo>
                    <a:pt x="1919" y="525"/>
                    <a:pt x="1951" y="525"/>
                    <a:pt x="1984" y="541"/>
                  </a:cubicBezTo>
                  <a:cubicBezTo>
                    <a:pt x="2036" y="558"/>
                    <a:pt x="2085" y="574"/>
                    <a:pt x="2153" y="574"/>
                  </a:cubicBezTo>
                  <a:cubicBezTo>
                    <a:pt x="2101" y="558"/>
                    <a:pt x="2036" y="541"/>
                    <a:pt x="1984" y="525"/>
                  </a:cubicBezTo>
                  <a:cubicBezTo>
                    <a:pt x="1951" y="505"/>
                    <a:pt x="1919" y="505"/>
                    <a:pt x="1883" y="489"/>
                  </a:cubicBezTo>
                  <a:cubicBezTo>
                    <a:pt x="1850" y="489"/>
                    <a:pt x="1798" y="473"/>
                    <a:pt x="1766" y="457"/>
                  </a:cubicBezTo>
                  <a:cubicBezTo>
                    <a:pt x="1717" y="457"/>
                    <a:pt x="1681" y="440"/>
                    <a:pt x="1648" y="440"/>
                  </a:cubicBezTo>
                  <a:close/>
                  <a:moveTo>
                    <a:pt x="2153" y="574"/>
                  </a:moveTo>
                  <a:cubicBezTo>
                    <a:pt x="2186" y="590"/>
                    <a:pt x="2238" y="606"/>
                    <a:pt x="2287" y="626"/>
                  </a:cubicBezTo>
                  <a:lnTo>
                    <a:pt x="2339" y="626"/>
                  </a:lnTo>
                  <a:cubicBezTo>
                    <a:pt x="2323" y="606"/>
                    <a:pt x="2303" y="606"/>
                    <a:pt x="2287" y="606"/>
                  </a:cubicBezTo>
                  <a:cubicBezTo>
                    <a:pt x="2238" y="590"/>
                    <a:pt x="2186" y="574"/>
                    <a:pt x="2153" y="574"/>
                  </a:cubicBezTo>
                  <a:close/>
                  <a:moveTo>
                    <a:pt x="2339" y="626"/>
                  </a:moveTo>
                  <a:cubicBezTo>
                    <a:pt x="2388" y="642"/>
                    <a:pt x="2424" y="642"/>
                    <a:pt x="2456" y="675"/>
                  </a:cubicBezTo>
                  <a:lnTo>
                    <a:pt x="2456" y="659"/>
                  </a:lnTo>
                  <a:cubicBezTo>
                    <a:pt x="2424" y="642"/>
                    <a:pt x="2388" y="626"/>
                    <a:pt x="2339" y="6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0"/>
            <p:cNvSpPr/>
            <p:nvPr/>
          </p:nvSpPr>
          <p:spPr>
            <a:xfrm>
              <a:off x="2387702" y="763507"/>
              <a:ext cx="6953" cy="57112"/>
            </a:xfrm>
            <a:custGeom>
              <a:rect b="b" l="l" r="r" t="t"/>
              <a:pathLst>
                <a:path extrusionOk="0" h="575" w="70">
                  <a:moveTo>
                    <a:pt x="1" y="1"/>
                  </a:moveTo>
                  <a:lnTo>
                    <a:pt x="1" y="17"/>
                  </a:lnTo>
                  <a:cubicBezTo>
                    <a:pt x="21" y="17"/>
                    <a:pt x="21" y="37"/>
                    <a:pt x="21" y="53"/>
                  </a:cubicBezTo>
                  <a:cubicBezTo>
                    <a:pt x="21" y="37"/>
                    <a:pt x="37" y="1"/>
                    <a:pt x="1" y="1"/>
                  </a:cubicBezTo>
                  <a:close/>
                  <a:moveTo>
                    <a:pt x="21" y="53"/>
                  </a:moveTo>
                  <a:lnTo>
                    <a:pt x="21" y="154"/>
                  </a:lnTo>
                  <a:lnTo>
                    <a:pt x="21" y="219"/>
                  </a:lnTo>
                  <a:cubicBezTo>
                    <a:pt x="21" y="255"/>
                    <a:pt x="37" y="288"/>
                    <a:pt x="37" y="320"/>
                  </a:cubicBezTo>
                  <a:lnTo>
                    <a:pt x="37" y="373"/>
                  </a:lnTo>
                  <a:lnTo>
                    <a:pt x="37" y="441"/>
                  </a:lnTo>
                  <a:lnTo>
                    <a:pt x="37" y="474"/>
                  </a:lnTo>
                  <a:cubicBezTo>
                    <a:pt x="37" y="490"/>
                    <a:pt x="37" y="506"/>
                    <a:pt x="53" y="522"/>
                  </a:cubicBezTo>
                  <a:lnTo>
                    <a:pt x="53" y="558"/>
                  </a:lnTo>
                  <a:lnTo>
                    <a:pt x="53" y="575"/>
                  </a:lnTo>
                  <a:lnTo>
                    <a:pt x="69" y="558"/>
                  </a:lnTo>
                  <a:cubicBezTo>
                    <a:pt x="69" y="542"/>
                    <a:pt x="69" y="522"/>
                    <a:pt x="53" y="506"/>
                  </a:cubicBezTo>
                  <a:lnTo>
                    <a:pt x="53" y="474"/>
                  </a:lnTo>
                  <a:lnTo>
                    <a:pt x="53" y="421"/>
                  </a:lnTo>
                  <a:lnTo>
                    <a:pt x="53" y="373"/>
                  </a:lnTo>
                  <a:lnTo>
                    <a:pt x="53" y="320"/>
                  </a:lnTo>
                  <a:cubicBezTo>
                    <a:pt x="37" y="288"/>
                    <a:pt x="37" y="255"/>
                    <a:pt x="37" y="219"/>
                  </a:cubicBezTo>
                  <a:lnTo>
                    <a:pt x="37" y="154"/>
                  </a:lnTo>
                  <a:cubicBezTo>
                    <a:pt x="21" y="102"/>
                    <a:pt x="21" y="86"/>
                    <a:pt x="21"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0"/>
            <p:cNvSpPr/>
            <p:nvPr/>
          </p:nvSpPr>
          <p:spPr>
            <a:xfrm>
              <a:off x="1408258" y="767182"/>
              <a:ext cx="4966" cy="65058"/>
            </a:xfrm>
            <a:custGeom>
              <a:rect b="b" l="l" r="r" t="t"/>
              <a:pathLst>
                <a:path extrusionOk="0" h="655" w="50">
                  <a:moveTo>
                    <a:pt x="17" y="0"/>
                  </a:moveTo>
                  <a:cubicBezTo>
                    <a:pt x="33" y="16"/>
                    <a:pt x="33" y="49"/>
                    <a:pt x="33" y="65"/>
                  </a:cubicBezTo>
                  <a:lnTo>
                    <a:pt x="33" y="81"/>
                  </a:lnTo>
                  <a:cubicBezTo>
                    <a:pt x="49" y="49"/>
                    <a:pt x="49" y="16"/>
                    <a:pt x="33" y="0"/>
                  </a:cubicBezTo>
                  <a:close/>
                  <a:moveTo>
                    <a:pt x="33" y="101"/>
                  </a:moveTo>
                  <a:cubicBezTo>
                    <a:pt x="33" y="134"/>
                    <a:pt x="17" y="166"/>
                    <a:pt x="17" y="218"/>
                  </a:cubicBezTo>
                  <a:lnTo>
                    <a:pt x="17" y="283"/>
                  </a:lnTo>
                  <a:lnTo>
                    <a:pt x="17" y="368"/>
                  </a:lnTo>
                  <a:lnTo>
                    <a:pt x="17" y="505"/>
                  </a:lnTo>
                  <a:cubicBezTo>
                    <a:pt x="33" y="453"/>
                    <a:pt x="33" y="404"/>
                    <a:pt x="33" y="368"/>
                  </a:cubicBezTo>
                  <a:lnTo>
                    <a:pt x="33" y="283"/>
                  </a:lnTo>
                  <a:lnTo>
                    <a:pt x="33" y="218"/>
                  </a:lnTo>
                  <a:lnTo>
                    <a:pt x="33" y="101"/>
                  </a:lnTo>
                  <a:close/>
                  <a:moveTo>
                    <a:pt x="17" y="554"/>
                  </a:moveTo>
                  <a:cubicBezTo>
                    <a:pt x="17" y="586"/>
                    <a:pt x="17" y="622"/>
                    <a:pt x="1" y="655"/>
                  </a:cubicBezTo>
                  <a:lnTo>
                    <a:pt x="17" y="655"/>
                  </a:lnTo>
                  <a:lnTo>
                    <a:pt x="17" y="55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0"/>
            <p:cNvSpPr/>
            <p:nvPr/>
          </p:nvSpPr>
          <p:spPr>
            <a:xfrm>
              <a:off x="2610388" y="698549"/>
              <a:ext cx="91975" cy="18574"/>
            </a:xfrm>
            <a:custGeom>
              <a:rect b="b" l="l" r="r" t="t"/>
              <a:pathLst>
                <a:path extrusionOk="0" h="187" w="926">
                  <a:moveTo>
                    <a:pt x="352" y="0"/>
                  </a:moveTo>
                  <a:cubicBezTo>
                    <a:pt x="320" y="0"/>
                    <a:pt x="284" y="17"/>
                    <a:pt x="267" y="17"/>
                  </a:cubicBezTo>
                  <a:lnTo>
                    <a:pt x="251" y="33"/>
                  </a:lnTo>
                  <a:cubicBezTo>
                    <a:pt x="183" y="49"/>
                    <a:pt x="134" y="85"/>
                    <a:pt x="82" y="101"/>
                  </a:cubicBezTo>
                  <a:cubicBezTo>
                    <a:pt x="65" y="118"/>
                    <a:pt x="49" y="134"/>
                    <a:pt x="17" y="134"/>
                  </a:cubicBezTo>
                  <a:lnTo>
                    <a:pt x="1" y="134"/>
                  </a:lnTo>
                  <a:lnTo>
                    <a:pt x="1" y="150"/>
                  </a:lnTo>
                  <a:lnTo>
                    <a:pt x="17" y="150"/>
                  </a:lnTo>
                  <a:cubicBezTo>
                    <a:pt x="49" y="134"/>
                    <a:pt x="65" y="134"/>
                    <a:pt x="102" y="118"/>
                  </a:cubicBezTo>
                  <a:cubicBezTo>
                    <a:pt x="150" y="85"/>
                    <a:pt x="203" y="65"/>
                    <a:pt x="251" y="49"/>
                  </a:cubicBezTo>
                  <a:cubicBezTo>
                    <a:pt x="251" y="33"/>
                    <a:pt x="267" y="33"/>
                    <a:pt x="267" y="33"/>
                  </a:cubicBezTo>
                  <a:cubicBezTo>
                    <a:pt x="304" y="17"/>
                    <a:pt x="320" y="17"/>
                    <a:pt x="352" y="17"/>
                  </a:cubicBezTo>
                  <a:cubicBezTo>
                    <a:pt x="368" y="17"/>
                    <a:pt x="385" y="17"/>
                    <a:pt x="421" y="33"/>
                  </a:cubicBezTo>
                  <a:cubicBezTo>
                    <a:pt x="469" y="49"/>
                    <a:pt x="522" y="65"/>
                    <a:pt x="570" y="85"/>
                  </a:cubicBezTo>
                  <a:cubicBezTo>
                    <a:pt x="671" y="118"/>
                    <a:pt x="756" y="150"/>
                    <a:pt x="841" y="166"/>
                  </a:cubicBezTo>
                  <a:cubicBezTo>
                    <a:pt x="756" y="134"/>
                    <a:pt x="671" y="101"/>
                    <a:pt x="586" y="65"/>
                  </a:cubicBezTo>
                  <a:cubicBezTo>
                    <a:pt x="522" y="49"/>
                    <a:pt x="469" y="33"/>
                    <a:pt x="421" y="17"/>
                  </a:cubicBezTo>
                  <a:cubicBezTo>
                    <a:pt x="405" y="17"/>
                    <a:pt x="368" y="0"/>
                    <a:pt x="352" y="0"/>
                  </a:cubicBezTo>
                  <a:close/>
                  <a:moveTo>
                    <a:pt x="841" y="166"/>
                  </a:moveTo>
                  <a:lnTo>
                    <a:pt x="857" y="186"/>
                  </a:lnTo>
                  <a:lnTo>
                    <a:pt x="926" y="186"/>
                  </a:lnTo>
                  <a:lnTo>
                    <a:pt x="910" y="166"/>
                  </a:lnTo>
                  <a:cubicBezTo>
                    <a:pt x="903" y="173"/>
                    <a:pt x="897" y="175"/>
                    <a:pt x="891" y="175"/>
                  </a:cubicBezTo>
                  <a:cubicBezTo>
                    <a:pt x="879" y="175"/>
                    <a:pt x="868" y="166"/>
                    <a:pt x="857"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0"/>
            <p:cNvSpPr/>
            <p:nvPr/>
          </p:nvSpPr>
          <p:spPr>
            <a:xfrm>
              <a:off x="2501628" y="531186"/>
              <a:ext cx="31883" cy="13409"/>
            </a:xfrm>
            <a:custGeom>
              <a:rect b="b" l="l" r="r" t="t"/>
              <a:pathLst>
                <a:path extrusionOk="0" h="135" w="321">
                  <a:moveTo>
                    <a:pt x="1" y="1"/>
                  </a:moveTo>
                  <a:lnTo>
                    <a:pt x="1" y="17"/>
                  </a:lnTo>
                  <a:cubicBezTo>
                    <a:pt x="49" y="33"/>
                    <a:pt x="118" y="53"/>
                    <a:pt x="167" y="70"/>
                  </a:cubicBezTo>
                  <a:cubicBezTo>
                    <a:pt x="118" y="33"/>
                    <a:pt x="66" y="17"/>
                    <a:pt x="1" y="1"/>
                  </a:cubicBezTo>
                  <a:close/>
                  <a:moveTo>
                    <a:pt x="167" y="70"/>
                  </a:moveTo>
                  <a:cubicBezTo>
                    <a:pt x="187" y="86"/>
                    <a:pt x="203" y="86"/>
                    <a:pt x="235" y="102"/>
                  </a:cubicBezTo>
                  <a:cubicBezTo>
                    <a:pt x="251" y="102"/>
                    <a:pt x="268" y="118"/>
                    <a:pt x="288" y="118"/>
                  </a:cubicBezTo>
                  <a:lnTo>
                    <a:pt x="320" y="134"/>
                  </a:lnTo>
                  <a:lnTo>
                    <a:pt x="320" y="118"/>
                  </a:lnTo>
                  <a:lnTo>
                    <a:pt x="304" y="102"/>
                  </a:lnTo>
                  <a:cubicBezTo>
                    <a:pt x="268" y="102"/>
                    <a:pt x="251" y="102"/>
                    <a:pt x="235" y="86"/>
                  </a:cubicBezTo>
                  <a:cubicBezTo>
                    <a:pt x="219" y="86"/>
                    <a:pt x="187" y="70"/>
                    <a:pt x="167" y="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0"/>
            <p:cNvSpPr/>
            <p:nvPr/>
          </p:nvSpPr>
          <p:spPr>
            <a:xfrm>
              <a:off x="1717655" y="725069"/>
              <a:ext cx="8145" cy="5264"/>
            </a:xfrm>
            <a:custGeom>
              <a:rect b="b" l="l" r="r" t="t"/>
              <a:pathLst>
                <a:path extrusionOk="0" h="53" w="82">
                  <a:moveTo>
                    <a:pt x="65" y="0"/>
                  </a:moveTo>
                  <a:lnTo>
                    <a:pt x="0" y="53"/>
                  </a:lnTo>
                  <a:lnTo>
                    <a:pt x="81" y="20"/>
                  </a:lnTo>
                  <a:lnTo>
                    <a:pt x="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0"/>
            <p:cNvSpPr/>
            <p:nvPr/>
          </p:nvSpPr>
          <p:spPr>
            <a:xfrm>
              <a:off x="1679117" y="406037"/>
              <a:ext cx="56715" cy="46683"/>
            </a:xfrm>
            <a:custGeom>
              <a:rect b="b" l="l" r="r" t="t"/>
              <a:pathLst>
                <a:path extrusionOk="0" h="470" w="571">
                  <a:moveTo>
                    <a:pt x="554" y="1"/>
                  </a:moveTo>
                  <a:lnTo>
                    <a:pt x="489" y="65"/>
                  </a:lnTo>
                  <a:lnTo>
                    <a:pt x="570" y="1"/>
                  </a:lnTo>
                  <a:close/>
                  <a:moveTo>
                    <a:pt x="489" y="65"/>
                  </a:moveTo>
                  <a:cubicBezTo>
                    <a:pt x="421" y="118"/>
                    <a:pt x="368" y="166"/>
                    <a:pt x="304" y="219"/>
                  </a:cubicBezTo>
                  <a:cubicBezTo>
                    <a:pt x="368" y="166"/>
                    <a:pt x="437" y="118"/>
                    <a:pt x="489" y="65"/>
                  </a:cubicBezTo>
                  <a:close/>
                  <a:moveTo>
                    <a:pt x="304" y="219"/>
                  </a:moveTo>
                  <a:cubicBezTo>
                    <a:pt x="235" y="267"/>
                    <a:pt x="166" y="336"/>
                    <a:pt x="86" y="384"/>
                  </a:cubicBezTo>
                  <a:lnTo>
                    <a:pt x="1" y="453"/>
                  </a:lnTo>
                  <a:lnTo>
                    <a:pt x="1" y="469"/>
                  </a:lnTo>
                  <a:lnTo>
                    <a:pt x="102" y="405"/>
                  </a:lnTo>
                  <a:cubicBezTo>
                    <a:pt x="166" y="336"/>
                    <a:pt x="235" y="283"/>
                    <a:pt x="304" y="2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0"/>
            <p:cNvSpPr/>
            <p:nvPr/>
          </p:nvSpPr>
          <p:spPr>
            <a:xfrm>
              <a:off x="1677528" y="519565"/>
              <a:ext cx="10131" cy="6953"/>
            </a:xfrm>
            <a:custGeom>
              <a:rect b="b" l="l" r="r" t="t"/>
              <a:pathLst>
                <a:path extrusionOk="0" h="70" w="102">
                  <a:moveTo>
                    <a:pt x="81" y="1"/>
                  </a:moveTo>
                  <a:lnTo>
                    <a:pt x="1" y="69"/>
                  </a:lnTo>
                  <a:lnTo>
                    <a:pt x="17" y="69"/>
                  </a:lnTo>
                  <a:lnTo>
                    <a:pt x="81" y="17"/>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0"/>
            <p:cNvSpPr/>
            <p:nvPr/>
          </p:nvSpPr>
          <p:spPr>
            <a:xfrm>
              <a:off x="1675542" y="562970"/>
              <a:ext cx="62277" cy="43802"/>
            </a:xfrm>
            <a:custGeom>
              <a:rect b="b" l="l" r="r" t="t"/>
              <a:pathLst>
                <a:path extrusionOk="0" h="441" w="627">
                  <a:moveTo>
                    <a:pt x="606" y="0"/>
                  </a:moveTo>
                  <a:cubicBezTo>
                    <a:pt x="590" y="16"/>
                    <a:pt x="558" y="36"/>
                    <a:pt x="542" y="53"/>
                  </a:cubicBezTo>
                  <a:cubicBezTo>
                    <a:pt x="542" y="53"/>
                    <a:pt x="525" y="53"/>
                    <a:pt x="525" y="69"/>
                  </a:cubicBezTo>
                  <a:cubicBezTo>
                    <a:pt x="542" y="69"/>
                    <a:pt x="542" y="69"/>
                    <a:pt x="558" y="53"/>
                  </a:cubicBezTo>
                  <a:cubicBezTo>
                    <a:pt x="574" y="36"/>
                    <a:pt x="590" y="16"/>
                    <a:pt x="626" y="16"/>
                  </a:cubicBezTo>
                  <a:lnTo>
                    <a:pt x="606" y="0"/>
                  </a:lnTo>
                  <a:close/>
                  <a:moveTo>
                    <a:pt x="525" y="69"/>
                  </a:moveTo>
                  <a:cubicBezTo>
                    <a:pt x="424" y="117"/>
                    <a:pt x="340" y="186"/>
                    <a:pt x="255" y="255"/>
                  </a:cubicBezTo>
                  <a:cubicBezTo>
                    <a:pt x="202" y="303"/>
                    <a:pt x="138" y="339"/>
                    <a:pt x="85" y="372"/>
                  </a:cubicBezTo>
                  <a:lnTo>
                    <a:pt x="37" y="420"/>
                  </a:lnTo>
                  <a:cubicBezTo>
                    <a:pt x="53" y="404"/>
                    <a:pt x="85" y="404"/>
                    <a:pt x="101" y="388"/>
                  </a:cubicBezTo>
                  <a:cubicBezTo>
                    <a:pt x="154" y="356"/>
                    <a:pt x="202" y="303"/>
                    <a:pt x="255" y="271"/>
                  </a:cubicBezTo>
                  <a:cubicBezTo>
                    <a:pt x="340" y="202"/>
                    <a:pt x="441" y="137"/>
                    <a:pt x="525" y="69"/>
                  </a:cubicBezTo>
                  <a:close/>
                  <a:moveTo>
                    <a:pt x="37" y="420"/>
                  </a:moveTo>
                  <a:cubicBezTo>
                    <a:pt x="21" y="420"/>
                    <a:pt x="21" y="420"/>
                    <a:pt x="0" y="440"/>
                  </a:cubicBezTo>
                  <a:cubicBezTo>
                    <a:pt x="21" y="440"/>
                    <a:pt x="37" y="440"/>
                    <a:pt x="37" y="4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0"/>
            <p:cNvSpPr/>
            <p:nvPr/>
          </p:nvSpPr>
          <p:spPr>
            <a:xfrm>
              <a:off x="2490007" y="552938"/>
              <a:ext cx="8145" cy="3675"/>
            </a:xfrm>
            <a:custGeom>
              <a:rect b="b" l="l" r="r" t="t"/>
              <a:pathLst>
                <a:path extrusionOk="0" h="37" w="82">
                  <a:moveTo>
                    <a:pt x="1" y="0"/>
                  </a:moveTo>
                  <a:cubicBezTo>
                    <a:pt x="33" y="16"/>
                    <a:pt x="49" y="16"/>
                    <a:pt x="82" y="36"/>
                  </a:cubicBezTo>
                  <a:lnTo>
                    <a:pt x="82" y="16"/>
                  </a:lnTo>
                  <a:cubicBezTo>
                    <a:pt x="65" y="0"/>
                    <a:pt x="33"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0"/>
            <p:cNvSpPr/>
            <p:nvPr/>
          </p:nvSpPr>
          <p:spPr>
            <a:xfrm>
              <a:off x="2463189" y="484305"/>
              <a:ext cx="85122" cy="33770"/>
            </a:xfrm>
            <a:custGeom>
              <a:rect b="b" l="l" r="r" t="t"/>
              <a:pathLst>
                <a:path extrusionOk="0" h="340" w="857">
                  <a:moveTo>
                    <a:pt x="0" y="0"/>
                  </a:moveTo>
                  <a:lnTo>
                    <a:pt x="0" y="20"/>
                  </a:lnTo>
                  <a:cubicBezTo>
                    <a:pt x="33" y="20"/>
                    <a:pt x="49" y="37"/>
                    <a:pt x="85" y="37"/>
                  </a:cubicBezTo>
                  <a:cubicBezTo>
                    <a:pt x="69" y="20"/>
                    <a:pt x="33" y="0"/>
                    <a:pt x="0" y="0"/>
                  </a:cubicBezTo>
                  <a:close/>
                  <a:moveTo>
                    <a:pt x="85" y="37"/>
                  </a:moveTo>
                  <a:cubicBezTo>
                    <a:pt x="101" y="53"/>
                    <a:pt x="117" y="53"/>
                    <a:pt x="117" y="53"/>
                  </a:cubicBezTo>
                  <a:cubicBezTo>
                    <a:pt x="170" y="69"/>
                    <a:pt x="202" y="85"/>
                    <a:pt x="234" y="101"/>
                  </a:cubicBezTo>
                  <a:cubicBezTo>
                    <a:pt x="251" y="101"/>
                    <a:pt x="271" y="121"/>
                    <a:pt x="287" y="121"/>
                  </a:cubicBezTo>
                  <a:cubicBezTo>
                    <a:pt x="319" y="138"/>
                    <a:pt x="335" y="154"/>
                    <a:pt x="372" y="154"/>
                  </a:cubicBezTo>
                  <a:cubicBezTo>
                    <a:pt x="436" y="186"/>
                    <a:pt x="505" y="202"/>
                    <a:pt x="574" y="239"/>
                  </a:cubicBezTo>
                  <a:cubicBezTo>
                    <a:pt x="638" y="255"/>
                    <a:pt x="707" y="287"/>
                    <a:pt x="756" y="303"/>
                  </a:cubicBezTo>
                  <a:cubicBezTo>
                    <a:pt x="792" y="323"/>
                    <a:pt x="824" y="340"/>
                    <a:pt x="857" y="340"/>
                  </a:cubicBezTo>
                  <a:cubicBezTo>
                    <a:pt x="824" y="323"/>
                    <a:pt x="792" y="303"/>
                    <a:pt x="776" y="287"/>
                  </a:cubicBezTo>
                  <a:cubicBezTo>
                    <a:pt x="707" y="271"/>
                    <a:pt x="638" y="239"/>
                    <a:pt x="574" y="222"/>
                  </a:cubicBezTo>
                  <a:cubicBezTo>
                    <a:pt x="505" y="186"/>
                    <a:pt x="436" y="170"/>
                    <a:pt x="372" y="138"/>
                  </a:cubicBezTo>
                  <a:cubicBezTo>
                    <a:pt x="352" y="138"/>
                    <a:pt x="319" y="121"/>
                    <a:pt x="303" y="121"/>
                  </a:cubicBezTo>
                  <a:cubicBezTo>
                    <a:pt x="271" y="101"/>
                    <a:pt x="251" y="101"/>
                    <a:pt x="234" y="85"/>
                  </a:cubicBezTo>
                  <a:cubicBezTo>
                    <a:pt x="202" y="69"/>
                    <a:pt x="170" y="53"/>
                    <a:pt x="133" y="53"/>
                  </a:cubicBezTo>
                  <a:cubicBezTo>
                    <a:pt x="117" y="37"/>
                    <a:pt x="101"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0"/>
            <p:cNvSpPr/>
            <p:nvPr/>
          </p:nvSpPr>
          <p:spPr>
            <a:xfrm>
              <a:off x="1673952" y="751886"/>
              <a:ext cx="8443" cy="5364"/>
            </a:xfrm>
            <a:custGeom>
              <a:rect b="b" l="l" r="r" t="t"/>
              <a:pathLst>
                <a:path extrusionOk="0" h="54" w="85">
                  <a:moveTo>
                    <a:pt x="85" y="1"/>
                  </a:moveTo>
                  <a:lnTo>
                    <a:pt x="16" y="33"/>
                  </a:lnTo>
                  <a:lnTo>
                    <a:pt x="0" y="53"/>
                  </a:lnTo>
                  <a:lnTo>
                    <a:pt x="16" y="53"/>
                  </a:lnTo>
                  <a:lnTo>
                    <a:pt x="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0"/>
            <p:cNvSpPr/>
            <p:nvPr/>
          </p:nvSpPr>
          <p:spPr>
            <a:xfrm>
              <a:off x="2287384" y="594655"/>
              <a:ext cx="32181" cy="10131"/>
            </a:xfrm>
            <a:custGeom>
              <a:rect b="b" l="l" r="r" t="t"/>
              <a:pathLst>
                <a:path extrusionOk="0" h="102" w="324">
                  <a:moveTo>
                    <a:pt x="1" y="0"/>
                  </a:moveTo>
                  <a:lnTo>
                    <a:pt x="21" y="20"/>
                  </a:lnTo>
                  <a:cubicBezTo>
                    <a:pt x="53" y="20"/>
                    <a:pt x="102" y="37"/>
                    <a:pt x="138" y="53"/>
                  </a:cubicBezTo>
                  <a:cubicBezTo>
                    <a:pt x="154" y="53"/>
                    <a:pt x="154" y="53"/>
                    <a:pt x="170" y="69"/>
                  </a:cubicBezTo>
                  <a:cubicBezTo>
                    <a:pt x="203" y="69"/>
                    <a:pt x="239" y="85"/>
                    <a:pt x="271" y="101"/>
                  </a:cubicBezTo>
                  <a:lnTo>
                    <a:pt x="324" y="101"/>
                  </a:lnTo>
                  <a:cubicBezTo>
                    <a:pt x="304" y="85"/>
                    <a:pt x="288" y="85"/>
                    <a:pt x="271" y="85"/>
                  </a:cubicBezTo>
                  <a:cubicBezTo>
                    <a:pt x="239" y="69"/>
                    <a:pt x="203" y="69"/>
                    <a:pt x="170" y="53"/>
                  </a:cubicBezTo>
                  <a:cubicBezTo>
                    <a:pt x="170" y="53"/>
                    <a:pt x="154" y="37"/>
                    <a:pt x="138" y="37"/>
                  </a:cubicBezTo>
                  <a:cubicBezTo>
                    <a:pt x="102" y="20"/>
                    <a:pt x="69" y="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0"/>
            <p:cNvSpPr/>
            <p:nvPr/>
          </p:nvSpPr>
          <p:spPr>
            <a:xfrm>
              <a:off x="2132139" y="318929"/>
              <a:ext cx="91975" cy="35062"/>
            </a:xfrm>
            <a:custGeom>
              <a:rect b="b" l="l" r="r" t="t"/>
              <a:pathLst>
                <a:path extrusionOk="0" h="353" w="926">
                  <a:moveTo>
                    <a:pt x="17" y="1"/>
                  </a:moveTo>
                  <a:lnTo>
                    <a:pt x="0" y="17"/>
                  </a:lnTo>
                  <a:lnTo>
                    <a:pt x="17" y="17"/>
                  </a:lnTo>
                  <a:cubicBezTo>
                    <a:pt x="49" y="17"/>
                    <a:pt x="85" y="33"/>
                    <a:pt x="118" y="49"/>
                  </a:cubicBezTo>
                  <a:cubicBezTo>
                    <a:pt x="134" y="49"/>
                    <a:pt x="150" y="70"/>
                    <a:pt x="170" y="70"/>
                  </a:cubicBezTo>
                  <a:cubicBezTo>
                    <a:pt x="251" y="102"/>
                    <a:pt x="320" y="118"/>
                    <a:pt x="404" y="150"/>
                  </a:cubicBezTo>
                  <a:cubicBezTo>
                    <a:pt x="437" y="171"/>
                    <a:pt x="489" y="187"/>
                    <a:pt x="522" y="203"/>
                  </a:cubicBezTo>
                  <a:cubicBezTo>
                    <a:pt x="623" y="235"/>
                    <a:pt x="724" y="272"/>
                    <a:pt x="808" y="320"/>
                  </a:cubicBezTo>
                  <a:lnTo>
                    <a:pt x="893" y="336"/>
                  </a:lnTo>
                  <a:lnTo>
                    <a:pt x="909" y="336"/>
                  </a:lnTo>
                  <a:lnTo>
                    <a:pt x="893" y="320"/>
                  </a:lnTo>
                  <a:lnTo>
                    <a:pt x="825" y="304"/>
                  </a:lnTo>
                  <a:cubicBezTo>
                    <a:pt x="724" y="272"/>
                    <a:pt x="623" y="235"/>
                    <a:pt x="522" y="187"/>
                  </a:cubicBezTo>
                  <a:cubicBezTo>
                    <a:pt x="489" y="171"/>
                    <a:pt x="437" y="150"/>
                    <a:pt x="404" y="134"/>
                  </a:cubicBezTo>
                  <a:cubicBezTo>
                    <a:pt x="320" y="118"/>
                    <a:pt x="251" y="86"/>
                    <a:pt x="170" y="49"/>
                  </a:cubicBezTo>
                  <a:cubicBezTo>
                    <a:pt x="150" y="49"/>
                    <a:pt x="150" y="49"/>
                    <a:pt x="134" y="33"/>
                  </a:cubicBezTo>
                  <a:cubicBezTo>
                    <a:pt x="85" y="17"/>
                    <a:pt x="49" y="1"/>
                    <a:pt x="17" y="1"/>
                  </a:cubicBezTo>
                  <a:close/>
                  <a:moveTo>
                    <a:pt x="909" y="336"/>
                  </a:moveTo>
                  <a:lnTo>
                    <a:pt x="909" y="352"/>
                  </a:lnTo>
                  <a:lnTo>
                    <a:pt x="926" y="3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0"/>
            <p:cNvSpPr/>
            <p:nvPr/>
          </p:nvSpPr>
          <p:spPr>
            <a:xfrm>
              <a:off x="2274173" y="449342"/>
              <a:ext cx="8542" cy="4966"/>
            </a:xfrm>
            <a:custGeom>
              <a:rect b="b" l="l" r="r" t="t"/>
              <a:pathLst>
                <a:path extrusionOk="0" h="50" w="86">
                  <a:moveTo>
                    <a:pt x="1" y="1"/>
                  </a:moveTo>
                  <a:lnTo>
                    <a:pt x="1" y="17"/>
                  </a:lnTo>
                  <a:lnTo>
                    <a:pt x="85" y="49"/>
                  </a:lnTo>
                  <a:lnTo>
                    <a:pt x="85" y="3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0"/>
            <p:cNvSpPr/>
            <p:nvPr/>
          </p:nvSpPr>
          <p:spPr>
            <a:xfrm>
              <a:off x="2484842" y="517976"/>
              <a:ext cx="67044" cy="26619"/>
            </a:xfrm>
            <a:custGeom>
              <a:rect b="b" l="l" r="r" t="t"/>
              <a:pathLst>
                <a:path extrusionOk="0" h="268" w="675">
                  <a:moveTo>
                    <a:pt x="0" y="1"/>
                  </a:moveTo>
                  <a:lnTo>
                    <a:pt x="0" y="17"/>
                  </a:lnTo>
                  <a:cubicBezTo>
                    <a:pt x="69" y="33"/>
                    <a:pt x="117" y="65"/>
                    <a:pt x="186" y="85"/>
                  </a:cubicBezTo>
                  <a:cubicBezTo>
                    <a:pt x="271" y="118"/>
                    <a:pt x="336" y="134"/>
                    <a:pt x="388" y="166"/>
                  </a:cubicBezTo>
                  <a:cubicBezTo>
                    <a:pt x="420" y="166"/>
                    <a:pt x="437" y="186"/>
                    <a:pt x="457" y="186"/>
                  </a:cubicBezTo>
                  <a:cubicBezTo>
                    <a:pt x="521" y="203"/>
                    <a:pt x="590" y="235"/>
                    <a:pt x="639" y="251"/>
                  </a:cubicBezTo>
                  <a:lnTo>
                    <a:pt x="659" y="251"/>
                  </a:lnTo>
                  <a:lnTo>
                    <a:pt x="639" y="235"/>
                  </a:lnTo>
                  <a:cubicBezTo>
                    <a:pt x="590" y="219"/>
                    <a:pt x="521" y="203"/>
                    <a:pt x="473" y="166"/>
                  </a:cubicBezTo>
                  <a:cubicBezTo>
                    <a:pt x="437" y="166"/>
                    <a:pt x="420" y="150"/>
                    <a:pt x="404" y="150"/>
                  </a:cubicBezTo>
                  <a:cubicBezTo>
                    <a:pt x="336" y="118"/>
                    <a:pt x="271" y="102"/>
                    <a:pt x="186" y="65"/>
                  </a:cubicBezTo>
                  <a:cubicBezTo>
                    <a:pt x="134" y="49"/>
                    <a:pt x="69" y="17"/>
                    <a:pt x="0" y="1"/>
                  </a:cubicBezTo>
                  <a:close/>
                  <a:moveTo>
                    <a:pt x="659" y="251"/>
                  </a:moveTo>
                  <a:lnTo>
                    <a:pt x="659" y="267"/>
                  </a:lnTo>
                  <a:lnTo>
                    <a:pt x="675" y="25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0"/>
            <p:cNvSpPr/>
            <p:nvPr/>
          </p:nvSpPr>
          <p:spPr>
            <a:xfrm>
              <a:off x="2305858" y="373955"/>
              <a:ext cx="8542" cy="5264"/>
            </a:xfrm>
            <a:custGeom>
              <a:rect b="b" l="l" r="r" t="t"/>
              <a:pathLst>
                <a:path extrusionOk="0" h="53" w="86">
                  <a:moveTo>
                    <a:pt x="1" y="0"/>
                  </a:moveTo>
                  <a:lnTo>
                    <a:pt x="1" y="21"/>
                  </a:lnTo>
                  <a:lnTo>
                    <a:pt x="85" y="53"/>
                  </a:lnTo>
                  <a:lnTo>
                    <a:pt x="85" y="37"/>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0"/>
            <p:cNvSpPr/>
            <p:nvPr/>
          </p:nvSpPr>
          <p:spPr>
            <a:xfrm>
              <a:off x="2653793" y="775228"/>
              <a:ext cx="11720" cy="78665"/>
            </a:xfrm>
            <a:custGeom>
              <a:rect b="b" l="l" r="r" t="t"/>
              <a:pathLst>
                <a:path extrusionOk="0" h="792" w="118">
                  <a:moveTo>
                    <a:pt x="0" y="0"/>
                  </a:moveTo>
                  <a:lnTo>
                    <a:pt x="0" y="20"/>
                  </a:lnTo>
                  <a:lnTo>
                    <a:pt x="0" y="53"/>
                  </a:lnTo>
                  <a:cubicBezTo>
                    <a:pt x="16" y="101"/>
                    <a:pt x="16" y="137"/>
                    <a:pt x="16" y="170"/>
                  </a:cubicBezTo>
                  <a:cubicBezTo>
                    <a:pt x="32" y="222"/>
                    <a:pt x="32" y="271"/>
                    <a:pt x="32" y="303"/>
                  </a:cubicBezTo>
                  <a:cubicBezTo>
                    <a:pt x="49" y="372"/>
                    <a:pt x="49" y="424"/>
                    <a:pt x="69" y="473"/>
                  </a:cubicBezTo>
                  <a:cubicBezTo>
                    <a:pt x="69" y="424"/>
                    <a:pt x="69" y="356"/>
                    <a:pt x="49" y="303"/>
                  </a:cubicBezTo>
                  <a:cubicBezTo>
                    <a:pt x="49" y="271"/>
                    <a:pt x="32" y="222"/>
                    <a:pt x="32" y="170"/>
                  </a:cubicBezTo>
                  <a:cubicBezTo>
                    <a:pt x="32" y="137"/>
                    <a:pt x="16" y="101"/>
                    <a:pt x="16" y="53"/>
                  </a:cubicBezTo>
                  <a:lnTo>
                    <a:pt x="16" y="0"/>
                  </a:lnTo>
                  <a:close/>
                  <a:moveTo>
                    <a:pt x="69" y="473"/>
                  </a:moveTo>
                  <a:cubicBezTo>
                    <a:pt x="69" y="525"/>
                    <a:pt x="85" y="574"/>
                    <a:pt x="85" y="626"/>
                  </a:cubicBezTo>
                  <a:lnTo>
                    <a:pt x="85" y="691"/>
                  </a:lnTo>
                  <a:cubicBezTo>
                    <a:pt x="85" y="707"/>
                    <a:pt x="101" y="727"/>
                    <a:pt x="101" y="727"/>
                  </a:cubicBezTo>
                  <a:lnTo>
                    <a:pt x="101" y="691"/>
                  </a:lnTo>
                  <a:lnTo>
                    <a:pt x="101" y="626"/>
                  </a:lnTo>
                  <a:cubicBezTo>
                    <a:pt x="85" y="574"/>
                    <a:pt x="85" y="525"/>
                    <a:pt x="69" y="473"/>
                  </a:cubicBezTo>
                  <a:close/>
                  <a:moveTo>
                    <a:pt x="101" y="727"/>
                  </a:moveTo>
                  <a:lnTo>
                    <a:pt x="101" y="792"/>
                  </a:lnTo>
                  <a:lnTo>
                    <a:pt x="117" y="792"/>
                  </a:lnTo>
                  <a:cubicBezTo>
                    <a:pt x="117" y="760"/>
                    <a:pt x="117" y="743"/>
                    <a:pt x="101" y="7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0"/>
            <p:cNvSpPr/>
            <p:nvPr/>
          </p:nvSpPr>
          <p:spPr>
            <a:xfrm>
              <a:off x="2493284" y="950934"/>
              <a:ext cx="95153" cy="30195"/>
            </a:xfrm>
            <a:custGeom>
              <a:rect b="b" l="l" r="r" t="t"/>
              <a:pathLst>
                <a:path extrusionOk="0" h="304" w="958">
                  <a:moveTo>
                    <a:pt x="16" y="287"/>
                  </a:moveTo>
                  <a:lnTo>
                    <a:pt x="16" y="303"/>
                  </a:lnTo>
                  <a:lnTo>
                    <a:pt x="32" y="303"/>
                  </a:lnTo>
                  <a:lnTo>
                    <a:pt x="49" y="287"/>
                  </a:lnTo>
                  <a:close/>
                  <a:moveTo>
                    <a:pt x="0" y="0"/>
                  </a:moveTo>
                  <a:lnTo>
                    <a:pt x="0" y="69"/>
                  </a:lnTo>
                  <a:lnTo>
                    <a:pt x="0" y="134"/>
                  </a:lnTo>
                  <a:lnTo>
                    <a:pt x="0" y="150"/>
                  </a:lnTo>
                  <a:lnTo>
                    <a:pt x="0" y="186"/>
                  </a:lnTo>
                  <a:cubicBezTo>
                    <a:pt x="0" y="219"/>
                    <a:pt x="0" y="251"/>
                    <a:pt x="16" y="287"/>
                  </a:cubicBezTo>
                  <a:lnTo>
                    <a:pt x="16" y="186"/>
                  </a:lnTo>
                  <a:lnTo>
                    <a:pt x="16" y="150"/>
                  </a:lnTo>
                  <a:lnTo>
                    <a:pt x="16" y="134"/>
                  </a:lnTo>
                  <a:lnTo>
                    <a:pt x="16" y="69"/>
                  </a:lnTo>
                  <a:cubicBezTo>
                    <a:pt x="0" y="33"/>
                    <a:pt x="16" y="17"/>
                    <a:pt x="16" y="17"/>
                  </a:cubicBezTo>
                  <a:lnTo>
                    <a:pt x="49" y="17"/>
                  </a:lnTo>
                  <a:cubicBezTo>
                    <a:pt x="133" y="33"/>
                    <a:pt x="202" y="69"/>
                    <a:pt x="287" y="85"/>
                  </a:cubicBezTo>
                  <a:cubicBezTo>
                    <a:pt x="335" y="101"/>
                    <a:pt x="404" y="118"/>
                    <a:pt x="453" y="134"/>
                  </a:cubicBezTo>
                  <a:cubicBezTo>
                    <a:pt x="505" y="150"/>
                    <a:pt x="554" y="150"/>
                    <a:pt x="606" y="170"/>
                  </a:cubicBezTo>
                  <a:cubicBezTo>
                    <a:pt x="655" y="186"/>
                    <a:pt x="707" y="202"/>
                    <a:pt x="756" y="219"/>
                  </a:cubicBezTo>
                  <a:cubicBezTo>
                    <a:pt x="776" y="219"/>
                    <a:pt x="792" y="219"/>
                    <a:pt x="808" y="235"/>
                  </a:cubicBezTo>
                  <a:cubicBezTo>
                    <a:pt x="840" y="235"/>
                    <a:pt x="893" y="251"/>
                    <a:pt x="925" y="271"/>
                  </a:cubicBezTo>
                  <a:cubicBezTo>
                    <a:pt x="941" y="271"/>
                    <a:pt x="958" y="287"/>
                    <a:pt x="941" y="303"/>
                  </a:cubicBezTo>
                  <a:lnTo>
                    <a:pt x="958" y="303"/>
                  </a:lnTo>
                  <a:cubicBezTo>
                    <a:pt x="958" y="271"/>
                    <a:pt x="941" y="251"/>
                    <a:pt x="925" y="251"/>
                  </a:cubicBezTo>
                  <a:cubicBezTo>
                    <a:pt x="893" y="235"/>
                    <a:pt x="857" y="219"/>
                    <a:pt x="808" y="219"/>
                  </a:cubicBezTo>
                  <a:cubicBezTo>
                    <a:pt x="792" y="219"/>
                    <a:pt x="776" y="202"/>
                    <a:pt x="756" y="202"/>
                  </a:cubicBezTo>
                  <a:cubicBezTo>
                    <a:pt x="707" y="186"/>
                    <a:pt x="655" y="170"/>
                    <a:pt x="606" y="150"/>
                  </a:cubicBezTo>
                  <a:cubicBezTo>
                    <a:pt x="554" y="150"/>
                    <a:pt x="505" y="134"/>
                    <a:pt x="473" y="118"/>
                  </a:cubicBezTo>
                  <a:cubicBezTo>
                    <a:pt x="404" y="101"/>
                    <a:pt x="352" y="85"/>
                    <a:pt x="287" y="69"/>
                  </a:cubicBezTo>
                  <a:cubicBezTo>
                    <a:pt x="218" y="49"/>
                    <a:pt x="133" y="33"/>
                    <a:pt x="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0"/>
            <p:cNvSpPr/>
            <p:nvPr/>
          </p:nvSpPr>
          <p:spPr>
            <a:xfrm>
              <a:off x="2474810" y="514400"/>
              <a:ext cx="10131" cy="3675"/>
            </a:xfrm>
            <a:custGeom>
              <a:rect b="b" l="l" r="r" t="t"/>
              <a:pathLst>
                <a:path extrusionOk="0" h="37" w="102">
                  <a:moveTo>
                    <a:pt x="0" y="0"/>
                  </a:moveTo>
                  <a:lnTo>
                    <a:pt x="16" y="20"/>
                  </a:lnTo>
                  <a:lnTo>
                    <a:pt x="53" y="20"/>
                  </a:lnTo>
                  <a:cubicBezTo>
                    <a:pt x="53" y="0"/>
                    <a:pt x="33" y="0"/>
                    <a:pt x="16" y="0"/>
                  </a:cubicBezTo>
                  <a:close/>
                  <a:moveTo>
                    <a:pt x="53" y="20"/>
                  </a:moveTo>
                  <a:cubicBezTo>
                    <a:pt x="69" y="37"/>
                    <a:pt x="85" y="37"/>
                    <a:pt x="85" y="37"/>
                  </a:cubicBezTo>
                  <a:lnTo>
                    <a:pt x="101" y="37"/>
                  </a:lnTo>
                  <a:lnTo>
                    <a:pt x="85" y="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0"/>
            <p:cNvSpPr/>
            <p:nvPr/>
          </p:nvSpPr>
          <p:spPr>
            <a:xfrm>
              <a:off x="2488020" y="544496"/>
              <a:ext cx="28606" cy="12118"/>
            </a:xfrm>
            <a:custGeom>
              <a:rect b="b" l="l" r="r" t="t"/>
              <a:pathLst>
                <a:path extrusionOk="0" h="122" w="288">
                  <a:moveTo>
                    <a:pt x="1" y="0"/>
                  </a:moveTo>
                  <a:lnTo>
                    <a:pt x="1" y="20"/>
                  </a:lnTo>
                  <a:lnTo>
                    <a:pt x="53" y="37"/>
                  </a:lnTo>
                  <a:cubicBezTo>
                    <a:pt x="102" y="53"/>
                    <a:pt x="154" y="69"/>
                    <a:pt x="203" y="85"/>
                  </a:cubicBezTo>
                  <a:cubicBezTo>
                    <a:pt x="223" y="101"/>
                    <a:pt x="239" y="101"/>
                    <a:pt x="255" y="101"/>
                  </a:cubicBezTo>
                  <a:cubicBezTo>
                    <a:pt x="239" y="85"/>
                    <a:pt x="239" y="85"/>
                    <a:pt x="223" y="85"/>
                  </a:cubicBezTo>
                  <a:cubicBezTo>
                    <a:pt x="170" y="69"/>
                    <a:pt x="122" y="53"/>
                    <a:pt x="69" y="37"/>
                  </a:cubicBezTo>
                  <a:lnTo>
                    <a:pt x="1" y="0"/>
                  </a:lnTo>
                  <a:close/>
                  <a:moveTo>
                    <a:pt x="255" y="101"/>
                  </a:moveTo>
                  <a:lnTo>
                    <a:pt x="271" y="121"/>
                  </a:lnTo>
                  <a:lnTo>
                    <a:pt x="287" y="121"/>
                  </a:lnTo>
                  <a:lnTo>
                    <a:pt x="287" y="10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0"/>
            <p:cNvSpPr/>
            <p:nvPr/>
          </p:nvSpPr>
          <p:spPr>
            <a:xfrm>
              <a:off x="1349756" y="674909"/>
              <a:ext cx="145312" cy="135678"/>
            </a:xfrm>
            <a:custGeom>
              <a:rect b="b" l="l" r="r" t="t"/>
              <a:pathLst>
                <a:path extrusionOk="0" h="1366" w="1463">
                  <a:moveTo>
                    <a:pt x="1446" y="0"/>
                  </a:moveTo>
                  <a:cubicBezTo>
                    <a:pt x="1441" y="0"/>
                    <a:pt x="1436" y="2"/>
                    <a:pt x="1431" y="5"/>
                  </a:cubicBezTo>
                  <a:lnTo>
                    <a:pt x="1431" y="5"/>
                  </a:lnTo>
                  <a:cubicBezTo>
                    <a:pt x="1441" y="2"/>
                    <a:pt x="1452" y="0"/>
                    <a:pt x="1462" y="0"/>
                  </a:cubicBezTo>
                  <a:close/>
                  <a:moveTo>
                    <a:pt x="1431" y="5"/>
                  </a:moveTo>
                  <a:lnTo>
                    <a:pt x="1431" y="5"/>
                  </a:lnTo>
                  <a:cubicBezTo>
                    <a:pt x="1411" y="11"/>
                    <a:pt x="1393" y="20"/>
                    <a:pt x="1382" y="20"/>
                  </a:cubicBezTo>
                  <a:cubicBezTo>
                    <a:pt x="1196" y="170"/>
                    <a:pt x="1010" y="303"/>
                    <a:pt x="824" y="440"/>
                  </a:cubicBezTo>
                  <a:lnTo>
                    <a:pt x="776" y="489"/>
                  </a:lnTo>
                  <a:lnTo>
                    <a:pt x="824" y="457"/>
                  </a:lnTo>
                  <a:cubicBezTo>
                    <a:pt x="1010" y="323"/>
                    <a:pt x="1212" y="170"/>
                    <a:pt x="1398" y="36"/>
                  </a:cubicBezTo>
                  <a:cubicBezTo>
                    <a:pt x="1409" y="25"/>
                    <a:pt x="1420" y="12"/>
                    <a:pt x="1431" y="5"/>
                  </a:cubicBezTo>
                  <a:close/>
                  <a:moveTo>
                    <a:pt x="776" y="489"/>
                  </a:moveTo>
                  <a:lnTo>
                    <a:pt x="776" y="489"/>
                  </a:lnTo>
                  <a:cubicBezTo>
                    <a:pt x="723" y="505"/>
                    <a:pt x="691" y="541"/>
                    <a:pt x="655" y="574"/>
                  </a:cubicBezTo>
                  <a:cubicBezTo>
                    <a:pt x="691" y="558"/>
                    <a:pt x="739" y="525"/>
                    <a:pt x="776" y="489"/>
                  </a:cubicBezTo>
                  <a:close/>
                  <a:moveTo>
                    <a:pt x="655" y="574"/>
                  </a:moveTo>
                  <a:lnTo>
                    <a:pt x="655" y="574"/>
                  </a:lnTo>
                  <a:cubicBezTo>
                    <a:pt x="638" y="590"/>
                    <a:pt x="622" y="606"/>
                    <a:pt x="622" y="626"/>
                  </a:cubicBezTo>
                  <a:cubicBezTo>
                    <a:pt x="638" y="659"/>
                    <a:pt x="622" y="691"/>
                    <a:pt x="622" y="727"/>
                  </a:cubicBezTo>
                  <a:lnTo>
                    <a:pt x="622" y="792"/>
                  </a:lnTo>
                  <a:lnTo>
                    <a:pt x="622" y="808"/>
                  </a:lnTo>
                  <a:lnTo>
                    <a:pt x="622" y="861"/>
                  </a:lnTo>
                  <a:cubicBezTo>
                    <a:pt x="622" y="893"/>
                    <a:pt x="622" y="909"/>
                    <a:pt x="590" y="929"/>
                  </a:cubicBezTo>
                  <a:cubicBezTo>
                    <a:pt x="554" y="945"/>
                    <a:pt x="537" y="962"/>
                    <a:pt x="505" y="978"/>
                  </a:cubicBezTo>
                  <a:cubicBezTo>
                    <a:pt x="505" y="978"/>
                    <a:pt x="489" y="994"/>
                    <a:pt x="473" y="994"/>
                  </a:cubicBezTo>
                  <a:cubicBezTo>
                    <a:pt x="372" y="1079"/>
                    <a:pt x="271" y="1147"/>
                    <a:pt x="186" y="1212"/>
                  </a:cubicBezTo>
                  <a:lnTo>
                    <a:pt x="101" y="1281"/>
                  </a:lnTo>
                  <a:lnTo>
                    <a:pt x="186" y="1232"/>
                  </a:lnTo>
                  <a:cubicBezTo>
                    <a:pt x="287" y="1164"/>
                    <a:pt x="388" y="1079"/>
                    <a:pt x="489" y="1010"/>
                  </a:cubicBezTo>
                  <a:cubicBezTo>
                    <a:pt x="505" y="1010"/>
                    <a:pt x="505" y="994"/>
                    <a:pt x="521" y="978"/>
                  </a:cubicBezTo>
                  <a:cubicBezTo>
                    <a:pt x="537" y="962"/>
                    <a:pt x="574" y="945"/>
                    <a:pt x="590" y="945"/>
                  </a:cubicBezTo>
                  <a:cubicBezTo>
                    <a:pt x="622" y="929"/>
                    <a:pt x="638" y="893"/>
                    <a:pt x="638" y="861"/>
                  </a:cubicBezTo>
                  <a:lnTo>
                    <a:pt x="638" y="808"/>
                  </a:lnTo>
                  <a:lnTo>
                    <a:pt x="638" y="792"/>
                  </a:lnTo>
                  <a:lnTo>
                    <a:pt x="638" y="727"/>
                  </a:lnTo>
                  <a:lnTo>
                    <a:pt x="638" y="626"/>
                  </a:lnTo>
                  <a:cubicBezTo>
                    <a:pt x="638" y="606"/>
                    <a:pt x="638" y="590"/>
                    <a:pt x="655" y="574"/>
                  </a:cubicBezTo>
                  <a:close/>
                  <a:moveTo>
                    <a:pt x="101" y="1281"/>
                  </a:moveTo>
                  <a:lnTo>
                    <a:pt x="101" y="1281"/>
                  </a:lnTo>
                  <a:cubicBezTo>
                    <a:pt x="69" y="1297"/>
                    <a:pt x="49" y="1313"/>
                    <a:pt x="32" y="1333"/>
                  </a:cubicBezTo>
                  <a:cubicBezTo>
                    <a:pt x="49" y="1313"/>
                    <a:pt x="85" y="1297"/>
                    <a:pt x="101" y="1281"/>
                  </a:cubicBezTo>
                  <a:close/>
                  <a:moveTo>
                    <a:pt x="32" y="1333"/>
                  </a:moveTo>
                  <a:lnTo>
                    <a:pt x="0" y="1349"/>
                  </a:lnTo>
                  <a:lnTo>
                    <a:pt x="0" y="1366"/>
                  </a:lnTo>
                  <a:lnTo>
                    <a:pt x="32" y="133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0"/>
            <p:cNvSpPr/>
            <p:nvPr/>
          </p:nvSpPr>
          <p:spPr>
            <a:xfrm>
              <a:off x="2618434" y="774532"/>
              <a:ext cx="93961" cy="17581"/>
            </a:xfrm>
            <a:custGeom>
              <a:rect b="b" l="l" r="r" t="t"/>
              <a:pathLst>
                <a:path extrusionOk="0" h="177" w="946">
                  <a:moveTo>
                    <a:pt x="355" y="0"/>
                  </a:moveTo>
                  <a:cubicBezTo>
                    <a:pt x="343" y="0"/>
                    <a:pt x="333" y="2"/>
                    <a:pt x="324" y="7"/>
                  </a:cubicBezTo>
                  <a:cubicBezTo>
                    <a:pt x="255" y="43"/>
                    <a:pt x="186" y="92"/>
                    <a:pt x="102" y="128"/>
                  </a:cubicBezTo>
                  <a:lnTo>
                    <a:pt x="69" y="128"/>
                  </a:lnTo>
                  <a:cubicBezTo>
                    <a:pt x="53" y="144"/>
                    <a:pt x="37" y="161"/>
                    <a:pt x="1" y="161"/>
                  </a:cubicBezTo>
                  <a:lnTo>
                    <a:pt x="21" y="177"/>
                  </a:lnTo>
                  <a:cubicBezTo>
                    <a:pt x="37" y="177"/>
                    <a:pt x="69" y="161"/>
                    <a:pt x="85" y="144"/>
                  </a:cubicBezTo>
                  <a:cubicBezTo>
                    <a:pt x="85" y="144"/>
                    <a:pt x="102" y="144"/>
                    <a:pt x="122" y="128"/>
                  </a:cubicBezTo>
                  <a:cubicBezTo>
                    <a:pt x="186" y="92"/>
                    <a:pt x="255" y="60"/>
                    <a:pt x="324" y="27"/>
                  </a:cubicBezTo>
                  <a:cubicBezTo>
                    <a:pt x="340" y="17"/>
                    <a:pt x="360" y="12"/>
                    <a:pt x="381" y="12"/>
                  </a:cubicBezTo>
                  <a:cubicBezTo>
                    <a:pt x="401" y="12"/>
                    <a:pt x="423" y="17"/>
                    <a:pt x="441" y="27"/>
                  </a:cubicBezTo>
                  <a:cubicBezTo>
                    <a:pt x="415" y="13"/>
                    <a:pt x="383" y="0"/>
                    <a:pt x="355" y="0"/>
                  </a:cubicBezTo>
                  <a:close/>
                  <a:moveTo>
                    <a:pt x="441" y="27"/>
                  </a:moveTo>
                  <a:lnTo>
                    <a:pt x="441" y="27"/>
                  </a:lnTo>
                  <a:cubicBezTo>
                    <a:pt x="526" y="60"/>
                    <a:pt x="606" y="76"/>
                    <a:pt x="675" y="108"/>
                  </a:cubicBezTo>
                  <a:cubicBezTo>
                    <a:pt x="760" y="128"/>
                    <a:pt x="829" y="144"/>
                    <a:pt x="893" y="177"/>
                  </a:cubicBezTo>
                  <a:lnTo>
                    <a:pt x="946" y="177"/>
                  </a:lnTo>
                  <a:lnTo>
                    <a:pt x="930" y="161"/>
                  </a:lnTo>
                  <a:lnTo>
                    <a:pt x="893" y="161"/>
                  </a:lnTo>
                  <a:cubicBezTo>
                    <a:pt x="829" y="144"/>
                    <a:pt x="760" y="108"/>
                    <a:pt x="691" y="92"/>
                  </a:cubicBezTo>
                  <a:cubicBezTo>
                    <a:pt x="606" y="76"/>
                    <a:pt x="526" y="43"/>
                    <a:pt x="44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0"/>
            <p:cNvSpPr/>
            <p:nvPr/>
          </p:nvSpPr>
          <p:spPr>
            <a:xfrm>
              <a:off x="2510070" y="477849"/>
              <a:ext cx="30195" cy="11720"/>
            </a:xfrm>
            <a:custGeom>
              <a:rect b="b" l="l" r="r" t="t"/>
              <a:pathLst>
                <a:path extrusionOk="0" h="118" w="304">
                  <a:moveTo>
                    <a:pt x="1" y="1"/>
                  </a:moveTo>
                  <a:lnTo>
                    <a:pt x="17" y="17"/>
                  </a:lnTo>
                  <a:cubicBezTo>
                    <a:pt x="17" y="17"/>
                    <a:pt x="33" y="17"/>
                    <a:pt x="49" y="33"/>
                  </a:cubicBezTo>
                  <a:cubicBezTo>
                    <a:pt x="65" y="33"/>
                    <a:pt x="102" y="49"/>
                    <a:pt x="134" y="49"/>
                  </a:cubicBezTo>
                  <a:cubicBezTo>
                    <a:pt x="102" y="33"/>
                    <a:pt x="82" y="17"/>
                    <a:pt x="49" y="17"/>
                  </a:cubicBezTo>
                  <a:cubicBezTo>
                    <a:pt x="33" y="17"/>
                    <a:pt x="33" y="1"/>
                    <a:pt x="17" y="1"/>
                  </a:cubicBezTo>
                  <a:close/>
                  <a:moveTo>
                    <a:pt x="134" y="49"/>
                  </a:moveTo>
                  <a:cubicBezTo>
                    <a:pt x="150" y="65"/>
                    <a:pt x="166" y="65"/>
                    <a:pt x="183" y="85"/>
                  </a:cubicBezTo>
                  <a:cubicBezTo>
                    <a:pt x="219" y="85"/>
                    <a:pt x="251" y="102"/>
                    <a:pt x="284" y="118"/>
                  </a:cubicBezTo>
                  <a:lnTo>
                    <a:pt x="304" y="118"/>
                  </a:lnTo>
                  <a:lnTo>
                    <a:pt x="284" y="102"/>
                  </a:lnTo>
                  <a:cubicBezTo>
                    <a:pt x="251" y="102"/>
                    <a:pt x="219" y="85"/>
                    <a:pt x="183" y="65"/>
                  </a:cubicBezTo>
                  <a:cubicBezTo>
                    <a:pt x="166" y="49"/>
                    <a:pt x="150" y="49"/>
                    <a:pt x="134" y="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0"/>
            <p:cNvSpPr/>
            <p:nvPr/>
          </p:nvSpPr>
          <p:spPr>
            <a:xfrm>
              <a:off x="1755796" y="651568"/>
              <a:ext cx="190704" cy="117303"/>
            </a:xfrm>
            <a:custGeom>
              <a:rect b="b" l="l" r="r" t="t"/>
              <a:pathLst>
                <a:path extrusionOk="0" h="1181" w="1920">
                  <a:moveTo>
                    <a:pt x="1903" y="1"/>
                  </a:moveTo>
                  <a:cubicBezTo>
                    <a:pt x="1871" y="1"/>
                    <a:pt x="1854" y="17"/>
                    <a:pt x="1818" y="33"/>
                  </a:cubicBezTo>
                  <a:lnTo>
                    <a:pt x="1802" y="53"/>
                  </a:lnTo>
                  <a:cubicBezTo>
                    <a:pt x="1753" y="86"/>
                    <a:pt x="1701" y="118"/>
                    <a:pt x="1652" y="134"/>
                  </a:cubicBezTo>
                  <a:cubicBezTo>
                    <a:pt x="1584" y="187"/>
                    <a:pt x="1515" y="235"/>
                    <a:pt x="1434" y="288"/>
                  </a:cubicBezTo>
                  <a:cubicBezTo>
                    <a:pt x="1382" y="304"/>
                    <a:pt x="1333" y="336"/>
                    <a:pt x="1281" y="372"/>
                  </a:cubicBezTo>
                  <a:cubicBezTo>
                    <a:pt x="1249" y="389"/>
                    <a:pt x="1232" y="421"/>
                    <a:pt x="1196" y="437"/>
                  </a:cubicBezTo>
                  <a:cubicBezTo>
                    <a:pt x="1232" y="421"/>
                    <a:pt x="1265" y="405"/>
                    <a:pt x="1297" y="389"/>
                  </a:cubicBezTo>
                  <a:cubicBezTo>
                    <a:pt x="1350" y="356"/>
                    <a:pt x="1398" y="320"/>
                    <a:pt x="1450" y="288"/>
                  </a:cubicBezTo>
                  <a:cubicBezTo>
                    <a:pt x="1515" y="255"/>
                    <a:pt x="1584" y="203"/>
                    <a:pt x="1669" y="154"/>
                  </a:cubicBezTo>
                  <a:cubicBezTo>
                    <a:pt x="1701" y="118"/>
                    <a:pt x="1753" y="86"/>
                    <a:pt x="1802" y="70"/>
                  </a:cubicBezTo>
                  <a:cubicBezTo>
                    <a:pt x="1818" y="53"/>
                    <a:pt x="1818" y="53"/>
                    <a:pt x="1838" y="53"/>
                  </a:cubicBezTo>
                  <a:cubicBezTo>
                    <a:pt x="1854" y="33"/>
                    <a:pt x="1871" y="17"/>
                    <a:pt x="1903" y="17"/>
                  </a:cubicBezTo>
                  <a:lnTo>
                    <a:pt x="1919" y="17"/>
                  </a:lnTo>
                  <a:lnTo>
                    <a:pt x="1903" y="1"/>
                  </a:lnTo>
                  <a:close/>
                  <a:moveTo>
                    <a:pt x="1196" y="437"/>
                  </a:moveTo>
                  <a:cubicBezTo>
                    <a:pt x="1131" y="473"/>
                    <a:pt x="1079" y="506"/>
                    <a:pt x="1010" y="538"/>
                  </a:cubicBezTo>
                  <a:cubicBezTo>
                    <a:pt x="978" y="574"/>
                    <a:pt x="929" y="607"/>
                    <a:pt x="877" y="639"/>
                  </a:cubicBezTo>
                  <a:cubicBezTo>
                    <a:pt x="929" y="607"/>
                    <a:pt x="978" y="591"/>
                    <a:pt x="1030" y="558"/>
                  </a:cubicBezTo>
                  <a:cubicBezTo>
                    <a:pt x="1079" y="522"/>
                    <a:pt x="1148" y="490"/>
                    <a:pt x="1196" y="437"/>
                  </a:cubicBezTo>
                  <a:close/>
                  <a:moveTo>
                    <a:pt x="877" y="639"/>
                  </a:moveTo>
                  <a:cubicBezTo>
                    <a:pt x="675" y="760"/>
                    <a:pt x="457" y="894"/>
                    <a:pt x="255" y="1027"/>
                  </a:cubicBezTo>
                  <a:cubicBezTo>
                    <a:pt x="239" y="1043"/>
                    <a:pt x="202" y="1063"/>
                    <a:pt x="186" y="1079"/>
                  </a:cubicBezTo>
                  <a:cubicBezTo>
                    <a:pt x="222" y="1063"/>
                    <a:pt x="239" y="1043"/>
                    <a:pt x="271" y="1027"/>
                  </a:cubicBezTo>
                  <a:cubicBezTo>
                    <a:pt x="473" y="910"/>
                    <a:pt x="675" y="776"/>
                    <a:pt x="877" y="639"/>
                  </a:cubicBezTo>
                  <a:close/>
                  <a:moveTo>
                    <a:pt x="186" y="1079"/>
                  </a:moveTo>
                  <a:lnTo>
                    <a:pt x="186" y="1079"/>
                  </a:lnTo>
                  <a:cubicBezTo>
                    <a:pt x="138" y="1096"/>
                    <a:pt x="101" y="1128"/>
                    <a:pt x="53" y="1144"/>
                  </a:cubicBezTo>
                  <a:lnTo>
                    <a:pt x="53" y="1164"/>
                  </a:lnTo>
                  <a:cubicBezTo>
                    <a:pt x="101" y="1128"/>
                    <a:pt x="154" y="1112"/>
                    <a:pt x="186" y="1079"/>
                  </a:cubicBezTo>
                  <a:close/>
                  <a:moveTo>
                    <a:pt x="53" y="1164"/>
                  </a:moveTo>
                  <a:cubicBezTo>
                    <a:pt x="37" y="1164"/>
                    <a:pt x="20" y="1180"/>
                    <a:pt x="0" y="1180"/>
                  </a:cubicBezTo>
                  <a:cubicBezTo>
                    <a:pt x="20" y="1180"/>
                    <a:pt x="37" y="1180"/>
                    <a:pt x="53" y="11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0"/>
            <p:cNvSpPr/>
            <p:nvPr/>
          </p:nvSpPr>
          <p:spPr>
            <a:xfrm>
              <a:off x="2476399" y="566546"/>
              <a:ext cx="83930" cy="30195"/>
            </a:xfrm>
            <a:custGeom>
              <a:rect b="b" l="l" r="r" t="t"/>
              <a:pathLst>
                <a:path extrusionOk="0" h="304" w="845">
                  <a:moveTo>
                    <a:pt x="0" y="0"/>
                  </a:moveTo>
                  <a:lnTo>
                    <a:pt x="0" y="17"/>
                  </a:lnTo>
                  <a:cubicBezTo>
                    <a:pt x="37" y="33"/>
                    <a:pt x="69" y="49"/>
                    <a:pt x="101" y="49"/>
                  </a:cubicBezTo>
                  <a:cubicBezTo>
                    <a:pt x="69" y="33"/>
                    <a:pt x="37" y="17"/>
                    <a:pt x="0" y="0"/>
                  </a:cubicBezTo>
                  <a:close/>
                  <a:moveTo>
                    <a:pt x="101" y="49"/>
                  </a:moveTo>
                  <a:cubicBezTo>
                    <a:pt x="170" y="81"/>
                    <a:pt x="255" y="101"/>
                    <a:pt x="340" y="134"/>
                  </a:cubicBezTo>
                  <a:cubicBezTo>
                    <a:pt x="473" y="182"/>
                    <a:pt x="590" y="219"/>
                    <a:pt x="707" y="267"/>
                  </a:cubicBezTo>
                  <a:lnTo>
                    <a:pt x="744" y="267"/>
                  </a:lnTo>
                  <a:cubicBezTo>
                    <a:pt x="744" y="267"/>
                    <a:pt x="724" y="251"/>
                    <a:pt x="707" y="251"/>
                  </a:cubicBezTo>
                  <a:cubicBezTo>
                    <a:pt x="590" y="202"/>
                    <a:pt x="473" y="166"/>
                    <a:pt x="340" y="118"/>
                  </a:cubicBezTo>
                  <a:cubicBezTo>
                    <a:pt x="255" y="101"/>
                    <a:pt x="186" y="65"/>
                    <a:pt x="101" y="49"/>
                  </a:cubicBezTo>
                  <a:close/>
                  <a:moveTo>
                    <a:pt x="744" y="267"/>
                  </a:moveTo>
                  <a:lnTo>
                    <a:pt x="744" y="267"/>
                  </a:lnTo>
                  <a:cubicBezTo>
                    <a:pt x="776" y="283"/>
                    <a:pt x="808" y="303"/>
                    <a:pt x="845" y="303"/>
                  </a:cubicBezTo>
                  <a:lnTo>
                    <a:pt x="845" y="283"/>
                  </a:lnTo>
                  <a:cubicBezTo>
                    <a:pt x="808" y="283"/>
                    <a:pt x="776" y="283"/>
                    <a:pt x="744" y="2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0"/>
            <p:cNvSpPr/>
            <p:nvPr/>
          </p:nvSpPr>
          <p:spPr>
            <a:xfrm>
              <a:off x="2688657" y="516387"/>
              <a:ext cx="52245" cy="369191"/>
            </a:xfrm>
            <a:custGeom>
              <a:rect b="b" l="l" r="r" t="t"/>
              <a:pathLst>
                <a:path extrusionOk="0" h="3717" w="526">
                  <a:moveTo>
                    <a:pt x="21" y="0"/>
                  </a:moveTo>
                  <a:cubicBezTo>
                    <a:pt x="0" y="17"/>
                    <a:pt x="0" y="33"/>
                    <a:pt x="21" y="49"/>
                  </a:cubicBezTo>
                  <a:lnTo>
                    <a:pt x="21" y="134"/>
                  </a:lnTo>
                  <a:cubicBezTo>
                    <a:pt x="21" y="150"/>
                    <a:pt x="37" y="166"/>
                    <a:pt x="37" y="182"/>
                  </a:cubicBezTo>
                  <a:lnTo>
                    <a:pt x="37" y="235"/>
                  </a:lnTo>
                  <a:cubicBezTo>
                    <a:pt x="37" y="267"/>
                    <a:pt x="53" y="303"/>
                    <a:pt x="53" y="320"/>
                  </a:cubicBezTo>
                  <a:lnTo>
                    <a:pt x="53" y="352"/>
                  </a:lnTo>
                  <a:cubicBezTo>
                    <a:pt x="53" y="368"/>
                    <a:pt x="53" y="384"/>
                    <a:pt x="69" y="404"/>
                  </a:cubicBezTo>
                  <a:lnTo>
                    <a:pt x="69" y="352"/>
                  </a:lnTo>
                  <a:lnTo>
                    <a:pt x="69" y="320"/>
                  </a:lnTo>
                  <a:cubicBezTo>
                    <a:pt x="53" y="283"/>
                    <a:pt x="53" y="267"/>
                    <a:pt x="53" y="235"/>
                  </a:cubicBezTo>
                  <a:lnTo>
                    <a:pt x="53" y="182"/>
                  </a:lnTo>
                  <a:cubicBezTo>
                    <a:pt x="37" y="166"/>
                    <a:pt x="37" y="150"/>
                    <a:pt x="37" y="134"/>
                  </a:cubicBezTo>
                  <a:lnTo>
                    <a:pt x="37" y="49"/>
                  </a:lnTo>
                  <a:cubicBezTo>
                    <a:pt x="21" y="33"/>
                    <a:pt x="21" y="17"/>
                    <a:pt x="37" y="0"/>
                  </a:cubicBezTo>
                  <a:close/>
                  <a:moveTo>
                    <a:pt x="69" y="404"/>
                  </a:moveTo>
                  <a:lnTo>
                    <a:pt x="69" y="437"/>
                  </a:lnTo>
                  <a:cubicBezTo>
                    <a:pt x="69" y="469"/>
                    <a:pt x="69" y="505"/>
                    <a:pt x="85" y="538"/>
                  </a:cubicBezTo>
                  <a:lnTo>
                    <a:pt x="85" y="437"/>
                  </a:lnTo>
                  <a:cubicBezTo>
                    <a:pt x="85" y="421"/>
                    <a:pt x="69" y="404"/>
                    <a:pt x="69" y="404"/>
                  </a:cubicBezTo>
                  <a:close/>
                  <a:moveTo>
                    <a:pt x="85" y="538"/>
                  </a:moveTo>
                  <a:lnTo>
                    <a:pt x="85" y="623"/>
                  </a:lnTo>
                  <a:cubicBezTo>
                    <a:pt x="101" y="639"/>
                    <a:pt x="101" y="655"/>
                    <a:pt x="101" y="687"/>
                  </a:cubicBezTo>
                  <a:cubicBezTo>
                    <a:pt x="101" y="707"/>
                    <a:pt x="101" y="740"/>
                    <a:pt x="122" y="756"/>
                  </a:cubicBezTo>
                  <a:lnTo>
                    <a:pt x="122" y="687"/>
                  </a:lnTo>
                  <a:cubicBezTo>
                    <a:pt x="122" y="655"/>
                    <a:pt x="101" y="639"/>
                    <a:pt x="101" y="623"/>
                  </a:cubicBezTo>
                  <a:lnTo>
                    <a:pt x="85" y="538"/>
                  </a:lnTo>
                  <a:close/>
                  <a:moveTo>
                    <a:pt x="122" y="756"/>
                  </a:moveTo>
                  <a:lnTo>
                    <a:pt x="122" y="825"/>
                  </a:lnTo>
                  <a:cubicBezTo>
                    <a:pt x="122" y="857"/>
                    <a:pt x="138" y="909"/>
                    <a:pt x="138" y="942"/>
                  </a:cubicBezTo>
                  <a:cubicBezTo>
                    <a:pt x="138" y="974"/>
                    <a:pt x="154" y="1010"/>
                    <a:pt x="154" y="1043"/>
                  </a:cubicBezTo>
                  <a:cubicBezTo>
                    <a:pt x="154" y="1059"/>
                    <a:pt x="154" y="1091"/>
                    <a:pt x="170" y="1111"/>
                  </a:cubicBezTo>
                  <a:lnTo>
                    <a:pt x="170" y="1043"/>
                  </a:lnTo>
                  <a:cubicBezTo>
                    <a:pt x="170" y="1010"/>
                    <a:pt x="154" y="974"/>
                    <a:pt x="154" y="942"/>
                  </a:cubicBezTo>
                  <a:cubicBezTo>
                    <a:pt x="138" y="909"/>
                    <a:pt x="138" y="857"/>
                    <a:pt x="138" y="808"/>
                  </a:cubicBezTo>
                  <a:cubicBezTo>
                    <a:pt x="138" y="788"/>
                    <a:pt x="122" y="772"/>
                    <a:pt x="122" y="756"/>
                  </a:cubicBezTo>
                  <a:close/>
                  <a:moveTo>
                    <a:pt x="170" y="1111"/>
                  </a:moveTo>
                  <a:cubicBezTo>
                    <a:pt x="170" y="1160"/>
                    <a:pt x="186" y="1212"/>
                    <a:pt x="186" y="1261"/>
                  </a:cubicBezTo>
                  <a:lnTo>
                    <a:pt x="186" y="1313"/>
                  </a:lnTo>
                  <a:lnTo>
                    <a:pt x="186" y="1330"/>
                  </a:lnTo>
                  <a:cubicBezTo>
                    <a:pt x="202" y="1362"/>
                    <a:pt x="202" y="1394"/>
                    <a:pt x="202" y="1414"/>
                  </a:cubicBezTo>
                  <a:cubicBezTo>
                    <a:pt x="202" y="1447"/>
                    <a:pt x="223" y="1463"/>
                    <a:pt x="223" y="1495"/>
                  </a:cubicBezTo>
                  <a:lnTo>
                    <a:pt x="223" y="1414"/>
                  </a:lnTo>
                  <a:cubicBezTo>
                    <a:pt x="223" y="1394"/>
                    <a:pt x="202" y="1362"/>
                    <a:pt x="202" y="1330"/>
                  </a:cubicBezTo>
                  <a:lnTo>
                    <a:pt x="202" y="1293"/>
                  </a:lnTo>
                  <a:lnTo>
                    <a:pt x="202" y="1261"/>
                  </a:lnTo>
                  <a:cubicBezTo>
                    <a:pt x="186" y="1212"/>
                    <a:pt x="186" y="1160"/>
                    <a:pt x="170" y="1111"/>
                  </a:cubicBezTo>
                  <a:close/>
                  <a:moveTo>
                    <a:pt x="223" y="1495"/>
                  </a:moveTo>
                  <a:lnTo>
                    <a:pt x="223" y="1580"/>
                  </a:lnTo>
                  <a:cubicBezTo>
                    <a:pt x="239" y="1616"/>
                    <a:pt x="239" y="1632"/>
                    <a:pt x="239" y="1665"/>
                  </a:cubicBezTo>
                  <a:cubicBezTo>
                    <a:pt x="239" y="1697"/>
                    <a:pt x="255" y="1733"/>
                    <a:pt x="255" y="1766"/>
                  </a:cubicBezTo>
                  <a:lnTo>
                    <a:pt x="255" y="1818"/>
                  </a:lnTo>
                  <a:cubicBezTo>
                    <a:pt x="255" y="1834"/>
                    <a:pt x="271" y="1851"/>
                    <a:pt x="271" y="1867"/>
                  </a:cubicBezTo>
                  <a:lnTo>
                    <a:pt x="271" y="1818"/>
                  </a:lnTo>
                  <a:lnTo>
                    <a:pt x="271" y="1766"/>
                  </a:lnTo>
                  <a:cubicBezTo>
                    <a:pt x="255" y="1733"/>
                    <a:pt x="255" y="1697"/>
                    <a:pt x="255" y="1665"/>
                  </a:cubicBezTo>
                  <a:cubicBezTo>
                    <a:pt x="255" y="1632"/>
                    <a:pt x="239" y="1616"/>
                    <a:pt x="239" y="1580"/>
                  </a:cubicBezTo>
                  <a:cubicBezTo>
                    <a:pt x="239" y="1548"/>
                    <a:pt x="239" y="1531"/>
                    <a:pt x="223" y="1495"/>
                  </a:cubicBezTo>
                  <a:close/>
                  <a:moveTo>
                    <a:pt x="271" y="1867"/>
                  </a:moveTo>
                  <a:cubicBezTo>
                    <a:pt x="271" y="1899"/>
                    <a:pt x="271" y="1952"/>
                    <a:pt x="287" y="2000"/>
                  </a:cubicBezTo>
                  <a:cubicBezTo>
                    <a:pt x="287" y="2036"/>
                    <a:pt x="303" y="2069"/>
                    <a:pt x="303" y="2085"/>
                  </a:cubicBezTo>
                  <a:lnTo>
                    <a:pt x="303" y="2000"/>
                  </a:lnTo>
                  <a:cubicBezTo>
                    <a:pt x="287" y="1952"/>
                    <a:pt x="287" y="1899"/>
                    <a:pt x="271" y="1867"/>
                  </a:cubicBezTo>
                  <a:close/>
                  <a:moveTo>
                    <a:pt x="303" y="2085"/>
                  </a:moveTo>
                  <a:cubicBezTo>
                    <a:pt x="303" y="2121"/>
                    <a:pt x="303" y="2154"/>
                    <a:pt x="324" y="2186"/>
                  </a:cubicBezTo>
                  <a:cubicBezTo>
                    <a:pt x="324" y="2154"/>
                    <a:pt x="324" y="2121"/>
                    <a:pt x="303" y="2085"/>
                  </a:cubicBezTo>
                  <a:close/>
                  <a:moveTo>
                    <a:pt x="324" y="2186"/>
                  </a:moveTo>
                  <a:lnTo>
                    <a:pt x="324" y="2303"/>
                  </a:lnTo>
                  <a:cubicBezTo>
                    <a:pt x="340" y="2323"/>
                    <a:pt x="340" y="2339"/>
                    <a:pt x="340" y="2372"/>
                  </a:cubicBezTo>
                  <a:lnTo>
                    <a:pt x="340" y="2424"/>
                  </a:lnTo>
                  <a:cubicBezTo>
                    <a:pt x="356" y="2440"/>
                    <a:pt x="356" y="2473"/>
                    <a:pt x="356" y="2505"/>
                  </a:cubicBezTo>
                  <a:lnTo>
                    <a:pt x="356" y="2541"/>
                  </a:lnTo>
                  <a:cubicBezTo>
                    <a:pt x="372" y="2558"/>
                    <a:pt x="372" y="2574"/>
                    <a:pt x="372" y="2590"/>
                  </a:cubicBezTo>
                  <a:lnTo>
                    <a:pt x="372" y="2541"/>
                  </a:lnTo>
                  <a:lnTo>
                    <a:pt x="372" y="2505"/>
                  </a:lnTo>
                  <a:cubicBezTo>
                    <a:pt x="372" y="2473"/>
                    <a:pt x="356" y="2440"/>
                    <a:pt x="356" y="2404"/>
                  </a:cubicBezTo>
                  <a:lnTo>
                    <a:pt x="356" y="2372"/>
                  </a:lnTo>
                  <a:cubicBezTo>
                    <a:pt x="356" y="2339"/>
                    <a:pt x="340" y="2323"/>
                    <a:pt x="340" y="2303"/>
                  </a:cubicBezTo>
                  <a:cubicBezTo>
                    <a:pt x="340" y="2255"/>
                    <a:pt x="340" y="2222"/>
                    <a:pt x="324" y="2186"/>
                  </a:cubicBezTo>
                  <a:close/>
                  <a:moveTo>
                    <a:pt x="372" y="2590"/>
                  </a:moveTo>
                  <a:lnTo>
                    <a:pt x="372" y="2642"/>
                  </a:lnTo>
                  <a:cubicBezTo>
                    <a:pt x="372" y="2659"/>
                    <a:pt x="388" y="2675"/>
                    <a:pt x="388" y="2691"/>
                  </a:cubicBezTo>
                  <a:lnTo>
                    <a:pt x="388" y="2642"/>
                  </a:lnTo>
                  <a:cubicBezTo>
                    <a:pt x="388" y="2626"/>
                    <a:pt x="388" y="2606"/>
                    <a:pt x="372" y="2590"/>
                  </a:cubicBezTo>
                  <a:close/>
                  <a:moveTo>
                    <a:pt x="388" y="2691"/>
                  </a:moveTo>
                  <a:cubicBezTo>
                    <a:pt x="388" y="2743"/>
                    <a:pt x="388" y="2776"/>
                    <a:pt x="404" y="2828"/>
                  </a:cubicBezTo>
                  <a:cubicBezTo>
                    <a:pt x="404" y="2776"/>
                    <a:pt x="404" y="2727"/>
                    <a:pt x="388" y="2691"/>
                  </a:cubicBezTo>
                  <a:close/>
                  <a:moveTo>
                    <a:pt x="404" y="2828"/>
                  </a:moveTo>
                  <a:lnTo>
                    <a:pt x="404" y="2877"/>
                  </a:lnTo>
                  <a:cubicBezTo>
                    <a:pt x="404" y="2893"/>
                    <a:pt x="404" y="2909"/>
                    <a:pt x="425" y="2929"/>
                  </a:cubicBezTo>
                  <a:lnTo>
                    <a:pt x="425" y="2877"/>
                  </a:lnTo>
                  <a:cubicBezTo>
                    <a:pt x="425" y="2861"/>
                    <a:pt x="425" y="2844"/>
                    <a:pt x="404" y="2828"/>
                  </a:cubicBezTo>
                  <a:close/>
                  <a:moveTo>
                    <a:pt x="425" y="2929"/>
                  </a:moveTo>
                  <a:cubicBezTo>
                    <a:pt x="425" y="2978"/>
                    <a:pt x="425" y="3030"/>
                    <a:pt x="441" y="3063"/>
                  </a:cubicBezTo>
                  <a:lnTo>
                    <a:pt x="441" y="3131"/>
                  </a:lnTo>
                  <a:lnTo>
                    <a:pt x="441" y="3147"/>
                  </a:lnTo>
                  <a:cubicBezTo>
                    <a:pt x="441" y="3180"/>
                    <a:pt x="457" y="3212"/>
                    <a:pt x="457" y="3232"/>
                  </a:cubicBezTo>
                  <a:lnTo>
                    <a:pt x="457" y="3248"/>
                  </a:lnTo>
                  <a:lnTo>
                    <a:pt x="457" y="3265"/>
                  </a:lnTo>
                  <a:cubicBezTo>
                    <a:pt x="457" y="3297"/>
                    <a:pt x="473" y="3333"/>
                    <a:pt x="489" y="3366"/>
                  </a:cubicBezTo>
                  <a:cubicBezTo>
                    <a:pt x="505" y="3366"/>
                    <a:pt x="505" y="3382"/>
                    <a:pt x="505" y="3398"/>
                  </a:cubicBezTo>
                  <a:lnTo>
                    <a:pt x="505" y="3600"/>
                  </a:lnTo>
                  <a:lnTo>
                    <a:pt x="505" y="3701"/>
                  </a:lnTo>
                  <a:lnTo>
                    <a:pt x="505" y="3717"/>
                  </a:lnTo>
                  <a:lnTo>
                    <a:pt x="526" y="3701"/>
                  </a:lnTo>
                  <a:lnTo>
                    <a:pt x="526" y="3600"/>
                  </a:lnTo>
                  <a:lnTo>
                    <a:pt x="526" y="3398"/>
                  </a:lnTo>
                  <a:cubicBezTo>
                    <a:pt x="526" y="3382"/>
                    <a:pt x="526" y="3366"/>
                    <a:pt x="505" y="3349"/>
                  </a:cubicBezTo>
                  <a:cubicBezTo>
                    <a:pt x="489" y="3333"/>
                    <a:pt x="473" y="3297"/>
                    <a:pt x="473" y="3265"/>
                  </a:cubicBezTo>
                  <a:lnTo>
                    <a:pt x="473" y="3248"/>
                  </a:lnTo>
                  <a:lnTo>
                    <a:pt x="473" y="3232"/>
                  </a:lnTo>
                  <a:cubicBezTo>
                    <a:pt x="473" y="3196"/>
                    <a:pt x="457" y="3180"/>
                    <a:pt x="457" y="3147"/>
                  </a:cubicBezTo>
                  <a:lnTo>
                    <a:pt x="457" y="3131"/>
                  </a:lnTo>
                  <a:lnTo>
                    <a:pt x="457" y="3063"/>
                  </a:lnTo>
                  <a:cubicBezTo>
                    <a:pt x="441" y="3010"/>
                    <a:pt x="441" y="2978"/>
                    <a:pt x="425" y="29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0"/>
            <p:cNvSpPr/>
            <p:nvPr/>
          </p:nvSpPr>
          <p:spPr>
            <a:xfrm>
              <a:off x="2331186" y="434146"/>
              <a:ext cx="21752" cy="8542"/>
            </a:xfrm>
            <a:custGeom>
              <a:rect b="b" l="l" r="r" t="t"/>
              <a:pathLst>
                <a:path extrusionOk="0" h="86" w="219">
                  <a:moveTo>
                    <a:pt x="0" y="0"/>
                  </a:moveTo>
                  <a:cubicBezTo>
                    <a:pt x="49" y="21"/>
                    <a:pt x="85" y="37"/>
                    <a:pt x="133" y="53"/>
                  </a:cubicBezTo>
                  <a:cubicBezTo>
                    <a:pt x="101" y="37"/>
                    <a:pt x="49" y="21"/>
                    <a:pt x="0" y="0"/>
                  </a:cubicBezTo>
                  <a:close/>
                  <a:moveTo>
                    <a:pt x="133" y="53"/>
                  </a:moveTo>
                  <a:cubicBezTo>
                    <a:pt x="150" y="69"/>
                    <a:pt x="166" y="69"/>
                    <a:pt x="202" y="85"/>
                  </a:cubicBezTo>
                  <a:lnTo>
                    <a:pt x="218" y="85"/>
                  </a:lnTo>
                  <a:lnTo>
                    <a:pt x="202" y="69"/>
                  </a:lnTo>
                  <a:cubicBezTo>
                    <a:pt x="186" y="69"/>
                    <a:pt x="166" y="53"/>
                    <a:pt x="133"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0"/>
            <p:cNvSpPr/>
            <p:nvPr/>
          </p:nvSpPr>
          <p:spPr>
            <a:xfrm>
              <a:off x="1944712" y="724671"/>
              <a:ext cx="322707" cy="259636"/>
            </a:xfrm>
            <a:custGeom>
              <a:rect b="b" l="l" r="r" t="t"/>
              <a:pathLst>
                <a:path extrusionOk="0" h="2614" w="3249">
                  <a:moveTo>
                    <a:pt x="31" y="1"/>
                  </a:moveTo>
                  <a:cubicBezTo>
                    <a:pt x="19" y="1"/>
                    <a:pt x="9" y="5"/>
                    <a:pt x="1" y="24"/>
                  </a:cubicBezTo>
                  <a:lnTo>
                    <a:pt x="17" y="40"/>
                  </a:lnTo>
                  <a:lnTo>
                    <a:pt x="17" y="24"/>
                  </a:lnTo>
                  <a:cubicBezTo>
                    <a:pt x="27" y="14"/>
                    <a:pt x="32" y="9"/>
                    <a:pt x="37" y="9"/>
                  </a:cubicBezTo>
                  <a:cubicBezTo>
                    <a:pt x="41" y="9"/>
                    <a:pt x="45" y="14"/>
                    <a:pt x="53" y="24"/>
                  </a:cubicBezTo>
                  <a:lnTo>
                    <a:pt x="70" y="24"/>
                  </a:lnTo>
                  <a:cubicBezTo>
                    <a:pt x="102" y="24"/>
                    <a:pt x="138" y="40"/>
                    <a:pt x="171" y="40"/>
                  </a:cubicBezTo>
                  <a:cubicBezTo>
                    <a:pt x="187" y="57"/>
                    <a:pt x="203" y="57"/>
                    <a:pt x="219" y="57"/>
                  </a:cubicBezTo>
                  <a:cubicBezTo>
                    <a:pt x="320" y="89"/>
                    <a:pt x="421" y="105"/>
                    <a:pt x="522" y="141"/>
                  </a:cubicBezTo>
                  <a:cubicBezTo>
                    <a:pt x="575" y="158"/>
                    <a:pt x="623" y="174"/>
                    <a:pt x="676" y="174"/>
                  </a:cubicBezTo>
                  <a:cubicBezTo>
                    <a:pt x="623" y="158"/>
                    <a:pt x="575" y="141"/>
                    <a:pt x="542" y="125"/>
                  </a:cubicBezTo>
                  <a:cubicBezTo>
                    <a:pt x="441" y="105"/>
                    <a:pt x="340" y="73"/>
                    <a:pt x="239" y="40"/>
                  </a:cubicBezTo>
                  <a:lnTo>
                    <a:pt x="187" y="40"/>
                  </a:lnTo>
                  <a:cubicBezTo>
                    <a:pt x="138" y="24"/>
                    <a:pt x="102" y="4"/>
                    <a:pt x="70" y="4"/>
                  </a:cubicBezTo>
                  <a:cubicBezTo>
                    <a:pt x="54" y="4"/>
                    <a:pt x="42" y="1"/>
                    <a:pt x="31" y="1"/>
                  </a:cubicBezTo>
                  <a:close/>
                  <a:moveTo>
                    <a:pt x="17" y="40"/>
                  </a:moveTo>
                  <a:lnTo>
                    <a:pt x="17" y="73"/>
                  </a:lnTo>
                  <a:lnTo>
                    <a:pt x="17" y="327"/>
                  </a:lnTo>
                  <a:lnTo>
                    <a:pt x="17" y="360"/>
                  </a:lnTo>
                  <a:lnTo>
                    <a:pt x="17" y="461"/>
                  </a:lnTo>
                  <a:cubicBezTo>
                    <a:pt x="37" y="477"/>
                    <a:pt x="37" y="493"/>
                    <a:pt x="17" y="509"/>
                  </a:cubicBezTo>
                  <a:cubicBezTo>
                    <a:pt x="53" y="493"/>
                    <a:pt x="37" y="477"/>
                    <a:pt x="37" y="461"/>
                  </a:cubicBezTo>
                  <a:lnTo>
                    <a:pt x="37" y="444"/>
                  </a:lnTo>
                  <a:lnTo>
                    <a:pt x="37" y="360"/>
                  </a:lnTo>
                  <a:lnTo>
                    <a:pt x="37" y="327"/>
                  </a:lnTo>
                  <a:lnTo>
                    <a:pt x="37" y="73"/>
                  </a:lnTo>
                  <a:cubicBezTo>
                    <a:pt x="37" y="57"/>
                    <a:pt x="37" y="40"/>
                    <a:pt x="17" y="40"/>
                  </a:cubicBezTo>
                  <a:close/>
                  <a:moveTo>
                    <a:pt x="17" y="509"/>
                  </a:moveTo>
                  <a:cubicBezTo>
                    <a:pt x="1" y="509"/>
                    <a:pt x="17" y="529"/>
                    <a:pt x="17" y="529"/>
                  </a:cubicBezTo>
                  <a:cubicBezTo>
                    <a:pt x="37" y="562"/>
                    <a:pt x="37" y="610"/>
                    <a:pt x="17" y="646"/>
                  </a:cubicBezTo>
                  <a:lnTo>
                    <a:pt x="37" y="646"/>
                  </a:lnTo>
                  <a:lnTo>
                    <a:pt x="37" y="529"/>
                  </a:lnTo>
                  <a:lnTo>
                    <a:pt x="17" y="509"/>
                  </a:lnTo>
                  <a:close/>
                  <a:moveTo>
                    <a:pt x="676" y="174"/>
                  </a:moveTo>
                  <a:lnTo>
                    <a:pt x="676" y="174"/>
                  </a:lnTo>
                  <a:cubicBezTo>
                    <a:pt x="809" y="226"/>
                    <a:pt x="962" y="259"/>
                    <a:pt x="1096" y="291"/>
                  </a:cubicBezTo>
                  <a:cubicBezTo>
                    <a:pt x="1213" y="327"/>
                    <a:pt x="1314" y="360"/>
                    <a:pt x="1431" y="392"/>
                  </a:cubicBezTo>
                  <a:lnTo>
                    <a:pt x="1734" y="477"/>
                  </a:lnTo>
                  <a:cubicBezTo>
                    <a:pt x="1904" y="509"/>
                    <a:pt x="2057" y="562"/>
                    <a:pt x="2223" y="610"/>
                  </a:cubicBezTo>
                  <a:cubicBezTo>
                    <a:pt x="2425" y="663"/>
                    <a:pt x="2643" y="731"/>
                    <a:pt x="2845" y="780"/>
                  </a:cubicBezTo>
                  <a:cubicBezTo>
                    <a:pt x="2881" y="796"/>
                    <a:pt x="2914" y="796"/>
                    <a:pt x="2946" y="812"/>
                  </a:cubicBezTo>
                  <a:cubicBezTo>
                    <a:pt x="3015" y="832"/>
                    <a:pt x="3083" y="848"/>
                    <a:pt x="3148" y="865"/>
                  </a:cubicBezTo>
                  <a:lnTo>
                    <a:pt x="3184" y="865"/>
                  </a:lnTo>
                  <a:cubicBezTo>
                    <a:pt x="3184" y="865"/>
                    <a:pt x="3168" y="848"/>
                    <a:pt x="3148" y="848"/>
                  </a:cubicBezTo>
                  <a:cubicBezTo>
                    <a:pt x="3083" y="832"/>
                    <a:pt x="3015" y="812"/>
                    <a:pt x="2946" y="796"/>
                  </a:cubicBezTo>
                  <a:cubicBezTo>
                    <a:pt x="2914" y="780"/>
                    <a:pt x="2881" y="780"/>
                    <a:pt x="2845" y="764"/>
                  </a:cubicBezTo>
                  <a:cubicBezTo>
                    <a:pt x="2643" y="711"/>
                    <a:pt x="2425" y="646"/>
                    <a:pt x="2223" y="594"/>
                  </a:cubicBezTo>
                  <a:cubicBezTo>
                    <a:pt x="2057" y="545"/>
                    <a:pt x="1904" y="509"/>
                    <a:pt x="1734" y="461"/>
                  </a:cubicBezTo>
                  <a:lnTo>
                    <a:pt x="1431" y="376"/>
                  </a:lnTo>
                  <a:cubicBezTo>
                    <a:pt x="1314" y="343"/>
                    <a:pt x="1213" y="307"/>
                    <a:pt x="1112" y="291"/>
                  </a:cubicBezTo>
                  <a:cubicBezTo>
                    <a:pt x="962" y="242"/>
                    <a:pt x="809" y="206"/>
                    <a:pt x="676" y="174"/>
                  </a:cubicBezTo>
                  <a:close/>
                  <a:moveTo>
                    <a:pt x="3184" y="865"/>
                  </a:moveTo>
                  <a:cubicBezTo>
                    <a:pt x="3200" y="881"/>
                    <a:pt x="3217" y="881"/>
                    <a:pt x="3249" y="881"/>
                  </a:cubicBezTo>
                  <a:cubicBezTo>
                    <a:pt x="3233" y="881"/>
                    <a:pt x="3200" y="865"/>
                    <a:pt x="3184" y="865"/>
                  </a:cubicBezTo>
                  <a:close/>
                  <a:moveTo>
                    <a:pt x="17" y="646"/>
                  </a:moveTo>
                  <a:lnTo>
                    <a:pt x="17" y="663"/>
                  </a:lnTo>
                  <a:lnTo>
                    <a:pt x="17" y="747"/>
                  </a:lnTo>
                  <a:cubicBezTo>
                    <a:pt x="17" y="832"/>
                    <a:pt x="17" y="897"/>
                    <a:pt x="37" y="966"/>
                  </a:cubicBezTo>
                  <a:lnTo>
                    <a:pt x="37" y="747"/>
                  </a:lnTo>
                  <a:cubicBezTo>
                    <a:pt x="37" y="711"/>
                    <a:pt x="37" y="679"/>
                    <a:pt x="17" y="646"/>
                  </a:cubicBezTo>
                  <a:close/>
                  <a:moveTo>
                    <a:pt x="37" y="966"/>
                  </a:moveTo>
                  <a:lnTo>
                    <a:pt x="37" y="1099"/>
                  </a:lnTo>
                  <a:lnTo>
                    <a:pt x="37" y="1418"/>
                  </a:lnTo>
                  <a:lnTo>
                    <a:pt x="37" y="1539"/>
                  </a:lnTo>
                  <a:lnTo>
                    <a:pt x="37" y="1604"/>
                  </a:lnTo>
                  <a:lnTo>
                    <a:pt x="37" y="1689"/>
                  </a:lnTo>
                  <a:lnTo>
                    <a:pt x="37" y="1822"/>
                  </a:lnTo>
                  <a:lnTo>
                    <a:pt x="37" y="1992"/>
                  </a:lnTo>
                  <a:lnTo>
                    <a:pt x="37" y="2125"/>
                  </a:lnTo>
                  <a:lnTo>
                    <a:pt x="37" y="2363"/>
                  </a:lnTo>
                  <a:lnTo>
                    <a:pt x="37" y="2396"/>
                  </a:lnTo>
                  <a:cubicBezTo>
                    <a:pt x="53" y="2464"/>
                    <a:pt x="53" y="2529"/>
                    <a:pt x="53" y="2614"/>
                  </a:cubicBezTo>
                  <a:cubicBezTo>
                    <a:pt x="70" y="2529"/>
                    <a:pt x="53" y="2464"/>
                    <a:pt x="53" y="2396"/>
                  </a:cubicBezTo>
                  <a:lnTo>
                    <a:pt x="53" y="2347"/>
                  </a:lnTo>
                  <a:lnTo>
                    <a:pt x="53" y="2125"/>
                  </a:lnTo>
                  <a:lnTo>
                    <a:pt x="53" y="1992"/>
                  </a:lnTo>
                  <a:lnTo>
                    <a:pt x="53" y="1822"/>
                  </a:lnTo>
                  <a:lnTo>
                    <a:pt x="53" y="1689"/>
                  </a:lnTo>
                  <a:lnTo>
                    <a:pt x="53" y="1604"/>
                  </a:lnTo>
                  <a:lnTo>
                    <a:pt x="53" y="1539"/>
                  </a:lnTo>
                  <a:lnTo>
                    <a:pt x="53" y="1418"/>
                  </a:lnTo>
                  <a:lnTo>
                    <a:pt x="53" y="1099"/>
                  </a:lnTo>
                  <a:cubicBezTo>
                    <a:pt x="37" y="1067"/>
                    <a:pt x="37" y="1014"/>
                    <a:pt x="37" y="9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0"/>
            <p:cNvSpPr/>
            <p:nvPr/>
          </p:nvSpPr>
          <p:spPr>
            <a:xfrm>
              <a:off x="2392966" y="693285"/>
              <a:ext cx="77076" cy="23838"/>
            </a:xfrm>
            <a:custGeom>
              <a:rect b="b" l="l" r="r" t="t"/>
              <a:pathLst>
                <a:path extrusionOk="0" h="240" w="776">
                  <a:moveTo>
                    <a:pt x="0" y="1"/>
                  </a:moveTo>
                  <a:cubicBezTo>
                    <a:pt x="16" y="1"/>
                    <a:pt x="16" y="17"/>
                    <a:pt x="33" y="17"/>
                  </a:cubicBezTo>
                  <a:lnTo>
                    <a:pt x="49" y="17"/>
                  </a:lnTo>
                  <a:cubicBezTo>
                    <a:pt x="202" y="70"/>
                    <a:pt x="352" y="118"/>
                    <a:pt x="521" y="171"/>
                  </a:cubicBezTo>
                  <a:lnTo>
                    <a:pt x="707" y="219"/>
                  </a:lnTo>
                  <a:lnTo>
                    <a:pt x="521" y="154"/>
                  </a:lnTo>
                  <a:cubicBezTo>
                    <a:pt x="372" y="102"/>
                    <a:pt x="202" y="53"/>
                    <a:pt x="49" y="1"/>
                  </a:cubicBezTo>
                  <a:close/>
                  <a:moveTo>
                    <a:pt x="707" y="219"/>
                  </a:moveTo>
                  <a:cubicBezTo>
                    <a:pt x="723" y="239"/>
                    <a:pt x="740" y="239"/>
                    <a:pt x="740" y="239"/>
                  </a:cubicBezTo>
                  <a:lnTo>
                    <a:pt x="756" y="239"/>
                  </a:lnTo>
                  <a:lnTo>
                    <a:pt x="776" y="2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0"/>
            <p:cNvSpPr/>
            <p:nvPr/>
          </p:nvSpPr>
          <p:spPr>
            <a:xfrm>
              <a:off x="2327511" y="897596"/>
              <a:ext cx="32181" cy="83532"/>
            </a:xfrm>
            <a:custGeom>
              <a:rect b="b" l="l" r="r" t="t"/>
              <a:pathLst>
                <a:path extrusionOk="0" h="841" w="324">
                  <a:moveTo>
                    <a:pt x="21" y="0"/>
                  </a:moveTo>
                  <a:cubicBezTo>
                    <a:pt x="1" y="32"/>
                    <a:pt x="1" y="49"/>
                    <a:pt x="1" y="81"/>
                  </a:cubicBezTo>
                  <a:cubicBezTo>
                    <a:pt x="21" y="81"/>
                    <a:pt x="21" y="81"/>
                    <a:pt x="21" y="101"/>
                  </a:cubicBezTo>
                  <a:lnTo>
                    <a:pt x="21" y="65"/>
                  </a:lnTo>
                  <a:cubicBezTo>
                    <a:pt x="21" y="49"/>
                    <a:pt x="21" y="32"/>
                    <a:pt x="37" y="0"/>
                  </a:cubicBezTo>
                  <a:close/>
                  <a:moveTo>
                    <a:pt x="21" y="267"/>
                  </a:moveTo>
                  <a:lnTo>
                    <a:pt x="21" y="739"/>
                  </a:lnTo>
                  <a:cubicBezTo>
                    <a:pt x="21" y="772"/>
                    <a:pt x="37" y="788"/>
                    <a:pt x="53" y="788"/>
                  </a:cubicBezTo>
                  <a:cubicBezTo>
                    <a:pt x="102" y="788"/>
                    <a:pt x="154" y="808"/>
                    <a:pt x="187" y="824"/>
                  </a:cubicBezTo>
                  <a:cubicBezTo>
                    <a:pt x="223" y="824"/>
                    <a:pt x="239" y="824"/>
                    <a:pt x="271" y="840"/>
                  </a:cubicBezTo>
                  <a:lnTo>
                    <a:pt x="324" y="840"/>
                  </a:lnTo>
                  <a:cubicBezTo>
                    <a:pt x="304" y="824"/>
                    <a:pt x="288" y="824"/>
                    <a:pt x="271" y="824"/>
                  </a:cubicBezTo>
                  <a:cubicBezTo>
                    <a:pt x="255" y="824"/>
                    <a:pt x="223" y="808"/>
                    <a:pt x="187" y="808"/>
                  </a:cubicBezTo>
                  <a:cubicBezTo>
                    <a:pt x="154" y="788"/>
                    <a:pt x="102" y="788"/>
                    <a:pt x="69" y="772"/>
                  </a:cubicBezTo>
                  <a:cubicBezTo>
                    <a:pt x="37" y="772"/>
                    <a:pt x="37" y="756"/>
                    <a:pt x="37" y="739"/>
                  </a:cubicBezTo>
                  <a:cubicBezTo>
                    <a:pt x="37" y="570"/>
                    <a:pt x="37" y="404"/>
                    <a:pt x="21" y="2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0"/>
            <p:cNvSpPr/>
            <p:nvPr/>
          </p:nvSpPr>
          <p:spPr>
            <a:xfrm>
              <a:off x="1673952" y="383987"/>
              <a:ext cx="67044" cy="93961"/>
            </a:xfrm>
            <a:custGeom>
              <a:rect b="b" l="l" r="r" t="t"/>
              <a:pathLst>
                <a:path extrusionOk="0" h="946" w="675">
                  <a:moveTo>
                    <a:pt x="675" y="0"/>
                  </a:moveTo>
                  <a:cubicBezTo>
                    <a:pt x="606" y="37"/>
                    <a:pt x="558" y="69"/>
                    <a:pt x="521" y="122"/>
                  </a:cubicBezTo>
                  <a:cubicBezTo>
                    <a:pt x="574" y="85"/>
                    <a:pt x="622" y="53"/>
                    <a:pt x="675" y="21"/>
                  </a:cubicBezTo>
                  <a:lnTo>
                    <a:pt x="675" y="0"/>
                  </a:lnTo>
                  <a:close/>
                  <a:moveTo>
                    <a:pt x="521" y="122"/>
                  </a:moveTo>
                  <a:cubicBezTo>
                    <a:pt x="489" y="138"/>
                    <a:pt x="473" y="154"/>
                    <a:pt x="457" y="170"/>
                  </a:cubicBezTo>
                  <a:cubicBezTo>
                    <a:pt x="489" y="170"/>
                    <a:pt x="505" y="138"/>
                    <a:pt x="521" y="122"/>
                  </a:cubicBezTo>
                  <a:close/>
                  <a:moveTo>
                    <a:pt x="457" y="170"/>
                  </a:moveTo>
                  <a:cubicBezTo>
                    <a:pt x="388" y="223"/>
                    <a:pt x="303" y="287"/>
                    <a:pt x="238" y="340"/>
                  </a:cubicBezTo>
                  <a:cubicBezTo>
                    <a:pt x="170" y="388"/>
                    <a:pt x="117" y="441"/>
                    <a:pt x="53" y="489"/>
                  </a:cubicBezTo>
                  <a:cubicBezTo>
                    <a:pt x="16" y="526"/>
                    <a:pt x="0" y="558"/>
                    <a:pt x="0" y="590"/>
                  </a:cubicBezTo>
                  <a:lnTo>
                    <a:pt x="0" y="728"/>
                  </a:lnTo>
                  <a:lnTo>
                    <a:pt x="0" y="792"/>
                  </a:lnTo>
                  <a:lnTo>
                    <a:pt x="0" y="808"/>
                  </a:lnTo>
                  <a:lnTo>
                    <a:pt x="0" y="946"/>
                  </a:lnTo>
                  <a:lnTo>
                    <a:pt x="16" y="946"/>
                  </a:lnTo>
                  <a:cubicBezTo>
                    <a:pt x="0" y="893"/>
                    <a:pt x="16" y="861"/>
                    <a:pt x="16" y="808"/>
                  </a:cubicBezTo>
                  <a:lnTo>
                    <a:pt x="16" y="792"/>
                  </a:lnTo>
                  <a:lnTo>
                    <a:pt x="16" y="728"/>
                  </a:lnTo>
                  <a:lnTo>
                    <a:pt x="16" y="590"/>
                  </a:lnTo>
                  <a:cubicBezTo>
                    <a:pt x="16" y="558"/>
                    <a:pt x="37" y="526"/>
                    <a:pt x="53" y="505"/>
                  </a:cubicBezTo>
                  <a:cubicBezTo>
                    <a:pt x="117" y="457"/>
                    <a:pt x="186" y="404"/>
                    <a:pt x="255" y="356"/>
                  </a:cubicBezTo>
                  <a:cubicBezTo>
                    <a:pt x="319" y="287"/>
                    <a:pt x="388" y="239"/>
                    <a:pt x="457" y="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0"/>
            <p:cNvSpPr/>
            <p:nvPr/>
          </p:nvSpPr>
          <p:spPr>
            <a:xfrm>
              <a:off x="1948387" y="879122"/>
              <a:ext cx="208682" cy="51848"/>
            </a:xfrm>
            <a:custGeom>
              <a:rect b="b" l="l" r="r" t="t"/>
              <a:pathLst>
                <a:path extrusionOk="0" h="522" w="2101">
                  <a:moveTo>
                    <a:pt x="16" y="0"/>
                  </a:moveTo>
                  <a:lnTo>
                    <a:pt x="0" y="16"/>
                  </a:lnTo>
                  <a:lnTo>
                    <a:pt x="16" y="16"/>
                  </a:lnTo>
                  <a:cubicBezTo>
                    <a:pt x="49" y="16"/>
                    <a:pt x="81" y="33"/>
                    <a:pt x="134" y="33"/>
                  </a:cubicBezTo>
                  <a:lnTo>
                    <a:pt x="134" y="16"/>
                  </a:lnTo>
                  <a:cubicBezTo>
                    <a:pt x="101" y="16"/>
                    <a:pt x="49" y="0"/>
                    <a:pt x="16" y="0"/>
                  </a:cubicBezTo>
                  <a:close/>
                  <a:moveTo>
                    <a:pt x="134" y="33"/>
                  </a:moveTo>
                  <a:lnTo>
                    <a:pt x="134" y="33"/>
                  </a:lnTo>
                  <a:cubicBezTo>
                    <a:pt x="218" y="65"/>
                    <a:pt x="283" y="85"/>
                    <a:pt x="352" y="101"/>
                  </a:cubicBezTo>
                  <a:cubicBezTo>
                    <a:pt x="384" y="101"/>
                    <a:pt x="420" y="117"/>
                    <a:pt x="453" y="117"/>
                  </a:cubicBezTo>
                  <a:cubicBezTo>
                    <a:pt x="521" y="134"/>
                    <a:pt x="586" y="150"/>
                    <a:pt x="655" y="166"/>
                  </a:cubicBezTo>
                  <a:cubicBezTo>
                    <a:pt x="723" y="186"/>
                    <a:pt x="772" y="202"/>
                    <a:pt x="841" y="218"/>
                  </a:cubicBezTo>
                  <a:cubicBezTo>
                    <a:pt x="974" y="251"/>
                    <a:pt x="1091" y="287"/>
                    <a:pt x="1212" y="303"/>
                  </a:cubicBezTo>
                  <a:cubicBezTo>
                    <a:pt x="1091" y="267"/>
                    <a:pt x="974" y="235"/>
                    <a:pt x="841" y="202"/>
                  </a:cubicBezTo>
                  <a:cubicBezTo>
                    <a:pt x="772" y="186"/>
                    <a:pt x="723" y="166"/>
                    <a:pt x="655" y="150"/>
                  </a:cubicBezTo>
                  <a:cubicBezTo>
                    <a:pt x="586" y="134"/>
                    <a:pt x="521" y="117"/>
                    <a:pt x="453" y="101"/>
                  </a:cubicBezTo>
                  <a:cubicBezTo>
                    <a:pt x="420" y="101"/>
                    <a:pt x="384" y="85"/>
                    <a:pt x="368" y="85"/>
                  </a:cubicBezTo>
                  <a:cubicBezTo>
                    <a:pt x="283" y="65"/>
                    <a:pt x="218" y="49"/>
                    <a:pt x="134" y="33"/>
                  </a:cubicBezTo>
                  <a:close/>
                  <a:moveTo>
                    <a:pt x="1212" y="303"/>
                  </a:moveTo>
                  <a:cubicBezTo>
                    <a:pt x="1346" y="352"/>
                    <a:pt x="1495" y="388"/>
                    <a:pt x="1648" y="420"/>
                  </a:cubicBezTo>
                  <a:cubicBezTo>
                    <a:pt x="1697" y="437"/>
                    <a:pt x="1749" y="437"/>
                    <a:pt x="1798" y="453"/>
                  </a:cubicBezTo>
                  <a:cubicBezTo>
                    <a:pt x="1834" y="453"/>
                    <a:pt x="1850" y="469"/>
                    <a:pt x="1883" y="469"/>
                  </a:cubicBezTo>
                  <a:cubicBezTo>
                    <a:pt x="1867" y="453"/>
                    <a:pt x="1834" y="453"/>
                    <a:pt x="1798" y="437"/>
                  </a:cubicBezTo>
                  <a:cubicBezTo>
                    <a:pt x="1749" y="437"/>
                    <a:pt x="1697" y="420"/>
                    <a:pt x="1648" y="404"/>
                  </a:cubicBezTo>
                  <a:cubicBezTo>
                    <a:pt x="1495" y="368"/>
                    <a:pt x="1346" y="336"/>
                    <a:pt x="1212" y="303"/>
                  </a:cubicBezTo>
                  <a:close/>
                  <a:moveTo>
                    <a:pt x="1883" y="469"/>
                  </a:moveTo>
                  <a:lnTo>
                    <a:pt x="1883" y="469"/>
                  </a:lnTo>
                  <a:cubicBezTo>
                    <a:pt x="1951" y="489"/>
                    <a:pt x="2020" y="521"/>
                    <a:pt x="2085" y="521"/>
                  </a:cubicBezTo>
                  <a:lnTo>
                    <a:pt x="2101" y="521"/>
                  </a:lnTo>
                  <a:lnTo>
                    <a:pt x="2085" y="505"/>
                  </a:lnTo>
                  <a:cubicBezTo>
                    <a:pt x="2020" y="505"/>
                    <a:pt x="1951" y="489"/>
                    <a:pt x="1883" y="4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0"/>
            <p:cNvSpPr/>
            <p:nvPr/>
          </p:nvSpPr>
          <p:spPr>
            <a:xfrm>
              <a:off x="1689149" y="470995"/>
              <a:ext cx="28606" cy="21852"/>
            </a:xfrm>
            <a:custGeom>
              <a:rect b="b" l="l" r="r" t="t"/>
              <a:pathLst>
                <a:path extrusionOk="0" h="220" w="288">
                  <a:moveTo>
                    <a:pt x="267" y="1"/>
                  </a:moveTo>
                  <a:lnTo>
                    <a:pt x="1" y="219"/>
                  </a:lnTo>
                  <a:lnTo>
                    <a:pt x="287" y="17"/>
                  </a:lnTo>
                  <a:lnTo>
                    <a:pt x="2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0"/>
            <p:cNvSpPr/>
            <p:nvPr/>
          </p:nvSpPr>
          <p:spPr>
            <a:xfrm>
              <a:off x="2213982" y="927692"/>
              <a:ext cx="103596" cy="30195"/>
            </a:xfrm>
            <a:custGeom>
              <a:rect b="b" l="l" r="r" t="t"/>
              <a:pathLst>
                <a:path extrusionOk="0" h="304" w="1043">
                  <a:moveTo>
                    <a:pt x="1" y="0"/>
                  </a:moveTo>
                  <a:lnTo>
                    <a:pt x="1" y="16"/>
                  </a:lnTo>
                  <a:lnTo>
                    <a:pt x="154" y="49"/>
                  </a:lnTo>
                  <a:lnTo>
                    <a:pt x="1" y="0"/>
                  </a:lnTo>
                  <a:close/>
                  <a:moveTo>
                    <a:pt x="154" y="49"/>
                  </a:moveTo>
                  <a:lnTo>
                    <a:pt x="154" y="49"/>
                  </a:lnTo>
                  <a:cubicBezTo>
                    <a:pt x="271" y="81"/>
                    <a:pt x="405" y="133"/>
                    <a:pt x="522" y="166"/>
                  </a:cubicBezTo>
                  <a:cubicBezTo>
                    <a:pt x="558" y="166"/>
                    <a:pt x="590" y="182"/>
                    <a:pt x="623" y="182"/>
                  </a:cubicBezTo>
                  <a:cubicBezTo>
                    <a:pt x="590" y="166"/>
                    <a:pt x="558" y="166"/>
                    <a:pt x="522" y="150"/>
                  </a:cubicBezTo>
                  <a:cubicBezTo>
                    <a:pt x="405" y="117"/>
                    <a:pt x="287" y="81"/>
                    <a:pt x="154" y="49"/>
                  </a:cubicBezTo>
                  <a:close/>
                  <a:moveTo>
                    <a:pt x="623" y="182"/>
                  </a:moveTo>
                  <a:cubicBezTo>
                    <a:pt x="659" y="202"/>
                    <a:pt x="691" y="218"/>
                    <a:pt x="740" y="218"/>
                  </a:cubicBezTo>
                  <a:cubicBezTo>
                    <a:pt x="707" y="202"/>
                    <a:pt x="659" y="182"/>
                    <a:pt x="623" y="182"/>
                  </a:cubicBezTo>
                  <a:close/>
                  <a:moveTo>
                    <a:pt x="740" y="218"/>
                  </a:moveTo>
                  <a:cubicBezTo>
                    <a:pt x="760" y="234"/>
                    <a:pt x="776" y="234"/>
                    <a:pt x="792" y="234"/>
                  </a:cubicBezTo>
                  <a:cubicBezTo>
                    <a:pt x="776" y="218"/>
                    <a:pt x="760" y="218"/>
                    <a:pt x="740" y="218"/>
                  </a:cubicBezTo>
                  <a:close/>
                  <a:moveTo>
                    <a:pt x="792" y="234"/>
                  </a:moveTo>
                  <a:cubicBezTo>
                    <a:pt x="825" y="251"/>
                    <a:pt x="861" y="251"/>
                    <a:pt x="877" y="267"/>
                  </a:cubicBezTo>
                  <a:cubicBezTo>
                    <a:pt x="926" y="283"/>
                    <a:pt x="978" y="303"/>
                    <a:pt x="1010" y="303"/>
                  </a:cubicBezTo>
                  <a:lnTo>
                    <a:pt x="1043" y="303"/>
                  </a:lnTo>
                  <a:lnTo>
                    <a:pt x="1043" y="283"/>
                  </a:lnTo>
                  <a:lnTo>
                    <a:pt x="1010" y="283"/>
                  </a:lnTo>
                  <a:cubicBezTo>
                    <a:pt x="978" y="283"/>
                    <a:pt x="926" y="267"/>
                    <a:pt x="893" y="251"/>
                  </a:cubicBezTo>
                  <a:cubicBezTo>
                    <a:pt x="861" y="251"/>
                    <a:pt x="825" y="234"/>
                    <a:pt x="792" y="2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0"/>
            <p:cNvSpPr/>
            <p:nvPr/>
          </p:nvSpPr>
          <p:spPr>
            <a:xfrm>
              <a:off x="2593602" y="551250"/>
              <a:ext cx="88697" cy="20163"/>
            </a:xfrm>
            <a:custGeom>
              <a:rect b="b" l="l" r="r" t="t"/>
              <a:pathLst>
                <a:path extrusionOk="0" h="203" w="893">
                  <a:moveTo>
                    <a:pt x="218" y="53"/>
                  </a:moveTo>
                  <a:cubicBezTo>
                    <a:pt x="186" y="53"/>
                    <a:pt x="170" y="70"/>
                    <a:pt x="133" y="86"/>
                  </a:cubicBezTo>
                  <a:cubicBezTo>
                    <a:pt x="117" y="86"/>
                    <a:pt x="101" y="102"/>
                    <a:pt x="85" y="102"/>
                  </a:cubicBezTo>
                  <a:cubicBezTo>
                    <a:pt x="49" y="118"/>
                    <a:pt x="32" y="134"/>
                    <a:pt x="0" y="134"/>
                  </a:cubicBezTo>
                  <a:lnTo>
                    <a:pt x="0" y="154"/>
                  </a:lnTo>
                  <a:cubicBezTo>
                    <a:pt x="32" y="154"/>
                    <a:pt x="69" y="134"/>
                    <a:pt x="85" y="118"/>
                  </a:cubicBezTo>
                  <a:cubicBezTo>
                    <a:pt x="101" y="102"/>
                    <a:pt x="117" y="102"/>
                    <a:pt x="150" y="86"/>
                  </a:cubicBezTo>
                  <a:cubicBezTo>
                    <a:pt x="170" y="86"/>
                    <a:pt x="202" y="70"/>
                    <a:pt x="218" y="53"/>
                  </a:cubicBezTo>
                  <a:close/>
                  <a:moveTo>
                    <a:pt x="303" y="1"/>
                  </a:moveTo>
                  <a:cubicBezTo>
                    <a:pt x="271" y="17"/>
                    <a:pt x="234" y="33"/>
                    <a:pt x="218" y="53"/>
                  </a:cubicBezTo>
                  <a:cubicBezTo>
                    <a:pt x="251" y="53"/>
                    <a:pt x="287" y="33"/>
                    <a:pt x="303" y="17"/>
                  </a:cubicBezTo>
                  <a:cubicBezTo>
                    <a:pt x="335" y="17"/>
                    <a:pt x="352" y="17"/>
                    <a:pt x="388" y="33"/>
                  </a:cubicBezTo>
                  <a:lnTo>
                    <a:pt x="404" y="33"/>
                  </a:lnTo>
                  <a:cubicBezTo>
                    <a:pt x="521" y="86"/>
                    <a:pt x="655" y="134"/>
                    <a:pt x="792" y="187"/>
                  </a:cubicBezTo>
                  <a:lnTo>
                    <a:pt x="840" y="203"/>
                  </a:lnTo>
                  <a:lnTo>
                    <a:pt x="893" y="203"/>
                  </a:lnTo>
                  <a:lnTo>
                    <a:pt x="893" y="187"/>
                  </a:lnTo>
                  <a:cubicBezTo>
                    <a:pt x="885" y="195"/>
                    <a:pt x="876" y="199"/>
                    <a:pt x="867" y="199"/>
                  </a:cubicBezTo>
                  <a:cubicBezTo>
                    <a:pt x="857" y="199"/>
                    <a:pt x="848" y="195"/>
                    <a:pt x="840" y="187"/>
                  </a:cubicBezTo>
                  <a:lnTo>
                    <a:pt x="792" y="171"/>
                  </a:lnTo>
                  <a:cubicBezTo>
                    <a:pt x="675" y="118"/>
                    <a:pt x="537" y="70"/>
                    <a:pt x="404" y="17"/>
                  </a:cubicBezTo>
                  <a:lnTo>
                    <a:pt x="388" y="17"/>
                  </a:lnTo>
                  <a:cubicBezTo>
                    <a:pt x="372" y="1"/>
                    <a:pt x="335"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0"/>
            <p:cNvSpPr/>
            <p:nvPr/>
          </p:nvSpPr>
          <p:spPr>
            <a:xfrm>
              <a:off x="1762550" y="939313"/>
              <a:ext cx="47080" cy="20163"/>
            </a:xfrm>
            <a:custGeom>
              <a:rect b="b" l="l" r="r" t="t"/>
              <a:pathLst>
                <a:path extrusionOk="0" h="203" w="474">
                  <a:moveTo>
                    <a:pt x="457" y="0"/>
                  </a:moveTo>
                  <a:cubicBezTo>
                    <a:pt x="437" y="0"/>
                    <a:pt x="405" y="16"/>
                    <a:pt x="389" y="33"/>
                  </a:cubicBezTo>
                  <a:cubicBezTo>
                    <a:pt x="405" y="33"/>
                    <a:pt x="437" y="16"/>
                    <a:pt x="457" y="16"/>
                  </a:cubicBezTo>
                  <a:lnTo>
                    <a:pt x="474" y="16"/>
                  </a:lnTo>
                  <a:lnTo>
                    <a:pt x="457" y="0"/>
                  </a:lnTo>
                  <a:close/>
                  <a:moveTo>
                    <a:pt x="373" y="33"/>
                  </a:moveTo>
                  <a:cubicBezTo>
                    <a:pt x="336" y="49"/>
                    <a:pt x="304" y="65"/>
                    <a:pt x="288" y="65"/>
                  </a:cubicBezTo>
                  <a:cubicBezTo>
                    <a:pt x="255" y="85"/>
                    <a:pt x="219" y="101"/>
                    <a:pt x="171" y="117"/>
                  </a:cubicBezTo>
                  <a:cubicBezTo>
                    <a:pt x="134" y="134"/>
                    <a:pt x="102" y="150"/>
                    <a:pt x="86" y="166"/>
                  </a:cubicBezTo>
                  <a:cubicBezTo>
                    <a:pt x="118" y="166"/>
                    <a:pt x="154" y="150"/>
                    <a:pt x="187" y="134"/>
                  </a:cubicBezTo>
                  <a:cubicBezTo>
                    <a:pt x="219" y="117"/>
                    <a:pt x="255" y="101"/>
                    <a:pt x="288" y="85"/>
                  </a:cubicBezTo>
                  <a:cubicBezTo>
                    <a:pt x="320" y="65"/>
                    <a:pt x="336" y="65"/>
                    <a:pt x="373" y="49"/>
                  </a:cubicBezTo>
                  <a:cubicBezTo>
                    <a:pt x="373" y="49"/>
                    <a:pt x="389" y="49"/>
                    <a:pt x="389" y="33"/>
                  </a:cubicBezTo>
                  <a:close/>
                  <a:moveTo>
                    <a:pt x="86" y="166"/>
                  </a:moveTo>
                  <a:cubicBezTo>
                    <a:pt x="70" y="166"/>
                    <a:pt x="53" y="186"/>
                    <a:pt x="33" y="186"/>
                  </a:cubicBezTo>
                  <a:lnTo>
                    <a:pt x="17" y="186"/>
                  </a:lnTo>
                  <a:lnTo>
                    <a:pt x="1" y="202"/>
                  </a:lnTo>
                  <a:lnTo>
                    <a:pt x="33" y="202"/>
                  </a:lnTo>
                  <a:cubicBezTo>
                    <a:pt x="53" y="186"/>
                    <a:pt x="70" y="186"/>
                    <a:pt x="86" y="1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0"/>
            <p:cNvSpPr/>
            <p:nvPr/>
          </p:nvSpPr>
          <p:spPr>
            <a:xfrm>
              <a:off x="2213982" y="949344"/>
              <a:ext cx="103596" cy="30195"/>
            </a:xfrm>
            <a:custGeom>
              <a:rect b="b" l="l" r="r" t="t"/>
              <a:pathLst>
                <a:path extrusionOk="0" h="304" w="1043">
                  <a:moveTo>
                    <a:pt x="1" y="0"/>
                  </a:moveTo>
                  <a:lnTo>
                    <a:pt x="1" y="16"/>
                  </a:lnTo>
                  <a:cubicBezTo>
                    <a:pt x="53" y="16"/>
                    <a:pt x="85" y="33"/>
                    <a:pt x="134" y="49"/>
                  </a:cubicBezTo>
                  <a:cubicBezTo>
                    <a:pt x="154" y="49"/>
                    <a:pt x="170" y="49"/>
                    <a:pt x="186" y="65"/>
                  </a:cubicBezTo>
                  <a:cubicBezTo>
                    <a:pt x="203" y="65"/>
                    <a:pt x="235" y="85"/>
                    <a:pt x="271" y="85"/>
                  </a:cubicBezTo>
                  <a:cubicBezTo>
                    <a:pt x="287" y="85"/>
                    <a:pt x="304" y="101"/>
                    <a:pt x="320" y="101"/>
                  </a:cubicBezTo>
                  <a:cubicBezTo>
                    <a:pt x="372" y="117"/>
                    <a:pt x="405" y="117"/>
                    <a:pt x="437" y="134"/>
                  </a:cubicBezTo>
                  <a:cubicBezTo>
                    <a:pt x="473" y="150"/>
                    <a:pt x="506" y="150"/>
                    <a:pt x="538" y="166"/>
                  </a:cubicBezTo>
                  <a:cubicBezTo>
                    <a:pt x="574" y="166"/>
                    <a:pt x="590" y="186"/>
                    <a:pt x="607" y="186"/>
                  </a:cubicBezTo>
                  <a:cubicBezTo>
                    <a:pt x="659" y="202"/>
                    <a:pt x="707" y="218"/>
                    <a:pt x="760" y="218"/>
                  </a:cubicBezTo>
                  <a:cubicBezTo>
                    <a:pt x="707" y="202"/>
                    <a:pt x="659" y="186"/>
                    <a:pt x="623" y="166"/>
                  </a:cubicBezTo>
                  <a:cubicBezTo>
                    <a:pt x="590" y="166"/>
                    <a:pt x="574" y="150"/>
                    <a:pt x="538" y="150"/>
                  </a:cubicBezTo>
                  <a:cubicBezTo>
                    <a:pt x="506" y="134"/>
                    <a:pt x="473" y="134"/>
                    <a:pt x="437" y="117"/>
                  </a:cubicBezTo>
                  <a:cubicBezTo>
                    <a:pt x="405" y="117"/>
                    <a:pt x="372" y="101"/>
                    <a:pt x="336" y="85"/>
                  </a:cubicBezTo>
                  <a:cubicBezTo>
                    <a:pt x="304" y="85"/>
                    <a:pt x="287" y="85"/>
                    <a:pt x="271" y="65"/>
                  </a:cubicBezTo>
                  <a:cubicBezTo>
                    <a:pt x="235" y="65"/>
                    <a:pt x="219" y="49"/>
                    <a:pt x="186" y="49"/>
                  </a:cubicBezTo>
                  <a:cubicBezTo>
                    <a:pt x="170" y="49"/>
                    <a:pt x="154" y="33"/>
                    <a:pt x="134" y="33"/>
                  </a:cubicBezTo>
                  <a:cubicBezTo>
                    <a:pt x="85" y="16"/>
                    <a:pt x="53" y="0"/>
                    <a:pt x="1" y="0"/>
                  </a:cubicBezTo>
                  <a:close/>
                  <a:moveTo>
                    <a:pt x="760" y="218"/>
                  </a:moveTo>
                  <a:lnTo>
                    <a:pt x="760" y="218"/>
                  </a:lnTo>
                  <a:cubicBezTo>
                    <a:pt x="825" y="251"/>
                    <a:pt x="909" y="267"/>
                    <a:pt x="978" y="287"/>
                  </a:cubicBezTo>
                  <a:cubicBezTo>
                    <a:pt x="994" y="303"/>
                    <a:pt x="1027" y="303"/>
                    <a:pt x="1043" y="303"/>
                  </a:cubicBezTo>
                  <a:lnTo>
                    <a:pt x="1043" y="287"/>
                  </a:lnTo>
                  <a:cubicBezTo>
                    <a:pt x="1027" y="287"/>
                    <a:pt x="994" y="287"/>
                    <a:pt x="978" y="267"/>
                  </a:cubicBezTo>
                  <a:cubicBezTo>
                    <a:pt x="909" y="251"/>
                    <a:pt x="825" y="235"/>
                    <a:pt x="760" y="2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0"/>
            <p:cNvSpPr/>
            <p:nvPr/>
          </p:nvSpPr>
          <p:spPr>
            <a:xfrm>
              <a:off x="2518115" y="499501"/>
              <a:ext cx="28606" cy="11720"/>
            </a:xfrm>
            <a:custGeom>
              <a:rect b="b" l="l" r="r" t="t"/>
              <a:pathLst>
                <a:path extrusionOk="0" h="118" w="288">
                  <a:moveTo>
                    <a:pt x="1" y="1"/>
                  </a:moveTo>
                  <a:lnTo>
                    <a:pt x="1" y="17"/>
                  </a:lnTo>
                  <a:cubicBezTo>
                    <a:pt x="37" y="33"/>
                    <a:pt x="69" y="33"/>
                    <a:pt x="102" y="49"/>
                  </a:cubicBezTo>
                  <a:cubicBezTo>
                    <a:pt x="154" y="69"/>
                    <a:pt x="203" y="86"/>
                    <a:pt x="255" y="118"/>
                  </a:cubicBezTo>
                  <a:lnTo>
                    <a:pt x="287" y="118"/>
                  </a:lnTo>
                  <a:lnTo>
                    <a:pt x="287" y="102"/>
                  </a:lnTo>
                  <a:lnTo>
                    <a:pt x="271" y="102"/>
                  </a:lnTo>
                  <a:cubicBezTo>
                    <a:pt x="203" y="86"/>
                    <a:pt x="154" y="69"/>
                    <a:pt x="102" y="33"/>
                  </a:cubicBezTo>
                  <a:cubicBezTo>
                    <a:pt x="69" y="33"/>
                    <a:pt x="37" y="1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0"/>
            <p:cNvSpPr/>
            <p:nvPr/>
          </p:nvSpPr>
          <p:spPr>
            <a:xfrm>
              <a:off x="1679117" y="511123"/>
              <a:ext cx="26619" cy="20163"/>
            </a:xfrm>
            <a:custGeom>
              <a:rect b="b" l="l" r="r" t="t"/>
              <a:pathLst>
                <a:path extrusionOk="0" h="203" w="268">
                  <a:moveTo>
                    <a:pt x="251" y="1"/>
                  </a:moveTo>
                  <a:lnTo>
                    <a:pt x="1" y="203"/>
                  </a:lnTo>
                  <a:lnTo>
                    <a:pt x="267" y="17"/>
                  </a:lnTo>
                  <a:lnTo>
                    <a:pt x="2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0"/>
            <p:cNvSpPr/>
            <p:nvPr/>
          </p:nvSpPr>
          <p:spPr>
            <a:xfrm>
              <a:off x="2504905" y="558103"/>
              <a:ext cx="28606" cy="10131"/>
            </a:xfrm>
            <a:custGeom>
              <a:rect b="b" l="l" r="r" t="t"/>
              <a:pathLst>
                <a:path extrusionOk="0" h="102" w="288">
                  <a:moveTo>
                    <a:pt x="0" y="1"/>
                  </a:moveTo>
                  <a:lnTo>
                    <a:pt x="53" y="33"/>
                  </a:lnTo>
                  <a:cubicBezTo>
                    <a:pt x="101" y="49"/>
                    <a:pt x="154" y="65"/>
                    <a:pt x="202" y="85"/>
                  </a:cubicBezTo>
                  <a:cubicBezTo>
                    <a:pt x="218" y="85"/>
                    <a:pt x="235" y="85"/>
                    <a:pt x="255" y="102"/>
                  </a:cubicBezTo>
                  <a:lnTo>
                    <a:pt x="287" y="102"/>
                  </a:lnTo>
                  <a:lnTo>
                    <a:pt x="287" y="85"/>
                  </a:lnTo>
                  <a:lnTo>
                    <a:pt x="255" y="85"/>
                  </a:lnTo>
                  <a:cubicBezTo>
                    <a:pt x="235" y="85"/>
                    <a:pt x="218" y="65"/>
                    <a:pt x="202" y="65"/>
                  </a:cubicBezTo>
                  <a:cubicBezTo>
                    <a:pt x="154" y="49"/>
                    <a:pt x="101" y="33"/>
                    <a:pt x="53" y="17"/>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0"/>
            <p:cNvSpPr/>
            <p:nvPr/>
          </p:nvSpPr>
          <p:spPr>
            <a:xfrm>
              <a:off x="2469943" y="476259"/>
              <a:ext cx="76778" cy="30195"/>
            </a:xfrm>
            <a:custGeom>
              <a:rect b="b" l="l" r="r" t="t"/>
              <a:pathLst>
                <a:path extrusionOk="0" h="304" w="773">
                  <a:moveTo>
                    <a:pt x="1" y="0"/>
                  </a:moveTo>
                  <a:lnTo>
                    <a:pt x="1" y="0"/>
                  </a:lnTo>
                  <a:cubicBezTo>
                    <a:pt x="82" y="33"/>
                    <a:pt x="150" y="65"/>
                    <a:pt x="235" y="101"/>
                  </a:cubicBezTo>
                  <a:cubicBezTo>
                    <a:pt x="284" y="118"/>
                    <a:pt x="320" y="134"/>
                    <a:pt x="368" y="150"/>
                  </a:cubicBezTo>
                  <a:lnTo>
                    <a:pt x="437" y="166"/>
                  </a:lnTo>
                  <a:lnTo>
                    <a:pt x="368" y="134"/>
                  </a:lnTo>
                  <a:cubicBezTo>
                    <a:pt x="336" y="118"/>
                    <a:pt x="284" y="101"/>
                    <a:pt x="235" y="81"/>
                  </a:cubicBezTo>
                  <a:cubicBezTo>
                    <a:pt x="166" y="49"/>
                    <a:pt x="82" y="17"/>
                    <a:pt x="1" y="0"/>
                  </a:cubicBezTo>
                  <a:close/>
                  <a:moveTo>
                    <a:pt x="437" y="166"/>
                  </a:moveTo>
                  <a:lnTo>
                    <a:pt x="437" y="166"/>
                  </a:lnTo>
                  <a:cubicBezTo>
                    <a:pt x="538" y="219"/>
                    <a:pt x="639" y="251"/>
                    <a:pt x="740" y="283"/>
                  </a:cubicBezTo>
                  <a:cubicBezTo>
                    <a:pt x="639" y="235"/>
                    <a:pt x="538" y="202"/>
                    <a:pt x="437" y="166"/>
                  </a:cubicBezTo>
                  <a:close/>
                  <a:moveTo>
                    <a:pt x="740" y="283"/>
                  </a:moveTo>
                  <a:lnTo>
                    <a:pt x="756" y="303"/>
                  </a:lnTo>
                  <a:lnTo>
                    <a:pt x="772" y="303"/>
                  </a:lnTo>
                  <a:lnTo>
                    <a:pt x="772" y="28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0"/>
            <p:cNvSpPr/>
            <p:nvPr/>
          </p:nvSpPr>
          <p:spPr>
            <a:xfrm>
              <a:off x="2219247" y="959376"/>
              <a:ext cx="78268" cy="21752"/>
            </a:xfrm>
            <a:custGeom>
              <a:rect b="b" l="l" r="r" t="t"/>
              <a:pathLst>
                <a:path extrusionOk="0" h="219" w="788">
                  <a:moveTo>
                    <a:pt x="0" y="0"/>
                  </a:moveTo>
                  <a:lnTo>
                    <a:pt x="0" y="16"/>
                  </a:lnTo>
                  <a:cubicBezTo>
                    <a:pt x="32" y="16"/>
                    <a:pt x="49" y="16"/>
                    <a:pt x="65" y="33"/>
                  </a:cubicBezTo>
                  <a:lnTo>
                    <a:pt x="117" y="33"/>
                  </a:lnTo>
                  <a:cubicBezTo>
                    <a:pt x="150" y="49"/>
                    <a:pt x="182" y="49"/>
                    <a:pt x="218" y="65"/>
                  </a:cubicBezTo>
                  <a:cubicBezTo>
                    <a:pt x="234" y="65"/>
                    <a:pt x="251" y="85"/>
                    <a:pt x="267" y="85"/>
                  </a:cubicBezTo>
                  <a:cubicBezTo>
                    <a:pt x="335" y="101"/>
                    <a:pt x="404" y="117"/>
                    <a:pt x="469" y="134"/>
                  </a:cubicBezTo>
                  <a:lnTo>
                    <a:pt x="521" y="150"/>
                  </a:lnTo>
                  <a:cubicBezTo>
                    <a:pt x="586" y="166"/>
                    <a:pt x="654" y="186"/>
                    <a:pt x="723" y="202"/>
                  </a:cubicBezTo>
                  <a:lnTo>
                    <a:pt x="772" y="218"/>
                  </a:lnTo>
                  <a:lnTo>
                    <a:pt x="788" y="218"/>
                  </a:lnTo>
                  <a:lnTo>
                    <a:pt x="788" y="202"/>
                  </a:lnTo>
                  <a:lnTo>
                    <a:pt x="723" y="186"/>
                  </a:lnTo>
                  <a:cubicBezTo>
                    <a:pt x="654" y="166"/>
                    <a:pt x="586" y="150"/>
                    <a:pt x="521" y="134"/>
                  </a:cubicBezTo>
                  <a:lnTo>
                    <a:pt x="469" y="117"/>
                  </a:lnTo>
                  <a:cubicBezTo>
                    <a:pt x="404" y="101"/>
                    <a:pt x="335" y="85"/>
                    <a:pt x="267" y="65"/>
                  </a:cubicBezTo>
                  <a:cubicBezTo>
                    <a:pt x="251" y="65"/>
                    <a:pt x="234" y="65"/>
                    <a:pt x="218" y="49"/>
                  </a:cubicBezTo>
                  <a:cubicBezTo>
                    <a:pt x="182" y="49"/>
                    <a:pt x="150" y="33"/>
                    <a:pt x="117" y="16"/>
                  </a:cubicBezTo>
                  <a:lnTo>
                    <a:pt x="81" y="16"/>
                  </a:lnTo>
                  <a:cubicBezTo>
                    <a:pt x="49" y="0"/>
                    <a:pt x="32"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0"/>
            <p:cNvSpPr/>
            <p:nvPr/>
          </p:nvSpPr>
          <p:spPr>
            <a:xfrm>
              <a:off x="1824430" y="855383"/>
              <a:ext cx="6853" cy="87207"/>
            </a:xfrm>
            <a:custGeom>
              <a:rect b="b" l="l" r="r" t="t"/>
              <a:pathLst>
                <a:path extrusionOk="0" h="878" w="69">
                  <a:moveTo>
                    <a:pt x="0" y="1"/>
                  </a:moveTo>
                  <a:lnTo>
                    <a:pt x="0" y="21"/>
                  </a:lnTo>
                  <a:cubicBezTo>
                    <a:pt x="36" y="37"/>
                    <a:pt x="53" y="70"/>
                    <a:pt x="53" y="86"/>
                  </a:cubicBezTo>
                  <a:cubicBezTo>
                    <a:pt x="36" y="138"/>
                    <a:pt x="36" y="171"/>
                    <a:pt x="53" y="203"/>
                  </a:cubicBezTo>
                  <a:cubicBezTo>
                    <a:pt x="53" y="171"/>
                    <a:pt x="53" y="138"/>
                    <a:pt x="69" y="102"/>
                  </a:cubicBezTo>
                  <a:cubicBezTo>
                    <a:pt x="69" y="54"/>
                    <a:pt x="53" y="37"/>
                    <a:pt x="0" y="1"/>
                  </a:cubicBezTo>
                  <a:close/>
                  <a:moveTo>
                    <a:pt x="53" y="255"/>
                  </a:moveTo>
                  <a:cubicBezTo>
                    <a:pt x="36" y="389"/>
                    <a:pt x="36" y="526"/>
                    <a:pt x="36" y="676"/>
                  </a:cubicBezTo>
                  <a:lnTo>
                    <a:pt x="36" y="829"/>
                  </a:lnTo>
                  <a:lnTo>
                    <a:pt x="53" y="676"/>
                  </a:lnTo>
                  <a:lnTo>
                    <a:pt x="53" y="255"/>
                  </a:lnTo>
                  <a:close/>
                  <a:moveTo>
                    <a:pt x="36" y="829"/>
                  </a:moveTo>
                  <a:cubicBezTo>
                    <a:pt x="36" y="845"/>
                    <a:pt x="16" y="861"/>
                    <a:pt x="36" y="878"/>
                  </a:cubicBezTo>
                  <a:lnTo>
                    <a:pt x="53" y="861"/>
                  </a:lnTo>
                  <a:cubicBezTo>
                    <a:pt x="36" y="845"/>
                    <a:pt x="36" y="845"/>
                    <a:pt x="36" y="8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0"/>
            <p:cNvSpPr/>
            <p:nvPr/>
          </p:nvSpPr>
          <p:spPr>
            <a:xfrm>
              <a:off x="1667496" y="793603"/>
              <a:ext cx="65058" cy="38637"/>
            </a:xfrm>
            <a:custGeom>
              <a:rect b="b" l="l" r="r" t="t"/>
              <a:pathLst>
                <a:path extrusionOk="0" h="389" w="655">
                  <a:moveTo>
                    <a:pt x="655" y="1"/>
                  </a:moveTo>
                  <a:cubicBezTo>
                    <a:pt x="623" y="1"/>
                    <a:pt x="606" y="17"/>
                    <a:pt x="570" y="37"/>
                  </a:cubicBezTo>
                  <a:lnTo>
                    <a:pt x="554" y="37"/>
                  </a:lnTo>
                  <a:cubicBezTo>
                    <a:pt x="469" y="102"/>
                    <a:pt x="368" y="154"/>
                    <a:pt x="283" y="203"/>
                  </a:cubicBezTo>
                  <a:cubicBezTo>
                    <a:pt x="203" y="255"/>
                    <a:pt x="134" y="288"/>
                    <a:pt x="65" y="340"/>
                  </a:cubicBezTo>
                  <a:cubicBezTo>
                    <a:pt x="134" y="304"/>
                    <a:pt x="219" y="255"/>
                    <a:pt x="283" y="219"/>
                  </a:cubicBezTo>
                  <a:cubicBezTo>
                    <a:pt x="384" y="171"/>
                    <a:pt x="469" y="102"/>
                    <a:pt x="570" y="53"/>
                  </a:cubicBezTo>
                  <a:lnTo>
                    <a:pt x="586" y="37"/>
                  </a:lnTo>
                  <a:cubicBezTo>
                    <a:pt x="606" y="17"/>
                    <a:pt x="623" y="17"/>
                    <a:pt x="655" y="17"/>
                  </a:cubicBezTo>
                  <a:lnTo>
                    <a:pt x="655" y="1"/>
                  </a:lnTo>
                  <a:close/>
                  <a:moveTo>
                    <a:pt x="65" y="340"/>
                  </a:moveTo>
                  <a:cubicBezTo>
                    <a:pt x="49" y="340"/>
                    <a:pt x="49" y="340"/>
                    <a:pt x="33" y="356"/>
                  </a:cubicBezTo>
                  <a:cubicBezTo>
                    <a:pt x="17" y="356"/>
                    <a:pt x="17" y="373"/>
                    <a:pt x="1" y="373"/>
                  </a:cubicBezTo>
                  <a:lnTo>
                    <a:pt x="1" y="389"/>
                  </a:lnTo>
                  <a:cubicBezTo>
                    <a:pt x="17" y="373"/>
                    <a:pt x="33" y="373"/>
                    <a:pt x="49" y="356"/>
                  </a:cubicBezTo>
                  <a:lnTo>
                    <a:pt x="65" y="34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0"/>
            <p:cNvSpPr/>
            <p:nvPr/>
          </p:nvSpPr>
          <p:spPr>
            <a:xfrm>
              <a:off x="1941534" y="191793"/>
              <a:ext cx="799368" cy="324693"/>
            </a:xfrm>
            <a:custGeom>
              <a:rect b="b" l="l" r="r" t="t"/>
              <a:pathLst>
                <a:path extrusionOk="0" h="3269" w="8048">
                  <a:moveTo>
                    <a:pt x="1" y="0"/>
                  </a:moveTo>
                  <a:lnTo>
                    <a:pt x="1" y="17"/>
                  </a:lnTo>
                  <a:cubicBezTo>
                    <a:pt x="49" y="17"/>
                    <a:pt x="69" y="17"/>
                    <a:pt x="102" y="37"/>
                  </a:cubicBezTo>
                  <a:cubicBezTo>
                    <a:pt x="118" y="53"/>
                    <a:pt x="134" y="53"/>
                    <a:pt x="134" y="53"/>
                  </a:cubicBezTo>
                  <a:cubicBezTo>
                    <a:pt x="287" y="101"/>
                    <a:pt x="421" y="170"/>
                    <a:pt x="554" y="219"/>
                  </a:cubicBezTo>
                  <a:lnTo>
                    <a:pt x="675" y="271"/>
                  </a:lnTo>
                  <a:cubicBezTo>
                    <a:pt x="776" y="303"/>
                    <a:pt x="893" y="356"/>
                    <a:pt x="994" y="404"/>
                  </a:cubicBezTo>
                  <a:lnTo>
                    <a:pt x="1128" y="457"/>
                  </a:lnTo>
                  <a:cubicBezTo>
                    <a:pt x="1245" y="505"/>
                    <a:pt x="1346" y="542"/>
                    <a:pt x="1463" y="590"/>
                  </a:cubicBezTo>
                  <a:cubicBezTo>
                    <a:pt x="1532" y="622"/>
                    <a:pt x="1600" y="643"/>
                    <a:pt x="1665" y="675"/>
                  </a:cubicBezTo>
                  <a:cubicBezTo>
                    <a:pt x="1835" y="744"/>
                    <a:pt x="2020" y="808"/>
                    <a:pt x="2206" y="893"/>
                  </a:cubicBezTo>
                  <a:cubicBezTo>
                    <a:pt x="2372" y="962"/>
                    <a:pt x="2542" y="1026"/>
                    <a:pt x="2711" y="1095"/>
                  </a:cubicBezTo>
                  <a:cubicBezTo>
                    <a:pt x="2796" y="1127"/>
                    <a:pt x="2861" y="1164"/>
                    <a:pt x="2929" y="1180"/>
                  </a:cubicBezTo>
                  <a:cubicBezTo>
                    <a:pt x="3131" y="1265"/>
                    <a:pt x="3333" y="1350"/>
                    <a:pt x="3535" y="1414"/>
                  </a:cubicBezTo>
                  <a:cubicBezTo>
                    <a:pt x="3333" y="1329"/>
                    <a:pt x="3131" y="1249"/>
                    <a:pt x="2946" y="1180"/>
                  </a:cubicBezTo>
                  <a:cubicBezTo>
                    <a:pt x="2861" y="1148"/>
                    <a:pt x="2796" y="1111"/>
                    <a:pt x="2711" y="1079"/>
                  </a:cubicBezTo>
                  <a:cubicBezTo>
                    <a:pt x="2542" y="1010"/>
                    <a:pt x="2372" y="946"/>
                    <a:pt x="2206" y="877"/>
                  </a:cubicBezTo>
                  <a:cubicBezTo>
                    <a:pt x="2020" y="808"/>
                    <a:pt x="1851" y="723"/>
                    <a:pt x="1685" y="659"/>
                  </a:cubicBezTo>
                  <a:cubicBezTo>
                    <a:pt x="1616" y="643"/>
                    <a:pt x="1532" y="606"/>
                    <a:pt x="1463" y="574"/>
                  </a:cubicBezTo>
                  <a:cubicBezTo>
                    <a:pt x="1362" y="542"/>
                    <a:pt x="1245" y="489"/>
                    <a:pt x="1128" y="441"/>
                  </a:cubicBezTo>
                  <a:lnTo>
                    <a:pt x="1011" y="388"/>
                  </a:lnTo>
                  <a:cubicBezTo>
                    <a:pt x="893" y="340"/>
                    <a:pt x="776" y="303"/>
                    <a:pt x="675" y="255"/>
                  </a:cubicBezTo>
                  <a:lnTo>
                    <a:pt x="574" y="202"/>
                  </a:lnTo>
                  <a:cubicBezTo>
                    <a:pt x="421" y="154"/>
                    <a:pt x="287" y="101"/>
                    <a:pt x="134" y="37"/>
                  </a:cubicBezTo>
                  <a:lnTo>
                    <a:pt x="118" y="37"/>
                  </a:lnTo>
                  <a:cubicBezTo>
                    <a:pt x="85" y="17"/>
                    <a:pt x="49" y="0"/>
                    <a:pt x="1" y="0"/>
                  </a:cubicBezTo>
                  <a:close/>
                  <a:moveTo>
                    <a:pt x="3535" y="1414"/>
                  </a:moveTo>
                  <a:lnTo>
                    <a:pt x="3636" y="1467"/>
                  </a:lnTo>
                  <a:cubicBezTo>
                    <a:pt x="3737" y="1499"/>
                    <a:pt x="3838" y="1552"/>
                    <a:pt x="3939" y="1584"/>
                  </a:cubicBezTo>
                  <a:cubicBezTo>
                    <a:pt x="4008" y="1616"/>
                    <a:pt x="4056" y="1632"/>
                    <a:pt x="4109" y="1669"/>
                  </a:cubicBezTo>
                  <a:cubicBezTo>
                    <a:pt x="4226" y="1701"/>
                    <a:pt x="4327" y="1754"/>
                    <a:pt x="4428" y="1786"/>
                  </a:cubicBezTo>
                  <a:cubicBezTo>
                    <a:pt x="4327" y="1733"/>
                    <a:pt x="4226" y="1701"/>
                    <a:pt x="4125" y="1653"/>
                  </a:cubicBezTo>
                  <a:cubicBezTo>
                    <a:pt x="4056" y="1632"/>
                    <a:pt x="4008" y="1600"/>
                    <a:pt x="3955" y="1584"/>
                  </a:cubicBezTo>
                  <a:cubicBezTo>
                    <a:pt x="3854" y="1531"/>
                    <a:pt x="3737" y="1499"/>
                    <a:pt x="3636" y="1451"/>
                  </a:cubicBezTo>
                  <a:lnTo>
                    <a:pt x="3535" y="1414"/>
                  </a:lnTo>
                  <a:close/>
                  <a:moveTo>
                    <a:pt x="4428" y="1786"/>
                  </a:moveTo>
                  <a:lnTo>
                    <a:pt x="4428" y="1786"/>
                  </a:lnTo>
                  <a:cubicBezTo>
                    <a:pt x="4513" y="1818"/>
                    <a:pt x="4594" y="1855"/>
                    <a:pt x="4679" y="1887"/>
                  </a:cubicBezTo>
                  <a:cubicBezTo>
                    <a:pt x="4715" y="1903"/>
                    <a:pt x="4747" y="1919"/>
                    <a:pt x="4780" y="1919"/>
                  </a:cubicBezTo>
                  <a:cubicBezTo>
                    <a:pt x="4747" y="1903"/>
                    <a:pt x="4715" y="1887"/>
                    <a:pt x="4695" y="1887"/>
                  </a:cubicBezTo>
                  <a:cubicBezTo>
                    <a:pt x="4614" y="1855"/>
                    <a:pt x="4529" y="1818"/>
                    <a:pt x="4428" y="1786"/>
                  </a:cubicBezTo>
                  <a:close/>
                  <a:moveTo>
                    <a:pt x="4780" y="1919"/>
                  </a:moveTo>
                  <a:cubicBezTo>
                    <a:pt x="4832" y="1956"/>
                    <a:pt x="4897" y="1972"/>
                    <a:pt x="4949" y="2004"/>
                  </a:cubicBezTo>
                  <a:cubicBezTo>
                    <a:pt x="5034" y="2036"/>
                    <a:pt x="5135" y="2073"/>
                    <a:pt x="5220" y="2105"/>
                  </a:cubicBezTo>
                  <a:cubicBezTo>
                    <a:pt x="5337" y="2158"/>
                    <a:pt x="5454" y="2206"/>
                    <a:pt x="5555" y="2238"/>
                  </a:cubicBezTo>
                  <a:cubicBezTo>
                    <a:pt x="5624" y="2275"/>
                    <a:pt x="5688" y="2291"/>
                    <a:pt x="5757" y="2323"/>
                  </a:cubicBezTo>
                  <a:cubicBezTo>
                    <a:pt x="5858" y="2376"/>
                    <a:pt x="5959" y="2408"/>
                    <a:pt x="6076" y="2461"/>
                  </a:cubicBezTo>
                  <a:cubicBezTo>
                    <a:pt x="6177" y="2493"/>
                    <a:pt x="6294" y="2541"/>
                    <a:pt x="6395" y="2578"/>
                  </a:cubicBezTo>
                  <a:cubicBezTo>
                    <a:pt x="6533" y="2626"/>
                    <a:pt x="6650" y="2679"/>
                    <a:pt x="6767" y="2727"/>
                  </a:cubicBezTo>
                  <a:cubicBezTo>
                    <a:pt x="6852" y="2764"/>
                    <a:pt x="6917" y="2796"/>
                    <a:pt x="7001" y="2828"/>
                  </a:cubicBezTo>
                  <a:lnTo>
                    <a:pt x="7086" y="2864"/>
                  </a:lnTo>
                  <a:cubicBezTo>
                    <a:pt x="7203" y="2913"/>
                    <a:pt x="7320" y="2965"/>
                    <a:pt x="7442" y="3014"/>
                  </a:cubicBezTo>
                  <a:cubicBezTo>
                    <a:pt x="7607" y="3083"/>
                    <a:pt x="7793" y="3147"/>
                    <a:pt x="8011" y="3232"/>
                  </a:cubicBezTo>
                  <a:cubicBezTo>
                    <a:pt x="8027" y="3232"/>
                    <a:pt x="8027" y="3248"/>
                    <a:pt x="8027" y="3268"/>
                  </a:cubicBezTo>
                  <a:lnTo>
                    <a:pt x="8048" y="3268"/>
                  </a:lnTo>
                  <a:cubicBezTo>
                    <a:pt x="8048" y="3248"/>
                    <a:pt x="8048" y="3232"/>
                    <a:pt x="8011" y="3216"/>
                  </a:cubicBezTo>
                  <a:cubicBezTo>
                    <a:pt x="7793" y="3131"/>
                    <a:pt x="7623" y="3066"/>
                    <a:pt x="7442" y="2998"/>
                  </a:cubicBezTo>
                  <a:cubicBezTo>
                    <a:pt x="7320" y="2945"/>
                    <a:pt x="7203" y="2897"/>
                    <a:pt x="7086" y="2844"/>
                  </a:cubicBezTo>
                  <a:lnTo>
                    <a:pt x="7001" y="2812"/>
                  </a:lnTo>
                  <a:cubicBezTo>
                    <a:pt x="6917" y="2780"/>
                    <a:pt x="6852" y="2743"/>
                    <a:pt x="6783" y="2727"/>
                  </a:cubicBezTo>
                  <a:cubicBezTo>
                    <a:pt x="6650" y="2679"/>
                    <a:pt x="6533" y="2626"/>
                    <a:pt x="6412" y="2578"/>
                  </a:cubicBezTo>
                  <a:cubicBezTo>
                    <a:pt x="6294" y="2525"/>
                    <a:pt x="6177" y="2477"/>
                    <a:pt x="6076" y="2440"/>
                  </a:cubicBezTo>
                  <a:cubicBezTo>
                    <a:pt x="5975" y="2392"/>
                    <a:pt x="5874" y="2360"/>
                    <a:pt x="5773" y="2307"/>
                  </a:cubicBezTo>
                  <a:cubicBezTo>
                    <a:pt x="5688" y="2291"/>
                    <a:pt x="5624" y="2259"/>
                    <a:pt x="5555" y="2222"/>
                  </a:cubicBezTo>
                  <a:cubicBezTo>
                    <a:pt x="5454" y="2190"/>
                    <a:pt x="5337" y="2137"/>
                    <a:pt x="5236" y="2089"/>
                  </a:cubicBezTo>
                  <a:cubicBezTo>
                    <a:pt x="5135" y="2057"/>
                    <a:pt x="5050" y="2020"/>
                    <a:pt x="4949" y="1988"/>
                  </a:cubicBezTo>
                  <a:cubicBezTo>
                    <a:pt x="4897" y="1972"/>
                    <a:pt x="4832" y="1935"/>
                    <a:pt x="4780" y="19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0"/>
            <p:cNvSpPr/>
            <p:nvPr/>
          </p:nvSpPr>
          <p:spPr>
            <a:xfrm>
              <a:off x="1692327" y="496323"/>
              <a:ext cx="27016" cy="20163"/>
            </a:xfrm>
            <a:custGeom>
              <a:rect b="b" l="l" r="r" t="t"/>
              <a:pathLst>
                <a:path extrusionOk="0" h="203" w="272">
                  <a:moveTo>
                    <a:pt x="255" y="0"/>
                  </a:moveTo>
                  <a:lnTo>
                    <a:pt x="1" y="182"/>
                  </a:lnTo>
                  <a:lnTo>
                    <a:pt x="1" y="202"/>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0"/>
            <p:cNvSpPr/>
            <p:nvPr/>
          </p:nvSpPr>
          <p:spPr>
            <a:xfrm>
              <a:off x="1667496" y="767182"/>
              <a:ext cx="66746" cy="38240"/>
            </a:xfrm>
            <a:custGeom>
              <a:rect b="b" l="l" r="r" t="t"/>
              <a:pathLst>
                <a:path extrusionOk="0" h="385" w="672">
                  <a:moveTo>
                    <a:pt x="655" y="0"/>
                  </a:moveTo>
                  <a:cubicBezTo>
                    <a:pt x="639" y="0"/>
                    <a:pt x="623" y="16"/>
                    <a:pt x="606" y="16"/>
                  </a:cubicBezTo>
                  <a:cubicBezTo>
                    <a:pt x="437" y="117"/>
                    <a:pt x="283" y="218"/>
                    <a:pt x="118" y="319"/>
                  </a:cubicBezTo>
                  <a:cubicBezTo>
                    <a:pt x="283" y="235"/>
                    <a:pt x="453" y="134"/>
                    <a:pt x="606" y="33"/>
                  </a:cubicBezTo>
                  <a:cubicBezTo>
                    <a:pt x="623" y="16"/>
                    <a:pt x="639" y="16"/>
                    <a:pt x="655" y="16"/>
                  </a:cubicBezTo>
                  <a:lnTo>
                    <a:pt x="671" y="16"/>
                  </a:lnTo>
                  <a:lnTo>
                    <a:pt x="655" y="0"/>
                  </a:lnTo>
                  <a:close/>
                  <a:moveTo>
                    <a:pt x="118" y="319"/>
                  </a:moveTo>
                  <a:lnTo>
                    <a:pt x="65" y="336"/>
                  </a:lnTo>
                  <a:lnTo>
                    <a:pt x="49" y="352"/>
                  </a:lnTo>
                  <a:cubicBezTo>
                    <a:pt x="33" y="368"/>
                    <a:pt x="33" y="368"/>
                    <a:pt x="17" y="368"/>
                  </a:cubicBezTo>
                  <a:lnTo>
                    <a:pt x="1" y="384"/>
                  </a:lnTo>
                  <a:lnTo>
                    <a:pt x="17" y="384"/>
                  </a:lnTo>
                  <a:cubicBezTo>
                    <a:pt x="33" y="384"/>
                    <a:pt x="49" y="368"/>
                    <a:pt x="65" y="368"/>
                  </a:cubicBezTo>
                  <a:lnTo>
                    <a:pt x="81" y="352"/>
                  </a:lnTo>
                  <a:lnTo>
                    <a:pt x="118" y="3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0"/>
            <p:cNvSpPr/>
            <p:nvPr/>
          </p:nvSpPr>
          <p:spPr>
            <a:xfrm>
              <a:off x="1705637" y="489470"/>
              <a:ext cx="26917" cy="21752"/>
            </a:xfrm>
            <a:custGeom>
              <a:rect b="b" l="l" r="r" t="t"/>
              <a:pathLst>
                <a:path extrusionOk="0" h="219" w="271">
                  <a:moveTo>
                    <a:pt x="271" y="1"/>
                  </a:moveTo>
                  <a:lnTo>
                    <a:pt x="0" y="219"/>
                  </a:lnTo>
                  <a:lnTo>
                    <a:pt x="271" y="17"/>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0"/>
            <p:cNvSpPr/>
            <p:nvPr/>
          </p:nvSpPr>
          <p:spPr>
            <a:xfrm>
              <a:off x="2257288" y="947755"/>
              <a:ext cx="55523" cy="16488"/>
            </a:xfrm>
            <a:custGeom>
              <a:rect b="b" l="l" r="r" t="t"/>
              <a:pathLst>
                <a:path extrusionOk="0" h="166" w="559">
                  <a:moveTo>
                    <a:pt x="1" y="0"/>
                  </a:moveTo>
                  <a:lnTo>
                    <a:pt x="1" y="0"/>
                  </a:lnTo>
                  <a:cubicBezTo>
                    <a:pt x="53" y="16"/>
                    <a:pt x="122" y="32"/>
                    <a:pt x="187" y="65"/>
                  </a:cubicBezTo>
                  <a:cubicBezTo>
                    <a:pt x="203" y="65"/>
                    <a:pt x="223" y="65"/>
                    <a:pt x="239" y="81"/>
                  </a:cubicBezTo>
                  <a:cubicBezTo>
                    <a:pt x="288" y="81"/>
                    <a:pt x="340" y="101"/>
                    <a:pt x="389" y="117"/>
                  </a:cubicBezTo>
                  <a:lnTo>
                    <a:pt x="425" y="133"/>
                  </a:lnTo>
                  <a:cubicBezTo>
                    <a:pt x="457" y="133"/>
                    <a:pt x="490" y="150"/>
                    <a:pt x="526" y="150"/>
                  </a:cubicBezTo>
                  <a:cubicBezTo>
                    <a:pt x="490" y="133"/>
                    <a:pt x="457" y="133"/>
                    <a:pt x="425" y="117"/>
                  </a:cubicBezTo>
                  <a:lnTo>
                    <a:pt x="389" y="101"/>
                  </a:lnTo>
                  <a:cubicBezTo>
                    <a:pt x="340" y="101"/>
                    <a:pt x="288" y="81"/>
                    <a:pt x="239" y="65"/>
                  </a:cubicBezTo>
                  <a:cubicBezTo>
                    <a:pt x="223" y="65"/>
                    <a:pt x="203" y="49"/>
                    <a:pt x="187" y="49"/>
                  </a:cubicBezTo>
                  <a:cubicBezTo>
                    <a:pt x="122" y="32"/>
                    <a:pt x="70" y="16"/>
                    <a:pt x="1" y="0"/>
                  </a:cubicBezTo>
                  <a:close/>
                  <a:moveTo>
                    <a:pt x="526" y="150"/>
                  </a:moveTo>
                  <a:lnTo>
                    <a:pt x="558" y="166"/>
                  </a:lnTo>
                  <a:lnTo>
                    <a:pt x="558" y="15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0"/>
            <p:cNvSpPr/>
            <p:nvPr/>
          </p:nvSpPr>
          <p:spPr>
            <a:xfrm>
              <a:off x="2259374" y="342270"/>
              <a:ext cx="100318" cy="46981"/>
            </a:xfrm>
            <a:custGeom>
              <a:rect b="b" l="l" r="r" t="t"/>
              <a:pathLst>
                <a:path extrusionOk="0" h="473" w="1010">
                  <a:moveTo>
                    <a:pt x="0" y="0"/>
                  </a:moveTo>
                  <a:cubicBezTo>
                    <a:pt x="32" y="0"/>
                    <a:pt x="32" y="16"/>
                    <a:pt x="49" y="16"/>
                  </a:cubicBezTo>
                  <a:cubicBezTo>
                    <a:pt x="65" y="16"/>
                    <a:pt x="65" y="37"/>
                    <a:pt x="81" y="37"/>
                  </a:cubicBezTo>
                  <a:cubicBezTo>
                    <a:pt x="150" y="53"/>
                    <a:pt x="218" y="85"/>
                    <a:pt x="283" y="117"/>
                  </a:cubicBezTo>
                  <a:cubicBezTo>
                    <a:pt x="303" y="117"/>
                    <a:pt x="335" y="138"/>
                    <a:pt x="351" y="138"/>
                  </a:cubicBezTo>
                  <a:cubicBezTo>
                    <a:pt x="335" y="117"/>
                    <a:pt x="319" y="101"/>
                    <a:pt x="283" y="101"/>
                  </a:cubicBezTo>
                  <a:cubicBezTo>
                    <a:pt x="218" y="69"/>
                    <a:pt x="150" y="53"/>
                    <a:pt x="81" y="16"/>
                  </a:cubicBezTo>
                  <a:lnTo>
                    <a:pt x="65" y="16"/>
                  </a:lnTo>
                  <a:cubicBezTo>
                    <a:pt x="49" y="0"/>
                    <a:pt x="32" y="0"/>
                    <a:pt x="0" y="0"/>
                  </a:cubicBezTo>
                  <a:close/>
                  <a:moveTo>
                    <a:pt x="351" y="138"/>
                  </a:moveTo>
                  <a:cubicBezTo>
                    <a:pt x="368" y="154"/>
                    <a:pt x="404" y="154"/>
                    <a:pt x="420" y="170"/>
                  </a:cubicBezTo>
                  <a:cubicBezTo>
                    <a:pt x="469" y="186"/>
                    <a:pt x="537" y="218"/>
                    <a:pt x="606" y="239"/>
                  </a:cubicBezTo>
                  <a:cubicBezTo>
                    <a:pt x="654" y="255"/>
                    <a:pt x="707" y="271"/>
                    <a:pt x="755" y="287"/>
                  </a:cubicBezTo>
                  <a:cubicBezTo>
                    <a:pt x="707" y="271"/>
                    <a:pt x="654" y="239"/>
                    <a:pt x="606" y="218"/>
                  </a:cubicBezTo>
                  <a:cubicBezTo>
                    <a:pt x="537" y="202"/>
                    <a:pt x="485" y="170"/>
                    <a:pt x="420" y="154"/>
                  </a:cubicBezTo>
                  <a:cubicBezTo>
                    <a:pt x="404" y="154"/>
                    <a:pt x="384" y="138"/>
                    <a:pt x="351" y="138"/>
                  </a:cubicBezTo>
                  <a:close/>
                  <a:moveTo>
                    <a:pt x="755" y="287"/>
                  </a:moveTo>
                  <a:lnTo>
                    <a:pt x="755" y="287"/>
                  </a:lnTo>
                  <a:cubicBezTo>
                    <a:pt x="808" y="319"/>
                    <a:pt x="873" y="340"/>
                    <a:pt x="925" y="372"/>
                  </a:cubicBezTo>
                  <a:lnTo>
                    <a:pt x="941" y="372"/>
                  </a:lnTo>
                  <a:cubicBezTo>
                    <a:pt x="957" y="372"/>
                    <a:pt x="974" y="372"/>
                    <a:pt x="974" y="388"/>
                  </a:cubicBezTo>
                  <a:lnTo>
                    <a:pt x="974" y="404"/>
                  </a:lnTo>
                  <a:cubicBezTo>
                    <a:pt x="990" y="420"/>
                    <a:pt x="990" y="441"/>
                    <a:pt x="974" y="457"/>
                  </a:cubicBezTo>
                  <a:lnTo>
                    <a:pt x="974" y="473"/>
                  </a:lnTo>
                  <a:lnTo>
                    <a:pt x="990" y="473"/>
                  </a:lnTo>
                  <a:cubicBezTo>
                    <a:pt x="1010" y="441"/>
                    <a:pt x="990" y="420"/>
                    <a:pt x="990" y="404"/>
                  </a:cubicBezTo>
                  <a:lnTo>
                    <a:pt x="990" y="388"/>
                  </a:lnTo>
                  <a:cubicBezTo>
                    <a:pt x="974" y="372"/>
                    <a:pt x="957" y="356"/>
                    <a:pt x="941" y="356"/>
                  </a:cubicBezTo>
                  <a:cubicBezTo>
                    <a:pt x="873" y="340"/>
                    <a:pt x="808" y="303"/>
                    <a:pt x="755" y="2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0"/>
            <p:cNvSpPr/>
            <p:nvPr/>
          </p:nvSpPr>
          <p:spPr>
            <a:xfrm>
              <a:off x="2486431" y="442588"/>
              <a:ext cx="27016" cy="11720"/>
            </a:xfrm>
            <a:custGeom>
              <a:rect b="b" l="l" r="r" t="t"/>
              <a:pathLst>
                <a:path extrusionOk="0" h="118" w="272">
                  <a:moveTo>
                    <a:pt x="0" y="0"/>
                  </a:moveTo>
                  <a:lnTo>
                    <a:pt x="0" y="16"/>
                  </a:lnTo>
                  <a:cubicBezTo>
                    <a:pt x="17" y="16"/>
                    <a:pt x="37" y="16"/>
                    <a:pt x="53" y="37"/>
                  </a:cubicBezTo>
                  <a:lnTo>
                    <a:pt x="85" y="37"/>
                  </a:lnTo>
                  <a:lnTo>
                    <a:pt x="69" y="16"/>
                  </a:lnTo>
                  <a:cubicBezTo>
                    <a:pt x="53" y="16"/>
                    <a:pt x="17" y="0"/>
                    <a:pt x="0" y="0"/>
                  </a:cubicBezTo>
                  <a:close/>
                  <a:moveTo>
                    <a:pt x="85" y="37"/>
                  </a:moveTo>
                  <a:cubicBezTo>
                    <a:pt x="101" y="53"/>
                    <a:pt x="118" y="53"/>
                    <a:pt x="154" y="69"/>
                  </a:cubicBezTo>
                  <a:cubicBezTo>
                    <a:pt x="186" y="85"/>
                    <a:pt x="219" y="101"/>
                    <a:pt x="271" y="117"/>
                  </a:cubicBezTo>
                  <a:lnTo>
                    <a:pt x="271" y="101"/>
                  </a:lnTo>
                  <a:cubicBezTo>
                    <a:pt x="219" y="85"/>
                    <a:pt x="186" y="69"/>
                    <a:pt x="154" y="53"/>
                  </a:cubicBezTo>
                  <a:cubicBezTo>
                    <a:pt x="138" y="53"/>
                    <a:pt x="101" y="37"/>
                    <a:pt x="85"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0"/>
            <p:cNvSpPr/>
            <p:nvPr/>
          </p:nvSpPr>
          <p:spPr>
            <a:xfrm>
              <a:off x="1944712" y="554528"/>
              <a:ext cx="202325" cy="62277"/>
            </a:xfrm>
            <a:custGeom>
              <a:rect b="b" l="l" r="r" t="t"/>
              <a:pathLst>
                <a:path extrusionOk="0" h="627" w="2037">
                  <a:moveTo>
                    <a:pt x="1" y="0"/>
                  </a:moveTo>
                  <a:lnTo>
                    <a:pt x="17" y="20"/>
                  </a:lnTo>
                  <a:lnTo>
                    <a:pt x="70" y="20"/>
                  </a:lnTo>
                  <a:cubicBezTo>
                    <a:pt x="118" y="37"/>
                    <a:pt x="171" y="53"/>
                    <a:pt x="219" y="69"/>
                  </a:cubicBezTo>
                  <a:cubicBezTo>
                    <a:pt x="239" y="69"/>
                    <a:pt x="255" y="69"/>
                    <a:pt x="272" y="85"/>
                  </a:cubicBezTo>
                  <a:cubicBezTo>
                    <a:pt x="441" y="138"/>
                    <a:pt x="607" y="186"/>
                    <a:pt x="760" y="239"/>
                  </a:cubicBezTo>
                  <a:lnTo>
                    <a:pt x="926" y="287"/>
                  </a:lnTo>
                  <a:cubicBezTo>
                    <a:pt x="962" y="287"/>
                    <a:pt x="995" y="303"/>
                    <a:pt x="1027" y="323"/>
                  </a:cubicBezTo>
                  <a:cubicBezTo>
                    <a:pt x="1112" y="340"/>
                    <a:pt x="1181" y="356"/>
                    <a:pt x="1249" y="388"/>
                  </a:cubicBezTo>
                  <a:cubicBezTo>
                    <a:pt x="1330" y="404"/>
                    <a:pt x="1399" y="441"/>
                    <a:pt x="1483" y="457"/>
                  </a:cubicBezTo>
                  <a:cubicBezTo>
                    <a:pt x="1516" y="473"/>
                    <a:pt x="1568" y="489"/>
                    <a:pt x="1601" y="489"/>
                  </a:cubicBezTo>
                  <a:cubicBezTo>
                    <a:pt x="1568" y="473"/>
                    <a:pt x="1532" y="457"/>
                    <a:pt x="1483" y="441"/>
                  </a:cubicBezTo>
                  <a:cubicBezTo>
                    <a:pt x="1399" y="424"/>
                    <a:pt x="1330" y="404"/>
                    <a:pt x="1265" y="372"/>
                  </a:cubicBezTo>
                  <a:cubicBezTo>
                    <a:pt x="1181" y="356"/>
                    <a:pt x="1112" y="323"/>
                    <a:pt x="1027" y="303"/>
                  </a:cubicBezTo>
                  <a:cubicBezTo>
                    <a:pt x="995" y="287"/>
                    <a:pt x="962" y="287"/>
                    <a:pt x="926" y="271"/>
                  </a:cubicBezTo>
                  <a:lnTo>
                    <a:pt x="777" y="222"/>
                  </a:lnTo>
                  <a:cubicBezTo>
                    <a:pt x="607" y="170"/>
                    <a:pt x="441" y="121"/>
                    <a:pt x="272" y="69"/>
                  </a:cubicBezTo>
                  <a:cubicBezTo>
                    <a:pt x="255" y="69"/>
                    <a:pt x="239" y="53"/>
                    <a:pt x="219" y="53"/>
                  </a:cubicBezTo>
                  <a:cubicBezTo>
                    <a:pt x="171" y="37"/>
                    <a:pt x="118" y="20"/>
                    <a:pt x="70" y="0"/>
                  </a:cubicBezTo>
                  <a:close/>
                  <a:moveTo>
                    <a:pt x="1601" y="489"/>
                  </a:moveTo>
                  <a:lnTo>
                    <a:pt x="1633" y="505"/>
                  </a:lnTo>
                  <a:cubicBezTo>
                    <a:pt x="1669" y="505"/>
                    <a:pt x="1685" y="525"/>
                    <a:pt x="1718" y="525"/>
                  </a:cubicBezTo>
                  <a:cubicBezTo>
                    <a:pt x="1685" y="505"/>
                    <a:pt x="1669" y="505"/>
                    <a:pt x="1633" y="489"/>
                  </a:cubicBezTo>
                  <a:close/>
                  <a:moveTo>
                    <a:pt x="1718" y="525"/>
                  </a:moveTo>
                  <a:cubicBezTo>
                    <a:pt x="1754" y="542"/>
                    <a:pt x="1803" y="558"/>
                    <a:pt x="1835" y="574"/>
                  </a:cubicBezTo>
                  <a:cubicBezTo>
                    <a:pt x="1887" y="590"/>
                    <a:pt x="1920" y="590"/>
                    <a:pt x="1972" y="606"/>
                  </a:cubicBezTo>
                  <a:lnTo>
                    <a:pt x="2021" y="626"/>
                  </a:lnTo>
                  <a:lnTo>
                    <a:pt x="2037" y="626"/>
                  </a:lnTo>
                  <a:lnTo>
                    <a:pt x="2021" y="606"/>
                  </a:lnTo>
                  <a:lnTo>
                    <a:pt x="1972" y="590"/>
                  </a:lnTo>
                  <a:cubicBezTo>
                    <a:pt x="1920" y="590"/>
                    <a:pt x="1887" y="574"/>
                    <a:pt x="1835" y="558"/>
                  </a:cubicBezTo>
                  <a:cubicBezTo>
                    <a:pt x="1803" y="542"/>
                    <a:pt x="1754" y="525"/>
                    <a:pt x="1718" y="5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0"/>
            <p:cNvSpPr/>
            <p:nvPr/>
          </p:nvSpPr>
          <p:spPr>
            <a:xfrm>
              <a:off x="1946401" y="648390"/>
              <a:ext cx="321018" cy="96842"/>
            </a:xfrm>
            <a:custGeom>
              <a:rect b="b" l="l" r="r" t="t"/>
              <a:pathLst>
                <a:path extrusionOk="0" h="975" w="3232">
                  <a:moveTo>
                    <a:pt x="0" y="1"/>
                  </a:moveTo>
                  <a:lnTo>
                    <a:pt x="0" y="17"/>
                  </a:lnTo>
                  <a:cubicBezTo>
                    <a:pt x="53" y="17"/>
                    <a:pt x="85" y="33"/>
                    <a:pt x="121" y="49"/>
                  </a:cubicBezTo>
                  <a:cubicBezTo>
                    <a:pt x="137" y="49"/>
                    <a:pt x="154" y="49"/>
                    <a:pt x="170" y="65"/>
                  </a:cubicBezTo>
                  <a:cubicBezTo>
                    <a:pt x="271" y="85"/>
                    <a:pt x="372" y="118"/>
                    <a:pt x="473" y="150"/>
                  </a:cubicBezTo>
                  <a:lnTo>
                    <a:pt x="541" y="166"/>
                  </a:lnTo>
                  <a:cubicBezTo>
                    <a:pt x="626" y="202"/>
                    <a:pt x="727" y="219"/>
                    <a:pt x="808" y="251"/>
                  </a:cubicBezTo>
                  <a:cubicBezTo>
                    <a:pt x="929" y="287"/>
                    <a:pt x="1046" y="320"/>
                    <a:pt x="1164" y="352"/>
                  </a:cubicBezTo>
                  <a:cubicBezTo>
                    <a:pt x="1265" y="388"/>
                    <a:pt x="1366" y="421"/>
                    <a:pt x="1483" y="453"/>
                  </a:cubicBezTo>
                  <a:cubicBezTo>
                    <a:pt x="1551" y="469"/>
                    <a:pt x="1616" y="489"/>
                    <a:pt x="1685" y="505"/>
                  </a:cubicBezTo>
                  <a:cubicBezTo>
                    <a:pt x="1616" y="469"/>
                    <a:pt x="1551" y="453"/>
                    <a:pt x="1483" y="437"/>
                  </a:cubicBezTo>
                  <a:cubicBezTo>
                    <a:pt x="1382" y="404"/>
                    <a:pt x="1265" y="368"/>
                    <a:pt x="1164" y="336"/>
                  </a:cubicBezTo>
                  <a:cubicBezTo>
                    <a:pt x="1046" y="303"/>
                    <a:pt x="929" y="267"/>
                    <a:pt x="808" y="235"/>
                  </a:cubicBezTo>
                  <a:cubicBezTo>
                    <a:pt x="727" y="202"/>
                    <a:pt x="642" y="186"/>
                    <a:pt x="541" y="150"/>
                  </a:cubicBezTo>
                  <a:lnTo>
                    <a:pt x="473" y="134"/>
                  </a:lnTo>
                  <a:cubicBezTo>
                    <a:pt x="372" y="102"/>
                    <a:pt x="271" y="65"/>
                    <a:pt x="170" y="49"/>
                  </a:cubicBezTo>
                  <a:cubicBezTo>
                    <a:pt x="154" y="49"/>
                    <a:pt x="137" y="33"/>
                    <a:pt x="137" y="33"/>
                  </a:cubicBezTo>
                  <a:cubicBezTo>
                    <a:pt x="85" y="17"/>
                    <a:pt x="53" y="1"/>
                    <a:pt x="0" y="1"/>
                  </a:cubicBezTo>
                  <a:close/>
                  <a:moveTo>
                    <a:pt x="1685" y="505"/>
                  </a:moveTo>
                  <a:cubicBezTo>
                    <a:pt x="1701" y="522"/>
                    <a:pt x="1717" y="522"/>
                    <a:pt x="1717" y="522"/>
                  </a:cubicBezTo>
                  <a:cubicBezTo>
                    <a:pt x="1769" y="538"/>
                    <a:pt x="1818" y="554"/>
                    <a:pt x="1870" y="570"/>
                  </a:cubicBezTo>
                  <a:cubicBezTo>
                    <a:pt x="1903" y="570"/>
                    <a:pt x="1939" y="590"/>
                    <a:pt x="1971" y="590"/>
                  </a:cubicBezTo>
                  <a:cubicBezTo>
                    <a:pt x="1939" y="570"/>
                    <a:pt x="1903" y="570"/>
                    <a:pt x="1870" y="554"/>
                  </a:cubicBezTo>
                  <a:cubicBezTo>
                    <a:pt x="1818" y="538"/>
                    <a:pt x="1769" y="522"/>
                    <a:pt x="1737" y="505"/>
                  </a:cubicBezTo>
                  <a:close/>
                  <a:moveTo>
                    <a:pt x="1971" y="590"/>
                  </a:moveTo>
                  <a:cubicBezTo>
                    <a:pt x="2004" y="606"/>
                    <a:pt x="2040" y="606"/>
                    <a:pt x="2056" y="623"/>
                  </a:cubicBezTo>
                  <a:cubicBezTo>
                    <a:pt x="2173" y="655"/>
                    <a:pt x="2291" y="691"/>
                    <a:pt x="2408" y="724"/>
                  </a:cubicBezTo>
                  <a:cubicBezTo>
                    <a:pt x="2493" y="756"/>
                    <a:pt x="2561" y="772"/>
                    <a:pt x="2646" y="808"/>
                  </a:cubicBezTo>
                  <a:lnTo>
                    <a:pt x="2711" y="825"/>
                  </a:lnTo>
                  <a:cubicBezTo>
                    <a:pt x="2828" y="857"/>
                    <a:pt x="2965" y="893"/>
                    <a:pt x="3082" y="942"/>
                  </a:cubicBezTo>
                  <a:lnTo>
                    <a:pt x="3131" y="942"/>
                  </a:lnTo>
                  <a:cubicBezTo>
                    <a:pt x="3115" y="942"/>
                    <a:pt x="3099" y="926"/>
                    <a:pt x="3099" y="926"/>
                  </a:cubicBezTo>
                  <a:cubicBezTo>
                    <a:pt x="2965" y="893"/>
                    <a:pt x="2848" y="841"/>
                    <a:pt x="2711" y="808"/>
                  </a:cubicBezTo>
                  <a:lnTo>
                    <a:pt x="2646" y="792"/>
                  </a:lnTo>
                  <a:cubicBezTo>
                    <a:pt x="2577" y="756"/>
                    <a:pt x="2493" y="740"/>
                    <a:pt x="2408" y="707"/>
                  </a:cubicBezTo>
                  <a:cubicBezTo>
                    <a:pt x="2291" y="671"/>
                    <a:pt x="2173" y="639"/>
                    <a:pt x="2072" y="606"/>
                  </a:cubicBezTo>
                  <a:cubicBezTo>
                    <a:pt x="2040" y="590"/>
                    <a:pt x="2004" y="590"/>
                    <a:pt x="1971" y="590"/>
                  </a:cubicBezTo>
                  <a:close/>
                  <a:moveTo>
                    <a:pt x="3131" y="942"/>
                  </a:moveTo>
                  <a:cubicBezTo>
                    <a:pt x="3151" y="958"/>
                    <a:pt x="3183" y="974"/>
                    <a:pt x="3216" y="974"/>
                  </a:cubicBezTo>
                  <a:lnTo>
                    <a:pt x="3232" y="958"/>
                  </a:lnTo>
                  <a:lnTo>
                    <a:pt x="3216" y="958"/>
                  </a:lnTo>
                  <a:cubicBezTo>
                    <a:pt x="3183" y="958"/>
                    <a:pt x="3167" y="942"/>
                    <a:pt x="3131" y="9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0"/>
            <p:cNvSpPr/>
            <p:nvPr/>
          </p:nvSpPr>
          <p:spPr>
            <a:xfrm>
              <a:off x="2362871" y="792014"/>
              <a:ext cx="28606" cy="8542"/>
            </a:xfrm>
            <a:custGeom>
              <a:rect b="b" l="l" r="r" t="t"/>
              <a:pathLst>
                <a:path extrusionOk="0" h="86" w="288">
                  <a:moveTo>
                    <a:pt x="16" y="1"/>
                  </a:moveTo>
                  <a:lnTo>
                    <a:pt x="0" y="17"/>
                  </a:lnTo>
                  <a:lnTo>
                    <a:pt x="16" y="17"/>
                  </a:lnTo>
                  <a:cubicBezTo>
                    <a:pt x="16" y="17"/>
                    <a:pt x="33" y="17"/>
                    <a:pt x="49" y="33"/>
                  </a:cubicBezTo>
                  <a:lnTo>
                    <a:pt x="85" y="33"/>
                  </a:lnTo>
                  <a:cubicBezTo>
                    <a:pt x="101" y="33"/>
                    <a:pt x="134" y="53"/>
                    <a:pt x="150" y="53"/>
                  </a:cubicBezTo>
                  <a:cubicBezTo>
                    <a:pt x="202" y="69"/>
                    <a:pt x="235" y="86"/>
                    <a:pt x="287" y="86"/>
                  </a:cubicBezTo>
                  <a:lnTo>
                    <a:pt x="287" y="69"/>
                  </a:lnTo>
                  <a:cubicBezTo>
                    <a:pt x="235" y="69"/>
                    <a:pt x="202" y="53"/>
                    <a:pt x="170" y="53"/>
                  </a:cubicBezTo>
                  <a:cubicBezTo>
                    <a:pt x="134" y="33"/>
                    <a:pt x="101" y="33"/>
                    <a:pt x="85" y="17"/>
                  </a:cubicBezTo>
                  <a:lnTo>
                    <a:pt x="49" y="17"/>
                  </a:lnTo>
                  <a:cubicBezTo>
                    <a:pt x="33" y="17"/>
                    <a:pt x="33"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0"/>
            <p:cNvSpPr/>
            <p:nvPr/>
          </p:nvSpPr>
          <p:spPr>
            <a:xfrm>
              <a:off x="2386113" y="612335"/>
              <a:ext cx="75586" cy="26122"/>
            </a:xfrm>
            <a:custGeom>
              <a:rect b="b" l="l" r="r" t="t"/>
              <a:pathLst>
                <a:path extrusionOk="0" h="263" w="761">
                  <a:moveTo>
                    <a:pt x="18" y="1"/>
                  </a:moveTo>
                  <a:cubicBezTo>
                    <a:pt x="12" y="1"/>
                    <a:pt x="6" y="3"/>
                    <a:pt x="1" y="8"/>
                  </a:cubicBezTo>
                  <a:cubicBezTo>
                    <a:pt x="17" y="8"/>
                    <a:pt x="37" y="24"/>
                    <a:pt x="53" y="24"/>
                  </a:cubicBezTo>
                  <a:cubicBezTo>
                    <a:pt x="138" y="61"/>
                    <a:pt x="203" y="77"/>
                    <a:pt x="287" y="109"/>
                  </a:cubicBezTo>
                  <a:lnTo>
                    <a:pt x="421" y="145"/>
                  </a:lnTo>
                  <a:lnTo>
                    <a:pt x="287" y="93"/>
                  </a:lnTo>
                  <a:cubicBezTo>
                    <a:pt x="219" y="77"/>
                    <a:pt x="138" y="44"/>
                    <a:pt x="69" y="24"/>
                  </a:cubicBezTo>
                  <a:lnTo>
                    <a:pt x="53" y="8"/>
                  </a:lnTo>
                  <a:cubicBezTo>
                    <a:pt x="42" y="8"/>
                    <a:pt x="30" y="1"/>
                    <a:pt x="18" y="1"/>
                  </a:cubicBezTo>
                  <a:close/>
                  <a:moveTo>
                    <a:pt x="421" y="145"/>
                  </a:moveTo>
                  <a:cubicBezTo>
                    <a:pt x="522" y="178"/>
                    <a:pt x="607" y="210"/>
                    <a:pt x="708" y="246"/>
                  </a:cubicBezTo>
                  <a:cubicBezTo>
                    <a:pt x="724" y="246"/>
                    <a:pt x="724" y="263"/>
                    <a:pt x="744" y="263"/>
                  </a:cubicBezTo>
                  <a:lnTo>
                    <a:pt x="760" y="263"/>
                  </a:lnTo>
                  <a:lnTo>
                    <a:pt x="760" y="246"/>
                  </a:lnTo>
                  <a:cubicBezTo>
                    <a:pt x="744" y="246"/>
                    <a:pt x="724" y="246"/>
                    <a:pt x="708" y="226"/>
                  </a:cubicBezTo>
                  <a:cubicBezTo>
                    <a:pt x="623" y="194"/>
                    <a:pt x="522" y="178"/>
                    <a:pt x="421" y="1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0"/>
            <p:cNvSpPr/>
            <p:nvPr/>
          </p:nvSpPr>
          <p:spPr>
            <a:xfrm>
              <a:off x="1389883" y="653157"/>
              <a:ext cx="107172" cy="195968"/>
            </a:xfrm>
            <a:custGeom>
              <a:rect b="b" l="l" r="r" t="t"/>
              <a:pathLst>
                <a:path extrusionOk="0" h="1973" w="1079">
                  <a:moveTo>
                    <a:pt x="1058" y="1"/>
                  </a:moveTo>
                  <a:cubicBezTo>
                    <a:pt x="1058" y="17"/>
                    <a:pt x="1042" y="37"/>
                    <a:pt x="1058" y="70"/>
                  </a:cubicBezTo>
                  <a:lnTo>
                    <a:pt x="1058" y="86"/>
                  </a:lnTo>
                  <a:lnTo>
                    <a:pt x="1058" y="138"/>
                  </a:lnTo>
                  <a:lnTo>
                    <a:pt x="1058" y="203"/>
                  </a:lnTo>
                  <a:cubicBezTo>
                    <a:pt x="1079" y="187"/>
                    <a:pt x="1079" y="171"/>
                    <a:pt x="1079" y="138"/>
                  </a:cubicBezTo>
                  <a:lnTo>
                    <a:pt x="1079" y="86"/>
                  </a:lnTo>
                  <a:lnTo>
                    <a:pt x="1079" y="54"/>
                  </a:lnTo>
                  <a:cubicBezTo>
                    <a:pt x="1058" y="37"/>
                    <a:pt x="1079" y="37"/>
                    <a:pt x="1079" y="17"/>
                  </a:cubicBezTo>
                  <a:lnTo>
                    <a:pt x="1079" y="1"/>
                  </a:lnTo>
                  <a:close/>
                  <a:moveTo>
                    <a:pt x="1058" y="203"/>
                  </a:moveTo>
                  <a:cubicBezTo>
                    <a:pt x="1042" y="219"/>
                    <a:pt x="1058" y="219"/>
                    <a:pt x="1058" y="239"/>
                  </a:cubicBezTo>
                  <a:lnTo>
                    <a:pt x="1058" y="203"/>
                  </a:lnTo>
                  <a:close/>
                  <a:moveTo>
                    <a:pt x="1058" y="239"/>
                  </a:moveTo>
                  <a:lnTo>
                    <a:pt x="1058" y="255"/>
                  </a:lnTo>
                  <a:cubicBezTo>
                    <a:pt x="1058" y="356"/>
                    <a:pt x="1042" y="457"/>
                    <a:pt x="1042" y="558"/>
                  </a:cubicBezTo>
                  <a:lnTo>
                    <a:pt x="1042" y="708"/>
                  </a:lnTo>
                  <a:lnTo>
                    <a:pt x="1026" y="894"/>
                  </a:lnTo>
                  <a:lnTo>
                    <a:pt x="1026" y="1265"/>
                  </a:lnTo>
                  <a:cubicBezTo>
                    <a:pt x="1042" y="1148"/>
                    <a:pt x="1042" y="1011"/>
                    <a:pt x="1042" y="894"/>
                  </a:cubicBezTo>
                  <a:lnTo>
                    <a:pt x="1058" y="708"/>
                  </a:lnTo>
                  <a:lnTo>
                    <a:pt x="1058" y="558"/>
                  </a:lnTo>
                  <a:cubicBezTo>
                    <a:pt x="1058" y="457"/>
                    <a:pt x="1058" y="356"/>
                    <a:pt x="1079" y="255"/>
                  </a:cubicBezTo>
                  <a:cubicBezTo>
                    <a:pt x="1079" y="239"/>
                    <a:pt x="1079" y="239"/>
                    <a:pt x="1058" y="239"/>
                  </a:cubicBezTo>
                  <a:close/>
                  <a:moveTo>
                    <a:pt x="1026" y="1265"/>
                  </a:moveTo>
                  <a:cubicBezTo>
                    <a:pt x="1026" y="1282"/>
                    <a:pt x="1010" y="1314"/>
                    <a:pt x="994" y="1314"/>
                  </a:cubicBezTo>
                  <a:cubicBezTo>
                    <a:pt x="856" y="1415"/>
                    <a:pt x="723" y="1500"/>
                    <a:pt x="590" y="1585"/>
                  </a:cubicBezTo>
                  <a:cubicBezTo>
                    <a:pt x="554" y="1617"/>
                    <a:pt x="521" y="1633"/>
                    <a:pt x="489" y="1653"/>
                  </a:cubicBezTo>
                  <a:cubicBezTo>
                    <a:pt x="420" y="1702"/>
                    <a:pt x="335" y="1754"/>
                    <a:pt x="271" y="1803"/>
                  </a:cubicBezTo>
                  <a:cubicBezTo>
                    <a:pt x="234" y="1835"/>
                    <a:pt x="202" y="1855"/>
                    <a:pt x="170" y="1871"/>
                  </a:cubicBezTo>
                  <a:cubicBezTo>
                    <a:pt x="133" y="1904"/>
                    <a:pt x="101" y="1920"/>
                    <a:pt x="69" y="1936"/>
                  </a:cubicBezTo>
                  <a:cubicBezTo>
                    <a:pt x="49" y="1956"/>
                    <a:pt x="32" y="1956"/>
                    <a:pt x="16" y="1956"/>
                  </a:cubicBezTo>
                  <a:lnTo>
                    <a:pt x="0" y="1972"/>
                  </a:lnTo>
                  <a:lnTo>
                    <a:pt x="16" y="1972"/>
                  </a:lnTo>
                  <a:cubicBezTo>
                    <a:pt x="32" y="1972"/>
                    <a:pt x="49" y="1972"/>
                    <a:pt x="69" y="1956"/>
                  </a:cubicBezTo>
                  <a:cubicBezTo>
                    <a:pt x="101" y="1936"/>
                    <a:pt x="133" y="1904"/>
                    <a:pt x="186" y="1888"/>
                  </a:cubicBezTo>
                  <a:cubicBezTo>
                    <a:pt x="202" y="1855"/>
                    <a:pt x="234" y="1835"/>
                    <a:pt x="271" y="1819"/>
                  </a:cubicBezTo>
                  <a:cubicBezTo>
                    <a:pt x="352" y="1770"/>
                    <a:pt x="420" y="1718"/>
                    <a:pt x="505" y="1669"/>
                  </a:cubicBezTo>
                  <a:cubicBezTo>
                    <a:pt x="537" y="1653"/>
                    <a:pt x="554" y="1617"/>
                    <a:pt x="590" y="1601"/>
                  </a:cubicBezTo>
                  <a:cubicBezTo>
                    <a:pt x="723" y="1516"/>
                    <a:pt x="856" y="1415"/>
                    <a:pt x="994" y="1330"/>
                  </a:cubicBezTo>
                  <a:cubicBezTo>
                    <a:pt x="1026" y="1314"/>
                    <a:pt x="1026" y="1298"/>
                    <a:pt x="1026" y="12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0"/>
            <p:cNvSpPr/>
            <p:nvPr/>
          </p:nvSpPr>
          <p:spPr>
            <a:xfrm>
              <a:off x="2222425" y="338992"/>
              <a:ext cx="24931" cy="389751"/>
            </a:xfrm>
            <a:custGeom>
              <a:rect b="b" l="l" r="r" t="t"/>
              <a:pathLst>
                <a:path extrusionOk="0" h="3924" w="251">
                  <a:moveTo>
                    <a:pt x="150" y="1"/>
                  </a:moveTo>
                  <a:lnTo>
                    <a:pt x="0" y="134"/>
                  </a:lnTo>
                  <a:cubicBezTo>
                    <a:pt x="17" y="171"/>
                    <a:pt x="17" y="219"/>
                    <a:pt x="17" y="251"/>
                  </a:cubicBezTo>
                  <a:lnTo>
                    <a:pt x="17" y="304"/>
                  </a:lnTo>
                  <a:cubicBezTo>
                    <a:pt x="33" y="405"/>
                    <a:pt x="33" y="490"/>
                    <a:pt x="33" y="591"/>
                  </a:cubicBezTo>
                  <a:cubicBezTo>
                    <a:pt x="33" y="607"/>
                    <a:pt x="49" y="639"/>
                    <a:pt x="49" y="676"/>
                  </a:cubicBezTo>
                  <a:lnTo>
                    <a:pt x="49" y="591"/>
                  </a:lnTo>
                  <a:cubicBezTo>
                    <a:pt x="49" y="490"/>
                    <a:pt x="49" y="405"/>
                    <a:pt x="33" y="304"/>
                  </a:cubicBezTo>
                  <a:lnTo>
                    <a:pt x="33" y="251"/>
                  </a:lnTo>
                  <a:cubicBezTo>
                    <a:pt x="33" y="219"/>
                    <a:pt x="33" y="171"/>
                    <a:pt x="17" y="134"/>
                  </a:cubicBezTo>
                  <a:lnTo>
                    <a:pt x="150" y="1"/>
                  </a:lnTo>
                  <a:close/>
                  <a:moveTo>
                    <a:pt x="49" y="676"/>
                  </a:moveTo>
                  <a:lnTo>
                    <a:pt x="49" y="740"/>
                  </a:lnTo>
                  <a:lnTo>
                    <a:pt x="49" y="857"/>
                  </a:lnTo>
                  <a:cubicBezTo>
                    <a:pt x="69" y="926"/>
                    <a:pt x="69" y="995"/>
                    <a:pt x="69" y="1043"/>
                  </a:cubicBezTo>
                  <a:lnTo>
                    <a:pt x="69" y="1144"/>
                  </a:lnTo>
                  <a:cubicBezTo>
                    <a:pt x="69" y="1160"/>
                    <a:pt x="85" y="1197"/>
                    <a:pt x="85" y="1213"/>
                  </a:cubicBezTo>
                  <a:lnTo>
                    <a:pt x="85" y="1144"/>
                  </a:lnTo>
                  <a:lnTo>
                    <a:pt x="85" y="1043"/>
                  </a:lnTo>
                  <a:cubicBezTo>
                    <a:pt x="85" y="979"/>
                    <a:pt x="69" y="926"/>
                    <a:pt x="69" y="857"/>
                  </a:cubicBezTo>
                  <a:lnTo>
                    <a:pt x="69" y="740"/>
                  </a:lnTo>
                  <a:cubicBezTo>
                    <a:pt x="69" y="724"/>
                    <a:pt x="69" y="692"/>
                    <a:pt x="49" y="676"/>
                  </a:cubicBezTo>
                  <a:close/>
                  <a:moveTo>
                    <a:pt x="85" y="1213"/>
                  </a:moveTo>
                  <a:lnTo>
                    <a:pt x="85" y="1330"/>
                  </a:lnTo>
                  <a:lnTo>
                    <a:pt x="85" y="1463"/>
                  </a:lnTo>
                  <a:cubicBezTo>
                    <a:pt x="101" y="1500"/>
                    <a:pt x="101" y="1548"/>
                    <a:pt x="101" y="1584"/>
                  </a:cubicBezTo>
                  <a:lnTo>
                    <a:pt x="101" y="1702"/>
                  </a:lnTo>
                  <a:cubicBezTo>
                    <a:pt x="101" y="1734"/>
                    <a:pt x="101" y="1750"/>
                    <a:pt x="118" y="1786"/>
                  </a:cubicBezTo>
                  <a:lnTo>
                    <a:pt x="118" y="1702"/>
                  </a:lnTo>
                  <a:lnTo>
                    <a:pt x="118" y="1584"/>
                  </a:lnTo>
                  <a:cubicBezTo>
                    <a:pt x="101" y="1548"/>
                    <a:pt x="101" y="1500"/>
                    <a:pt x="101" y="1463"/>
                  </a:cubicBezTo>
                  <a:lnTo>
                    <a:pt x="101" y="1330"/>
                  </a:lnTo>
                  <a:cubicBezTo>
                    <a:pt x="101" y="1298"/>
                    <a:pt x="101" y="1261"/>
                    <a:pt x="85" y="1213"/>
                  </a:cubicBezTo>
                  <a:close/>
                  <a:moveTo>
                    <a:pt x="118" y="1786"/>
                  </a:moveTo>
                  <a:lnTo>
                    <a:pt x="118" y="1904"/>
                  </a:lnTo>
                  <a:lnTo>
                    <a:pt x="118" y="2021"/>
                  </a:lnTo>
                  <a:cubicBezTo>
                    <a:pt x="134" y="2069"/>
                    <a:pt x="134" y="2122"/>
                    <a:pt x="134" y="2190"/>
                  </a:cubicBezTo>
                  <a:lnTo>
                    <a:pt x="134" y="2308"/>
                  </a:lnTo>
                  <a:cubicBezTo>
                    <a:pt x="134" y="2324"/>
                    <a:pt x="150" y="2356"/>
                    <a:pt x="150" y="2372"/>
                  </a:cubicBezTo>
                  <a:lnTo>
                    <a:pt x="150" y="2308"/>
                  </a:lnTo>
                  <a:lnTo>
                    <a:pt x="150" y="2170"/>
                  </a:lnTo>
                  <a:cubicBezTo>
                    <a:pt x="134" y="2122"/>
                    <a:pt x="134" y="2069"/>
                    <a:pt x="134" y="2021"/>
                  </a:cubicBezTo>
                  <a:lnTo>
                    <a:pt x="134" y="1904"/>
                  </a:lnTo>
                  <a:cubicBezTo>
                    <a:pt x="134" y="1851"/>
                    <a:pt x="118" y="1819"/>
                    <a:pt x="118" y="1786"/>
                  </a:cubicBezTo>
                  <a:close/>
                  <a:moveTo>
                    <a:pt x="150" y="2372"/>
                  </a:moveTo>
                  <a:lnTo>
                    <a:pt x="150" y="2526"/>
                  </a:lnTo>
                  <a:cubicBezTo>
                    <a:pt x="170" y="2558"/>
                    <a:pt x="170" y="2594"/>
                    <a:pt x="170" y="2627"/>
                  </a:cubicBezTo>
                  <a:lnTo>
                    <a:pt x="170" y="2526"/>
                  </a:lnTo>
                  <a:cubicBezTo>
                    <a:pt x="170" y="2473"/>
                    <a:pt x="170" y="2425"/>
                    <a:pt x="150" y="2372"/>
                  </a:cubicBezTo>
                  <a:close/>
                  <a:moveTo>
                    <a:pt x="170" y="2627"/>
                  </a:moveTo>
                  <a:lnTo>
                    <a:pt x="170" y="2776"/>
                  </a:lnTo>
                  <a:lnTo>
                    <a:pt x="170" y="2897"/>
                  </a:lnTo>
                  <a:cubicBezTo>
                    <a:pt x="186" y="2946"/>
                    <a:pt x="186" y="2998"/>
                    <a:pt x="186" y="3047"/>
                  </a:cubicBezTo>
                  <a:lnTo>
                    <a:pt x="186" y="3132"/>
                  </a:lnTo>
                  <a:cubicBezTo>
                    <a:pt x="186" y="3148"/>
                    <a:pt x="186" y="3164"/>
                    <a:pt x="202" y="3180"/>
                  </a:cubicBezTo>
                  <a:lnTo>
                    <a:pt x="202" y="3132"/>
                  </a:lnTo>
                  <a:lnTo>
                    <a:pt x="202" y="3047"/>
                  </a:lnTo>
                  <a:cubicBezTo>
                    <a:pt x="186" y="2998"/>
                    <a:pt x="186" y="2946"/>
                    <a:pt x="186" y="2897"/>
                  </a:cubicBezTo>
                  <a:lnTo>
                    <a:pt x="186" y="2776"/>
                  </a:lnTo>
                  <a:cubicBezTo>
                    <a:pt x="186" y="2728"/>
                    <a:pt x="170" y="2675"/>
                    <a:pt x="170" y="2627"/>
                  </a:cubicBezTo>
                  <a:close/>
                  <a:moveTo>
                    <a:pt x="202" y="3180"/>
                  </a:moveTo>
                  <a:lnTo>
                    <a:pt x="202" y="3382"/>
                  </a:lnTo>
                  <a:cubicBezTo>
                    <a:pt x="202" y="3435"/>
                    <a:pt x="219" y="3483"/>
                    <a:pt x="219" y="3552"/>
                  </a:cubicBezTo>
                  <a:lnTo>
                    <a:pt x="219" y="3738"/>
                  </a:lnTo>
                  <a:lnTo>
                    <a:pt x="235" y="3786"/>
                  </a:lnTo>
                  <a:lnTo>
                    <a:pt x="235" y="3738"/>
                  </a:lnTo>
                  <a:lnTo>
                    <a:pt x="235" y="3552"/>
                  </a:lnTo>
                  <a:cubicBezTo>
                    <a:pt x="219" y="3483"/>
                    <a:pt x="219" y="3435"/>
                    <a:pt x="219" y="3382"/>
                  </a:cubicBezTo>
                  <a:cubicBezTo>
                    <a:pt x="219" y="3317"/>
                    <a:pt x="219" y="3249"/>
                    <a:pt x="202" y="3180"/>
                  </a:cubicBezTo>
                  <a:close/>
                  <a:moveTo>
                    <a:pt x="235" y="3806"/>
                  </a:moveTo>
                  <a:lnTo>
                    <a:pt x="235" y="3855"/>
                  </a:lnTo>
                  <a:lnTo>
                    <a:pt x="235" y="3907"/>
                  </a:lnTo>
                  <a:cubicBezTo>
                    <a:pt x="251" y="3887"/>
                    <a:pt x="251" y="3871"/>
                    <a:pt x="251" y="3855"/>
                  </a:cubicBezTo>
                  <a:cubicBezTo>
                    <a:pt x="235" y="3839"/>
                    <a:pt x="235" y="3822"/>
                    <a:pt x="235" y="3806"/>
                  </a:cubicBezTo>
                  <a:close/>
                  <a:moveTo>
                    <a:pt x="219" y="3907"/>
                  </a:moveTo>
                  <a:lnTo>
                    <a:pt x="235" y="3923"/>
                  </a:lnTo>
                  <a:lnTo>
                    <a:pt x="235" y="390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0"/>
            <p:cNvSpPr/>
            <p:nvPr/>
          </p:nvSpPr>
          <p:spPr>
            <a:xfrm>
              <a:off x="1679117" y="426100"/>
              <a:ext cx="56715" cy="44994"/>
            </a:xfrm>
            <a:custGeom>
              <a:rect b="b" l="l" r="r" t="t"/>
              <a:pathLst>
                <a:path extrusionOk="0" h="453" w="571">
                  <a:moveTo>
                    <a:pt x="554" y="1"/>
                  </a:moveTo>
                  <a:cubicBezTo>
                    <a:pt x="506" y="49"/>
                    <a:pt x="437" y="102"/>
                    <a:pt x="368" y="150"/>
                  </a:cubicBezTo>
                  <a:cubicBezTo>
                    <a:pt x="287" y="219"/>
                    <a:pt x="186" y="283"/>
                    <a:pt x="102" y="352"/>
                  </a:cubicBezTo>
                  <a:lnTo>
                    <a:pt x="86" y="368"/>
                  </a:lnTo>
                  <a:cubicBezTo>
                    <a:pt x="49" y="384"/>
                    <a:pt x="33" y="405"/>
                    <a:pt x="1" y="437"/>
                  </a:cubicBezTo>
                  <a:lnTo>
                    <a:pt x="1" y="453"/>
                  </a:lnTo>
                  <a:lnTo>
                    <a:pt x="17" y="453"/>
                  </a:lnTo>
                  <a:cubicBezTo>
                    <a:pt x="33" y="421"/>
                    <a:pt x="65" y="405"/>
                    <a:pt x="102" y="368"/>
                  </a:cubicBezTo>
                  <a:lnTo>
                    <a:pt x="118" y="368"/>
                  </a:lnTo>
                  <a:cubicBezTo>
                    <a:pt x="203" y="304"/>
                    <a:pt x="287" y="219"/>
                    <a:pt x="388" y="150"/>
                  </a:cubicBezTo>
                  <a:cubicBezTo>
                    <a:pt x="437" y="102"/>
                    <a:pt x="506" y="49"/>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0"/>
            <p:cNvSpPr/>
            <p:nvPr/>
          </p:nvSpPr>
          <p:spPr>
            <a:xfrm>
              <a:off x="1669085" y="760329"/>
              <a:ext cx="65157" cy="40227"/>
            </a:xfrm>
            <a:custGeom>
              <a:rect b="b" l="l" r="r" t="t"/>
              <a:pathLst>
                <a:path extrusionOk="0" h="405" w="656">
                  <a:moveTo>
                    <a:pt x="639" y="1"/>
                  </a:moveTo>
                  <a:cubicBezTo>
                    <a:pt x="623" y="1"/>
                    <a:pt x="607" y="17"/>
                    <a:pt x="570" y="33"/>
                  </a:cubicBezTo>
                  <a:cubicBezTo>
                    <a:pt x="421" y="134"/>
                    <a:pt x="267" y="219"/>
                    <a:pt x="118" y="320"/>
                  </a:cubicBezTo>
                  <a:cubicBezTo>
                    <a:pt x="267" y="235"/>
                    <a:pt x="421" y="134"/>
                    <a:pt x="570" y="49"/>
                  </a:cubicBezTo>
                  <a:lnTo>
                    <a:pt x="590" y="33"/>
                  </a:lnTo>
                  <a:cubicBezTo>
                    <a:pt x="607" y="33"/>
                    <a:pt x="623" y="17"/>
                    <a:pt x="639" y="17"/>
                  </a:cubicBezTo>
                  <a:lnTo>
                    <a:pt x="655" y="17"/>
                  </a:lnTo>
                  <a:lnTo>
                    <a:pt x="639" y="1"/>
                  </a:lnTo>
                  <a:close/>
                  <a:moveTo>
                    <a:pt x="118" y="320"/>
                  </a:moveTo>
                  <a:lnTo>
                    <a:pt x="17" y="372"/>
                  </a:lnTo>
                  <a:lnTo>
                    <a:pt x="1" y="388"/>
                  </a:lnTo>
                  <a:lnTo>
                    <a:pt x="1" y="405"/>
                  </a:lnTo>
                  <a:lnTo>
                    <a:pt x="17" y="388"/>
                  </a:lnTo>
                  <a:lnTo>
                    <a:pt x="118" y="32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0"/>
            <p:cNvSpPr/>
            <p:nvPr/>
          </p:nvSpPr>
          <p:spPr>
            <a:xfrm>
              <a:off x="1755796" y="964144"/>
              <a:ext cx="26917" cy="11720"/>
            </a:xfrm>
            <a:custGeom>
              <a:rect b="b" l="l" r="r" t="t"/>
              <a:pathLst>
                <a:path extrusionOk="0" h="118" w="271">
                  <a:moveTo>
                    <a:pt x="271" y="1"/>
                  </a:moveTo>
                  <a:lnTo>
                    <a:pt x="20" y="102"/>
                  </a:lnTo>
                  <a:lnTo>
                    <a:pt x="0" y="118"/>
                  </a:lnTo>
                  <a:lnTo>
                    <a:pt x="20" y="118"/>
                  </a:lnTo>
                  <a:lnTo>
                    <a:pt x="271" y="17"/>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0"/>
            <p:cNvSpPr/>
            <p:nvPr/>
          </p:nvSpPr>
          <p:spPr>
            <a:xfrm>
              <a:off x="2516526" y="454209"/>
              <a:ext cx="25328" cy="12118"/>
            </a:xfrm>
            <a:custGeom>
              <a:rect b="b" l="l" r="r" t="t"/>
              <a:pathLst>
                <a:path extrusionOk="0" h="122" w="255">
                  <a:moveTo>
                    <a:pt x="17" y="0"/>
                  </a:moveTo>
                  <a:lnTo>
                    <a:pt x="0" y="21"/>
                  </a:lnTo>
                  <a:lnTo>
                    <a:pt x="17" y="21"/>
                  </a:lnTo>
                  <a:cubicBezTo>
                    <a:pt x="37" y="21"/>
                    <a:pt x="69" y="37"/>
                    <a:pt x="85" y="53"/>
                  </a:cubicBezTo>
                  <a:cubicBezTo>
                    <a:pt x="101" y="53"/>
                    <a:pt x="118" y="69"/>
                    <a:pt x="138" y="69"/>
                  </a:cubicBezTo>
                  <a:cubicBezTo>
                    <a:pt x="170" y="85"/>
                    <a:pt x="186" y="85"/>
                    <a:pt x="219" y="101"/>
                  </a:cubicBezTo>
                  <a:cubicBezTo>
                    <a:pt x="239" y="101"/>
                    <a:pt x="239" y="101"/>
                    <a:pt x="255" y="122"/>
                  </a:cubicBezTo>
                  <a:lnTo>
                    <a:pt x="255" y="101"/>
                  </a:lnTo>
                  <a:cubicBezTo>
                    <a:pt x="255" y="101"/>
                    <a:pt x="239" y="85"/>
                    <a:pt x="219" y="85"/>
                  </a:cubicBezTo>
                  <a:cubicBezTo>
                    <a:pt x="202" y="69"/>
                    <a:pt x="170" y="69"/>
                    <a:pt x="138" y="53"/>
                  </a:cubicBezTo>
                  <a:cubicBezTo>
                    <a:pt x="118" y="53"/>
                    <a:pt x="118" y="37"/>
                    <a:pt x="101" y="37"/>
                  </a:cubicBezTo>
                  <a:cubicBezTo>
                    <a:pt x="69" y="21"/>
                    <a:pt x="37" y="21"/>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0"/>
            <p:cNvSpPr/>
            <p:nvPr/>
          </p:nvSpPr>
          <p:spPr>
            <a:xfrm>
              <a:off x="1667496" y="805323"/>
              <a:ext cx="65058" cy="38538"/>
            </a:xfrm>
            <a:custGeom>
              <a:rect b="b" l="l" r="r" t="t"/>
              <a:pathLst>
                <a:path extrusionOk="0" h="388" w="655">
                  <a:moveTo>
                    <a:pt x="655" y="0"/>
                  </a:moveTo>
                  <a:cubicBezTo>
                    <a:pt x="623" y="0"/>
                    <a:pt x="606" y="20"/>
                    <a:pt x="586" y="36"/>
                  </a:cubicBezTo>
                  <a:lnTo>
                    <a:pt x="570" y="36"/>
                  </a:lnTo>
                  <a:cubicBezTo>
                    <a:pt x="453" y="101"/>
                    <a:pt x="336" y="186"/>
                    <a:pt x="219" y="255"/>
                  </a:cubicBezTo>
                  <a:cubicBezTo>
                    <a:pt x="150" y="287"/>
                    <a:pt x="81" y="339"/>
                    <a:pt x="17" y="372"/>
                  </a:cubicBezTo>
                  <a:cubicBezTo>
                    <a:pt x="1" y="372"/>
                    <a:pt x="1" y="372"/>
                    <a:pt x="1" y="388"/>
                  </a:cubicBezTo>
                  <a:lnTo>
                    <a:pt x="17" y="388"/>
                  </a:lnTo>
                  <a:cubicBezTo>
                    <a:pt x="81" y="339"/>
                    <a:pt x="150" y="303"/>
                    <a:pt x="219" y="271"/>
                  </a:cubicBezTo>
                  <a:cubicBezTo>
                    <a:pt x="336" y="186"/>
                    <a:pt x="469" y="121"/>
                    <a:pt x="586" y="53"/>
                  </a:cubicBezTo>
                  <a:lnTo>
                    <a:pt x="606" y="36"/>
                  </a:lnTo>
                  <a:cubicBezTo>
                    <a:pt x="623" y="36"/>
                    <a:pt x="639" y="20"/>
                    <a:pt x="655" y="20"/>
                  </a:cubicBezTo>
                  <a:lnTo>
                    <a:pt x="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0"/>
            <p:cNvSpPr/>
            <p:nvPr/>
          </p:nvSpPr>
          <p:spPr>
            <a:xfrm>
              <a:off x="2473221" y="521154"/>
              <a:ext cx="26917" cy="10131"/>
            </a:xfrm>
            <a:custGeom>
              <a:rect b="b" l="l" r="r" t="t"/>
              <a:pathLst>
                <a:path extrusionOk="0" h="102" w="271">
                  <a:moveTo>
                    <a:pt x="0" y="1"/>
                  </a:moveTo>
                  <a:lnTo>
                    <a:pt x="16" y="17"/>
                  </a:lnTo>
                  <a:lnTo>
                    <a:pt x="49" y="33"/>
                  </a:lnTo>
                  <a:cubicBezTo>
                    <a:pt x="69" y="33"/>
                    <a:pt x="101" y="53"/>
                    <a:pt x="133" y="53"/>
                  </a:cubicBezTo>
                  <a:cubicBezTo>
                    <a:pt x="101" y="33"/>
                    <a:pt x="85" y="33"/>
                    <a:pt x="49" y="17"/>
                  </a:cubicBezTo>
                  <a:lnTo>
                    <a:pt x="16" y="1"/>
                  </a:lnTo>
                  <a:close/>
                  <a:moveTo>
                    <a:pt x="133" y="53"/>
                  </a:moveTo>
                  <a:cubicBezTo>
                    <a:pt x="150" y="70"/>
                    <a:pt x="170" y="70"/>
                    <a:pt x="186" y="86"/>
                  </a:cubicBezTo>
                  <a:cubicBezTo>
                    <a:pt x="202" y="86"/>
                    <a:pt x="234" y="102"/>
                    <a:pt x="271" y="102"/>
                  </a:cubicBezTo>
                  <a:cubicBezTo>
                    <a:pt x="251" y="86"/>
                    <a:pt x="218" y="86"/>
                    <a:pt x="186" y="70"/>
                  </a:cubicBezTo>
                  <a:cubicBezTo>
                    <a:pt x="170" y="53"/>
                    <a:pt x="150" y="53"/>
                    <a:pt x="133" y="5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0"/>
            <p:cNvSpPr/>
            <p:nvPr/>
          </p:nvSpPr>
          <p:spPr>
            <a:xfrm>
              <a:off x="2501628" y="666864"/>
              <a:ext cx="23441" cy="6456"/>
            </a:xfrm>
            <a:custGeom>
              <a:rect b="b" l="l" r="r" t="t"/>
              <a:pathLst>
                <a:path extrusionOk="0" h="65" w="236">
                  <a:moveTo>
                    <a:pt x="1" y="0"/>
                  </a:moveTo>
                  <a:lnTo>
                    <a:pt x="17" y="16"/>
                  </a:lnTo>
                  <a:lnTo>
                    <a:pt x="49" y="16"/>
                  </a:lnTo>
                  <a:cubicBezTo>
                    <a:pt x="102" y="33"/>
                    <a:pt x="167" y="49"/>
                    <a:pt x="219" y="65"/>
                  </a:cubicBezTo>
                  <a:lnTo>
                    <a:pt x="235" y="65"/>
                  </a:lnTo>
                  <a:lnTo>
                    <a:pt x="235" y="49"/>
                  </a:lnTo>
                  <a:cubicBezTo>
                    <a:pt x="167" y="33"/>
                    <a:pt x="118" y="16"/>
                    <a:pt x="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0"/>
            <p:cNvSpPr/>
            <p:nvPr/>
          </p:nvSpPr>
          <p:spPr>
            <a:xfrm>
              <a:off x="1944712" y="466228"/>
              <a:ext cx="197557" cy="65058"/>
            </a:xfrm>
            <a:custGeom>
              <a:rect b="b" l="l" r="r" t="t"/>
              <a:pathLst>
                <a:path extrusionOk="0" h="655" w="1989">
                  <a:moveTo>
                    <a:pt x="1" y="1"/>
                  </a:moveTo>
                  <a:lnTo>
                    <a:pt x="1" y="17"/>
                  </a:lnTo>
                  <a:lnTo>
                    <a:pt x="70" y="17"/>
                  </a:lnTo>
                  <a:cubicBezTo>
                    <a:pt x="53" y="1"/>
                    <a:pt x="17" y="1"/>
                    <a:pt x="1" y="1"/>
                  </a:cubicBezTo>
                  <a:close/>
                  <a:moveTo>
                    <a:pt x="70" y="17"/>
                  </a:moveTo>
                  <a:cubicBezTo>
                    <a:pt x="203" y="65"/>
                    <a:pt x="340" y="118"/>
                    <a:pt x="474" y="166"/>
                  </a:cubicBezTo>
                  <a:lnTo>
                    <a:pt x="744" y="251"/>
                  </a:lnTo>
                  <a:cubicBezTo>
                    <a:pt x="845" y="283"/>
                    <a:pt x="926" y="320"/>
                    <a:pt x="1027" y="352"/>
                  </a:cubicBezTo>
                  <a:cubicBezTo>
                    <a:pt x="1128" y="384"/>
                    <a:pt x="1229" y="421"/>
                    <a:pt x="1350" y="453"/>
                  </a:cubicBezTo>
                  <a:lnTo>
                    <a:pt x="1483" y="505"/>
                  </a:lnTo>
                  <a:cubicBezTo>
                    <a:pt x="1516" y="505"/>
                    <a:pt x="1552" y="522"/>
                    <a:pt x="1584" y="538"/>
                  </a:cubicBezTo>
                  <a:cubicBezTo>
                    <a:pt x="1669" y="554"/>
                    <a:pt x="1754" y="586"/>
                    <a:pt x="1835" y="623"/>
                  </a:cubicBezTo>
                  <a:lnTo>
                    <a:pt x="1887" y="623"/>
                  </a:lnTo>
                  <a:cubicBezTo>
                    <a:pt x="1871" y="606"/>
                    <a:pt x="1855" y="606"/>
                    <a:pt x="1835" y="606"/>
                  </a:cubicBezTo>
                  <a:cubicBezTo>
                    <a:pt x="1754" y="570"/>
                    <a:pt x="1669" y="538"/>
                    <a:pt x="1584" y="522"/>
                  </a:cubicBezTo>
                  <a:cubicBezTo>
                    <a:pt x="1552" y="505"/>
                    <a:pt x="1516" y="485"/>
                    <a:pt x="1483" y="485"/>
                  </a:cubicBezTo>
                  <a:lnTo>
                    <a:pt x="1350" y="437"/>
                  </a:lnTo>
                  <a:cubicBezTo>
                    <a:pt x="1249" y="404"/>
                    <a:pt x="1128" y="368"/>
                    <a:pt x="1027" y="336"/>
                  </a:cubicBezTo>
                  <a:cubicBezTo>
                    <a:pt x="946" y="303"/>
                    <a:pt x="845" y="267"/>
                    <a:pt x="760" y="235"/>
                  </a:cubicBezTo>
                  <a:lnTo>
                    <a:pt x="474" y="150"/>
                  </a:lnTo>
                  <a:cubicBezTo>
                    <a:pt x="340" y="102"/>
                    <a:pt x="203" y="65"/>
                    <a:pt x="70" y="17"/>
                  </a:cubicBezTo>
                  <a:close/>
                  <a:moveTo>
                    <a:pt x="1887" y="623"/>
                  </a:moveTo>
                  <a:cubicBezTo>
                    <a:pt x="1904" y="639"/>
                    <a:pt x="1936" y="655"/>
                    <a:pt x="1972" y="655"/>
                  </a:cubicBezTo>
                  <a:lnTo>
                    <a:pt x="1988" y="655"/>
                  </a:lnTo>
                  <a:lnTo>
                    <a:pt x="1988" y="639"/>
                  </a:lnTo>
                  <a:lnTo>
                    <a:pt x="1972" y="639"/>
                  </a:lnTo>
                  <a:cubicBezTo>
                    <a:pt x="1936" y="639"/>
                    <a:pt x="1920" y="623"/>
                    <a:pt x="1887" y="6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0"/>
            <p:cNvSpPr/>
            <p:nvPr/>
          </p:nvSpPr>
          <p:spPr>
            <a:xfrm>
              <a:off x="2217161" y="905542"/>
              <a:ext cx="100418" cy="30195"/>
            </a:xfrm>
            <a:custGeom>
              <a:rect b="b" l="l" r="r" t="t"/>
              <a:pathLst>
                <a:path extrusionOk="0" h="304" w="1011">
                  <a:moveTo>
                    <a:pt x="1" y="1"/>
                  </a:moveTo>
                  <a:lnTo>
                    <a:pt x="1" y="21"/>
                  </a:lnTo>
                  <a:lnTo>
                    <a:pt x="21" y="21"/>
                  </a:lnTo>
                  <a:cubicBezTo>
                    <a:pt x="154" y="53"/>
                    <a:pt x="272" y="86"/>
                    <a:pt x="373" y="122"/>
                  </a:cubicBezTo>
                  <a:cubicBezTo>
                    <a:pt x="457" y="138"/>
                    <a:pt x="542" y="171"/>
                    <a:pt x="607" y="187"/>
                  </a:cubicBezTo>
                  <a:cubicBezTo>
                    <a:pt x="542" y="154"/>
                    <a:pt x="457" y="138"/>
                    <a:pt x="389" y="102"/>
                  </a:cubicBezTo>
                  <a:cubicBezTo>
                    <a:pt x="272" y="86"/>
                    <a:pt x="154" y="53"/>
                    <a:pt x="21" y="1"/>
                  </a:cubicBezTo>
                  <a:close/>
                  <a:moveTo>
                    <a:pt x="607" y="187"/>
                  </a:moveTo>
                  <a:lnTo>
                    <a:pt x="607" y="187"/>
                  </a:lnTo>
                  <a:cubicBezTo>
                    <a:pt x="692" y="223"/>
                    <a:pt x="776" y="239"/>
                    <a:pt x="877" y="272"/>
                  </a:cubicBezTo>
                  <a:cubicBezTo>
                    <a:pt x="877" y="272"/>
                    <a:pt x="894" y="272"/>
                    <a:pt x="910" y="288"/>
                  </a:cubicBezTo>
                  <a:cubicBezTo>
                    <a:pt x="930" y="288"/>
                    <a:pt x="962" y="304"/>
                    <a:pt x="978" y="304"/>
                  </a:cubicBezTo>
                  <a:lnTo>
                    <a:pt x="995" y="304"/>
                  </a:lnTo>
                  <a:lnTo>
                    <a:pt x="1011" y="288"/>
                  </a:lnTo>
                  <a:lnTo>
                    <a:pt x="995" y="288"/>
                  </a:lnTo>
                  <a:cubicBezTo>
                    <a:pt x="962" y="288"/>
                    <a:pt x="946" y="272"/>
                    <a:pt x="910" y="272"/>
                  </a:cubicBezTo>
                  <a:cubicBezTo>
                    <a:pt x="894" y="272"/>
                    <a:pt x="877" y="255"/>
                    <a:pt x="877" y="255"/>
                  </a:cubicBezTo>
                  <a:cubicBezTo>
                    <a:pt x="793" y="239"/>
                    <a:pt x="692" y="203"/>
                    <a:pt x="607" y="1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0"/>
            <p:cNvSpPr/>
            <p:nvPr/>
          </p:nvSpPr>
          <p:spPr>
            <a:xfrm>
              <a:off x="2486431" y="680074"/>
              <a:ext cx="25328" cy="8542"/>
            </a:xfrm>
            <a:custGeom>
              <a:rect b="b" l="l" r="r" t="t"/>
              <a:pathLst>
                <a:path extrusionOk="0" h="86" w="255">
                  <a:moveTo>
                    <a:pt x="0" y="1"/>
                  </a:moveTo>
                  <a:lnTo>
                    <a:pt x="0" y="17"/>
                  </a:lnTo>
                  <a:lnTo>
                    <a:pt x="17" y="17"/>
                  </a:lnTo>
                  <a:cubicBezTo>
                    <a:pt x="17" y="1"/>
                    <a:pt x="0" y="1"/>
                    <a:pt x="0" y="1"/>
                  </a:cubicBezTo>
                  <a:close/>
                  <a:moveTo>
                    <a:pt x="17" y="17"/>
                  </a:moveTo>
                  <a:cubicBezTo>
                    <a:pt x="37" y="33"/>
                    <a:pt x="53" y="33"/>
                    <a:pt x="69" y="33"/>
                  </a:cubicBezTo>
                  <a:cubicBezTo>
                    <a:pt x="85" y="33"/>
                    <a:pt x="118" y="49"/>
                    <a:pt x="138" y="49"/>
                  </a:cubicBezTo>
                  <a:cubicBezTo>
                    <a:pt x="170" y="69"/>
                    <a:pt x="202" y="85"/>
                    <a:pt x="255" y="85"/>
                  </a:cubicBezTo>
                  <a:lnTo>
                    <a:pt x="255" y="69"/>
                  </a:lnTo>
                  <a:cubicBezTo>
                    <a:pt x="219" y="69"/>
                    <a:pt x="170" y="49"/>
                    <a:pt x="138" y="33"/>
                  </a:cubicBezTo>
                  <a:cubicBezTo>
                    <a:pt x="118" y="33"/>
                    <a:pt x="101" y="33"/>
                    <a:pt x="69"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0"/>
            <p:cNvSpPr/>
            <p:nvPr/>
          </p:nvSpPr>
          <p:spPr>
            <a:xfrm>
              <a:off x="2717163" y="673221"/>
              <a:ext cx="21752" cy="8542"/>
            </a:xfrm>
            <a:custGeom>
              <a:rect b="b" l="l" r="r" t="t"/>
              <a:pathLst>
                <a:path extrusionOk="0" h="86" w="219">
                  <a:moveTo>
                    <a:pt x="0" y="1"/>
                  </a:moveTo>
                  <a:lnTo>
                    <a:pt x="0" y="17"/>
                  </a:lnTo>
                  <a:cubicBezTo>
                    <a:pt x="16" y="17"/>
                    <a:pt x="53" y="17"/>
                    <a:pt x="69" y="37"/>
                  </a:cubicBezTo>
                  <a:cubicBezTo>
                    <a:pt x="101" y="53"/>
                    <a:pt x="154" y="53"/>
                    <a:pt x="186" y="70"/>
                  </a:cubicBezTo>
                  <a:cubicBezTo>
                    <a:pt x="202" y="70"/>
                    <a:pt x="202" y="70"/>
                    <a:pt x="202" y="86"/>
                  </a:cubicBezTo>
                  <a:lnTo>
                    <a:pt x="218" y="86"/>
                  </a:lnTo>
                  <a:lnTo>
                    <a:pt x="218" y="70"/>
                  </a:lnTo>
                  <a:cubicBezTo>
                    <a:pt x="202" y="70"/>
                    <a:pt x="202" y="53"/>
                    <a:pt x="186" y="53"/>
                  </a:cubicBezTo>
                  <a:cubicBezTo>
                    <a:pt x="154" y="53"/>
                    <a:pt x="101" y="37"/>
                    <a:pt x="69" y="17"/>
                  </a:cubicBezTo>
                  <a:cubicBezTo>
                    <a:pt x="53" y="17"/>
                    <a:pt x="37"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0"/>
            <p:cNvSpPr/>
            <p:nvPr/>
          </p:nvSpPr>
          <p:spPr>
            <a:xfrm>
              <a:off x="1752518" y="925010"/>
              <a:ext cx="55523" cy="26023"/>
            </a:xfrm>
            <a:custGeom>
              <a:rect b="b" l="l" r="r" t="t"/>
              <a:pathLst>
                <a:path extrusionOk="0" h="262" w="559">
                  <a:moveTo>
                    <a:pt x="531" y="0"/>
                  </a:moveTo>
                  <a:cubicBezTo>
                    <a:pt x="511" y="0"/>
                    <a:pt x="497" y="13"/>
                    <a:pt x="474" y="27"/>
                  </a:cubicBezTo>
                  <a:lnTo>
                    <a:pt x="457" y="43"/>
                  </a:lnTo>
                  <a:lnTo>
                    <a:pt x="490" y="43"/>
                  </a:lnTo>
                  <a:cubicBezTo>
                    <a:pt x="506" y="27"/>
                    <a:pt x="538" y="7"/>
                    <a:pt x="558" y="7"/>
                  </a:cubicBezTo>
                  <a:cubicBezTo>
                    <a:pt x="548" y="2"/>
                    <a:pt x="539" y="0"/>
                    <a:pt x="531" y="0"/>
                  </a:cubicBezTo>
                  <a:close/>
                  <a:moveTo>
                    <a:pt x="457" y="43"/>
                  </a:moveTo>
                  <a:cubicBezTo>
                    <a:pt x="373" y="76"/>
                    <a:pt x="304" y="108"/>
                    <a:pt x="235" y="144"/>
                  </a:cubicBezTo>
                  <a:cubicBezTo>
                    <a:pt x="187" y="160"/>
                    <a:pt x="134" y="193"/>
                    <a:pt x="86" y="209"/>
                  </a:cubicBezTo>
                  <a:cubicBezTo>
                    <a:pt x="70" y="209"/>
                    <a:pt x="70" y="209"/>
                    <a:pt x="53" y="229"/>
                  </a:cubicBezTo>
                  <a:cubicBezTo>
                    <a:pt x="33" y="229"/>
                    <a:pt x="17" y="245"/>
                    <a:pt x="1" y="245"/>
                  </a:cubicBezTo>
                  <a:lnTo>
                    <a:pt x="1" y="261"/>
                  </a:lnTo>
                  <a:cubicBezTo>
                    <a:pt x="17" y="261"/>
                    <a:pt x="53" y="245"/>
                    <a:pt x="70" y="229"/>
                  </a:cubicBezTo>
                  <a:lnTo>
                    <a:pt x="86" y="229"/>
                  </a:lnTo>
                  <a:cubicBezTo>
                    <a:pt x="134" y="193"/>
                    <a:pt x="187" y="177"/>
                    <a:pt x="235" y="160"/>
                  </a:cubicBezTo>
                  <a:cubicBezTo>
                    <a:pt x="304" y="128"/>
                    <a:pt x="389" y="76"/>
                    <a:pt x="457" y="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0"/>
            <p:cNvSpPr/>
            <p:nvPr/>
          </p:nvSpPr>
          <p:spPr>
            <a:xfrm>
              <a:off x="1782614" y="954112"/>
              <a:ext cx="25427" cy="10131"/>
            </a:xfrm>
            <a:custGeom>
              <a:rect b="b" l="l" r="r" t="t"/>
              <a:pathLst>
                <a:path extrusionOk="0" h="102" w="256">
                  <a:moveTo>
                    <a:pt x="255" y="1"/>
                  </a:moveTo>
                  <a:cubicBezTo>
                    <a:pt x="219" y="1"/>
                    <a:pt x="203" y="1"/>
                    <a:pt x="187" y="17"/>
                  </a:cubicBezTo>
                  <a:cubicBezTo>
                    <a:pt x="187" y="17"/>
                    <a:pt x="171" y="17"/>
                    <a:pt x="171" y="37"/>
                  </a:cubicBezTo>
                  <a:lnTo>
                    <a:pt x="187" y="37"/>
                  </a:lnTo>
                  <a:cubicBezTo>
                    <a:pt x="210" y="23"/>
                    <a:pt x="225" y="10"/>
                    <a:pt x="239" y="10"/>
                  </a:cubicBezTo>
                  <a:cubicBezTo>
                    <a:pt x="244" y="10"/>
                    <a:pt x="250" y="12"/>
                    <a:pt x="255" y="17"/>
                  </a:cubicBezTo>
                  <a:lnTo>
                    <a:pt x="255" y="1"/>
                  </a:lnTo>
                  <a:close/>
                  <a:moveTo>
                    <a:pt x="171" y="37"/>
                  </a:moveTo>
                  <a:cubicBezTo>
                    <a:pt x="134" y="37"/>
                    <a:pt x="118" y="53"/>
                    <a:pt x="102" y="53"/>
                  </a:cubicBezTo>
                  <a:cubicBezTo>
                    <a:pt x="70" y="69"/>
                    <a:pt x="33" y="86"/>
                    <a:pt x="1" y="86"/>
                  </a:cubicBezTo>
                  <a:lnTo>
                    <a:pt x="1" y="102"/>
                  </a:lnTo>
                  <a:lnTo>
                    <a:pt x="17" y="102"/>
                  </a:lnTo>
                  <a:cubicBezTo>
                    <a:pt x="33" y="102"/>
                    <a:pt x="70" y="86"/>
                    <a:pt x="102" y="69"/>
                  </a:cubicBezTo>
                  <a:cubicBezTo>
                    <a:pt x="118" y="53"/>
                    <a:pt x="134" y="53"/>
                    <a:pt x="171" y="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0"/>
            <p:cNvSpPr/>
            <p:nvPr/>
          </p:nvSpPr>
          <p:spPr>
            <a:xfrm>
              <a:off x="1752518" y="223477"/>
              <a:ext cx="187526" cy="145710"/>
            </a:xfrm>
            <a:custGeom>
              <a:rect b="b" l="l" r="r" t="t"/>
              <a:pathLst>
                <a:path extrusionOk="0" h="1467" w="1888">
                  <a:moveTo>
                    <a:pt x="1" y="1435"/>
                  </a:moveTo>
                  <a:lnTo>
                    <a:pt x="1" y="1451"/>
                  </a:lnTo>
                  <a:lnTo>
                    <a:pt x="70" y="1467"/>
                  </a:lnTo>
                  <a:lnTo>
                    <a:pt x="70" y="1467"/>
                  </a:lnTo>
                  <a:lnTo>
                    <a:pt x="1" y="1435"/>
                  </a:lnTo>
                  <a:close/>
                  <a:moveTo>
                    <a:pt x="1887" y="0"/>
                  </a:moveTo>
                  <a:cubicBezTo>
                    <a:pt x="1835" y="0"/>
                    <a:pt x="1819" y="37"/>
                    <a:pt x="1786" y="53"/>
                  </a:cubicBezTo>
                  <a:lnTo>
                    <a:pt x="1750" y="85"/>
                  </a:lnTo>
                  <a:cubicBezTo>
                    <a:pt x="1548" y="255"/>
                    <a:pt x="1330" y="441"/>
                    <a:pt x="1112" y="606"/>
                  </a:cubicBezTo>
                  <a:lnTo>
                    <a:pt x="1096" y="627"/>
                  </a:lnTo>
                  <a:cubicBezTo>
                    <a:pt x="1027" y="675"/>
                    <a:pt x="979" y="728"/>
                    <a:pt x="926" y="760"/>
                  </a:cubicBezTo>
                  <a:cubicBezTo>
                    <a:pt x="878" y="808"/>
                    <a:pt x="825" y="845"/>
                    <a:pt x="777" y="877"/>
                  </a:cubicBezTo>
                  <a:cubicBezTo>
                    <a:pt x="724" y="930"/>
                    <a:pt x="676" y="962"/>
                    <a:pt x="623" y="994"/>
                  </a:cubicBezTo>
                  <a:cubicBezTo>
                    <a:pt x="591" y="1047"/>
                    <a:pt x="538" y="1079"/>
                    <a:pt x="490" y="1111"/>
                  </a:cubicBezTo>
                  <a:cubicBezTo>
                    <a:pt x="389" y="1196"/>
                    <a:pt x="288" y="1281"/>
                    <a:pt x="187" y="1366"/>
                  </a:cubicBezTo>
                  <a:cubicBezTo>
                    <a:pt x="154" y="1398"/>
                    <a:pt x="118" y="1435"/>
                    <a:pt x="70" y="1467"/>
                  </a:cubicBezTo>
                  <a:lnTo>
                    <a:pt x="86" y="1467"/>
                  </a:lnTo>
                  <a:cubicBezTo>
                    <a:pt x="118" y="1435"/>
                    <a:pt x="154" y="1398"/>
                    <a:pt x="203" y="1366"/>
                  </a:cubicBezTo>
                  <a:cubicBezTo>
                    <a:pt x="304" y="1297"/>
                    <a:pt x="389" y="1212"/>
                    <a:pt x="490" y="1132"/>
                  </a:cubicBezTo>
                  <a:cubicBezTo>
                    <a:pt x="538" y="1095"/>
                    <a:pt x="591" y="1047"/>
                    <a:pt x="639" y="1010"/>
                  </a:cubicBezTo>
                  <a:cubicBezTo>
                    <a:pt x="692" y="978"/>
                    <a:pt x="740" y="930"/>
                    <a:pt x="793" y="893"/>
                  </a:cubicBezTo>
                  <a:cubicBezTo>
                    <a:pt x="825" y="861"/>
                    <a:pt x="878" y="808"/>
                    <a:pt x="926" y="776"/>
                  </a:cubicBezTo>
                  <a:cubicBezTo>
                    <a:pt x="979" y="728"/>
                    <a:pt x="1043" y="675"/>
                    <a:pt x="1096" y="643"/>
                  </a:cubicBezTo>
                  <a:lnTo>
                    <a:pt x="1128" y="606"/>
                  </a:lnTo>
                  <a:cubicBezTo>
                    <a:pt x="1330" y="441"/>
                    <a:pt x="1548" y="271"/>
                    <a:pt x="1770" y="101"/>
                  </a:cubicBezTo>
                  <a:cubicBezTo>
                    <a:pt x="1770" y="85"/>
                    <a:pt x="1786" y="69"/>
                    <a:pt x="1786" y="69"/>
                  </a:cubicBezTo>
                  <a:cubicBezTo>
                    <a:pt x="1819" y="37"/>
                    <a:pt x="1851" y="21"/>
                    <a:pt x="18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0"/>
            <p:cNvSpPr/>
            <p:nvPr/>
          </p:nvSpPr>
          <p:spPr>
            <a:xfrm>
              <a:off x="2506494" y="673221"/>
              <a:ext cx="21752" cy="6953"/>
            </a:xfrm>
            <a:custGeom>
              <a:rect b="b" l="l" r="r" t="t"/>
              <a:pathLst>
                <a:path extrusionOk="0" h="70" w="219">
                  <a:moveTo>
                    <a:pt x="0" y="1"/>
                  </a:moveTo>
                  <a:lnTo>
                    <a:pt x="0" y="17"/>
                  </a:lnTo>
                  <a:lnTo>
                    <a:pt x="53" y="17"/>
                  </a:lnTo>
                  <a:lnTo>
                    <a:pt x="37" y="1"/>
                  </a:lnTo>
                  <a:close/>
                  <a:moveTo>
                    <a:pt x="53" y="17"/>
                  </a:moveTo>
                  <a:cubicBezTo>
                    <a:pt x="69" y="37"/>
                    <a:pt x="101" y="37"/>
                    <a:pt x="118" y="53"/>
                  </a:cubicBezTo>
                  <a:cubicBezTo>
                    <a:pt x="154" y="53"/>
                    <a:pt x="186" y="70"/>
                    <a:pt x="202" y="70"/>
                  </a:cubicBezTo>
                  <a:lnTo>
                    <a:pt x="219" y="70"/>
                  </a:lnTo>
                  <a:lnTo>
                    <a:pt x="219" y="53"/>
                  </a:lnTo>
                  <a:cubicBezTo>
                    <a:pt x="186" y="53"/>
                    <a:pt x="154" y="53"/>
                    <a:pt x="118" y="37"/>
                  </a:cubicBezTo>
                  <a:cubicBezTo>
                    <a:pt x="101" y="17"/>
                    <a:pt x="85" y="17"/>
                    <a:pt x="53" y="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0"/>
            <p:cNvSpPr/>
            <p:nvPr/>
          </p:nvSpPr>
          <p:spPr>
            <a:xfrm>
              <a:off x="1667496" y="818931"/>
              <a:ext cx="65058" cy="38637"/>
            </a:xfrm>
            <a:custGeom>
              <a:rect b="b" l="l" r="r" t="t"/>
              <a:pathLst>
                <a:path extrusionOk="0" h="389" w="655">
                  <a:moveTo>
                    <a:pt x="639" y="0"/>
                  </a:moveTo>
                  <a:cubicBezTo>
                    <a:pt x="606" y="17"/>
                    <a:pt x="570" y="33"/>
                    <a:pt x="554" y="49"/>
                  </a:cubicBezTo>
                  <a:cubicBezTo>
                    <a:pt x="538" y="65"/>
                    <a:pt x="522" y="65"/>
                    <a:pt x="505" y="65"/>
                  </a:cubicBezTo>
                  <a:cubicBezTo>
                    <a:pt x="404" y="134"/>
                    <a:pt x="283" y="202"/>
                    <a:pt x="182" y="267"/>
                  </a:cubicBezTo>
                  <a:cubicBezTo>
                    <a:pt x="303" y="219"/>
                    <a:pt x="404" y="150"/>
                    <a:pt x="522" y="85"/>
                  </a:cubicBezTo>
                  <a:cubicBezTo>
                    <a:pt x="538" y="85"/>
                    <a:pt x="538" y="65"/>
                    <a:pt x="554" y="65"/>
                  </a:cubicBezTo>
                  <a:cubicBezTo>
                    <a:pt x="586" y="49"/>
                    <a:pt x="606" y="33"/>
                    <a:pt x="655" y="17"/>
                  </a:cubicBezTo>
                  <a:lnTo>
                    <a:pt x="639" y="0"/>
                  </a:lnTo>
                  <a:close/>
                  <a:moveTo>
                    <a:pt x="182" y="267"/>
                  </a:moveTo>
                  <a:lnTo>
                    <a:pt x="118" y="303"/>
                  </a:lnTo>
                  <a:cubicBezTo>
                    <a:pt x="102" y="320"/>
                    <a:pt x="65" y="336"/>
                    <a:pt x="33" y="352"/>
                  </a:cubicBezTo>
                  <a:cubicBezTo>
                    <a:pt x="17" y="352"/>
                    <a:pt x="17" y="368"/>
                    <a:pt x="1" y="368"/>
                  </a:cubicBezTo>
                  <a:lnTo>
                    <a:pt x="1" y="388"/>
                  </a:lnTo>
                  <a:cubicBezTo>
                    <a:pt x="17" y="368"/>
                    <a:pt x="33" y="368"/>
                    <a:pt x="49" y="352"/>
                  </a:cubicBezTo>
                  <a:cubicBezTo>
                    <a:pt x="65" y="336"/>
                    <a:pt x="102" y="320"/>
                    <a:pt x="134" y="320"/>
                  </a:cubicBezTo>
                  <a:lnTo>
                    <a:pt x="182"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0"/>
            <p:cNvSpPr/>
            <p:nvPr/>
          </p:nvSpPr>
          <p:spPr>
            <a:xfrm>
              <a:off x="1752518" y="599820"/>
              <a:ext cx="6953" cy="232421"/>
            </a:xfrm>
            <a:custGeom>
              <a:rect b="b" l="l" r="r" t="t"/>
              <a:pathLst>
                <a:path extrusionOk="0" h="2340" w="70">
                  <a:moveTo>
                    <a:pt x="33" y="1"/>
                  </a:moveTo>
                  <a:lnTo>
                    <a:pt x="33" y="17"/>
                  </a:lnTo>
                  <a:cubicBezTo>
                    <a:pt x="53" y="17"/>
                    <a:pt x="53" y="33"/>
                    <a:pt x="53" y="49"/>
                  </a:cubicBezTo>
                  <a:cubicBezTo>
                    <a:pt x="70" y="17"/>
                    <a:pt x="53" y="1"/>
                    <a:pt x="33" y="1"/>
                  </a:cubicBezTo>
                  <a:close/>
                  <a:moveTo>
                    <a:pt x="53" y="49"/>
                  </a:moveTo>
                  <a:cubicBezTo>
                    <a:pt x="33" y="69"/>
                    <a:pt x="33" y="86"/>
                    <a:pt x="33" y="102"/>
                  </a:cubicBezTo>
                  <a:lnTo>
                    <a:pt x="33" y="170"/>
                  </a:lnTo>
                  <a:lnTo>
                    <a:pt x="33" y="389"/>
                  </a:lnTo>
                  <a:lnTo>
                    <a:pt x="33" y="776"/>
                  </a:lnTo>
                  <a:lnTo>
                    <a:pt x="33" y="910"/>
                  </a:lnTo>
                  <a:cubicBezTo>
                    <a:pt x="33" y="877"/>
                    <a:pt x="53" y="825"/>
                    <a:pt x="53" y="776"/>
                  </a:cubicBezTo>
                  <a:lnTo>
                    <a:pt x="53" y="389"/>
                  </a:lnTo>
                  <a:lnTo>
                    <a:pt x="53" y="170"/>
                  </a:lnTo>
                  <a:lnTo>
                    <a:pt x="53" y="102"/>
                  </a:lnTo>
                  <a:lnTo>
                    <a:pt x="53" y="49"/>
                  </a:lnTo>
                  <a:close/>
                  <a:moveTo>
                    <a:pt x="33" y="910"/>
                  </a:moveTo>
                  <a:cubicBezTo>
                    <a:pt x="17" y="958"/>
                    <a:pt x="17" y="1027"/>
                    <a:pt x="17" y="1079"/>
                  </a:cubicBezTo>
                  <a:lnTo>
                    <a:pt x="17" y="1112"/>
                  </a:lnTo>
                  <a:cubicBezTo>
                    <a:pt x="33" y="1196"/>
                    <a:pt x="33" y="1281"/>
                    <a:pt x="17" y="1362"/>
                  </a:cubicBezTo>
                  <a:lnTo>
                    <a:pt x="17" y="1548"/>
                  </a:lnTo>
                  <a:lnTo>
                    <a:pt x="17" y="1649"/>
                  </a:lnTo>
                  <a:lnTo>
                    <a:pt x="17" y="1750"/>
                  </a:lnTo>
                  <a:lnTo>
                    <a:pt x="17" y="2190"/>
                  </a:lnTo>
                  <a:cubicBezTo>
                    <a:pt x="17" y="2053"/>
                    <a:pt x="17" y="1903"/>
                    <a:pt x="33" y="1750"/>
                  </a:cubicBezTo>
                  <a:lnTo>
                    <a:pt x="33" y="1649"/>
                  </a:lnTo>
                  <a:lnTo>
                    <a:pt x="33" y="1548"/>
                  </a:lnTo>
                  <a:lnTo>
                    <a:pt x="33" y="1362"/>
                  </a:lnTo>
                  <a:lnTo>
                    <a:pt x="33" y="1112"/>
                  </a:lnTo>
                  <a:lnTo>
                    <a:pt x="33" y="1079"/>
                  </a:lnTo>
                  <a:lnTo>
                    <a:pt x="33" y="910"/>
                  </a:lnTo>
                  <a:close/>
                  <a:moveTo>
                    <a:pt x="17" y="2190"/>
                  </a:moveTo>
                  <a:cubicBezTo>
                    <a:pt x="17" y="2223"/>
                    <a:pt x="17" y="2255"/>
                    <a:pt x="1" y="2271"/>
                  </a:cubicBezTo>
                  <a:lnTo>
                    <a:pt x="1" y="2291"/>
                  </a:lnTo>
                  <a:cubicBezTo>
                    <a:pt x="1" y="2307"/>
                    <a:pt x="17" y="2324"/>
                    <a:pt x="17" y="2340"/>
                  </a:cubicBezTo>
                  <a:lnTo>
                    <a:pt x="33" y="2340"/>
                  </a:lnTo>
                  <a:lnTo>
                    <a:pt x="33" y="2324"/>
                  </a:lnTo>
                  <a:cubicBezTo>
                    <a:pt x="17" y="2324"/>
                    <a:pt x="17" y="2307"/>
                    <a:pt x="17" y="2291"/>
                  </a:cubicBezTo>
                  <a:lnTo>
                    <a:pt x="17" y="2271"/>
                  </a:lnTo>
                  <a:lnTo>
                    <a:pt x="17" y="219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0"/>
            <p:cNvSpPr/>
            <p:nvPr/>
          </p:nvSpPr>
          <p:spPr>
            <a:xfrm>
              <a:off x="1667496" y="800456"/>
              <a:ext cx="65058" cy="37048"/>
            </a:xfrm>
            <a:custGeom>
              <a:rect b="b" l="l" r="r" t="t"/>
              <a:pathLst>
                <a:path extrusionOk="0" h="373" w="655">
                  <a:moveTo>
                    <a:pt x="655" y="1"/>
                  </a:moveTo>
                  <a:cubicBezTo>
                    <a:pt x="639" y="1"/>
                    <a:pt x="623" y="1"/>
                    <a:pt x="606" y="17"/>
                  </a:cubicBezTo>
                  <a:cubicBezTo>
                    <a:pt x="485" y="85"/>
                    <a:pt x="384" y="134"/>
                    <a:pt x="283" y="203"/>
                  </a:cubicBezTo>
                  <a:cubicBezTo>
                    <a:pt x="219" y="235"/>
                    <a:pt x="150" y="271"/>
                    <a:pt x="81" y="320"/>
                  </a:cubicBezTo>
                  <a:cubicBezTo>
                    <a:pt x="65" y="320"/>
                    <a:pt x="49" y="336"/>
                    <a:pt x="33" y="352"/>
                  </a:cubicBezTo>
                  <a:cubicBezTo>
                    <a:pt x="49" y="352"/>
                    <a:pt x="81" y="336"/>
                    <a:pt x="102" y="320"/>
                  </a:cubicBezTo>
                  <a:cubicBezTo>
                    <a:pt x="150" y="287"/>
                    <a:pt x="219" y="251"/>
                    <a:pt x="283" y="219"/>
                  </a:cubicBezTo>
                  <a:cubicBezTo>
                    <a:pt x="384" y="150"/>
                    <a:pt x="505" y="85"/>
                    <a:pt x="606" y="33"/>
                  </a:cubicBezTo>
                  <a:cubicBezTo>
                    <a:pt x="623" y="17"/>
                    <a:pt x="639" y="17"/>
                    <a:pt x="655" y="17"/>
                  </a:cubicBezTo>
                  <a:lnTo>
                    <a:pt x="655" y="1"/>
                  </a:lnTo>
                  <a:close/>
                  <a:moveTo>
                    <a:pt x="33" y="352"/>
                  </a:moveTo>
                  <a:cubicBezTo>
                    <a:pt x="17" y="352"/>
                    <a:pt x="17" y="352"/>
                    <a:pt x="1" y="372"/>
                  </a:cubicBezTo>
                  <a:lnTo>
                    <a:pt x="17" y="372"/>
                  </a:lnTo>
                  <a:cubicBezTo>
                    <a:pt x="17" y="372"/>
                    <a:pt x="33" y="372"/>
                    <a:pt x="33" y="3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0"/>
            <p:cNvSpPr/>
            <p:nvPr/>
          </p:nvSpPr>
          <p:spPr>
            <a:xfrm>
              <a:off x="1704048" y="737087"/>
              <a:ext cx="23739" cy="14899"/>
            </a:xfrm>
            <a:custGeom>
              <a:rect b="b" l="l" r="r" t="t"/>
              <a:pathLst>
                <a:path extrusionOk="0" h="150" w="239">
                  <a:moveTo>
                    <a:pt x="218" y="0"/>
                  </a:moveTo>
                  <a:lnTo>
                    <a:pt x="0" y="134"/>
                  </a:lnTo>
                  <a:lnTo>
                    <a:pt x="0" y="150"/>
                  </a:lnTo>
                  <a:lnTo>
                    <a:pt x="16" y="150"/>
                  </a:lnTo>
                  <a:lnTo>
                    <a:pt x="238" y="16"/>
                  </a:lnTo>
                  <a:lnTo>
                    <a:pt x="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0"/>
            <p:cNvSpPr/>
            <p:nvPr/>
          </p:nvSpPr>
          <p:spPr>
            <a:xfrm>
              <a:off x="2213982" y="942491"/>
              <a:ext cx="98828" cy="28606"/>
            </a:xfrm>
            <a:custGeom>
              <a:rect b="b" l="l" r="r" t="t"/>
              <a:pathLst>
                <a:path extrusionOk="0" h="288" w="995">
                  <a:moveTo>
                    <a:pt x="1" y="1"/>
                  </a:moveTo>
                  <a:cubicBezTo>
                    <a:pt x="33" y="17"/>
                    <a:pt x="53" y="17"/>
                    <a:pt x="85" y="33"/>
                  </a:cubicBezTo>
                  <a:cubicBezTo>
                    <a:pt x="102" y="33"/>
                    <a:pt x="134" y="33"/>
                    <a:pt x="170" y="53"/>
                  </a:cubicBezTo>
                  <a:cubicBezTo>
                    <a:pt x="203" y="69"/>
                    <a:pt x="255" y="69"/>
                    <a:pt x="304" y="85"/>
                  </a:cubicBezTo>
                  <a:cubicBezTo>
                    <a:pt x="320" y="85"/>
                    <a:pt x="336" y="102"/>
                    <a:pt x="356" y="102"/>
                  </a:cubicBezTo>
                  <a:cubicBezTo>
                    <a:pt x="388" y="102"/>
                    <a:pt x="405" y="118"/>
                    <a:pt x="437" y="118"/>
                  </a:cubicBezTo>
                  <a:cubicBezTo>
                    <a:pt x="405" y="102"/>
                    <a:pt x="388" y="102"/>
                    <a:pt x="356" y="85"/>
                  </a:cubicBezTo>
                  <a:cubicBezTo>
                    <a:pt x="336" y="85"/>
                    <a:pt x="320" y="85"/>
                    <a:pt x="304" y="69"/>
                  </a:cubicBezTo>
                  <a:cubicBezTo>
                    <a:pt x="255" y="69"/>
                    <a:pt x="219" y="53"/>
                    <a:pt x="170" y="33"/>
                  </a:cubicBezTo>
                  <a:cubicBezTo>
                    <a:pt x="134" y="33"/>
                    <a:pt x="118" y="17"/>
                    <a:pt x="85" y="17"/>
                  </a:cubicBezTo>
                  <a:cubicBezTo>
                    <a:pt x="69" y="1"/>
                    <a:pt x="33" y="1"/>
                    <a:pt x="1" y="1"/>
                  </a:cubicBezTo>
                  <a:close/>
                  <a:moveTo>
                    <a:pt x="437" y="118"/>
                  </a:moveTo>
                  <a:cubicBezTo>
                    <a:pt x="489" y="134"/>
                    <a:pt x="558" y="154"/>
                    <a:pt x="607" y="170"/>
                  </a:cubicBezTo>
                  <a:cubicBezTo>
                    <a:pt x="639" y="186"/>
                    <a:pt x="691" y="203"/>
                    <a:pt x="724" y="203"/>
                  </a:cubicBezTo>
                  <a:cubicBezTo>
                    <a:pt x="691" y="186"/>
                    <a:pt x="639" y="170"/>
                    <a:pt x="607" y="154"/>
                  </a:cubicBezTo>
                  <a:cubicBezTo>
                    <a:pt x="558" y="134"/>
                    <a:pt x="489" y="118"/>
                    <a:pt x="437" y="118"/>
                  </a:cubicBezTo>
                  <a:close/>
                  <a:moveTo>
                    <a:pt x="724" y="203"/>
                  </a:moveTo>
                  <a:cubicBezTo>
                    <a:pt x="776" y="219"/>
                    <a:pt x="825" y="235"/>
                    <a:pt x="877" y="255"/>
                  </a:cubicBezTo>
                  <a:cubicBezTo>
                    <a:pt x="909" y="271"/>
                    <a:pt x="942" y="271"/>
                    <a:pt x="994" y="287"/>
                  </a:cubicBezTo>
                  <a:lnTo>
                    <a:pt x="994" y="271"/>
                  </a:lnTo>
                  <a:cubicBezTo>
                    <a:pt x="942" y="271"/>
                    <a:pt x="909" y="255"/>
                    <a:pt x="877" y="235"/>
                  </a:cubicBezTo>
                  <a:cubicBezTo>
                    <a:pt x="825" y="219"/>
                    <a:pt x="776" y="203"/>
                    <a:pt x="724"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0"/>
            <p:cNvSpPr/>
            <p:nvPr/>
          </p:nvSpPr>
          <p:spPr>
            <a:xfrm>
              <a:off x="2703853" y="574591"/>
              <a:ext cx="25030" cy="10131"/>
            </a:xfrm>
            <a:custGeom>
              <a:rect b="b" l="l" r="r" t="t"/>
              <a:pathLst>
                <a:path extrusionOk="0" h="102" w="252">
                  <a:moveTo>
                    <a:pt x="1" y="0"/>
                  </a:moveTo>
                  <a:lnTo>
                    <a:pt x="1" y="20"/>
                  </a:lnTo>
                  <a:lnTo>
                    <a:pt x="235" y="101"/>
                  </a:lnTo>
                  <a:lnTo>
                    <a:pt x="251" y="101"/>
                  </a:lnTo>
                  <a:lnTo>
                    <a:pt x="251" y="85"/>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0"/>
            <p:cNvSpPr/>
            <p:nvPr/>
          </p:nvSpPr>
          <p:spPr>
            <a:xfrm>
              <a:off x="2595192" y="842173"/>
              <a:ext cx="128825" cy="38637"/>
            </a:xfrm>
            <a:custGeom>
              <a:rect b="b" l="l" r="r" t="t"/>
              <a:pathLst>
                <a:path extrusionOk="0" h="389" w="1297">
                  <a:moveTo>
                    <a:pt x="0" y="1"/>
                  </a:moveTo>
                  <a:lnTo>
                    <a:pt x="0" y="17"/>
                  </a:lnTo>
                  <a:lnTo>
                    <a:pt x="53" y="17"/>
                  </a:lnTo>
                  <a:cubicBezTo>
                    <a:pt x="134" y="53"/>
                    <a:pt x="235" y="86"/>
                    <a:pt x="319" y="102"/>
                  </a:cubicBezTo>
                  <a:cubicBezTo>
                    <a:pt x="404" y="134"/>
                    <a:pt x="473" y="154"/>
                    <a:pt x="538" y="170"/>
                  </a:cubicBezTo>
                  <a:cubicBezTo>
                    <a:pt x="558" y="170"/>
                    <a:pt x="574" y="187"/>
                    <a:pt x="590" y="187"/>
                  </a:cubicBezTo>
                  <a:cubicBezTo>
                    <a:pt x="606" y="187"/>
                    <a:pt x="639" y="203"/>
                    <a:pt x="675" y="203"/>
                  </a:cubicBezTo>
                  <a:cubicBezTo>
                    <a:pt x="639" y="187"/>
                    <a:pt x="622" y="187"/>
                    <a:pt x="590" y="170"/>
                  </a:cubicBezTo>
                  <a:cubicBezTo>
                    <a:pt x="574" y="170"/>
                    <a:pt x="558" y="170"/>
                    <a:pt x="538" y="154"/>
                  </a:cubicBezTo>
                  <a:cubicBezTo>
                    <a:pt x="473" y="134"/>
                    <a:pt x="404" y="118"/>
                    <a:pt x="336" y="102"/>
                  </a:cubicBezTo>
                  <a:cubicBezTo>
                    <a:pt x="235" y="69"/>
                    <a:pt x="154" y="33"/>
                    <a:pt x="53" y="1"/>
                  </a:cubicBezTo>
                  <a:close/>
                  <a:moveTo>
                    <a:pt x="675" y="203"/>
                  </a:moveTo>
                  <a:cubicBezTo>
                    <a:pt x="691" y="219"/>
                    <a:pt x="707" y="219"/>
                    <a:pt x="723" y="219"/>
                  </a:cubicBezTo>
                  <a:cubicBezTo>
                    <a:pt x="739" y="235"/>
                    <a:pt x="776" y="235"/>
                    <a:pt x="808" y="255"/>
                  </a:cubicBezTo>
                  <a:cubicBezTo>
                    <a:pt x="840" y="271"/>
                    <a:pt x="877" y="271"/>
                    <a:pt x="909" y="287"/>
                  </a:cubicBezTo>
                  <a:cubicBezTo>
                    <a:pt x="994" y="304"/>
                    <a:pt x="1079" y="336"/>
                    <a:pt x="1164" y="356"/>
                  </a:cubicBezTo>
                  <a:cubicBezTo>
                    <a:pt x="1180" y="372"/>
                    <a:pt x="1196" y="372"/>
                    <a:pt x="1196" y="372"/>
                  </a:cubicBezTo>
                  <a:cubicBezTo>
                    <a:pt x="1228" y="388"/>
                    <a:pt x="1244" y="388"/>
                    <a:pt x="1281" y="388"/>
                  </a:cubicBezTo>
                  <a:lnTo>
                    <a:pt x="1297" y="388"/>
                  </a:lnTo>
                  <a:lnTo>
                    <a:pt x="1297" y="372"/>
                  </a:lnTo>
                  <a:cubicBezTo>
                    <a:pt x="1288" y="377"/>
                    <a:pt x="1278" y="379"/>
                    <a:pt x="1268" y="379"/>
                  </a:cubicBezTo>
                  <a:cubicBezTo>
                    <a:pt x="1245" y="379"/>
                    <a:pt x="1224" y="368"/>
                    <a:pt x="1212" y="356"/>
                  </a:cubicBezTo>
                  <a:lnTo>
                    <a:pt x="1180" y="356"/>
                  </a:lnTo>
                  <a:cubicBezTo>
                    <a:pt x="1095" y="320"/>
                    <a:pt x="994" y="304"/>
                    <a:pt x="909" y="271"/>
                  </a:cubicBezTo>
                  <a:cubicBezTo>
                    <a:pt x="877" y="271"/>
                    <a:pt x="840" y="255"/>
                    <a:pt x="808" y="235"/>
                  </a:cubicBezTo>
                  <a:cubicBezTo>
                    <a:pt x="776" y="219"/>
                    <a:pt x="760" y="219"/>
                    <a:pt x="723" y="2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0"/>
            <p:cNvSpPr/>
            <p:nvPr/>
          </p:nvSpPr>
          <p:spPr>
            <a:xfrm>
              <a:off x="1755796" y="558103"/>
              <a:ext cx="189015" cy="126937"/>
            </a:xfrm>
            <a:custGeom>
              <a:rect b="b" l="l" r="r" t="t"/>
              <a:pathLst>
                <a:path extrusionOk="0" h="1278" w="1903">
                  <a:moveTo>
                    <a:pt x="1903" y="1"/>
                  </a:moveTo>
                  <a:cubicBezTo>
                    <a:pt x="1871" y="1"/>
                    <a:pt x="1838" y="17"/>
                    <a:pt x="1818" y="33"/>
                  </a:cubicBezTo>
                  <a:cubicBezTo>
                    <a:pt x="1753" y="85"/>
                    <a:pt x="1669" y="134"/>
                    <a:pt x="1600" y="186"/>
                  </a:cubicBezTo>
                  <a:cubicBezTo>
                    <a:pt x="1483" y="267"/>
                    <a:pt x="1366" y="352"/>
                    <a:pt x="1232" y="437"/>
                  </a:cubicBezTo>
                  <a:cubicBezTo>
                    <a:pt x="1131" y="522"/>
                    <a:pt x="1010" y="590"/>
                    <a:pt x="893" y="671"/>
                  </a:cubicBezTo>
                  <a:cubicBezTo>
                    <a:pt x="828" y="724"/>
                    <a:pt x="744" y="772"/>
                    <a:pt x="675" y="825"/>
                  </a:cubicBezTo>
                  <a:cubicBezTo>
                    <a:pt x="525" y="926"/>
                    <a:pt x="356" y="1043"/>
                    <a:pt x="202" y="1144"/>
                  </a:cubicBezTo>
                  <a:lnTo>
                    <a:pt x="69" y="1229"/>
                  </a:lnTo>
                  <a:cubicBezTo>
                    <a:pt x="53" y="1245"/>
                    <a:pt x="37" y="1261"/>
                    <a:pt x="20" y="1261"/>
                  </a:cubicBezTo>
                  <a:lnTo>
                    <a:pt x="0" y="1277"/>
                  </a:lnTo>
                  <a:lnTo>
                    <a:pt x="20" y="1277"/>
                  </a:lnTo>
                  <a:cubicBezTo>
                    <a:pt x="37" y="1277"/>
                    <a:pt x="69" y="1261"/>
                    <a:pt x="85" y="1245"/>
                  </a:cubicBezTo>
                  <a:lnTo>
                    <a:pt x="222" y="1160"/>
                  </a:lnTo>
                  <a:cubicBezTo>
                    <a:pt x="372" y="1043"/>
                    <a:pt x="525" y="942"/>
                    <a:pt x="675" y="841"/>
                  </a:cubicBezTo>
                  <a:cubicBezTo>
                    <a:pt x="760" y="792"/>
                    <a:pt x="828" y="740"/>
                    <a:pt x="909" y="671"/>
                  </a:cubicBezTo>
                  <a:cubicBezTo>
                    <a:pt x="1010" y="607"/>
                    <a:pt x="1131" y="522"/>
                    <a:pt x="1249" y="453"/>
                  </a:cubicBezTo>
                  <a:cubicBezTo>
                    <a:pt x="1366" y="368"/>
                    <a:pt x="1483" y="287"/>
                    <a:pt x="1600" y="203"/>
                  </a:cubicBezTo>
                  <a:cubicBezTo>
                    <a:pt x="1685" y="150"/>
                    <a:pt x="1753" y="102"/>
                    <a:pt x="1818" y="49"/>
                  </a:cubicBezTo>
                  <a:lnTo>
                    <a:pt x="1838" y="49"/>
                  </a:lnTo>
                  <a:cubicBezTo>
                    <a:pt x="1854" y="33"/>
                    <a:pt x="1871" y="17"/>
                    <a:pt x="1903" y="17"/>
                  </a:cubicBezTo>
                  <a:lnTo>
                    <a:pt x="19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0"/>
            <p:cNvSpPr/>
            <p:nvPr/>
          </p:nvSpPr>
          <p:spPr>
            <a:xfrm>
              <a:off x="2623698" y="552938"/>
              <a:ext cx="31784" cy="222389"/>
            </a:xfrm>
            <a:custGeom>
              <a:rect b="b" l="l" r="r" t="t"/>
              <a:pathLst>
                <a:path extrusionOk="0" h="2239" w="320">
                  <a:moveTo>
                    <a:pt x="0" y="0"/>
                  </a:moveTo>
                  <a:cubicBezTo>
                    <a:pt x="0" y="36"/>
                    <a:pt x="16" y="53"/>
                    <a:pt x="16" y="85"/>
                  </a:cubicBezTo>
                  <a:lnTo>
                    <a:pt x="16" y="0"/>
                  </a:lnTo>
                  <a:close/>
                  <a:moveTo>
                    <a:pt x="16" y="85"/>
                  </a:moveTo>
                  <a:lnTo>
                    <a:pt x="16" y="117"/>
                  </a:lnTo>
                  <a:cubicBezTo>
                    <a:pt x="32" y="170"/>
                    <a:pt x="32" y="238"/>
                    <a:pt x="49" y="303"/>
                  </a:cubicBezTo>
                  <a:cubicBezTo>
                    <a:pt x="49" y="238"/>
                    <a:pt x="32" y="170"/>
                    <a:pt x="32" y="117"/>
                  </a:cubicBezTo>
                  <a:cubicBezTo>
                    <a:pt x="32" y="101"/>
                    <a:pt x="32" y="85"/>
                    <a:pt x="16" y="85"/>
                  </a:cubicBezTo>
                  <a:close/>
                  <a:moveTo>
                    <a:pt x="49" y="303"/>
                  </a:moveTo>
                  <a:lnTo>
                    <a:pt x="49" y="372"/>
                  </a:lnTo>
                  <a:cubicBezTo>
                    <a:pt x="49" y="404"/>
                    <a:pt x="69" y="440"/>
                    <a:pt x="69" y="473"/>
                  </a:cubicBezTo>
                  <a:cubicBezTo>
                    <a:pt x="69" y="521"/>
                    <a:pt x="69" y="558"/>
                    <a:pt x="85" y="606"/>
                  </a:cubicBezTo>
                  <a:lnTo>
                    <a:pt x="85" y="675"/>
                  </a:lnTo>
                  <a:cubicBezTo>
                    <a:pt x="101" y="691"/>
                    <a:pt x="101" y="723"/>
                    <a:pt x="101" y="743"/>
                  </a:cubicBezTo>
                  <a:lnTo>
                    <a:pt x="101" y="808"/>
                  </a:lnTo>
                  <a:cubicBezTo>
                    <a:pt x="117" y="824"/>
                    <a:pt x="117" y="861"/>
                    <a:pt x="117" y="877"/>
                  </a:cubicBezTo>
                  <a:cubicBezTo>
                    <a:pt x="117" y="909"/>
                    <a:pt x="133" y="945"/>
                    <a:pt x="133" y="962"/>
                  </a:cubicBezTo>
                  <a:lnTo>
                    <a:pt x="133" y="1026"/>
                  </a:lnTo>
                  <a:cubicBezTo>
                    <a:pt x="133" y="1046"/>
                    <a:pt x="150" y="1079"/>
                    <a:pt x="150" y="1095"/>
                  </a:cubicBezTo>
                  <a:cubicBezTo>
                    <a:pt x="150" y="1127"/>
                    <a:pt x="150" y="1163"/>
                    <a:pt x="170" y="1196"/>
                  </a:cubicBezTo>
                  <a:lnTo>
                    <a:pt x="170" y="1095"/>
                  </a:lnTo>
                  <a:cubicBezTo>
                    <a:pt x="150" y="1079"/>
                    <a:pt x="150" y="1046"/>
                    <a:pt x="150" y="1026"/>
                  </a:cubicBezTo>
                  <a:lnTo>
                    <a:pt x="150" y="962"/>
                  </a:lnTo>
                  <a:cubicBezTo>
                    <a:pt x="133" y="925"/>
                    <a:pt x="133" y="909"/>
                    <a:pt x="133" y="877"/>
                  </a:cubicBezTo>
                  <a:cubicBezTo>
                    <a:pt x="133" y="844"/>
                    <a:pt x="117" y="824"/>
                    <a:pt x="117" y="808"/>
                  </a:cubicBezTo>
                  <a:lnTo>
                    <a:pt x="117" y="743"/>
                  </a:lnTo>
                  <a:cubicBezTo>
                    <a:pt x="117" y="707"/>
                    <a:pt x="101" y="691"/>
                    <a:pt x="101" y="675"/>
                  </a:cubicBezTo>
                  <a:lnTo>
                    <a:pt x="101" y="606"/>
                  </a:lnTo>
                  <a:cubicBezTo>
                    <a:pt x="85" y="558"/>
                    <a:pt x="85" y="521"/>
                    <a:pt x="85" y="473"/>
                  </a:cubicBezTo>
                  <a:cubicBezTo>
                    <a:pt x="69" y="440"/>
                    <a:pt x="69" y="404"/>
                    <a:pt x="69" y="372"/>
                  </a:cubicBezTo>
                  <a:cubicBezTo>
                    <a:pt x="69" y="356"/>
                    <a:pt x="49" y="319"/>
                    <a:pt x="49" y="303"/>
                  </a:cubicBezTo>
                  <a:close/>
                  <a:moveTo>
                    <a:pt x="170" y="1196"/>
                  </a:moveTo>
                  <a:lnTo>
                    <a:pt x="170" y="1264"/>
                  </a:lnTo>
                  <a:cubicBezTo>
                    <a:pt x="170" y="1297"/>
                    <a:pt x="186" y="1329"/>
                    <a:pt x="186" y="1365"/>
                  </a:cubicBezTo>
                  <a:cubicBezTo>
                    <a:pt x="186" y="1398"/>
                    <a:pt x="202" y="1450"/>
                    <a:pt x="202" y="1483"/>
                  </a:cubicBezTo>
                  <a:cubicBezTo>
                    <a:pt x="202" y="1531"/>
                    <a:pt x="218" y="1600"/>
                    <a:pt x="218" y="1652"/>
                  </a:cubicBezTo>
                  <a:cubicBezTo>
                    <a:pt x="234" y="1685"/>
                    <a:pt x="234" y="1733"/>
                    <a:pt x="234" y="1769"/>
                  </a:cubicBezTo>
                  <a:cubicBezTo>
                    <a:pt x="251" y="1834"/>
                    <a:pt x="251" y="1903"/>
                    <a:pt x="271" y="1971"/>
                  </a:cubicBezTo>
                  <a:cubicBezTo>
                    <a:pt x="271" y="2004"/>
                    <a:pt x="271" y="2056"/>
                    <a:pt x="287" y="2089"/>
                  </a:cubicBezTo>
                  <a:lnTo>
                    <a:pt x="287" y="1971"/>
                  </a:lnTo>
                  <a:cubicBezTo>
                    <a:pt x="271" y="1903"/>
                    <a:pt x="271" y="1834"/>
                    <a:pt x="251" y="1769"/>
                  </a:cubicBezTo>
                  <a:cubicBezTo>
                    <a:pt x="251" y="1733"/>
                    <a:pt x="234" y="1685"/>
                    <a:pt x="234" y="1652"/>
                  </a:cubicBezTo>
                  <a:cubicBezTo>
                    <a:pt x="234" y="1600"/>
                    <a:pt x="218" y="1531"/>
                    <a:pt x="218" y="1483"/>
                  </a:cubicBezTo>
                  <a:cubicBezTo>
                    <a:pt x="202" y="1430"/>
                    <a:pt x="202" y="1398"/>
                    <a:pt x="202" y="1365"/>
                  </a:cubicBezTo>
                  <a:cubicBezTo>
                    <a:pt x="202" y="1329"/>
                    <a:pt x="186" y="1297"/>
                    <a:pt x="186" y="1264"/>
                  </a:cubicBezTo>
                  <a:cubicBezTo>
                    <a:pt x="186" y="1248"/>
                    <a:pt x="186" y="1212"/>
                    <a:pt x="170" y="1196"/>
                  </a:cubicBezTo>
                  <a:close/>
                  <a:moveTo>
                    <a:pt x="287" y="2089"/>
                  </a:moveTo>
                  <a:cubicBezTo>
                    <a:pt x="287" y="2121"/>
                    <a:pt x="287" y="2157"/>
                    <a:pt x="303" y="2190"/>
                  </a:cubicBezTo>
                  <a:cubicBezTo>
                    <a:pt x="303" y="2157"/>
                    <a:pt x="303" y="2121"/>
                    <a:pt x="287" y="2089"/>
                  </a:cubicBezTo>
                  <a:close/>
                  <a:moveTo>
                    <a:pt x="303" y="2190"/>
                  </a:moveTo>
                  <a:lnTo>
                    <a:pt x="303" y="2222"/>
                  </a:lnTo>
                  <a:lnTo>
                    <a:pt x="303" y="2238"/>
                  </a:lnTo>
                  <a:lnTo>
                    <a:pt x="319" y="2238"/>
                  </a:lnTo>
                  <a:lnTo>
                    <a:pt x="319" y="2222"/>
                  </a:lnTo>
                  <a:cubicBezTo>
                    <a:pt x="319" y="2206"/>
                    <a:pt x="303" y="2206"/>
                    <a:pt x="303" y="21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0"/>
            <p:cNvSpPr/>
            <p:nvPr/>
          </p:nvSpPr>
          <p:spPr>
            <a:xfrm>
              <a:off x="1828005" y="797278"/>
              <a:ext cx="120481" cy="61879"/>
            </a:xfrm>
            <a:custGeom>
              <a:rect b="b" l="l" r="r" t="t"/>
              <a:pathLst>
                <a:path extrusionOk="0" h="623" w="1213">
                  <a:moveTo>
                    <a:pt x="1192" y="0"/>
                  </a:moveTo>
                  <a:cubicBezTo>
                    <a:pt x="1160" y="0"/>
                    <a:pt x="1127" y="16"/>
                    <a:pt x="1091" y="33"/>
                  </a:cubicBezTo>
                  <a:lnTo>
                    <a:pt x="1075" y="49"/>
                  </a:lnTo>
                  <a:cubicBezTo>
                    <a:pt x="974" y="101"/>
                    <a:pt x="857" y="166"/>
                    <a:pt x="772" y="218"/>
                  </a:cubicBezTo>
                  <a:lnTo>
                    <a:pt x="1075" y="65"/>
                  </a:lnTo>
                  <a:cubicBezTo>
                    <a:pt x="1091" y="49"/>
                    <a:pt x="1091" y="49"/>
                    <a:pt x="1111" y="49"/>
                  </a:cubicBezTo>
                  <a:cubicBezTo>
                    <a:pt x="1144" y="33"/>
                    <a:pt x="1160" y="16"/>
                    <a:pt x="1192" y="16"/>
                  </a:cubicBezTo>
                  <a:lnTo>
                    <a:pt x="1212" y="16"/>
                  </a:lnTo>
                  <a:lnTo>
                    <a:pt x="1192" y="0"/>
                  </a:lnTo>
                  <a:close/>
                  <a:moveTo>
                    <a:pt x="772" y="218"/>
                  </a:moveTo>
                  <a:lnTo>
                    <a:pt x="772" y="218"/>
                  </a:lnTo>
                  <a:cubicBezTo>
                    <a:pt x="687" y="251"/>
                    <a:pt x="623" y="283"/>
                    <a:pt x="554" y="319"/>
                  </a:cubicBezTo>
                  <a:cubicBezTo>
                    <a:pt x="469" y="368"/>
                    <a:pt x="384" y="420"/>
                    <a:pt x="283" y="469"/>
                  </a:cubicBezTo>
                  <a:cubicBezTo>
                    <a:pt x="384" y="437"/>
                    <a:pt x="469" y="384"/>
                    <a:pt x="570" y="336"/>
                  </a:cubicBezTo>
                  <a:cubicBezTo>
                    <a:pt x="639" y="303"/>
                    <a:pt x="707" y="267"/>
                    <a:pt x="772" y="218"/>
                  </a:cubicBezTo>
                  <a:close/>
                  <a:moveTo>
                    <a:pt x="283" y="469"/>
                  </a:moveTo>
                  <a:lnTo>
                    <a:pt x="283" y="469"/>
                  </a:lnTo>
                  <a:cubicBezTo>
                    <a:pt x="219" y="505"/>
                    <a:pt x="134" y="538"/>
                    <a:pt x="65" y="586"/>
                  </a:cubicBezTo>
                  <a:cubicBezTo>
                    <a:pt x="134" y="554"/>
                    <a:pt x="219" y="521"/>
                    <a:pt x="283" y="469"/>
                  </a:cubicBezTo>
                  <a:close/>
                  <a:moveTo>
                    <a:pt x="65" y="586"/>
                  </a:moveTo>
                  <a:cubicBezTo>
                    <a:pt x="49" y="586"/>
                    <a:pt x="33" y="606"/>
                    <a:pt x="17" y="606"/>
                  </a:cubicBezTo>
                  <a:lnTo>
                    <a:pt x="0" y="622"/>
                  </a:lnTo>
                  <a:lnTo>
                    <a:pt x="33" y="622"/>
                  </a:lnTo>
                  <a:lnTo>
                    <a:pt x="65" y="58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0"/>
            <p:cNvSpPr/>
            <p:nvPr/>
          </p:nvSpPr>
          <p:spPr>
            <a:xfrm>
              <a:off x="2372902" y="456196"/>
              <a:ext cx="73501" cy="28208"/>
            </a:xfrm>
            <a:custGeom>
              <a:rect b="b" l="l" r="r" t="t"/>
              <a:pathLst>
                <a:path extrusionOk="0" h="284" w="740">
                  <a:moveTo>
                    <a:pt x="0" y="1"/>
                  </a:moveTo>
                  <a:lnTo>
                    <a:pt x="0" y="17"/>
                  </a:lnTo>
                  <a:cubicBezTo>
                    <a:pt x="69" y="33"/>
                    <a:pt x="150" y="65"/>
                    <a:pt x="218" y="102"/>
                  </a:cubicBezTo>
                  <a:cubicBezTo>
                    <a:pt x="271" y="118"/>
                    <a:pt x="303" y="134"/>
                    <a:pt x="336" y="134"/>
                  </a:cubicBezTo>
                  <a:cubicBezTo>
                    <a:pt x="303" y="118"/>
                    <a:pt x="271" y="102"/>
                    <a:pt x="235" y="81"/>
                  </a:cubicBezTo>
                  <a:cubicBezTo>
                    <a:pt x="150" y="49"/>
                    <a:pt x="85" y="33"/>
                    <a:pt x="0" y="1"/>
                  </a:cubicBezTo>
                  <a:close/>
                  <a:moveTo>
                    <a:pt x="336" y="134"/>
                  </a:moveTo>
                  <a:cubicBezTo>
                    <a:pt x="388" y="150"/>
                    <a:pt x="437" y="166"/>
                    <a:pt x="489" y="202"/>
                  </a:cubicBezTo>
                  <a:cubicBezTo>
                    <a:pt x="554" y="219"/>
                    <a:pt x="622" y="251"/>
                    <a:pt x="707" y="267"/>
                  </a:cubicBezTo>
                  <a:cubicBezTo>
                    <a:pt x="639" y="235"/>
                    <a:pt x="554" y="219"/>
                    <a:pt x="489" y="182"/>
                  </a:cubicBezTo>
                  <a:cubicBezTo>
                    <a:pt x="437" y="166"/>
                    <a:pt x="388" y="150"/>
                    <a:pt x="336" y="134"/>
                  </a:cubicBezTo>
                  <a:close/>
                  <a:moveTo>
                    <a:pt x="707" y="267"/>
                  </a:moveTo>
                  <a:cubicBezTo>
                    <a:pt x="707" y="283"/>
                    <a:pt x="723" y="283"/>
                    <a:pt x="723" y="283"/>
                  </a:cubicBezTo>
                  <a:lnTo>
                    <a:pt x="740" y="283"/>
                  </a:lnTo>
                  <a:lnTo>
                    <a:pt x="740" y="26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0"/>
            <p:cNvSpPr/>
            <p:nvPr/>
          </p:nvSpPr>
          <p:spPr>
            <a:xfrm>
              <a:off x="1936369" y="24827"/>
              <a:ext cx="6853" cy="197160"/>
            </a:xfrm>
            <a:custGeom>
              <a:rect b="b" l="l" r="r" t="t"/>
              <a:pathLst>
                <a:path extrusionOk="0" h="1985" w="69">
                  <a:moveTo>
                    <a:pt x="0" y="1"/>
                  </a:moveTo>
                  <a:lnTo>
                    <a:pt x="0" y="17"/>
                  </a:lnTo>
                  <a:cubicBezTo>
                    <a:pt x="20" y="33"/>
                    <a:pt x="20" y="65"/>
                    <a:pt x="20" y="102"/>
                  </a:cubicBezTo>
                  <a:lnTo>
                    <a:pt x="20" y="183"/>
                  </a:lnTo>
                  <a:lnTo>
                    <a:pt x="20" y="320"/>
                  </a:lnTo>
                  <a:lnTo>
                    <a:pt x="20" y="368"/>
                  </a:lnTo>
                  <a:lnTo>
                    <a:pt x="20" y="587"/>
                  </a:lnTo>
                  <a:cubicBezTo>
                    <a:pt x="20" y="688"/>
                    <a:pt x="20" y="825"/>
                    <a:pt x="36" y="942"/>
                  </a:cubicBezTo>
                  <a:lnTo>
                    <a:pt x="36" y="587"/>
                  </a:lnTo>
                  <a:lnTo>
                    <a:pt x="36" y="368"/>
                  </a:lnTo>
                  <a:lnTo>
                    <a:pt x="36" y="320"/>
                  </a:lnTo>
                  <a:lnTo>
                    <a:pt x="36" y="183"/>
                  </a:lnTo>
                  <a:lnTo>
                    <a:pt x="36" y="102"/>
                  </a:lnTo>
                  <a:cubicBezTo>
                    <a:pt x="36" y="65"/>
                    <a:pt x="36" y="33"/>
                    <a:pt x="20" y="17"/>
                  </a:cubicBezTo>
                  <a:lnTo>
                    <a:pt x="0" y="1"/>
                  </a:lnTo>
                  <a:close/>
                  <a:moveTo>
                    <a:pt x="36" y="942"/>
                  </a:moveTo>
                  <a:lnTo>
                    <a:pt x="36" y="1193"/>
                  </a:lnTo>
                  <a:lnTo>
                    <a:pt x="36" y="1431"/>
                  </a:lnTo>
                  <a:lnTo>
                    <a:pt x="36" y="1496"/>
                  </a:lnTo>
                  <a:cubicBezTo>
                    <a:pt x="36" y="1564"/>
                    <a:pt x="36" y="1617"/>
                    <a:pt x="53" y="1681"/>
                  </a:cubicBezTo>
                  <a:lnTo>
                    <a:pt x="53" y="1496"/>
                  </a:lnTo>
                  <a:lnTo>
                    <a:pt x="53" y="1431"/>
                  </a:lnTo>
                  <a:lnTo>
                    <a:pt x="53" y="1193"/>
                  </a:lnTo>
                  <a:cubicBezTo>
                    <a:pt x="53" y="1112"/>
                    <a:pt x="53" y="1027"/>
                    <a:pt x="36" y="942"/>
                  </a:cubicBezTo>
                  <a:close/>
                  <a:moveTo>
                    <a:pt x="53" y="1681"/>
                  </a:moveTo>
                  <a:lnTo>
                    <a:pt x="53" y="1681"/>
                  </a:lnTo>
                  <a:cubicBezTo>
                    <a:pt x="20" y="1718"/>
                    <a:pt x="36" y="1734"/>
                    <a:pt x="36" y="1766"/>
                  </a:cubicBezTo>
                  <a:cubicBezTo>
                    <a:pt x="53" y="1782"/>
                    <a:pt x="53" y="1782"/>
                    <a:pt x="53" y="1799"/>
                  </a:cubicBezTo>
                  <a:lnTo>
                    <a:pt x="53" y="1819"/>
                  </a:lnTo>
                  <a:lnTo>
                    <a:pt x="69" y="1799"/>
                  </a:lnTo>
                  <a:cubicBezTo>
                    <a:pt x="53" y="1782"/>
                    <a:pt x="53" y="1766"/>
                    <a:pt x="53" y="1766"/>
                  </a:cubicBezTo>
                  <a:cubicBezTo>
                    <a:pt x="53" y="1734"/>
                    <a:pt x="36" y="1718"/>
                    <a:pt x="53" y="1681"/>
                  </a:cubicBezTo>
                  <a:close/>
                  <a:moveTo>
                    <a:pt x="53" y="1819"/>
                  </a:moveTo>
                  <a:cubicBezTo>
                    <a:pt x="36" y="1851"/>
                    <a:pt x="36" y="1883"/>
                    <a:pt x="36" y="1920"/>
                  </a:cubicBezTo>
                  <a:cubicBezTo>
                    <a:pt x="36" y="1936"/>
                    <a:pt x="53" y="1952"/>
                    <a:pt x="53" y="1952"/>
                  </a:cubicBezTo>
                  <a:lnTo>
                    <a:pt x="53" y="1900"/>
                  </a:lnTo>
                  <a:cubicBezTo>
                    <a:pt x="53" y="1883"/>
                    <a:pt x="36" y="1851"/>
                    <a:pt x="53" y="1819"/>
                  </a:cubicBezTo>
                  <a:close/>
                  <a:moveTo>
                    <a:pt x="53" y="1968"/>
                  </a:moveTo>
                  <a:lnTo>
                    <a:pt x="53" y="1984"/>
                  </a:lnTo>
                  <a:lnTo>
                    <a:pt x="69" y="196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0"/>
            <p:cNvSpPr/>
            <p:nvPr/>
          </p:nvSpPr>
          <p:spPr>
            <a:xfrm>
              <a:off x="1663920" y="788835"/>
              <a:ext cx="282580" cy="153755"/>
            </a:xfrm>
            <a:custGeom>
              <a:rect b="b" l="l" r="r" t="t"/>
              <a:pathLst>
                <a:path extrusionOk="0" h="1548" w="2845">
                  <a:moveTo>
                    <a:pt x="2844" y="0"/>
                  </a:moveTo>
                  <a:cubicBezTo>
                    <a:pt x="2812" y="0"/>
                    <a:pt x="2779" y="17"/>
                    <a:pt x="2743" y="33"/>
                  </a:cubicBezTo>
                  <a:cubicBezTo>
                    <a:pt x="2727" y="49"/>
                    <a:pt x="2727" y="49"/>
                    <a:pt x="2711" y="49"/>
                  </a:cubicBezTo>
                  <a:cubicBezTo>
                    <a:pt x="2610" y="101"/>
                    <a:pt x="2525" y="150"/>
                    <a:pt x="2424" y="219"/>
                  </a:cubicBezTo>
                  <a:lnTo>
                    <a:pt x="2727" y="65"/>
                  </a:lnTo>
                  <a:cubicBezTo>
                    <a:pt x="2727" y="65"/>
                    <a:pt x="2743" y="49"/>
                    <a:pt x="2763" y="49"/>
                  </a:cubicBezTo>
                  <a:cubicBezTo>
                    <a:pt x="2779" y="33"/>
                    <a:pt x="2812" y="17"/>
                    <a:pt x="2844" y="17"/>
                  </a:cubicBezTo>
                  <a:lnTo>
                    <a:pt x="2844" y="0"/>
                  </a:lnTo>
                  <a:close/>
                  <a:moveTo>
                    <a:pt x="2424" y="219"/>
                  </a:moveTo>
                  <a:lnTo>
                    <a:pt x="2424" y="219"/>
                  </a:lnTo>
                  <a:cubicBezTo>
                    <a:pt x="2375" y="235"/>
                    <a:pt x="2323" y="267"/>
                    <a:pt x="2275" y="303"/>
                  </a:cubicBezTo>
                  <a:cubicBezTo>
                    <a:pt x="2323" y="287"/>
                    <a:pt x="2375" y="251"/>
                    <a:pt x="2424" y="219"/>
                  </a:cubicBezTo>
                  <a:close/>
                  <a:moveTo>
                    <a:pt x="2275" y="303"/>
                  </a:moveTo>
                  <a:cubicBezTo>
                    <a:pt x="2206" y="320"/>
                    <a:pt x="2157" y="352"/>
                    <a:pt x="2089" y="388"/>
                  </a:cubicBezTo>
                  <a:cubicBezTo>
                    <a:pt x="1955" y="453"/>
                    <a:pt x="1818" y="538"/>
                    <a:pt x="1685" y="606"/>
                  </a:cubicBezTo>
                  <a:lnTo>
                    <a:pt x="1669" y="623"/>
                  </a:lnTo>
                  <a:cubicBezTo>
                    <a:pt x="1652" y="623"/>
                    <a:pt x="1616" y="639"/>
                    <a:pt x="1600" y="671"/>
                  </a:cubicBezTo>
                  <a:lnTo>
                    <a:pt x="1568" y="671"/>
                  </a:lnTo>
                  <a:cubicBezTo>
                    <a:pt x="1531" y="691"/>
                    <a:pt x="1483" y="707"/>
                    <a:pt x="1450" y="740"/>
                  </a:cubicBezTo>
                  <a:cubicBezTo>
                    <a:pt x="1483" y="724"/>
                    <a:pt x="1531" y="707"/>
                    <a:pt x="1584" y="691"/>
                  </a:cubicBezTo>
                  <a:cubicBezTo>
                    <a:pt x="1600" y="691"/>
                    <a:pt x="1616" y="691"/>
                    <a:pt x="1616" y="671"/>
                  </a:cubicBezTo>
                  <a:cubicBezTo>
                    <a:pt x="1632" y="655"/>
                    <a:pt x="1652" y="639"/>
                    <a:pt x="1685" y="623"/>
                  </a:cubicBezTo>
                  <a:lnTo>
                    <a:pt x="1701" y="623"/>
                  </a:lnTo>
                  <a:cubicBezTo>
                    <a:pt x="1834" y="538"/>
                    <a:pt x="1972" y="469"/>
                    <a:pt x="2105" y="404"/>
                  </a:cubicBezTo>
                  <a:cubicBezTo>
                    <a:pt x="2157" y="368"/>
                    <a:pt x="2206" y="336"/>
                    <a:pt x="2275" y="303"/>
                  </a:cubicBezTo>
                  <a:close/>
                  <a:moveTo>
                    <a:pt x="1450" y="740"/>
                  </a:moveTo>
                  <a:cubicBezTo>
                    <a:pt x="1430" y="740"/>
                    <a:pt x="1414" y="756"/>
                    <a:pt x="1398" y="756"/>
                  </a:cubicBezTo>
                  <a:cubicBezTo>
                    <a:pt x="1164" y="893"/>
                    <a:pt x="909" y="1026"/>
                    <a:pt x="659" y="1160"/>
                  </a:cubicBezTo>
                  <a:cubicBezTo>
                    <a:pt x="622" y="1176"/>
                    <a:pt x="574" y="1212"/>
                    <a:pt x="521" y="1228"/>
                  </a:cubicBezTo>
                  <a:cubicBezTo>
                    <a:pt x="473" y="1245"/>
                    <a:pt x="440" y="1277"/>
                    <a:pt x="388" y="1297"/>
                  </a:cubicBezTo>
                  <a:cubicBezTo>
                    <a:pt x="372" y="1313"/>
                    <a:pt x="339" y="1329"/>
                    <a:pt x="319" y="1329"/>
                  </a:cubicBezTo>
                  <a:cubicBezTo>
                    <a:pt x="255" y="1378"/>
                    <a:pt x="186" y="1414"/>
                    <a:pt x="117" y="1447"/>
                  </a:cubicBezTo>
                  <a:cubicBezTo>
                    <a:pt x="101" y="1447"/>
                    <a:pt x="101" y="1447"/>
                    <a:pt x="85" y="1463"/>
                  </a:cubicBezTo>
                  <a:cubicBezTo>
                    <a:pt x="69" y="1463"/>
                    <a:pt x="37" y="1479"/>
                    <a:pt x="16" y="1515"/>
                  </a:cubicBezTo>
                  <a:cubicBezTo>
                    <a:pt x="37" y="1499"/>
                    <a:pt x="69" y="1479"/>
                    <a:pt x="101" y="1463"/>
                  </a:cubicBezTo>
                  <a:lnTo>
                    <a:pt x="117" y="1463"/>
                  </a:lnTo>
                  <a:cubicBezTo>
                    <a:pt x="186" y="1430"/>
                    <a:pt x="255" y="1378"/>
                    <a:pt x="319" y="1346"/>
                  </a:cubicBezTo>
                  <a:cubicBezTo>
                    <a:pt x="356" y="1329"/>
                    <a:pt x="372" y="1329"/>
                    <a:pt x="404" y="1313"/>
                  </a:cubicBezTo>
                  <a:cubicBezTo>
                    <a:pt x="440" y="1277"/>
                    <a:pt x="489" y="1261"/>
                    <a:pt x="521" y="1245"/>
                  </a:cubicBezTo>
                  <a:cubicBezTo>
                    <a:pt x="574" y="1212"/>
                    <a:pt x="622" y="1196"/>
                    <a:pt x="675" y="1160"/>
                  </a:cubicBezTo>
                  <a:cubicBezTo>
                    <a:pt x="925" y="1026"/>
                    <a:pt x="1164" y="893"/>
                    <a:pt x="1414" y="772"/>
                  </a:cubicBezTo>
                  <a:lnTo>
                    <a:pt x="1450" y="740"/>
                  </a:lnTo>
                  <a:close/>
                  <a:moveTo>
                    <a:pt x="16" y="1515"/>
                  </a:moveTo>
                  <a:cubicBezTo>
                    <a:pt x="0" y="1515"/>
                    <a:pt x="0" y="1515"/>
                    <a:pt x="0" y="1531"/>
                  </a:cubicBezTo>
                  <a:lnTo>
                    <a:pt x="0" y="1548"/>
                  </a:lnTo>
                  <a:lnTo>
                    <a:pt x="16" y="1531"/>
                  </a:lnTo>
                  <a:lnTo>
                    <a:pt x="16" y="151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0"/>
            <p:cNvSpPr/>
            <p:nvPr/>
          </p:nvSpPr>
          <p:spPr>
            <a:xfrm>
              <a:off x="2476399" y="502779"/>
              <a:ext cx="73898" cy="28506"/>
            </a:xfrm>
            <a:custGeom>
              <a:rect b="b" l="l" r="r" t="t"/>
              <a:pathLst>
                <a:path extrusionOk="0" h="287" w="744">
                  <a:moveTo>
                    <a:pt x="0" y="0"/>
                  </a:moveTo>
                  <a:lnTo>
                    <a:pt x="0" y="16"/>
                  </a:lnTo>
                  <a:lnTo>
                    <a:pt x="17" y="16"/>
                  </a:lnTo>
                  <a:lnTo>
                    <a:pt x="0" y="0"/>
                  </a:lnTo>
                  <a:close/>
                  <a:moveTo>
                    <a:pt x="17" y="16"/>
                  </a:moveTo>
                  <a:lnTo>
                    <a:pt x="37" y="36"/>
                  </a:lnTo>
                  <a:cubicBezTo>
                    <a:pt x="154" y="69"/>
                    <a:pt x="271" y="117"/>
                    <a:pt x="388" y="170"/>
                  </a:cubicBezTo>
                  <a:cubicBezTo>
                    <a:pt x="421" y="186"/>
                    <a:pt x="457" y="186"/>
                    <a:pt x="489" y="202"/>
                  </a:cubicBezTo>
                  <a:cubicBezTo>
                    <a:pt x="522" y="218"/>
                    <a:pt x="574" y="238"/>
                    <a:pt x="606" y="255"/>
                  </a:cubicBezTo>
                  <a:cubicBezTo>
                    <a:pt x="643" y="255"/>
                    <a:pt x="675" y="271"/>
                    <a:pt x="691" y="287"/>
                  </a:cubicBezTo>
                  <a:lnTo>
                    <a:pt x="744" y="287"/>
                  </a:lnTo>
                  <a:cubicBezTo>
                    <a:pt x="724" y="271"/>
                    <a:pt x="707" y="271"/>
                    <a:pt x="691" y="271"/>
                  </a:cubicBezTo>
                  <a:cubicBezTo>
                    <a:pt x="675" y="255"/>
                    <a:pt x="643" y="255"/>
                    <a:pt x="623" y="238"/>
                  </a:cubicBezTo>
                  <a:cubicBezTo>
                    <a:pt x="574" y="218"/>
                    <a:pt x="542" y="202"/>
                    <a:pt x="489" y="186"/>
                  </a:cubicBezTo>
                  <a:cubicBezTo>
                    <a:pt x="457" y="186"/>
                    <a:pt x="441" y="170"/>
                    <a:pt x="404" y="154"/>
                  </a:cubicBezTo>
                  <a:cubicBezTo>
                    <a:pt x="271" y="101"/>
                    <a:pt x="154" y="69"/>
                    <a:pt x="37"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0"/>
            <p:cNvSpPr/>
            <p:nvPr/>
          </p:nvSpPr>
          <p:spPr>
            <a:xfrm>
              <a:off x="2299501" y="618294"/>
              <a:ext cx="75090" cy="24931"/>
            </a:xfrm>
            <a:custGeom>
              <a:rect b="b" l="l" r="r" t="t"/>
              <a:pathLst>
                <a:path extrusionOk="0" h="251" w="756">
                  <a:moveTo>
                    <a:pt x="0" y="1"/>
                  </a:moveTo>
                  <a:lnTo>
                    <a:pt x="0" y="17"/>
                  </a:lnTo>
                  <a:lnTo>
                    <a:pt x="101" y="49"/>
                  </a:lnTo>
                  <a:cubicBezTo>
                    <a:pt x="182" y="65"/>
                    <a:pt x="267" y="102"/>
                    <a:pt x="351" y="118"/>
                  </a:cubicBezTo>
                  <a:cubicBezTo>
                    <a:pt x="267" y="85"/>
                    <a:pt x="202" y="65"/>
                    <a:pt x="117" y="33"/>
                  </a:cubicBezTo>
                  <a:lnTo>
                    <a:pt x="16" y="1"/>
                  </a:lnTo>
                  <a:close/>
                  <a:moveTo>
                    <a:pt x="351" y="118"/>
                  </a:moveTo>
                  <a:cubicBezTo>
                    <a:pt x="452" y="150"/>
                    <a:pt x="553" y="203"/>
                    <a:pt x="654" y="235"/>
                  </a:cubicBezTo>
                  <a:lnTo>
                    <a:pt x="739" y="251"/>
                  </a:lnTo>
                  <a:lnTo>
                    <a:pt x="755" y="251"/>
                  </a:lnTo>
                  <a:lnTo>
                    <a:pt x="739" y="235"/>
                  </a:lnTo>
                  <a:lnTo>
                    <a:pt x="671" y="219"/>
                  </a:lnTo>
                  <a:cubicBezTo>
                    <a:pt x="570" y="186"/>
                    <a:pt x="469" y="150"/>
                    <a:pt x="351" y="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0"/>
            <p:cNvSpPr/>
            <p:nvPr/>
          </p:nvSpPr>
          <p:spPr>
            <a:xfrm>
              <a:off x="1759372" y="469406"/>
              <a:ext cx="183851" cy="133791"/>
            </a:xfrm>
            <a:custGeom>
              <a:rect b="b" l="l" r="r" t="t"/>
              <a:pathLst>
                <a:path extrusionOk="0" h="1347" w="1851">
                  <a:moveTo>
                    <a:pt x="1851" y="1"/>
                  </a:moveTo>
                  <a:cubicBezTo>
                    <a:pt x="1835" y="1"/>
                    <a:pt x="1818" y="1"/>
                    <a:pt x="1782" y="17"/>
                  </a:cubicBezTo>
                  <a:cubicBezTo>
                    <a:pt x="1750" y="49"/>
                    <a:pt x="1701" y="102"/>
                    <a:pt x="1649" y="134"/>
                  </a:cubicBezTo>
                  <a:cubicBezTo>
                    <a:pt x="1701" y="102"/>
                    <a:pt x="1750" y="69"/>
                    <a:pt x="1802" y="33"/>
                  </a:cubicBezTo>
                  <a:cubicBezTo>
                    <a:pt x="1818" y="17"/>
                    <a:pt x="1835" y="17"/>
                    <a:pt x="1851" y="17"/>
                  </a:cubicBezTo>
                  <a:lnTo>
                    <a:pt x="1851" y="1"/>
                  </a:lnTo>
                  <a:close/>
                  <a:moveTo>
                    <a:pt x="1649" y="134"/>
                  </a:moveTo>
                  <a:cubicBezTo>
                    <a:pt x="1580" y="187"/>
                    <a:pt x="1515" y="219"/>
                    <a:pt x="1447" y="271"/>
                  </a:cubicBezTo>
                  <a:cubicBezTo>
                    <a:pt x="1398" y="320"/>
                    <a:pt x="1330" y="352"/>
                    <a:pt x="1277" y="405"/>
                  </a:cubicBezTo>
                  <a:cubicBezTo>
                    <a:pt x="1346" y="372"/>
                    <a:pt x="1398" y="320"/>
                    <a:pt x="1463" y="288"/>
                  </a:cubicBezTo>
                  <a:cubicBezTo>
                    <a:pt x="1532" y="235"/>
                    <a:pt x="1580" y="187"/>
                    <a:pt x="1649" y="134"/>
                  </a:cubicBezTo>
                  <a:close/>
                  <a:moveTo>
                    <a:pt x="1277" y="405"/>
                  </a:moveTo>
                  <a:lnTo>
                    <a:pt x="570" y="926"/>
                  </a:lnTo>
                  <a:cubicBezTo>
                    <a:pt x="437" y="1027"/>
                    <a:pt x="304" y="1112"/>
                    <a:pt x="166" y="1213"/>
                  </a:cubicBezTo>
                  <a:cubicBezTo>
                    <a:pt x="150" y="1229"/>
                    <a:pt x="134" y="1245"/>
                    <a:pt x="102" y="1261"/>
                  </a:cubicBezTo>
                  <a:lnTo>
                    <a:pt x="33" y="1330"/>
                  </a:lnTo>
                  <a:cubicBezTo>
                    <a:pt x="65" y="1314"/>
                    <a:pt x="85" y="1298"/>
                    <a:pt x="118" y="1281"/>
                  </a:cubicBezTo>
                  <a:cubicBezTo>
                    <a:pt x="134" y="1261"/>
                    <a:pt x="150" y="1245"/>
                    <a:pt x="186" y="1229"/>
                  </a:cubicBezTo>
                  <a:cubicBezTo>
                    <a:pt x="320" y="1128"/>
                    <a:pt x="453" y="1027"/>
                    <a:pt x="590" y="926"/>
                  </a:cubicBezTo>
                  <a:lnTo>
                    <a:pt x="1277" y="405"/>
                  </a:lnTo>
                  <a:close/>
                  <a:moveTo>
                    <a:pt x="33" y="1330"/>
                  </a:moveTo>
                  <a:cubicBezTo>
                    <a:pt x="17" y="1330"/>
                    <a:pt x="1" y="1346"/>
                    <a:pt x="1" y="1346"/>
                  </a:cubicBezTo>
                  <a:cubicBezTo>
                    <a:pt x="17" y="1346"/>
                    <a:pt x="17" y="1346"/>
                    <a:pt x="33" y="13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0"/>
            <p:cNvSpPr/>
            <p:nvPr/>
          </p:nvSpPr>
          <p:spPr>
            <a:xfrm>
              <a:off x="2483252" y="870679"/>
              <a:ext cx="255663" cy="71911"/>
            </a:xfrm>
            <a:custGeom>
              <a:rect b="b" l="l" r="r" t="t"/>
              <a:pathLst>
                <a:path extrusionOk="0" h="724" w="2574">
                  <a:moveTo>
                    <a:pt x="0" y="0"/>
                  </a:moveTo>
                  <a:cubicBezTo>
                    <a:pt x="16" y="17"/>
                    <a:pt x="49" y="33"/>
                    <a:pt x="69" y="33"/>
                  </a:cubicBezTo>
                  <a:cubicBezTo>
                    <a:pt x="101" y="33"/>
                    <a:pt x="117" y="49"/>
                    <a:pt x="133" y="49"/>
                  </a:cubicBezTo>
                  <a:cubicBezTo>
                    <a:pt x="150" y="69"/>
                    <a:pt x="170" y="69"/>
                    <a:pt x="202" y="69"/>
                  </a:cubicBezTo>
                  <a:cubicBezTo>
                    <a:pt x="287" y="101"/>
                    <a:pt x="388" y="118"/>
                    <a:pt x="489" y="150"/>
                  </a:cubicBezTo>
                  <a:cubicBezTo>
                    <a:pt x="537" y="170"/>
                    <a:pt x="590" y="186"/>
                    <a:pt x="638" y="186"/>
                  </a:cubicBezTo>
                  <a:cubicBezTo>
                    <a:pt x="590" y="170"/>
                    <a:pt x="537" y="150"/>
                    <a:pt x="489" y="134"/>
                  </a:cubicBezTo>
                  <a:cubicBezTo>
                    <a:pt x="404" y="118"/>
                    <a:pt x="303" y="85"/>
                    <a:pt x="202" y="49"/>
                  </a:cubicBezTo>
                  <a:cubicBezTo>
                    <a:pt x="186" y="49"/>
                    <a:pt x="170" y="49"/>
                    <a:pt x="150" y="33"/>
                  </a:cubicBezTo>
                  <a:cubicBezTo>
                    <a:pt x="117" y="33"/>
                    <a:pt x="101" y="33"/>
                    <a:pt x="69" y="17"/>
                  </a:cubicBezTo>
                  <a:cubicBezTo>
                    <a:pt x="49" y="17"/>
                    <a:pt x="32" y="17"/>
                    <a:pt x="16" y="0"/>
                  </a:cubicBezTo>
                  <a:close/>
                  <a:moveTo>
                    <a:pt x="638" y="186"/>
                  </a:moveTo>
                  <a:cubicBezTo>
                    <a:pt x="675" y="202"/>
                    <a:pt x="707" y="219"/>
                    <a:pt x="756" y="219"/>
                  </a:cubicBezTo>
                  <a:cubicBezTo>
                    <a:pt x="723" y="202"/>
                    <a:pt x="675" y="186"/>
                    <a:pt x="638" y="186"/>
                  </a:cubicBezTo>
                  <a:close/>
                  <a:moveTo>
                    <a:pt x="756" y="219"/>
                  </a:moveTo>
                  <a:cubicBezTo>
                    <a:pt x="792" y="235"/>
                    <a:pt x="808" y="235"/>
                    <a:pt x="840" y="251"/>
                  </a:cubicBezTo>
                  <a:cubicBezTo>
                    <a:pt x="925" y="271"/>
                    <a:pt x="1026" y="303"/>
                    <a:pt x="1111" y="320"/>
                  </a:cubicBezTo>
                  <a:cubicBezTo>
                    <a:pt x="1026" y="287"/>
                    <a:pt x="941" y="271"/>
                    <a:pt x="840" y="235"/>
                  </a:cubicBezTo>
                  <a:cubicBezTo>
                    <a:pt x="824" y="235"/>
                    <a:pt x="792" y="219"/>
                    <a:pt x="756" y="219"/>
                  </a:cubicBezTo>
                  <a:close/>
                  <a:moveTo>
                    <a:pt x="1111" y="320"/>
                  </a:moveTo>
                  <a:cubicBezTo>
                    <a:pt x="1180" y="336"/>
                    <a:pt x="1228" y="352"/>
                    <a:pt x="1297" y="372"/>
                  </a:cubicBezTo>
                  <a:cubicBezTo>
                    <a:pt x="1244" y="352"/>
                    <a:pt x="1180" y="320"/>
                    <a:pt x="1111" y="320"/>
                  </a:cubicBezTo>
                  <a:close/>
                  <a:moveTo>
                    <a:pt x="1297" y="372"/>
                  </a:moveTo>
                  <a:cubicBezTo>
                    <a:pt x="1329" y="388"/>
                    <a:pt x="1382" y="404"/>
                    <a:pt x="1414" y="404"/>
                  </a:cubicBezTo>
                  <a:cubicBezTo>
                    <a:pt x="1382" y="388"/>
                    <a:pt x="1345" y="372"/>
                    <a:pt x="1297" y="372"/>
                  </a:cubicBezTo>
                  <a:close/>
                  <a:moveTo>
                    <a:pt x="1414" y="404"/>
                  </a:moveTo>
                  <a:cubicBezTo>
                    <a:pt x="1463" y="421"/>
                    <a:pt x="1499" y="437"/>
                    <a:pt x="1531" y="437"/>
                  </a:cubicBezTo>
                  <a:cubicBezTo>
                    <a:pt x="1499" y="421"/>
                    <a:pt x="1463" y="404"/>
                    <a:pt x="1414" y="404"/>
                  </a:cubicBezTo>
                  <a:close/>
                  <a:moveTo>
                    <a:pt x="1531" y="437"/>
                  </a:moveTo>
                  <a:lnTo>
                    <a:pt x="1531" y="437"/>
                  </a:lnTo>
                  <a:cubicBezTo>
                    <a:pt x="1600" y="453"/>
                    <a:pt x="1648" y="473"/>
                    <a:pt x="1717" y="489"/>
                  </a:cubicBezTo>
                  <a:cubicBezTo>
                    <a:pt x="1818" y="522"/>
                    <a:pt x="1919" y="538"/>
                    <a:pt x="2020" y="574"/>
                  </a:cubicBezTo>
                  <a:cubicBezTo>
                    <a:pt x="2121" y="606"/>
                    <a:pt x="2222" y="639"/>
                    <a:pt x="2339" y="655"/>
                  </a:cubicBezTo>
                  <a:cubicBezTo>
                    <a:pt x="2355" y="655"/>
                    <a:pt x="2371" y="675"/>
                    <a:pt x="2392" y="675"/>
                  </a:cubicBezTo>
                  <a:cubicBezTo>
                    <a:pt x="2424" y="691"/>
                    <a:pt x="2472" y="691"/>
                    <a:pt x="2509" y="707"/>
                  </a:cubicBezTo>
                  <a:lnTo>
                    <a:pt x="2525" y="707"/>
                  </a:lnTo>
                  <a:cubicBezTo>
                    <a:pt x="2541" y="707"/>
                    <a:pt x="2557" y="724"/>
                    <a:pt x="2573" y="724"/>
                  </a:cubicBezTo>
                  <a:lnTo>
                    <a:pt x="2573" y="707"/>
                  </a:lnTo>
                  <a:cubicBezTo>
                    <a:pt x="2557" y="707"/>
                    <a:pt x="2541" y="707"/>
                    <a:pt x="2541" y="691"/>
                  </a:cubicBezTo>
                  <a:lnTo>
                    <a:pt x="2509" y="691"/>
                  </a:lnTo>
                  <a:cubicBezTo>
                    <a:pt x="2472" y="691"/>
                    <a:pt x="2440" y="675"/>
                    <a:pt x="2392" y="655"/>
                  </a:cubicBezTo>
                  <a:cubicBezTo>
                    <a:pt x="2371" y="655"/>
                    <a:pt x="2355" y="655"/>
                    <a:pt x="2339" y="639"/>
                  </a:cubicBezTo>
                  <a:cubicBezTo>
                    <a:pt x="2222" y="623"/>
                    <a:pt x="2121" y="590"/>
                    <a:pt x="2020" y="554"/>
                  </a:cubicBezTo>
                  <a:cubicBezTo>
                    <a:pt x="1919" y="538"/>
                    <a:pt x="1818" y="505"/>
                    <a:pt x="1717" y="473"/>
                  </a:cubicBezTo>
                  <a:cubicBezTo>
                    <a:pt x="1665" y="473"/>
                    <a:pt x="1600" y="453"/>
                    <a:pt x="1531" y="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0"/>
            <p:cNvSpPr/>
            <p:nvPr/>
          </p:nvSpPr>
          <p:spPr>
            <a:xfrm>
              <a:off x="2239310" y="905542"/>
              <a:ext cx="73501" cy="22249"/>
            </a:xfrm>
            <a:custGeom>
              <a:rect b="b" l="l" r="r" t="t"/>
              <a:pathLst>
                <a:path extrusionOk="0" h="224" w="740">
                  <a:moveTo>
                    <a:pt x="0" y="1"/>
                  </a:moveTo>
                  <a:lnTo>
                    <a:pt x="16" y="21"/>
                  </a:lnTo>
                  <a:cubicBezTo>
                    <a:pt x="49" y="21"/>
                    <a:pt x="81" y="37"/>
                    <a:pt x="117" y="37"/>
                  </a:cubicBezTo>
                  <a:cubicBezTo>
                    <a:pt x="81" y="21"/>
                    <a:pt x="49" y="21"/>
                    <a:pt x="16" y="1"/>
                  </a:cubicBezTo>
                  <a:close/>
                  <a:moveTo>
                    <a:pt x="118" y="38"/>
                  </a:moveTo>
                  <a:cubicBezTo>
                    <a:pt x="166" y="54"/>
                    <a:pt x="218" y="70"/>
                    <a:pt x="267" y="86"/>
                  </a:cubicBezTo>
                  <a:cubicBezTo>
                    <a:pt x="384" y="122"/>
                    <a:pt x="485" y="154"/>
                    <a:pt x="606" y="187"/>
                  </a:cubicBezTo>
                  <a:lnTo>
                    <a:pt x="723" y="223"/>
                  </a:lnTo>
                  <a:lnTo>
                    <a:pt x="739" y="203"/>
                  </a:lnTo>
                  <a:lnTo>
                    <a:pt x="723" y="203"/>
                  </a:lnTo>
                  <a:lnTo>
                    <a:pt x="606" y="171"/>
                  </a:lnTo>
                  <a:cubicBezTo>
                    <a:pt x="485" y="138"/>
                    <a:pt x="384" y="102"/>
                    <a:pt x="283" y="70"/>
                  </a:cubicBezTo>
                  <a:cubicBezTo>
                    <a:pt x="218" y="70"/>
                    <a:pt x="166" y="54"/>
                    <a:pt x="118"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0"/>
            <p:cNvSpPr/>
            <p:nvPr/>
          </p:nvSpPr>
          <p:spPr>
            <a:xfrm>
              <a:off x="2207129" y="877532"/>
              <a:ext cx="112436" cy="103596"/>
            </a:xfrm>
            <a:custGeom>
              <a:rect b="b" l="l" r="r" t="t"/>
              <a:pathLst>
                <a:path extrusionOk="0" h="1043" w="1132">
                  <a:moveTo>
                    <a:pt x="21" y="0"/>
                  </a:moveTo>
                  <a:cubicBezTo>
                    <a:pt x="1" y="16"/>
                    <a:pt x="1" y="32"/>
                    <a:pt x="1" y="49"/>
                  </a:cubicBezTo>
                  <a:lnTo>
                    <a:pt x="1" y="117"/>
                  </a:lnTo>
                  <a:lnTo>
                    <a:pt x="1" y="150"/>
                  </a:lnTo>
                  <a:lnTo>
                    <a:pt x="1" y="283"/>
                  </a:lnTo>
                  <a:lnTo>
                    <a:pt x="1" y="368"/>
                  </a:lnTo>
                  <a:lnTo>
                    <a:pt x="1" y="453"/>
                  </a:lnTo>
                  <a:lnTo>
                    <a:pt x="1" y="554"/>
                  </a:lnTo>
                  <a:lnTo>
                    <a:pt x="1" y="638"/>
                  </a:lnTo>
                  <a:cubicBezTo>
                    <a:pt x="21" y="671"/>
                    <a:pt x="21" y="707"/>
                    <a:pt x="1" y="739"/>
                  </a:cubicBezTo>
                  <a:lnTo>
                    <a:pt x="1" y="808"/>
                  </a:lnTo>
                  <a:lnTo>
                    <a:pt x="1" y="857"/>
                  </a:lnTo>
                  <a:lnTo>
                    <a:pt x="1" y="909"/>
                  </a:lnTo>
                  <a:lnTo>
                    <a:pt x="1" y="974"/>
                  </a:lnTo>
                  <a:lnTo>
                    <a:pt x="1" y="1010"/>
                  </a:lnTo>
                  <a:lnTo>
                    <a:pt x="1" y="1026"/>
                  </a:lnTo>
                  <a:lnTo>
                    <a:pt x="21" y="1042"/>
                  </a:lnTo>
                  <a:lnTo>
                    <a:pt x="21" y="1026"/>
                  </a:lnTo>
                  <a:lnTo>
                    <a:pt x="21" y="1010"/>
                  </a:lnTo>
                  <a:lnTo>
                    <a:pt x="21" y="974"/>
                  </a:lnTo>
                  <a:lnTo>
                    <a:pt x="21" y="909"/>
                  </a:lnTo>
                  <a:lnTo>
                    <a:pt x="21" y="857"/>
                  </a:lnTo>
                  <a:lnTo>
                    <a:pt x="21" y="808"/>
                  </a:lnTo>
                  <a:lnTo>
                    <a:pt x="21" y="739"/>
                  </a:lnTo>
                  <a:lnTo>
                    <a:pt x="21" y="638"/>
                  </a:lnTo>
                  <a:lnTo>
                    <a:pt x="21" y="554"/>
                  </a:lnTo>
                  <a:lnTo>
                    <a:pt x="21" y="453"/>
                  </a:lnTo>
                  <a:lnTo>
                    <a:pt x="21" y="368"/>
                  </a:lnTo>
                  <a:lnTo>
                    <a:pt x="21" y="283"/>
                  </a:lnTo>
                  <a:lnTo>
                    <a:pt x="21" y="150"/>
                  </a:lnTo>
                  <a:lnTo>
                    <a:pt x="21" y="117"/>
                  </a:lnTo>
                  <a:lnTo>
                    <a:pt x="21" y="49"/>
                  </a:lnTo>
                  <a:cubicBezTo>
                    <a:pt x="21" y="32"/>
                    <a:pt x="21" y="16"/>
                    <a:pt x="37" y="16"/>
                  </a:cubicBezTo>
                  <a:lnTo>
                    <a:pt x="53" y="16"/>
                  </a:lnTo>
                  <a:cubicBezTo>
                    <a:pt x="70" y="16"/>
                    <a:pt x="102" y="16"/>
                    <a:pt x="122" y="32"/>
                  </a:cubicBezTo>
                  <a:lnTo>
                    <a:pt x="138" y="32"/>
                  </a:lnTo>
                  <a:lnTo>
                    <a:pt x="272" y="65"/>
                  </a:lnTo>
                  <a:cubicBezTo>
                    <a:pt x="373" y="101"/>
                    <a:pt x="457" y="117"/>
                    <a:pt x="558" y="150"/>
                  </a:cubicBezTo>
                  <a:cubicBezTo>
                    <a:pt x="627" y="166"/>
                    <a:pt x="708" y="182"/>
                    <a:pt x="776" y="202"/>
                  </a:cubicBezTo>
                  <a:cubicBezTo>
                    <a:pt x="877" y="234"/>
                    <a:pt x="962" y="251"/>
                    <a:pt x="1063" y="283"/>
                  </a:cubicBezTo>
                  <a:cubicBezTo>
                    <a:pt x="1079" y="283"/>
                    <a:pt x="1096" y="283"/>
                    <a:pt x="1096" y="319"/>
                  </a:cubicBezTo>
                  <a:lnTo>
                    <a:pt x="1096" y="352"/>
                  </a:lnTo>
                  <a:lnTo>
                    <a:pt x="1096" y="404"/>
                  </a:lnTo>
                  <a:lnTo>
                    <a:pt x="1096" y="505"/>
                  </a:lnTo>
                  <a:cubicBezTo>
                    <a:pt x="1096" y="537"/>
                    <a:pt x="1096" y="570"/>
                    <a:pt x="1112" y="606"/>
                  </a:cubicBezTo>
                  <a:lnTo>
                    <a:pt x="1112" y="505"/>
                  </a:lnTo>
                  <a:lnTo>
                    <a:pt x="1112" y="404"/>
                  </a:lnTo>
                  <a:lnTo>
                    <a:pt x="1112" y="352"/>
                  </a:lnTo>
                  <a:lnTo>
                    <a:pt x="1112" y="319"/>
                  </a:lnTo>
                  <a:cubicBezTo>
                    <a:pt x="1112" y="283"/>
                    <a:pt x="1079" y="267"/>
                    <a:pt x="1063" y="267"/>
                  </a:cubicBezTo>
                  <a:cubicBezTo>
                    <a:pt x="962" y="234"/>
                    <a:pt x="877" y="218"/>
                    <a:pt x="776" y="182"/>
                  </a:cubicBezTo>
                  <a:cubicBezTo>
                    <a:pt x="708" y="166"/>
                    <a:pt x="643" y="150"/>
                    <a:pt x="558" y="133"/>
                  </a:cubicBezTo>
                  <a:cubicBezTo>
                    <a:pt x="474" y="117"/>
                    <a:pt x="373" y="81"/>
                    <a:pt x="272" y="49"/>
                  </a:cubicBezTo>
                  <a:lnTo>
                    <a:pt x="138" y="16"/>
                  </a:lnTo>
                  <a:lnTo>
                    <a:pt x="122" y="16"/>
                  </a:lnTo>
                  <a:cubicBezTo>
                    <a:pt x="102" y="16"/>
                    <a:pt x="86" y="0"/>
                    <a:pt x="70" y="0"/>
                  </a:cubicBezTo>
                  <a:close/>
                  <a:moveTo>
                    <a:pt x="1112" y="756"/>
                  </a:moveTo>
                  <a:lnTo>
                    <a:pt x="1112" y="925"/>
                  </a:lnTo>
                  <a:lnTo>
                    <a:pt x="1112" y="990"/>
                  </a:lnTo>
                  <a:lnTo>
                    <a:pt x="1112" y="1026"/>
                  </a:lnTo>
                  <a:lnTo>
                    <a:pt x="1132" y="1042"/>
                  </a:lnTo>
                  <a:lnTo>
                    <a:pt x="1132" y="1026"/>
                  </a:lnTo>
                  <a:lnTo>
                    <a:pt x="1132" y="990"/>
                  </a:lnTo>
                  <a:lnTo>
                    <a:pt x="1132" y="925"/>
                  </a:lnTo>
                  <a:cubicBezTo>
                    <a:pt x="1112" y="873"/>
                    <a:pt x="1112" y="808"/>
                    <a:pt x="1112" y="7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0"/>
            <p:cNvSpPr/>
            <p:nvPr/>
          </p:nvSpPr>
          <p:spPr>
            <a:xfrm>
              <a:off x="1299596" y="656832"/>
              <a:ext cx="195472" cy="250895"/>
            </a:xfrm>
            <a:custGeom>
              <a:rect b="b" l="l" r="r" t="t"/>
              <a:pathLst>
                <a:path extrusionOk="0" h="2526" w="1968">
                  <a:moveTo>
                    <a:pt x="1967" y="0"/>
                  </a:moveTo>
                  <a:cubicBezTo>
                    <a:pt x="1935" y="0"/>
                    <a:pt x="1919" y="17"/>
                    <a:pt x="1903" y="17"/>
                  </a:cubicBezTo>
                  <a:lnTo>
                    <a:pt x="1244" y="521"/>
                  </a:lnTo>
                  <a:cubicBezTo>
                    <a:pt x="1127" y="622"/>
                    <a:pt x="994" y="707"/>
                    <a:pt x="877" y="788"/>
                  </a:cubicBezTo>
                  <a:lnTo>
                    <a:pt x="776" y="873"/>
                  </a:lnTo>
                  <a:cubicBezTo>
                    <a:pt x="574" y="1026"/>
                    <a:pt x="372" y="1176"/>
                    <a:pt x="186" y="1329"/>
                  </a:cubicBezTo>
                  <a:cubicBezTo>
                    <a:pt x="388" y="1176"/>
                    <a:pt x="590" y="1043"/>
                    <a:pt x="776" y="889"/>
                  </a:cubicBezTo>
                  <a:lnTo>
                    <a:pt x="893" y="808"/>
                  </a:lnTo>
                  <a:cubicBezTo>
                    <a:pt x="1010" y="723"/>
                    <a:pt x="1127" y="622"/>
                    <a:pt x="1244" y="538"/>
                  </a:cubicBezTo>
                  <a:lnTo>
                    <a:pt x="1733" y="166"/>
                  </a:lnTo>
                  <a:lnTo>
                    <a:pt x="1919" y="33"/>
                  </a:lnTo>
                  <a:cubicBezTo>
                    <a:pt x="1935" y="17"/>
                    <a:pt x="1951" y="17"/>
                    <a:pt x="1967" y="17"/>
                  </a:cubicBezTo>
                  <a:lnTo>
                    <a:pt x="1967" y="0"/>
                  </a:lnTo>
                  <a:close/>
                  <a:moveTo>
                    <a:pt x="186" y="1329"/>
                  </a:moveTo>
                  <a:cubicBezTo>
                    <a:pt x="170" y="1329"/>
                    <a:pt x="150" y="1346"/>
                    <a:pt x="133" y="1362"/>
                  </a:cubicBezTo>
                  <a:cubicBezTo>
                    <a:pt x="117" y="1378"/>
                    <a:pt x="117" y="1378"/>
                    <a:pt x="101" y="1394"/>
                  </a:cubicBezTo>
                  <a:cubicBezTo>
                    <a:pt x="85" y="1394"/>
                    <a:pt x="85" y="1414"/>
                    <a:pt x="85" y="1430"/>
                  </a:cubicBezTo>
                  <a:cubicBezTo>
                    <a:pt x="85" y="1463"/>
                    <a:pt x="85" y="1495"/>
                    <a:pt x="69" y="1531"/>
                  </a:cubicBezTo>
                  <a:lnTo>
                    <a:pt x="69" y="1596"/>
                  </a:lnTo>
                  <a:lnTo>
                    <a:pt x="69" y="1717"/>
                  </a:lnTo>
                  <a:cubicBezTo>
                    <a:pt x="85" y="1681"/>
                    <a:pt x="85" y="1632"/>
                    <a:pt x="85" y="1596"/>
                  </a:cubicBezTo>
                  <a:lnTo>
                    <a:pt x="85" y="1531"/>
                  </a:lnTo>
                  <a:cubicBezTo>
                    <a:pt x="85" y="1495"/>
                    <a:pt x="101" y="1463"/>
                    <a:pt x="101" y="1430"/>
                  </a:cubicBezTo>
                  <a:lnTo>
                    <a:pt x="101" y="1414"/>
                  </a:lnTo>
                  <a:cubicBezTo>
                    <a:pt x="117" y="1394"/>
                    <a:pt x="133" y="1378"/>
                    <a:pt x="150" y="1362"/>
                  </a:cubicBezTo>
                  <a:cubicBezTo>
                    <a:pt x="150" y="1362"/>
                    <a:pt x="170" y="1346"/>
                    <a:pt x="186" y="1329"/>
                  </a:cubicBezTo>
                  <a:close/>
                  <a:moveTo>
                    <a:pt x="69" y="1717"/>
                  </a:moveTo>
                  <a:cubicBezTo>
                    <a:pt x="49" y="1750"/>
                    <a:pt x="49" y="1782"/>
                    <a:pt x="49" y="1818"/>
                  </a:cubicBezTo>
                  <a:lnTo>
                    <a:pt x="49" y="1899"/>
                  </a:lnTo>
                  <a:cubicBezTo>
                    <a:pt x="49" y="1952"/>
                    <a:pt x="32" y="1984"/>
                    <a:pt x="32" y="2036"/>
                  </a:cubicBezTo>
                  <a:lnTo>
                    <a:pt x="32" y="2153"/>
                  </a:lnTo>
                  <a:cubicBezTo>
                    <a:pt x="49" y="2101"/>
                    <a:pt x="49" y="2069"/>
                    <a:pt x="49" y="2036"/>
                  </a:cubicBezTo>
                  <a:cubicBezTo>
                    <a:pt x="49" y="1984"/>
                    <a:pt x="49" y="1952"/>
                    <a:pt x="69" y="1899"/>
                  </a:cubicBezTo>
                  <a:lnTo>
                    <a:pt x="69" y="1818"/>
                  </a:lnTo>
                  <a:lnTo>
                    <a:pt x="69" y="1717"/>
                  </a:lnTo>
                  <a:close/>
                  <a:moveTo>
                    <a:pt x="32" y="2153"/>
                  </a:moveTo>
                  <a:cubicBezTo>
                    <a:pt x="32" y="2186"/>
                    <a:pt x="16" y="2222"/>
                    <a:pt x="16" y="2254"/>
                  </a:cubicBezTo>
                  <a:lnTo>
                    <a:pt x="16" y="2323"/>
                  </a:lnTo>
                  <a:lnTo>
                    <a:pt x="16" y="2388"/>
                  </a:lnTo>
                  <a:cubicBezTo>
                    <a:pt x="32" y="2355"/>
                    <a:pt x="32" y="2339"/>
                    <a:pt x="32" y="2323"/>
                  </a:cubicBezTo>
                  <a:lnTo>
                    <a:pt x="32" y="2254"/>
                  </a:lnTo>
                  <a:lnTo>
                    <a:pt x="32" y="2153"/>
                  </a:lnTo>
                  <a:close/>
                  <a:moveTo>
                    <a:pt x="16" y="2424"/>
                  </a:moveTo>
                  <a:cubicBezTo>
                    <a:pt x="16" y="2440"/>
                    <a:pt x="0" y="2456"/>
                    <a:pt x="0" y="2489"/>
                  </a:cubicBezTo>
                  <a:lnTo>
                    <a:pt x="0" y="2505"/>
                  </a:lnTo>
                  <a:lnTo>
                    <a:pt x="16" y="2525"/>
                  </a:lnTo>
                  <a:lnTo>
                    <a:pt x="16" y="2505"/>
                  </a:lnTo>
                  <a:lnTo>
                    <a:pt x="16" y="2489"/>
                  </a:lnTo>
                  <a:lnTo>
                    <a:pt x="16" y="242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0"/>
            <p:cNvSpPr/>
            <p:nvPr/>
          </p:nvSpPr>
          <p:spPr>
            <a:xfrm>
              <a:off x="2488020" y="564559"/>
              <a:ext cx="72309" cy="25328"/>
            </a:xfrm>
            <a:custGeom>
              <a:rect b="b" l="l" r="r" t="t"/>
              <a:pathLst>
                <a:path extrusionOk="0" h="255" w="728">
                  <a:moveTo>
                    <a:pt x="1" y="0"/>
                  </a:moveTo>
                  <a:lnTo>
                    <a:pt x="1" y="20"/>
                  </a:lnTo>
                  <a:lnTo>
                    <a:pt x="37" y="20"/>
                  </a:lnTo>
                  <a:cubicBezTo>
                    <a:pt x="85" y="37"/>
                    <a:pt x="154" y="69"/>
                    <a:pt x="203" y="85"/>
                  </a:cubicBezTo>
                  <a:cubicBezTo>
                    <a:pt x="239" y="85"/>
                    <a:pt x="271" y="101"/>
                    <a:pt x="304" y="121"/>
                  </a:cubicBezTo>
                  <a:cubicBezTo>
                    <a:pt x="356" y="138"/>
                    <a:pt x="405" y="154"/>
                    <a:pt x="457" y="170"/>
                  </a:cubicBezTo>
                  <a:cubicBezTo>
                    <a:pt x="506" y="186"/>
                    <a:pt x="558" y="202"/>
                    <a:pt x="607" y="222"/>
                  </a:cubicBezTo>
                  <a:cubicBezTo>
                    <a:pt x="627" y="222"/>
                    <a:pt x="627" y="239"/>
                    <a:pt x="643" y="239"/>
                  </a:cubicBezTo>
                  <a:cubicBezTo>
                    <a:pt x="659" y="239"/>
                    <a:pt x="675" y="255"/>
                    <a:pt x="708" y="255"/>
                  </a:cubicBezTo>
                  <a:lnTo>
                    <a:pt x="728" y="255"/>
                  </a:lnTo>
                  <a:lnTo>
                    <a:pt x="708" y="239"/>
                  </a:lnTo>
                  <a:cubicBezTo>
                    <a:pt x="691" y="239"/>
                    <a:pt x="659" y="239"/>
                    <a:pt x="643" y="222"/>
                  </a:cubicBezTo>
                  <a:lnTo>
                    <a:pt x="627" y="222"/>
                  </a:lnTo>
                  <a:cubicBezTo>
                    <a:pt x="558" y="186"/>
                    <a:pt x="506" y="170"/>
                    <a:pt x="457" y="154"/>
                  </a:cubicBezTo>
                  <a:cubicBezTo>
                    <a:pt x="405" y="138"/>
                    <a:pt x="356" y="121"/>
                    <a:pt x="304" y="101"/>
                  </a:cubicBezTo>
                  <a:cubicBezTo>
                    <a:pt x="271" y="85"/>
                    <a:pt x="239" y="85"/>
                    <a:pt x="203" y="69"/>
                  </a:cubicBezTo>
                  <a:cubicBezTo>
                    <a:pt x="154" y="53"/>
                    <a:pt x="102" y="3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0"/>
            <p:cNvSpPr/>
            <p:nvPr/>
          </p:nvSpPr>
          <p:spPr>
            <a:xfrm>
              <a:off x="2379656" y="532875"/>
              <a:ext cx="73600" cy="25328"/>
            </a:xfrm>
            <a:custGeom>
              <a:rect b="b" l="l" r="r" t="t"/>
              <a:pathLst>
                <a:path extrusionOk="0" h="255" w="741">
                  <a:moveTo>
                    <a:pt x="1" y="0"/>
                  </a:moveTo>
                  <a:cubicBezTo>
                    <a:pt x="33" y="16"/>
                    <a:pt x="82" y="36"/>
                    <a:pt x="118" y="53"/>
                  </a:cubicBezTo>
                  <a:cubicBezTo>
                    <a:pt x="134" y="53"/>
                    <a:pt x="150" y="53"/>
                    <a:pt x="167" y="69"/>
                  </a:cubicBezTo>
                  <a:cubicBezTo>
                    <a:pt x="268" y="101"/>
                    <a:pt x="369" y="137"/>
                    <a:pt x="470" y="170"/>
                  </a:cubicBezTo>
                  <a:cubicBezTo>
                    <a:pt x="538" y="186"/>
                    <a:pt x="587" y="218"/>
                    <a:pt x="655" y="238"/>
                  </a:cubicBezTo>
                  <a:lnTo>
                    <a:pt x="672" y="238"/>
                  </a:lnTo>
                  <a:cubicBezTo>
                    <a:pt x="672" y="238"/>
                    <a:pt x="672" y="218"/>
                    <a:pt x="655" y="218"/>
                  </a:cubicBezTo>
                  <a:cubicBezTo>
                    <a:pt x="607" y="202"/>
                    <a:pt x="538" y="186"/>
                    <a:pt x="470" y="154"/>
                  </a:cubicBezTo>
                  <a:cubicBezTo>
                    <a:pt x="369" y="117"/>
                    <a:pt x="268" y="85"/>
                    <a:pt x="167" y="53"/>
                  </a:cubicBezTo>
                  <a:cubicBezTo>
                    <a:pt x="150" y="53"/>
                    <a:pt x="134" y="36"/>
                    <a:pt x="118" y="36"/>
                  </a:cubicBezTo>
                  <a:cubicBezTo>
                    <a:pt x="82" y="16"/>
                    <a:pt x="33" y="0"/>
                    <a:pt x="1" y="0"/>
                  </a:cubicBezTo>
                  <a:close/>
                  <a:moveTo>
                    <a:pt x="672" y="238"/>
                  </a:moveTo>
                  <a:cubicBezTo>
                    <a:pt x="688" y="255"/>
                    <a:pt x="724" y="255"/>
                    <a:pt x="740" y="255"/>
                  </a:cubicBezTo>
                  <a:cubicBezTo>
                    <a:pt x="724" y="255"/>
                    <a:pt x="708" y="238"/>
                    <a:pt x="672" y="2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0"/>
            <p:cNvSpPr/>
            <p:nvPr/>
          </p:nvSpPr>
          <p:spPr>
            <a:xfrm>
              <a:off x="1941534" y="203414"/>
              <a:ext cx="799368" cy="324693"/>
            </a:xfrm>
            <a:custGeom>
              <a:rect b="b" l="l" r="r" t="t"/>
              <a:pathLst>
                <a:path extrusionOk="0" h="3269" w="8048">
                  <a:moveTo>
                    <a:pt x="1" y="1"/>
                  </a:moveTo>
                  <a:cubicBezTo>
                    <a:pt x="17" y="1"/>
                    <a:pt x="49" y="21"/>
                    <a:pt x="69" y="21"/>
                  </a:cubicBezTo>
                  <a:cubicBezTo>
                    <a:pt x="85" y="37"/>
                    <a:pt x="102" y="37"/>
                    <a:pt x="118" y="53"/>
                  </a:cubicBezTo>
                  <a:cubicBezTo>
                    <a:pt x="150" y="53"/>
                    <a:pt x="170" y="69"/>
                    <a:pt x="203" y="69"/>
                  </a:cubicBezTo>
                  <a:cubicBezTo>
                    <a:pt x="186" y="53"/>
                    <a:pt x="150" y="53"/>
                    <a:pt x="134" y="37"/>
                  </a:cubicBezTo>
                  <a:cubicBezTo>
                    <a:pt x="102" y="21"/>
                    <a:pt x="85" y="21"/>
                    <a:pt x="69" y="1"/>
                  </a:cubicBezTo>
                  <a:close/>
                  <a:moveTo>
                    <a:pt x="203" y="69"/>
                  </a:moveTo>
                  <a:cubicBezTo>
                    <a:pt x="271" y="102"/>
                    <a:pt x="320" y="138"/>
                    <a:pt x="388" y="154"/>
                  </a:cubicBezTo>
                  <a:cubicBezTo>
                    <a:pt x="421" y="170"/>
                    <a:pt x="437" y="170"/>
                    <a:pt x="473" y="186"/>
                  </a:cubicBezTo>
                  <a:cubicBezTo>
                    <a:pt x="623" y="255"/>
                    <a:pt x="792" y="324"/>
                    <a:pt x="958" y="372"/>
                  </a:cubicBezTo>
                  <a:cubicBezTo>
                    <a:pt x="792" y="303"/>
                    <a:pt x="639" y="239"/>
                    <a:pt x="473" y="170"/>
                  </a:cubicBezTo>
                  <a:cubicBezTo>
                    <a:pt x="437" y="170"/>
                    <a:pt x="421" y="154"/>
                    <a:pt x="405" y="138"/>
                  </a:cubicBezTo>
                  <a:cubicBezTo>
                    <a:pt x="336" y="122"/>
                    <a:pt x="271" y="85"/>
                    <a:pt x="203" y="69"/>
                  </a:cubicBezTo>
                  <a:close/>
                  <a:moveTo>
                    <a:pt x="958" y="372"/>
                  </a:moveTo>
                  <a:lnTo>
                    <a:pt x="958" y="372"/>
                  </a:lnTo>
                  <a:cubicBezTo>
                    <a:pt x="1011" y="404"/>
                    <a:pt x="1059" y="425"/>
                    <a:pt x="1112" y="441"/>
                  </a:cubicBezTo>
                  <a:cubicBezTo>
                    <a:pt x="1059" y="404"/>
                    <a:pt x="1011" y="388"/>
                    <a:pt x="958" y="372"/>
                  </a:cubicBezTo>
                  <a:close/>
                  <a:moveTo>
                    <a:pt x="1112" y="441"/>
                  </a:moveTo>
                  <a:cubicBezTo>
                    <a:pt x="1196" y="473"/>
                    <a:pt x="1281" y="505"/>
                    <a:pt x="1362" y="542"/>
                  </a:cubicBezTo>
                  <a:cubicBezTo>
                    <a:pt x="1415" y="558"/>
                    <a:pt x="1463" y="590"/>
                    <a:pt x="1515" y="606"/>
                  </a:cubicBezTo>
                  <a:cubicBezTo>
                    <a:pt x="1584" y="627"/>
                    <a:pt x="1649" y="659"/>
                    <a:pt x="1717" y="691"/>
                  </a:cubicBezTo>
                  <a:cubicBezTo>
                    <a:pt x="1818" y="728"/>
                    <a:pt x="1919" y="776"/>
                    <a:pt x="2020" y="808"/>
                  </a:cubicBezTo>
                  <a:cubicBezTo>
                    <a:pt x="2138" y="861"/>
                    <a:pt x="2255" y="909"/>
                    <a:pt x="2372" y="946"/>
                  </a:cubicBezTo>
                  <a:cubicBezTo>
                    <a:pt x="2271" y="893"/>
                    <a:pt x="2138" y="845"/>
                    <a:pt x="2037" y="792"/>
                  </a:cubicBezTo>
                  <a:cubicBezTo>
                    <a:pt x="1936" y="760"/>
                    <a:pt x="1835" y="728"/>
                    <a:pt x="1734" y="675"/>
                  </a:cubicBezTo>
                  <a:cubicBezTo>
                    <a:pt x="1649" y="659"/>
                    <a:pt x="1584" y="627"/>
                    <a:pt x="1515" y="590"/>
                  </a:cubicBezTo>
                  <a:cubicBezTo>
                    <a:pt x="1463" y="574"/>
                    <a:pt x="1415" y="558"/>
                    <a:pt x="1362" y="526"/>
                  </a:cubicBezTo>
                  <a:cubicBezTo>
                    <a:pt x="1281" y="489"/>
                    <a:pt x="1196" y="457"/>
                    <a:pt x="1112" y="441"/>
                  </a:cubicBezTo>
                  <a:close/>
                  <a:moveTo>
                    <a:pt x="2372" y="946"/>
                  </a:moveTo>
                  <a:cubicBezTo>
                    <a:pt x="2525" y="1010"/>
                    <a:pt x="2695" y="1079"/>
                    <a:pt x="2861" y="1148"/>
                  </a:cubicBezTo>
                  <a:cubicBezTo>
                    <a:pt x="2877" y="1164"/>
                    <a:pt x="2913" y="1164"/>
                    <a:pt x="2929" y="1180"/>
                  </a:cubicBezTo>
                  <a:cubicBezTo>
                    <a:pt x="2998" y="1196"/>
                    <a:pt x="3047" y="1212"/>
                    <a:pt x="3099" y="1249"/>
                  </a:cubicBezTo>
                  <a:cubicBezTo>
                    <a:pt x="3047" y="1212"/>
                    <a:pt x="2998" y="1180"/>
                    <a:pt x="2946" y="1164"/>
                  </a:cubicBezTo>
                  <a:cubicBezTo>
                    <a:pt x="2913" y="1164"/>
                    <a:pt x="2897" y="1148"/>
                    <a:pt x="2861" y="1132"/>
                  </a:cubicBezTo>
                  <a:cubicBezTo>
                    <a:pt x="2695" y="1063"/>
                    <a:pt x="2525" y="994"/>
                    <a:pt x="2372" y="946"/>
                  </a:cubicBezTo>
                  <a:close/>
                  <a:moveTo>
                    <a:pt x="3099" y="1249"/>
                  </a:moveTo>
                  <a:cubicBezTo>
                    <a:pt x="3148" y="1265"/>
                    <a:pt x="3180" y="1281"/>
                    <a:pt x="3216" y="1297"/>
                  </a:cubicBezTo>
                  <a:cubicBezTo>
                    <a:pt x="3232" y="1297"/>
                    <a:pt x="3249" y="1297"/>
                    <a:pt x="3265" y="1313"/>
                  </a:cubicBezTo>
                  <a:cubicBezTo>
                    <a:pt x="3366" y="1350"/>
                    <a:pt x="3483" y="1398"/>
                    <a:pt x="3604" y="1451"/>
                  </a:cubicBezTo>
                  <a:cubicBezTo>
                    <a:pt x="3652" y="1467"/>
                    <a:pt x="3705" y="1483"/>
                    <a:pt x="3737" y="1499"/>
                  </a:cubicBezTo>
                  <a:cubicBezTo>
                    <a:pt x="3770" y="1515"/>
                    <a:pt x="3786" y="1536"/>
                    <a:pt x="3822" y="1536"/>
                  </a:cubicBezTo>
                  <a:cubicBezTo>
                    <a:pt x="3887" y="1568"/>
                    <a:pt x="3955" y="1584"/>
                    <a:pt x="4024" y="1616"/>
                  </a:cubicBezTo>
                  <a:cubicBezTo>
                    <a:pt x="4073" y="1637"/>
                    <a:pt x="4109" y="1653"/>
                    <a:pt x="4141" y="1669"/>
                  </a:cubicBezTo>
                  <a:cubicBezTo>
                    <a:pt x="4210" y="1685"/>
                    <a:pt x="4258" y="1717"/>
                    <a:pt x="4311" y="1738"/>
                  </a:cubicBezTo>
                  <a:cubicBezTo>
                    <a:pt x="4376" y="1754"/>
                    <a:pt x="4460" y="1786"/>
                    <a:pt x="4529" y="1818"/>
                  </a:cubicBezTo>
                  <a:cubicBezTo>
                    <a:pt x="4561" y="1839"/>
                    <a:pt x="4614" y="1855"/>
                    <a:pt x="4646" y="1871"/>
                  </a:cubicBezTo>
                  <a:cubicBezTo>
                    <a:pt x="4715" y="1903"/>
                    <a:pt x="4796" y="1940"/>
                    <a:pt x="4881" y="1956"/>
                  </a:cubicBezTo>
                  <a:cubicBezTo>
                    <a:pt x="4796" y="1919"/>
                    <a:pt x="4731" y="1887"/>
                    <a:pt x="4646" y="1855"/>
                  </a:cubicBezTo>
                  <a:cubicBezTo>
                    <a:pt x="4614" y="1839"/>
                    <a:pt x="4578" y="1818"/>
                    <a:pt x="4529" y="1802"/>
                  </a:cubicBezTo>
                  <a:cubicBezTo>
                    <a:pt x="4460" y="1786"/>
                    <a:pt x="4392" y="1754"/>
                    <a:pt x="4311" y="1717"/>
                  </a:cubicBezTo>
                  <a:cubicBezTo>
                    <a:pt x="4258" y="1701"/>
                    <a:pt x="4210" y="1685"/>
                    <a:pt x="4157" y="1653"/>
                  </a:cubicBezTo>
                  <a:cubicBezTo>
                    <a:pt x="4109" y="1637"/>
                    <a:pt x="4073" y="1616"/>
                    <a:pt x="4024" y="1600"/>
                  </a:cubicBezTo>
                  <a:cubicBezTo>
                    <a:pt x="3955" y="1584"/>
                    <a:pt x="3887" y="1552"/>
                    <a:pt x="3822" y="1515"/>
                  </a:cubicBezTo>
                  <a:cubicBezTo>
                    <a:pt x="3806" y="1515"/>
                    <a:pt x="3770" y="1499"/>
                    <a:pt x="3753" y="1499"/>
                  </a:cubicBezTo>
                  <a:cubicBezTo>
                    <a:pt x="3705" y="1483"/>
                    <a:pt x="3652" y="1451"/>
                    <a:pt x="3604" y="1435"/>
                  </a:cubicBezTo>
                  <a:cubicBezTo>
                    <a:pt x="3503" y="1382"/>
                    <a:pt x="3382" y="1350"/>
                    <a:pt x="3265" y="1297"/>
                  </a:cubicBezTo>
                  <a:cubicBezTo>
                    <a:pt x="3249" y="1297"/>
                    <a:pt x="3232" y="1281"/>
                    <a:pt x="3216" y="1281"/>
                  </a:cubicBezTo>
                  <a:cubicBezTo>
                    <a:pt x="3180" y="1265"/>
                    <a:pt x="3148" y="1249"/>
                    <a:pt x="3099" y="1249"/>
                  </a:cubicBezTo>
                  <a:close/>
                  <a:moveTo>
                    <a:pt x="4882" y="1956"/>
                  </a:moveTo>
                  <a:lnTo>
                    <a:pt x="4882" y="1956"/>
                  </a:lnTo>
                  <a:cubicBezTo>
                    <a:pt x="4966" y="1988"/>
                    <a:pt x="5051" y="2021"/>
                    <a:pt x="5135" y="2073"/>
                  </a:cubicBezTo>
                  <a:cubicBezTo>
                    <a:pt x="5167" y="2073"/>
                    <a:pt x="5200" y="2089"/>
                    <a:pt x="5220" y="2105"/>
                  </a:cubicBezTo>
                  <a:cubicBezTo>
                    <a:pt x="5252" y="2121"/>
                    <a:pt x="5285" y="2121"/>
                    <a:pt x="5301" y="2142"/>
                  </a:cubicBezTo>
                  <a:cubicBezTo>
                    <a:pt x="5353" y="2158"/>
                    <a:pt x="5385" y="2174"/>
                    <a:pt x="5438" y="2190"/>
                  </a:cubicBezTo>
                  <a:cubicBezTo>
                    <a:pt x="5539" y="2243"/>
                    <a:pt x="5656" y="2275"/>
                    <a:pt x="5773" y="2323"/>
                  </a:cubicBezTo>
                  <a:cubicBezTo>
                    <a:pt x="5890" y="2376"/>
                    <a:pt x="6008" y="2408"/>
                    <a:pt x="6109" y="2461"/>
                  </a:cubicBezTo>
                  <a:cubicBezTo>
                    <a:pt x="6177" y="2493"/>
                    <a:pt x="6246" y="2509"/>
                    <a:pt x="6294" y="2546"/>
                  </a:cubicBezTo>
                  <a:cubicBezTo>
                    <a:pt x="6379" y="2562"/>
                    <a:pt x="6448" y="2594"/>
                    <a:pt x="6513" y="2626"/>
                  </a:cubicBezTo>
                  <a:lnTo>
                    <a:pt x="6715" y="2711"/>
                  </a:lnTo>
                  <a:cubicBezTo>
                    <a:pt x="6852" y="2764"/>
                    <a:pt x="6985" y="2812"/>
                    <a:pt x="7102" y="2865"/>
                  </a:cubicBezTo>
                  <a:cubicBezTo>
                    <a:pt x="7119" y="2865"/>
                    <a:pt x="7139" y="2881"/>
                    <a:pt x="7155" y="2881"/>
                  </a:cubicBezTo>
                  <a:cubicBezTo>
                    <a:pt x="7203" y="2897"/>
                    <a:pt x="7240" y="2913"/>
                    <a:pt x="7288" y="2929"/>
                  </a:cubicBezTo>
                  <a:cubicBezTo>
                    <a:pt x="7320" y="2949"/>
                    <a:pt x="7357" y="2966"/>
                    <a:pt x="7389" y="2966"/>
                  </a:cubicBezTo>
                  <a:cubicBezTo>
                    <a:pt x="7357" y="2949"/>
                    <a:pt x="7320" y="2929"/>
                    <a:pt x="7288" y="2913"/>
                  </a:cubicBezTo>
                  <a:cubicBezTo>
                    <a:pt x="7256" y="2913"/>
                    <a:pt x="7203" y="2897"/>
                    <a:pt x="7171" y="2881"/>
                  </a:cubicBezTo>
                  <a:cubicBezTo>
                    <a:pt x="7155" y="2865"/>
                    <a:pt x="7139" y="2865"/>
                    <a:pt x="7119" y="2848"/>
                  </a:cubicBezTo>
                  <a:cubicBezTo>
                    <a:pt x="6985" y="2796"/>
                    <a:pt x="6852" y="2747"/>
                    <a:pt x="6715" y="2695"/>
                  </a:cubicBezTo>
                  <a:lnTo>
                    <a:pt x="6533" y="2610"/>
                  </a:lnTo>
                  <a:cubicBezTo>
                    <a:pt x="6448" y="2578"/>
                    <a:pt x="6379" y="2562"/>
                    <a:pt x="6311" y="2525"/>
                  </a:cubicBezTo>
                  <a:cubicBezTo>
                    <a:pt x="6246" y="2493"/>
                    <a:pt x="6177" y="2477"/>
                    <a:pt x="6109" y="2445"/>
                  </a:cubicBezTo>
                  <a:cubicBezTo>
                    <a:pt x="6008" y="2408"/>
                    <a:pt x="5890" y="2360"/>
                    <a:pt x="5773" y="2307"/>
                  </a:cubicBezTo>
                  <a:cubicBezTo>
                    <a:pt x="5656" y="2275"/>
                    <a:pt x="5555" y="2222"/>
                    <a:pt x="5438" y="2174"/>
                  </a:cubicBezTo>
                  <a:cubicBezTo>
                    <a:pt x="5402" y="2158"/>
                    <a:pt x="5353" y="2142"/>
                    <a:pt x="5321" y="2121"/>
                  </a:cubicBezTo>
                  <a:cubicBezTo>
                    <a:pt x="5285" y="2121"/>
                    <a:pt x="5252" y="2105"/>
                    <a:pt x="5236" y="2089"/>
                  </a:cubicBezTo>
                  <a:cubicBezTo>
                    <a:pt x="5200" y="2073"/>
                    <a:pt x="5167" y="2073"/>
                    <a:pt x="5135" y="2057"/>
                  </a:cubicBezTo>
                  <a:cubicBezTo>
                    <a:pt x="5051" y="2021"/>
                    <a:pt x="4966" y="1988"/>
                    <a:pt x="4882" y="1956"/>
                  </a:cubicBezTo>
                  <a:close/>
                  <a:moveTo>
                    <a:pt x="7389" y="2966"/>
                  </a:moveTo>
                  <a:cubicBezTo>
                    <a:pt x="7405" y="2982"/>
                    <a:pt x="7442" y="2998"/>
                    <a:pt x="7474" y="3014"/>
                  </a:cubicBezTo>
                  <a:cubicBezTo>
                    <a:pt x="7559" y="3030"/>
                    <a:pt x="7644" y="3067"/>
                    <a:pt x="7708" y="3099"/>
                  </a:cubicBezTo>
                  <a:cubicBezTo>
                    <a:pt x="7761" y="3115"/>
                    <a:pt x="7793" y="3131"/>
                    <a:pt x="7825" y="3151"/>
                  </a:cubicBezTo>
                  <a:cubicBezTo>
                    <a:pt x="7878" y="3184"/>
                    <a:pt x="7926" y="3200"/>
                    <a:pt x="7979" y="3216"/>
                  </a:cubicBezTo>
                  <a:cubicBezTo>
                    <a:pt x="7995" y="3216"/>
                    <a:pt x="8011" y="3232"/>
                    <a:pt x="8027" y="3232"/>
                  </a:cubicBezTo>
                  <a:lnTo>
                    <a:pt x="8027" y="3252"/>
                  </a:lnTo>
                  <a:lnTo>
                    <a:pt x="8027" y="3269"/>
                  </a:lnTo>
                  <a:lnTo>
                    <a:pt x="8048" y="3252"/>
                  </a:lnTo>
                  <a:lnTo>
                    <a:pt x="8048" y="3232"/>
                  </a:lnTo>
                  <a:lnTo>
                    <a:pt x="8027" y="3216"/>
                  </a:lnTo>
                  <a:cubicBezTo>
                    <a:pt x="8011" y="3216"/>
                    <a:pt x="7995" y="3200"/>
                    <a:pt x="7979" y="3200"/>
                  </a:cubicBezTo>
                  <a:cubicBezTo>
                    <a:pt x="7926" y="3184"/>
                    <a:pt x="7878" y="3168"/>
                    <a:pt x="7846" y="3151"/>
                  </a:cubicBezTo>
                  <a:cubicBezTo>
                    <a:pt x="7793" y="3131"/>
                    <a:pt x="7761" y="3115"/>
                    <a:pt x="7724" y="3099"/>
                  </a:cubicBezTo>
                  <a:cubicBezTo>
                    <a:pt x="7644" y="3067"/>
                    <a:pt x="7559" y="3030"/>
                    <a:pt x="7474" y="2998"/>
                  </a:cubicBezTo>
                  <a:cubicBezTo>
                    <a:pt x="7442" y="2982"/>
                    <a:pt x="7421" y="2966"/>
                    <a:pt x="7389" y="29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0"/>
            <p:cNvSpPr/>
            <p:nvPr/>
          </p:nvSpPr>
          <p:spPr>
            <a:xfrm>
              <a:off x="2222425" y="922427"/>
              <a:ext cx="95153" cy="28606"/>
            </a:xfrm>
            <a:custGeom>
              <a:rect b="b" l="l" r="r" t="t"/>
              <a:pathLst>
                <a:path extrusionOk="0" h="288" w="958">
                  <a:moveTo>
                    <a:pt x="0" y="1"/>
                  </a:moveTo>
                  <a:lnTo>
                    <a:pt x="17" y="17"/>
                  </a:lnTo>
                  <a:cubicBezTo>
                    <a:pt x="49" y="17"/>
                    <a:pt x="69" y="33"/>
                    <a:pt x="85" y="33"/>
                  </a:cubicBezTo>
                  <a:cubicBezTo>
                    <a:pt x="118" y="53"/>
                    <a:pt x="170" y="53"/>
                    <a:pt x="202" y="69"/>
                  </a:cubicBezTo>
                  <a:cubicBezTo>
                    <a:pt x="287" y="85"/>
                    <a:pt x="372" y="118"/>
                    <a:pt x="453" y="134"/>
                  </a:cubicBezTo>
                  <a:cubicBezTo>
                    <a:pt x="372" y="102"/>
                    <a:pt x="287" y="85"/>
                    <a:pt x="219" y="53"/>
                  </a:cubicBezTo>
                  <a:cubicBezTo>
                    <a:pt x="170" y="53"/>
                    <a:pt x="134" y="33"/>
                    <a:pt x="85" y="17"/>
                  </a:cubicBezTo>
                  <a:cubicBezTo>
                    <a:pt x="69" y="17"/>
                    <a:pt x="49" y="17"/>
                    <a:pt x="33" y="1"/>
                  </a:cubicBezTo>
                  <a:close/>
                  <a:moveTo>
                    <a:pt x="453" y="134"/>
                  </a:moveTo>
                  <a:cubicBezTo>
                    <a:pt x="489" y="154"/>
                    <a:pt x="538" y="170"/>
                    <a:pt x="574" y="170"/>
                  </a:cubicBezTo>
                  <a:cubicBezTo>
                    <a:pt x="639" y="203"/>
                    <a:pt x="707" y="219"/>
                    <a:pt x="776" y="235"/>
                  </a:cubicBezTo>
                  <a:lnTo>
                    <a:pt x="792" y="235"/>
                  </a:lnTo>
                  <a:cubicBezTo>
                    <a:pt x="808" y="235"/>
                    <a:pt x="824" y="235"/>
                    <a:pt x="857" y="255"/>
                  </a:cubicBezTo>
                  <a:cubicBezTo>
                    <a:pt x="893" y="271"/>
                    <a:pt x="925" y="271"/>
                    <a:pt x="958" y="287"/>
                  </a:cubicBezTo>
                  <a:lnTo>
                    <a:pt x="958" y="271"/>
                  </a:lnTo>
                  <a:cubicBezTo>
                    <a:pt x="925" y="271"/>
                    <a:pt x="893" y="255"/>
                    <a:pt x="857" y="235"/>
                  </a:cubicBezTo>
                  <a:cubicBezTo>
                    <a:pt x="841" y="235"/>
                    <a:pt x="808" y="219"/>
                    <a:pt x="792" y="219"/>
                  </a:cubicBezTo>
                  <a:lnTo>
                    <a:pt x="776" y="219"/>
                  </a:lnTo>
                  <a:cubicBezTo>
                    <a:pt x="707" y="203"/>
                    <a:pt x="639" y="186"/>
                    <a:pt x="590" y="170"/>
                  </a:cubicBezTo>
                  <a:cubicBezTo>
                    <a:pt x="538" y="154"/>
                    <a:pt x="505" y="134"/>
                    <a:pt x="453"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0"/>
            <p:cNvSpPr/>
            <p:nvPr/>
          </p:nvSpPr>
          <p:spPr>
            <a:xfrm>
              <a:off x="1650611" y="775228"/>
              <a:ext cx="295889" cy="209079"/>
            </a:xfrm>
            <a:custGeom>
              <a:rect b="b" l="l" r="r" t="t"/>
              <a:pathLst>
                <a:path extrusionOk="0" h="2105" w="2979">
                  <a:moveTo>
                    <a:pt x="2978" y="0"/>
                  </a:moveTo>
                  <a:cubicBezTo>
                    <a:pt x="2930" y="0"/>
                    <a:pt x="2897" y="36"/>
                    <a:pt x="2845" y="53"/>
                  </a:cubicBezTo>
                  <a:cubicBezTo>
                    <a:pt x="2845" y="53"/>
                    <a:pt x="2829" y="69"/>
                    <a:pt x="2812" y="69"/>
                  </a:cubicBezTo>
                  <a:cubicBezTo>
                    <a:pt x="2728" y="121"/>
                    <a:pt x="2643" y="170"/>
                    <a:pt x="2574" y="202"/>
                  </a:cubicBezTo>
                  <a:cubicBezTo>
                    <a:pt x="2526" y="238"/>
                    <a:pt x="2493" y="255"/>
                    <a:pt x="2441" y="271"/>
                  </a:cubicBezTo>
                  <a:cubicBezTo>
                    <a:pt x="2324" y="339"/>
                    <a:pt x="2223" y="404"/>
                    <a:pt x="2106" y="457"/>
                  </a:cubicBezTo>
                  <a:lnTo>
                    <a:pt x="2037" y="505"/>
                  </a:lnTo>
                  <a:lnTo>
                    <a:pt x="2122" y="473"/>
                  </a:lnTo>
                  <a:cubicBezTo>
                    <a:pt x="2223" y="404"/>
                    <a:pt x="2340" y="356"/>
                    <a:pt x="2441" y="287"/>
                  </a:cubicBezTo>
                  <a:cubicBezTo>
                    <a:pt x="2493" y="271"/>
                    <a:pt x="2542" y="238"/>
                    <a:pt x="2574" y="222"/>
                  </a:cubicBezTo>
                  <a:cubicBezTo>
                    <a:pt x="2659" y="170"/>
                    <a:pt x="2728" y="137"/>
                    <a:pt x="2812" y="85"/>
                  </a:cubicBezTo>
                  <a:cubicBezTo>
                    <a:pt x="2829" y="85"/>
                    <a:pt x="2845" y="69"/>
                    <a:pt x="2861" y="69"/>
                  </a:cubicBezTo>
                  <a:cubicBezTo>
                    <a:pt x="2897" y="36"/>
                    <a:pt x="2930" y="20"/>
                    <a:pt x="2978" y="20"/>
                  </a:cubicBezTo>
                  <a:lnTo>
                    <a:pt x="2978" y="0"/>
                  </a:lnTo>
                  <a:close/>
                  <a:moveTo>
                    <a:pt x="2037" y="505"/>
                  </a:moveTo>
                  <a:cubicBezTo>
                    <a:pt x="1988" y="525"/>
                    <a:pt x="1936" y="558"/>
                    <a:pt x="1887" y="574"/>
                  </a:cubicBezTo>
                  <a:cubicBezTo>
                    <a:pt x="1819" y="606"/>
                    <a:pt x="1766" y="642"/>
                    <a:pt x="1718" y="675"/>
                  </a:cubicBezTo>
                  <a:cubicBezTo>
                    <a:pt x="1786" y="659"/>
                    <a:pt x="1835" y="626"/>
                    <a:pt x="1887" y="590"/>
                  </a:cubicBezTo>
                  <a:cubicBezTo>
                    <a:pt x="1936" y="574"/>
                    <a:pt x="1988" y="541"/>
                    <a:pt x="2037" y="505"/>
                  </a:cubicBezTo>
                  <a:close/>
                  <a:moveTo>
                    <a:pt x="1718" y="675"/>
                  </a:moveTo>
                  <a:lnTo>
                    <a:pt x="1718" y="675"/>
                  </a:lnTo>
                  <a:cubicBezTo>
                    <a:pt x="1665" y="707"/>
                    <a:pt x="1601" y="727"/>
                    <a:pt x="1548" y="760"/>
                  </a:cubicBezTo>
                  <a:cubicBezTo>
                    <a:pt x="1463" y="808"/>
                    <a:pt x="1399" y="844"/>
                    <a:pt x="1314" y="893"/>
                  </a:cubicBezTo>
                  <a:cubicBezTo>
                    <a:pt x="1245" y="929"/>
                    <a:pt x="1197" y="961"/>
                    <a:pt x="1128" y="994"/>
                  </a:cubicBezTo>
                  <a:cubicBezTo>
                    <a:pt x="1197" y="961"/>
                    <a:pt x="1261" y="945"/>
                    <a:pt x="1314" y="909"/>
                  </a:cubicBezTo>
                  <a:cubicBezTo>
                    <a:pt x="1399" y="861"/>
                    <a:pt x="1483" y="808"/>
                    <a:pt x="1548" y="776"/>
                  </a:cubicBezTo>
                  <a:cubicBezTo>
                    <a:pt x="1617" y="743"/>
                    <a:pt x="1665" y="707"/>
                    <a:pt x="1718" y="675"/>
                  </a:cubicBezTo>
                  <a:close/>
                  <a:moveTo>
                    <a:pt x="1128" y="994"/>
                  </a:moveTo>
                  <a:cubicBezTo>
                    <a:pt x="1043" y="1046"/>
                    <a:pt x="942" y="1095"/>
                    <a:pt x="857" y="1131"/>
                  </a:cubicBezTo>
                  <a:cubicBezTo>
                    <a:pt x="776" y="1180"/>
                    <a:pt x="692" y="1232"/>
                    <a:pt x="623" y="1264"/>
                  </a:cubicBezTo>
                  <a:cubicBezTo>
                    <a:pt x="538" y="1313"/>
                    <a:pt x="453" y="1349"/>
                    <a:pt x="389" y="1398"/>
                  </a:cubicBezTo>
                  <a:cubicBezTo>
                    <a:pt x="320" y="1434"/>
                    <a:pt x="272" y="1466"/>
                    <a:pt x="203" y="1483"/>
                  </a:cubicBezTo>
                  <a:cubicBezTo>
                    <a:pt x="171" y="1515"/>
                    <a:pt x="118" y="1551"/>
                    <a:pt x="70" y="1567"/>
                  </a:cubicBezTo>
                  <a:cubicBezTo>
                    <a:pt x="17" y="1600"/>
                    <a:pt x="1" y="1616"/>
                    <a:pt x="17" y="1668"/>
                  </a:cubicBezTo>
                  <a:cubicBezTo>
                    <a:pt x="33" y="1685"/>
                    <a:pt x="17" y="1685"/>
                    <a:pt x="17" y="1701"/>
                  </a:cubicBezTo>
                  <a:lnTo>
                    <a:pt x="17" y="1717"/>
                  </a:lnTo>
                  <a:cubicBezTo>
                    <a:pt x="1" y="1737"/>
                    <a:pt x="1" y="1769"/>
                    <a:pt x="1" y="1786"/>
                  </a:cubicBezTo>
                  <a:lnTo>
                    <a:pt x="1" y="1838"/>
                  </a:lnTo>
                  <a:lnTo>
                    <a:pt x="1" y="2020"/>
                  </a:lnTo>
                  <a:lnTo>
                    <a:pt x="1" y="2105"/>
                  </a:lnTo>
                  <a:cubicBezTo>
                    <a:pt x="1" y="2072"/>
                    <a:pt x="1" y="2056"/>
                    <a:pt x="17" y="2020"/>
                  </a:cubicBezTo>
                  <a:lnTo>
                    <a:pt x="17" y="1838"/>
                  </a:lnTo>
                  <a:lnTo>
                    <a:pt x="17" y="1786"/>
                  </a:lnTo>
                  <a:cubicBezTo>
                    <a:pt x="17" y="1769"/>
                    <a:pt x="17" y="1737"/>
                    <a:pt x="33" y="1717"/>
                  </a:cubicBezTo>
                  <a:lnTo>
                    <a:pt x="33" y="1701"/>
                  </a:lnTo>
                  <a:lnTo>
                    <a:pt x="33" y="1668"/>
                  </a:lnTo>
                  <a:cubicBezTo>
                    <a:pt x="17" y="1616"/>
                    <a:pt x="33" y="1600"/>
                    <a:pt x="70" y="1584"/>
                  </a:cubicBezTo>
                  <a:cubicBezTo>
                    <a:pt x="118" y="1551"/>
                    <a:pt x="171" y="1535"/>
                    <a:pt x="219" y="1499"/>
                  </a:cubicBezTo>
                  <a:cubicBezTo>
                    <a:pt x="272" y="1466"/>
                    <a:pt x="336" y="1434"/>
                    <a:pt x="389" y="1414"/>
                  </a:cubicBezTo>
                  <a:cubicBezTo>
                    <a:pt x="473" y="1365"/>
                    <a:pt x="538" y="1333"/>
                    <a:pt x="623" y="1281"/>
                  </a:cubicBezTo>
                  <a:cubicBezTo>
                    <a:pt x="708" y="1232"/>
                    <a:pt x="793" y="1196"/>
                    <a:pt x="857" y="1147"/>
                  </a:cubicBezTo>
                  <a:cubicBezTo>
                    <a:pt x="958" y="1095"/>
                    <a:pt x="1043" y="1046"/>
                    <a:pt x="1128" y="99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0"/>
            <p:cNvSpPr/>
            <p:nvPr/>
          </p:nvSpPr>
          <p:spPr>
            <a:xfrm>
              <a:off x="1815987" y="857469"/>
              <a:ext cx="5264" cy="130513"/>
            </a:xfrm>
            <a:custGeom>
              <a:rect b="b" l="l" r="r" t="t"/>
              <a:pathLst>
                <a:path extrusionOk="0" h="1314" w="53">
                  <a:moveTo>
                    <a:pt x="37" y="0"/>
                  </a:moveTo>
                  <a:lnTo>
                    <a:pt x="37" y="81"/>
                  </a:lnTo>
                  <a:lnTo>
                    <a:pt x="37" y="283"/>
                  </a:lnTo>
                  <a:lnTo>
                    <a:pt x="37" y="505"/>
                  </a:lnTo>
                  <a:cubicBezTo>
                    <a:pt x="37" y="420"/>
                    <a:pt x="37" y="352"/>
                    <a:pt x="53" y="283"/>
                  </a:cubicBezTo>
                  <a:lnTo>
                    <a:pt x="53" y="81"/>
                  </a:lnTo>
                  <a:lnTo>
                    <a:pt x="53" y="0"/>
                  </a:lnTo>
                  <a:close/>
                  <a:moveTo>
                    <a:pt x="37" y="505"/>
                  </a:moveTo>
                  <a:cubicBezTo>
                    <a:pt x="37" y="570"/>
                    <a:pt x="20" y="638"/>
                    <a:pt x="20" y="707"/>
                  </a:cubicBezTo>
                  <a:lnTo>
                    <a:pt x="20" y="1075"/>
                  </a:lnTo>
                  <a:lnTo>
                    <a:pt x="20" y="1228"/>
                  </a:lnTo>
                  <a:cubicBezTo>
                    <a:pt x="20" y="1176"/>
                    <a:pt x="37" y="1127"/>
                    <a:pt x="37" y="1075"/>
                  </a:cubicBezTo>
                  <a:lnTo>
                    <a:pt x="37" y="707"/>
                  </a:lnTo>
                  <a:lnTo>
                    <a:pt x="37" y="505"/>
                  </a:lnTo>
                  <a:close/>
                  <a:moveTo>
                    <a:pt x="20" y="1228"/>
                  </a:moveTo>
                  <a:cubicBezTo>
                    <a:pt x="0" y="1261"/>
                    <a:pt x="0" y="1277"/>
                    <a:pt x="0" y="1313"/>
                  </a:cubicBezTo>
                  <a:lnTo>
                    <a:pt x="20" y="1313"/>
                  </a:lnTo>
                  <a:lnTo>
                    <a:pt x="20" y="122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0"/>
            <p:cNvSpPr/>
            <p:nvPr/>
          </p:nvSpPr>
          <p:spPr>
            <a:xfrm>
              <a:off x="2199183" y="862236"/>
              <a:ext cx="1689" cy="118892"/>
            </a:xfrm>
            <a:custGeom>
              <a:rect b="b" l="l" r="r" t="t"/>
              <a:pathLst>
                <a:path extrusionOk="0" h="1197" w="17">
                  <a:moveTo>
                    <a:pt x="0" y="1"/>
                  </a:moveTo>
                  <a:lnTo>
                    <a:pt x="0" y="85"/>
                  </a:lnTo>
                  <a:cubicBezTo>
                    <a:pt x="0" y="69"/>
                    <a:pt x="0" y="33"/>
                    <a:pt x="16" y="17"/>
                  </a:cubicBezTo>
                  <a:lnTo>
                    <a:pt x="16" y="1"/>
                  </a:lnTo>
                  <a:close/>
                  <a:moveTo>
                    <a:pt x="0" y="85"/>
                  </a:moveTo>
                  <a:lnTo>
                    <a:pt x="0" y="558"/>
                  </a:lnTo>
                  <a:lnTo>
                    <a:pt x="0" y="760"/>
                  </a:lnTo>
                  <a:lnTo>
                    <a:pt x="0" y="1095"/>
                  </a:lnTo>
                  <a:lnTo>
                    <a:pt x="0" y="1164"/>
                  </a:lnTo>
                  <a:lnTo>
                    <a:pt x="0" y="1196"/>
                  </a:lnTo>
                  <a:lnTo>
                    <a:pt x="16" y="1196"/>
                  </a:lnTo>
                  <a:lnTo>
                    <a:pt x="16" y="1164"/>
                  </a:lnTo>
                  <a:lnTo>
                    <a:pt x="16" y="1095"/>
                  </a:lnTo>
                  <a:lnTo>
                    <a:pt x="16" y="760"/>
                  </a:lnTo>
                  <a:lnTo>
                    <a:pt x="16" y="558"/>
                  </a:lnTo>
                  <a:cubicBezTo>
                    <a:pt x="0" y="405"/>
                    <a:pt x="0" y="235"/>
                    <a:pt x="0"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0"/>
            <p:cNvSpPr/>
            <p:nvPr/>
          </p:nvSpPr>
          <p:spPr>
            <a:xfrm>
              <a:off x="1826019" y="883293"/>
              <a:ext cx="122468" cy="104689"/>
            </a:xfrm>
            <a:custGeom>
              <a:rect b="b" l="l" r="r" t="t"/>
              <a:pathLst>
                <a:path extrusionOk="0" h="1054" w="1233">
                  <a:moveTo>
                    <a:pt x="1202" y="0"/>
                  </a:moveTo>
                  <a:cubicBezTo>
                    <a:pt x="1178" y="0"/>
                    <a:pt x="1159" y="12"/>
                    <a:pt x="1147" y="23"/>
                  </a:cubicBezTo>
                  <a:cubicBezTo>
                    <a:pt x="1131" y="23"/>
                    <a:pt x="1131" y="43"/>
                    <a:pt x="1111" y="43"/>
                  </a:cubicBezTo>
                  <a:cubicBezTo>
                    <a:pt x="1030" y="75"/>
                    <a:pt x="945" y="124"/>
                    <a:pt x="861" y="160"/>
                  </a:cubicBezTo>
                  <a:lnTo>
                    <a:pt x="808" y="193"/>
                  </a:lnTo>
                  <a:cubicBezTo>
                    <a:pt x="743" y="225"/>
                    <a:pt x="691" y="245"/>
                    <a:pt x="643" y="277"/>
                  </a:cubicBezTo>
                  <a:cubicBezTo>
                    <a:pt x="542" y="326"/>
                    <a:pt x="424" y="378"/>
                    <a:pt x="323" y="447"/>
                  </a:cubicBezTo>
                  <a:cubicBezTo>
                    <a:pt x="441" y="395"/>
                    <a:pt x="542" y="346"/>
                    <a:pt x="643" y="294"/>
                  </a:cubicBezTo>
                  <a:cubicBezTo>
                    <a:pt x="691" y="261"/>
                    <a:pt x="760" y="245"/>
                    <a:pt x="808" y="209"/>
                  </a:cubicBezTo>
                  <a:lnTo>
                    <a:pt x="861" y="176"/>
                  </a:lnTo>
                  <a:cubicBezTo>
                    <a:pt x="945" y="144"/>
                    <a:pt x="1030" y="92"/>
                    <a:pt x="1131" y="59"/>
                  </a:cubicBezTo>
                  <a:cubicBezTo>
                    <a:pt x="1131" y="43"/>
                    <a:pt x="1147" y="43"/>
                    <a:pt x="1147" y="43"/>
                  </a:cubicBezTo>
                  <a:cubicBezTo>
                    <a:pt x="1180" y="23"/>
                    <a:pt x="1196" y="7"/>
                    <a:pt x="1232" y="7"/>
                  </a:cubicBezTo>
                  <a:cubicBezTo>
                    <a:pt x="1222" y="2"/>
                    <a:pt x="1211" y="0"/>
                    <a:pt x="1202" y="0"/>
                  </a:cubicBezTo>
                  <a:close/>
                  <a:moveTo>
                    <a:pt x="323" y="447"/>
                  </a:moveTo>
                  <a:cubicBezTo>
                    <a:pt x="287" y="447"/>
                    <a:pt x="271" y="463"/>
                    <a:pt x="239" y="479"/>
                  </a:cubicBezTo>
                  <a:cubicBezTo>
                    <a:pt x="186" y="512"/>
                    <a:pt x="138" y="528"/>
                    <a:pt x="69" y="564"/>
                  </a:cubicBezTo>
                  <a:cubicBezTo>
                    <a:pt x="20" y="580"/>
                    <a:pt x="0" y="613"/>
                    <a:pt x="0" y="665"/>
                  </a:cubicBezTo>
                  <a:lnTo>
                    <a:pt x="0" y="932"/>
                  </a:lnTo>
                  <a:lnTo>
                    <a:pt x="0" y="1053"/>
                  </a:lnTo>
                  <a:cubicBezTo>
                    <a:pt x="0" y="1001"/>
                    <a:pt x="0" y="968"/>
                    <a:pt x="20" y="932"/>
                  </a:cubicBezTo>
                  <a:lnTo>
                    <a:pt x="20" y="665"/>
                  </a:lnTo>
                  <a:cubicBezTo>
                    <a:pt x="20" y="613"/>
                    <a:pt x="37" y="597"/>
                    <a:pt x="69" y="580"/>
                  </a:cubicBezTo>
                  <a:cubicBezTo>
                    <a:pt x="138" y="548"/>
                    <a:pt x="186" y="512"/>
                    <a:pt x="239" y="496"/>
                  </a:cubicBezTo>
                  <a:cubicBezTo>
                    <a:pt x="271" y="479"/>
                    <a:pt x="303" y="463"/>
                    <a:pt x="323" y="4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0"/>
            <p:cNvSpPr/>
            <p:nvPr/>
          </p:nvSpPr>
          <p:spPr>
            <a:xfrm>
              <a:off x="1759372" y="382397"/>
              <a:ext cx="183851" cy="138856"/>
            </a:xfrm>
            <a:custGeom>
              <a:rect b="b" l="l" r="r" t="t"/>
              <a:pathLst>
                <a:path extrusionOk="0" h="1398" w="1851">
                  <a:moveTo>
                    <a:pt x="1851" y="0"/>
                  </a:moveTo>
                  <a:cubicBezTo>
                    <a:pt x="1818" y="0"/>
                    <a:pt x="1802" y="0"/>
                    <a:pt x="1782" y="16"/>
                  </a:cubicBezTo>
                  <a:cubicBezTo>
                    <a:pt x="1717" y="69"/>
                    <a:pt x="1665" y="117"/>
                    <a:pt x="1600" y="154"/>
                  </a:cubicBezTo>
                  <a:cubicBezTo>
                    <a:pt x="1515" y="218"/>
                    <a:pt x="1447" y="287"/>
                    <a:pt x="1362" y="340"/>
                  </a:cubicBezTo>
                  <a:cubicBezTo>
                    <a:pt x="1261" y="420"/>
                    <a:pt x="1160" y="505"/>
                    <a:pt x="1059" y="574"/>
                  </a:cubicBezTo>
                  <a:cubicBezTo>
                    <a:pt x="974" y="643"/>
                    <a:pt x="893" y="707"/>
                    <a:pt x="809" y="776"/>
                  </a:cubicBezTo>
                  <a:cubicBezTo>
                    <a:pt x="655" y="893"/>
                    <a:pt x="522" y="1010"/>
                    <a:pt x="368" y="1111"/>
                  </a:cubicBezTo>
                  <a:cubicBezTo>
                    <a:pt x="267" y="1196"/>
                    <a:pt x="186" y="1265"/>
                    <a:pt x="102" y="1329"/>
                  </a:cubicBezTo>
                  <a:cubicBezTo>
                    <a:pt x="85" y="1329"/>
                    <a:pt x="85" y="1349"/>
                    <a:pt x="65" y="1349"/>
                  </a:cubicBezTo>
                  <a:cubicBezTo>
                    <a:pt x="49" y="1366"/>
                    <a:pt x="49" y="1366"/>
                    <a:pt x="33" y="1382"/>
                  </a:cubicBezTo>
                  <a:cubicBezTo>
                    <a:pt x="17" y="1382"/>
                    <a:pt x="17" y="1398"/>
                    <a:pt x="1" y="1398"/>
                  </a:cubicBezTo>
                  <a:lnTo>
                    <a:pt x="33" y="1398"/>
                  </a:lnTo>
                  <a:lnTo>
                    <a:pt x="65" y="1366"/>
                  </a:lnTo>
                  <a:cubicBezTo>
                    <a:pt x="85" y="1349"/>
                    <a:pt x="102" y="1349"/>
                    <a:pt x="102" y="1349"/>
                  </a:cubicBezTo>
                  <a:cubicBezTo>
                    <a:pt x="186" y="1265"/>
                    <a:pt x="287" y="1196"/>
                    <a:pt x="368" y="1127"/>
                  </a:cubicBezTo>
                  <a:cubicBezTo>
                    <a:pt x="522" y="1010"/>
                    <a:pt x="671" y="893"/>
                    <a:pt x="825" y="776"/>
                  </a:cubicBezTo>
                  <a:cubicBezTo>
                    <a:pt x="910" y="723"/>
                    <a:pt x="994" y="659"/>
                    <a:pt x="1059" y="590"/>
                  </a:cubicBezTo>
                  <a:cubicBezTo>
                    <a:pt x="1176" y="505"/>
                    <a:pt x="1277" y="441"/>
                    <a:pt x="1378" y="356"/>
                  </a:cubicBezTo>
                  <a:cubicBezTo>
                    <a:pt x="1447" y="287"/>
                    <a:pt x="1532" y="239"/>
                    <a:pt x="1616" y="170"/>
                  </a:cubicBezTo>
                  <a:cubicBezTo>
                    <a:pt x="1665" y="117"/>
                    <a:pt x="1734" y="69"/>
                    <a:pt x="1782" y="37"/>
                  </a:cubicBezTo>
                  <a:cubicBezTo>
                    <a:pt x="1797" y="22"/>
                    <a:pt x="1809" y="10"/>
                    <a:pt x="1821" y="10"/>
                  </a:cubicBezTo>
                  <a:cubicBezTo>
                    <a:pt x="1825" y="10"/>
                    <a:pt x="1830" y="12"/>
                    <a:pt x="1835" y="16"/>
                  </a:cubicBezTo>
                  <a:lnTo>
                    <a:pt x="18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0"/>
            <p:cNvSpPr/>
            <p:nvPr/>
          </p:nvSpPr>
          <p:spPr>
            <a:xfrm>
              <a:off x="1759372" y="298865"/>
              <a:ext cx="182261" cy="143823"/>
            </a:xfrm>
            <a:custGeom>
              <a:rect b="b" l="l" r="r" t="t"/>
              <a:pathLst>
                <a:path extrusionOk="0" h="1448" w="1835">
                  <a:moveTo>
                    <a:pt x="1835" y="1"/>
                  </a:moveTo>
                  <a:cubicBezTo>
                    <a:pt x="1782" y="1"/>
                    <a:pt x="1766" y="33"/>
                    <a:pt x="1734" y="49"/>
                  </a:cubicBezTo>
                  <a:cubicBezTo>
                    <a:pt x="1734" y="70"/>
                    <a:pt x="1717" y="70"/>
                    <a:pt x="1717" y="86"/>
                  </a:cubicBezTo>
                  <a:cubicBezTo>
                    <a:pt x="1734" y="86"/>
                    <a:pt x="1734" y="70"/>
                    <a:pt x="1750" y="70"/>
                  </a:cubicBezTo>
                  <a:cubicBezTo>
                    <a:pt x="1766" y="33"/>
                    <a:pt x="1802" y="17"/>
                    <a:pt x="1835" y="17"/>
                  </a:cubicBezTo>
                  <a:lnTo>
                    <a:pt x="1835" y="1"/>
                  </a:lnTo>
                  <a:close/>
                  <a:moveTo>
                    <a:pt x="1717" y="86"/>
                  </a:moveTo>
                  <a:lnTo>
                    <a:pt x="1717" y="86"/>
                  </a:lnTo>
                  <a:cubicBezTo>
                    <a:pt x="1633" y="134"/>
                    <a:pt x="1548" y="203"/>
                    <a:pt x="1479" y="272"/>
                  </a:cubicBezTo>
                  <a:cubicBezTo>
                    <a:pt x="1564" y="219"/>
                    <a:pt x="1633" y="150"/>
                    <a:pt x="1717" y="86"/>
                  </a:cubicBezTo>
                  <a:close/>
                  <a:moveTo>
                    <a:pt x="1463" y="288"/>
                  </a:moveTo>
                  <a:cubicBezTo>
                    <a:pt x="1398" y="320"/>
                    <a:pt x="1346" y="373"/>
                    <a:pt x="1277" y="421"/>
                  </a:cubicBezTo>
                  <a:lnTo>
                    <a:pt x="1176" y="506"/>
                  </a:lnTo>
                  <a:cubicBezTo>
                    <a:pt x="1075" y="591"/>
                    <a:pt x="974" y="676"/>
                    <a:pt x="873" y="740"/>
                  </a:cubicBezTo>
                  <a:cubicBezTo>
                    <a:pt x="809" y="793"/>
                    <a:pt x="756" y="841"/>
                    <a:pt x="691" y="910"/>
                  </a:cubicBezTo>
                  <a:cubicBezTo>
                    <a:pt x="756" y="857"/>
                    <a:pt x="825" y="809"/>
                    <a:pt x="893" y="756"/>
                  </a:cubicBezTo>
                  <a:cubicBezTo>
                    <a:pt x="994" y="676"/>
                    <a:pt x="1075" y="607"/>
                    <a:pt x="1176" y="522"/>
                  </a:cubicBezTo>
                  <a:lnTo>
                    <a:pt x="1297" y="437"/>
                  </a:lnTo>
                  <a:cubicBezTo>
                    <a:pt x="1346" y="389"/>
                    <a:pt x="1414" y="336"/>
                    <a:pt x="1463" y="288"/>
                  </a:cubicBezTo>
                  <a:close/>
                  <a:moveTo>
                    <a:pt x="691" y="910"/>
                  </a:moveTo>
                  <a:cubicBezTo>
                    <a:pt x="590" y="979"/>
                    <a:pt x="506" y="1043"/>
                    <a:pt x="405" y="1128"/>
                  </a:cubicBezTo>
                  <a:lnTo>
                    <a:pt x="235" y="1261"/>
                  </a:lnTo>
                  <a:cubicBezTo>
                    <a:pt x="186" y="1314"/>
                    <a:pt x="118" y="1362"/>
                    <a:pt x="65" y="1399"/>
                  </a:cubicBezTo>
                  <a:lnTo>
                    <a:pt x="65" y="1415"/>
                  </a:lnTo>
                  <a:cubicBezTo>
                    <a:pt x="134" y="1362"/>
                    <a:pt x="186" y="1314"/>
                    <a:pt x="251" y="1261"/>
                  </a:cubicBezTo>
                  <a:lnTo>
                    <a:pt x="421" y="1144"/>
                  </a:lnTo>
                  <a:cubicBezTo>
                    <a:pt x="506" y="1059"/>
                    <a:pt x="607" y="995"/>
                    <a:pt x="691" y="910"/>
                  </a:cubicBezTo>
                  <a:close/>
                  <a:moveTo>
                    <a:pt x="65" y="1415"/>
                  </a:moveTo>
                  <a:cubicBezTo>
                    <a:pt x="49" y="1415"/>
                    <a:pt x="33" y="1431"/>
                    <a:pt x="17" y="1431"/>
                  </a:cubicBezTo>
                  <a:lnTo>
                    <a:pt x="1" y="1431"/>
                  </a:lnTo>
                  <a:lnTo>
                    <a:pt x="17" y="1447"/>
                  </a:lnTo>
                  <a:cubicBezTo>
                    <a:pt x="33" y="1447"/>
                    <a:pt x="49" y="1431"/>
                    <a:pt x="65" y="14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0"/>
            <p:cNvSpPr/>
            <p:nvPr/>
          </p:nvSpPr>
          <p:spPr>
            <a:xfrm>
              <a:off x="2190740" y="860647"/>
              <a:ext cx="287347" cy="120481"/>
            </a:xfrm>
            <a:custGeom>
              <a:rect b="b" l="l" r="r" t="t"/>
              <a:pathLst>
                <a:path extrusionOk="0" h="1213" w="2893">
                  <a:moveTo>
                    <a:pt x="2489" y="655"/>
                  </a:moveTo>
                  <a:lnTo>
                    <a:pt x="2489" y="655"/>
                  </a:lnTo>
                  <a:cubicBezTo>
                    <a:pt x="2574" y="691"/>
                    <a:pt x="2675" y="724"/>
                    <a:pt x="2776" y="740"/>
                  </a:cubicBezTo>
                  <a:lnTo>
                    <a:pt x="2792" y="740"/>
                  </a:lnTo>
                  <a:lnTo>
                    <a:pt x="2776" y="724"/>
                  </a:lnTo>
                  <a:cubicBezTo>
                    <a:pt x="2675" y="707"/>
                    <a:pt x="2590" y="675"/>
                    <a:pt x="2489" y="655"/>
                  </a:cubicBezTo>
                  <a:close/>
                  <a:moveTo>
                    <a:pt x="16" y="1"/>
                  </a:moveTo>
                  <a:cubicBezTo>
                    <a:pt x="16" y="17"/>
                    <a:pt x="0" y="33"/>
                    <a:pt x="0" y="49"/>
                  </a:cubicBezTo>
                  <a:lnTo>
                    <a:pt x="0" y="219"/>
                  </a:lnTo>
                  <a:lnTo>
                    <a:pt x="0" y="388"/>
                  </a:lnTo>
                  <a:lnTo>
                    <a:pt x="0" y="404"/>
                  </a:lnTo>
                  <a:cubicBezTo>
                    <a:pt x="0" y="522"/>
                    <a:pt x="0" y="639"/>
                    <a:pt x="16" y="756"/>
                  </a:cubicBezTo>
                  <a:lnTo>
                    <a:pt x="16" y="404"/>
                  </a:lnTo>
                  <a:lnTo>
                    <a:pt x="16" y="388"/>
                  </a:lnTo>
                  <a:lnTo>
                    <a:pt x="16" y="219"/>
                  </a:lnTo>
                  <a:lnTo>
                    <a:pt x="16" y="49"/>
                  </a:lnTo>
                  <a:cubicBezTo>
                    <a:pt x="16" y="33"/>
                    <a:pt x="16" y="17"/>
                    <a:pt x="33" y="17"/>
                  </a:cubicBezTo>
                  <a:lnTo>
                    <a:pt x="65" y="17"/>
                  </a:lnTo>
                  <a:cubicBezTo>
                    <a:pt x="117" y="33"/>
                    <a:pt x="150" y="33"/>
                    <a:pt x="186" y="49"/>
                  </a:cubicBezTo>
                  <a:cubicBezTo>
                    <a:pt x="202" y="49"/>
                    <a:pt x="218" y="49"/>
                    <a:pt x="235" y="69"/>
                  </a:cubicBezTo>
                  <a:cubicBezTo>
                    <a:pt x="287" y="69"/>
                    <a:pt x="336" y="85"/>
                    <a:pt x="388" y="101"/>
                  </a:cubicBezTo>
                  <a:cubicBezTo>
                    <a:pt x="489" y="134"/>
                    <a:pt x="570" y="150"/>
                    <a:pt x="671" y="186"/>
                  </a:cubicBezTo>
                  <a:cubicBezTo>
                    <a:pt x="808" y="219"/>
                    <a:pt x="958" y="251"/>
                    <a:pt x="1095" y="287"/>
                  </a:cubicBezTo>
                  <a:cubicBezTo>
                    <a:pt x="1111" y="303"/>
                    <a:pt x="1127" y="303"/>
                    <a:pt x="1143" y="303"/>
                  </a:cubicBezTo>
                  <a:cubicBezTo>
                    <a:pt x="1212" y="320"/>
                    <a:pt x="1277" y="336"/>
                    <a:pt x="1329" y="352"/>
                  </a:cubicBezTo>
                  <a:cubicBezTo>
                    <a:pt x="1414" y="372"/>
                    <a:pt x="1479" y="404"/>
                    <a:pt x="1547" y="421"/>
                  </a:cubicBezTo>
                  <a:cubicBezTo>
                    <a:pt x="1600" y="421"/>
                    <a:pt x="1632" y="437"/>
                    <a:pt x="1681" y="453"/>
                  </a:cubicBezTo>
                  <a:cubicBezTo>
                    <a:pt x="1782" y="473"/>
                    <a:pt x="1883" y="505"/>
                    <a:pt x="2004" y="538"/>
                  </a:cubicBezTo>
                  <a:cubicBezTo>
                    <a:pt x="2052" y="554"/>
                    <a:pt x="2121" y="574"/>
                    <a:pt x="2186" y="590"/>
                  </a:cubicBezTo>
                  <a:cubicBezTo>
                    <a:pt x="2287" y="606"/>
                    <a:pt x="2388" y="639"/>
                    <a:pt x="2489" y="655"/>
                  </a:cubicBezTo>
                  <a:cubicBezTo>
                    <a:pt x="2388" y="623"/>
                    <a:pt x="2287" y="606"/>
                    <a:pt x="2186" y="574"/>
                  </a:cubicBezTo>
                  <a:cubicBezTo>
                    <a:pt x="2137" y="554"/>
                    <a:pt x="2069" y="538"/>
                    <a:pt x="2004" y="522"/>
                  </a:cubicBezTo>
                  <a:cubicBezTo>
                    <a:pt x="1903" y="489"/>
                    <a:pt x="1782" y="473"/>
                    <a:pt x="1681" y="437"/>
                  </a:cubicBezTo>
                  <a:cubicBezTo>
                    <a:pt x="1648" y="421"/>
                    <a:pt x="1600" y="421"/>
                    <a:pt x="1547" y="404"/>
                  </a:cubicBezTo>
                  <a:cubicBezTo>
                    <a:pt x="1479" y="388"/>
                    <a:pt x="1414" y="372"/>
                    <a:pt x="1345" y="352"/>
                  </a:cubicBezTo>
                  <a:cubicBezTo>
                    <a:pt x="1277" y="320"/>
                    <a:pt x="1212" y="303"/>
                    <a:pt x="1143" y="287"/>
                  </a:cubicBezTo>
                  <a:cubicBezTo>
                    <a:pt x="1127" y="287"/>
                    <a:pt x="1111" y="287"/>
                    <a:pt x="1095" y="271"/>
                  </a:cubicBezTo>
                  <a:cubicBezTo>
                    <a:pt x="958" y="235"/>
                    <a:pt x="824" y="202"/>
                    <a:pt x="671" y="170"/>
                  </a:cubicBezTo>
                  <a:cubicBezTo>
                    <a:pt x="590" y="134"/>
                    <a:pt x="489" y="118"/>
                    <a:pt x="388" y="85"/>
                  </a:cubicBezTo>
                  <a:cubicBezTo>
                    <a:pt x="336" y="85"/>
                    <a:pt x="287" y="69"/>
                    <a:pt x="235" y="49"/>
                  </a:cubicBezTo>
                  <a:cubicBezTo>
                    <a:pt x="218" y="49"/>
                    <a:pt x="202" y="49"/>
                    <a:pt x="186" y="33"/>
                  </a:cubicBezTo>
                  <a:cubicBezTo>
                    <a:pt x="150" y="33"/>
                    <a:pt x="117" y="17"/>
                    <a:pt x="85" y="1"/>
                  </a:cubicBezTo>
                  <a:close/>
                  <a:moveTo>
                    <a:pt x="2792" y="740"/>
                  </a:moveTo>
                  <a:cubicBezTo>
                    <a:pt x="2812" y="756"/>
                    <a:pt x="2844" y="756"/>
                    <a:pt x="2860" y="776"/>
                  </a:cubicBezTo>
                  <a:cubicBezTo>
                    <a:pt x="2876" y="776"/>
                    <a:pt x="2876" y="776"/>
                    <a:pt x="2876" y="792"/>
                  </a:cubicBezTo>
                  <a:lnTo>
                    <a:pt x="2876" y="792"/>
                  </a:lnTo>
                  <a:cubicBezTo>
                    <a:pt x="2876" y="776"/>
                    <a:pt x="2876" y="756"/>
                    <a:pt x="2860" y="756"/>
                  </a:cubicBezTo>
                  <a:cubicBezTo>
                    <a:pt x="2844" y="740"/>
                    <a:pt x="2812" y="740"/>
                    <a:pt x="2792" y="740"/>
                  </a:cubicBezTo>
                  <a:close/>
                  <a:moveTo>
                    <a:pt x="0" y="776"/>
                  </a:moveTo>
                  <a:lnTo>
                    <a:pt x="0" y="792"/>
                  </a:lnTo>
                  <a:lnTo>
                    <a:pt x="16" y="792"/>
                  </a:lnTo>
                  <a:lnTo>
                    <a:pt x="16" y="776"/>
                  </a:lnTo>
                  <a:close/>
                  <a:moveTo>
                    <a:pt x="2876" y="792"/>
                  </a:moveTo>
                  <a:lnTo>
                    <a:pt x="2876" y="942"/>
                  </a:lnTo>
                  <a:lnTo>
                    <a:pt x="2876" y="958"/>
                  </a:lnTo>
                  <a:lnTo>
                    <a:pt x="2876" y="1160"/>
                  </a:lnTo>
                  <a:cubicBezTo>
                    <a:pt x="2876" y="1180"/>
                    <a:pt x="2876" y="1196"/>
                    <a:pt x="2893" y="1212"/>
                  </a:cubicBezTo>
                  <a:lnTo>
                    <a:pt x="2893" y="1196"/>
                  </a:lnTo>
                  <a:lnTo>
                    <a:pt x="2893" y="1160"/>
                  </a:lnTo>
                  <a:lnTo>
                    <a:pt x="2893" y="958"/>
                  </a:lnTo>
                  <a:lnTo>
                    <a:pt x="2893" y="942"/>
                  </a:lnTo>
                  <a:cubicBezTo>
                    <a:pt x="2893" y="893"/>
                    <a:pt x="2876" y="841"/>
                    <a:pt x="2876" y="7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0"/>
            <p:cNvSpPr/>
            <p:nvPr/>
          </p:nvSpPr>
          <p:spPr>
            <a:xfrm>
              <a:off x="1249437" y="4764"/>
              <a:ext cx="689018" cy="638461"/>
            </a:xfrm>
            <a:custGeom>
              <a:rect b="b" l="l" r="r" t="t"/>
              <a:pathLst>
                <a:path extrusionOk="0" h="6428" w="6937">
                  <a:moveTo>
                    <a:pt x="6916" y="1"/>
                  </a:moveTo>
                  <a:cubicBezTo>
                    <a:pt x="6900" y="1"/>
                    <a:pt x="6884" y="17"/>
                    <a:pt x="6868" y="33"/>
                  </a:cubicBezTo>
                  <a:cubicBezTo>
                    <a:pt x="6714" y="167"/>
                    <a:pt x="6565" y="304"/>
                    <a:pt x="6448" y="405"/>
                  </a:cubicBezTo>
                  <a:cubicBezTo>
                    <a:pt x="6411" y="437"/>
                    <a:pt x="6379" y="469"/>
                    <a:pt x="6347" y="506"/>
                  </a:cubicBezTo>
                  <a:cubicBezTo>
                    <a:pt x="6330" y="522"/>
                    <a:pt x="6310" y="538"/>
                    <a:pt x="6278" y="570"/>
                  </a:cubicBezTo>
                  <a:cubicBezTo>
                    <a:pt x="6209" y="623"/>
                    <a:pt x="6161" y="688"/>
                    <a:pt x="6092" y="740"/>
                  </a:cubicBezTo>
                  <a:cubicBezTo>
                    <a:pt x="6007" y="825"/>
                    <a:pt x="5926" y="890"/>
                    <a:pt x="5842" y="974"/>
                  </a:cubicBezTo>
                  <a:cubicBezTo>
                    <a:pt x="5773" y="1043"/>
                    <a:pt x="5704" y="1092"/>
                    <a:pt x="5640" y="1160"/>
                  </a:cubicBezTo>
                  <a:cubicBezTo>
                    <a:pt x="5555" y="1229"/>
                    <a:pt x="5486" y="1294"/>
                    <a:pt x="5421" y="1362"/>
                  </a:cubicBezTo>
                  <a:cubicBezTo>
                    <a:pt x="5369" y="1415"/>
                    <a:pt x="5300" y="1463"/>
                    <a:pt x="5252" y="1516"/>
                  </a:cubicBezTo>
                  <a:cubicBezTo>
                    <a:pt x="5183" y="1564"/>
                    <a:pt x="5118" y="1633"/>
                    <a:pt x="5066" y="1681"/>
                  </a:cubicBezTo>
                  <a:cubicBezTo>
                    <a:pt x="4981" y="1766"/>
                    <a:pt x="4896" y="1835"/>
                    <a:pt x="4815" y="1900"/>
                  </a:cubicBezTo>
                  <a:cubicBezTo>
                    <a:pt x="4763" y="1968"/>
                    <a:pt x="4694" y="2037"/>
                    <a:pt x="4630" y="2085"/>
                  </a:cubicBezTo>
                  <a:cubicBezTo>
                    <a:pt x="4529" y="2186"/>
                    <a:pt x="4428" y="2271"/>
                    <a:pt x="4327" y="2372"/>
                  </a:cubicBezTo>
                  <a:cubicBezTo>
                    <a:pt x="4428" y="2287"/>
                    <a:pt x="4529" y="2186"/>
                    <a:pt x="4630" y="2102"/>
                  </a:cubicBezTo>
                  <a:cubicBezTo>
                    <a:pt x="4694" y="2037"/>
                    <a:pt x="4763" y="1984"/>
                    <a:pt x="4832" y="1920"/>
                  </a:cubicBezTo>
                  <a:cubicBezTo>
                    <a:pt x="4916" y="1851"/>
                    <a:pt x="4981" y="1766"/>
                    <a:pt x="5066" y="1698"/>
                  </a:cubicBezTo>
                  <a:cubicBezTo>
                    <a:pt x="5135" y="1633"/>
                    <a:pt x="5199" y="1580"/>
                    <a:pt x="5268" y="1516"/>
                  </a:cubicBezTo>
                  <a:cubicBezTo>
                    <a:pt x="5320" y="1463"/>
                    <a:pt x="5369" y="1415"/>
                    <a:pt x="5438" y="1362"/>
                  </a:cubicBezTo>
                  <a:cubicBezTo>
                    <a:pt x="5502" y="1294"/>
                    <a:pt x="5571" y="1245"/>
                    <a:pt x="5640" y="1176"/>
                  </a:cubicBezTo>
                  <a:cubicBezTo>
                    <a:pt x="5704" y="1112"/>
                    <a:pt x="5773" y="1043"/>
                    <a:pt x="5842" y="991"/>
                  </a:cubicBezTo>
                  <a:cubicBezTo>
                    <a:pt x="5926" y="910"/>
                    <a:pt x="6007" y="825"/>
                    <a:pt x="6092" y="756"/>
                  </a:cubicBezTo>
                  <a:cubicBezTo>
                    <a:pt x="6161" y="688"/>
                    <a:pt x="6229" y="639"/>
                    <a:pt x="6294" y="570"/>
                  </a:cubicBezTo>
                  <a:cubicBezTo>
                    <a:pt x="6310" y="554"/>
                    <a:pt x="6347" y="538"/>
                    <a:pt x="6363" y="506"/>
                  </a:cubicBezTo>
                  <a:cubicBezTo>
                    <a:pt x="6395" y="486"/>
                    <a:pt x="6431" y="453"/>
                    <a:pt x="6464" y="421"/>
                  </a:cubicBezTo>
                  <a:cubicBezTo>
                    <a:pt x="6581" y="320"/>
                    <a:pt x="6734" y="183"/>
                    <a:pt x="6868" y="49"/>
                  </a:cubicBezTo>
                  <a:cubicBezTo>
                    <a:pt x="6884" y="33"/>
                    <a:pt x="6900" y="17"/>
                    <a:pt x="6916" y="17"/>
                  </a:cubicBezTo>
                  <a:lnTo>
                    <a:pt x="6936" y="1"/>
                  </a:lnTo>
                  <a:close/>
                  <a:moveTo>
                    <a:pt x="4327" y="2372"/>
                  </a:moveTo>
                  <a:lnTo>
                    <a:pt x="4242" y="2441"/>
                  </a:lnTo>
                  <a:cubicBezTo>
                    <a:pt x="4210" y="2473"/>
                    <a:pt x="4173" y="2505"/>
                    <a:pt x="4141" y="2526"/>
                  </a:cubicBezTo>
                  <a:cubicBezTo>
                    <a:pt x="4109" y="2558"/>
                    <a:pt x="4088" y="2590"/>
                    <a:pt x="4056" y="2606"/>
                  </a:cubicBezTo>
                  <a:cubicBezTo>
                    <a:pt x="3987" y="2675"/>
                    <a:pt x="3939" y="2728"/>
                    <a:pt x="3870" y="2776"/>
                  </a:cubicBezTo>
                  <a:lnTo>
                    <a:pt x="3705" y="2946"/>
                  </a:lnTo>
                  <a:lnTo>
                    <a:pt x="3870" y="2792"/>
                  </a:lnTo>
                  <a:cubicBezTo>
                    <a:pt x="3939" y="2728"/>
                    <a:pt x="4008" y="2675"/>
                    <a:pt x="4056" y="2627"/>
                  </a:cubicBezTo>
                  <a:cubicBezTo>
                    <a:pt x="4088" y="2590"/>
                    <a:pt x="4125" y="2558"/>
                    <a:pt x="4157" y="2542"/>
                  </a:cubicBezTo>
                  <a:cubicBezTo>
                    <a:pt x="4189" y="2505"/>
                    <a:pt x="4210" y="2473"/>
                    <a:pt x="4242" y="2457"/>
                  </a:cubicBezTo>
                  <a:lnTo>
                    <a:pt x="4327" y="2372"/>
                  </a:lnTo>
                  <a:close/>
                  <a:moveTo>
                    <a:pt x="3705" y="2946"/>
                  </a:moveTo>
                  <a:lnTo>
                    <a:pt x="3705" y="2946"/>
                  </a:lnTo>
                  <a:cubicBezTo>
                    <a:pt x="3636" y="2994"/>
                    <a:pt x="3567" y="3063"/>
                    <a:pt x="3503" y="3111"/>
                  </a:cubicBezTo>
                  <a:cubicBezTo>
                    <a:pt x="3450" y="3164"/>
                    <a:pt x="3402" y="3212"/>
                    <a:pt x="3349" y="3249"/>
                  </a:cubicBezTo>
                  <a:cubicBezTo>
                    <a:pt x="3280" y="3313"/>
                    <a:pt x="3216" y="3382"/>
                    <a:pt x="3147" y="3435"/>
                  </a:cubicBezTo>
                  <a:cubicBezTo>
                    <a:pt x="3131" y="3451"/>
                    <a:pt x="3115" y="3467"/>
                    <a:pt x="3115" y="3483"/>
                  </a:cubicBezTo>
                  <a:cubicBezTo>
                    <a:pt x="3131" y="3467"/>
                    <a:pt x="3147" y="3467"/>
                    <a:pt x="3163" y="3451"/>
                  </a:cubicBezTo>
                  <a:cubicBezTo>
                    <a:pt x="3232" y="3382"/>
                    <a:pt x="3301" y="3313"/>
                    <a:pt x="3365" y="3265"/>
                  </a:cubicBezTo>
                  <a:cubicBezTo>
                    <a:pt x="3418" y="3212"/>
                    <a:pt x="3466" y="3164"/>
                    <a:pt x="3519" y="3132"/>
                  </a:cubicBezTo>
                  <a:cubicBezTo>
                    <a:pt x="3583" y="3063"/>
                    <a:pt x="3636" y="3010"/>
                    <a:pt x="3705" y="2946"/>
                  </a:cubicBezTo>
                  <a:close/>
                  <a:moveTo>
                    <a:pt x="3115" y="3483"/>
                  </a:moveTo>
                  <a:cubicBezTo>
                    <a:pt x="3099" y="3499"/>
                    <a:pt x="3078" y="3499"/>
                    <a:pt x="3062" y="3515"/>
                  </a:cubicBezTo>
                  <a:cubicBezTo>
                    <a:pt x="2998" y="3584"/>
                    <a:pt x="2945" y="3637"/>
                    <a:pt x="2876" y="3685"/>
                  </a:cubicBezTo>
                  <a:cubicBezTo>
                    <a:pt x="2812" y="3754"/>
                    <a:pt x="2759" y="3802"/>
                    <a:pt x="2695" y="3871"/>
                  </a:cubicBezTo>
                  <a:cubicBezTo>
                    <a:pt x="2759" y="3818"/>
                    <a:pt x="2828" y="3754"/>
                    <a:pt x="2897" y="3701"/>
                  </a:cubicBezTo>
                  <a:cubicBezTo>
                    <a:pt x="2945" y="3637"/>
                    <a:pt x="3014" y="3584"/>
                    <a:pt x="3062" y="3536"/>
                  </a:cubicBezTo>
                  <a:cubicBezTo>
                    <a:pt x="3078" y="3515"/>
                    <a:pt x="3099" y="3499"/>
                    <a:pt x="3115" y="3483"/>
                  </a:cubicBezTo>
                  <a:close/>
                  <a:moveTo>
                    <a:pt x="2695" y="3871"/>
                  </a:moveTo>
                  <a:cubicBezTo>
                    <a:pt x="2674" y="3887"/>
                    <a:pt x="2642" y="3903"/>
                    <a:pt x="2626" y="3919"/>
                  </a:cubicBezTo>
                  <a:lnTo>
                    <a:pt x="2472" y="4073"/>
                  </a:lnTo>
                  <a:cubicBezTo>
                    <a:pt x="2525" y="4020"/>
                    <a:pt x="2573" y="3988"/>
                    <a:pt x="2626" y="3940"/>
                  </a:cubicBezTo>
                  <a:cubicBezTo>
                    <a:pt x="2658" y="3919"/>
                    <a:pt x="2674" y="3887"/>
                    <a:pt x="2695" y="3871"/>
                  </a:cubicBezTo>
                  <a:close/>
                  <a:moveTo>
                    <a:pt x="2472" y="4073"/>
                  </a:moveTo>
                  <a:lnTo>
                    <a:pt x="2472" y="4073"/>
                  </a:lnTo>
                  <a:cubicBezTo>
                    <a:pt x="2392" y="4142"/>
                    <a:pt x="2307" y="4222"/>
                    <a:pt x="2222" y="4291"/>
                  </a:cubicBezTo>
                  <a:cubicBezTo>
                    <a:pt x="2206" y="4307"/>
                    <a:pt x="2169" y="4344"/>
                    <a:pt x="2153" y="4360"/>
                  </a:cubicBezTo>
                  <a:cubicBezTo>
                    <a:pt x="2105" y="4408"/>
                    <a:pt x="2052" y="4461"/>
                    <a:pt x="2004" y="4493"/>
                  </a:cubicBezTo>
                  <a:cubicBezTo>
                    <a:pt x="1951" y="4546"/>
                    <a:pt x="1903" y="4594"/>
                    <a:pt x="1850" y="4626"/>
                  </a:cubicBezTo>
                  <a:cubicBezTo>
                    <a:pt x="1802" y="4679"/>
                    <a:pt x="1733" y="4727"/>
                    <a:pt x="1685" y="4796"/>
                  </a:cubicBezTo>
                  <a:cubicBezTo>
                    <a:pt x="1632" y="4828"/>
                    <a:pt x="1584" y="4881"/>
                    <a:pt x="1531" y="4929"/>
                  </a:cubicBezTo>
                  <a:cubicBezTo>
                    <a:pt x="1600" y="4897"/>
                    <a:pt x="1648" y="4848"/>
                    <a:pt x="1701" y="4796"/>
                  </a:cubicBezTo>
                  <a:lnTo>
                    <a:pt x="1850" y="4647"/>
                  </a:lnTo>
                  <a:cubicBezTo>
                    <a:pt x="1903" y="4594"/>
                    <a:pt x="1951" y="4562"/>
                    <a:pt x="2004" y="4509"/>
                  </a:cubicBezTo>
                  <a:cubicBezTo>
                    <a:pt x="2052" y="4461"/>
                    <a:pt x="2105" y="4424"/>
                    <a:pt x="2153" y="4376"/>
                  </a:cubicBezTo>
                  <a:lnTo>
                    <a:pt x="2238" y="4291"/>
                  </a:lnTo>
                  <a:cubicBezTo>
                    <a:pt x="2323" y="4222"/>
                    <a:pt x="2392" y="4158"/>
                    <a:pt x="2472" y="4073"/>
                  </a:cubicBezTo>
                  <a:close/>
                  <a:moveTo>
                    <a:pt x="877" y="5535"/>
                  </a:moveTo>
                  <a:cubicBezTo>
                    <a:pt x="840" y="5555"/>
                    <a:pt x="824" y="5572"/>
                    <a:pt x="808" y="5588"/>
                  </a:cubicBezTo>
                  <a:cubicBezTo>
                    <a:pt x="756" y="5636"/>
                    <a:pt x="691" y="5689"/>
                    <a:pt x="638" y="5737"/>
                  </a:cubicBezTo>
                  <a:cubicBezTo>
                    <a:pt x="473" y="5891"/>
                    <a:pt x="319" y="6040"/>
                    <a:pt x="186" y="6161"/>
                  </a:cubicBezTo>
                  <a:cubicBezTo>
                    <a:pt x="150" y="6194"/>
                    <a:pt x="117" y="6226"/>
                    <a:pt x="69" y="6262"/>
                  </a:cubicBezTo>
                  <a:lnTo>
                    <a:pt x="16" y="6311"/>
                  </a:lnTo>
                  <a:cubicBezTo>
                    <a:pt x="0" y="6327"/>
                    <a:pt x="0" y="6380"/>
                    <a:pt x="16" y="6428"/>
                  </a:cubicBezTo>
                  <a:lnTo>
                    <a:pt x="16" y="6412"/>
                  </a:lnTo>
                  <a:cubicBezTo>
                    <a:pt x="0" y="6380"/>
                    <a:pt x="16" y="6327"/>
                    <a:pt x="33" y="6327"/>
                  </a:cubicBezTo>
                  <a:cubicBezTo>
                    <a:pt x="49" y="6311"/>
                    <a:pt x="69" y="6295"/>
                    <a:pt x="85" y="6279"/>
                  </a:cubicBezTo>
                  <a:cubicBezTo>
                    <a:pt x="117" y="6242"/>
                    <a:pt x="170" y="6210"/>
                    <a:pt x="202" y="6178"/>
                  </a:cubicBezTo>
                  <a:cubicBezTo>
                    <a:pt x="335" y="6040"/>
                    <a:pt x="489" y="5891"/>
                    <a:pt x="655" y="5757"/>
                  </a:cubicBezTo>
                  <a:lnTo>
                    <a:pt x="808" y="5604"/>
                  </a:lnTo>
                  <a:cubicBezTo>
                    <a:pt x="840" y="5588"/>
                    <a:pt x="857" y="5572"/>
                    <a:pt x="877" y="55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0"/>
            <p:cNvSpPr/>
            <p:nvPr/>
          </p:nvSpPr>
          <p:spPr>
            <a:xfrm>
              <a:off x="1662331" y="385973"/>
              <a:ext cx="80255" cy="487984"/>
            </a:xfrm>
            <a:custGeom>
              <a:rect b="b" l="l" r="r" t="t"/>
              <a:pathLst>
                <a:path extrusionOk="0" h="4913" w="808">
                  <a:moveTo>
                    <a:pt x="776" y="1"/>
                  </a:moveTo>
                  <a:lnTo>
                    <a:pt x="776" y="17"/>
                  </a:lnTo>
                  <a:cubicBezTo>
                    <a:pt x="792" y="17"/>
                    <a:pt x="792" y="33"/>
                    <a:pt x="792" y="49"/>
                  </a:cubicBezTo>
                  <a:cubicBezTo>
                    <a:pt x="808" y="33"/>
                    <a:pt x="808" y="17"/>
                    <a:pt x="792" y="1"/>
                  </a:cubicBezTo>
                  <a:close/>
                  <a:moveTo>
                    <a:pt x="792" y="267"/>
                  </a:moveTo>
                  <a:cubicBezTo>
                    <a:pt x="776" y="283"/>
                    <a:pt x="776" y="304"/>
                    <a:pt x="776" y="320"/>
                  </a:cubicBezTo>
                  <a:cubicBezTo>
                    <a:pt x="776" y="336"/>
                    <a:pt x="792" y="352"/>
                    <a:pt x="776" y="368"/>
                  </a:cubicBezTo>
                  <a:lnTo>
                    <a:pt x="776" y="437"/>
                  </a:lnTo>
                  <a:lnTo>
                    <a:pt x="776" y="453"/>
                  </a:lnTo>
                  <a:lnTo>
                    <a:pt x="776" y="485"/>
                  </a:lnTo>
                  <a:lnTo>
                    <a:pt x="776" y="570"/>
                  </a:lnTo>
                  <a:lnTo>
                    <a:pt x="776" y="639"/>
                  </a:lnTo>
                  <a:lnTo>
                    <a:pt x="776" y="724"/>
                  </a:lnTo>
                  <a:lnTo>
                    <a:pt x="776" y="788"/>
                  </a:lnTo>
                  <a:lnTo>
                    <a:pt x="776" y="825"/>
                  </a:lnTo>
                  <a:lnTo>
                    <a:pt x="776" y="873"/>
                  </a:lnTo>
                  <a:lnTo>
                    <a:pt x="776" y="926"/>
                  </a:lnTo>
                  <a:lnTo>
                    <a:pt x="776" y="942"/>
                  </a:lnTo>
                  <a:lnTo>
                    <a:pt x="776" y="1010"/>
                  </a:lnTo>
                  <a:cubicBezTo>
                    <a:pt x="792" y="974"/>
                    <a:pt x="792" y="958"/>
                    <a:pt x="792" y="942"/>
                  </a:cubicBezTo>
                  <a:lnTo>
                    <a:pt x="792" y="926"/>
                  </a:lnTo>
                  <a:lnTo>
                    <a:pt x="792" y="873"/>
                  </a:lnTo>
                  <a:lnTo>
                    <a:pt x="792" y="825"/>
                  </a:lnTo>
                  <a:lnTo>
                    <a:pt x="792" y="788"/>
                  </a:lnTo>
                  <a:lnTo>
                    <a:pt x="792" y="724"/>
                  </a:lnTo>
                  <a:cubicBezTo>
                    <a:pt x="776" y="687"/>
                    <a:pt x="792" y="671"/>
                    <a:pt x="792" y="639"/>
                  </a:cubicBezTo>
                  <a:lnTo>
                    <a:pt x="792" y="570"/>
                  </a:lnTo>
                  <a:lnTo>
                    <a:pt x="792" y="485"/>
                  </a:lnTo>
                  <a:lnTo>
                    <a:pt x="792" y="453"/>
                  </a:lnTo>
                  <a:lnTo>
                    <a:pt x="792" y="437"/>
                  </a:lnTo>
                  <a:lnTo>
                    <a:pt x="792" y="368"/>
                  </a:lnTo>
                  <a:lnTo>
                    <a:pt x="792" y="320"/>
                  </a:lnTo>
                  <a:lnTo>
                    <a:pt x="792" y="267"/>
                  </a:lnTo>
                  <a:close/>
                  <a:moveTo>
                    <a:pt x="776" y="1010"/>
                  </a:moveTo>
                  <a:cubicBezTo>
                    <a:pt x="759" y="1027"/>
                    <a:pt x="759" y="1043"/>
                    <a:pt x="759" y="1075"/>
                  </a:cubicBezTo>
                  <a:lnTo>
                    <a:pt x="759" y="1091"/>
                  </a:lnTo>
                  <a:lnTo>
                    <a:pt x="759" y="1128"/>
                  </a:lnTo>
                  <a:lnTo>
                    <a:pt x="759" y="1212"/>
                  </a:lnTo>
                  <a:lnTo>
                    <a:pt x="759" y="1245"/>
                  </a:lnTo>
                  <a:lnTo>
                    <a:pt x="759" y="1293"/>
                  </a:lnTo>
                  <a:cubicBezTo>
                    <a:pt x="776" y="1313"/>
                    <a:pt x="759" y="1330"/>
                    <a:pt x="759" y="1346"/>
                  </a:cubicBezTo>
                  <a:lnTo>
                    <a:pt x="759" y="1378"/>
                  </a:lnTo>
                  <a:lnTo>
                    <a:pt x="759" y="1431"/>
                  </a:lnTo>
                  <a:lnTo>
                    <a:pt x="759" y="1479"/>
                  </a:lnTo>
                  <a:lnTo>
                    <a:pt x="759" y="1580"/>
                  </a:lnTo>
                  <a:lnTo>
                    <a:pt x="759" y="1616"/>
                  </a:lnTo>
                  <a:lnTo>
                    <a:pt x="759" y="1697"/>
                  </a:lnTo>
                  <a:cubicBezTo>
                    <a:pt x="776" y="1665"/>
                    <a:pt x="776" y="1633"/>
                    <a:pt x="776" y="1616"/>
                  </a:cubicBezTo>
                  <a:lnTo>
                    <a:pt x="776" y="1580"/>
                  </a:lnTo>
                  <a:lnTo>
                    <a:pt x="776" y="1479"/>
                  </a:lnTo>
                  <a:lnTo>
                    <a:pt x="776" y="1431"/>
                  </a:lnTo>
                  <a:lnTo>
                    <a:pt x="776" y="1394"/>
                  </a:lnTo>
                  <a:lnTo>
                    <a:pt x="776" y="1346"/>
                  </a:lnTo>
                  <a:lnTo>
                    <a:pt x="776" y="1293"/>
                  </a:lnTo>
                  <a:lnTo>
                    <a:pt x="776" y="1245"/>
                  </a:lnTo>
                  <a:lnTo>
                    <a:pt x="776" y="1212"/>
                  </a:lnTo>
                  <a:lnTo>
                    <a:pt x="776" y="1128"/>
                  </a:lnTo>
                  <a:lnTo>
                    <a:pt x="776" y="1091"/>
                  </a:lnTo>
                  <a:lnTo>
                    <a:pt x="776" y="1075"/>
                  </a:lnTo>
                  <a:lnTo>
                    <a:pt x="776" y="1010"/>
                  </a:lnTo>
                  <a:close/>
                  <a:moveTo>
                    <a:pt x="759" y="1867"/>
                  </a:moveTo>
                  <a:cubicBezTo>
                    <a:pt x="739" y="1883"/>
                    <a:pt x="739" y="1899"/>
                    <a:pt x="759" y="1936"/>
                  </a:cubicBezTo>
                  <a:lnTo>
                    <a:pt x="759" y="1919"/>
                  </a:lnTo>
                  <a:lnTo>
                    <a:pt x="759" y="1867"/>
                  </a:lnTo>
                  <a:close/>
                  <a:moveTo>
                    <a:pt x="759" y="1936"/>
                  </a:moveTo>
                  <a:cubicBezTo>
                    <a:pt x="759" y="1952"/>
                    <a:pt x="759" y="1984"/>
                    <a:pt x="739" y="2020"/>
                  </a:cubicBezTo>
                  <a:lnTo>
                    <a:pt x="739" y="2085"/>
                  </a:lnTo>
                  <a:lnTo>
                    <a:pt x="739" y="2388"/>
                  </a:lnTo>
                  <a:lnTo>
                    <a:pt x="739" y="2473"/>
                  </a:lnTo>
                  <a:lnTo>
                    <a:pt x="739" y="2489"/>
                  </a:lnTo>
                  <a:lnTo>
                    <a:pt x="739" y="2574"/>
                  </a:lnTo>
                  <a:lnTo>
                    <a:pt x="739" y="2675"/>
                  </a:lnTo>
                  <a:cubicBezTo>
                    <a:pt x="739" y="2643"/>
                    <a:pt x="739" y="2606"/>
                    <a:pt x="759" y="2574"/>
                  </a:cubicBezTo>
                  <a:lnTo>
                    <a:pt x="759" y="2489"/>
                  </a:lnTo>
                  <a:lnTo>
                    <a:pt x="759" y="2473"/>
                  </a:lnTo>
                  <a:cubicBezTo>
                    <a:pt x="759" y="2441"/>
                    <a:pt x="739" y="2404"/>
                    <a:pt x="759" y="2388"/>
                  </a:cubicBezTo>
                  <a:lnTo>
                    <a:pt x="759" y="2085"/>
                  </a:lnTo>
                  <a:lnTo>
                    <a:pt x="759" y="2020"/>
                  </a:lnTo>
                  <a:lnTo>
                    <a:pt x="759" y="1936"/>
                  </a:lnTo>
                  <a:close/>
                  <a:moveTo>
                    <a:pt x="739" y="2727"/>
                  </a:moveTo>
                  <a:cubicBezTo>
                    <a:pt x="723" y="2744"/>
                    <a:pt x="739" y="2760"/>
                    <a:pt x="739" y="2776"/>
                  </a:cubicBezTo>
                  <a:lnTo>
                    <a:pt x="739" y="2727"/>
                  </a:lnTo>
                  <a:close/>
                  <a:moveTo>
                    <a:pt x="739" y="2776"/>
                  </a:moveTo>
                  <a:cubicBezTo>
                    <a:pt x="739" y="2792"/>
                    <a:pt x="739" y="2828"/>
                    <a:pt x="723" y="2844"/>
                  </a:cubicBezTo>
                  <a:lnTo>
                    <a:pt x="723" y="2909"/>
                  </a:lnTo>
                  <a:cubicBezTo>
                    <a:pt x="739" y="2929"/>
                    <a:pt x="723" y="2945"/>
                    <a:pt x="723" y="2962"/>
                  </a:cubicBezTo>
                  <a:lnTo>
                    <a:pt x="723" y="3010"/>
                  </a:lnTo>
                  <a:lnTo>
                    <a:pt x="723" y="3046"/>
                  </a:lnTo>
                  <a:lnTo>
                    <a:pt x="723" y="3095"/>
                  </a:lnTo>
                  <a:lnTo>
                    <a:pt x="723" y="3147"/>
                  </a:lnTo>
                  <a:lnTo>
                    <a:pt x="723" y="3196"/>
                  </a:lnTo>
                  <a:lnTo>
                    <a:pt x="723" y="3265"/>
                  </a:lnTo>
                  <a:lnTo>
                    <a:pt x="723" y="3297"/>
                  </a:lnTo>
                  <a:lnTo>
                    <a:pt x="723" y="3382"/>
                  </a:lnTo>
                  <a:cubicBezTo>
                    <a:pt x="723" y="3349"/>
                    <a:pt x="723" y="3313"/>
                    <a:pt x="739" y="3297"/>
                  </a:cubicBezTo>
                  <a:lnTo>
                    <a:pt x="739" y="3265"/>
                  </a:lnTo>
                  <a:lnTo>
                    <a:pt x="739" y="3196"/>
                  </a:lnTo>
                  <a:lnTo>
                    <a:pt x="739" y="3164"/>
                  </a:lnTo>
                  <a:lnTo>
                    <a:pt x="739" y="3095"/>
                  </a:lnTo>
                  <a:lnTo>
                    <a:pt x="739" y="3046"/>
                  </a:lnTo>
                  <a:lnTo>
                    <a:pt x="739" y="3010"/>
                  </a:lnTo>
                  <a:lnTo>
                    <a:pt x="739" y="2962"/>
                  </a:lnTo>
                  <a:lnTo>
                    <a:pt x="739" y="2909"/>
                  </a:lnTo>
                  <a:lnTo>
                    <a:pt x="739" y="2861"/>
                  </a:lnTo>
                  <a:lnTo>
                    <a:pt x="739" y="2776"/>
                  </a:lnTo>
                  <a:close/>
                  <a:moveTo>
                    <a:pt x="723" y="3616"/>
                  </a:moveTo>
                  <a:cubicBezTo>
                    <a:pt x="723" y="3636"/>
                    <a:pt x="723" y="3652"/>
                    <a:pt x="707" y="3669"/>
                  </a:cubicBezTo>
                  <a:lnTo>
                    <a:pt x="707" y="3737"/>
                  </a:lnTo>
                  <a:cubicBezTo>
                    <a:pt x="707" y="3770"/>
                    <a:pt x="723" y="3802"/>
                    <a:pt x="707" y="3838"/>
                  </a:cubicBezTo>
                  <a:lnTo>
                    <a:pt x="707" y="3854"/>
                  </a:lnTo>
                  <a:cubicBezTo>
                    <a:pt x="723" y="3871"/>
                    <a:pt x="707" y="3871"/>
                    <a:pt x="707" y="3887"/>
                  </a:cubicBezTo>
                  <a:lnTo>
                    <a:pt x="707" y="3939"/>
                  </a:lnTo>
                  <a:lnTo>
                    <a:pt x="707" y="3988"/>
                  </a:lnTo>
                  <a:lnTo>
                    <a:pt x="707" y="4020"/>
                  </a:lnTo>
                  <a:lnTo>
                    <a:pt x="707" y="4141"/>
                  </a:lnTo>
                  <a:lnTo>
                    <a:pt x="707" y="4307"/>
                  </a:lnTo>
                  <a:cubicBezTo>
                    <a:pt x="723" y="4258"/>
                    <a:pt x="723" y="4190"/>
                    <a:pt x="723" y="4141"/>
                  </a:cubicBezTo>
                  <a:lnTo>
                    <a:pt x="723" y="4020"/>
                  </a:lnTo>
                  <a:lnTo>
                    <a:pt x="723" y="3988"/>
                  </a:lnTo>
                  <a:lnTo>
                    <a:pt x="723" y="3939"/>
                  </a:lnTo>
                  <a:lnTo>
                    <a:pt x="723" y="3903"/>
                  </a:lnTo>
                  <a:lnTo>
                    <a:pt x="723" y="3838"/>
                  </a:lnTo>
                  <a:lnTo>
                    <a:pt x="723" y="3737"/>
                  </a:lnTo>
                  <a:lnTo>
                    <a:pt x="723" y="3669"/>
                  </a:lnTo>
                  <a:lnTo>
                    <a:pt x="723" y="3616"/>
                  </a:lnTo>
                  <a:close/>
                  <a:moveTo>
                    <a:pt x="707" y="4307"/>
                  </a:moveTo>
                  <a:cubicBezTo>
                    <a:pt x="691" y="4323"/>
                    <a:pt x="691" y="4359"/>
                    <a:pt x="707" y="4376"/>
                  </a:cubicBezTo>
                  <a:lnTo>
                    <a:pt x="707" y="4307"/>
                  </a:lnTo>
                  <a:close/>
                  <a:moveTo>
                    <a:pt x="707" y="4424"/>
                  </a:moveTo>
                  <a:cubicBezTo>
                    <a:pt x="691" y="4444"/>
                    <a:pt x="691" y="4460"/>
                    <a:pt x="707" y="4493"/>
                  </a:cubicBezTo>
                  <a:lnTo>
                    <a:pt x="707" y="4424"/>
                  </a:lnTo>
                  <a:close/>
                  <a:moveTo>
                    <a:pt x="707" y="4493"/>
                  </a:moveTo>
                  <a:cubicBezTo>
                    <a:pt x="707" y="4509"/>
                    <a:pt x="691" y="4509"/>
                    <a:pt x="675" y="4525"/>
                  </a:cubicBezTo>
                  <a:lnTo>
                    <a:pt x="691" y="4525"/>
                  </a:lnTo>
                  <a:cubicBezTo>
                    <a:pt x="707" y="4525"/>
                    <a:pt x="723" y="4509"/>
                    <a:pt x="707" y="4493"/>
                  </a:cubicBezTo>
                  <a:close/>
                  <a:moveTo>
                    <a:pt x="675" y="4525"/>
                  </a:moveTo>
                  <a:lnTo>
                    <a:pt x="675" y="4525"/>
                  </a:lnTo>
                  <a:cubicBezTo>
                    <a:pt x="638" y="4545"/>
                    <a:pt x="606" y="4561"/>
                    <a:pt x="574" y="4578"/>
                  </a:cubicBezTo>
                  <a:cubicBezTo>
                    <a:pt x="557" y="4594"/>
                    <a:pt x="537" y="4594"/>
                    <a:pt x="521" y="4610"/>
                  </a:cubicBezTo>
                  <a:cubicBezTo>
                    <a:pt x="404" y="4679"/>
                    <a:pt x="287" y="4747"/>
                    <a:pt x="170" y="4812"/>
                  </a:cubicBezTo>
                  <a:cubicBezTo>
                    <a:pt x="133" y="4848"/>
                    <a:pt x="85" y="4864"/>
                    <a:pt x="53" y="4880"/>
                  </a:cubicBezTo>
                  <a:cubicBezTo>
                    <a:pt x="32" y="4897"/>
                    <a:pt x="16" y="4897"/>
                    <a:pt x="0" y="4897"/>
                  </a:cubicBezTo>
                  <a:lnTo>
                    <a:pt x="0" y="4913"/>
                  </a:lnTo>
                  <a:cubicBezTo>
                    <a:pt x="16" y="4913"/>
                    <a:pt x="32" y="4913"/>
                    <a:pt x="53" y="4897"/>
                  </a:cubicBezTo>
                  <a:cubicBezTo>
                    <a:pt x="85" y="4880"/>
                    <a:pt x="133" y="4848"/>
                    <a:pt x="170" y="4828"/>
                  </a:cubicBezTo>
                  <a:cubicBezTo>
                    <a:pt x="287" y="4763"/>
                    <a:pt x="420" y="4695"/>
                    <a:pt x="537" y="4626"/>
                  </a:cubicBezTo>
                  <a:cubicBezTo>
                    <a:pt x="557" y="4610"/>
                    <a:pt x="574" y="4610"/>
                    <a:pt x="590" y="4594"/>
                  </a:cubicBezTo>
                  <a:cubicBezTo>
                    <a:pt x="622" y="4578"/>
                    <a:pt x="658" y="4561"/>
                    <a:pt x="675" y="45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0"/>
            <p:cNvSpPr/>
            <p:nvPr/>
          </p:nvSpPr>
          <p:spPr>
            <a:xfrm>
              <a:off x="2583571" y="481027"/>
              <a:ext cx="150477" cy="458385"/>
            </a:xfrm>
            <a:custGeom>
              <a:rect b="b" l="l" r="r" t="t"/>
              <a:pathLst>
                <a:path extrusionOk="0" h="4615" w="1515">
                  <a:moveTo>
                    <a:pt x="218" y="1"/>
                  </a:moveTo>
                  <a:cubicBezTo>
                    <a:pt x="202" y="17"/>
                    <a:pt x="186" y="33"/>
                    <a:pt x="150" y="53"/>
                  </a:cubicBezTo>
                  <a:lnTo>
                    <a:pt x="133" y="53"/>
                  </a:lnTo>
                  <a:cubicBezTo>
                    <a:pt x="85" y="70"/>
                    <a:pt x="49" y="86"/>
                    <a:pt x="0" y="118"/>
                  </a:cubicBezTo>
                  <a:lnTo>
                    <a:pt x="16" y="118"/>
                  </a:lnTo>
                  <a:cubicBezTo>
                    <a:pt x="49" y="102"/>
                    <a:pt x="101" y="86"/>
                    <a:pt x="133" y="70"/>
                  </a:cubicBezTo>
                  <a:lnTo>
                    <a:pt x="170" y="53"/>
                  </a:lnTo>
                  <a:cubicBezTo>
                    <a:pt x="186" y="53"/>
                    <a:pt x="218" y="33"/>
                    <a:pt x="234" y="1"/>
                  </a:cubicBezTo>
                  <a:close/>
                  <a:moveTo>
                    <a:pt x="234" y="1"/>
                  </a:moveTo>
                  <a:cubicBezTo>
                    <a:pt x="251" y="17"/>
                    <a:pt x="271" y="17"/>
                    <a:pt x="287" y="33"/>
                  </a:cubicBezTo>
                  <a:cubicBezTo>
                    <a:pt x="303" y="33"/>
                    <a:pt x="319" y="33"/>
                    <a:pt x="319" y="53"/>
                  </a:cubicBezTo>
                  <a:cubicBezTo>
                    <a:pt x="335" y="53"/>
                    <a:pt x="372" y="53"/>
                    <a:pt x="388" y="70"/>
                  </a:cubicBezTo>
                  <a:cubicBezTo>
                    <a:pt x="404" y="70"/>
                    <a:pt x="420" y="86"/>
                    <a:pt x="436" y="86"/>
                  </a:cubicBezTo>
                  <a:lnTo>
                    <a:pt x="574" y="134"/>
                  </a:lnTo>
                  <a:cubicBezTo>
                    <a:pt x="675" y="171"/>
                    <a:pt x="776" y="219"/>
                    <a:pt x="877" y="255"/>
                  </a:cubicBezTo>
                  <a:cubicBezTo>
                    <a:pt x="776" y="203"/>
                    <a:pt x="675" y="171"/>
                    <a:pt x="574" y="118"/>
                  </a:cubicBezTo>
                  <a:lnTo>
                    <a:pt x="453" y="70"/>
                  </a:lnTo>
                  <a:cubicBezTo>
                    <a:pt x="436" y="70"/>
                    <a:pt x="404" y="70"/>
                    <a:pt x="388" y="53"/>
                  </a:cubicBezTo>
                  <a:cubicBezTo>
                    <a:pt x="372" y="53"/>
                    <a:pt x="352" y="33"/>
                    <a:pt x="335" y="33"/>
                  </a:cubicBezTo>
                  <a:cubicBezTo>
                    <a:pt x="319" y="33"/>
                    <a:pt x="303" y="17"/>
                    <a:pt x="303" y="17"/>
                  </a:cubicBezTo>
                  <a:cubicBezTo>
                    <a:pt x="271" y="17"/>
                    <a:pt x="251" y="1"/>
                    <a:pt x="234" y="1"/>
                  </a:cubicBezTo>
                  <a:close/>
                  <a:moveTo>
                    <a:pt x="877" y="255"/>
                  </a:moveTo>
                  <a:cubicBezTo>
                    <a:pt x="893" y="272"/>
                    <a:pt x="909" y="288"/>
                    <a:pt x="909" y="304"/>
                  </a:cubicBezTo>
                  <a:cubicBezTo>
                    <a:pt x="909" y="336"/>
                    <a:pt x="925" y="389"/>
                    <a:pt x="925" y="421"/>
                  </a:cubicBezTo>
                  <a:cubicBezTo>
                    <a:pt x="925" y="474"/>
                    <a:pt x="941" y="522"/>
                    <a:pt x="941" y="575"/>
                  </a:cubicBezTo>
                  <a:cubicBezTo>
                    <a:pt x="957" y="607"/>
                    <a:pt x="957" y="639"/>
                    <a:pt x="957" y="676"/>
                  </a:cubicBezTo>
                  <a:cubicBezTo>
                    <a:pt x="957" y="724"/>
                    <a:pt x="978" y="760"/>
                    <a:pt x="978" y="793"/>
                  </a:cubicBezTo>
                  <a:cubicBezTo>
                    <a:pt x="978" y="841"/>
                    <a:pt x="994" y="910"/>
                    <a:pt x="994" y="962"/>
                  </a:cubicBezTo>
                  <a:cubicBezTo>
                    <a:pt x="1010" y="1011"/>
                    <a:pt x="1010" y="1063"/>
                    <a:pt x="1026" y="1112"/>
                  </a:cubicBezTo>
                  <a:cubicBezTo>
                    <a:pt x="1026" y="1063"/>
                    <a:pt x="1010" y="1011"/>
                    <a:pt x="1010" y="962"/>
                  </a:cubicBezTo>
                  <a:cubicBezTo>
                    <a:pt x="1010" y="910"/>
                    <a:pt x="994" y="841"/>
                    <a:pt x="994" y="793"/>
                  </a:cubicBezTo>
                  <a:cubicBezTo>
                    <a:pt x="978" y="760"/>
                    <a:pt x="978" y="724"/>
                    <a:pt x="978" y="676"/>
                  </a:cubicBezTo>
                  <a:cubicBezTo>
                    <a:pt x="978" y="639"/>
                    <a:pt x="957" y="607"/>
                    <a:pt x="957" y="575"/>
                  </a:cubicBezTo>
                  <a:cubicBezTo>
                    <a:pt x="957" y="522"/>
                    <a:pt x="941" y="474"/>
                    <a:pt x="941" y="421"/>
                  </a:cubicBezTo>
                  <a:cubicBezTo>
                    <a:pt x="925" y="373"/>
                    <a:pt x="925" y="336"/>
                    <a:pt x="925" y="304"/>
                  </a:cubicBezTo>
                  <a:cubicBezTo>
                    <a:pt x="925" y="288"/>
                    <a:pt x="909" y="255"/>
                    <a:pt x="877" y="255"/>
                  </a:cubicBezTo>
                  <a:close/>
                  <a:moveTo>
                    <a:pt x="1026" y="1112"/>
                  </a:moveTo>
                  <a:lnTo>
                    <a:pt x="1026" y="1213"/>
                  </a:lnTo>
                  <a:cubicBezTo>
                    <a:pt x="1042" y="1265"/>
                    <a:pt x="1042" y="1330"/>
                    <a:pt x="1058" y="1383"/>
                  </a:cubicBezTo>
                  <a:cubicBezTo>
                    <a:pt x="1058" y="1314"/>
                    <a:pt x="1042" y="1265"/>
                    <a:pt x="1042" y="1213"/>
                  </a:cubicBezTo>
                  <a:cubicBezTo>
                    <a:pt x="1042" y="1181"/>
                    <a:pt x="1042" y="1144"/>
                    <a:pt x="1026" y="1112"/>
                  </a:cubicBezTo>
                  <a:close/>
                  <a:moveTo>
                    <a:pt x="1058" y="1383"/>
                  </a:moveTo>
                  <a:lnTo>
                    <a:pt x="1058" y="1399"/>
                  </a:lnTo>
                  <a:cubicBezTo>
                    <a:pt x="1058" y="1447"/>
                    <a:pt x="1079" y="1516"/>
                    <a:pt x="1079" y="1568"/>
                  </a:cubicBezTo>
                  <a:cubicBezTo>
                    <a:pt x="1079" y="1617"/>
                    <a:pt x="1095" y="1649"/>
                    <a:pt x="1095" y="1686"/>
                  </a:cubicBezTo>
                  <a:cubicBezTo>
                    <a:pt x="1095" y="1718"/>
                    <a:pt x="1111" y="1750"/>
                    <a:pt x="1111" y="1787"/>
                  </a:cubicBezTo>
                  <a:cubicBezTo>
                    <a:pt x="1127" y="1887"/>
                    <a:pt x="1127" y="1972"/>
                    <a:pt x="1143" y="2073"/>
                  </a:cubicBezTo>
                  <a:cubicBezTo>
                    <a:pt x="1159" y="2122"/>
                    <a:pt x="1159" y="2174"/>
                    <a:pt x="1180" y="2223"/>
                  </a:cubicBezTo>
                  <a:cubicBezTo>
                    <a:pt x="1180" y="2174"/>
                    <a:pt x="1159" y="2122"/>
                    <a:pt x="1159" y="2073"/>
                  </a:cubicBezTo>
                  <a:cubicBezTo>
                    <a:pt x="1143" y="1972"/>
                    <a:pt x="1127" y="1887"/>
                    <a:pt x="1127" y="1787"/>
                  </a:cubicBezTo>
                  <a:cubicBezTo>
                    <a:pt x="1127" y="1750"/>
                    <a:pt x="1111" y="1718"/>
                    <a:pt x="1111" y="1686"/>
                  </a:cubicBezTo>
                  <a:cubicBezTo>
                    <a:pt x="1111" y="1649"/>
                    <a:pt x="1095" y="1601"/>
                    <a:pt x="1095" y="1568"/>
                  </a:cubicBezTo>
                  <a:cubicBezTo>
                    <a:pt x="1095" y="1516"/>
                    <a:pt x="1079" y="1447"/>
                    <a:pt x="1079" y="1399"/>
                  </a:cubicBezTo>
                  <a:lnTo>
                    <a:pt x="1058" y="1383"/>
                  </a:lnTo>
                  <a:close/>
                  <a:moveTo>
                    <a:pt x="1180" y="2223"/>
                  </a:moveTo>
                  <a:lnTo>
                    <a:pt x="1180" y="2275"/>
                  </a:lnTo>
                  <a:cubicBezTo>
                    <a:pt x="1180" y="2308"/>
                    <a:pt x="1196" y="2340"/>
                    <a:pt x="1180" y="2376"/>
                  </a:cubicBezTo>
                  <a:cubicBezTo>
                    <a:pt x="1196" y="2409"/>
                    <a:pt x="1212" y="2441"/>
                    <a:pt x="1212" y="2493"/>
                  </a:cubicBezTo>
                  <a:lnTo>
                    <a:pt x="1212" y="2558"/>
                  </a:lnTo>
                  <a:cubicBezTo>
                    <a:pt x="1228" y="2578"/>
                    <a:pt x="1228" y="2611"/>
                    <a:pt x="1228" y="2627"/>
                  </a:cubicBezTo>
                  <a:lnTo>
                    <a:pt x="1228" y="2679"/>
                  </a:lnTo>
                  <a:cubicBezTo>
                    <a:pt x="1228" y="2695"/>
                    <a:pt x="1228" y="2695"/>
                    <a:pt x="1244" y="2712"/>
                  </a:cubicBezTo>
                  <a:lnTo>
                    <a:pt x="1244" y="2659"/>
                  </a:lnTo>
                  <a:lnTo>
                    <a:pt x="1244" y="2627"/>
                  </a:lnTo>
                  <a:cubicBezTo>
                    <a:pt x="1244" y="2611"/>
                    <a:pt x="1228" y="2578"/>
                    <a:pt x="1228" y="2558"/>
                  </a:cubicBezTo>
                  <a:cubicBezTo>
                    <a:pt x="1228" y="2526"/>
                    <a:pt x="1228" y="2510"/>
                    <a:pt x="1212" y="2477"/>
                  </a:cubicBezTo>
                  <a:cubicBezTo>
                    <a:pt x="1212" y="2441"/>
                    <a:pt x="1212" y="2409"/>
                    <a:pt x="1196" y="2376"/>
                  </a:cubicBezTo>
                  <a:cubicBezTo>
                    <a:pt x="1212" y="2340"/>
                    <a:pt x="1196" y="2308"/>
                    <a:pt x="1196" y="2275"/>
                  </a:cubicBezTo>
                  <a:cubicBezTo>
                    <a:pt x="1196" y="2255"/>
                    <a:pt x="1180" y="2239"/>
                    <a:pt x="1180" y="2223"/>
                  </a:cubicBezTo>
                  <a:close/>
                  <a:moveTo>
                    <a:pt x="1244" y="2712"/>
                  </a:moveTo>
                  <a:cubicBezTo>
                    <a:pt x="1244" y="2760"/>
                    <a:pt x="1244" y="2796"/>
                    <a:pt x="1260" y="2845"/>
                  </a:cubicBezTo>
                  <a:cubicBezTo>
                    <a:pt x="1260" y="2796"/>
                    <a:pt x="1260" y="2760"/>
                    <a:pt x="1244" y="2712"/>
                  </a:cubicBezTo>
                  <a:close/>
                  <a:moveTo>
                    <a:pt x="1260" y="2845"/>
                  </a:moveTo>
                  <a:cubicBezTo>
                    <a:pt x="1260" y="2881"/>
                    <a:pt x="1260" y="2914"/>
                    <a:pt x="1281" y="2962"/>
                  </a:cubicBezTo>
                  <a:lnTo>
                    <a:pt x="1281" y="3063"/>
                  </a:lnTo>
                  <a:lnTo>
                    <a:pt x="1297" y="3083"/>
                  </a:lnTo>
                  <a:lnTo>
                    <a:pt x="1297" y="3116"/>
                  </a:lnTo>
                  <a:cubicBezTo>
                    <a:pt x="1313" y="3099"/>
                    <a:pt x="1297" y="3083"/>
                    <a:pt x="1297" y="3063"/>
                  </a:cubicBezTo>
                  <a:cubicBezTo>
                    <a:pt x="1297" y="3031"/>
                    <a:pt x="1281" y="2998"/>
                    <a:pt x="1281" y="2946"/>
                  </a:cubicBezTo>
                  <a:cubicBezTo>
                    <a:pt x="1281" y="2914"/>
                    <a:pt x="1281" y="2881"/>
                    <a:pt x="1260" y="2845"/>
                  </a:cubicBezTo>
                  <a:close/>
                  <a:moveTo>
                    <a:pt x="1297" y="3116"/>
                  </a:moveTo>
                  <a:cubicBezTo>
                    <a:pt x="1281" y="3116"/>
                    <a:pt x="1281" y="3132"/>
                    <a:pt x="1297" y="3148"/>
                  </a:cubicBezTo>
                  <a:cubicBezTo>
                    <a:pt x="1313" y="3164"/>
                    <a:pt x="1313" y="3184"/>
                    <a:pt x="1313" y="3200"/>
                  </a:cubicBezTo>
                  <a:lnTo>
                    <a:pt x="1313" y="3132"/>
                  </a:lnTo>
                  <a:cubicBezTo>
                    <a:pt x="1297" y="3132"/>
                    <a:pt x="1297" y="3116"/>
                    <a:pt x="1297" y="3116"/>
                  </a:cubicBezTo>
                  <a:close/>
                  <a:moveTo>
                    <a:pt x="1313" y="3217"/>
                  </a:moveTo>
                  <a:lnTo>
                    <a:pt x="1313" y="3233"/>
                  </a:lnTo>
                  <a:cubicBezTo>
                    <a:pt x="1313" y="3265"/>
                    <a:pt x="1313" y="3301"/>
                    <a:pt x="1329" y="3350"/>
                  </a:cubicBezTo>
                  <a:cubicBezTo>
                    <a:pt x="1329" y="3386"/>
                    <a:pt x="1329" y="3419"/>
                    <a:pt x="1345" y="3451"/>
                  </a:cubicBezTo>
                  <a:cubicBezTo>
                    <a:pt x="1345" y="3419"/>
                    <a:pt x="1345" y="3386"/>
                    <a:pt x="1329" y="3334"/>
                  </a:cubicBezTo>
                  <a:cubicBezTo>
                    <a:pt x="1329" y="3301"/>
                    <a:pt x="1329" y="3265"/>
                    <a:pt x="1313" y="3217"/>
                  </a:cubicBezTo>
                  <a:close/>
                  <a:moveTo>
                    <a:pt x="1345" y="3451"/>
                  </a:moveTo>
                  <a:cubicBezTo>
                    <a:pt x="1345" y="3503"/>
                    <a:pt x="1345" y="3536"/>
                    <a:pt x="1361" y="3588"/>
                  </a:cubicBezTo>
                  <a:cubicBezTo>
                    <a:pt x="1361" y="3536"/>
                    <a:pt x="1361" y="3503"/>
                    <a:pt x="1345" y="3451"/>
                  </a:cubicBezTo>
                  <a:close/>
                  <a:moveTo>
                    <a:pt x="1361" y="3588"/>
                  </a:moveTo>
                  <a:lnTo>
                    <a:pt x="1361" y="3669"/>
                  </a:lnTo>
                  <a:cubicBezTo>
                    <a:pt x="1382" y="3705"/>
                    <a:pt x="1382" y="3738"/>
                    <a:pt x="1382" y="3770"/>
                  </a:cubicBezTo>
                  <a:cubicBezTo>
                    <a:pt x="1398" y="3823"/>
                    <a:pt x="1398" y="3871"/>
                    <a:pt x="1398" y="3923"/>
                  </a:cubicBezTo>
                  <a:cubicBezTo>
                    <a:pt x="1398" y="3940"/>
                    <a:pt x="1414" y="3940"/>
                    <a:pt x="1414" y="3956"/>
                  </a:cubicBezTo>
                  <a:lnTo>
                    <a:pt x="1414" y="3923"/>
                  </a:lnTo>
                  <a:cubicBezTo>
                    <a:pt x="1414" y="3871"/>
                    <a:pt x="1398" y="3823"/>
                    <a:pt x="1398" y="3770"/>
                  </a:cubicBezTo>
                  <a:cubicBezTo>
                    <a:pt x="1398" y="3738"/>
                    <a:pt x="1382" y="3705"/>
                    <a:pt x="1382" y="3669"/>
                  </a:cubicBezTo>
                  <a:cubicBezTo>
                    <a:pt x="1382" y="3637"/>
                    <a:pt x="1382" y="3604"/>
                    <a:pt x="1361" y="3588"/>
                  </a:cubicBezTo>
                  <a:close/>
                  <a:moveTo>
                    <a:pt x="1414" y="3956"/>
                  </a:moveTo>
                  <a:lnTo>
                    <a:pt x="1414" y="4008"/>
                  </a:lnTo>
                  <a:lnTo>
                    <a:pt x="1414" y="4024"/>
                  </a:lnTo>
                  <a:cubicBezTo>
                    <a:pt x="1430" y="3992"/>
                    <a:pt x="1430" y="3972"/>
                    <a:pt x="1414" y="3956"/>
                  </a:cubicBezTo>
                  <a:close/>
                  <a:moveTo>
                    <a:pt x="1414" y="4024"/>
                  </a:moveTo>
                  <a:lnTo>
                    <a:pt x="1414" y="4024"/>
                  </a:lnTo>
                  <a:cubicBezTo>
                    <a:pt x="1430" y="4073"/>
                    <a:pt x="1430" y="4125"/>
                    <a:pt x="1430" y="4174"/>
                  </a:cubicBezTo>
                  <a:cubicBezTo>
                    <a:pt x="1430" y="4194"/>
                    <a:pt x="1446" y="4210"/>
                    <a:pt x="1446" y="4243"/>
                  </a:cubicBezTo>
                  <a:cubicBezTo>
                    <a:pt x="1446" y="4311"/>
                    <a:pt x="1462" y="4376"/>
                    <a:pt x="1483" y="4445"/>
                  </a:cubicBezTo>
                  <a:cubicBezTo>
                    <a:pt x="1483" y="4376"/>
                    <a:pt x="1462" y="4311"/>
                    <a:pt x="1462" y="4243"/>
                  </a:cubicBezTo>
                  <a:cubicBezTo>
                    <a:pt x="1446" y="4210"/>
                    <a:pt x="1446" y="4194"/>
                    <a:pt x="1446" y="4174"/>
                  </a:cubicBezTo>
                  <a:cubicBezTo>
                    <a:pt x="1446" y="4125"/>
                    <a:pt x="1446" y="4073"/>
                    <a:pt x="1414" y="4024"/>
                  </a:cubicBezTo>
                  <a:close/>
                  <a:moveTo>
                    <a:pt x="1483" y="4445"/>
                  </a:moveTo>
                  <a:lnTo>
                    <a:pt x="1483" y="4461"/>
                  </a:lnTo>
                  <a:lnTo>
                    <a:pt x="1483" y="4497"/>
                  </a:lnTo>
                  <a:cubicBezTo>
                    <a:pt x="1483" y="4513"/>
                    <a:pt x="1483" y="4546"/>
                    <a:pt x="1499" y="4562"/>
                  </a:cubicBezTo>
                  <a:lnTo>
                    <a:pt x="1499" y="4497"/>
                  </a:lnTo>
                  <a:lnTo>
                    <a:pt x="1499" y="4461"/>
                  </a:lnTo>
                  <a:lnTo>
                    <a:pt x="1483" y="4445"/>
                  </a:lnTo>
                  <a:close/>
                  <a:moveTo>
                    <a:pt x="1499" y="4562"/>
                  </a:moveTo>
                  <a:cubicBezTo>
                    <a:pt x="1499" y="4578"/>
                    <a:pt x="1499" y="4598"/>
                    <a:pt x="1483" y="4614"/>
                  </a:cubicBezTo>
                  <a:lnTo>
                    <a:pt x="1499" y="4614"/>
                  </a:lnTo>
                  <a:cubicBezTo>
                    <a:pt x="1499" y="4598"/>
                    <a:pt x="1515" y="4578"/>
                    <a:pt x="1499" y="45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0"/>
            <p:cNvSpPr/>
            <p:nvPr/>
          </p:nvSpPr>
          <p:spPr>
            <a:xfrm>
              <a:off x="2446304" y="407626"/>
              <a:ext cx="47080" cy="466331"/>
            </a:xfrm>
            <a:custGeom>
              <a:rect b="b" l="l" r="r" t="t"/>
              <a:pathLst>
                <a:path extrusionOk="0" h="4695" w="474">
                  <a:moveTo>
                    <a:pt x="17" y="1"/>
                  </a:moveTo>
                  <a:cubicBezTo>
                    <a:pt x="1" y="17"/>
                    <a:pt x="1" y="33"/>
                    <a:pt x="1" y="65"/>
                  </a:cubicBezTo>
                  <a:lnTo>
                    <a:pt x="1" y="86"/>
                  </a:lnTo>
                  <a:cubicBezTo>
                    <a:pt x="17" y="134"/>
                    <a:pt x="17" y="166"/>
                    <a:pt x="17" y="203"/>
                  </a:cubicBezTo>
                  <a:lnTo>
                    <a:pt x="37" y="267"/>
                  </a:lnTo>
                  <a:lnTo>
                    <a:pt x="37" y="203"/>
                  </a:lnTo>
                  <a:cubicBezTo>
                    <a:pt x="37" y="166"/>
                    <a:pt x="37" y="118"/>
                    <a:pt x="17" y="86"/>
                  </a:cubicBezTo>
                  <a:lnTo>
                    <a:pt x="17" y="65"/>
                  </a:lnTo>
                  <a:lnTo>
                    <a:pt x="17" y="1"/>
                  </a:lnTo>
                  <a:close/>
                  <a:moveTo>
                    <a:pt x="37" y="267"/>
                  </a:moveTo>
                  <a:cubicBezTo>
                    <a:pt x="37" y="336"/>
                    <a:pt x="37" y="405"/>
                    <a:pt x="53" y="469"/>
                  </a:cubicBezTo>
                  <a:cubicBezTo>
                    <a:pt x="53" y="405"/>
                    <a:pt x="53" y="336"/>
                    <a:pt x="37" y="267"/>
                  </a:cubicBezTo>
                  <a:close/>
                  <a:moveTo>
                    <a:pt x="53" y="469"/>
                  </a:moveTo>
                  <a:lnTo>
                    <a:pt x="53" y="522"/>
                  </a:lnTo>
                  <a:cubicBezTo>
                    <a:pt x="69" y="607"/>
                    <a:pt x="69" y="708"/>
                    <a:pt x="85" y="809"/>
                  </a:cubicBezTo>
                  <a:cubicBezTo>
                    <a:pt x="85" y="857"/>
                    <a:pt x="85" y="926"/>
                    <a:pt x="102" y="994"/>
                  </a:cubicBezTo>
                  <a:lnTo>
                    <a:pt x="102" y="1075"/>
                  </a:lnTo>
                  <a:cubicBezTo>
                    <a:pt x="102" y="1128"/>
                    <a:pt x="118" y="1160"/>
                    <a:pt x="118" y="1196"/>
                  </a:cubicBezTo>
                  <a:lnTo>
                    <a:pt x="118" y="1297"/>
                  </a:lnTo>
                  <a:cubicBezTo>
                    <a:pt x="138" y="1330"/>
                    <a:pt x="138" y="1362"/>
                    <a:pt x="138" y="1398"/>
                  </a:cubicBezTo>
                  <a:cubicBezTo>
                    <a:pt x="154" y="1463"/>
                    <a:pt x="154" y="1548"/>
                    <a:pt x="154" y="1617"/>
                  </a:cubicBezTo>
                  <a:lnTo>
                    <a:pt x="170" y="1734"/>
                  </a:lnTo>
                  <a:cubicBezTo>
                    <a:pt x="186" y="1851"/>
                    <a:pt x="186" y="1968"/>
                    <a:pt x="203" y="2085"/>
                  </a:cubicBezTo>
                  <a:cubicBezTo>
                    <a:pt x="203" y="2138"/>
                    <a:pt x="219" y="2170"/>
                    <a:pt x="219" y="2223"/>
                  </a:cubicBezTo>
                  <a:cubicBezTo>
                    <a:pt x="219" y="2271"/>
                    <a:pt x="219" y="2324"/>
                    <a:pt x="239" y="2372"/>
                  </a:cubicBezTo>
                  <a:cubicBezTo>
                    <a:pt x="239" y="2441"/>
                    <a:pt x="255" y="2509"/>
                    <a:pt x="255" y="2574"/>
                  </a:cubicBezTo>
                  <a:lnTo>
                    <a:pt x="255" y="2675"/>
                  </a:lnTo>
                  <a:cubicBezTo>
                    <a:pt x="271" y="2727"/>
                    <a:pt x="271" y="2792"/>
                    <a:pt x="287" y="2845"/>
                  </a:cubicBezTo>
                  <a:cubicBezTo>
                    <a:pt x="287" y="2792"/>
                    <a:pt x="287" y="2727"/>
                    <a:pt x="271" y="2675"/>
                  </a:cubicBezTo>
                  <a:lnTo>
                    <a:pt x="271" y="2558"/>
                  </a:lnTo>
                  <a:cubicBezTo>
                    <a:pt x="255" y="2509"/>
                    <a:pt x="255" y="2441"/>
                    <a:pt x="255" y="2372"/>
                  </a:cubicBezTo>
                  <a:cubicBezTo>
                    <a:pt x="239" y="2324"/>
                    <a:pt x="239" y="2271"/>
                    <a:pt x="239" y="2206"/>
                  </a:cubicBezTo>
                  <a:cubicBezTo>
                    <a:pt x="219" y="2170"/>
                    <a:pt x="219" y="2138"/>
                    <a:pt x="219" y="2085"/>
                  </a:cubicBezTo>
                  <a:cubicBezTo>
                    <a:pt x="203" y="1968"/>
                    <a:pt x="186" y="1851"/>
                    <a:pt x="186" y="1734"/>
                  </a:cubicBezTo>
                  <a:lnTo>
                    <a:pt x="170" y="1617"/>
                  </a:lnTo>
                  <a:cubicBezTo>
                    <a:pt x="170" y="1548"/>
                    <a:pt x="154" y="1463"/>
                    <a:pt x="154" y="1398"/>
                  </a:cubicBezTo>
                  <a:cubicBezTo>
                    <a:pt x="154" y="1362"/>
                    <a:pt x="138" y="1330"/>
                    <a:pt x="138" y="1297"/>
                  </a:cubicBezTo>
                  <a:lnTo>
                    <a:pt x="138" y="1196"/>
                  </a:lnTo>
                  <a:cubicBezTo>
                    <a:pt x="118" y="1160"/>
                    <a:pt x="118" y="1112"/>
                    <a:pt x="118" y="1075"/>
                  </a:cubicBezTo>
                  <a:lnTo>
                    <a:pt x="118" y="994"/>
                  </a:lnTo>
                  <a:cubicBezTo>
                    <a:pt x="102" y="926"/>
                    <a:pt x="102" y="857"/>
                    <a:pt x="85" y="792"/>
                  </a:cubicBezTo>
                  <a:cubicBezTo>
                    <a:pt x="85" y="708"/>
                    <a:pt x="69" y="607"/>
                    <a:pt x="69" y="522"/>
                  </a:cubicBezTo>
                  <a:lnTo>
                    <a:pt x="53" y="469"/>
                  </a:lnTo>
                  <a:close/>
                  <a:moveTo>
                    <a:pt x="287" y="2845"/>
                  </a:moveTo>
                  <a:lnTo>
                    <a:pt x="287" y="2978"/>
                  </a:lnTo>
                  <a:cubicBezTo>
                    <a:pt x="287" y="2994"/>
                    <a:pt x="303" y="3030"/>
                    <a:pt x="303" y="3047"/>
                  </a:cubicBezTo>
                  <a:lnTo>
                    <a:pt x="303" y="2978"/>
                  </a:lnTo>
                  <a:cubicBezTo>
                    <a:pt x="303" y="2929"/>
                    <a:pt x="303" y="2893"/>
                    <a:pt x="287" y="2845"/>
                  </a:cubicBezTo>
                  <a:close/>
                  <a:moveTo>
                    <a:pt x="303" y="3047"/>
                  </a:moveTo>
                  <a:lnTo>
                    <a:pt x="303" y="3148"/>
                  </a:lnTo>
                  <a:cubicBezTo>
                    <a:pt x="303" y="3164"/>
                    <a:pt x="320" y="3196"/>
                    <a:pt x="320" y="3216"/>
                  </a:cubicBezTo>
                  <a:cubicBezTo>
                    <a:pt x="320" y="3265"/>
                    <a:pt x="320" y="3317"/>
                    <a:pt x="340" y="3366"/>
                  </a:cubicBezTo>
                  <a:lnTo>
                    <a:pt x="340" y="3216"/>
                  </a:lnTo>
                  <a:cubicBezTo>
                    <a:pt x="320" y="3196"/>
                    <a:pt x="320" y="3164"/>
                    <a:pt x="320" y="3148"/>
                  </a:cubicBezTo>
                  <a:cubicBezTo>
                    <a:pt x="320" y="3115"/>
                    <a:pt x="320" y="3079"/>
                    <a:pt x="303" y="3047"/>
                  </a:cubicBezTo>
                  <a:close/>
                  <a:moveTo>
                    <a:pt x="340" y="3366"/>
                  </a:moveTo>
                  <a:lnTo>
                    <a:pt x="340" y="3398"/>
                  </a:lnTo>
                  <a:lnTo>
                    <a:pt x="340" y="3451"/>
                  </a:lnTo>
                  <a:cubicBezTo>
                    <a:pt x="340" y="3483"/>
                    <a:pt x="340" y="3519"/>
                    <a:pt x="356" y="3568"/>
                  </a:cubicBezTo>
                  <a:lnTo>
                    <a:pt x="356" y="3620"/>
                  </a:lnTo>
                  <a:cubicBezTo>
                    <a:pt x="356" y="3653"/>
                    <a:pt x="356" y="3669"/>
                    <a:pt x="372" y="3701"/>
                  </a:cubicBezTo>
                  <a:lnTo>
                    <a:pt x="372" y="3620"/>
                  </a:lnTo>
                  <a:cubicBezTo>
                    <a:pt x="372" y="3584"/>
                    <a:pt x="372" y="3568"/>
                    <a:pt x="356" y="3552"/>
                  </a:cubicBezTo>
                  <a:lnTo>
                    <a:pt x="356" y="3451"/>
                  </a:lnTo>
                  <a:lnTo>
                    <a:pt x="356" y="3398"/>
                  </a:lnTo>
                  <a:cubicBezTo>
                    <a:pt x="356" y="3382"/>
                    <a:pt x="340" y="3382"/>
                    <a:pt x="340" y="3366"/>
                  </a:cubicBezTo>
                  <a:close/>
                  <a:moveTo>
                    <a:pt x="372" y="3701"/>
                  </a:moveTo>
                  <a:cubicBezTo>
                    <a:pt x="372" y="3770"/>
                    <a:pt x="372" y="3822"/>
                    <a:pt x="388" y="3871"/>
                  </a:cubicBezTo>
                  <a:cubicBezTo>
                    <a:pt x="388" y="3822"/>
                    <a:pt x="388" y="3770"/>
                    <a:pt x="372" y="3701"/>
                  </a:cubicBezTo>
                  <a:close/>
                  <a:moveTo>
                    <a:pt x="388" y="3871"/>
                  </a:moveTo>
                  <a:lnTo>
                    <a:pt x="388" y="3939"/>
                  </a:lnTo>
                  <a:cubicBezTo>
                    <a:pt x="388" y="3972"/>
                    <a:pt x="388" y="4024"/>
                    <a:pt x="404" y="4057"/>
                  </a:cubicBezTo>
                  <a:lnTo>
                    <a:pt x="404" y="3939"/>
                  </a:lnTo>
                  <a:cubicBezTo>
                    <a:pt x="404" y="3923"/>
                    <a:pt x="388" y="3903"/>
                    <a:pt x="388" y="3871"/>
                  </a:cubicBezTo>
                  <a:close/>
                  <a:moveTo>
                    <a:pt x="404" y="4057"/>
                  </a:moveTo>
                  <a:lnTo>
                    <a:pt x="404" y="4141"/>
                  </a:lnTo>
                  <a:cubicBezTo>
                    <a:pt x="404" y="4174"/>
                    <a:pt x="421" y="4226"/>
                    <a:pt x="421" y="4275"/>
                  </a:cubicBezTo>
                  <a:cubicBezTo>
                    <a:pt x="421" y="4327"/>
                    <a:pt x="421" y="4360"/>
                    <a:pt x="441" y="4408"/>
                  </a:cubicBezTo>
                  <a:lnTo>
                    <a:pt x="441" y="4529"/>
                  </a:lnTo>
                  <a:cubicBezTo>
                    <a:pt x="441" y="4545"/>
                    <a:pt x="441" y="4562"/>
                    <a:pt x="457" y="4578"/>
                  </a:cubicBezTo>
                  <a:lnTo>
                    <a:pt x="457" y="4529"/>
                  </a:lnTo>
                  <a:cubicBezTo>
                    <a:pt x="457" y="4493"/>
                    <a:pt x="457" y="4444"/>
                    <a:pt x="441" y="4392"/>
                  </a:cubicBezTo>
                  <a:lnTo>
                    <a:pt x="441" y="4275"/>
                  </a:lnTo>
                  <a:cubicBezTo>
                    <a:pt x="421" y="4226"/>
                    <a:pt x="421" y="4174"/>
                    <a:pt x="421" y="4141"/>
                  </a:cubicBezTo>
                  <a:cubicBezTo>
                    <a:pt x="421" y="4105"/>
                    <a:pt x="421" y="4089"/>
                    <a:pt x="404" y="4057"/>
                  </a:cubicBezTo>
                  <a:close/>
                  <a:moveTo>
                    <a:pt x="457" y="4578"/>
                  </a:moveTo>
                  <a:lnTo>
                    <a:pt x="457" y="4679"/>
                  </a:lnTo>
                  <a:lnTo>
                    <a:pt x="457" y="4695"/>
                  </a:lnTo>
                  <a:lnTo>
                    <a:pt x="473" y="4695"/>
                  </a:lnTo>
                  <a:cubicBezTo>
                    <a:pt x="473" y="4646"/>
                    <a:pt x="473" y="4610"/>
                    <a:pt x="457" y="457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0"/>
            <p:cNvSpPr/>
            <p:nvPr/>
          </p:nvSpPr>
          <p:spPr>
            <a:xfrm>
              <a:off x="2678625" y="504368"/>
              <a:ext cx="62277" cy="439811"/>
            </a:xfrm>
            <a:custGeom>
              <a:rect b="b" l="l" r="r" t="t"/>
              <a:pathLst>
                <a:path extrusionOk="0" h="4428" w="627">
                  <a:moveTo>
                    <a:pt x="0" y="0"/>
                  </a:moveTo>
                  <a:cubicBezTo>
                    <a:pt x="0" y="37"/>
                    <a:pt x="21" y="53"/>
                    <a:pt x="21" y="69"/>
                  </a:cubicBezTo>
                  <a:cubicBezTo>
                    <a:pt x="21" y="53"/>
                    <a:pt x="21" y="20"/>
                    <a:pt x="0" y="0"/>
                  </a:cubicBezTo>
                  <a:close/>
                  <a:moveTo>
                    <a:pt x="21" y="69"/>
                  </a:moveTo>
                  <a:lnTo>
                    <a:pt x="21" y="101"/>
                  </a:lnTo>
                  <a:cubicBezTo>
                    <a:pt x="21" y="170"/>
                    <a:pt x="37" y="222"/>
                    <a:pt x="37" y="271"/>
                  </a:cubicBezTo>
                  <a:cubicBezTo>
                    <a:pt x="53" y="323"/>
                    <a:pt x="53" y="372"/>
                    <a:pt x="53" y="424"/>
                  </a:cubicBezTo>
                  <a:cubicBezTo>
                    <a:pt x="69" y="473"/>
                    <a:pt x="69" y="505"/>
                    <a:pt x="85" y="558"/>
                  </a:cubicBezTo>
                  <a:cubicBezTo>
                    <a:pt x="85" y="505"/>
                    <a:pt x="85" y="473"/>
                    <a:pt x="69" y="424"/>
                  </a:cubicBezTo>
                  <a:cubicBezTo>
                    <a:pt x="69" y="372"/>
                    <a:pt x="53" y="323"/>
                    <a:pt x="53" y="271"/>
                  </a:cubicBezTo>
                  <a:cubicBezTo>
                    <a:pt x="53" y="222"/>
                    <a:pt x="37" y="170"/>
                    <a:pt x="37" y="101"/>
                  </a:cubicBezTo>
                  <a:cubicBezTo>
                    <a:pt x="21" y="101"/>
                    <a:pt x="21" y="85"/>
                    <a:pt x="21" y="69"/>
                  </a:cubicBezTo>
                  <a:close/>
                  <a:moveTo>
                    <a:pt x="85" y="558"/>
                  </a:moveTo>
                  <a:lnTo>
                    <a:pt x="85" y="606"/>
                  </a:lnTo>
                  <a:cubicBezTo>
                    <a:pt x="85" y="643"/>
                    <a:pt x="101" y="691"/>
                    <a:pt x="101" y="727"/>
                  </a:cubicBezTo>
                  <a:cubicBezTo>
                    <a:pt x="101" y="776"/>
                    <a:pt x="122" y="828"/>
                    <a:pt x="122" y="861"/>
                  </a:cubicBezTo>
                  <a:cubicBezTo>
                    <a:pt x="122" y="893"/>
                    <a:pt x="138" y="929"/>
                    <a:pt x="138" y="946"/>
                  </a:cubicBezTo>
                  <a:lnTo>
                    <a:pt x="138" y="861"/>
                  </a:lnTo>
                  <a:cubicBezTo>
                    <a:pt x="138" y="808"/>
                    <a:pt x="122" y="776"/>
                    <a:pt x="122" y="727"/>
                  </a:cubicBezTo>
                  <a:cubicBezTo>
                    <a:pt x="101" y="691"/>
                    <a:pt x="101" y="643"/>
                    <a:pt x="101" y="606"/>
                  </a:cubicBezTo>
                  <a:cubicBezTo>
                    <a:pt x="101" y="590"/>
                    <a:pt x="85" y="574"/>
                    <a:pt x="85" y="558"/>
                  </a:cubicBezTo>
                  <a:close/>
                  <a:moveTo>
                    <a:pt x="138" y="946"/>
                  </a:moveTo>
                  <a:lnTo>
                    <a:pt x="138" y="1030"/>
                  </a:lnTo>
                  <a:cubicBezTo>
                    <a:pt x="154" y="1079"/>
                    <a:pt x="154" y="1111"/>
                    <a:pt x="154" y="1164"/>
                  </a:cubicBezTo>
                  <a:cubicBezTo>
                    <a:pt x="170" y="1180"/>
                    <a:pt x="170" y="1212"/>
                    <a:pt x="170" y="1232"/>
                  </a:cubicBezTo>
                  <a:cubicBezTo>
                    <a:pt x="170" y="1265"/>
                    <a:pt x="186" y="1297"/>
                    <a:pt x="186" y="1333"/>
                  </a:cubicBezTo>
                  <a:cubicBezTo>
                    <a:pt x="186" y="1382"/>
                    <a:pt x="202" y="1434"/>
                    <a:pt x="202" y="1483"/>
                  </a:cubicBezTo>
                  <a:cubicBezTo>
                    <a:pt x="202" y="1515"/>
                    <a:pt x="223" y="1552"/>
                    <a:pt x="223" y="1568"/>
                  </a:cubicBezTo>
                  <a:cubicBezTo>
                    <a:pt x="239" y="1616"/>
                    <a:pt x="239" y="1685"/>
                    <a:pt x="239" y="1737"/>
                  </a:cubicBezTo>
                  <a:cubicBezTo>
                    <a:pt x="255" y="1786"/>
                    <a:pt x="255" y="1818"/>
                    <a:pt x="255" y="1871"/>
                  </a:cubicBezTo>
                  <a:cubicBezTo>
                    <a:pt x="271" y="1903"/>
                    <a:pt x="271" y="1955"/>
                    <a:pt x="271" y="1988"/>
                  </a:cubicBezTo>
                  <a:cubicBezTo>
                    <a:pt x="287" y="2056"/>
                    <a:pt x="287" y="2105"/>
                    <a:pt x="303" y="2157"/>
                  </a:cubicBezTo>
                  <a:lnTo>
                    <a:pt x="303" y="2242"/>
                  </a:lnTo>
                  <a:cubicBezTo>
                    <a:pt x="324" y="2275"/>
                    <a:pt x="324" y="2307"/>
                    <a:pt x="324" y="2359"/>
                  </a:cubicBezTo>
                  <a:cubicBezTo>
                    <a:pt x="340" y="2444"/>
                    <a:pt x="356" y="2525"/>
                    <a:pt x="372" y="2610"/>
                  </a:cubicBezTo>
                  <a:cubicBezTo>
                    <a:pt x="372" y="2525"/>
                    <a:pt x="356" y="2444"/>
                    <a:pt x="340" y="2359"/>
                  </a:cubicBezTo>
                  <a:cubicBezTo>
                    <a:pt x="340" y="2307"/>
                    <a:pt x="340" y="2275"/>
                    <a:pt x="324" y="2242"/>
                  </a:cubicBezTo>
                  <a:lnTo>
                    <a:pt x="324" y="2157"/>
                  </a:lnTo>
                  <a:cubicBezTo>
                    <a:pt x="303" y="2105"/>
                    <a:pt x="303" y="2056"/>
                    <a:pt x="287" y="1988"/>
                  </a:cubicBezTo>
                  <a:cubicBezTo>
                    <a:pt x="287" y="1955"/>
                    <a:pt x="287" y="1903"/>
                    <a:pt x="271" y="1871"/>
                  </a:cubicBezTo>
                  <a:cubicBezTo>
                    <a:pt x="271" y="1818"/>
                    <a:pt x="255" y="1770"/>
                    <a:pt x="255" y="1737"/>
                  </a:cubicBezTo>
                  <a:cubicBezTo>
                    <a:pt x="255" y="1685"/>
                    <a:pt x="239" y="1616"/>
                    <a:pt x="239" y="1568"/>
                  </a:cubicBezTo>
                  <a:cubicBezTo>
                    <a:pt x="223" y="1535"/>
                    <a:pt x="223" y="1515"/>
                    <a:pt x="223" y="1483"/>
                  </a:cubicBezTo>
                  <a:cubicBezTo>
                    <a:pt x="202" y="1434"/>
                    <a:pt x="202" y="1382"/>
                    <a:pt x="202" y="1313"/>
                  </a:cubicBezTo>
                  <a:cubicBezTo>
                    <a:pt x="186" y="1297"/>
                    <a:pt x="186" y="1265"/>
                    <a:pt x="186" y="1232"/>
                  </a:cubicBezTo>
                  <a:cubicBezTo>
                    <a:pt x="186" y="1196"/>
                    <a:pt x="170" y="1180"/>
                    <a:pt x="170" y="1164"/>
                  </a:cubicBezTo>
                  <a:cubicBezTo>
                    <a:pt x="170" y="1111"/>
                    <a:pt x="154" y="1063"/>
                    <a:pt x="154" y="1030"/>
                  </a:cubicBezTo>
                  <a:cubicBezTo>
                    <a:pt x="154" y="994"/>
                    <a:pt x="154" y="978"/>
                    <a:pt x="138" y="946"/>
                  </a:cubicBezTo>
                  <a:close/>
                  <a:moveTo>
                    <a:pt x="372" y="2610"/>
                  </a:moveTo>
                  <a:cubicBezTo>
                    <a:pt x="372" y="2662"/>
                    <a:pt x="372" y="2695"/>
                    <a:pt x="388" y="2727"/>
                  </a:cubicBezTo>
                  <a:cubicBezTo>
                    <a:pt x="388" y="2695"/>
                    <a:pt x="388" y="2662"/>
                    <a:pt x="372" y="2610"/>
                  </a:cubicBezTo>
                  <a:close/>
                  <a:moveTo>
                    <a:pt x="388" y="2727"/>
                  </a:moveTo>
                  <a:cubicBezTo>
                    <a:pt x="388" y="2780"/>
                    <a:pt x="404" y="2848"/>
                    <a:pt x="404" y="2897"/>
                  </a:cubicBezTo>
                  <a:cubicBezTo>
                    <a:pt x="404" y="2929"/>
                    <a:pt x="404" y="2965"/>
                    <a:pt x="425" y="2998"/>
                  </a:cubicBezTo>
                  <a:cubicBezTo>
                    <a:pt x="425" y="3030"/>
                    <a:pt x="425" y="3066"/>
                    <a:pt x="441" y="3099"/>
                  </a:cubicBezTo>
                  <a:lnTo>
                    <a:pt x="441" y="2982"/>
                  </a:lnTo>
                  <a:cubicBezTo>
                    <a:pt x="425" y="2965"/>
                    <a:pt x="425" y="2929"/>
                    <a:pt x="425" y="2897"/>
                  </a:cubicBezTo>
                  <a:cubicBezTo>
                    <a:pt x="404" y="2828"/>
                    <a:pt x="404" y="2780"/>
                    <a:pt x="388" y="2727"/>
                  </a:cubicBezTo>
                  <a:close/>
                  <a:moveTo>
                    <a:pt x="441" y="3099"/>
                  </a:moveTo>
                  <a:cubicBezTo>
                    <a:pt x="441" y="3167"/>
                    <a:pt x="457" y="3252"/>
                    <a:pt x="457" y="3317"/>
                  </a:cubicBezTo>
                  <a:cubicBezTo>
                    <a:pt x="473" y="3353"/>
                    <a:pt x="473" y="3386"/>
                    <a:pt x="473" y="3418"/>
                  </a:cubicBezTo>
                  <a:cubicBezTo>
                    <a:pt x="473" y="3454"/>
                    <a:pt x="489" y="3470"/>
                    <a:pt x="489" y="3487"/>
                  </a:cubicBezTo>
                  <a:cubicBezTo>
                    <a:pt x="489" y="3519"/>
                    <a:pt x="489" y="3555"/>
                    <a:pt x="505" y="3588"/>
                  </a:cubicBezTo>
                  <a:lnTo>
                    <a:pt x="505" y="3487"/>
                  </a:lnTo>
                  <a:cubicBezTo>
                    <a:pt x="489" y="3470"/>
                    <a:pt x="489" y="3434"/>
                    <a:pt x="489" y="3418"/>
                  </a:cubicBezTo>
                  <a:cubicBezTo>
                    <a:pt x="489" y="3386"/>
                    <a:pt x="473" y="3353"/>
                    <a:pt x="473" y="3317"/>
                  </a:cubicBezTo>
                  <a:cubicBezTo>
                    <a:pt x="473" y="3252"/>
                    <a:pt x="457" y="3167"/>
                    <a:pt x="441" y="3099"/>
                  </a:cubicBezTo>
                  <a:close/>
                  <a:moveTo>
                    <a:pt x="505" y="3588"/>
                  </a:moveTo>
                  <a:cubicBezTo>
                    <a:pt x="505" y="3636"/>
                    <a:pt x="505" y="3672"/>
                    <a:pt x="526" y="3721"/>
                  </a:cubicBezTo>
                  <a:cubicBezTo>
                    <a:pt x="526" y="3773"/>
                    <a:pt x="542" y="3838"/>
                    <a:pt x="542" y="3890"/>
                  </a:cubicBezTo>
                  <a:cubicBezTo>
                    <a:pt x="558" y="3923"/>
                    <a:pt x="558" y="3939"/>
                    <a:pt x="558" y="3975"/>
                  </a:cubicBezTo>
                  <a:lnTo>
                    <a:pt x="558" y="4060"/>
                  </a:lnTo>
                  <a:cubicBezTo>
                    <a:pt x="574" y="4060"/>
                    <a:pt x="574" y="4076"/>
                    <a:pt x="574" y="4092"/>
                  </a:cubicBezTo>
                  <a:cubicBezTo>
                    <a:pt x="574" y="4141"/>
                    <a:pt x="574" y="4177"/>
                    <a:pt x="590" y="4226"/>
                  </a:cubicBezTo>
                  <a:cubicBezTo>
                    <a:pt x="606" y="4262"/>
                    <a:pt x="606" y="4311"/>
                    <a:pt x="606" y="4363"/>
                  </a:cubicBezTo>
                  <a:lnTo>
                    <a:pt x="606" y="4428"/>
                  </a:lnTo>
                  <a:lnTo>
                    <a:pt x="627" y="4412"/>
                  </a:lnTo>
                  <a:lnTo>
                    <a:pt x="627" y="4363"/>
                  </a:lnTo>
                  <a:cubicBezTo>
                    <a:pt x="627" y="4311"/>
                    <a:pt x="627" y="4262"/>
                    <a:pt x="606" y="4210"/>
                  </a:cubicBezTo>
                  <a:cubicBezTo>
                    <a:pt x="590" y="4177"/>
                    <a:pt x="590" y="4141"/>
                    <a:pt x="590" y="4092"/>
                  </a:cubicBezTo>
                  <a:cubicBezTo>
                    <a:pt x="574" y="4076"/>
                    <a:pt x="574" y="4060"/>
                    <a:pt x="574" y="4040"/>
                  </a:cubicBezTo>
                  <a:lnTo>
                    <a:pt x="574" y="3975"/>
                  </a:lnTo>
                  <a:cubicBezTo>
                    <a:pt x="558" y="3939"/>
                    <a:pt x="558" y="3923"/>
                    <a:pt x="558" y="3890"/>
                  </a:cubicBezTo>
                  <a:cubicBezTo>
                    <a:pt x="558" y="3822"/>
                    <a:pt x="542" y="3773"/>
                    <a:pt x="542" y="3721"/>
                  </a:cubicBezTo>
                  <a:cubicBezTo>
                    <a:pt x="526" y="3672"/>
                    <a:pt x="526" y="3636"/>
                    <a:pt x="505" y="35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0"/>
            <p:cNvSpPr/>
            <p:nvPr/>
          </p:nvSpPr>
          <p:spPr>
            <a:xfrm>
              <a:off x="1744175" y="367499"/>
              <a:ext cx="8443" cy="470006"/>
            </a:xfrm>
            <a:custGeom>
              <a:rect b="b" l="l" r="r" t="t"/>
              <a:pathLst>
                <a:path extrusionOk="0" h="4732" w="85">
                  <a:moveTo>
                    <a:pt x="69" y="1"/>
                  </a:moveTo>
                  <a:lnTo>
                    <a:pt x="53" y="17"/>
                  </a:lnTo>
                  <a:cubicBezTo>
                    <a:pt x="69" y="86"/>
                    <a:pt x="69" y="150"/>
                    <a:pt x="53" y="219"/>
                  </a:cubicBezTo>
                  <a:lnTo>
                    <a:pt x="53" y="320"/>
                  </a:lnTo>
                  <a:lnTo>
                    <a:pt x="53" y="405"/>
                  </a:lnTo>
                  <a:lnTo>
                    <a:pt x="53" y="756"/>
                  </a:lnTo>
                  <a:lnTo>
                    <a:pt x="53" y="1075"/>
                  </a:lnTo>
                  <a:lnTo>
                    <a:pt x="53" y="1229"/>
                  </a:lnTo>
                  <a:lnTo>
                    <a:pt x="53" y="1447"/>
                  </a:lnTo>
                  <a:cubicBezTo>
                    <a:pt x="53" y="1362"/>
                    <a:pt x="69" y="1297"/>
                    <a:pt x="69" y="1229"/>
                  </a:cubicBezTo>
                  <a:lnTo>
                    <a:pt x="69" y="1075"/>
                  </a:lnTo>
                  <a:lnTo>
                    <a:pt x="69" y="756"/>
                  </a:lnTo>
                  <a:lnTo>
                    <a:pt x="69" y="405"/>
                  </a:lnTo>
                  <a:lnTo>
                    <a:pt x="69" y="320"/>
                  </a:lnTo>
                  <a:lnTo>
                    <a:pt x="69" y="219"/>
                  </a:lnTo>
                  <a:cubicBezTo>
                    <a:pt x="69" y="150"/>
                    <a:pt x="85" y="86"/>
                    <a:pt x="69" y="17"/>
                  </a:cubicBezTo>
                  <a:lnTo>
                    <a:pt x="69" y="1"/>
                  </a:lnTo>
                  <a:close/>
                  <a:moveTo>
                    <a:pt x="53" y="1447"/>
                  </a:moveTo>
                  <a:cubicBezTo>
                    <a:pt x="36" y="1532"/>
                    <a:pt x="36" y="1633"/>
                    <a:pt x="36" y="1718"/>
                  </a:cubicBezTo>
                  <a:lnTo>
                    <a:pt x="36" y="2004"/>
                  </a:lnTo>
                  <a:lnTo>
                    <a:pt x="36" y="2239"/>
                  </a:lnTo>
                  <a:lnTo>
                    <a:pt x="36" y="2441"/>
                  </a:lnTo>
                  <a:lnTo>
                    <a:pt x="36" y="2728"/>
                  </a:lnTo>
                  <a:cubicBezTo>
                    <a:pt x="36" y="2643"/>
                    <a:pt x="36" y="2542"/>
                    <a:pt x="53" y="2441"/>
                  </a:cubicBezTo>
                  <a:lnTo>
                    <a:pt x="53" y="2239"/>
                  </a:lnTo>
                  <a:lnTo>
                    <a:pt x="53" y="2004"/>
                  </a:lnTo>
                  <a:lnTo>
                    <a:pt x="53" y="1718"/>
                  </a:lnTo>
                  <a:lnTo>
                    <a:pt x="53" y="1447"/>
                  </a:lnTo>
                  <a:close/>
                  <a:moveTo>
                    <a:pt x="36" y="2728"/>
                  </a:moveTo>
                  <a:cubicBezTo>
                    <a:pt x="16" y="2792"/>
                    <a:pt x="16" y="2845"/>
                    <a:pt x="16" y="2893"/>
                  </a:cubicBezTo>
                  <a:lnTo>
                    <a:pt x="16" y="3095"/>
                  </a:lnTo>
                  <a:lnTo>
                    <a:pt x="16" y="3366"/>
                  </a:lnTo>
                  <a:lnTo>
                    <a:pt x="16" y="3499"/>
                  </a:lnTo>
                  <a:lnTo>
                    <a:pt x="16" y="3701"/>
                  </a:lnTo>
                  <a:lnTo>
                    <a:pt x="16" y="3939"/>
                  </a:lnTo>
                  <a:cubicBezTo>
                    <a:pt x="16" y="3871"/>
                    <a:pt x="16" y="3786"/>
                    <a:pt x="36" y="3701"/>
                  </a:cubicBezTo>
                  <a:lnTo>
                    <a:pt x="36" y="3499"/>
                  </a:lnTo>
                  <a:lnTo>
                    <a:pt x="36" y="3366"/>
                  </a:lnTo>
                  <a:lnTo>
                    <a:pt x="36" y="3095"/>
                  </a:lnTo>
                  <a:lnTo>
                    <a:pt x="36" y="2893"/>
                  </a:lnTo>
                  <a:lnTo>
                    <a:pt x="36" y="2728"/>
                  </a:lnTo>
                  <a:close/>
                  <a:moveTo>
                    <a:pt x="16" y="3939"/>
                  </a:moveTo>
                  <a:cubicBezTo>
                    <a:pt x="16" y="4004"/>
                    <a:pt x="16" y="4073"/>
                    <a:pt x="0" y="4158"/>
                  </a:cubicBezTo>
                  <a:lnTo>
                    <a:pt x="0" y="4461"/>
                  </a:lnTo>
                  <a:lnTo>
                    <a:pt x="0" y="4578"/>
                  </a:lnTo>
                  <a:lnTo>
                    <a:pt x="0" y="4663"/>
                  </a:lnTo>
                  <a:cubicBezTo>
                    <a:pt x="0" y="4679"/>
                    <a:pt x="0" y="4695"/>
                    <a:pt x="16" y="4731"/>
                  </a:cubicBezTo>
                  <a:lnTo>
                    <a:pt x="16" y="4711"/>
                  </a:lnTo>
                  <a:lnTo>
                    <a:pt x="16" y="4663"/>
                  </a:lnTo>
                  <a:lnTo>
                    <a:pt x="16" y="4578"/>
                  </a:lnTo>
                  <a:lnTo>
                    <a:pt x="16" y="4461"/>
                  </a:lnTo>
                  <a:lnTo>
                    <a:pt x="16" y="4158"/>
                  </a:lnTo>
                  <a:lnTo>
                    <a:pt x="16" y="393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0"/>
            <p:cNvSpPr/>
            <p:nvPr/>
          </p:nvSpPr>
          <p:spPr>
            <a:xfrm>
              <a:off x="1653889" y="210267"/>
              <a:ext cx="286155" cy="678986"/>
            </a:xfrm>
            <a:custGeom>
              <a:rect b="b" l="l" r="r" t="t"/>
              <a:pathLst>
                <a:path extrusionOk="0" h="6836" w="2881">
                  <a:moveTo>
                    <a:pt x="2880" y="0"/>
                  </a:moveTo>
                  <a:cubicBezTo>
                    <a:pt x="2844" y="0"/>
                    <a:pt x="2812" y="16"/>
                    <a:pt x="2796" y="33"/>
                  </a:cubicBezTo>
                  <a:cubicBezTo>
                    <a:pt x="2779" y="53"/>
                    <a:pt x="2779" y="53"/>
                    <a:pt x="2779" y="69"/>
                  </a:cubicBezTo>
                  <a:cubicBezTo>
                    <a:pt x="2796" y="69"/>
                    <a:pt x="2796" y="53"/>
                    <a:pt x="2796" y="53"/>
                  </a:cubicBezTo>
                  <a:cubicBezTo>
                    <a:pt x="2828" y="33"/>
                    <a:pt x="2844" y="16"/>
                    <a:pt x="2880" y="16"/>
                  </a:cubicBezTo>
                  <a:lnTo>
                    <a:pt x="2880" y="0"/>
                  </a:lnTo>
                  <a:close/>
                  <a:moveTo>
                    <a:pt x="2779" y="69"/>
                  </a:moveTo>
                  <a:lnTo>
                    <a:pt x="2779" y="69"/>
                  </a:lnTo>
                  <a:cubicBezTo>
                    <a:pt x="2662" y="154"/>
                    <a:pt x="2561" y="234"/>
                    <a:pt x="2440" y="335"/>
                  </a:cubicBezTo>
                  <a:lnTo>
                    <a:pt x="2424" y="356"/>
                  </a:lnTo>
                  <a:cubicBezTo>
                    <a:pt x="2339" y="420"/>
                    <a:pt x="2258" y="489"/>
                    <a:pt x="2174" y="558"/>
                  </a:cubicBezTo>
                  <a:cubicBezTo>
                    <a:pt x="2073" y="638"/>
                    <a:pt x="1955" y="739"/>
                    <a:pt x="1854" y="824"/>
                  </a:cubicBezTo>
                  <a:cubicBezTo>
                    <a:pt x="1786" y="893"/>
                    <a:pt x="1701" y="941"/>
                    <a:pt x="1632" y="1010"/>
                  </a:cubicBezTo>
                  <a:cubicBezTo>
                    <a:pt x="1584" y="1063"/>
                    <a:pt x="1515" y="1095"/>
                    <a:pt x="1467" y="1143"/>
                  </a:cubicBezTo>
                  <a:cubicBezTo>
                    <a:pt x="1398" y="1212"/>
                    <a:pt x="1329" y="1265"/>
                    <a:pt x="1265" y="1313"/>
                  </a:cubicBezTo>
                  <a:cubicBezTo>
                    <a:pt x="1180" y="1382"/>
                    <a:pt x="1095" y="1446"/>
                    <a:pt x="1026" y="1515"/>
                  </a:cubicBezTo>
                  <a:cubicBezTo>
                    <a:pt x="1111" y="1467"/>
                    <a:pt x="1196" y="1398"/>
                    <a:pt x="1265" y="1329"/>
                  </a:cubicBezTo>
                  <a:cubicBezTo>
                    <a:pt x="1329" y="1281"/>
                    <a:pt x="1398" y="1212"/>
                    <a:pt x="1467" y="1164"/>
                  </a:cubicBezTo>
                  <a:cubicBezTo>
                    <a:pt x="1531" y="1111"/>
                    <a:pt x="1584" y="1063"/>
                    <a:pt x="1652" y="1010"/>
                  </a:cubicBezTo>
                  <a:cubicBezTo>
                    <a:pt x="1717" y="962"/>
                    <a:pt x="1786" y="893"/>
                    <a:pt x="1854" y="840"/>
                  </a:cubicBezTo>
                  <a:cubicBezTo>
                    <a:pt x="1972" y="739"/>
                    <a:pt x="2073" y="659"/>
                    <a:pt x="2190" y="558"/>
                  </a:cubicBezTo>
                  <a:cubicBezTo>
                    <a:pt x="2275" y="489"/>
                    <a:pt x="2359" y="420"/>
                    <a:pt x="2440" y="356"/>
                  </a:cubicBezTo>
                  <a:lnTo>
                    <a:pt x="2460" y="335"/>
                  </a:lnTo>
                  <a:cubicBezTo>
                    <a:pt x="2561" y="255"/>
                    <a:pt x="2678" y="154"/>
                    <a:pt x="2779" y="69"/>
                  </a:cubicBezTo>
                  <a:close/>
                  <a:moveTo>
                    <a:pt x="1026" y="1515"/>
                  </a:moveTo>
                  <a:lnTo>
                    <a:pt x="1026" y="1515"/>
                  </a:lnTo>
                  <a:cubicBezTo>
                    <a:pt x="1010" y="1531"/>
                    <a:pt x="994" y="1531"/>
                    <a:pt x="994" y="1547"/>
                  </a:cubicBezTo>
                  <a:cubicBezTo>
                    <a:pt x="978" y="1568"/>
                    <a:pt x="978" y="1584"/>
                    <a:pt x="962" y="1584"/>
                  </a:cubicBezTo>
                  <a:cubicBezTo>
                    <a:pt x="925" y="1584"/>
                    <a:pt x="909" y="1616"/>
                    <a:pt x="877" y="1632"/>
                  </a:cubicBezTo>
                  <a:lnTo>
                    <a:pt x="861" y="1648"/>
                  </a:lnTo>
                  <a:cubicBezTo>
                    <a:pt x="743" y="1749"/>
                    <a:pt x="622" y="1850"/>
                    <a:pt x="489" y="1951"/>
                  </a:cubicBezTo>
                  <a:lnTo>
                    <a:pt x="440" y="2004"/>
                  </a:lnTo>
                  <a:cubicBezTo>
                    <a:pt x="356" y="2073"/>
                    <a:pt x="271" y="2137"/>
                    <a:pt x="186" y="2206"/>
                  </a:cubicBezTo>
                  <a:cubicBezTo>
                    <a:pt x="186" y="2222"/>
                    <a:pt x="170" y="2222"/>
                    <a:pt x="154" y="2238"/>
                  </a:cubicBezTo>
                  <a:cubicBezTo>
                    <a:pt x="117" y="2238"/>
                    <a:pt x="117" y="2275"/>
                    <a:pt x="117" y="2291"/>
                  </a:cubicBezTo>
                  <a:lnTo>
                    <a:pt x="117" y="2339"/>
                  </a:lnTo>
                  <a:lnTo>
                    <a:pt x="117" y="2440"/>
                  </a:lnTo>
                  <a:cubicBezTo>
                    <a:pt x="101" y="2525"/>
                    <a:pt x="101" y="2626"/>
                    <a:pt x="101" y="2727"/>
                  </a:cubicBezTo>
                  <a:lnTo>
                    <a:pt x="101" y="2913"/>
                  </a:lnTo>
                  <a:lnTo>
                    <a:pt x="101" y="2961"/>
                  </a:lnTo>
                  <a:lnTo>
                    <a:pt x="101" y="3099"/>
                  </a:lnTo>
                  <a:cubicBezTo>
                    <a:pt x="101" y="3062"/>
                    <a:pt x="117" y="3014"/>
                    <a:pt x="117" y="2961"/>
                  </a:cubicBezTo>
                  <a:lnTo>
                    <a:pt x="117" y="2913"/>
                  </a:lnTo>
                  <a:lnTo>
                    <a:pt x="117" y="2727"/>
                  </a:lnTo>
                  <a:cubicBezTo>
                    <a:pt x="117" y="2626"/>
                    <a:pt x="117" y="2541"/>
                    <a:pt x="138" y="2440"/>
                  </a:cubicBezTo>
                  <a:lnTo>
                    <a:pt x="138" y="2339"/>
                  </a:lnTo>
                  <a:lnTo>
                    <a:pt x="138" y="2291"/>
                  </a:lnTo>
                  <a:cubicBezTo>
                    <a:pt x="138" y="2275"/>
                    <a:pt x="138" y="2254"/>
                    <a:pt x="170" y="2238"/>
                  </a:cubicBezTo>
                  <a:cubicBezTo>
                    <a:pt x="170" y="2238"/>
                    <a:pt x="186" y="2238"/>
                    <a:pt x="202" y="2222"/>
                  </a:cubicBezTo>
                  <a:cubicBezTo>
                    <a:pt x="271" y="2153"/>
                    <a:pt x="356" y="2089"/>
                    <a:pt x="457" y="2004"/>
                  </a:cubicBezTo>
                  <a:lnTo>
                    <a:pt x="505" y="1972"/>
                  </a:lnTo>
                  <a:cubicBezTo>
                    <a:pt x="622" y="1871"/>
                    <a:pt x="743" y="1770"/>
                    <a:pt x="861" y="1669"/>
                  </a:cubicBezTo>
                  <a:cubicBezTo>
                    <a:pt x="877" y="1648"/>
                    <a:pt x="877" y="1648"/>
                    <a:pt x="893" y="1632"/>
                  </a:cubicBezTo>
                  <a:cubicBezTo>
                    <a:pt x="909" y="1616"/>
                    <a:pt x="925" y="1600"/>
                    <a:pt x="962" y="1600"/>
                  </a:cubicBezTo>
                  <a:cubicBezTo>
                    <a:pt x="994" y="1600"/>
                    <a:pt x="994" y="1568"/>
                    <a:pt x="1010" y="1568"/>
                  </a:cubicBezTo>
                  <a:cubicBezTo>
                    <a:pt x="1010" y="1547"/>
                    <a:pt x="1026" y="1531"/>
                    <a:pt x="1026" y="1515"/>
                  </a:cubicBezTo>
                  <a:close/>
                  <a:moveTo>
                    <a:pt x="101" y="3099"/>
                  </a:moveTo>
                  <a:lnTo>
                    <a:pt x="85" y="3200"/>
                  </a:lnTo>
                  <a:lnTo>
                    <a:pt x="85" y="3620"/>
                  </a:lnTo>
                  <a:lnTo>
                    <a:pt x="85" y="3789"/>
                  </a:lnTo>
                  <a:cubicBezTo>
                    <a:pt x="85" y="3737"/>
                    <a:pt x="85" y="3668"/>
                    <a:pt x="101" y="3620"/>
                  </a:cubicBezTo>
                  <a:lnTo>
                    <a:pt x="101" y="3200"/>
                  </a:lnTo>
                  <a:lnTo>
                    <a:pt x="101" y="3099"/>
                  </a:lnTo>
                  <a:close/>
                  <a:moveTo>
                    <a:pt x="85" y="3789"/>
                  </a:moveTo>
                  <a:cubicBezTo>
                    <a:pt x="85" y="3822"/>
                    <a:pt x="69" y="3854"/>
                    <a:pt x="69" y="3890"/>
                  </a:cubicBezTo>
                  <a:lnTo>
                    <a:pt x="69" y="4210"/>
                  </a:lnTo>
                  <a:lnTo>
                    <a:pt x="69" y="4375"/>
                  </a:lnTo>
                  <a:cubicBezTo>
                    <a:pt x="53" y="4460"/>
                    <a:pt x="53" y="4545"/>
                    <a:pt x="53" y="4613"/>
                  </a:cubicBezTo>
                  <a:lnTo>
                    <a:pt x="53" y="4848"/>
                  </a:lnTo>
                  <a:lnTo>
                    <a:pt x="37" y="5066"/>
                  </a:lnTo>
                  <a:lnTo>
                    <a:pt x="37" y="5268"/>
                  </a:lnTo>
                  <a:lnTo>
                    <a:pt x="37" y="5405"/>
                  </a:lnTo>
                  <a:cubicBezTo>
                    <a:pt x="37" y="5522"/>
                    <a:pt x="16" y="5640"/>
                    <a:pt x="16" y="5757"/>
                  </a:cubicBezTo>
                  <a:lnTo>
                    <a:pt x="16" y="6092"/>
                  </a:lnTo>
                  <a:cubicBezTo>
                    <a:pt x="0" y="6229"/>
                    <a:pt x="0" y="6379"/>
                    <a:pt x="0" y="6496"/>
                  </a:cubicBezTo>
                  <a:lnTo>
                    <a:pt x="0" y="6581"/>
                  </a:lnTo>
                  <a:lnTo>
                    <a:pt x="0" y="6783"/>
                  </a:lnTo>
                  <a:cubicBezTo>
                    <a:pt x="16" y="6718"/>
                    <a:pt x="16" y="6649"/>
                    <a:pt x="16" y="6581"/>
                  </a:cubicBezTo>
                  <a:lnTo>
                    <a:pt x="16" y="6496"/>
                  </a:lnTo>
                  <a:cubicBezTo>
                    <a:pt x="16" y="6379"/>
                    <a:pt x="16" y="6229"/>
                    <a:pt x="37" y="6092"/>
                  </a:cubicBezTo>
                  <a:lnTo>
                    <a:pt x="37" y="5757"/>
                  </a:lnTo>
                  <a:cubicBezTo>
                    <a:pt x="37" y="5640"/>
                    <a:pt x="37" y="5522"/>
                    <a:pt x="53" y="5405"/>
                  </a:cubicBezTo>
                  <a:lnTo>
                    <a:pt x="53" y="5268"/>
                  </a:lnTo>
                  <a:lnTo>
                    <a:pt x="53" y="5066"/>
                  </a:lnTo>
                  <a:lnTo>
                    <a:pt x="69" y="4848"/>
                  </a:lnTo>
                  <a:lnTo>
                    <a:pt x="69" y="4613"/>
                  </a:lnTo>
                  <a:lnTo>
                    <a:pt x="69" y="4395"/>
                  </a:lnTo>
                  <a:cubicBezTo>
                    <a:pt x="69" y="4327"/>
                    <a:pt x="69" y="4274"/>
                    <a:pt x="85" y="4210"/>
                  </a:cubicBezTo>
                  <a:lnTo>
                    <a:pt x="85" y="3890"/>
                  </a:lnTo>
                  <a:lnTo>
                    <a:pt x="85" y="3789"/>
                  </a:lnTo>
                  <a:close/>
                  <a:moveTo>
                    <a:pt x="0" y="6783"/>
                  </a:moveTo>
                  <a:lnTo>
                    <a:pt x="0" y="6819"/>
                  </a:lnTo>
                  <a:lnTo>
                    <a:pt x="16" y="6835"/>
                  </a:lnTo>
                  <a:lnTo>
                    <a:pt x="16" y="6819"/>
                  </a:lnTo>
                  <a:cubicBezTo>
                    <a:pt x="16" y="6799"/>
                    <a:pt x="0" y="6799"/>
                    <a:pt x="0" y="67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0"/>
            <p:cNvSpPr/>
            <p:nvPr/>
          </p:nvSpPr>
          <p:spPr>
            <a:xfrm>
              <a:off x="2247256" y="330649"/>
              <a:ext cx="32281" cy="484805"/>
            </a:xfrm>
            <a:custGeom>
              <a:rect b="b" l="l" r="r" t="t"/>
              <a:pathLst>
                <a:path extrusionOk="0" h="4881" w="325">
                  <a:moveTo>
                    <a:pt x="1" y="0"/>
                  </a:moveTo>
                  <a:cubicBezTo>
                    <a:pt x="21" y="32"/>
                    <a:pt x="21" y="53"/>
                    <a:pt x="21" y="85"/>
                  </a:cubicBezTo>
                  <a:lnTo>
                    <a:pt x="21" y="234"/>
                  </a:lnTo>
                  <a:lnTo>
                    <a:pt x="37" y="255"/>
                  </a:lnTo>
                  <a:lnTo>
                    <a:pt x="37" y="234"/>
                  </a:lnTo>
                  <a:lnTo>
                    <a:pt x="37" y="85"/>
                  </a:lnTo>
                  <a:cubicBezTo>
                    <a:pt x="37" y="53"/>
                    <a:pt x="37" y="32"/>
                    <a:pt x="21" y="0"/>
                  </a:cubicBezTo>
                  <a:close/>
                  <a:moveTo>
                    <a:pt x="37" y="255"/>
                  </a:moveTo>
                  <a:lnTo>
                    <a:pt x="37" y="404"/>
                  </a:lnTo>
                  <a:cubicBezTo>
                    <a:pt x="37" y="473"/>
                    <a:pt x="53" y="521"/>
                    <a:pt x="53" y="574"/>
                  </a:cubicBezTo>
                  <a:cubicBezTo>
                    <a:pt x="53" y="659"/>
                    <a:pt x="53" y="723"/>
                    <a:pt x="70" y="792"/>
                  </a:cubicBezTo>
                  <a:lnTo>
                    <a:pt x="70" y="574"/>
                  </a:lnTo>
                  <a:cubicBezTo>
                    <a:pt x="53" y="521"/>
                    <a:pt x="53" y="473"/>
                    <a:pt x="53" y="404"/>
                  </a:cubicBezTo>
                  <a:cubicBezTo>
                    <a:pt x="53" y="356"/>
                    <a:pt x="53" y="303"/>
                    <a:pt x="37" y="255"/>
                  </a:cubicBezTo>
                  <a:close/>
                  <a:moveTo>
                    <a:pt x="70" y="792"/>
                  </a:moveTo>
                  <a:lnTo>
                    <a:pt x="70" y="962"/>
                  </a:lnTo>
                  <a:cubicBezTo>
                    <a:pt x="70" y="1010"/>
                    <a:pt x="86" y="1063"/>
                    <a:pt x="86" y="1095"/>
                  </a:cubicBezTo>
                  <a:lnTo>
                    <a:pt x="86" y="1212"/>
                  </a:lnTo>
                  <a:cubicBezTo>
                    <a:pt x="86" y="1265"/>
                    <a:pt x="102" y="1313"/>
                    <a:pt x="102" y="1366"/>
                  </a:cubicBezTo>
                  <a:lnTo>
                    <a:pt x="102" y="1212"/>
                  </a:lnTo>
                  <a:lnTo>
                    <a:pt x="102" y="1095"/>
                  </a:lnTo>
                  <a:cubicBezTo>
                    <a:pt x="86" y="1063"/>
                    <a:pt x="86" y="1010"/>
                    <a:pt x="86" y="962"/>
                  </a:cubicBezTo>
                  <a:cubicBezTo>
                    <a:pt x="86" y="909"/>
                    <a:pt x="86" y="840"/>
                    <a:pt x="70" y="792"/>
                  </a:cubicBezTo>
                  <a:close/>
                  <a:moveTo>
                    <a:pt x="102" y="1366"/>
                  </a:moveTo>
                  <a:lnTo>
                    <a:pt x="102" y="1499"/>
                  </a:lnTo>
                  <a:cubicBezTo>
                    <a:pt x="102" y="1531"/>
                    <a:pt x="102" y="1567"/>
                    <a:pt x="122" y="1600"/>
                  </a:cubicBezTo>
                  <a:lnTo>
                    <a:pt x="122" y="1499"/>
                  </a:lnTo>
                  <a:cubicBezTo>
                    <a:pt x="122" y="1446"/>
                    <a:pt x="122" y="1398"/>
                    <a:pt x="102" y="1366"/>
                  </a:cubicBezTo>
                  <a:close/>
                  <a:moveTo>
                    <a:pt x="122" y="1600"/>
                  </a:moveTo>
                  <a:lnTo>
                    <a:pt x="122" y="1733"/>
                  </a:lnTo>
                  <a:lnTo>
                    <a:pt x="122" y="1850"/>
                  </a:lnTo>
                  <a:cubicBezTo>
                    <a:pt x="138" y="1919"/>
                    <a:pt x="138" y="1971"/>
                    <a:pt x="138" y="2020"/>
                  </a:cubicBezTo>
                  <a:lnTo>
                    <a:pt x="138" y="2105"/>
                  </a:lnTo>
                  <a:cubicBezTo>
                    <a:pt x="138" y="2121"/>
                    <a:pt x="138" y="2137"/>
                    <a:pt x="154" y="2173"/>
                  </a:cubicBezTo>
                  <a:lnTo>
                    <a:pt x="154" y="2105"/>
                  </a:lnTo>
                  <a:lnTo>
                    <a:pt x="154" y="2020"/>
                  </a:lnTo>
                  <a:cubicBezTo>
                    <a:pt x="154" y="1971"/>
                    <a:pt x="138" y="1919"/>
                    <a:pt x="138" y="1850"/>
                  </a:cubicBezTo>
                  <a:lnTo>
                    <a:pt x="138" y="1733"/>
                  </a:lnTo>
                  <a:cubicBezTo>
                    <a:pt x="138" y="1701"/>
                    <a:pt x="122" y="1648"/>
                    <a:pt x="122" y="1600"/>
                  </a:cubicBezTo>
                  <a:close/>
                  <a:moveTo>
                    <a:pt x="154" y="2173"/>
                  </a:moveTo>
                  <a:lnTo>
                    <a:pt x="154" y="2323"/>
                  </a:lnTo>
                  <a:cubicBezTo>
                    <a:pt x="154" y="2375"/>
                    <a:pt x="154" y="2408"/>
                    <a:pt x="171" y="2456"/>
                  </a:cubicBezTo>
                  <a:lnTo>
                    <a:pt x="171" y="2323"/>
                  </a:lnTo>
                  <a:cubicBezTo>
                    <a:pt x="171" y="2274"/>
                    <a:pt x="171" y="2222"/>
                    <a:pt x="154" y="2173"/>
                  </a:cubicBezTo>
                  <a:close/>
                  <a:moveTo>
                    <a:pt x="171" y="2476"/>
                  </a:moveTo>
                  <a:lnTo>
                    <a:pt x="171" y="2610"/>
                  </a:lnTo>
                  <a:cubicBezTo>
                    <a:pt x="171" y="2678"/>
                    <a:pt x="187" y="2743"/>
                    <a:pt x="187" y="2812"/>
                  </a:cubicBezTo>
                  <a:lnTo>
                    <a:pt x="187" y="2880"/>
                  </a:lnTo>
                  <a:lnTo>
                    <a:pt x="187" y="2945"/>
                  </a:lnTo>
                  <a:cubicBezTo>
                    <a:pt x="203" y="3014"/>
                    <a:pt x="203" y="3082"/>
                    <a:pt x="203" y="3147"/>
                  </a:cubicBezTo>
                  <a:lnTo>
                    <a:pt x="203" y="3163"/>
                  </a:lnTo>
                  <a:cubicBezTo>
                    <a:pt x="223" y="3264"/>
                    <a:pt x="223" y="3385"/>
                    <a:pt x="223" y="3486"/>
                  </a:cubicBezTo>
                  <a:cubicBezTo>
                    <a:pt x="223" y="3502"/>
                    <a:pt x="239" y="3535"/>
                    <a:pt x="239" y="3551"/>
                  </a:cubicBezTo>
                  <a:lnTo>
                    <a:pt x="239" y="3486"/>
                  </a:lnTo>
                  <a:cubicBezTo>
                    <a:pt x="239" y="3385"/>
                    <a:pt x="223" y="3264"/>
                    <a:pt x="223" y="3163"/>
                  </a:cubicBezTo>
                  <a:lnTo>
                    <a:pt x="223" y="3147"/>
                  </a:lnTo>
                  <a:cubicBezTo>
                    <a:pt x="223" y="3082"/>
                    <a:pt x="203" y="3014"/>
                    <a:pt x="203" y="2945"/>
                  </a:cubicBezTo>
                  <a:lnTo>
                    <a:pt x="203" y="2860"/>
                  </a:lnTo>
                  <a:lnTo>
                    <a:pt x="203" y="2812"/>
                  </a:lnTo>
                  <a:cubicBezTo>
                    <a:pt x="187" y="2743"/>
                    <a:pt x="187" y="2678"/>
                    <a:pt x="187" y="2610"/>
                  </a:cubicBezTo>
                  <a:cubicBezTo>
                    <a:pt x="187" y="2557"/>
                    <a:pt x="187" y="2509"/>
                    <a:pt x="171" y="2476"/>
                  </a:cubicBezTo>
                  <a:close/>
                  <a:moveTo>
                    <a:pt x="239" y="3551"/>
                  </a:moveTo>
                  <a:lnTo>
                    <a:pt x="239" y="3620"/>
                  </a:lnTo>
                  <a:lnTo>
                    <a:pt x="239" y="3753"/>
                  </a:lnTo>
                  <a:cubicBezTo>
                    <a:pt x="239" y="3805"/>
                    <a:pt x="255" y="3854"/>
                    <a:pt x="255" y="3923"/>
                  </a:cubicBezTo>
                  <a:lnTo>
                    <a:pt x="255" y="4056"/>
                  </a:lnTo>
                  <a:cubicBezTo>
                    <a:pt x="255" y="4092"/>
                    <a:pt x="272" y="4141"/>
                    <a:pt x="272" y="4173"/>
                  </a:cubicBezTo>
                  <a:lnTo>
                    <a:pt x="272" y="4056"/>
                  </a:lnTo>
                  <a:lnTo>
                    <a:pt x="272" y="3923"/>
                  </a:lnTo>
                  <a:cubicBezTo>
                    <a:pt x="255" y="3854"/>
                    <a:pt x="255" y="3805"/>
                    <a:pt x="255" y="3753"/>
                  </a:cubicBezTo>
                  <a:lnTo>
                    <a:pt x="255" y="3620"/>
                  </a:lnTo>
                  <a:cubicBezTo>
                    <a:pt x="239" y="3587"/>
                    <a:pt x="239" y="3567"/>
                    <a:pt x="239" y="3551"/>
                  </a:cubicBezTo>
                  <a:close/>
                  <a:moveTo>
                    <a:pt x="272" y="4173"/>
                  </a:moveTo>
                  <a:lnTo>
                    <a:pt x="272" y="4395"/>
                  </a:lnTo>
                  <a:lnTo>
                    <a:pt x="288" y="4428"/>
                  </a:lnTo>
                  <a:lnTo>
                    <a:pt x="288" y="4395"/>
                  </a:lnTo>
                  <a:cubicBezTo>
                    <a:pt x="288" y="4310"/>
                    <a:pt x="288" y="4242"/>
                    <a:pt x="272" y="4173"/>
                  </a:cubicBezTo>
                  <a:close/>
                  <a:moveTo>
                    <a:pt x="288" y="4428"/>
                  </a:moveTo>
                  <a:lnTo>
                    <a:pt x="288" y="4512"/>
                  </a:lnTo>
                  <a:lnTo>
                    <a:pt x="288" y="4561"/>
                  </a:lnTo>
                  <a:lnTo>
                    <a:pt x="288" y="4630"/>
                  </a:lnTo>
                  <a:cubicBezTo>
                    <a:pt x="304" y="4678"/>
                    <a:pt x="304" y="4747"/>
                    <a:pt x="304" y="4815"/>
                  </a:cubicBezTo>
                  <a:lnTo>
                    <a:pt x="304" y="4848"/>
                  </a:lnTo>
                  <a:lnTo>
                    <a:pt x="304" y="4864"/>
                  </a:lnTo>
                  <a:lnTo>
                    <a:pt x="304" y="4880"/>
                  </a:lnTo>
                  <a:lnTo>
                    <a:pt x="324" y="4864"/>
                  </a:lnTo>
                  <a:lnTo>
                    <a:pt x="324" y="4848"/>
                  </a:lnTo>
                  <a:lnTo>
                    <a:pt x="324" y="4815"/>
                  </a:lnTo>
                  <a:cubicBezTo>
                    <a:pt x="324" y="4747"/>
                    <a:pt x="304" y="4678"/>
                    <a:pt x="304" y="4630"/>
                  </a:cubicBezTo>
                  <a:lnTo>
                    <a:pt x="304" y="4561"/>
                  </a:lnTo>
                  <a:lnTo>
                    <a:pt x="304" y="4512"/>
                  </a:lnTo>
                  <a:cubicBezTo>
                    <a:pt x="304" y="4476"/>
                    <a:pt x="288" y="4460"/>
                    <a:pt x="288" y="4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0"/>
            <p:cNvSpPr/>
            <p:nvPr/>
          </p:nvSpPr>
          <p:spPr>
            <a:xfrm>
              <a:off x="2239310" y="337403"/>
              <a:ext cx="247220" cy="534964"/>
            </a:xfrm>
            <a:custGeom>
              <a:rect b="b" l="l" r="r" t="t"/>
              <a:pathLst>
                <a:path extrusionOk="0" h="5386" w="2489">
                  <a:moveTo>
                    <a:pt x="1260" y="368"/>
                  </a:moveTo>
                  <a:lnTo>
                    <a:pt x="1260" y="389"/>
                  </a:lnTo>
                  <a:lnTo>
                    <a:pt x="1260" y="469"/>
                  </a:lnTo>
                  <a:cubicBezTo>
                    <a:pt x="1260" y="506"/>
                    <a:pt x="1293" y="522"/>
                    <a:pt x="1313" y="522"/>
                  </a:cubicBezTo>
                  <a:lnTo>
                    <a:pt x="1345" y="522"/>
                  </a:lnTo>
                  <a:cubicBezTo>
                    <a:pt x="1414" y="554"/>
                    <a:pt x="1495" y="591"/>
                    <a:pt x="1580" y="623"/>
                  </a:cubicBezTo>
                  <a:cubicBezTo>
                    <a:pt x="1596" y="623"/>
                    <a:pt x="1632" y="639"/>
                    <a:pt x="1648" y="639"/>
                  </a:cubicBezTo>
                  <a:cubicBezTo>
                    <a:pt x="1632" y="623"/>
                    <a:pt x="1596" y="623"/>
                    <a:pt x="1580" y="607"/>
                  </a:cubicBezTo>
                  <a:cubicBezTo>
                    <a:pt x="1495" y="570"/>
                    <a:pt x="1414" y="538"/>
                    <a:pt x="1345" y="506"/>
                  </a:cubicBezTo>
                  <a:lnTo>
                    <a:pt x="1313" y="506"/>
                  </a:lnTo>
                  <a:cubicBezTo>
                    <a:pt x="1293" y="506"/>
                    <a:pt x="1277" y="506"/>
                    <a:pt x="1277" y="469"/>
                  </a:cubicBezTo>
                  <a:lnTo>
                    <a:pt x="1277" y="389"/>
                  </a:lnTo>
                  <a:lnTo>
                    <a:pt x="1277" y="368"/>
                  </a:lnTo>
                  <a:close/>
                  <a:moveTo>
                    <a:pt x="0" y="1"/>
                  </a:moveTo>
                  <a:cubicBezTo>
                    <a:pt x="16" y="1"/>
                    <a:pt x="16" y="17"/>
                    <a:pt x="16" y="33"/>
                  </a:cubicBezTo>
                  <a:cubicBezTo>
                    <a:pt x="32" y="102"/>
                    <a:pt x="32" y="150"/>
                    <a:pt x="32" y="203"/>
                  </a:cubicBezTo>
                  <a:lnTo>
                    <a:pt x="32" y="368"/>
                  </a:lnTo>
                  <a:cubicBezTo>
                    <a:pt x="49" y="421"/>
                    <a:pt x="49" y="453"/>
                    <a:pt x="49" y="506"/>
                  </a:cubicBezTo>
                  <a:cubicBezTo>
                    <a:pt x="49" y="570"/>
                    <a:pt x="65" y="655"/>
                    <a:pt x="65" y="740"/>
                  </a:cubicBezTo>
                  <a:lnTo>
                    <a:pt x="65" y="756"/>
                  </a:lnTo>
                  <a:lnTo>
                    <a:pt x="65" y="841"/>
                  </a:lnTo>
                  <a:lnTo>
                    <a:pt x="65" y="873"/>
                  </a:lnTo>
                  <a:lnTo>
                    <a:pt x="81" y="894"/>
                  </a:lnTo>
                  <a:lnTo>
                    <a:pt x="81" y="857"/>
                  </a:lnTo>
                  <a:lnTo>
                    <a:pt x="81" y="841"/>
                  </a:lnTo>
                  <a:lnTo>
                    <a:pt x="81" y="756"/>
                  </a:lnTo>
                  <a:lnTo>
                    <a:pt x="81" y="724"/>
                  </a:lnTo>
                  <a:cubicBezTo>
                    <a:pt x="65" y="655"/>
                    <a:pt x="65" y="570"/>
                    <a:pt x="65" y="506"/>
                  </a:cubicBezTo>
                  <a:cubicBezTo>
                    <a:pt x="65" y="453"/>
                    <a:pt x="49" y="421"/>
                    <a:pt x="49" y="368"/>
                  </a:cubicBezTo>
                  <a:lnTo>
                    <a:pt x="49" y="203"/>
                  </a:lnTo>
                  <a:cubicBezTo>
                    <a:pt x="32" y="150"/>
                    <a:pt x="32" y="102"/>
                    <a:pt x="32" y="33"/>
                  </a:cubicBezTo>
                  <a:cubicBezTo>
                    <a:pt x="32" y="17"/>
                    <a:pt x="32" y="1"/>
                    <a:pt x="0" y="1"/>
                  </a:cubicBezTo>
                  <a:close/>
                  <a:moveTo>
                    <a:pt x="81" y="894"/>
                  </a:moveTo>
                  <a:cubicBezTo>
                    <a:pt x="81" y="1011"/>
                    <a:pt x="81" y="1128"/>
                    <a:pt x="101" y="1277"/>
                  </a:cubicBezTo>
                  <a:cubicBezTo>
                    <a:pt x="101" y="1330"/>
                    <a:pt x="101" y="1378"/>
                    <a:pt x="117" y="1431"/>
                  </a:cubicBezTo>
                  <a:lnTo>
                    <a:pt x="117" y="1277"/>
                  </a:lnTo>
                  <a:cubicBezTo>
                    <a:pt x="101" y="1128"/>
                    <a:pt x="101" y="1011"/>
                    <a:pt x="81" y="894"/>
                  </a:cubicBezTo>
                  <a:close/>
                  <a:moveTo>
                    <a:pt x="1648" y="639"/>
                  </a:moveTo>
                  <a:cubicBezTo>
                    <a:pt x="1765" y="692"/>
                    <a:pt x="1883" y="740"/>
                    <a:pt x="2000" y="793"/>
                  </a:cubicBezTo>
                  <a:cubicBezTo>
                    <a:pt x="2020" y="793"/>
                    <a:pt x="2036" y="809"/>
                    <a:pt x="2036" y="825"/>
                  </a:cubicBezTo>
                  <a:lnTo>
                    <a:pt x="2036" y="974"/>
                  </a:lnTo>
                  <a:cubicBezTo>
                    <a:pt x="2052" y="995"/>
                    <a:pt x="2052" y="1011"/>
                    <a:pt x="2052" y="1027"/>
                  </a:cubicBezTo>
                  <a:lnTo>
                    <a:pt x="2052" y="1112"/>
                  </a:lnTo>
                  <a:cubicBezTo>
                    <a:pt x="2052" y="1160"/>
                    <a:pt x="2068" y="1213"/>
                    <a:pt x="2068" y="1261"/>
                  </a:cubicBezTo>
                  <a:lnTo>
                    <a:pt x="2068" y="1330"/>
                  </a:lnTo>
                  <a:cubicBezTo>
                    <a:pt x="2085" y="1362"/>
                    <a:pt x="2085" y="1398"/>
                    <a:pt x="2085" y="1415"/>
                  </a:cubicBezTo>
                  <a:lnTo>
                    <a:pt x="2085" y="1447"/>
                  </a:lnTo>
                  <a:lnTo>
                    <a:pt x="2085" y="1479"/>
                  </a:lnTo>
                  <a:cubicBezTo>
                    <a:pt x="2101" y="1516"/>
                    <a:pt x="2101" y="1532"/>
                    <a:pt x="2101" y="1564"/>
                  </a:cubicBezTo>
                  <a:lnTo>
                    <a:pt x="2101" y="1617"/>
                  </a:lnTo>
                  <a:cubicBezTo>
                    <a:pt x="2101" y="1633"/>
                    <a:pt x="2121" y="1665"/>
                    <a:pt x="2121" y="1701"/>
                  </a:cubicBezTo>
                  <a:lnTo>
                    <a:pt x="2121" y="1600"/>
                  </a:lnTo>
                  <a:lnTo>
                    <a:pt x="2121" y="1564"/>
                  </a:lnTo>
                  <a:cubicBezTo>
                    <a:pt x="2121" y="1532"/>
                    <a:pt x="2121" y="1499"/>
                    <a:pt x="2101" y="1479"/>
                  </a:cubicBezTo>
                  <a:cubicBezTo>
                    <a:pt x="2085" y="1463"/>
                    <a:pt x="2101" y="1463"/>
                    <a:pt x="2101" y="1447"/>
                  </a:cubicBezTo>
                  <a:lnTo>
                    <a:pt x="2101" y="1415"/>
                  </a:lnTo>
                  <a:cubicBezTo>
                    <a:pt x="2085" y="1378"/>
                    <a:pt x="2085" y="1362"/>
                    <a:pt x="2085" y="1330"/>
                  </a:cubicBezTo>
                  <a:lnTo>
                    <a:pt x="2085" y="1261"/>
                  </a:lnTo>
                  <a:cubicBezTo>
                    <a:pt x="2085" y="1213"/>
                    <a:pt x="2068" y="1160"/>
                    <a:pt x="2068" y="1112"/>
                  </a:cubicBezTo>
                  <a:lnTo>
                    <a:pt x="2068" y="1027"/>
                  </a:lnTo>
                  <a:cubicBezTo>
                    <a:pt x="2052" y="1011"/>
                    <a:pt x="2052" y="995"/>
                    <a:pt x="2052" y="974"/>
                  </a:cubicBezTo>
                  <a:lnTo>
                    <a:pt x="2052" y="825"/>
                  </a:lnTo>
                  <a:cubicBezTo>
                    <a:pt x="2036" y="809"/>
                    <a:pt x="2036" y="772"/>
                    <a:pt x="2000" y="772"/>
                  </a:cubicBezTo>
                  <a:cubicBezTo>
                    <a:pt x="1883" y="724"/>
                    <a:pt x="1765" y="671"/>
                    <a:pt x="1648" y="639"/>
                  </a:cubicBezTo>
                  <a:close/>
                  <a:moveTo>
                    <a:pt x="2121" y="1701"/>
                  </a:moveTo>
                  <a:lnTo>
                    <a:pt x="2121" y="1766"/>
                  </a:lnTo>
                  <a:cubicBezTo>
                    <a:pt x="2121" y="1802"/>
                    <a:pt x="2121" y="1835"/>
                    <a:pt x="2137" y="1883"/>
                  </a:cubicBezTo>
                  <a:lnTo>
                    <a:pt x="2137" y="1766"/>
                  </a:lnTo>
                  <a:cubicBezTo>
                    <a:pt x="2137" y="1734"/>
                    <a:pt x="2121" y="1718"/>
                    <a:pt x="2121" y="1701"/>
                  </a:cubicBezTo>
                  <a:close/>
                  <a:moveTo>
                    <a:pt x="117" y="1431"/>
                  </a:moveTo>
                  <a:lnTo>
                    <a:pt x="117" y="1600"/>
                  </a:lnTo>
                  <a:cubicBezTo>
                    <a:pt x="117" y="1665"/>
                    <a:pt x="133" y="1734"/>
                    <a:pt x="133" y="1802"/>
                  </a:cubicBezTo>
                  <a:lnTo>
                    <a:pt x="133" y="1968"/>
                  </a:lnTo>
                  <a:cubicBezTo>
                    <a:pt x="150" y="2004"/>
                    <a:pt x="150" y="2053"/>
                    <a:pt x="150" y="2105"/>
                  </a:cubicBezTo>
                  <a:cubicBezTo>
                    <a:pt x="150" y="2154"/>
                    <a:pt x="150" y="2223"/>
                    <a:pt x="166" y="2287"/>
                  </a:cubicBezTo>
                  <a:lnTo>
                    <a:pt x="166" y="2105"/>
                  </a:lnTo>
                  <a:cubicBezTo>
                    <a:pt x="166" y="2053"/>
                    <a:pt x="150" y="2004"/>
                    <a:pt x="150" y="1968"/>
                  </a:cubicBezTo>
                  <a:lnTo>
                    <a:pt x="150" y="1802"/>
                  </a:lnTo>
                  <a:cubicBezTo>
                    <a:pt x="133" y="1734"/>
                    <a:pt x="133" y="1665"/>
                    <a:pt x="133" y="1600"/>
                  </a:cubicBezTo>
                  <a:cubicBezTo>
                    <a:pt x="133" y="1548"/>
                    <a:pt x="133" y="1479"/>
                    <a:pt x="117" y="1431"/>
                  </a:cubicBezTo>
                  <a:close/>
                  <a:moveTo>
                    <a:pt x="2137" y="1883"/>
                  </a:moveTo>
                  <a:lnTo>
                    <a:pt x="2137" y="1968"/>
                  </a:lnTo>
                  <a:cubicBezTo>
                    <a:pt x="2153" y="2037"/>
                    <a:pt x="2153" y="2105"/>
                    <a:pt x="2153" y="2154"/>
                  </a:cubicBezTo>
                  <a:cubicBezTo>
                    <a:pt x="2169" y="2206"/>
                    <a:pt x="2169" y="2255"/>
                    <a:pt x="2169" y="2307"/>
                  </a:cubicBezTo>
                  <a:lnTo>
                    <a:pt x="2169" y="2356"/>
                  </a:lnTo>
                  <a:cubicBezTo>
                    <a:pt x="2186" y="2388"/>
                    <a:pt x="2186" y="2425"/>
                    <a:pt x="2186" y="2457"/>
                  </a:cubicBezTo>
                  <a:cubicBezTo>
                    <a:pt x="2186" y="2509"/>
                    <a:pt x="2186" y="2542"/>
                    <a:pt x="2202" y="2574"/>
                  </a:cubicBezTo>
                  <a:lnTo>
                    <a:pt x="2202" y="2457"/>
                  </a:lnTo>
                  <a:cubicBezTo>
                    <a:pt x="2202" y="2425"/>
                    <a:pt x="2186" y="2388"/>
                    <a:pt x="2186" y="2356"/>
                  </a:cubicBezTo>
                  <a:lnTo>
                    <a:pt x="2186" y="2307"/>
                  </a:lnTo>
                  <a:cubicBezTo>
                    <a:pt x="2186" y="2255"/>
                    <a:pt x="2169" y="2206"/>
                    <a:pt x="2169" y="2154"/>
                  </a:cubicBezTo>
                  <a:cubicBezTo>
                    <a:pt x="2169" y="2085"/>
                    <a:pt x="2153" y="2037"/>
                    <a:pt x="2153" y="1968"/>
                  </a:cubicBezTo>
                  <a:cubicBezTo>
                    <a:pt x="2153" y="1936"/>
                    <a:pt x="2153" y="1920"/>
                    <a:pt x="2137" y="1883"/>
                  </a:cubicBezTo>
                  <a:close/>
                  <a:moveTo>
                    <a:pt x="2202" y="2574"/>
                  </a:moveTo>
                  <a:lnTo>
                    <a:pt x="2202" y="2643"/>
                  </a:lnTo>
                  <a:lnTo>
                    <a:pt x="2202" y="2691"/>
                  </a:lnTo>
                  <a:cubicBezTo>
                    <a:pt x="2222" y="2760"/>
                    <a:pt x="2222" y="2812"/>
                    <a:pt x="2222" y="2877"/>
                  </a:cubicBezTo>
                  <a:cubicBezTo>
                    <a:pt x="2238" y="2893"/>
                    <a:pt x="2238" y="2930"/>
                    <a:pt x="2238" y="2946"/>
                  </a:cubicBezTo>
                  <a:cubicBezTo>
                    <a:pt x="2238" y="2978"/>
                    <a:pt x="2238" y="3014"/>
                    <a:pt x="2254" y="3063"/>
                  </a:cubicBezTo>
                  <a:lnTo>
                    <a:pt x="2254" y="3047"/>
                  </a:lnTo>
                  <a:lnTo>
                    <a:pt x="2254" y="2946"/>
                  </a:lnTo>
                  <a:cubicBezTo>
                    <a:pt x="2238" y="2930"/>
                    <a:pt x="2238" y="2893"/>
                    <a:pt x="2238" y="2877"/>
                  </a:cubicBezTo>
                  <a:cubicBezTo>
                    <a:pt x="2238" y="2812"/>
                    <a:pt x="2222" y="2760"/>
                    <a:pt x="2222" y="2691"/>
                  </a:cubicBezTo>
                  <a:lnTo>
                    <a:pt x="2222" y="2627"/>
                  </a:lnTo>
                  <a:cubicBezTo>
                    <a:pt x="2222" y="2610"/>
                    <a:pt x="2222" y="2590"/>
                    <a:pt x="2202" y="2574"/>
                  </a:cubicBezTo>
                  <a:close/>
                  <a:moveTo>
                    <a:pt x="166" y="2287"/>
                  </a:moveTo>
                  <a:lnTo>
                    <a:pt x="166" y="2457"/>
                  </a:lnTo>
                  <a:cubicBezTo>
                    <a:pt x="166" y="2489"/>
                    <a:pt x="182" y="2542"/>
                    <a:pt x="182" y="2590"/>
                  </a:cubicBezTo>
                  <a:cubicBezTo>
                    <a:pt x="182" y="2691"/>
                    <a:pt x="182" y="2792"/>
                    <a:pt x="202" y="2893"/>
                  </a:cubicBezTo>
                  <a:lnTo>
                    <a:pt x="202" y="2962"/>
                  </a:lnTo>
                  <a:cubicBezTo>
                    <a:pt x="202" y="3014"/>
                    <a:pt x="202" y="3047"/>
                    <a:pt x="218" y="3095"/>
                  </a:cubicBezTo>
                  <a:lnTo>
                    <a:pt x="218" y="2962"/>
                  </a:lnTo>
                  <a:lnTo>
                    <a:pt x="218" y="2893"/>
                  </a:lnTo>
                  <a:cubicBezTo>
                    <a:pt x="202" y="2792"/>
                    <a:pt x="202" y="2675"/>
                    <a:pt x="202" y="2590"/>
                  </a:cubicBezTo>
                  <a:cubicBezTo>
                    <a:pt x="182" y="2542"/>
                    <a:pt x="182" y="2489"/>
                    <a:pt x="182" y="2457"/>
                  </a:cubicBezTo>
                  <a:cubicBezTo>
                    <a:pt x="182" y="2388"/>
                    <a:pt x="182" y="2340"/>
                    <a:pt x="166" y="2287"/>
                  </a:cubicBezTo>
                  <a:close/>
                  <a:moveTo>
                    <a:pt x="218" y="3095"/>
                  </a:moveTo>
                  <a:lnTo>
                    <a:pt x="218" y="3180"/>
                  </a:lnTo>
                  <a:lnTo>
                    <a:pt x="218" y="3233"/>
                  </a:lnTo>
                  <a:lnTo>
                    <a:pt x="234" y="3297"/>
                  </a:lnTo>
                  <a:lnTo>
                    <a:pt x="234" y="3233"/>
                  </a:lnTo>
                  <a:lnTo>
                    <a:pt x="234" y="3180"/>
                  </a:lnTo>
                  <a:cubicBezTo>
                    <a:pt x="234" y="3164"/>
                    <a:pt x="234" y="3132"/>
                    <a:pt x="218" y="3095"/>
                  </a:cubicBezTo>
                  <a:close/>
                  <a:moveTo>
                    <a:pt x="2254" y="3063"/>
                  </a:moveTo>
                  <a:lnTo>
                    <a:pt x="2254" y="3249"/>
                  </a:lnTo>
                  <a:cubicBezTo>
                    <a:pt x="2270" y="3265"/>
                    <a:pt x="2270" y="3281"/>
                    <a:pt x="2270" y="3317"/>
                  </a:cubicBezTo>
                  <a:cubicBezTo>
                    <a:pt x="2270" y="3350"/>
                    <a:pt x="2270" y="3398"/>
                    <a:pt x="2287" y="3451"/>
                  </a:cubicBezTo>
                  <a:lnTo>
                    <a:pt x="2287" y="3317"/>
                  </a:lnTo>
                  <a:cubicBezTo>
                    <a:pt x="2287" y="3281"/>
                    <a:pt x="2270" y="3265"/>
                    <a:pt x="2270" y="3249"/>
                  </a:cubicBezTo>
                  <a:cubicBezTo>
                    <a:pt x="2270" y="3180"/>
                    <a:pt x="2270" y="3132"/>
                    <a:pt x="2254" y="3063"/>
                  </a:cubicBezTo>
                  <a:close/>
                  <a:moveTo>
                    <a:pt x="234" y="3297"/>
                  </a:moveTo>
                  <a:lnTo>
                    <a:pt x="234" y="3483"/>
                  </a:lnTo>
                  <a:cubicBezTo>
                    <a:pt x="234" y="3552"/>
                    <a:pt x="251" y="3620"/>
                    <a:pt x="251" y="3685"/>
                  </a:cubicBezTo>
                  <a:lnTo>
                    <a:pt x="251" y="3754"/>
                  </a:lnTo>
                  <a:lnTo>
                    <a:pt x="251" y="3786"/>
                  </a:lnTo>
                  <a:cubicBezTo>
                    <a:pt x="267" y="3822"/>
                    <a:pt x="267" y="3855"/>
                    <a:pt x="267" y="3871"/>
                  </a:cubicBezTo>
                  <a:lnTo>
                    <a:pt x="267" y="3786"/>
                  </a:lnTo>
                  <a:lnTo>
                    <a:pt x="267" y="3754"/>
                  </a:lnTo>
                  <a:lnTo>
                    <a:pt x="267" y="3685"/>
                  </a:lnTo>
                  <a:cubicBezTo>
                    <a:pt x="251" y="3620"/>
                    <a:pt x="251" y="3552"/>
                    <a:pt x="251" y="3483"/>
                  </a:cubicBezTo>
                  <a:cubicBezTo>
                    <a:pt x="251" y="3418"/>
                    <a:pt x="251" y="3366"/>
                    <a:pt x="234" y="3297"/>
                  </a:cubicBezTo>
                  <a:close/>
                  <a:moveTo>
                    <a:pt x="267" y="3871"/>
                  </a:moveTo>
                  <a:lnTo>
                    <a:pt x="267" y="3923"/>
                  </a:lnTo>
                  <a:lnTo>
                    <a:pt x="267" y="3988"/>
                  </a:lnTo>
                  <a:cubicBezTo>
                    <a:pt x="283" y="3972"/>
                    <a:pt x="283" y="3939"/>
                    <a:pt x="283" y="3903"/>
                  </a:cubicBezTo>
                  <a:cubicBezTo>
                    <a:pt x="267" y="3903"/>
                    <a:pt x="267" y="3887"/>
                    <a:pt x="267" y="3871"/>
                  </a:cubicBezTo>
                  <a:close/>
                  <a:moveTo>
                    <a:pt x="267" y="3988"/>
                  </a:moveTo>
                  <a:cubicBezTo>
                    <a:pt x="251" y="3988"/>
                    <a:pt x="267" y="4004"/>
                    <a:pt x="267" y="4004"/>
                  </a:cubicBezTo>
                  <a:lnTo>
                    <a:pt x="267" y="3988"/>
                  </a:lnTo>
                  <a:close/>
                  <a:moveTo>
                    <a:pt x="2287" y="3451"/>
                  </a:moveTo>
                  <a:lnTo>
                    <a:pt x="2287" y="3499"/>
                  </a:lnTo>
                  <a:lnTo>
                    <a:pt x="2287" y="3620"/>
                  </a:lnTo>
                  <a:cubicBezTo>
                    <a:pt x="2303" y="3653"/>
                    <a:pt x="2303" y="3701"/>
                    <a:pt x="2303" y="3737"/>
                  </a:cubicBezTo>
                  <a:cubicBezTo>
                    <a:pt x="2303" y="3770"/>
                    <a:pt x="2323" y="3822"/>
                    <a:pt x="2323" y="3855"/>
                  </a:cubicBezTo>
                  <a:lnTo>
                    <a:pt x="2323" y="3956"/>
                  </a:lnTo>
                  <a:cubicBezTo>
                    <a:pt x="2339" y="3972"/>
                    <a:pt x="2339" y="3988"/>
                    <a:pt x="2339" y="4004"/>
                  </a:cubicBezTo>
                  <a:lnTo>
                    <a:pt x="2339" y="3956"/>
                  </a:lnTo>
                  <a:lnTo>
                    <a:pt x="2339" y="3855"/>
                  </a:lnTo>
                  <a:cubicBezTo>
                    <a:pt x="2323" y="3802"/>
                    <a:pt x="2323" y="3770"/>
                    <a:pt x="2323" y="3737"/>
                  </a:cubicBezTo>
                  <a:cubicBezTo>
                    <a:pt x="2323" y="3685"/>
                    <a:pt x="2323" y="3653"/>
                    <a:pt x="2303" y="3620"/>
                  </a:cubicBezTo>
                  <a:lnTo>
                    <a:pt x="2303" y="3499"/>
                  </a:lnTo>
                  <a:cubicBezTo>
                    <a:pt x="2303" y="3483"/>
                    <a:pt x="2303" y="3467"/>
                    <a:pt x="2287" y="3451"/>
                  </a:cubicBezTo>
                  <a:close/>
                  <a:moveTo>
                    <a:pt x="2339" y="4004"/>
                  </a:moveTo>
                  <a:cubicBezTo>
                    <a:pt x="2339" y="4057"/>
                    <a:pt x="2339" y="4105"/>
                    <a:pt x="2355" y="4141"/>
                  </a:cubicBezTo>
                  <a:cubicBezTo>
                    <a:pt x="2355" y="4089"/>
                    <a:pt x="2355" y="4057"/>
                    <a:pt x="2339" y="4004"/>
                  </a:cubicBezTo>
                  <a:close/>
                  <a:moveTo>
                    <a:pt x="2355" y="4141"/>
                  </a:moveTo>
                  <a:cubicBezTo>
                    <a:pt x="2355" y="4190"/>
                    <a:pt x="2355" y="4259"/>
                    <a:pt x="2371" y="4307"/>
                  </a:cubicBezTo>
                  <a:cubicBezTo>
                    <a:pt x="2371" y="4259"/>
                    <a:pt x="2371" y="4190"/>
                    <a:pt x="2355" y="4141"/>
                  </a:cubicBezTo>
                  <a:close/>
                  <a:moveTo>
                    <a:pt x="2371" y="4307"/>
                  </a:moveTo>
                  <a:cubicBezTo>
                    <a:pt x="2371" y="4408"/>
                    <a:pt x="2387" y="4509"/>
                    <a:pt x="2387" y="4610"/>
                  </a:cubicBezTo>
                  <a:lnTo>
                    <a:pt x="2404" y="4679"/>
                  </a:lnTo>
                  <a:lnTo>
                    <a:pt x="2404" y="4594"/>
                  </a:lnTo>
                  <a:cubicBezTo>
                    <a:pt x="2387" y="4509"/>
                    <a:pt x="2387" y="4408"/>
                    <a:pt x="2371" y="4307"/>
                  </a:cubicBezTo>
                  <a:close/>
                  <a:moveTo>
                    <a:pt x="267" y="4004"/>
                  </a:moveTo>
                  <a:lnTo>
                    <a:pt x="267" y="4024"/>
                  </a:lnTo>
                  <a:cubicBezTo>
                    <a:pt x="267" y="4040"/>
                    <a:pt x="283" y="4057"/>
                    <a:pt x="267" y="4089"/>
                  </a:cubicBezTo>
                  <a:lnTo>
                    <a:pt x="267" y="4105"/>
                  </a:lnTo>
                  <a:cubicBezTo>
                    <a:pt x="283" y="4141"/>
                    <a:pt x="283" y="4190"/>
                    <a:pt x="283" y="4242"/>
                  </a:cubicBezTo>
                  <a:lnTo>
                    <a:pt x="283" y="4291"/>
                  </a:lnTo>
                  <a:cubicBezTo>
                    <a:pt x="303" y="4392"/>
                    <a:pt x="303" y="4477"/>
                    <a:pt x="303" y="4578"/>
                  </a:cubicBezTo>
                  <a:lnTo>
                    <a:pt x="303" y="4610"/>
                  </a:lnTo>
                  <a:cubicBezTo>
                    <a:pt x="319" y="4663"/>
                    <a:pt x="319" y="4695"/>
                    <a:pt x="319" y="4731"/>
                  </a:cubicBezTo>
                  <a:lnTo>
                    <a:pt x="319" y="4747"/>
                  </a:lnTo>
                  <a:cubicBezTo>
                    <a:pt x="303" y="4780"/>
                    <a:pt x="319" y="4796"/>
                    <a:pt x="352" y="4796"/>
                  </a:cubicBezTo>
                  <a:cubicBezTo>
                    <a:pt x="319" y="4780"/>
                    <a:pt x="319" y="4780"/>
                    <a:pt x="335" y="4747"/>
                  </a:cubicBezTo>
                  <a:lnTo>
                    <a:pt x="335" y="4731"/>
                  </a:lnTo>
                  <a:cubicBezTo>
                    <a:pt x="319" y="4695"/>
                    <a:pt x="319" y="4646"/>
                    <a:pt x="319" y="4610"/>
                  </a:cubicBezTo>
                  <a:lnTo>
                    <a:pt x="319" y="4578"/>
                  </a:lnTo>
                  <a:cubicBezTo>
                    <a:pt x="319" y="4477"/>
                    <a:pt x="303" y="4392"/>
                    <a:pt x="303" y="4291"/>
                  </a:cubicBezTo>
                  <a:lnTo>
                    <a:pt x="303" y="4242"/>
                  </a:lnTo>
                  <a:cubicBezTo>
                    <a:pt x="303" y="4190"/>
                    <a:pt x="303" y="4141"/>
                    <a:pt x="283" y="4105"/>
                  </a:cubicBezTo>
                  <a:lnTo>
                    <a:pt x="283" y="4089"/>
                  </a:lnTo>
                  <a:lnTo>
                    <a:pt x="283" y="4024"/>
                  </a:lnTo>
                  <a:lnTo>
                    <a:pt x="283" y="4004"/>
                  </a:lnTo>
                  <a:close/>
                  <a:moveTo>
                    <a:pt x="2404" y="4711"/>
                  </a:moveTo>
                  <a:lnTo>
                    <a:pt x="2404" y="4764"/>
                  </a:lnTo>
                  <a:lnTo>
                    <a:pt x="2404" y="4780"/>
                  </a:lnTo>
                  <a:cubicBezTo>
                    <a:pt x="2404" y="4812"/>
                    <a:pt x="2424" y="4832"/>
                    <a:pt x="2424" y="4865"/>
                  </a:cubicBezTo>
                  <a:lnTo>
                    <a:pt x="2424" y="4780"/>
                  </a:lnTo>
                  <a:lnTo>
                    <a:pt x="2424" y="4764"/>
                  </a:lnTo>
                  <a:cubicBezTo>
                    <a:pt x="2404" y="4747"/>
                    <a:pt x="2404" y="4731"/>
                    <a:pt x="2404" y="4711"/>
                  </a:cubicBezTo>
                  <a:close/>
                  <a:moveTo>
                    <a:pt x="2424" y="4865"/>
                  </a:moveTo>
                  <a:lnTo>
                    <a:pt x="2424" y="4933"/>
                  </a:lnTo>
                  <a:cubicBezTo>
                    <a:pt x="2424" y="4982"/>
                    <a:pt x="2440" y="5034"/>
                    <a:pt x="2440" y="5083"/>
                  </a:cubicBezTo>
                  <a:cubicBezTo>
                    <a:pt x="2440" y="5135"/>
                    <a:pt x="2456" y="5184"/>
                    <a:pt x="2456" y="5252"/>
                  </a:cubicBezTo>
                  <a:lnTo>
                    <a:pt x="2456" y="5285"/>
                  </a:lnTo>
                  <a:cubicBezTo>
                    <a:pt x="2456" y="5301"/>
                    <a:pt x="2472" y="5337"/>
                    <a:pt x="2456" y="5369"/>
                  </a:cubicBezTo>
                  <a:cubicBezTo>
                    <a:pt x="2488" y="5337"/>
                    <a:pt x="2472" y="5301"/>
                    <a:pt x="2472" y="5269"/>
                  </a:cubicBezTo>
                  <a:lnTo>
                    <a:pt x="2472" y="5252"/>
                  </a:lnTo>
                  <a:cubicBezTo>
                    <a:pt x="2456" y="5184"/>
                    <a:pt x="2456" y="5135"/>
                    <a:pt x="2456" y="5083"/>
                  </a:cubicBezTo>
                  <a:cubicBezTo>
                    <a:pt x="2440" y="5034"/>
                    <a:pt x="2440" y="4982"/>
                    <a:pt x="2440" y="4933"/>
                  </a:cubicBezTo>
                  <a:cubicBezTo>
                    <a:pt x="2440" y="4897"/>
                    <a:pt x="2440" y="4881"/>
                    <a:pt x="2424" y="4865"/>
                  </a:cubicBezTo>
                  <a:close/>
                  <a:moveTo>
                    <a:pt x="352" y="4796"/>
                  </a:moveTo>
                  <a:lnTo>
                    <a:pt x="352" y="4796"/>
                  </a:lnTo>
                  <a:cubicBezTo>
                    <a:pt x="420" y="4832"/>
                    <a:pt x="485" y="4848"/>
                    <a:pt x="553" y="4865"/>
                  </a:cubicBezTo>
                  <a:cubicBezTo>
                    <a:pt x="606" y="4881"/>
                    <a:pt x="654" y="4881"/>
                    <a:pt x="687" y="4897"/>
                  </a:cubicBezTo>
                  <a:cubicBezTo>
                    <a:pt x="772" y="4913"/>
                    <a:pt x="840" y="4949"/>
                    <a:pt x="909" y="4966"/>
                  </a:cubicBezTo>
                  <a:cubicBezTo>
                    <a:pt x="974" y="4982"/>
                    <a:pt x="1042" y="4998"/>
                    <a:pt x="1091" y="5014"/>
                  </a:cubicBezTo>
                  <a:lnTo>
                    <a:pt x="1244" y="5050"/>
                  </a:lnTo>
                  <a:cubicBezTo>
                    <a:pt x="1345" y="5083"/>
                    <a:pt x="1446" y="5099"/>
                    <a:pt x="1547" y="5135"/>
                  </a:cubicBezTo>
                  <a:cubicBezTo>
                    <a:pt x="1616" y="5151"/>
                    <a:pt x="1681" y="5184"/>
                    <a:pt x="1765" y="5200"/>
                  </a:cubicBezTo>
                  <a:cubicBezTo>
                    <a:pt x="1866" y="5216"/>
                    <a:pt x="1967" y="5252"/>
                    <a:pt x="2068" y="5285"/>
                  </a:cubicBezTo>
                  <a:lnTo>
                    <a:pt x="2121" y="5301"/>
                  </a:lnTo>
                  <a:cubicBezTo>
                    <a:pt x="2222" y="5317"/>
                    <a:pt x="2323" y="5353"/>
                    <a:pt x="2404" y="5369"/>
                  </a:cubicBezTo>
                  <a:cubicBezTo>
                    <a:pt x="2424" y="5386"/>
                    <a:pt x="2440" y="5386"/>
                    <a:pt x="2440" y="5386"/>
                  </a:cubicBezTo>
                  <a:lnTo>
                    <a:pt x="2456" y="5386"/>
                  </a:lnTo>
                  <a:lnTo>
                    <a:pt x="2456" y="5369"/>
                  </a:lnTo>
                  <a:lnTo>
                    <a:pt x="2424" y="5369"/>
                  </a:lnTo>
                  <a:cubicBezTo>
                    <a:pt x="2323" y="5337"/>
                    <a:pt x="2222" y="5301"/>
                    <a:pt x="2137" y="5285"/>
                  </a:cubicBezTo>
                  <a:lnTo>
                    <a:pt x="2068" y="5269"/>
                  </a:lnTo>
                  <a:cubicBezTo>
                    <a:pt x="1967" y="5236"/>
                    <a:pt x="1866" y="5216"/>
                    <a:pt x="1765" y="5184"/>
                  </a:cubicBezTo>
                  <a:cubicBezTo>
                    <a:pt x="1697" y="5168"/>
                    <a:pt x="1616" y="5135"/>
                    <a:pt x="1547" y="5115"/>
                  </a:cubicBezTo>
                  <a:cubicBezTo>
                    <a:pt x="1446" y="5099"/>
                    <a:pt x="1345" y="5067"/>
                    <a:pt x="1244" y="5034"/>
                  </a:cubicBezTo>
                  <a:lnTo>
                    <a:pt x="1111" y="4998"/>
                  </a:lnTo>
                  <a:cubicBezTo>
                    <a:pt x="1042" y="4982"/>
                    <a:pt x="974" y="4966"/>
                    <a:pt x="925" y="4949"/>
                  </a:cubicBezTo>
                  <a:cubicBezTo>
                    <a:pt x="840" y="4933"/>
                    <a:pt x="772" y="4913"/>
                    <a:pt x="707" y="4881"/>
                  </a:cubicBezTo>
                  <a:cubicBezTo>
                    <a:pt x="654" y="4881"/>
                    <a:pt x="606" y="4865"/>
                    <a:pt x="553" y="4848"/>
                  </a:cubicBezTo>
                  <a:cubicBezTo>
                    <a:pt x="485" y="4832"/>
                    <a:pt x="420" y="4812"/>
                    <a:pt x="352" y="47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0"/>
            <p:cNvSpPr/>
            <p:nvPr/>
          </p:nvSpPr>
          <p:spPr>
            <a:xfrm>
              <a:off x="1249437" y="19662"/>
              <a:ext cx="1491464" cy="627237"/>
            </a:xfrm>
            <a:custGeom>
              <a:rect b="b" l="l" r="r" t="t"/>
              <a:pathLst>
                <a:path extrusionOk="0" h="6315" w="15016">
                  <a:moveTo>
                    <a:pt x="6952" y="17"/>
                  </a:moveTo>
                  <a:cubicBezTo>
                    <a:pt x="6936" y="17"/>
                    <a:pt x="6936" y="33"/>
                    <a:pt x="6936" y="33"/>
                  </a:cubicBezTo>
                  <a:cubicBezTo>
                    <a:pt x="6952" y="33"/>
                    <a:pt x="6952" y="33"/>
                    <a:pt x="6952" y="17"/>
                  </a:cubicBezTo>
                  <a:close/>
                  <a:moveTo>
                    <a:pt x="6952" y="0"/>
                  </a:moveTo>
                  <a:lnTo>
                    <a:pt x="6952" y="17"/>
                  </a:lnTo>
                  <a:lnTo>
                    <a:pt x="6969" y="17"/>
                  </a:lnTo>
                  <a:cubicBezTo>
                    <a:pt x="7001" y="17"/>
                    <a:pt x="7053" y="33"/>
                    <a:pt x="7086" y="53"/>
                  </a:cubicBezTo>
                  <a:cubicBezTo>
                    <a:pt x="7053" y="17"/>
                    <a:pt x="7017" y="0"/>
                    <a:pt x="6969" y="0"/>
                  </a:cubicBezTo>
                  <a:close/>
                  <a:moveTo>
                    <a:pt x="6936" y="33"/>
                  </a:moveTo>
                  <a:lnTo>
                    <a:pt x="6916" y="53"/>
                  </a:lnTo>
                  <a:cubicBezTo>
                    <a:pt x="6884" y="69"/>
                    <a:pt x="6868" y="85"/>
                    <a:pt x="6851" y="101"/>
                  </a:cubicBezTo>
                  <a:cubicBezTo>
                    <a:pt x="6767" y="170"/>
                    <a:pt x="6682" y="255"/>
                    <a:pt x="6597" y="336"/>
                  </a:cubicBezTo>
                  <a:cubicBezTo>
                    <a:pt x="6682" y="271"/>
                    <a:pt x="6783" y="186"/>
                    <a:pt x="6868" y="101"/>
                  </a:cubicBezTo>
                  <a:cubicBezTo>
                    <a:pt x="6884" y="85"/>
                    <a:pt x="6900" y="69"/>
                    <a:pt x="6916" y="69"/>
                  </a:cubicBezTo>
                  <a:cubicBezTo>
                    <a:pt x="6936" y="69"/>
                    <a:pt x="6936" y="53"/>
                    <a:pt x="6936" y="33"/>
                  </a:cubicBezTo>
                  <a:close/>
                  <a:moveTo>
                    <a:pt x="7086" y="53"/>
                  </a:moveTo>
                  <a:cubicBezTo>
                    <a:pt x="7102" y="69"/>
                    <a:pt x="7118" y="69"/>
                    <a:pt x="7118" y="69"/>
                  </a:cubicBezTo>
                  <a:cubicBezTo>
                    <a:pt x="7239" y="117"/>
                    <a:pt x="7356" y="170"/>
                    <a:pt x="7457" y="218"/>
                  </a:cubicBezTo>
                  <a:cubicBezTo>
                    <a:pt x="7522" y="255"/>
                    <a:pt x="7575" y="287"/>
                    <a:pt x="7643" y="303"/>
                  </a:cubicBezTo>
                  <a:cubicBezTo>
                    <a:pt x="7777" y="372"/>
                    <a:pt x="7910" y="420"/>
                    <a:pt x="8047" y="489"/>
                  </a:cubicBezTo>
                  <a:lnTo>
                    <a:pt x="8415" y="659"/>
                  </a:lnTo>
                  <a:cubicBezTo>
                    <a:pt x="8601" y="740"/>
                    <a:pt x="8786" y="824"/>
                    <a:pt x="8972" y="909"/>
                  </a:cubicBezTo>
                  <a:cubicBezTo>
                    <a:pt x="9005" y="925"/>
                    <a:pt x="9057" y="942"/>
                    <a:pt x="9106" y="962"/>
                  </a:cubicBezTo>
                  <a:cubicBezTo>
                    <a:pt x="9057" y="942"/>
                    <a:pt x="9021" y="909"/>
                    <a:pt x="8972" y="893"/>
                  </a:cubicBezTo>
                  <a:cubicBezTo>
                    <a:pt x="8786" y="808"/>
                    <a:pt x="8601" y="723"/>
                    <a:pt x="8415" y="639"/>
                  </a:cubicBezTo>
                  <a:lnTo>
                    <a:pt x="8047" y="473"/>
                  </a:lnTo>
                  <a:cubicBezTo>
                    <a:pt x="7910" y="420"/>
                    <a:pt x="7777" y="356"/>
                    <a:pt x="7643" y="287"/>
                  </a:cubicBezTo>
                  <a:cubicBezTo>
                    <a:pt x="7591" y="271"/>
                    <a:pt x="7522" y="235"/>
                    <a:pt x="7474" y="218"/>
                  </a:cubicBezTo>
                  <a:cubicBezTo>
                    <a:pt x="7356" y="170"/>
                    <a:pt x="7239" y="117"/>
                    <a:pt x="7138" y="69"/>
                  </a:cubicBezTo>
                  <a:cubicBezTo>
                    <a:pt x="7118" y="53"/>
                    <a:pt x="7102" y="53"/>
                    <a:pt x="7086" y="53"/>
                  </a:cubicBezTo>
                  <a:close/>
                  <a:moveTo>
                    <a:pt x="6597" y="336"/>
                  </a:moveTo>
                  <a:lnTo>
                    <a:pt x="6565" y="356"/>
                  </a:lnTo>
                  <a:cubicBezTo>
                    <a:pt x="6480" y="420"/>
                    <a:pt x="6395" y="505"/>
                    <a:pt x="6310" y="590"/>
                  </a:cubicBezTo>
                  <a:cubicBezTo>
                    <a:pt x="6246" y="659"/>
                    <a:pt x="6177" y="723"/>
                    <a:pt x="6092" y="792"/>
                  </a:cubicBezTo>
                  <a:cubicBezTo>
                    <a:pt x="6007" y="861"/>
                    <a:pt x="5926" y="942"/>
                    <a:pt x="5842" y="1010"/>
                  </a:cubicBezTo>
                  <a:cubicBezTo>
                    <a:pt x="5724" y="1111"/>
                    <a:pt x="5587" y="1228"/>
                    <a:pt x="5470" y="1346"/>
                  </a:cubicBezTo>
                  <a:lnTo>
                    <a:pt x="5401" y="1414"/>
                  </a:lnTo>
                  <a:cubicBezTo>
                    <a:pt x="5320" y="1483"/>
                    <a:pt x="5252" y="1548"/>
                    <a:pt x="5183" y="1616"/>
                  </a:cubicBezTo>
                  <a:cubicBezTo>
                    <a:pt x="5252" y="1548"/>
                    <a:pt x="5337" y="1499"/>
                    <a:pt x="5401" y="1430"/>
                  </a:cubicBezTo>
                  <a:lnTo>
                    <a:pt x="5486" y="1346"/>
                  </a:lnTo>
                  <a:cubicBezTo>
                    <a:pt x="5603" y="1245"/>
                    <a:pt x="5724" y="1127"/>
                    <a:pt x="5858" y="1026"/>
                  </a:cubicBezTo>
                  <a:cubicBezTo>
                    <a:pt x="5943" y="942"/>
                    <a:pt x="6027" y="877"/>
                    <a:pt x="6108" y="792"/>
                  </a:cubicBezTo>
                  <a:cubicBezTo>
                    <a:pt x="6177" y="723"/>
                    <a:pt x="6246" y="659"/>
                    <a:pt x="6330" y="590"/>
                  </a:cubicBezTo>
                  <a:cubicBezTo>
                    <a:pt x="6411" y="521"/>
                    <a:pt x="6496" y="437"/>
                    <a:pt x="6581" y="372"/>
                  </a:cubicBezTo>
                  <a:lnTo>
                    <a:pt x="6597" y="336"/>
                  </a:lnTo>
                  <a:close/>
                  <a:moveTo>
                    <a:pt x="9106" y="962"/>
                  </a:moveTo>
                  <a:cubicBezTo>
                    <a:pt x="9158" y="994"/>
                    <a:pt x="9190" y="1010"/>
                    <a:pt x="9239" y="1026"/>
                  </a:cubicBezTo>
                  <a:cubicBezTo>
                    <a:pt x="9291" y="1063"/>
                    <a:pt x="9360" y="1079"/>
                    <a:pt x="9409" y="1111"/>
                  </a:cubicBezTo>
                  <a:cubicBezTo>
                    <a:pt x="9461" y="1127"/>
                    <a:pt x="9510" y="1164"/>
                    <a:pt x="9578" y="1180"/>
                  </a:cubicBezTo>
                  <a:cubicBezTo>
                    <a:pt x="9663" y="1212"/>
                    <a:pt x="9728" y="1245"/>
                    <a:pt x="9813" y="1297"/>
                  </a:cubicBezTo>
                  <a:cubicBezTo>
                    <a:pt x="9897" y="1329"/>
                    <a:pt x="9982" y="1366"/>
                    <a:pt x="10083" y="1414"/>
                  </a:cubicBezTo>
                  <a:cubicBezTo>
                    <a:pt x="10148" y="1447"/>
                    <a:pt x="10233" y="1483"/>
                    <a:pt x="10301" y="1515"/>
                  </a:cubicBezTo>
                  <a:cubicBezTo>
                    <a:pt x="10386" y="1548"/>
                    <a:pt x="10471" y="1584"/>
                    <a:pt x="10536" y="1616"/>
                  </a:cubicBezTo>
                  <a:cubicBezTo>
                    <a:pt x="10620" y="1649"/>
                    <a:pt x="10705" y="1685"/>
                    <a:pt x="10774" y="1733"/>
                  </a:cubicBezTo>
                  <a:cubicBezTo>
                    <a:pt x="10855" y="1750"/>
                    <a:pt x="10923" y="1786"/>
                    <a:pt x="10992" y="1818"/>
                  </a:cubicBezTo>
                  <a:cubicBezTo>
                    <a:pt x="11109" y="1871"/>
                    <a:pt x="11226" y="1935"/>
                    <a:pt x="11344" y="1988"/>
                  </a:cubicBezTo>
                  <a:lnTo>
                    <a:pt x="11412" y="2004"/>
                  </a:lnTo>
                  <a:lnTo>
                    <a:pt x="11344" y="1972"/>
                  </a:lnTo>
                  <a:cubicBezTo>
                    <a:pt x="11226" y="1919"/>
                    <a:pt x="11109" y="1871"/>
                    <a:pt x="10992" y="1802"/>
                  </a:cubicBezTo>
                  <a:cubicBezTo>
                    <a:pt x="10923" y="1786"/>
                    <a:pt x="10855" y="1750"/>
                    <a:pt x="10790" y="1717"/>
                  </a:cubicBezTo>
                  <a:cubicBezTo>
                    <a:pt x="10705" y="1685"/>
                    <a:pt x="10620" y="1649"/>
                    <a:pt x="10552" y="1600"/>
                  </a:cubicBezTo>
                  <a:cubicBezTo>
                    <a:pt x="10471" y="1568"/>
                    <a:pt x="10386" y="1531"/>
                    <a:pt x="10318" y="1499"/>
                  </a:cubicBezTo>
                  <a:cubicBezTo>
                    <a:pt x="10233" y="1467"/>
                    <a:pt x="10148" y="1430"/>
                    <a:pt x="10083" y="1398"/>
                  </a:cubicBezTo>
                  <a:cubicBezTo>
                    <a:pt x="9998" y="1366"/>
                    <a:pt x="9914" y="1313"/>
                    <a:pt x="9829" y="1281"/>
                  </a:cubicBezTo>
                  <a:cubicBezTo>
                    <a:pt x="9744" y="1245"/>
                    <a:pt x="9663" y="1212"/>
                    <a:pt x="9578" y="1164"/>
                  </a:cubicBezTo>
                  <a:cubicBezTo>
                    <a:pt x="9526" y="1144"/>
                    <a:pt x="9461" y="1111"/>
                    <a:pt x="9409" y="1095"/>
                  </a:cubicBezTo>
                  <a:cubicBezTo>
                    <a:pt x="9360" y="1079"/>
                    <a:pt x="9308" y="1043"/>
                    <a:pt x="9259" y="1026"/>
                  </a:cubicBezTo>
                  <a:cubicBezTo>
                    <a:pt x="9207" y="994"/>
                    <a:pt x="9158" y="978"/>
                    <a:pt x="9106" y="962"/>
                  </a:cubicBezTo>
                  <a:close/>
                  <a:moveTo>
                    <a:pt x="5183" y="1616"/>
                  </a:moveTo>
                  <a:cubicBezTo>
                    <a:pt x="5082" y="1701"/>
                    <a:pt x="4997" y="1770"/>
                    <a:pt x="4916" y="1851"/>
                  </a:cubicBezTo>
                  <a:cubicBezTo>
                    <a:pt x="4848" y="1919"/>
                    <a:pt x="4779" y="1972"/>
                    <a:pt x="4714" y="2036"/>
                  </a:cubicBezTo>
                  <a:cubicBezTo>
                    <a:pt x="4779" y="1988"/>
                    <a:pt x="4848" y="1919"/>
                    <a:pt x="4916" y="1871"/>
                  </a:cubicBezTo>
                  <a:cubicBezTo>
                    <a:pt x="5017" y="1786"/>
                    <a:pt x="5098" y="1701"/>
                    <a:pt x="5183" y="1616"/>
                  </a:cubicBezTo>
                  <a:close/>
                  <a:moveTo>
                    <a:pt x="11412" y="2004"/>
                  </a:moveTo>
                  <a:lnTo>
                    <a:pt x="11412" y="2004"/>
                  </a:lnTo>
                  <a:cubicBezTo>
                    <a:pt x="11461" y="2036"/>
                    <a:pt x="11497" y="2052"/>
                    <a:pt x="11546" y="2073"/>
                  </a:cubicBezTo>
                  <a:cubicBezTo>
                    <a:pt x="11630" y="2105"/>
                    <a:pt x="11699" y="2137"/>
                    <a:pt x="11784" y="2174"/>
                  </a:cubicBezTo>
                  <a:cubicBezTo>
                    <a:pt x="11715" y="2137"/>
                    <a:pt x="11630" y="2105"/>
                    <a:pt x="11562" y="2073"/>
                  </a:cubicBezTo>
                  <a:cubicBezTo>
                    <a:pt x="11513" y="2036"/>
                    <a:pt x="11461" y="2020"/>
                    <a:pt x="11412" y="2004"/>
                  </a:cubicBezTo>
                  <a:close/>
                  <a:moveTo>
                    <a:pt x="11784" y="2174"/>
                  </a:moveTo>
                  <a:lnTo>
                    <a:pt x="11784" y="2174"/>
                  </a:lnTo>
                  <a:cubicBezTo>
                    <a:pt x="11832" y="2206"/>
                    <a:pt x="11885" y="2222"/>
                    <a:pt x="11933" y="2254"/>
                  </a:cubicBezTo>
                  <a:cubicBezTo>
                    <a:pt x="12002" y="2275"/>
                    <a:pt x="12067" y="2307"/>
                    <a:pt x="12135" y="2339"/>
                  </a:cubicBezTo>
                  <a:cubicBezTo>
                    <a:pt x="12220" y="2376"/>
                    <a:pt x="12305" y="2408"/>
                    <a:pt x="12370" y="2456"/>
                  </a:cubicBezTo>
                  <a:cubicBezTo>
                    <a:pt x="12471" y="2493"/>
                    <a:pt x="12592" y="2541"/>
                    <a:pt x="12693" y="2594"/>
                  </a:cubicBezTo>
                  <a:cubicBezTo>
                    <a:pt x="12842" y="2658"/>
                    <a:pt x="13012" y="2743"/>
                    <a:pt x="13178" y="2812"/>
                  </a:cubicBezTo>
                  <a:cubicBezTo>
                    <a:pt x="13299" y="2860"/>
                    <a:pt x="13416" y="2913"/>
                    <a:pt x="13533" y="2982"/>
                  </a:cubicBezTo>
                  <a:cubicBezTo>
                    <a:pt x="13650" y="3030"/>
                    <a:pt x="13784" y="3083"/>
                    <a:pt x="13905" y="3131"/>
                  </a:cubicBezTo>
                  <a:cubicBezTo>
                    <a:pt x="13784" y="3062"/>
                    <a:pt x="13666" y="3014"/>
                    <a:pt x="13533" y="2961"/>
                  </a:cubicBezTo>
                  <a:cubicBezTo>
                    <a:pt x="13416" y="2913"/>
                    <a:pt x="13299" y="2844"/>
                    <a:pt x="13178" y="2796"/>
                  </a:cubicBezTo>
                  <a:cubicBezTo>
                    <a:pt x="13012" y="2727"/>
                    <a:pt x="12858" y="2642"/>
                    <a:pt x="12693" y="2578"/>
                  </a:cubicBezTo>
                  <a:cubicBezTo>
                    <a:pt x="12592" y="2525"/>
                    <a:pt x="12491" y="2493"/>
                    <a:pt x="12390" y="2440"/>
                  </a:cubicBezTo>
                  <a:cubicBezTo>
                    <a:pt x="12305" y="2408"/>
                    <a:pt x="12220" y="2355"/>
                    <a:pt x="12135" y="2323"/>
                  </a:cubicBezTo>
                  <a:cubicBezTo>
                    <a:pt x="12067" y="2307"/>
                    <a:pt x="12002" y="2275"/>
                    <a:pt x="11950" y="2238"/>
                  </a:cubicBezTo>
                  <a:cubicBezTo>
                    <a:pt x="11885" y="2222"/>
                    <a:pt x="11832" y="2190"/>
                    <a:pt x="11784" y="2174"/>
                  </a:cubicBezTo>
                  <a:close/>
                  <a:moveTo>
                    <a:pt x="4714" y="2036"/>
                  </a:moveTo>
                  <a:lnTo>
                    <a:pt x="4391" y="2323"/>
                  </a:lnTo>
                  <a:cubicBezTo>
                    <a:pt x="4327" y="2376"/>
                    <a:pt x="4258" y="2440"/>
                    <a:pt x="4189" y="2509"/>
                  </a:cubicBezTo>
                  <a:cubicBezTo>
                    <a:pt x="4056" y="2626"/>
                    <a:pt x="3923" y="2759"/>
                    <a:pt x="3769" y="2881"/>
                  </a:cubicBezTo>
                  <a:cubicBezTo>
                    <a:pt x="3737" y="2913"/>
                    <a:pt x="3705" y="2945"/>
                    <a:pt x="3652" y="2982"/>
                  </a:cubicBezTo>
                  <a:cubicBezTo>
                    <a:pt x="3604" y="3046"/>
                    <a:pt x="3535" y="3099"/>
                    <a:pt x="3482" y="3147"/>
                  </a:cubicBezTo>
                  <a:cubicBezTo>
                    <a:pt x="3434" y="3200"/>
                    <a:pt x="3381" y="3232"/>
                    <a:pt x="3349" y="3264"/>
                  </a:cubicBezTo>
                  <a:cubicBezTo>
                    <a:pt x="3280" y="3317"/>
                    <a:pt x="3232" y="3365"/>
                    <a:pt x="3179" y="3418"/>
                  </a:cubicBezTo>
                  <a:lnTo>
                    <a:pt x="3030" y="3567"/>
                  </a:lnTo>
                  <a:cubicBezTo>
                    <a:pt x="3078" y="3519"/>
                    <a:pt x="3131" y="3487"/>
                    <a:pt x="3179" y="3434"/>
                  </a:cubicBezTo>
                  <a:cubicBezTo>
                    <a:pt x="3248" y="3386"/>
                    <a:pt x="3301" y="3333"/>
                    <a:pt x="3349" y="3285"/>
                  </a:cubicBezTo>
                  <a:cubicBezTo>
                    <a:pt x="3402" y="3248"/>
                    <a:pt x="3450" y="3200"/>
                    <a:pt x="3482" y="3163"/>
                  </a:cubicBezTo>
                  <a:cubicBezTo>
                    <a:pt x="3551" y="3099"/>
                    <a:pt x="3604" y="3046"/>
                    <a:pt x="3668" y="2998"/>
                  </a:cubicBezTo>
                  <a:cubicBezTo>
                    <a:pt x="3705" y="2961"/>
                    <a:pt x="3753" y="2929"/>
                    <a:pt x="3785" y="2897"/>
                  </a:cubicBezTo>
                  <a:cubicBezTo>
                    <a:pt x="3923" y="2759"/>
                    <a:pt x="4056" y="2642"/>
                    <a:pt x="4210" y="2509"/>
                  </a:cubicBezTo>
                  <a:cubicBezTo>
                    <a:pt x="4274" y="2456"/>
                    <a:pt x="4343" y="2392"/>
                    <a:pt x="4412" y="2323"/>
                  </a:cubicBezTo>
                  <a:lnTo>
                    <a:pt x="4714" y="2036"/>
                  </a:lnTo>
                  <a:close/>
                  <a:moveTo>
                    <a:pt x="13905" y="3131"/>
                  </a:moveTo>
                  <a:cubicBezTo>
                    <a:pt x="13969" y="3163"/>
                    <a:pt x="14038" y="3200"/>
                    <a:pt x="14107" y="3232"/>
                  </a:cubicBezTo>
                  <a:cubicBezTo>
                    <a:pt x="14188" y="3264"/>
                    <a:pt x="14288" y="3317"/>
                    <a:pt x="14373" y="3349"/>
                  </a:cubicBezTo>
                  <a:cubicBezTo>
                    <a:pt x="14490" y="3402"/>
                    <a:pt x="14612" y="3450"/>
                    <a:pt x="14713" y="3503"/>
                  </a:cubicBezTo>
                  <a:cubicBezTo>
                    <a:pt x="14761" y="3519"/>
                    <a:pt x="14793" y="3535"/>
                    <a:pt x="14830" y="3551"/>
                  </a:cubicBezTo>
                  <a:cubicBezTo>
                    <a:pt x="14878" y="3588"/>
                    <a:pt x="14931" y="3604"/>
                    <a:pt x="14963" y="3620"/>
                  </a:cubicBezTo>
                  <a:lnTo>
                    <a:pt x="14979" y="3620"/>
                  </a:lnTo>
                  <a:lnTo>
                    <a:pt x="14995" y="3636"/>
                  </a:lnTo>
                  <a:lnTo>
                    <a:pt x="14995" y="3652"/>
                  </a:lnTo>
                  <a:lnTo>
                    <a:pt x="15016" y="3636"/>
                  </a:lnTo>
                  <a:lnTo>
                    <a:pt x="15016" y="3620"/>
                  </a:lnTo>
                  <a:lnTo>
                    <a:pt x="14995" y="3620"/>
                  </a:lnTo>
                  <a:cubicBezTo>
                    <a:pt x="14979" y="3604"/>
                    <a:pt x="14979" y="3604"/>
                    <a:pt x="14963" y="3604"/>
                  </a:cubicBezTo>
                  <a:cubicBezTo>
                    <a:pt x="14931" y="3588"/>
                    <a:pt x="14878" y="3567"/>
                    <a:pt x="14846" y="3551"/>
                  </a:cubicBezTo>
                  <a:cubicBezTo>
                    <a:pt x="14793" y="3535"/>
                    <a:pt x="14761" y="3519"/>
                    <a:pt x="14729" y="3487"/>
                  </a:cubicBezTo>
                  <a:cubicBezTo>
                    <a:pt x="14612" y="3434"/>
                    <a:pt x="14490" y="3386"/>
                    <a:pt x="14389" y="3349"/>
                  </a:cubicBezTo>
                  <a:cubicBezTo>
                    <a:pt x="14288" y="3301"/>
                    <a:pt x="14208" y="3264"/>
                    <a:pt x="14107" y="3216"/>
                  </a:cubicBezTo>
                  <a:cubicBezTo>
                    <a:pt x="14038" y="3184"/>
                    <a:pt x="13969" y="3147"/>
                    <a:pt x="13905" y="3131"/>
                  </a:cubicBezTo>
                  <a:close/>
                  <a:moveTo>
                    <a:pt x="3030" y="3567"/>
                  </a:moveTo>
                  <a:cubicBezTo>
                    <a:pt x="2961" y="3620"/>
                    <a:pt x="2913" y="3668"/>
                    <a:pt x="2860" y="3721"/>
                  </a:cubicBezTo>
                  <a:cubicBezTo>
                    <a:pt x="2929" y="3668"/>
                    <a:pt x="2977" y="3620"/>
                    <a:pt x="3030" y="3567"/>
                  </a:cubicBezTo>
                  <a:close/>
                  <a:moveTo>
                    <a:pt x="2860" y="3721"/>
                  </a:moveTo>
                  <a:lnTo>
                    <a:pt x="2860" y="3721"/>
                  </a:lnTo>
                  <a:cubicBezTo>
                    <a:pt x="2812" y="3753"/>
                    <a:pt x="2759" y="3806"/>
                    <a:pt x="2711" y="3854"/>
                  </a:cubicBezTo>
                  <a:cubicBezTo>
                    <a:pt x="2759" y="3822"/>
                    <a:pt x="2812" y="3769"/>
                    <a:pt x="2860" y="3721"/>
                  </a:cubicBezTo>
                  <a:close/>
                  <a:moveTo>
                    <a:pt x="2711" y="3854"/>
                  </a:moveTo>
                  <a:lnTo>
                    <a:pt x="2711" y="3854"/>
                  </a:lnTo>
                  <a:cubicBezTo>
                    <a:pt x="2658" y="3891"/>
                    <a:pt x="2610" y="3939"/>
                    <a:pt x="2573" y="3971"/>
                  </a:cubicBezTo>
                  <a:cubicBezTo>
                    <a:pt x="2626" y="3939"/>
                    <a:pt x="2658" y="3907"/>
                    <a:pt x="2711" y="3854"/>
                  </a:cubicBezTo>
                  <a:close/>
                  <a:moveTo>
                    <a:pt x="2573" y="3971"/>
                  </a:moveTo>
                  <a:lnTo>
                    <a:pt x="2573" y="3971"/>
                  </a:lnTo>
                  <a:cubicBezTo>
                    <a:pt x="2493" y="4040"/>
                    <a:pt x="2408" y="4125"/>
                    <a:pt x="2323" y="4210"/>
                  </a:cubicBezTo>
                  <a:cubicBezTo>
                    <a:pt x="2408" y="4141"/>
                    <a:pt x="2493" y="4056"/>
                    <a:pt x="2573" y="3971"/>
                  </a:cubicBezTo>
                  <a:close/>
                  <a:moveTo>
                    <a:pt x="2323" y="4210"/>
                  </a:moveTo>
                  <a:lnTo>
                    <a:pt x="2068" y="4428"/>
                  </a:lnTo>
                  <a:cubicBezTo>
                    <a:pt x="1968" y="4513"/>
                    <a:pt x="1867" y="4614"/>
                    <a:pt x="1749" y="4715"/>
                  </a:cubicBezTo>
                  <a:cubicBezTo>
                    <a:pt x="1733" y="4731"/>
                    <a:pt x="1701" y="4747"/>
                    <a:pt x="1685" y="4779"/>
                  </a:cubicBezTo>
                  <a:cubicBezTo>
                    <a:pt x="1665" y="4799"/>
                    <a:pt x="1632" y="4816"/>
                    <a:pt x="1616" y="4832"/>
                  </a:cubicBezTo>
                  <a:cubicBezTo>
                    <a:pt x="1515" y="4933"/>
                    <a:pt x="1414" y="5018"/>
                    <a:pt x="1313" y="5119"/>
                  </a:cubicBezTo>
                  <a:cubicBezTo>
                    <a:pt x="1414" y="5034"/>
                    <a:pt x="1515" y="4933"/>
                    <a:pt x="1616" y="4848"/>
                  </a:cubicBezTo>
                  <a:cubicBezTo>
                    <a:pt x="1648" y="4832"/>
                    <a:pt x="1665" y="4799"/>
                    <a:pt x="1701" y="4779"/>
                  </a:cubicBezTo>
                  <a:lnTo>
                    <a:pt x="1766" y="4715"/>
                  </a:lnTo>
                  <a:cubicBezTo>
                    <a:pt x="1867" y="4630"/>
                    <a:pt x="1988" y="4529"/>
                    <a:pt x="2089" y="4428"/>
                  </a:cubicBezTo>
                  <a:lnTo>
                    <a:pt x="2323" y="4210"/>
                  </a:lnTo>
                  <a:close/>
                  <a:moveTo>
                    <a:pt x="1313" y="5119"/>
                  </a:moveTo>
                  <a:lnTo>
                    <a:pt x="1313" y="5119"/>
                  </a:lnTo>
                  <a:cubicBezTo>
                    <a:pt x="1281" y="5135"/>
                    <a:pt x="1261" y="5167"/>
                    <a:pt x="1228" y="5183"/>
                  </a:cubicBezTo>
                  <a:cubicBezTo>
                    <a:pt x="1196" y="5220"/>
                    <a:pt x="1180" y="5236"/>
                    <a:pt x="1143" y="5268"/>
                  </a:cubicBezTo>
                  <a:cubicBezTo>
                    <a:pt x="1180" y="5252"/>
                    <a:pt x="1212" y="5220"/>
                    <a:pt x="1244" y="5203"/>
                  </a:cubicBezTo>
                  <a:cubicBezTo>
                    <a:pt x="1261" y="5167"/>
                    <a:pt x="1297" y="5151"/>
                    <a:pt x="1313" y="5119"/>
                  </a:cubicBezTo>
                  <a:close/>
                  <a:moveTo>
                    <a:pt x="1143" y="5268"/>
                  </a:moveTo>
                  <a:cubicBezTo>
                    <a:pt x="1095" y="5321"/>
                    <a:pt x="1026" y="5369"/>
                    <a:pt x="978" y="5422"/>
                  </a:cubicBezTo>
                  <a:cubicBezTo>
                    <a:pt x="925" y="5470"/>
                    <a:pt x="877" y="5506"/>
                    <a:pt x="824" y="5555"/>
                  </a:cubicBezTo>
                  <a:cubicBezTo>
                    <a:pt x="792" y="5587"/>
                    <a:pt x="776" y="5607"/>
                    <a:pt x="739" y="5624"/>
                  </a:cubicBezTo>
                  <a:cubicBezTo>
                    <a:pt x="723" y="5656"/>
                    <a:pt x="691" y="5672"/>
                    <a:pt x="655" y="5708"/>
                  </a:cubicBezTo>
                  <a:cubicBezTo>
                    <a:pt x="606" y="5757"/>
                    <a:pt x="537" y="5809"/>
                    <a:pt x="489" y="5858"/>
                  </a:cubicBezTo>
                  <a:lnTo>
                    <a:pt x="388" y="5943"/>
                  </a:lnTo>
                  <a:lnTo>
                    <a:pt x="251" y="6076"/>
                  </a:lnTo>
                  <a:cubicBezTo>
                    <a:pt x="303" y="6044"/>
                    <a:pt x="352" y="5991"/>
                    <a:pt x="404" y="5959"/>
                  </a:cubicBezTo>
                  <a:lnTo>
                    <a:pt x="489" y="5874"/>
                  </a:lnTo>
                  <a:cubicBezTo>
                    <a:pt x="554" y="5826"/>
                    <a:pt x="606" y="5757"/>
                    <a:pt x="675" y="5708"/>
                  </a:cubicBezTo>
                  <a:cubicBezTo>
                    <a:pt x="707" y="5688"/>
                    <a:pt x="723" y="5656"/>
                    <a:pt x="756" y="5640"/>
                  </a:cubicBezTo>
                  <a:cubicBezTo>
                    <a:pt x="776" y="5607"/>
                    <a:pt x="808" y="5587"/>
                    <a:pt x="824" y="5571"/>
                  </a:cubicBezTo>
                  <a:cubicBezTo>
                    <a:pt x="877" y="5523"/>
                    <a:pt x="925" y="5470"/>
                    <a:pt x="978" y="5438"/>
                  </a:cubicBezTo>
                  <a:cubicBezTo>
                    <a:pt x="1042" y="5369"/>
                    <a:pt x="1095" y="5321"/>
                    <a:pt x="1143" y="5268"/>
                  </a:cubicBezTo>
                  <a:close/>
                  <a:moveTo>
                    <a:pt x="251" y="6076"/>
                  </a:moveTo>
                  <a:lnTo>
                    <a:pt x="251" y="6076"/>
                  </a:lnTo>
                  <a:cubicBezTo>
                    <a:pt x="234" y="6092"/>
                    <a:pt x="218" y="6112"/>
                    <a:pt x="186" y="6129"/>
                  </a:cubicBezTo>
                  <a:cubicBezTo>
                    <a:pt x="150" y="6161"/>
                    <a:pt x="101" y="6193"/>
                    <a:pt x="69" y="6246"/>
                  </a:cubicBezTo>
                  <a:cubicBezTo>
                    <a:pt x="69" y="6262"/>
                    <a:pt x="49" y="6262"/>
                    <a:pt x="49" y="6262"/>
                  </a:cubicBezTo>
                  <a:cubicBezTo>
                    <a:pt x="0" y="6262"/>
                    <a:pt x="0" y="6262"/>
                    <a:pt x="0" y="6314"/>
                  </a:cubicBezTo>
                  <a:lnTo>
                    <a:pt x="16" y="6314"/>
                  </a:lnTo>
                  <a:cubicBezTo>
                    <a:pt x="16" y="6278"/>
                    <a:pt x="16" y="6278"/>
                    <a:pt x="49" y="6278"/>
                  </a:cubicBezTo>
                  <a:cubicBezTo>
                    <a:pt x="69" y="6262"/>
                    <a:pt x="69" y="6262"/>
                    <a:pt x="85" y="6262"/>
                  </a:cubicBezTo>
                  <a:cubicBezTo>
                    <a:pt x="117" y="6213"/>
                    <a:pt x="150" y="6177"/>
                    <a:pt x="202" y="6129"/>
                  </a:cubicBezTo>
                  <a:lnTo>
                    <a:pt x="251" y="607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0"/>
            <p:cNvSpPr/>
            <p:nvPr/>
          </p:nvSpPr>
          <p:spPr>
            <a:xfrm>
              <a:off x="1948387" y="785260"/>
              <a:ext cx="732323" cy="195869"/>
            </a:xfrm>
            <a:custGeom>
              <a:rect b="b" l="l" r="r" t="t"/>
              <a:pathLst>
                <a:path extrusionOk="0" h="1972" w="7373">
                  <a:moveTo>
                    <a:pt x="0" y="0"/>
                  </a:moveTo>
                  <a:lnTo>
                    <a:pt x="0" y="20"/>
                  </a:lnTo>
                  <a:cubicBezTo>
                    <a:pt x="33" y="20"/>
                    <a:pt x="65" y="20"/>
                    <a:pt x="117" y="36"/>
                  </a:cubicBezTo>
                  <a:cubicBezTo>
                    <a:pt x="117" y="36"/>
                    <a:pt x="134" y="53"/>
                    <a:pt x="150" y="53"/>
                  </a:cubicBezTo>
                  <a:cubicBezTo>
                    <a:pt x="267" y="85"/>
                    <a:pt x="384" y="121"/>
                    <a:pt x="505" y="137"/>
                  </a:cubicBezTo>
                  <a:cubicBezTo>
                    <a:pt x="384" y="101"/>
                    <a:pt x="267" y="69"/>
                    <a:pt x="150" y="36"/>
                  </a:cubicBezTo>
                  <a:cubicBezTo>
                    <a:pt x="134" y="36"/>
                    <a:pt x="117" y="36"/>
                    <a:pt x="117" y="20"/>
                  </a:cubicBezTo>
                  <a:cubicBezTo>
                    <a:pt x="81" y="20"/>
                    <a:pt x="33" y="0"/>
                    <a:pt x="0" y="0"/>
                  </a:cubicBezTo>
                  <a:close/>
                  <a:moveTo>
                    <a:pt x="505" y="137"/>
                  </a:moveTo>
                  <a:lnTo>
                    <a:pt x="538" y="154"/>
                  </a:lnTo>
                  <a:cubicBezTo>
                    <a:pt x="586" y="170"/>
                    <a:pt x="639" y="186"/>
                    <a:pt x="687" y="186"/>
                  </a:cubicBezTo>
                  <a:cubicBezTo>
                    <a:pt x="639" y="170"/>
                    <a:pt x="586" y="154"/>
                    <a:pt x="554" y="137"/>
                  </a:cubicBezTo>
                  <a:close/>
                  <a:moveTo>
                    <a:pt x="687" y="186"/>
                  </a:moveTo>
                  <a:lnTo>
                    <a:pt x="687" y="186"/>
                  </a:lnTo>
                  <a:cubicBezTo>
                    <a:pt x="756" y="222"/>
                    <a:pt x="824" y="238"/>
                    <a:pt x="889" y="255"/>
                  </a:cubicBezTo>
                  <a:cubicBezTo>
                    <a:pt x="974" y="271"/>
                    <a:pt x="1075" y="303"/>
                    <a:pt x="1160" y="323"/>
                  </a:cubicBezTo>
                  <a:cubicBezTo>
                    <a:pt x="1212" y="339"/>
                    <a:pt x="1261" y="356"/>
                    <a:pt x="1293" y="356"/>
                  </a:cubicBezTo>
                  <a:cubicBezTo>
                    <a:pt x="1394" y="388"/>
                    <a:pt x="1479" y="404"/>
                    <a:pt x="1564" y="424"/>
                  </a:cubicBezTo>
                  <a:cubicBezTo>
                    <a:pt x="1479" y="388"/>
                    <a:pt x="1394" y="372"/>
                    <a:pt x="1313" y="356"/>
                  </a:cubicBezTo>
                  <a:cubicBezTo>
                    <a:pt x="1261" y="339"/>
                    <a:pt x="1212" y="323"/>
                    <a:pt x="1160" y="303"/>
                  </a:cubicBezTo>
                  <a:cubicBezTo>
                    <a:pt x="1075" y="287"/>
                    <a:pt x="990" y="271"/>
                    <a:pt x="909" y="238"/>
                  </a:cubicBezTo>
                  <a:cubicBezTo>
                    <a:pt x="824" y="222"/>
                    <a:pt x="756" y="202"/>
                    <a:pt x="687" y="186"/>
                  </a:cubicBezTo>
                  <a:close/>
                  <a:moveTo>
                    <a:pt x="1564" y="424"/>
                  </a:moveTo>
                  <a:cubicBezTo>
                    <a:pt x="1596" y="440"/>
                    <a:pt x="1632" y="457"/>
                    <a:pt x="1681" y="457"/>
                  </a:cubicBezTo>
                  <a:cubicBezTo>
                    <a:pt x="1648" y="440"/>
                    <a:pt x="1596" y="424"/>
                    <a:pt x="1564" y="424"/>
                  </a:cubicBezTo>
                  <a:close/>
                  <a:moveTo>
                    <a:pt x="1798" y="489"/>
                  </a:moveTo>
                  <a:lnTo>
                    <a:pt x="1798" y="489"/>
                  </a:lnTo>
                  <a:cubicBezTo>
                    <a:pt x="1899" y="525"/>
                    <a:pt x="2000" y="558"/>
                    <a:pt x="2101" y="574"/>
                  </a:cubicBezTo>
                  <a:cubicBezTo>
                    <a:pt x="2000" y="541"/>
                    <a:pt x="1899" y="505"/>
                    <a:pt x="1798" y="489"/>
                  </a:cubicBezTo>
                  <a:close/>
                  <a:moveTo>
                    <a:pt x="2101" y="574"/>
                  </a:moveTo>
                  <a:cubicBezTo>
                    <a:pt x="2254" y="626"/>
                    <a:pt x="2424" y="659"/>
                    <a:pt x="2574" y="707"/>
                  </a:cubicBezTo>
                  <a:cubicBezTo>
                    <a:pt x="2675" y="743"/>
                    <a:pt x="2792" y="760"/>
                    <a:pt x="2909" y="792"/>
                  </a:cubicBezTo>
                  <a:cubicBezTo>
                    <a:pt x="2978" y="808"/>
                    <a:pt x="3046" y="828"/>
                    <a:pt x="3095" y="844"/>
                  </a:cubicBezTo>
                  <a:cubicBezTo>
                    <a:pt x="3180" y="877"/>
                    <a:pt x="3264" y="893"/>
                    <a:pt x="3349" y="909"/>
                  </a:cubicBezTo>
                  <a:cubicBezTo>
                    <a:pt x="3414" y="929"/>
                    <a:pt x="3466" y="945"/>
                    <a:pt x="3535" y="961"/>
                  </a:cubicBezTo>
                  <a:cubicBezTo>
                    <a:pt x="3583" y="978"/>
                    <a:pt x="3636" y="994"/>
                    <a:pt x="3684" y="1010"/>
                  </a:cubicBezTo>
                  <a:cubicBezTo>
                    <a:pt x="3753" y="1030"/>
                    <a:pt x="3818" y="1046"/>
                    <a:pt x="3886" y="1062"/>
                  </a:cubicBezTo>
                  <a:cubicBezTo>
                    <a:pt x="3971" y="1079"/>
                    <a:pt x="4040" y="1095"/>
                    <a:pt x="4121" y="1131"/>
                  </a:cubicBezTo>
                  <a:cubicBezTo>
                    <a:pt x="4274" y="1163"/>
                    <a:pt x="4424" y="1212"/>
                    <a:pt x="4577" y="1248"/>
                  </a:cubicBezTo>
                  <a:cubicBezTo>
                    <a:pt x="4678" y="1264"/>
                    <a:pt x="4779" y="1297"/>
                    <a:pt x="4864" y="1333"/>
                  </a:cubicBezTo>
                  <a:cubicBezTo>
                    <a:pt x="4965" y="1349"/>
                    <a:pt x="5066" y="1382"/>
                    <a:pt x="5167" y="1414"/>
                  </a:cubicBezTo>
                  <a:cubicBezTo>
                    <a:pt x="5268" y="1434"/>
                    <a:pt x="5369" y="1466"/>
                    <a:pt x="5454" y="1483"/>
                  </a:cubicBezTo>
                  <a:cubicBezTo>
                    <a:pt x="5535" y="1499"/>
                    <a:pt x="5619" y="1535"/>
                    <a:pt x="5704" y="1551"/>
                  </a:cubicBezTo>
                  <a:cubicBezTo>
                    <a:pt x="5789" y="1567"/>
                    <a:pt x="5858" y="1600"/>
                    <a:pt x="5939" y="1616"/>
                  </a:cubicBezTo>
                  <a:cubicBezTo>
                    <a:pt x="5991" y="1636"/>
                    <a:pt x="6040" y="1652"/>
                    <a:pt x="6092" y="1652"/>
                  </a:cubicBezTo>
                  <a:cubicBezTo>
                    <a:pt x="6225" y="1701"/>
                    <a:pt x="6363" y="1737"/>
                    <a:pt x="6496" y="1769"/>
                  </a:cubicBezTo>
                  <a:cubicBezTo>
                    <a:pt x="6581" y="1786"/>
                    <a:pt x="6666" y="1818"/>
                    <a:pt x="6747" y="1838"/>
                  </a:cubicBezTo>
                  <a:lnTo>
                    <a:pt x="6783" y="1838"/>
                  </a:lnTo>
                  <a:lnTo>
                    <a:pt x="6747" y="1818"/>
                  </a:lnTo>
                  <a:cubicBezTo>
                    <a:pt x="6666" y="1802"/>
                    <a:pt x="6581" y="1769"/>
                    <a:pt x="6496" y="1753"/>
                  </a:cubicBezTo>
                  <a:cubicBezTo>
                    <a:pt x="6379" y="1717"/>
                    <a:pt x="6242" y="1685"/>
                    <a:pt x="6108" y="1652"/>
                  </a:cubicBezTo>
                  <a:cubicBezTo>
                    <a:pt x="6040" y="1636"/>
                    <a:pt x="5991" y="1616"/>
                    <a:pt x="5939" y="1600"/>
                  </a:cubicBezTo>
                  <a:cubicBezTo>
                    <a:pt x="5874" y="1584"/>
                    <a:pt x="5789" y="1567"/>
                    <a:pt x="5720" y="1535"/>
                  </a:cubicBezTo>
                  <a:cubicBezTo>
                    <a:pt x="5636" y="1515"/>
                    <a:pt x="5555" y="1499"/>
                    <a:pt x="5470" y="1466"/>
                  </a:cubicBezTo>
                  <a:cubicBezTo>
                    <a:pt x="5369" y="1450"/>
                    <a:pt x="5268" y="1414"/>
                    <a:pt x="5167" y="1398"/>
                  </a:cubicBezTo>
                  <a:cubicBezTo>
                    <a:pt x="5066" y="1365"/>
                    <a:pt x="4965" y="1349"/>
                    <a:pt x="4880" y="1313"/>
                  </a:cubicBezTo>
                  <a:cubicBezTo>
                    <a:pt x="4779" y="1281"/>
                    <a:pt x="4678" y="1264"/>
                    <a:pt x="4577" y="1232"/>
                  </a:cubicBezTo>
                  <a:cubicBezTo>
                    <a:pt x="4424" y="1196"/>
                    <a:pt x="4274" y="1147"/>
                    <a:pt x="4121" y="1111"/>
                  </a:cubicBezTo>
                  <a:cubicBezTo>
                    <a:pt x="4056" y="1095"/>
                    <a:pt x="3971" y="1062"/>
                    <a:pt x="3886" y="1046"/>
                  </a:cubicBezTo>
                  <a:cubicBezTo>
                    <a:pt x="3818" y="1030"/>
                    <a:pt x="3753" y="1010"/>
                    <a:pt x="3684" y="994"/>
                  </a:cubicBezTo>
                  <a:cubicBezTo>
                    <a:pt x="3636" y="978"/>
                    <a:pt x="3583" y="961"/>
                    <a:pt x="3535" y="945"/>
                  </a:cubicBezTo>
                  <a:cubicBezTo>
                    <a:pt x="3466" y="929"/>
                    <a:pt x="3414" y="909"/>
                    <a:pt x="3349" y="893"/>
                  </a:cubicBezTo>
                  <a:cubicBezTo>
                    <a:pt x="3264" y="877"/>
                    <a:pt x="3180" y="860"/>
                    <a:pt x="3111" y="828"/>
                  </a:cubicBezTo>
                  <a:cubicBezTo>
                    <a:pt x="3046" y="808"/>
                    <a:pt x="2978" y="792"/>
                    <a:pt x="2909" y="776"/>
                  </a:cubicBezTo>
                  <a:cubicBezTo>
                    <a:pt x="2792" y="760"/>
                    <a:pt x="2691" y="727"/>
                    <a:pt x="2574" y="691"/>
                  </a:cubicBezTo>
                  <a:cubicBezTo>
                    <a:pt x="2424" y="642"/>
                    <a:pt x="2271" y="606"/>
                    <a:pt x="2121" y="574"/>
                  </a:cubicBezTo>
                  <a:close/>
                  <a:moveTo>
                    <a:pt x="6783" y="1838"/>
                  </a:moveTo>
                  <a:cubicBezTo>
                    <a:pt x="6900" y="1870"/>
                    <a:pt x="7017" y="1903"/>
                    <a:pt x="7134" y="1939"/>
                  </a:cubicBezTo>
                  <a:cubicBezTo>
                    <a:pt x="7203" y="1955"/>
                    <a:pt x="7272" y="1971"/>
                    <a:pt x="7373" y="1971"/>
                  </a:cubicBezTo>
                  <a:cubicBezTo>
                    <a:pt x="7288" y="1955"/>
                    <a:pt x="7203" y="1939"/>
                    <a:pt x="7151" y="1919"/>
                  </a:cubicBezTo>
                  <a:cubicBezTo>
                    <a:pt x="7017" y="1887"/>
                    <a:pt x="6900" y="1870"/>
                    <a:pt x="6783" y="18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0"/>
            <p:cNvSpPr/>
            <p:nvPr/>
          </p:nvSpPr>
          <p:spPr>
            <a:xfrm>
              <a:off x="1948387" y="771950"/>
              <a:ext cx="787349" cy="209178"/>
            </a:xfrm>
            <a:custGeom>
              <a:rect b="b" l="l" r="r" t="t"/>
              <a:pathLst>
                <a:path extrusionOk="0" h="2106" w="7927">
                  <a:moveTo>
                    <a:pt x="0" y="1"/>
                  </a:moveTo>
                  <a:lnTo>
                    <a:pt x="0" y="17"/>
                  </a:lnTo>
                  <a:cubicBezTo>
                    <a:pt x="49" y="17"/>
                    <a:pt x="101" y="33"/>
                    <a:pt x="134" y="53"/>
                  </a:cubicBezTo>
                  <a:lnTo>
                    <a:pt x="182" y="53"/>
                  </a:lnTo>
                  <a:cubicBezTo>
                    <a:pt x="166" y="33"/>
                    <a:pt x="150" y="33"/>
                    <a:pt x="134" y="33"/>
                  </a:cubicBezTo>
                  <a:cubicBezTo>
                    <a:pt x="101" y="17"/>
                    <a:pt x="49" y="1"/>
                    <a:pt x="0" y="1"/>
                  </a:cubicBezTo>
                  <a:close/>
                  <a:moveTo>
                    <a:pt x="182" y="53"/>
                  </a:moveTo>
                  <a:lnTo>
                    <a:pt x="182" y="53"/>
                  </a:lnTo>
                  <a:cubicBezTo>
                    <a:pt x="251" y="69"/>
                    <a:pt x="319" y="102"/>
                    <a:pt x="384" y="118"/>
                  </a:cubicBezTo>
                  <a:cubicBezTo>
                    <a:pt x="437" y="134"/>
                    <a:pt x="485" y="134"/>
                    <a:pt x="538" y="154"/>
                  </a:cubicBezTo>
                  <a:cubicBezTo>
                    <a:pt x="606" y="170"/>
                    <a:pt x="655" y="187"/>
                    <a:pt x="723" y="203"/>
                  </a:cubicBezTo>
                  <a:cubicBezTo>
                    <a:pt x="788" y="219"/>
                    <a:pt x="857" y="235"/>
                    <a:pt x="925" y="255"/>
                  </a:cubicBezTo>
                  <a:cubicBezTo>
                    <a:pt x="990" y="271"/>
                    <a:pt x="1075" y="304"/>
                    <a:pt x="1144" y="320"/>
                  </a:cubicBezTo>
                  <a:cubicBezTo>
                    <a:pt x="1212" y="336"/>
                    <a:pt x="1277" y="356"/>
                    <a:pt x="1362" y="372"/>
                  </a:cubicBezTo>
                  <a:cubicBezTo>
                    <a:pt x="1446" y="405"/>
                    <a:pt x="1531" y="421"/>
                    <a:pt x="1616" y="437"/>
                  </a:cubicBezTo>
                  <a:cubicBezTo>
                    <a:pt x="1531" y="405"/>
                    <a:pt x="1446" y="389"/>
                    <a:pt x="1362" y="356"/>
                  </a:cubicBezTo>
                  <a:cubicBezTo>
                    <a:pt x="1293" y="336"/>
                    <a:pt x="1212" y="320"/>
                    <a:pt x="1144" y="304"/>
                  </a:cubicBezTo>
                  <a:cubicBezTo>
                    <a:pt x="1075" y="288"/>
                    <a:pt x="990" y="271"/>
                    <a:pt x="925" y="235"/>
                  </a:cubicBezTo>
                  <a:cubicBezTo>
                    <a:pt x="857" y="219"/>
                    <a:pt x="788" y="203"/>
                    <a:pt x="723" y="187"/>
                  </a:cubicBezTo>
                  <a:cubicBezTo>
                    <a:pt x="655" y="170"/>
                    <a:pt x="606" y="154"/>
                    <a:pt x="538" y="134"/>
                  </a:cubicBezTo>
                  <a:cubicBezTo>
                    <a:pt x="485" y="134"/>
                    <a:pt x="437" y="118"/>
                    <a:pt x="384" y="102"/>
                  </a:cubicBezTo>
                  <a:cubicBezTo>
                    <a:pt x="319" y="86"/>
                    <a:pt x="251" y="69"/>
                    <a:pt x="182" y="53"/>
                  </a:cubicBezTo>
                  <a:close/>
                  <a:moveTo>
                    <a:pt x="1616" y="437"/>
                  </a:moveTo>
                  <a:lnTo>
                    <a:pt x="1616" y="437"/>
                  </a:lnTo>
                  <a:cubicBezTo>
                    <a:pt x="1681" y="457"/>
                    <a:pt x="1766" y="490"/>
                    <a:pt x="1834" y="506"/>
                  </a:cubicBezTo>
                  <a:cubicBezTo>
                    <a:pt x="1919" y="522"/>
                    <a:pt x="1984" y="538"/>
                    <a:pt x="2052" y="558"/>
                  </a:cubicBezTo>
                  <a:cubicBezTo>
                    <a:pt x="1984" y="522"/>
                    <a:pt x="1919" y="506"/>
                    <a:pt x="1850" y="490"/>
                  </a:cubicBezTo>
                  <a:cubicBezTo>
                    <a:pt x="1766" y="473"/>
                    <a:pt x="1697" y="457"/>
                    <a:pt x="1616" y="437"/>
                  </a:cubicBezTo>
                  <a:close/>
                  <a:moveTo>
                    <a:pt x="2052" y="558"/>
                  </a:moveTo>
                  <a:cubicBezTo>
                    <a:pt x="2121" y="574"/>
                    <a:pt x="2186" y="607"/>
                    <a:pt x="2254" y="623"/>
                  </a:cubicBezTo>
                  <a:cubicBezTo>
                    <a:pt x="2339" y="639"/>
                    <a:pt x="2424" y="659"/>
                    <a:pt x="2525" y="692"/>
                  </a:cubicBezTo>
                  <a:cubicBezTo>
                    <a:pt x="2590" y="708"/>
                    <a:pt x="2675" y="724"/>
                    <a:pt x="2759" y="740"/>
                  </a:cubicBezTo>
                  <a:cubicBezTo>
                    <a:pt x="2675" y="708"/>
                    <a:pt x="2590" y="692"/>
                    <a:pt x="2525" y="675"/>
                  </a:cubicBezTo>
                  <a:cubicBezTo>
                    <a:pt x="2440" y="659"/>
                    <a:pt x="2339" y="623"/>
                    <a:pt x="2254" y="607"/>
                  </a:cubicBezTo>
                  <a:cubicBezTo>
                    <a:pt x="2186" y="591"/>
                    <a:pt x="2121" y="574"/>
                    <a:pt x="2052" y="558"/>
                  </a:cubicBezTo>
                  <a:close/>
                  <a:moveTo>
                    <a:pt x="2759" y="740"/>
                  </a:moveTo>
                  <a:lnTo>
                    <a:pt x="2759" y="740"/>
                  </a:lnTo>
                  <a:cubicBezTo>
                    <a:pt x="2929" y="793"/>
                    <a:pt x="3095" y="841"/>
                    <a:pt x="3264" y="894"/>
                  </a:cubicBezTo>
                  <a:lnTo>
                    <a:pt x="3535" y="962"/>
                  </a:lnTo>
                  <a:cubicBezTo>
                    <a:pt x="3652" y="994"/>
                    <a:pt x="3769" y="1027"/>
                    <a:pt x="3886" y="1063"/>
                  </a:cubicBezTo>
                  <a:cubicBezTo>
                    <a:pt x="3955" y="1079"/>
                    <a:pt x="4020" y="1095"/>
                    <a:pt x="4088" y="1112"/>
                  </a:cubicBezTo>
                  <a:cubicBezTo>
                    <a:pt x="4173" y="1128"/>
                    <a:pt x="4258" y="1164"/>
                    <a:pt x="4343" y="1180"/>
                  </a:cubicBezTo>
                  <a:lnTo>
                    <a:pt x="4476" y="1213"/>
                  </a:lnTo>
                  <a:cubicBezTo>
                    <a:pt x="4646" y="1265"/>
                    <a:pt x="4795" y="1297"/>
                    <a:pt x="4965" y="1346"/>
                  </a:cubicBezTo>
                  <a:lnTo>
                    <a:pt x="5082" y="1382"/>
                  </a:lnTo>
                  <a:cubicBezTo>
                    <a:pt x="5232" y="1415"/>
                    <a:pt x="5385" y="1467"/>
                    <a:pt x="5535" y="1499"/>
                  </a:cubicBezTo>
                  <a:lnTo>
                    <a:pt x="5619" y="1516"/>
                  </a:lnTo>
                  <a:cubicBezTo>
                    <a:pt x="5757" y="1548"/>
                    <a:pt x="5890" y="1584"/>
                    <a:pt x="6007" y="1633"/>
                  </a:cubicBezTo>
                  <a:cubicBezTo>
                    <a:pt x="6177" y="1669"/>
                    <a:pt x="6363" y="1718"/>
                    <a:pt x="6528" y="1770"/>
                  </a:cubicBezTo>
                  <a:lnTo>
                    <a:pt x="6581" y="1786"/>
                  </a:lnTo>
                  <a:cubicBezTo>
                    <a:pt x="6646" y="1802"/>
                    <a:pt x="6714" y="1819"/>
                    <a:pt x="6783" y="1835"/>
                  </a:cubicBezTo>
                  <a:cubicBezTo>
                    <a:pt x="6916" y="1871"/>
                    <a:pt x="7050" y="1903"/>
                    <a:pt x="7187" y="1936"/>
                  </a:cubicBezTo>
                  <a:cubicBezTo>
                    <a:pt x="7050" y="1903"/>
                    <a:pt x="6916" y="1851"/>
                    <a:pt x="6783" y="1819"/>
                  </a:cubicBezTo>
                  <a:cubicBezTo>
                    <a:pt x="6714" y="1802"/>
                    <a:pt x="6646" y="1786"/>
                    <a:pt x="6581" y="1770"/>
                  </a:cubicBezTo>
                  <a:lnTo>
                    <a:pt x="6528" y="1750"/>
                  </a:lnTo>
                  <a:cubicBezTo>
                    <a:pt x="6363" y="1701"/>
                    <a:pt x="6193" y="1669"/>
                    <a:pt x="6007" y="1617"/>
                  </a:cubicBezTo>
                  <a:cubicBezTo>
                    <a:pt x="5890" y="1584"/>
                    <a:pt x="5757" y="1548"/>
                    <a:pt x="5636" y="1516"/>
                  </a:cubicBezTo>
                  <a:lnTo>
                    <a:pt x="5535" y="1483"/>
                  </a:lnTo>
                  <a:cubicBezTo>
                    <a:pt x="5385" y="1447"/>
                    <a:pt x="5232" y="1398"/>
                    <a:pt x="5082" y="1366"/>
                  </a:cubicBezTo>
                  <a:lnTo>
                    <a:pt x="4965" y="1330"/>
                  </a:lnTo>
                  <a:cubicBezTo>
                    <a:pt x="4812" y="1297"/>
                    <a:pt x="4646" y="1245"/>
                    <a:pt x="4476" y="1196"/>
                  </a:cubicBezTo>
                  <a:lnTo>
                    <a:pt x="4343" y="1164"/>
                  </a:lnTo>
                  <a:cubicBezTo>
                    <a:pt x="4258" y="1144"/>
                    <a:pt x="4173" y="1112"/>
                    <a:pt x="4088" y="1095"/>
                  </a:cubicBezTo>
                  <a:cubicBezTo>
                    <a:pt x="4020" y="1079"/>
                    <a:pt x="3955" y="1063"/>
                    <a:pt x="3886" y="1043"/>
                  </a:cubicBezTo>
                  <a:cubicBezTo>
                    <a:pt x="3769" y="1011"/>
                    <a:pt x="3652" y="978"/>
                    <a:pt x="3535" y="942"/>
                  </a:cubicBezTo>
                  <a:lnTo>
                    <a:pt x="3264" y="877"/>
                  </a:lnTo>
                  <a:cubicBezTo>
                    <a:pt x="3095" y="825"/>
                    <a:pt x="2929" y="776"/>
                    <a:pt x="2759" y="740"/>
                  </a:cubicBezTo>
                  <a:close/>
                  <a:moveTo>
                    <a:pt x="7187" y="1936"/>
                  </a:moveTo>
                  <a:lnTo>
                    <a:pt x="7187" y="1936"/>
                  </a:lnTo>
                  <a:cubicBezTo>
                    <a:pt x="7288" y="1972"/>
                    <a:pt x="7389" y="2004"/>
                    <a:pt x="7490" y="2021"/>
                  </a:cubicBezTo>
                  <a:cubicBezTo>
                    <a:pt x="7554" y="2037"/>
                    <a:pt x="7623" y="2053"/>
                    <a:pt x="7708" y="2089"/>
                  </a:cubicBezTo>
                  <a:cubicBezTo>
                    <a:pt x="7756" y="2089"/>
                    <a:pt x="7809" y="2105"/>
                    <a:pt x="7857" y="2105"/>
                  </a:cubicBezTo>
                  <a:lnTo>
                    <a:pt x="7926" y="2105"/>
                  </a:lnTo>
                  <a:cubicBezTo>
                    <a:pt x="7910" y="2105"/>
                    <a:pt x="7894" y="2089"/>
                    <a:pt x="7857" y="2089"/>
                  </a:cubicBezTo>
                  <a:cubicBezTo>
                    <a:pt x="7809" y="2089"/>
                    <a:pt x="7756" y="2089"/>
                    <a:pt x="7708" y="2073"/>
                  </a:cubicBezTo>
                  <a:cubicBezTo>
                    <a:pt x="7639" y="2053"/>
                    <a:pt x="7554" y="2037"/>
                    <a:pt x="7490" y="2004"/>
                  </a:cubicBezTo>
                  <a:cubicBezTo>
                    <a:pt x="7389" y="1988"/>
                    <a:pt x="7288" y="1952"/>
                    <a:pt x="7187" y="19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6" name="Google Shape;5706;p70"/>
          <p:cNvSpPr txBox="1"/>
          <p:nvPr>
            <p:ph type="title"/>
          </p:nvPr>
        </p:nvSpPr>
        <p:spPr>
          <a:xfrm>
            <a:off x="4239350" y="1053100"/>
            <a:ext cx="4191300" cy="1066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5707" name="Google Shape;5707;p70"/>
          <p:cNvSpPr txBox="1"/>
          <p:nvPr>
            <p:ph idx="1" type="subTitle"/>
          </p:nvPr>
        </p:nvSpPr>
        <p:spPr>
          <a:xfrm>
            <a:off x="4239300" y="2119500"/>
            <a:ext cx="4191300" cy="116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accent1"/>
                </a:solidFill>
                <a:latin typeface="Syne"/>
                <a:ea typeface="Syne"/>
                <a:cs typeface="Syne"/>
                <a:sym typeface="Syne"/>
              </a:rPr>
              <a:t>Do you have any questions?</a:t>
            </a:r>
            <a:endParaRPr b="1" sz="2000">
              <a:solidFill>
                <a:schemeClr val="accent1"/>
              </a:solidFill>
              <a:latin typeface="Syne"/>
              <a:ea typeface="Syne"/>
              <a:cs typeface="Syne"/>
              <a:sym typeface="Syne"/>
            </a:endParaRPr>
          </a:p>
          <a:p>
            <a:pPr indent="0" lvl="0" marL="0" rtl="0" algn="r">
              <a:spcBef>
                <a:spcPts val="0"/>
              </a:spcBef>
              <a:spcAft>
                <a:spcPts val="0"/>
              </a:spcAft>
              <a:buNone/>
            </a:pPr>
            <a:r>
              <a:rPr lang="en">
                <a:solidFill>
                  <a:schemeClr val="accent1"/>
                </a:solidFill>
              </a:rPr>
              <a:t>youremail@freepik.com</a:t>
            </a:r>
            <a:endParaRPr>
              <a:solidFill>
                <a:schemeClr val="accent1"/>
              </a:solidFill>
            </a:endParaRPr>
          </a:p>
          <a:p>
            <a:pPr indent="0" lvl="0" marL="0" rtl="0" algn="r">
              <a:spcBef>
                <a:spcPts val="0"/>
              </a:spcBef>
              <a:spcAft>
                <a:spcPts val="0"/>
              </a:spcAft>
              <a:buNone/>
            </a:pPr>
            <a:r>
              <a:rPr lang="en">
                <a:solidFill>
                  <a:schemeClr val="accent1"/>
                </a:solidFill>
              </a:rPr>
              <a:t>+34 654 321 432</a:t>
            </a:r>
            <a:endParaRPr>
              <a:solidFill>
                <a:schemeClr val="accent1"/>
              </a:solidFill>
            </a:endParaRPr>
          </a:p>
          <a:p>
            <a:pPr indent="0" lvl="0" marL="0" rtl="0" algn="r">
              <a:spcBef>
                <a:spcPts val="0"/>
              </a:spcBef>
              <a:spcAft>
                <a:spcPts val="0"/>
              </a:spcAft>
              <a:buNone/>
            </a:pPr>
            <a:r>
              <a:rPr lang="en">
                <a:solidFill>
                  <a:schemeClr val="accent1"/>
                </a:solidFill>
              </a:rPr>
              <a:t>yourwebsite.com</a:t>
            </a:r>
            <a:endParaRPr>
              <a:solidFill>
                <a:schemeClr val="accent1"/>
              </a:solidFill>
            </a:endParaRPr>
          </a:p>
        </p:txBody>
      </p:sp>
      <p:sp>
        <p:nvSpPr>
          <p:cNvPr id="5708" name="Google Shape;5708;p70"/>
          <p:cNvSpPr/>
          <p:nvPr/>
        </p:nvSpPr>
        <p:spPr>
          <a:xfrm>
            <a:off x="6257450" y="539512"/>
            <a:ext cx="437400" cy="437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0"/>
          <p:cNvSpPr/>
          <p:nvPr/>
        </p:nvSpPr>
        <p:spPr>
          <a:xfrm>
            <a:off x="7125325" y="539512"/>
            <a:ext cx="437400" cy="437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0"/>
          <p:cNvSpPr/>
          <p:nvPr/>
        </p:nvSpPr>
        <p:spPr>
          <a:xfrm>
            <a:off x="7993200" y="539512"/>
            <a:ext cx="437400" cy="437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1" name="Google Shape;5711;p70"/>
          <p:cNvGrpSpPr/>
          <p:nvPr/>
        </p:nvGrpSpPr>
        <p:grpSpPr>
          <a:xfrm>
            <a:off x="6344599" y="619010"/>
            <a:ext cx="276012" cy="275991"/>
            <a:chOff x="3368074" y="3882537"/>
            <a:chExt cx="215298" cy="215298"/>
          </a:xfrm>
        </p:grpSpPr>
        <p:sp>
          <p:nvSpPr>
            <p:cNvPr id="5712" name="Google Shape;5712;p7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70"/>
          <p:cNvGrpSpPr/>
          <p:nvPr/>
        </p:nvGrpSpPr>
        <p:grpSpPr>
          <a:xfrm>
            <a:off x="7210631" y="637718"/>
            <a:ext cx="266790" cy="238574"/>
            <a:chOff x="3824739" y="3890112"/>
            <a:chExt cx="208105" cy="186110"/>
          </a:xfrm>
        </p:grpSpPr>
        <p:sp>
          <p:nvSpPr>
            <p:cNvPr id="5716" name="Google Shape;5716;p7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9" name="Google Shape;5719;p70"/>
          <p:cNvSpPr/>
          <p:nvPr/>
        </p:nvSpPr>
        <p:spPr>
          <a:xfrm>
            <a:off x="8074515" y="637957"/>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0"/>
          <p:cNvSpPr txBox="1"/>
          <p:nvPr/>
        </p:nvSpPr>
        <p:spPr>
          <a:xfrm>
            <a:off x="4239474" y="4101300"/>
            <a:ext cx="4191300" cy="260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Syne Medium"/>
                <a:ea typeface="Syne Medium"/>
                <a:cs typeface="Syne Medium"/>
                <a:sym typeface="Syne Medium"/>
              </a:rPr>
              <a:t>Please keep this slide for attribution</a:t>
            </a:r>
            <a:endParaRPr sz="1200">
              <a:solidFill>
                <a:schemeClr val="dk1"/>
              </a:solidFill>
              <a:latin typeface="Syne Medium"/>
              <a:ea typeface="Syne Medium"/>
              <a:cs typeface="Syne Medium"/>
              <a:sym typeface="Syne Medium"/>
            </a:endParaRPr>
          </a:p>
        </p:txBody>
      </p:sp>
      <p:pic>
        <p:nvPicPr>
          <p:cNvPr id="5721" name="Google Shape;5721;p70"/>
          <p:cNvPicPr preferRelativeResize="0"/>
          <p:nvPr>
            <p:ph idx="2" type="pic"/>
          </p:nvPr>
        </p:nvPicPr>
        <p:blipFill rotWithShape="1">
          <a:blip r:embed="rId3">
            <a:alphaModFix/>
          </a:blip>
          <a:srcRect b="18137" l="0" r="0" t="1177"/>
          <a:stretch/>
        </p:blipFill>
        <p:spPr>
          <a:xfrm>
            <a:off x="563875" y="539550"/>
            <a:ext cx="3463300" cy="4064399"/>
          </a:xfrm>
          <a:prstGeom prst="rect">
            <a:avLst/>
          </a:prstGeom>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5" name="Shape 5725"/>
        <p:cNvGrpSpPr/>
        <p:nvPr/>
      </p:nvGrpSpPr>
      <p:grpSpPr>
        <a:xfrm>
          <a:off x="0" y="0"/>
          <a:ext cx="0" cy="0"/>
          <a:chOff x="0" y="0"/>
          <a:chExt cx="0" cy="0"/>
        </a:xfrm>
      </p:grpSpPr>
      <p:sp>
        <p:nvSpPr>
          <p:cNvPr id="5726" name="Google Shape;5726;p71"/>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5727" name="Google Shape;5727;p71"/>
          <p:cNvSpPr txBox="1"/>
          <p:nvPr>
            <p:ph idx="1" type="subTitle"/>
          </p:nvPr>
        </p:nvSpPr>
        <p:spPr>
          <a:xfrm>
            <a:off x="720025" y="1532675"/>
            <a:ext cx="4101600" cy="233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2000">
                <a:latin typeface="Syne"/>
                <a:ea typeface="Syne"/>
                <a:cs typeface="Syne"/>
                <a:sym typeface="Syne"/>
              </a:rPr>
              <a:t>Photos</a:t>
            </a:r>
            <a:endParaRPr b="1" sz="2000">
              <a:latin typeface="Syne"/>
              <a:ea typeface="Syne"/>
              <a:cs typeface="Syne"/>
              <a:sym typeface="Syne"/>
            </a:endParaRPr>
          </a:p>
          <a:p>
            <a:pPr indent="-317500" lvl="0" marL="457200" rtl="0" algn="l">
              <a:spcBef>
                <a:spcPts val="0"/>
              </a:spcBef>
              <a:spcAft>
                <a:spcPts val="0"/>
              </a:spcAft>
              <a:buSzPts val="1400"/>
              <a:buChar char="●"/>
            </a:pPr>
            <a:r>
              <a:rPr lang="en" u="sng">
                <a:solidFill>
                  <a:schemeClr val="hlink"/>
                </a:solidFill>
                <a:hlinkClick r:id="rId3"/>
              </a:rPr>
              <a:t>Analog landscape of city with buildings I</a:t>
            </a:r>
            <a:endParaRPr/>
          </a:p>
          <a:p>
            <a:pPr indent="-317500" lvl="0" marL="457200" rtl="0" algn="l">
              <a:spcBef>
                <a:spcPts val="0"/>
              </a:spcBef>
              <a:spcAft>
                <a:spcPts val="0"/>
              </a:spcAft>
              <a:buSzPts val="1400"/>
              <a:buChar char="●"/>
            </a:pPr>
            <a:r>
              <a:rPr lang="en" u="sng">
                <a:solidFill>
                  <a:schemeClr val="hlink"/>
                </a:solidFill>
                <a:hlinkClick r:id="rId4"/>
              </a:rPr>
              <a:t>Analog landscape of city with buildings II</a:t>
            </a:r>
            <a:endParaRPr/>
          </a:p>
          <a:p>
            <a:pPr indent="-317500" lvl="0" marL="457200" rtl="0" algn="l">
              <a:spcBef>
                <a:spcPts val="0"/>
              </a:spcBef>
              <a:spcAft>
                <a:spcPts val="0"/>
              </a:spcAft>
              <a:buSzPts val="1400"/>
              <a:buChar char="●"/>
            </a:pPr>
            <a:r>
              <a:rPr lang="en" u="sng">
                <a:solidFill>
                  <a:schemeClr val="hlink"/>
                </a:solidFill>
                <a:hlinkClick r:id="rId5"/>
              </a:rPr>
              <a:t>Sunny urban landscape I</a:t>
            </a:r>
            <a:endParaRPr/>
          </a:p>
          <a:p>
            <a:pPr indent="-317500" lvl="0" marL="457200" rtl="0" algn="l">
              <a:spcBef>
                <a:spcPts val="0"/>
              </a:spcBef>
              <a:spcAft>
                <a:spcPts val="0"/>
              </a:spcAft>
              <a:buSzPts val="1400"/>
              <a:buChar char="●"/>
            </a:pPr>
            <a:r>
              <a:rPr lang="en" u="sng">
                <a:solidFill>
                  <a:schemeClr val="hlink"/>
                </a:solidFill>
                <a:hlinkClick r:id="rId6"/>
              </a:rPr>
              <a:t>Sunny urban landscape </a:t>
            </a:r>
            <a:r>
              <a:rPr lang="en" u="sng"/>
              <a:t>II</a:t>
            </a:r>
            <a:endParaRPr u="sng"/>
          </a:p>
          <a:p>
            <a:pPr indent="-317500" lvl="0" marL="457200" rtl="0" algn="l">
              <a:spcBef>
                <a:spcPts val="0"/>
              </a:spcBef>
              <a:spcAft>
                <a:spcPts val="0"/>
              </a:spcAft>
              <a:buSzPts val="1400"/>
              <a:buChar char="●"/>
            </a:pPr>
            <a:r>
              <a:rPr lang="en" u="sng">
                <a:solidFill>
                  <a:schemeClr val="hlink"/>
                </a:solidFill>
                <a:hlinkClick r:id="rId7"/>
              </a:rPr>
              <a:t>Sunny urban landscape </a:t>
            </a:r>
            <a:r>
              <a:rPr lang="en" u="sng"/>
              <a:t>III</a:t>
            </a:r>
            <a:endParaRPr u="sng"/>
          </a:p>
          <a:p>
            <a:pPr indent="0" lvl="0" marL="0" rtl="0" algn="l">
              <a:spcBef>
                <a:spcPts val="0"/>
              </a:spcBef>
              <a:spcAft>
                <a:spcPts val="0"/>
              </a:spcAft>
              <a:buNone/>
            </a:pPr>
            <a:r>
              <a:t/>
            </a:r>
            <a:endParaRPr u="sng"/>
          </a:p>
          <a:p>
            <a:pPr indent="0" lvl="0" marL="0" rtl="0" algn="l">
              <a:spcBef>
                <a:spcPts val="0"/>
              </a:spcBef>
              <a:spcAft>
                <a:spcPts val="0"/>
              </a:spcAft>
              <a:buClr>
                <a:schemeClr val="dk1"/>
              </a:buClr>
              <a:buSzPts val="1100"/>
              <a:buFont typeface="Arial"/>
              <a:buNone/>
            </a:pPr>
            <a:r>
              <a:rPr b="1" lang="en" sz="2000">
                <a:latin typeface="Syne"/>
                <a:ea typeface="Syne"/>
                <a:cs typeface="Syne"/>
                <a:sym typeface="Syne"/>
              </a:rPr>
              <a:t>Vectors</a:t>
            </a:r>
            <a:endParaRPr b="1" sz="2000">
              <a:latin typeface="Syne"/>
              <a:ea typeface="Syne"/>
              <a:cs typeface="Syne"/>
              <a:sym typeface="Syne"/>
            </a:endParaRPr>
          </a:p>
          <a:p>
            <a:pPr indent="-317500" lvl="0" marL="457200" rtl="0" algn="l">
              <a:spcBef>
                <a:spcPts val="0"/>
              </a:spcBef>
              <a:spcAft>
                <a:spcPts val="0"/>
              </a:spcAft>
              <a:buSzPts val="1400"/>
              <a:buChar char="●"/>
            </a:pPr>
            <a:r>
              <a:rPr lang="en" u="sng">
                <a:hlinkClick r:id="rId8"/>
              </a:rPr>
              <a:t>Sketches modern city background</a:t>
            </a:r>
            <a:endParaRPr u="sng"/>
          </a:p>
        </p:txBody>
      </p:sp>
      <p:sp>
        <p:nvSpPr>
          <p:cNvPr id="5728" name="Google Shape;5728;p71"/>
          <p:cNvSpPr txBox="1"/>
          <p:nvPr>
            <p:ph idx="2" type="body"/>
          </p:nvPr>
        </p:nvSpPr>
        <p:spPr>
          <a:xfrm>
            <a:off x="720000" y="1045965"/>
            <a:ext cx="7704000" cy="34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Here’s an assortment of alternative resources whose style fits the one of this template:</a:t>
            </a:r>
            <a:endParaRPr/>
          </a:p>
        </p:txBody>
      </p:sp>
      <p:grpSp>
        <p:nvGrpSpPr>
          <p:cNvPr id="5729" name="Google Shape;5729;p71"/>
          <p:cNvGrpSpPr/>
          <p:nvPr/>
        </p:nvGrpSpPr>
        <p:grpSpPr>
          <a:xfrm>
            <a:off x="4611052" y="2292164"/>
            <a:ext cx="3972877" cy="1953738"/>
            <a:chOff x="2055062" y="924017"/>
            <a:chExt cx="2141944" cy="1053342"/>
          </a:xfrm>
        </p:grpSpPr>
        <p:sp>
          <p:nvSpPr>
            <p:cNvPr id="5730" name="Google Shape;5730;p71"/>
            <p:cNvSpPr/>
            <p:nvPr/>
          </p:nvSpPr>
          <p:spPr>
            <a:xfrm>
              <a:off x="2862773" y="967819"/>
              <a:ext cx="4966" cy="3278"/>
            </a:xfrm>
            <a:custGeom>
              <a:rect b="b" l="l" r="r" t="t"/>
              <a:pathLst>
                <a:path extrusionOk="0" h="33" w="50">
                  <a:moveTo>
                    <a:pt x="17" y="0"/>
                  </a:moveTo>
                  <a:cubicBezTo>
                    <a:pt x="17" y="0"/>
                    <a:pt x="1" y="0"/>
                    <a:pt x="1" y="16"/>
                  </a:cubicBezTo>
                  <a:lnTo>
                    <a:pt x="17" y="32"/>
                  </a:lnTo>
                  <a:lnTo>
                    <a:pt x="33" y="32"/>
                  </a:lnTo>
                  <a:lnTo>
                    <a:pt x="33" y="16"/>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1"/>
            <p:cNvSpPr/>
            <p:nvPr/>
          </p:nvSpPr>
          <p:spPr>
            <a:xfrm>
              <a:off x="2821057" y="959376"/>
              <a:ext cx="14998" cy="8542"/>
            </a:xfrm>
            <a:custGeom>
              <a:rect b="b" l="l" r="r" t="t"/>
              <a:pathLst>
                <a:path extrusionOk="0" h="86" w="151">
                  <a:moveTo>
                    <a:pt x="150" y="0"/>
                  </a:moveTo>
                  <a:cubicBezTo>
                    <a:pt x="150" y="0"/>
                    <a:pt x="134" y="0"/>
                    <a:pt x="118" y="16"/>
                  </a:cubicBezTo>
                  <a:cubicBezTo>
                    <a:pt x="102" y="16"/>
                    <a:pt x="81" y="16"/>
                    <a:pt x="65" y="33"/>
                  </a:cubicBezTo>
                  <a:cubicBezTo>
                    <a:pt x="33" y="49"/>
                    <a:pt x="1" y="85"/>
                    <a:pt x="1" y="85"/>
                  </a:cubicBezTo>
                  <a:cubicBezTo>
                    <a:pt x="1" y="85"/>
                    <a:pt x="49" y="85"/>
                    <a:pt x="81" y="65"/>
                  </a:cubicBezTo>
                  <a:cubicBezTo>
                    <a:pt x="102" y="49"/>
                    <a:pt x="118" y="33"/>
                    <a:pt x="134" y="33"/>
                  </a:cubicBezTo>
                  <a:cubicBezTo>
                    <a:pt x="150" y="16"/>
                    <a:pt x="150" y="0"/>
                    <a:pt x="1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2" name="Google Shape;5732;p71"/>
            <p:cNvGrpSpPr/>
            <p:nvPr/>
          </p:nvGrpSpPr>
          <p:grpSpPr>
            <a:xfrm>
              <a:off x="2055062" y="924017"/>
              <a:ext cx="2141944" cy="1053342"/>
              <a:chOff x="2055062" y="924017"/>
              <a:chExt cx="2141944" cy="1053342"/>
            </a:xfrm>
          </p:grpSpPr>
          <p:sp>
            <p:nvSpPr>
              <p:cNvPr id="5733" name="Google Shape;5733;p71"/>
              <p:cNvSpPr/>
              <p:nvPr/>
            </p:nvSpPr>
            <p:spPr>
              <a:xfrm>
                <a:off x="2063505" y="1720106"/>
                <a:ext cx="5364" cy="26619"/>
              </a:xfrm>
              <a:custGeom>
                <a:rect b="b" l="l" r="r" t="t"/>
                <a:pathLst>
                  <a:path extrusionOk="0" h="268" w="54">
                    <a:moveTo>
                      <a:pt x="33" y="0"/>
                    </a:moveTo>
                    <a:cubicBezTo>
                      <a:pt x="17" y="0"/>
                      <a:pt x="17" y="17"/>
                      <a:pt x="17" y="33"/>
                    </a:cubicBezTo>
                    <a:cubicBezTo>
                      <a:pt x="17" y="49"/>
                      <a:pt x="1" y="81"/>
                      <a:pt x="17" y="134"/>
                    </a:cubicBezTo>
                    <a:cubicBezTo>
                      <a:pt x="17" y="166"/>
                      <a:pt x="17" y="202"/>
                      <a:pt x="33" y="235"/>
                    </a:cubicBezTo>
                    <a:lnTo>
                      <a:pt x="33" y="267"/>
                    </a:lnTo>
                    <a:cubicBezTo>
                      <a:pt x="33" y="251"/>
                      <a:pt x="53" y="251"/>
                      <a:pt x="53" y="235"/>
                    </a:cubicBezTo>
                    <a:lnTo>
                      <a:pt x="53" y="134"/>
                    </a:lnTo>
                    <a:cubicBezTo>
                      <a:pt x="33" y="81"/>
                      <a:pt x="33" y="49"/>
                      <a:pt x="33" y="33"/>
                    </a:cubicBez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2083569" y="1743348"/>
                <a:ext cx="3278" cy="63568"/>
              </a:xfrm>
              <a:custGeom>
                <a:rect b="b" l="l" r="r" t="t"/>
                <a:pathLst>
                  <a:path extrusionOk="0" h="640" w="33">
                    <a:moveTo>
                      <a:pt x="17" y="1"/>
                    </a:moveTo>
                    <a:cubicBezTo>
                      <a:pt x="17" y="1"/>
                      <a:pt x="1" y="150"/>
                      <a:pt x="1" y="320"/>
                    </a:cubicBezTo>
                    <a:cubicBezTo>
                      <a:pt x="1" y="490"/>
                      <a:pt x="17" y="639"/>
                      <a:pt x="17" y="639"/>
                    </a:cubicBezTo>
                    <a:cubicBezTo>
                      <a:pt x="17" y="639"/>
                      <a:pt x="33" y="490"/>
                      <a:pt x="33" y="320"/>
                    </a:cubicBezTo>
                    <a:cubicBezTo>
                      <a:pt x="33" y="150"/>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2066683" y="1810393"/>
                <a:ext cx="3774" cy="28208"/>
              </a:xfrm>
              <a:custGeom>
                <a:rect b="b" l="l" r="r" t="t"/>
                <a:pathLst>
                  <a:path extrusionOk="0" h="284" w="38">
                    <a:moveTo>
                      <a:pt x="1" y="0"/>
                    </a:moveTo>
                    <a:lnTo>
                      <a:pt x="1" y="49"/>
                    </a:lnTo>
                    <a:lnTo>
                      <a:pt x="1" y="150"/>
                    </a:lnTo>
                    <a:cubicBezTo>
                      <a:pt x="1" y="219"/>
                      <a:pt x="21" y="283"/>
                      <a:pt x="21" y="283"/>
                    </a:cubicBezTo>
                    <a:cubicBezTo>
                      <a:pt x="21" y="283"/>
                      <a:pt x="37" y="219"/>
                      <a:pt x="37" y="150"/>
                    </a:cubicBezTo>
                    <a:cubicBezTo>
                      <a:pt x="37" y="101"/>
                      <a:pt x="21" y="65"/>
                      <a:pt x="21" y="49"/>
                    </a:cubicBezTo>
                    <a:cubicBezTo>
                      <a:pt x="21" y="17"/>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1"/>
              <p:cNvSpPr/>
              <p:nvPr/>
            </p:nvSpPr>
            <p:spPr>
              <a:xfrm>
                <a:off x="2080390" y="1835224"/>
                <a:ext cx="3278" cy="105682"/>
              </a:xfrm>
              <a:custGeom>
                <a:rect b="b" l="l" r="r" t="t"/>
                <a:pathLst>
                  <a:path extrusionOk="0" h="1064" w="33">
                    <a:moveTo>
                      <a:pt x="33" y="1"/>
                    </a:moveTo>
                    <a:cubicBezTo>
                      <a:pt x="33" y="1"/>
                      <a:pt x="17" y="255"/>
                      <a:pt x="0" y="558"/>
                    </a:cubicBezTo>
                    <a:lnTo>
                      <a:pt x="0" y="776"/>
                    </a:lnTo>
                    <a:lnTo>
                      <a:pt x="0" y="942"/>
                    </a:lnTo>
                    <a:lnTo>
                      <a:pt x="0" y="1011"/>
                    </a:lnTo>
                    <a:cubicBezTo>
                      <a:pt x="17" y="1043"/>
                      <a:pt x="17" y="1063"/>
                      <a:pt x="17" y="1063"/>
                    </a:cubicBezTo>
                    <a:lnTo>
                      <a:pt x="17" y="1011"/>
                    </a:lnTo>
                    <a:lnTo>
                      <a:pt x="17" y="942"/>
                    </a:lnTo>
                    <a:cubicBezTo>
                      <a:pt x="17" y="894"/>
                      <a:pt x="33" y="841"/>
                      <a:pt x="33" y="776"/>
                    </a:cubicBezTo>
                    <a:lnTo>
                      <a:pt x="33" y="558"/>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1"/>
              <p:cNvSpPr/>
              <p:nvPr/>
            </p:nvSpPr>
            <p:spPr>
              <a:xfrm>
                <a:off x="2083569" y="1743348"/>
                <a:ext cx="3278" cy="23441"/>
              </a:xfrm>
              <a:custGeom>
                <a:rect b="b" l="l" r="r" t="t"/>
                <a:pathLst>
                  <a:path extrusionOk="0" h="236" w="33">
                    <a:moveTo>
                      <a:pt x="1" y="1"/>
                    </a:moveTo>
                    <a:lnTo>
                      <a:pt x="1" y="17"/>
                    </a:lnTo>
                    <a:lnTo>
                      <a:pt x="1" y="49"/>
                    </a:lnTo>
                    <a:lnTo>
                      <a:pt x="1" y="118"/>
                    </a:lnTo>
                    <a:lnTo>
                      <a:pt x="1" y="187"/>
                    </a:lnTo>
                    <a:cubicBezTo>
                      <a:pt x="1" y="203"/>
                      <a:pt x="17" y="219"/>
                      <a:pt x="17" y="235"/>
                    </a:cubicBezTo>
                    <a:lnTo>
                      <a:pt x="17" y="187"/>
                    </a:lnTo>
                    <a:cubicBezTo>
                      <a:pt x="17" y="170"/>
                      <a:pt x="17" y="134"/>
                      <a:pt x="33" y="118"/>
                    </a:cubicBezTo>
                    <a:lnTo>
                      <a:pt x="33" y="49"/>
                    </a:lnTo>
                    <a:cubicBezTo>
                      <a:pt x="17" y="33"/>
                      <a:pt x="17" y="17"/>
                      <a:pt x="17" y="17"/>
                    </a:cubicBezTo>
                    <a:cubicBezTo>
                      <a:pt x="17" y="1"/>
                      <a:pt x="17"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2083569" y="1800361"/>
                <a:ext cx="3278" cy="8145"/>
              </a:xfrm>
              <a:custGeom>
                <a:rect b="b" l="l" r="r" t="t"/>
                <a:pathLst>
                  <a:path extrusionOk="0" h="82" w="33">
                    <a:moveTo>
                      <a:pt x="17" y="0"/>
                    </a:moveTo>
                    <a:lnTo>
                      <a:pt x="1" y="17"/>
                    </a:lnTo>
                    <a:lnTo>
                      <a:pt x="1" y="33"/>
                    </a:lnTo>
                    <a:lnTo>
                      <a:pt x="1" y="49"/>
                    </a:lnTo>
                    <a:cubicBezTo>
                      <a:pt x="1" y="81"/>
                      <a:pt x="1" y="81"/>
                      <a:pt x="17" y="81"/>
                    </a:cubicBezTo>
                    <a:lnTo>
                      <a:pt x="33" y="49"/>
                    </a:lnTo>
                    <a:lnTo>
                      <a:pt x="33" y="33"/>
                    </a:lnTo>
                    <a:cubicBezTo>
                      <a:pt x="17" y="33"/>
                      <a:pt x="17" y="17"/>
                      <a:pt x="17" y="17"/>
                    </a:cubicBez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2066683" y="1832046"/>
                <a:ext cx="25427" cy="8542"/>
              </a:xfrm>
              <a:custGeom>
                <a:rect b="b" l="l" r="r" t="t"/>
                <a:pathLst>
                  <a:path extrusionOk="0" h="86" w="256">
                    <a:moveTo>
                      <a:pt x="223" y="1"/>
                    </a:moveTo>
                    <a:cubicBezTo>
                      <a:pt x="203" y="1"/>
                      <a:pt x="203" y="17"/>
                      <a:pt x="187" y="17"/>
                    </a:cubicBezTo>
                    <a:cubicBezTo>
                      <a:pt x="155" y="17"/>
                      <a:pt x="102" y="33"/>
                      <a:pt x="70" y="33"/>
                    </a:cubicBezTo>
                    <a:cubicBezTo>
                      <a:pt x="54" y="33"/>
                      <a:pt x="37" y="49"/>
                      <a:pt x="37" y="49"/>
                    </a:cubicBezTo>
                    <a:lnTo>
                      <a:pt x="21" y="49"/>
                    </a:lnTo>
                    <a:lnTo>
                      <a:pt x="1" y="65"/>
                    </a:lnTo>
                    <a:cubicBezTo>
                      <a:pt x="1" y="65"/>
                      <a:pt x="1" y="85"/>
                      <a:pt x="21" y="85"/>
                    </a:cubicBezTo>
                    <a:lnTo>
                      <a:pt x="37" y="85"/>
                    </a:lnTo>
                    <a:cubicBezTo>
                      <a:pt x="54" y="65"/>
                      <a:pt x="54" y="65"/>
                      <a:pt x="86" y="65"/>
                    </a:cubicBezTo>
                    <a:cubicBezTo>
                      <a:pt x="122" y="65"/>
                      <a:pt x="155" y="33"/>
                      <a:pt x="187" y="33"/>
                    </a:cubicBezTo>
                    <a:cubicBezTo>
                      <a:pt x="203" y="17"/>
                      <a:pt x="223" y="17"/>
                      <a:pt x="223" y="17"/>
                    </a:cubicBezTo>
                    <a:lnTo>
                      <a:pt x="239" y="17"/>
                    </a:lnTo>
                    <a:lnTo>
                      <a:pt x="2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2080390" y="1836913"/>
                <a:ext cx="3278" cy="26917"/>
              </a:xfrm>
              <a:custGeom>
                <a:rect b="b" l="l" r="r" t="t"/>
                <a:pathLst>
                  <a:path extrusionOk="0" h="271" w="33">
                    <a:moveTo>
                      <a:pt x="17" y="0"/>
                    </a:moveTo>
                    <a:cubicBezTo>
                      <a:pt x="0" y="16"/>
                      <a:pt x="0" y="16"/>
                      <a:pt x="0" y="36"/>
                    </a:cubicBezTo>
                    <a:lnTo>
                      <a:pt x="0" y="69"/>
                    </a:lnTo>
                    <a:lnTo>
                      <a:pt x="0" y="85"/>
                    </a:lnTo>
                    <a:lnTo>
                      <a:pt x="0" y="101"/>
                    </a:lnTo>
                    <a:lnTo>
                      <a:pt x="0" y="137"/>
                    </a:lnTo>
                    <a:lnTo>
                      <a:pt x="0" y="218"/>
                    </a:lnTo>
                    <a:cubicBezTo>
                      <a:pt x="0" y="238"/>
                      <a:pt x="17" y="255"/>
                      <a:pt x="17" y="271"/>
                    </a:cubicBezTo>
                    <a:lnTo>
                      <a:pt x="17" y="218"/>
                    </a:lnTo>
                    <a:cubicBezTo>
                      <a:pt x="33" y="186"/>
                      <a:pt x="33" y="170"/>
                      <a:pt x="33" y="137"/>
                    </a:cubicBezTo>
                    <a:lnTo>
                      <a:pt x="33" y="101"/>
                    </a:lnTo>
                    <a:lnTo>
                      <a:pt x="33" y="69"/>
                    </a:lnTo>
                    <a:lnTo>
                      <a:pt x="33" y="36"/>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1" name="Google Shape;5741;p71"/>
              <p:cNvGrpSpPr/>
              <p:nvPr/>
            </p:nvGrpSpPr>
            <p:grpSpPr>
              <a:xfrm>
                <a:off x="2055062" y="924017"/>
                <a:ext cx="2141944" cy="1053342"/>
                <a:chOff x="2055062" y="924017"/>
                <a:chExt cx="2141944" cy="1053342"/>
              </a:xfrm>
            </p:grpSpPr>
            <p:sp>
              <p:nvSpPr>
                <p:cNvPr id="5742" name="Google Shape;5742;p71"/>
                <p:cNvSpPr/>
                <p:nvPr/>
              </p:nvSpPr>
              <p:spPr>
                <a:xfrm>
                  <a:off x="2066683" y="1664782"/>
                  <a:ext cx="177494" cy="53437"/>
                </a:xfrm>
                <a:custGeom>
                  <a:rect b="b" l="l" r="r" t="t"/>
                  <a:pathLst>
                    <a:path extrusionOk="0" h="538" w="1787">
                      <a:moveTo>
                        <a:pt x="1787" y="0"/>
                      </a:moveTo>
                      <a:cubicBezTo>
                        <a:pt x="1786" y="0"/>
                        <a:pt x="1754" y="16"/>
                        <a:pt x="1702" y="32"/>
                      </a:cubicBezTo>
                      <a:cubicBezTo>
                        <a:pt x="1669" y="32"/>
                        <a:pt x="1601" y="53"/>
                        <a:pt x="1516" y="85"/>
                      </a:cubicBezTo>
                      <a:cubicBezTo>
                        <a:pt x="1435" y="101"/>
                        <a:pt x="1334" y="133"/>
                        <a:pt x="1233" y="170"/>
                      </a:cubicBezTo>
                      <a:cubicBezTo>
                        <a:pt x="1132" y="202"/>
                        <a:pt x="1011" y="255"/>
                        <a:pt x="878" y="287"/>
                      </a:cubicBezTo>
                      <a:cubicBezTo>
                        <a:pt x="861" y="287"/>
                        <a:pt x="861" y="287"/>
                        <a:pt x="845" y="303"/>
                      </a:cubicBezTo>
                      <a:lnTo>
                        <a:pt x="793" y="303"/>
                      </a:lnTo>
                      <a:cubicBezTo>
                        <a:pt x="760" y="319"/>
                        <a:pt x="728" y="319"/>
                        <a:pt x="692" y="319"/>
                      </a:cubicBezTo>
                      <a:cubicBezTo>
                        <a:pt x="643" y="335"/>
                        <a:pt x="575" y="356"/>
                        <a:pt x="526" y="372"/>
                      </a:cubicBezTo>
                      <a:cubicBezTo>
                        <a:pt x="425" y="404"/>
                        <a:pt x="324" y="420"/>
                        <a:pt x="239" y="456"/>
                      </a:cubicBezTo>
                      <a:cubicBezTo>
                        <a:pt x="171" y="489"/>
                        <a:pt x="102" y="521"/>
                        <a:pt x="54" y="521"/>
                      </a:cubicBezTo>
                      <a:cubicBezTo>
                        <a:pt x="37" y="537"/>
                        <a:pt x="21" y="537"/>
                        <a:pt x="1" y="537"/>
                      </a:cubicBezTo>
                      <a:lnTo>
                        <a:pt x="54" y="537"/>
                      </a:lnTo>
                      <a:cubicBezTo>
                        <a:pt x="102" y="521"/>
                        <a:pt x="171" y="505"/>
                        <a:pt x="255" y="473"/>
                      </a:cubicBezTo>
                      <a:cubicBezTo>
                        <a:pt x="324" y="436"/>
                        <a:pt x="425" y="420"/>
                        <a:pt x="542" y="388"/>
                      </a:cubicBezTo>
                      <a:cubicBezTo>
                        <a:pt x="591" y="388"/>
                        <a:pt x="643" y="372"/>
                        <a:pt x="708" y="356"/>
                      </a:cubicBezTo>
                      <a:cubicBezTo>
                        <a:pt x="744" y="356"/>
                        <a:pt x="760" y="335"/>
                        <a:pt x="793" y="335"/>
                      </a:cubicBezTo>
                      <a:cubicBezTo>
                        <a:pt x="809" y="335"/>
                        <a:pt x="829" y="335"/>
                        <a:pt x="845" y="319"/>
                      </a:cubicBezTo>
                      <a:lnTo>
                        <a:pt x="894" y="319"/>
                      </a:lnTo>
                      <a:cubicBezTo>
                        <a:pt x="1011" y="287"/>
                        <a:pt x="1132" y="234"/>
                        <a:pt x="1249" y="202"/>
                      </a:cubicBezTo>
                      <a:cubicBezTo>
                        <a:pt x="1350" y="154"/>
                        <a:pt x="1435" y="117"/>
                        <a:pt x="1516" y="101"/>
                      </a:cubicBezTo>
                      <a:cubicBezTo>
                        <a:pt x="1601" y="69"/>
                        <a:pt x="1669" y="53"/>
                        <a:pt x="1718" y="32"/>
                      </a:cubicBezTo>
                      <a:cubicBezTo>
                        <a:pt x="1754" y="16"/>
                        <a:pt x="1786" y="0"/>
                        <a:pt x="17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2249342" y="1606181"/>
                  <a:ext cx="192293" cy="58701"/>
                </a:xfrm>
                <a:custGeom>
                  <a:rect b="b" l="l" r="r" t="t"/>
                  <a:pathLst>
                    <a:path extrusionOk="0" h="591" w="1936">
                      <a:moveTo>
                        <a:pt x="1935" y="0"/>
                      </a:moveTo>
                      <a:cubicBezTo>
                        <a:pt x="1935" y="0"/>
                        <a:pt x="1899" y="0"/>
                        <a:pt x="1850" y="16"/>
                      </a:cubicBezTo>
                      <a:cubicBezTo>
                        <a:pt x="1834" y="16"/>
                        <a:pt x="1798" y="37"/>
                        <a:pt x="1765" y="37"/>
                      </a:cubicBezTo>
                      <a:cubicBezTo>
                        <a:pt x="1733" y="53"/>
                        <a:pt x="1681" y="53"/>
                        <a:pt x="1648" y="69"/>
                      </a:cubicBezTo>
                      <a:cubicBezTo>
                        <a:pt x="1563" y="85"/>
                        <a:pt x="1446" y="117"/>
                        <a:pt x="1329" y="154"/>
                      </a:cubicBezTo>
                      <a:cubicBezTo>
                        <a:pt x="1277" y="170"/>
                        <a:pt x="1212" y="186"/>
                        <a:pt x="1143" y="202"/>
                      </a:cubicBezTo>
                      <a:cubicBezTo>
                        <a:pt x="1075" y="239"/>
                        <a:pt x="1026" y="255"/>
                        <a:pt x="957" y="271"/>
                      </a:cubicBezTo>
                      <a:cubicBezTo>
                        <a:pt x="824" y="319"/>
                        <a:pt x="687" y="356"/>
                        <a:pt x="570" y="388"/>
                      </a:cubicBezTo>
                      <a:cubicBezTo>
                        <a:pt x="537" y="388"/>
                        <a:pt x="521" y="404"/>
                        <a:pt x="485" y="404"/>
                      </a:cubicBezTo>
                      <a:cubicBezTo>
                        <a:pt x="452" y="420"/>
                        <a:pt x="436" y="420"/>
                        <a:pt x="404" y="441"/>
                      </a:cubicBezTo>
                      <a:cubicBezTo>
                        <a:pt x="351" y="457"/>
                        <a:pt x="303" y="473"/>
                        <a:pt x="267" y="489"/>
                      </a:cubicBezTo>
                      <a:cubicBezTo>
                        <a:pt x="182" y="521"/>
                        <a:pt x="101" y="558"/>
                        <a:pt x="65" y="574"/>
                      </a:cubicBezTo>
                      <a:cubicBezTo>
                        <a:pt x="117" y="558"/>
                        <a:pt x="182" y="542"/>
                        <a:pt x="267" y="505"/>
                      </a:cubicBezTo>
                      <a:cubicBezTo>
                        <a:pt x="319" y="489"/>
                        <a:pt x="351" y="473"/>
                        <a:pt x="404" y="457"/>
                      </a:cubicBezTo>
                      <a:cubicBezTo>
                        <a:pt x="436" y="457"/>
                        <a:pt x="469" y="441"/>
                        <a:pt x="485" y="441"/>
                      </a:cubicBezTo>
                      <a:cubicBezTo>
                        <a:pt x="521" y="420"/>
                        <a:pt x="553" y="420"/>
                        <a:pt x="570" y="420"/>
                      </a:cubicBezTo>
                      <a:cubicBezTo>
                        <a:pt x="707" y="388"/>
                        <a:pt x="824" y="356"/>
                        <a:pt x="957" y="303"/>
                      </a:cubicBezTo>
                      <a:cubicBezTo>
                        <a:pt x="1026" y="287"/>
                        <a:pt x="1091" y="255"/>
                        <a:pt x="1159" y="239"/>
                      </a:cubicBezTo>
                      <a:cubicBezTo>
                        <a:pt x="1228" y="218"/>
                        <a:pt x="1277" y="202"/>
                        <a:pt x="1345" y="186"/>
                      </a:cubicBezTo>
                      <a:cubicBezTo>
                        <a:pt x="1462" y="154"/>
                        <a:pt x="1563" y="117"/>
                        <a:pt x="1648" y="85"/>
                      </a:cubicBezTo>
                      <a:cubicBezTo>
                        <a:pt x="1697" y="69"/>
                        <a:pt x="1733" y="53"/>
                        <a:pt x="1765" y="53"/>
                      </a:cubicBezTo>
                      <a:cubicBezTo>
                        <a:pt x="1798" y="37"/>
                        <a:pt x="1834" y="37"/>
                        <a:pt x="1866" y="16"/>
                      </a:cubicBezTo>
                      <a:cubicBezTo>
                        <a:pt x="1919" y="0"/>
                        <a:pt x="1935" y="0"/>
                        <a:pt x="1935" y="0"/>
                      </a:cubicBezTo>
                      <a:close/>
                      <a:moveTo>
                        <a:pt x="65" y="574"/>
                      </a:moveTo>
                      <a:cubicBezTo>
                        <a:pt x="32" y="574"/>
                        <a:pt x="16" y="574"/>
                        <a:pt x="0" y="590"/>
                      </a:cubicBezTo>
                      <a:cubicBezTo>
                        <a:pt x="16" y="590"/>
                        <a:pt x="32" y="574"/>
                        <a:pt x="65" y="5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2439847" y="1606181"/>
                  <a:ext cx="3377" cy="30195"/>
                </a:xfrm>
                <a:custGeom>
                  <a:rect b="b" l="l" r="r" t="t"/>
                  <a:pathLst>
                    <a:path extrusionOk="0" h="304" w="34">
                      <a:moveTo>
                        <a:pt x="17" y="0"/>
                      </a:moveTo>
                      <a:cubicBezTo>
                        <a:pt x="17" y="0"/>
                        <a:pt x="1" y="69"/>
                        <a:pt x="1" y="154"/>
                      </a:cubicBezTo>
                      <a:cubicBezTo>
                        <a:pt x="1" y="239"/>
                        <a:pt x="17" y="303"/>
                        <a:pt x="17" y="303"/>
                      </a:cubicBezTo>
                      <a:cubicBezTo>
                        <a:pt x="17" y="303"/>
                        <a:pt x="33" y="239"/>
                        <a:pt x="33" y="154"/>
                      </a:cubicBezTo>
                      <a:cubicBezTo>
                        <a:pt x="33" y="69"/>
                        <a:pt x="1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2439847" y="1646308"/>
                  <a:ext cx="3377" cy="138856"/>
                </a:xfrm>
                <a:custGeom>
                  <a:rect b="b" l="l" r="r" t="t"/>
                  <a:pathLst>
                    <a:path extrusionOk="0" h="1398" w="34">
                      <a:moveTo>
                        <a:pt x="17" y="0"/>
                      </a:moveTo>
                      <a:cubicBezTo>
                        <a:pt x="17" y="37"/>
                        <a:pt x="17" y="85"/>
                        <a:pt x="1" y="154"/>
                      </a:cubicBezTo>
                      <a:lnTo>
                        <a:pt x="1" y="255"/>
                      </a:lnTo>
                      <a:lnTo>
                        <a:pt x="1" y="388"/>
                      </a:lnTo>
                      <a:lnTo>
                        <a:pt x="1" y="521"/>
                      </a:lnTo>
                      <a:cubicBezTo>
                        <a:pt x="17" y="574"/>
                        <a:pt x="1" y="622"/>
                        <a:pt x="1" y="675"/>
                      </a:cubicBezTo>
                      <a:lnTo>
                        <a:pt x="1" y="1180"/>
                      </a:lnTo>
                      <a:cubicBezTo>
                        <a:pt x="1" y="1313"/>
                        <a:pt x="17" y="1398"/>
                        <a:pt x="17" y="1398"/>
                      </a:cubicBezTo>
                      <a:lnTo>
                        <a:pt x="17" y="1180"/>
                      </a:lnTo>
                      <a:cubicBezTo>
                        <a:pt x="33" y="1046"/>
                        <a:pt x="33" y="877"/>
                        <a:pt x="33" y="675"/>
                      </a:cubicBezTo>
                      <a:lnTo>
                        <a:pt x="33" y="521"/>
                      </a:lnTo>
                      <a:lnTo>
                        <a:pt x="33" y="388"/>
                      </a:lnTo>
                      <a:cubicBezTo>
                        <a:pt x="17" y="340"/>
                        <a:pt x="17" y="303"/>
                        <a:pt x="17" y="255"/>
                      </a:cubicBezTo>
                      <a:lnTo>
                        <a:pt x="17" y="154"/>
                      </a:lnTo>
                      <a:cubicBezTo>
                        <a:pt x="33" y="85"/>
                        <a:pt x="33" y="37"/>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1"/>
                <p:cNvSpPr/>
                <p:nvPr/>
              </p:nvSpPr>
              <p:spPr>
                <a:xfrm>
                  <a:off x="2075126" y="1693189"/>
                  <a:ext cx="195968" cy="51848"/>
                </a:xfrm>
                <a:custGeom>
                  <a:rect b="b" l="l" r="r" t="t"/>
                  <a:pathLst>
                    <a:path extrusionOk="0" h="522" w="1973">
                      <a:moveTo>
                        <a:pt x="1972" y="1"/>
                      </a:moveTo>
                      <a:cubicBezTo>
                        <a:pt x="1972" y="1"/>
                        <a:pt x="1956" y="1"/>
                        <a:pt x="1887" y="17"/>
                      </a:cubicBezTo>
                      <a:cubicBezTo>
                        <a:pt x="1835" y="33"/>
                        <a:pt x="1770" y="49"/>
                        <a:pt x="1669" y="86"/>
                      </a:cubicBezTo>
                      <a:cubicBezTo>
                        <a:pt x="1584" y="118"/>
                        <a:pt x="1467" y="134"/>
                        <a:pt x="1350" y="170"/>
                      </a:cubicBezTo>
                      <a:cubicBezTo>
                        <a:pt x="1229" y="203"/>
                        <a:pt x="1096" y="235"/>
                        <a:pt x="946" y="271"/>
                      </a:cubicBezTo>
                      <a:cubicBezTo>
                        <a:pt x="877" y="288"/>
                        <a:pt x="809" y="304"/>
                        <a:pt x="744" y="320"/>
                      </a:cubicBezTo>
                      <a:cubicBezTo>
                        <a:pt x="708" y="336"/>
                        <a:pt x="675" y="336"/>
                        <a:pt x="643" y="352"/>
                      </a:cubicBezTo>
                      <a:cubicBezTo>
                        <a:pt x="607" y="352"/>
                        <a:pt x="574" y="372"/>
                        <a:pt x="542" y="372"/>
                      </a:cubicBezTo>
                      <a:cubicBezTo>
                        <a:pt x="421" y="389"/>
                        <a:pt x="304" y="421"/>
                        <a:pt x="219" y="453"/>
                      </a:cubicBezTo>
                      <a:cubicBezTo>
                        <a:pt x="118" y="490"/>
                        <a:pt x="53" y="506"/>
                        <a:pt x="1" y="522"/>
                      </a:cubicBezTo>
                      <a:cubicBezTo>
                        <a:pt x="53" y="522"/>
                        <a:pt x="118" y="490"/>
                        <a:pt x="219" y="473"/>
                      </a:cubicBezTo>
                      <a:cubicBezTo>
                        <a:pt x="304" y="437"/>
                        <a:pt x="421" y="421"/>
                        <a:pt x="558" y="405"/>
                      </a:cubicBezTo>
                      <a:cubicBezTo>
                        <a:pt x="574" y="389"/>
                        <a:pt x="607" y="389"/>
                        <a:pt x="643" y="372"/>
                      </a:cubicBezTo>
                      <a:cubicBezTo>
                        <a:pt x="675" y="372"/>
                        <a:pt x="708" y="372"/>
                        <a:pt x="744" y="352"/>
                      </a:cubicBezTo>
                      <a:cubicBezTo>
                        <a:pt x="809" y="336"/>
                        <a:pt x="877" y="320"/>
                        <a:pt x="962" y="304"/>
                      </a:cubicBezTo>
                      <a:cubicBezTo>
                        <a:pt x="1096" y="271"/>
                        <a:pt x="1229" y="235"/>
                        <a:pt x="1350" y="203"/>
                      </a:cubicBezTo>
                      <a:cubicBezTo>
                        <a:pt x="1483" y="170"/>
                        <a:pt x="1584" y="134"/>
                        <a:pt x="1685" y="102"/>
                      </a:cubicBezTo>
                      <a:cubicBezTo>
                        <a:pt x="1770" y="70"/>
                        <a:pt x="1835" y="33"/>
                        <a:pt x="1904" y="17"/>
                      </a:cubicBezTo>
                      <a:cubicBezTo>
                        <a:pt x="1956" y="1"/>
                        <a:pt x="1972" y="1"/>
                        <a:pt x="1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1"/>
                <p:cNvSpPr/>
                <p:nvPr/>
              </p:nvSpPr>
              <p:spPr>
                <a:xfrm>
                  <a:off x="2279438" y="1644719"/>
                  <a:ext cx="163787" cy="46981"/>
                </a:xfrm>
                <a:custGeom>
                  <a:rect b="b" l="l" r="r" t="t"/>
                  <a:pathLst>
                    <a:path extrusionOk="0" h="473" w="1649">
                      <a:moveTo>
                        <a:pt x="1648" y="0"/>
                      </a:moveTo>
                      <a:cubicBezTo>
                        <a:pt x="1632" y="0"/>
                        <a:pt x="1616" y="16"/>
                        <a:pt x="1596" y="16"/>
                      </a:cubicBezTo>
                      <a:cubicBezTo>
                        <a:pt x="1616" y="16"/>
                        <a:pt x="1632" y="16"/>
                        <a:pt x="1648" y="0"/>
                      </a:cubicBezTo>
                      <a:close/>
                      <a:moveTo>
                        <a:pt x="1596" y="16"/>
                      </a:moveTo>
                      <a:cubicBezTo>
                        <a:pt x="1563" y="32"/>
                        <a:pt x="1495" y="32"/>
                        <a:pt x="1414" y="53"/>
                      </a:cubicBezTo>
                      <a:cubicBezTo>
                        <a:pt x="1345" y="69"/>
                        <a:pt x="1244" y="101"/>
                        <a:pt x="1143" y="117"/>
                      </a:cubicBezTo>
                      <a:cubicBezTo>
                        <a:pt x="1091" y="133"/>
                        <a:pt x="1042" y="133"/>
                        <a:pt x="990" y="154"/>
                      </a:cubicBezTo>
                      <a:cubicBezTo>
                        <a:pt x="941" y="170"/>
                        <a:pt x="873" y="186"/>
                        <a:pt x="824" y="202"/>
                      </a:cubicBezTo>
                      <a:cubicBezTo>
                        <a:pt x="707" y="234"/>
                        <a:pt x="586" y="271"/>
                        <a:pt x="505" y="303"/>
                      </a:cubicBezTo>
                      <a:cubicBezTo>
                        <a:pt x="452" y="319"/>
                        <a:pt x="404" y="335"/>
                        <a:pt x="351" y="335"/>
                      </a:cubicBezTo>
                      <a:cubicBezTo>
                        <a:pt x="319" y="356"/>
                        <a:pt x="267" y="372"/>
                        <a:pt x="234" y="388"/>
                      </a:cubicBezTo>
                      <a:cubicBezTo>
                        <a:pt x="166" y="420"/>
                        <a:pt x="101" y="436"/>
                        <a:pt x="65" y="457"/>
                      </a:cubicBezTo>
                      <a:cubicBezTo>
                        <a:pt x="101" y="457"/>
                        <a:pt x="166" y="436"/>
                        <a:pt x="234" y="404"/>
                      </a:cubicBezTo>
                      <a:cubicBezTo>
                        <a:pt x="283" y="388"/>
                        <a:pt x="319" y="372"/>
                        <a:pt x="368" y="372"/>
                      </a:cubicBezTo>
                      <a:cubicBezTo>
                        <a:pt x="404" y="356"/>
                        <a:pt x="452" y="335"/>
                        <a:pt x="505" y="319"/>
                      </a:cubicBezTo>
                      <a:cubicBezTo>
                        <a:pt x="606" y="303"/>
                        <a:pt x="723" y="271"/>
                        <a:pt x="824" y="234"/>
                      </a:cubicBezTo>
                      <a:cubicBezTo>
                        <a:pt x="889" y="218"/>
                        <a:pt x="941" y="202"/>
                        <a:pt x="990" y="186"/>
                      </a:cubicBezTo>
                      <a:cubicBezTo>
                        <a:pt x="1058" y="170"/>
                        <a:pt x="1111" y="154"/>
                        <a:pt x="1159" y="154"/>
                      </a:cubicBezTo>
                      <a:cubicBezTo>
                        <a:pt x="1260" y="117"/>
                        <a:pt x="1345" y="101"/>
                        <a:pt x="1430" y="69"/>
                      </a:cubicBezTo>
                      <a:cubicBezTo>
                        <a:pt x="1495" y="53"/>
                        <a:pt x="1563" y="32"/>
                        <a:pt x="1596" y="16"/>
                      </a:cubicBezTo>
                      <a:close/>
                      <a:moveTo>
                        <a:pt x="16" y="457"/>
                      </a:moveTo>
                      <a:lnTo>
                        <a:pt x="0" y="473"/>
                      </a:lnTo>
                      <a:lnTo>
                        <a:pt x="16" y="473"/>
                      </a:lnTo>
                      <a:lnTo>
                        <a:pt x="32" y="4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2078801" y="1770266"/>
                  <a:ext cx="212357" cy="38240"/>
                </a:xfrm>
                <a:custGeom>
                  <a:rect b="b" l="l" r="r" t="t"/>
                  <a:pathLst>
                    <a:path extrusionOk="0" h="385" w="2138">
                      <a:moveTo>
                        <a:pt x="2137" y="0"/>
                      </a:moveTo>
                      <a:cubicBezTo>
                        <a:pt x="2121" y="0"/>
                        <a:pt x="2068" y="17"/>
                        <a:pt x="2036" y="17"/>
                      </a:cubicBezTo>
                      <a:cubicBezTo>
                        <a:pt x="1984" y="33"/>
                        <a:pt x="1951" y="33"/>
                        <a:pt x="1883" y="33"/>
                      </a:cubicBezTo>
                      <a:cubicBezTo>
                        <a:pt x="1834" y="49"/>
                        <a:pt x="1782" y="49"/>
                        <a:pt x="1717" y="65"/>
                      </a:cubicBezTo>
                      <a:cubicBezTo>
                        <a:pt x="1648" y="65"/>
                        <a:pt x="1580" y="65"/>
                        <a:pt x="1515" y="81"/>
                      </a:cubicBezTo>
                      <a:cubicBezTo>
                        <a:pt x="1446" y="81"/>
                        <a:pt x="1378" y="101"/>
                        <a:pt x="1293" y="118"/>
                      </a:cubicBezTo>
                      <a:cubicBezTo>
                        <a:pt x="1261" y="118"/>
                        <a:pt x="1212" y="118"/>
                        <a:pt x="1176" y="134"/>
                      </a:cubicBezTo>
                      <a:cubicBezTo>
                        <a:pt x="1143" y="134"/>
                        <a:pt x="1091" y="150"/>
                        <a:pt x="1059" y="150"/>
                      </a:cubicBezTo>
                      <a:cubicBezTo>
                        <a:pt x="909" y="182"/>
                        <a:pt x="739" y="219"/>
                        <a:pt x="606" y="251"/>
                      </a:cubicBezTo>
                      <a:cubicBezTo>
                        <a:pt x="469" y="283"/>
                        <a:pt x="352" y="320"/>
                        <a:pt x="234" y="336"/>
                      </a:cubicBezTo>
                      <a:cubicBezTo>
                        <a:pt x="218" y="352"/>
                        <a:pt x="182" y="352"/>
                        <a:pt x="166" y="352"/>
                      </a:cubicBezTo>
                      <a:cubicBezTo>
                        <a:pt x="150" y="352"/>
                        <a:pt x="117" y="368"/>
                        <a:pt x="101" y="368"/>
                      </a:cubicBezTo>
                      <a:cubicBezTo>
                        <a:pt x="65" y="368"/>
                        <a:pt x="16" y="384"/>
                        <a:pt x="0" y="384"/>
                      </a:cubicBezTo>
                      <a:lnTo>
                        <a:pt x="101" y="384"/>
                      </a:lnTo>
                      <a:cubicBezTo>
                        <a:pt x="117" y="368"/>
                        <a:pt x="150" y="368"/>
                        <a:pt x="166" y="368"/>
                      </a:cubicBezTo>
                      <a:cubicBezTo>
                        <a:pt x="202" y="368"/>
                        <a:pt x="218" y="352"/>
                        <a:pt x="251" y="352"/>
                      </a:cubicBezTo>
                      <a:cubicBezTo>
                        <a:pt x="352" y="336"/>
                        <a:pt x="469" y="303"/>
                        <a:pt x="622" y="283"/>
                      </a:cubicBezTo>
                      <a:cubicBezTo>
                        <a:pt x="687" y="267"/>
                        <a:pt x="756" y="251"/>
                        <a:pt x="840" y="235"/>
                      </a:cubicBezTo>
                      <a:cubicBezTo>
                        <a:pt x="909" y="219"/>
                        <a:pt x="990" y="202"/>
                        <a:pt x="1059" y="182"/>
                      </a:cubicBezTo>
                      <a:cubicBezTo>
                        <a:pt x="1111" y="182"/>
                        <a:pt x="1143" y="166"/>
                        <a:pt x="1176" y="166"/>
                      </a:cubicBezTo>
                      <a:cubicBezTo>
                        <a:pt x="1228" y="150"/>
                        <a:pt x="1261" y="150"/>
                        <a:pt x="1293" y="134"/>
                      </a:cubicBezTo>
                      <a:cubicBezTo>
                        <a:pt x="1378" y="134"/>
                        <a:pt x="1446" y="118"/>
                        <a:pt x="1515" y="118"/>
                      </a:cubicBezTo>
                      <a:cubicBezTo>
                        <a:pt x="1596" y="101"/>
                        <a:pt x="1665" y="101"/>
                        <a:pt x="1717" y="81"/>
                      </a:cubicBezTo>
                      <a:cubicBezTo>
                        <a:pt x="1782" y="65"/>
                        <a:pt x="1834" y="65"/>
                        <a:pt x="1899" y="49"/>
                      </a:cubicBezTo>
                      <a:cubicBezTo>
                        <a:pt x="1951" y="49"/>
                        <a:pt x="2000" y="33"/>
                        <a:pt x="2036" y="33"/>
                      </a:cubicBezTo>
                      <a:cubicBezTo>
                        <a:pt x="2068" y="17"/>
                        <a:pt x="2121" y="17"/>
                        <a:pt x="2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2305858" y="1741759"/>
                  <a:ext cx="138956" cy="26619"/>
                </a:xfrm>
                <a:custGeom>
                  <a:rect b="b" l="l" r="r" t="t"/>
                  <a:pathLst>
                    <a:path extrusionOk="0" h="268" w="1399">
                      <a:moveTo>
                        <a:pt x="1398" y="1"/>
                      </a:moveTo>
                      <a:cubicBezTo>
                        <a:pt x="1398" y="1"/>
                        <a:pt x="1314" y="1"/>
                        <a:pt x="1180" y="17"/>
                      </a:cubicBezTo>
                      <a:cubicBezTo>
                        <a:pt x="1063" y="33"/>
                        <a:pt x="877" y="65"/>
                        <a:pt x="691" y="102"/>
                      </a:cubicBezTo>
                      <a:cubicBezTo>
                        <a:pt x="489" y="134"/>
                        <a:pt x="320" y="166"/>
                        <a:pt x="203" y="203"/>
                      </a:cubicBezTo>
                      <a:cubicBezTo>
                        <a:pt x="69" y="251"/>
                        <a:pt x="1" y="267"/>
                        <a:pt x="1" y="267"/>
                      </a:cubicBezTo>
                      <a:cubicBezTo>
                        <a:pt x="1" y="267"/>
                        <a:pt x="85" y="251"/>
                        <a:pt x="203" y="219"/>
                      </a:cubicBezTo>
                      <a:cubicBezTo>
                        <a:pt x="320" y="203"/>
                        <a:pt x="506" y="166"/>
                        <a:pt x="691" y="134"/>
                      </a:cubicBezTo>
                      <a:cubicBezTo>
                        <a:pt x="893" y="102"/>
                        <a:pt x="1063" y="65"/>
                        <a:pt x="1196" y="33"/>
                      </a:cubicBezTo>
                      <a:cubicBezTo>
                        <a:pt x="1314" y="17"/>
                        <a:pt x="1398" y="1"/>
                        <a:pt x="13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1"/>
                <p:cNvSpPr/>
                <p:nvPr/>
              </p:nvSpPr>
              <p:spPr>
                <a:xfrm>
                  <a:off x="2070358" y="1811982"/>
                  <a:ext cx="165376" cy="26619"/>
                </a:xfrm>
                <a:custGeom>
                  <a:rect b="b" l="l" r="r" t="t"/>
                  <a:pathLst>
                    <a:path extrusionOk="0" h="268" w="1665">
                      <a:moveTo>
                        <a:pt x="1580" y="1"/>
                      </a:moveTo>
                      <a:cubicBezTo>
                        <a:pt x="1548" y="17"/>
                        <a:pt x="1515" y="17"/>
                        <a:pt x="1463" y="17"/>
                      </a:cubicBezTo>
                      <a:cubicBezTo>
                        <a:pt x="1313" y="33"/>
                        <a:pt x="1095" y="85"/>
                        <a:pt x="857" y="118"/>
                      </a:cubicBezTo>
                      <a:cubicBezTo>
                        <a:pt x="622" y="150"/>
                        <a:pt x="404" y="166"/>
                        <a:pt x="235" y="203"/>
                      </a:cubicBezTo>
                      <a:cubicBezTo>
                        <a:pt x="202" y="219"/>
                        <a:pt x="166" y="219"/>
                        <a:pt x="134" y="235"/>
                      </a:cubicBezTo>
                      <a:cubicBezTo>
                        <a:pt x="101" y="235"/>
                        <a:pt x="85" y="251"/>
                        <a:pt x="49" y="251"/>
                      </a:cubicBezTo>
                      <a:cubicBezTo>
                        <a:pt x="17" y="267"/>
                        <a:pt x="0" y="267"/>
                        <a:pt x="0" y="267"/>
                      </a:cubicBezTo>
                      <a:lnTo>
                        <a:pt x="65" y="267"/>
                      </a:lnTo>
                      <a:cubicBezTo>
                        <a:pt x="85" y="251"/>
                        <a:pt x="101" y="251"/>
                        <a:pt x="134" y="251"/>
                      </a:cubicBezTo>
                      <a:cubicBezTo>
                        <a:pt x="166" y="235"/>
                        <a:pt x="202" y="235"/>
                        <a:pt x="251" y="219"/>
                      </a:cubicBezTo>
                      <a:cubicBezTo>
                        <a:pt x="404" y="203"/>
                        <a:pt x="622" y="166"/>
                        <a:pt x="857" y="150"/>
                      </a:cubicBezTo>
                      <a:cubicBezTo>
                        <a:pt x="1111" y="118"/>
                        <a:pt x="1313" y="65"/>
                        <a:pt x="1479" y="33"/>
                      </a:cubicBezTo>
                      <a:cubicBezTo>
                        <a:pt x="1515" y="33"/>
                        <a:pt x="1548" y="17"/>
                        <a:pt x="1580" y="17"/>
                      </a:cubicBezTo>
                      <a:cubicBezTo>
                        <a:pt x="1616" y="17"/>
                        <a:pt x="1632" y="1"/>
                        <a:pt x="16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1"/>
                <p:cNvSpPr/>
                <p:nvPr/>
              </p:nvSpPr>
              <p:spPr>
                <a:xfrm>
                  <a:off x="2250931" y="1785065"/>
                  <a:ext cx="193882" cy="27016"/>
                </a:xfrm>
                <a:custGeom>
                  <a:rect b="b" l="l" r="r" t="t"/>
                  <a:pathLst>
                    <a:path extrusionOk="0" h="272" w="1952">
                      <a:moveTo>
                        <a:pt x="1951" y="1"/>
                      </a:moveTo>
                      <a:cubicBezTo>
                        <a:pt x="1951" y="1"/>
                        <a:pt x="1834" y="1"/>
                        <a:pt x="1665" y="17"/>
                      </a:cubicBezTo>
                      <a:cubicBezTo>
                        <a:pt x="1479" y="33"/>
                        <a:pt x="1228" y="86"/>
                        <a:pt x="958" y="118"/>
                      </a:cubicBezTo>
                      <a:cubicBezTo>
                        <a:pt x="893" y="134"/>
                        <a:pt x="824" y="134"/>
                        <a:pt x="756" y="154"/>
                      </a:cubicBezTo>
                      <a:cubicBezTo>
                        <a:pt x="691" y="171"/>
                        <a:pt x="638" y="171"/>
                        <a:pt x="570" y="171"/>
                      </a:cubicBezTo>
                      <a:cubicBezTo>
                        <a:pt x="521" y="187"/>
                        <a:pt x="453" y="187"/>
                        <a:pt x="404" y="203"/>
                      </a:cubicBezTo>
                      <a:cubicBezTo>
                        <a:pt x="352" y="203"/>
                        <a:pt x="303" y="219"/>
                        <a:pt x="251" y="219"/>
                      </a:cubicBezTo>
                      <a:cubicBezTo>
                        <a:pt x="166" y="219"/>
                        <a:pt x="101" y="235"/>
                        <a:pt x="49" y="235"/>
                      </a:cubicBezTo>
                      <a:cubicBezTo>
                        <a:pt x="33" y="255"/>
                        <a:pt x="16" y="255"/>
                        <a:pt x="16" y="255"/>
                      </a:cubicBezTo>
                      <a:lnTo>
                        <a:pt x="49" y="255"/>
                      </a:lnTo>
                      <a:cubicBezTo>
                        <a:pt x="101" y="235"/>
                        <a:pt x="166" y="235"/>
                        <a:pt x="267" y="235"/>
                      </a:cubicBezTo>
                      <a:cubicBezTo>
                        <a:pt x="303" y="235"/>
                        <a:pt x="352" y="219"/>
                        <a:pt x="404" y="219"/>
                      </a:cubicBezTo>
                      <a:cubicBezTo>
                        <a:pt x="453" y="219"/>
                        <a:pt x="521" y="203"/>
                        <a:pt x="570" y="203"/>
                      </a:cubicBezTo>
                      <a:cubicBezTo>
                        <a:pt x="638" y="203"/>
                        <a:pt x="707" y="187"/>
                        <a:pt x="756" y="187"/>
                      </a:cubicBezTo>
                      <a:cubicBezTo>
                        <a:pt x="824" y="171"/>
                        <a:pt x="893" y="171"/>
                        <a:pt x="958" y="154"/>
                      </a:cubicBezTo>
                      <a:cubicBezTo>
                        <a:pt x="1244" y="118"/>
                        <a:pt x="1479" y="70"/>
                        <a:pt x="1665" y="33"/>
                      </a:cubicBezTo>
                      <a:cubicBezTo>
                        <a:pt x="1834" y="17"/>
                        <a:pt x="1951" y="1"/>
                        <a:pt x="1951" y="1"/>
                      </a:cubicBezTo>
                      <a:close/>
                      <a:moveTo>
                        <a:pt x="16" y="255"/>
                      </a:moveTo>
                      <a:cubicBezTo>
                        <a:pt x="0" y="255"/>
                        <a:pt x="0" y="255"/>
                        <a:pt x="0" y="272"/>
                      </a:cubicBezTo>
                      <a:cubicBezTo>
                        <a:pt x="0" y="272"/>
                        <a:pt x="0" y="255"/>
                        <a:pt x="16" y="2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2105221" y="1614623"/>
                  <a:ext cx="5364" cy="88697"/>
                </a:xfrm>
                <a:custGeom>
                  <a:rect b="b" l="l" r="r" t="t"/>
                  <a:pathLst>
                    <a:path extrusionOk="0" h="893" w="54">
                      <a:moveTo>
                        <a:pt x="37" y="0"/>
                      </a:moveTo>
                      <a:cubicBezTo>
                        <a:pt x="37" y="0"/>
                        <a:pt x="17" y="53"/>
                        <a:pt x="17" y="133"/>
                      </a:cubicBezTo>
                      <a:lnTo>
                        <a:pt x="17" y="271"/>
                      </a:lnTo>
                      <a:cubicBezTo>
                        <a:pt x="1" y="335"/>
                        <a:pt x="1" y="388"/>
                        <a:pt x="1" y="457"/>
                      </a:cubicBezTo>
                      <a:cubicBezTo>
                        <a:pt x="17" y="574"/>
                        <a:pt x="37" y="675"/>
                        <a:pt x="37" y="760"/>
                      </a:cubicBezTo>
                      <a:cubicBezTo>
                        <a:pt x="37" y="840"/>
                        <a:pt x="53" y="893"/>
                        <a:pt x="53" y="893"/>
                      </a:cubicBezTo>
                      <a:lnTo>
                        <a:pt x="53" y="760"/>
                      </a:lnTo>
                      <a:cubicBezTo>
                        <a:pt x="53" y="675"/>
                        <a:pt x="37" y="574"/>
                        <a:pt x="37" y="457"/>
                      </a:cubicBezTo>
                      <a:lnTo>
                        <a:pt x="37" y="287"/>
                      </a:lnTo>
                      <a:lnTo>
                        <a:pt x="37" y="133"/>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2112075" y="1579661"/>
                  <a:ext cx="83532" cy="35062"/>
                </a:xfrm>
                <a:custGeom>
                  <a:rect b="b" l="l" r="r" t="t"/>
                  <a:pathLst>
                    <a:path extrusionOk="0" h="353" w="841">
                      <a:moveTo>
                        <a:pt x="825" y="1"/>
                      </a:moveTo>
                      <a:cubicBezTo>
                        <a:pt x="792" y="17"/>
                        <a:pt x="756" y="33"/>
                        <a:pt x="724" y="33"/>
                      </a:cubicBezTo>
                      <a:cubicBezTo>
                        <a:pt x="639" y="81"/>
                        <a:pt x="522" y="102"/>
                        <a:pt x="388" y="150"/>
                      </a:cubicBezTo>
                      <a:cubicBezTo>
                        <a:pt x="388" y="166"/>
                        <a:pt x="372" y="166"/>
                        <a:pt x="352" y="166"/>
                      </a:cubicBezTo>
                      <a:cubicBezTo>
                        <a:pt x="336" y="182"/>
                        <a:pt x="320" y="182"/>
                        <a:pt x="303" y="203"/>
                      </a:cubicBezTo>
                      <a:cubicBezTo>
                        <a:pt x="271" y="203"/>
                        <a:pt x="251" y="219"/>
                        <a:pt x="219" y="235"/>
                      </a:cubicBezTo>
                      <a:cubicBezTo>
                        <a:pt x="170" y="267"/>
                        <a:pt x="134" y="283"/>
                        <a:pt x="85" y="320"/>
                      </a:cubicBezTo>
                      <a:cubicBezTo>
                        <a:pt x="49" y="336"/>
                        <a:pt x="17" y="352"/>
                        <a:pt x="0" y="352"/>
                      </a:cubicBezTo>
                      <a:cubicBezTo>
                        <a:pt x="17" y="352"/>
                        <a:pt x="49" y="352"/>
                        <a:pt x="101" y="320"/>
                      </a:cubicBezTo>
                      <a:cubicBezTo>
                        <a:pt x="134" y="304"/>
                        <a:pt x="186" y="283"/>
                        <a:pt x="235" y="251"/>
                      </a:cubicBezTo>
                      <a:cubicBezTo>
                        <a:pt x="251" y="251"/>
                        <a:pt x="287" y="235"/>
                        <a:pt x="320" y="219"/>
                      </a:cubicBezTo>
                      <a:cubicBezTo>
                        <a:pt x="336" y="219"/>
                        <a:pt x="352" y="203"/>
                        <a:pt x="352" y="203"/>
                      </a:cubicBezTo>
                      <a:cubicBezTo>
                        <a:pt x="372" y="203"/>
                        <a:pt x="388" y="182"/>
                        <a:pt x="404" y="182"/>
                      </a:cubicBezTo>
                      <a:cubicBezTo>
                        <a:pt x="538" y="134"/>
                        <a:pt x="639" y="102"/>
                        <a:pt x="724" y="49"/>
                      </a:cubicBezTo>
                      <a:cubicBezTo>
                        <a:pt x="776" y="33"/>
                        <a:pt x="792" y="17"/>
                        <a:pt x="825" y="17"/>
                      </a:cubicBezTo>
                      <a:cubicBezTo>
                        <a:pt x="825" y="1"/>
                        <a:pt x="841" y="1"/>
                        <a:pt x="8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1"/>
                <p:cNvSpPr/>
                <p:nvPr/>
              </p:nvSpPr>
              <p:spPr>
                <a:xfrm>
                  <a:off x="2195508" y="1584528"/>
                  <a:ext cx="3774" cy="93564"/>
                </a:xfrm>
                <a:custGeom>
                  <a:rect b="b" l="l" r="r" t="t"/>
                  <a:pathLst>
                    <a:path extrusionOk="0" h="942" w="38">
                      <a:moveTo>
                        <a:pt x="17" y="0"/>
                      </a:moveTo>
                      <a:lnTo>
                        <a:pt x="17" y="101"/>
                      </a:lnTo>
                      <a:cubicBezTo>
                        <a:pt x="17" y="154"/>
                        <a:pt x="17" y="202"/>
                        <a:pt x="1" y="255"/>
                      </a:cubicBezTo>
                      <a:lnTo>
                        <a:pt x="1" y="356"/>
                      </a:lnTo>
                      <a:lnTo>
                        <a:pt x="1" y="457"/>
                      </a:lnTo>
                      <a:lnTo>
                        <a:pt x="1" y="808"/>
                      </a:lnTo>
                      <a:cubicBezTo>
                        <a:pt x="1" y="893"/>
                        <a:pt x="17" y="941"/>
                        <a:pt x="17" y="941"/>
                      </a:cubicBezTo>
                      <a:lnTo>
                        <a:pt x="17" y="808"/>
                      </a:lnTo>
                      <a:cubicBezTo>
                        <a:pt x="37" y="707"/>
                        <a:pt x="37" y="590"/>
                        <a:pt x="37" y="457"/>
                      </a:cubicBezTo>
                      <a:lnTo>
                        <a:pt x="37" y="356"/>
                      </a:lnTo>
                      <a:lnTo>
                        <a:pt x="37" y="255"/>
                      </a:lnTo>
                      <a:lnTo>
                        <a:pt x="37" y="101"/>
                      </a:lnTo>
                      <a:cubicBezTo>
                        <a:pt x="37" y="53"/>
                        <a:pt x="37" y="16"/>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1"/>
                <p:cNvSpPr/>
                <p:nvPr/>
              </p:nvSpPr>
              <p:spPr>
                <a:xfrm>
                  <a:off x="2197097" y="1579661"/>
                  <a:ext cx="63965" cy="8145"/>
                </a:xfrm>
                <a:custGeom>
                  <a:rect b="b" l="l" r="r" t="t"/>
                  <a:pathLst>
                    <a:path extrusionOk="0" h="82" w="644">
                      <a:moveTo>
                        <a:pt x="1" y="1"/>
                      </a:moveTo>
                      <a:lnTo>
                        <a:pt x="21" y="17"/>
                      </a:lnTo>
                      <a:cubicBezTo>
                        <a:pt x="37" y="17"/>
                        <a:pt x="70" y="17"/>
                        <a:pt x="102" y="33"/>
                      </a:cubicBezTo>
                      <a:cubicBezTo>
                        <a:pt x="154" y="33"/>
                        <a:pt x="239" y="49"/>
                        <a:pt x="324" y="65"/>
                      </a:cubicBezTo>
                      <a:cubicBezTo>
                        <a:pt x="425" y="81"/>
                        <a:pt x="506" y="81"/>
                        <a:pt x="575" y="81"/>
                      </a:cubicBezTo>
                      <a:lnTo>
                        <a:pt x="643" y="81"/>
                      </a:lnTo>
                      <a:cubicBezTo>
                        <a:pt x="627" y="81"/>
                        <a:pt x="591" y="65"/>
                        <a:pt x="575" y="65"/>
                      </a:cubicBezTo>
                      <a:cubicBezTo>
                        <a:pt x="506" y="49"/>
                        <a:pt x="425" y="49"/>
                        <a:pt x="340" y="33"/>
                      </a:cubicBezTo>
                      <a:cubicBezTo>
                        <a:pt x="239" y="17"/>
                        <a:pt x="154" y="17"/>
                        <a:pt x="102" y="17"/>
                      </a:cubicBezTo>
                      <a:cubicBezTo>
                        <a:pt x="70" y="1"/>
                        <a:pt x="37" y="1"/>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2260963" y="1587706"/>
                  <a:ext cx="3278" cy="72309"/>
                </a:xfrm>
                <a:custGeom>
                  <a:rect b="b" l="l" r="r" t="t"/>
                  <a:pathLst>
                    <a:path extrusionOk="0" h="728" w="33">
                      <a:moveTo>
                        <a:pt x="16" y="0"/>
                      </a:moveTo>
                      <a:cubicBezTo>
                        <a:pt x="16" y="0"/>
                        <a:pt x="16" y="21"/>
                        <a:pt x="0" y="37"/>
                      </a:cubicBezTo>
                      <a:lnTo>
                        <a:pt x="0" y="122"/>
                      </a:lnTo>
                      <a:lnTo>
                        <a:pt x="0" y="372"/>
                      </a:lnTo>
                      <a:cubicBezTo>
                        <a:pt x="0" y="558"/>
                        <a:pt x="16" y="728"/>
                        <a:pt x="16" y="728"/>
                      </a:cubicBezTo>
                      <a:cubicBezTo>
                        <a:pt x="16" y="728"/>
                        <a:pt x="33" y="558"/>
                        <a:pt x="33" y="372"/>
                      </a:cubicBezTo>
                      <a:cubicBezTo>
                        <a:pt x="33" y="271"/>
                        <a:pt x="16" y="170"/>
                        <a:pt x="16" y="122"/>
                      </a:cubicBezTo>
                      <a:lnTo>
                        <a:pt x="16" y="37"/>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1"/>
                <p:cNvSpPr/>
                <p:nvPr/>
              </p:nvSpPr>
              <p:spPr>
                <a:xfrm>
                  <a:off x="2437861" y="1786753"/>
                  <a:ext cx="3774" cy="155742"/>
                </a:xfrm>
                <a:custGeom>
                  <a:rect b="b" l="l" r="r" t="t"/>
                  <a:pathLst>
                    <a:path extrusionOk="0" h="1568" w="38">
                      <a:moveTo>
                        <a:pt x="37" y="0"/>
                      </a:moveTo>
                      <a:cubicBezTo>
                        <a:pt x="37" y="16"/>
                        <a:pt x="21" y="36"/>
                        <a:pt x="21" y="53"/>
                      </a:cubicBezTo>
                      <a:lnTo>
                        <a:pt x="21" y="238"/>
                      </a:lnTo>
                      <a:lnTo>
                        <a:pt x="21" y="356"/>
                      </a:lnTo>
                      <a:cubicBezTo>
                        <a:pt x="21" y="388"/>
                        <a:pt x="1" y="440"/>
                        <a:pt x="1" y="489"/>
                      </a:cubicBezTo>
                      <a:lnTo>
                        <a:pt x="1" y="808"/>
                      </a:lnTo>
                      <a:lnTo>
                        <a:pt x="1" y="1398"/>
                      </a:lnTo>
                      <a:lnTo>
                        <a:pt x="1" y="1567"/>
                      </a:lnTo>
                      <a:cubicBezTo>
                        <a:pt x="21" y="1531"/>
                        <a:pt x="21" y="1466"/>
                        <a:pt x="21" y="1398"/>
                      </a:cubicBezTo>
                      <a:cubicBezTo>
                        <a:pt x="21" y="1248"/>
                        <a:pt x="37" y="1046"/>
                        <a:pt x="37" y="808"/>
                      </a:cubicBezTo>
                      <a:lnTo>
                        <a:pt x="37" y="489"/>
                      </a:lnTo>
                      <a:lnTo>
                        <a:pt x="37" y="356"/>
                      </a:lnTo>
                      <a:lnTo>
                        <a:pt x="37" y="238"/>
                      </a:lnTo>
                      <a:cubicBezTo>
                        <a:pt x="21" y="154"/>
                        <a:pt x="21" y="101"/>
                        <a:pt x="37" y="53"/>
                      </a:cubicBez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1"/>
                <p:cNvSpPr/>
                <p:nvPr/>
              </p:nvSpPr>
              <p:spPr>
                <a:xfrm>
                  <a:off x="2662137" y="1674814"/>
                  <a:ext cx="3377" cy="81943"/>
                </a:xfrm>
                <a:custGeom>
                  <a:rect b="b" l="l" r="r" t="t"/>
                  <a:pathLst>
                    <a:path extrusionOk="0" h="825" w="34">
                      <a:moveTo>
                        <a:pt x="17" y="0"/>
                      </a:moveTo>
                      <a:lnTo>
                        <a:pt x="17" y="117"/>
                      </a:lnTo>
                      <a:cubicBezTo>
                        <a:pt x="1" y="186"/>
                        <a:pt x="1" y="287"/>
                        <a:pt x="1" y="404"/>
                      </a:cubicBezTo>
                      <a:cubicBezTo>
                        <a:pt x="1" y="521"/>
                        <a:pt x="1" y="622"/>
                        <a:pt x="17" y="707"/>
                      </a:cubicBezTo>
                      <a:lnTo>
                        <a:pt x="17" y="759"/>
                      </a:lnTo>
                      <a:lnTo>
                        <a:pt x="17" y="792"/>
                      </a:lnTo>
                      <a:cubicBezTo>
                        <a:pt x="33" y="808"/>
                        <a:pt x="33" y="824"/>
                        <a:pt x="33" y="824"/>
                      </a:cubicBezTo>
                      <a:lnTo>
                        <a:pt x="33" y="792"/>
                      </a:lnTo>
                      <a:lnTo>
                        <a:pt x="33" y="759"/>
                      </a:lnTo>
                      <a:lnTo>
                        <a:pt x="33" y="707"/>
                      </a:lnTo>
                      <a:lnTo>
                        <a:pt x="33" y="404"/>
                      </a:lnTo>
                      <a:lnTo>
                        <a:pt x="33" y="117"/>
                      </a:lnTo>
                      <a:cubicBezTo>
                        <a:pt x="17" y="32"/>
                        <a:pt x="1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2678625" y="1636276"/>
                  <a:ext cx="3675" cy="40227"/>
                </a:xfrm>
                <a:custGeom>
                  <a:rect b="b" l="l" r="r" t="t"/>
                  <a:pathLst>
                    <a:path extrusionOk="0" h="405" w="37">
                      <a:moveTo>
                        <a:pt x="21" y="0"/>
                      </a:moveTo>
                      <a:cubicBezTo>
                        <a:pt x="21" y="0"/>
                        <a:pt x="0" y="85"/>
                        <a:pt x="0" y="202"/>
                      </a:cubicBezTo>
                      <a:cubicBezTo>
                        <a:pt x="0" y="303"/>
                        <a:pt x="21" y="404"/>
                        <a:pt x="21" y="404"/>
                      </a:cubicBezTo>
                      <a:cubicBezTo>
                        <a:pt x="21" y="404"/>
                        <a:pt x="37" y="303"/>
                        <a:pt x="37" y="202"/>
                      </a:cubicBezTo>
                      <a:cubicBezTo>
                        <a:pt x="37" y="85"/>
                        <a:pt x="21"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2678625" y="1760234"/>
                  <a:ext cx="3675" cy="40227"/>
                </a:xfrm>
                <a:custGeom>
                  <a:rect b="b" l="l" r="r" t="t"/>
                  <a:pathLst>
                    <a:path extrusionOk="0" h="405" w="37">
                      <a:moveTo>
                        <a:pt x="21" y="0"/>
                      </a:moveTo>
                      <a:cubicBezTo>
                        <a:pt x="21" y="0"/>
                        <a:pt x="0" y="101"/>
                        <a:pt x="0" y="202"/>
                      </a:cubicBezTo>
                      <a:cubicBezTo>
                        <a:pt x="0" y="320"/>
                        <a:pt x="21" y="404"/>
                        <a:pt x="21" y="404"/>
                      </a:cubicBezTo>
                      <a:cubicBezTo>
                        <a:pt x="21" y="404"/>
                        <a:pt x="37" y="320"/>
                        <a:pt x="37" y="202"/>
                      </a:cubicBezTo>
                      <a:cubicBezTo>
                        <a:pt x="37" y="101"/>
                        <a:pt x="21"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2662137" y="1805129"/>
                  <a:ext cx="4966" cy="142134"/>
                </a:xfrm>
                <a:custGeom>
                  <a:rect b="b" l="l" r="r" t="t"/>
                  <a:pathLst>
                    <a:path extrusionOk="0" h="1431" w="50">
                      <a:moveTo>
                        <a:pt x="33" y="1"/>
                      </a:moveTo>
                      <a:cubicBezTo>
                        <a:pt x="17" y="33"/>
                        <a:pt x="17" y="86"/>
                        <a:pt x="17" y="154"/>
                      </a:cubicBezTo>
                      <a:cubicBezTo>
                        <a:pt x="1" y="219"/>
                        <a:pt x="1" y="304"/>
                        <a:pt x="17" y="389"/>
                      </a:cubicBezTo>
                      <a:lnTo>
                        <a:pt x="17" y="692"/>
                      </a:lnTo>
                      <a:cubicBezTo>
                        <a:pt x="17" y="894"/>
                        <a:pt x="1" y="1079"/>
                        <a:pt x="17" y="1213"/>
                      </a:cubicBezTo>
                      <a:lnTo>
                        <a:pt x="17" y="1431"/>
                      </a:lnTo>
                      <a:cubicBezTo>
                        <a:pt x="17" y="1431"/>
                        <a:pt x="33" y="1346"/>
                        <a:pt x="33" y="1213"/>
                      </a:cubicBezTo>
                      <a:cubicBezTo>
                        <a:pt x="33" y="1079"/>
                        <a:pt x="49" y="894"/>
                        <a:pt x="49" y="692"/>
                      </a:cubicBezTo>
                      <a:cubicBezTo>
                        <a:pt x="49" y="575"/>
                        <a:pt x="49" y="490"/>
                        <a:pt x="33" y="389"/>
                      </a:cubicBezTo>
                      <a:lnTo>
                        <a:pt x="33" y="154"/>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2071948" y="1942396"/>
                  <a:ext cx="279401" cy="6555"/>
                </a:xfrm>
                <a:custGeom>
                  <a:rect b="b" l="l" r="r" t="t"/>
                  <a:pathLst>
                    <a:path extrusionOk="0" h="66" w="2813">
                      <a:moveTo>
                        <a:pt x="1968" y="0"/>
                      </a:moveTo>
                      <a:cubicBezTo>
                        <a:pt x="1887" y="17"/>
                        <a:pt x="1802" y="17"/>
                        <a:pt x="1701" y="17"/>
                      </a:cubicBezTo>
                      <a:lnTo>
                        <a:pt x="1414" y="17"/>
                      </a:lnTo>
                      <a:cubicBezTo>
                        <a:pt x="1027" y="33"/>
                        <a:pt x="675" y="33"/>
                        <a:pt x="421" y="33"/>
                      </a:cubicBezTo>
                      <a:cubicBezTo>
                        <a:pt x="150" y="49"/>
                        <a:pt x="1" y="49"/>
                        <a:pt x="1" y="49"/>
                      </a:cubicBezTo>
                      <a:lnTo>
                        <a:pt x="421" y="49"/>
                      </a:lnTo>
                      <a:cubicBezTo>
                        <a:pt x="538" y="49"/>
                        <a:pt x="691" y="65"/>
                        <a:pt x="857" y="65"/>
                      </a:cubicBezTo>
                      <a:cubicBezTo>
                        <a:pt x="1043" y="65"/>
                        <a:pt x="1229" y="49"/>
                        <a:pt x="1414" y="49"/>
                      </a:cubicBezTo>
                      <a:lnTo>
                        <a:pt x="1701" y="49"/>
                      </a:lnTo>
                      <a:cubicBezTo>
                        <a:pt x="1802" y="49"/>
                        <a:pt x="1887" y="33"/>
                        <a:pt x="1968" y="33"/>
                      </a:cubicBezTo>
                      <a:cubicBezTo>
                        <a:pt x="2020" y="33"/>
                        <a:pt x="2053" y="33"/>
                        <a:pt x="2105" y="17"/>
                      </a:cubicBezTo>
                      <a:lnTo>
                        <a:pt x="2222" y="17"/>
                      </a:lnTo>
                      <a:cubicBezTo>
                        <a:pt x="2291" y="17"/>
                        <a:pt x="2356" y="17"/>
                        <a:pt x="2424" y="33"/>
                      </a:cubicBezTo>
                      <a:lnTo>
                        <a:pt x="2727" y="33"/>
                      </a:lnTo>
                      <a:cubicBezTo>
                        <a:pt x="2760" y="33"/>
                        <a:pt x="2796" y="17"/>
                        <a:pt x="2812" y="17"/>
                      </a:cubicBezTo>
                      <a:lnTo>
                        <a:pt x="2727" y="17"/>
                      </a:lnTo>
                      <a:cubicBezTo>
                        <a:pt x="2704" y="22"/>
                        <a:pt x="2678" y="24"/>
                        <a:pt x="2648" y="24"/>
                      </a:cubicBezTo>
                      <a:cubicBezTo>
                        <a:pt x="2588" y="24"/>
                        <a:pt x="2513" y="17"/>
                        <a:pt x="2424" y="17"/>
                      </a:cubicBezTo>
                      <a:cubicBezTo>
                        <a:pt x="2356" y="0"/>
                        <a:pt x="2291" y="0"/>
                        <a:pt x="22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2366049" y="1945574"/>
                  <a:ext cx="311086" cy="6953"/>
                </a:xfrm>
                <a:custGeom>
                  <a:rect b="b" l="l" r="r" t="t"/>
                  <a:pathLst>
                    <a:path extrusionOk="0" h="70" w="3132">
                      <a:moveTo>
                        <a:pt x="1" y="1"/>
                      </a:moveTo>
                      <a:cubicBezTo>
                        <a:pt x="17" y="1"/>
                        <a:pt x="53" y="17"/>
                        <a:pt x="85" y="17"/>
                      </a:cubicBezTo>
                      <a:cubicBezTo>
                        <a:pt x="138" y="17"/>
                        <a:pt x="186" y="1"/>
                        <a:pt x="239" y="1"/>
                      </a:cubicBezTo>
                      <a:close/>
                      <a:moveTo>
                        <a:pt x="239" y="1"/>
                      </a:moveTo>
                      <a:cubicBezTo>
                        <a:pt x="304" y="1"/>
                        <a:pt x="372" y="17"/>
                        <a:pt x="441" y="17"/>
                      </a:cubicBezTo>
                      <a:cubicBezTo>
                        <a:pt x="590" y="17"/>
                        <a:pt x="760" y="33"/>
                        <a:pt x="962" y="33"/>
                      </a:cubicBezTo>
                      <a:cubicBezTo>
                        <a:pt x="1148" y="53"/>
                        <a:pt x="1366" y="53"/>
                        <a:pt x="1584" y="69"/>
                      </a:cubicBezTo>
                      <a:lnTo>
                        <a:pt x="2222" y="69"/>
                      </a:lnTo>
                      <a:cubicBezTo>
                        <a:pt x="2408" y="53"/>
                        <a:pt x="2578" y="53"/>
                        <a:pt x="2727" y="33"/>
                      </a:cubicBezTo>
                      <a:lnTo>
                        <a:pt x="2929" y="33"/>
                      </a:lnTo>
                      <a:cubicBezTo>
                        <a:pt x="2982" y="33"/>
                        <a:pt x="3030" y="33"/>
                        <a:pt x="3083" y="53"/>
                      </a:cubicBezTo>
                      <a:lnTo>
                        <a:pt x="3131" y="53"/>
                      </a:lnTo>
                      <a:cubicBezTo>
                        <a:pt x="3115" y="33"/>
                        <a:pt x="3099" y="33"/>
                        <a:pt x="3083" y="33"/>
                      </a:cubicBezTo>
                      <a:cubicBezTo>
                        <a:pt x="3030" y="33"/>
                        <a:pt x="2982" y="33"/>
                        <a:pt x="2929" y="17"/>
                      </a:cubicBezTo>
                      <a:lnTo>
                        <a:pt x="2727" y="17"/>
                      </a:lnTo>
                      <a:cubicBezTo>
                        <a:pt x="2578" y="33"/>
                        <a:pt x="2408" y="33"/>
                        <a:pt x="2222" y="33"/>
                      </a:cubicBezTo>
                      <a:lnTo>
                        <a:pt x="1584" y="33"/>
                      </a:lnTo>
                      <a:cubicBezTo>
                        <a:pt x="1148" y="17"/>
                        <a:pt x="724"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2162234" y="1863730"/>
                  <a:ext cx="4867" cy="83532"/>
                </a:xfrm>
                <a:custGeom>
                  <a:rect b="b" l="l" r="r" t="t"/>
                  <a:pathLst>
                    <a:path extrusionOk="0" h="841" w="49">
                      <a:moveTo>
                        <a:pt x="33" y="1"/>
                      </a:moveTo>
                      <a:lnTo>
                        <a:pt x="33" y="1"/>
                      </a:lnTo>
                      <a:cubicBezTo>
                        <a:pt x="17" y="17"/>
                        <a:pt x="17" y="17"/>
                        <a:pt x="17" y="33"/>
                      </a:cubicBezTo>
                      <a:cubicBezTo>
                        <a:pt x="33" y="17"/>
                        <a:pt x="33" y="17"/>
                        <a:pt x="33" y="1"/>
                      </a:cubicBezTo>
                      <a:close/>
                      <a:moveTo>
                        <a:pt x="17" y="118"/>
                      </a:moveTo>
                      <a:lnTo>
                        <a:pt x="17" y="118"/>
                      </a:lnTo>
                      <a:cubicBezTo>
                        <a:pt x="0" y="203"/>
                        <a:pt x="17" y="304"/>
                        <a:pt x="33" y="421"/>
                      </a:cubicBezTo>
                      <a:lnTo>
                        <a:pt x="33" y="708"/>
                      </a:lnTo>
                      <a:lnTo>
                        <a:pt x="33" y="841"/>
                      </a:lnTo>
                      <a:cubicBezTo>
                        <a:pt x="33" y="841"/>
                        <a:pt x="33" y="792"/>
                        <a:pt x="49" y="708"/>
                      </a:cubicBezTo>
                      <a:lnTo>
                        <a:pt x="49" y="421"/>
                      </a:lnTo>
                      <a:cubicBezTo>
                        <a:pt x="49" y="304"/>
                        <a:pt x="33" y="203"/>
                        <a:pt x="17" y="11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2163823" y="1846944"/>
                  <a:ext cx="143723" cy="16885"/>
                </a:xfrm>
                <a:custGeom>
                  <a:rect b="b" l="l" r="r" t="t"/>
                  <a:pathLst>
                    <a:path extrusionOk="0" h="170" w="1447">
                      <a:moveTo>
                        <a:pt x="1398" y="0"/>
                      </a:moveTo>
                      <a:cubicBezTo>
                        <a:pt x="1382" y="0"/>
                        <a:pt x="1346" y="16"/>
                        <a:pt x="1330" y="16"/>
                      </a:cubicBezTo>
                      <a:lnTo>
                        <a:pt x="1398" y="16"/>
                      </a:lnTo>
                      <a:cubicBezTo>
                        <a:pt x="1431" y="0"/>
                        <a:pt x="1447" y="0"/>
                        <a:pt x="1447" y="0"/>
                      </a:cubicBezTo>
                      <a:close/>
                      <a:moveTo>
                        <a:pt x="1245" y="16"/>
                      </a:moveTo>
                      <a:cubicBezTo>
                        <a:pt x="1112" y="36"/>
                        <a:pt x="926" y="36"/>
                        <a:pt x="724" y="69"/>
                      </a:cubicBezTo>
                      <a:cubicBezTo>
                        <a:pt x="623" y="69"/>
                        <a:pt x="522" y="85"/>
                        <a:pt x="437" y="101"/>
                      </a:cubicBezTo>
                      <a:cubicBezTo>
                        <a:pt x="356" y="117"/>
                        <a:pt x="287" y="137"/>
                        <a:pt x="219" y="137"/>
                      </a:cubicBezTo>
                      <a:cubicBezTo>
                        <a:pt x="154" y="154"/>
                        <a:pt x="102" y="154"/>
                        <a:pt x="69" y="154"/>
                      </a:cubicBezTo>
                      <a:cubicBezTo>
                        <a:pt x="17" y="154"/>
                        <a:pt x="1" y="170"/>
                        <a:pt x="1" y="170"/>
                      </a:cubicBezTo>
                      <a:lnTo>
                        <a:pt x="69" y="170"/>
                      </a:lnTo>
                      <a:cubicBezTo>
                        <a:pt x="102" y="170"/>
                        <a:pt x="154" y="170"/>
                        <a:pt x="219" y="154"/>
                      </a:cubicBezTo>
                      <a:cubicBezTo>
                        <a:pt x="287" y="154"/>
                        <a:pt x="356" y="137"/>
                        <a:pt x="457" y="137"/>
                      </a:cubicBezTo>
                      <a:cubicBezTo>
                        <a:pt x="538" y="117"/>
                        <a:pt x="623" y="101"/>
                        <a:pt x="724" y="85"/>
                      </a:cubicBezTo>
                      <a:cubicBezTo>
                        <a:pt x="926" y="69"/>
                        <a:pt x="1112" y="53"/>
                        <a:pt x="1245" y="36"/>
                      </a:cubicBezTo>
                      <a:lnTo>
                        <a:pt x="1281" y="36"/>
                      </a:lnTo>
                      <a:cubicBezTo>
                        <a:pt x="1297" y="36"/>
                        <a:pt x="1313" y="16"/>
                        <a:pt x="1330" y="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2305858" y="1848534"/>
                  <a:ext cx="5364" cy="92372"/>
                </a:xfrm>
                <a:custGeom>
                  <a:rect b="b" l="l" r="r" t="t"/>
                  <a:pathLst>
                    <a:path extrusionOk="0" h="930" w="54">
                      <a:moveTo>
                        <a:pt x="37" y="0"/>
                      </a:moveTo>
                      <a:cubicBezTo>
                        <a:pt x="37" y="0"/>
                        <a:pt x="17" y="20"/>
                        <a:pt x="17" y="37"/>
                      </a:cubicBezTo>
                      <a:lnTo>
                        <a:pt x="17" y="138"/>
                      </a:lnTo>
                      <a:cubicBezTo>
                        <a:pt x="17" y="222"/>
                        <a:pt x="17" y="340"/>
                        <a:pt x="1" y="457"/>
                      </a:cubicBezTo>
                      <a:lnTo>
                        <a:pt x="1" y="642"/>
                      </a:lnTo>
                      <a:lnTo>
                        <a:pt x="1" y="792"/>
                      </a:lnTo>
                      <a:cubicBezTo>
                        <a:pt x="17" y="828"/>
                        <a:pt x="17" y="861"/>
                        <a:pt x="17" y="877"/>
                      </a:cubicBezTo>
                      <a:cubicBezTo>
                        <a:pt x="17" y="909"/>
                        <a:pt x="37" y="929"/>
                        <a:pt x="37" y="929"/>
                      </a:cubicBezTo>
                      <a:cubicBezTo>
                        <a:pt x="37" y="929"/>
                        <a:pt x="17" y="861"/>
                        <a:pt x="17" y="792"/>
                      </a:cubicBezTo>
                      <a:cubicBezTo>
                        <a:pt x="37" y="743"/>
                        <a:pt x="37" y="691"/>
                        <a:pt x="37" y="642"/>
                      </a:cubicBezTo>
                      <a:lnTo>
                        <a:pt x="37" y="457"/>
                      </a:lnTo>
                      <a:cubicBezTo>
                        <a:pt x="53" y="340"/>
                        <a:pt x="37" y="222"/>
                        <a:pt x="37" y="138"/>
                      </a:cubicBezTo>
                      <a:lnTo>
                        <a:pt x="37" y="37"/>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1"/>
                <p:cNvSpPr/>
                <p:nvPr/>
              </p:nvSpPr>
              <p:spPr>
                <a:xfrm>
                  <a:off x="2225603" y="1856976"/>
                  <a:ext cx="5364" cy="88697"/>
                </a:xfrm>
                <a:custGeom>
                  <a:rect b="b" l="l" r="r" t="t"/>
                  <a:pathLst>
                    <a:path extrusionOk="0" h="893" w="54">
                      <a:moveTo>
                        <a:pt x="37" y="0"/>
                      </a:moveTo>
                      <a:cubicBezTo>
                        <a:pt x="37" y="0"/>
                        <a:pt x="17" y="0"/>
                        <a:pt x="17" y="36"/>
                      </a:cubicBezTo>
                      <a:lnTo>
                        <a:pt x="37" y="0"/>
                      </a:lnTo>
                      <a:close/>
                      <a:moveTo>
                        <a:pt x="17" y="69"/>
                      </a:moveTo>
                      <a:cubicBezTo>
                        <a:pt x="1" y="85"/>
                        <a:pt x="1" y="101"/>
                        <a:pt x="1" y="117"/>
                      </a:cubicBezTo>
                      <a:lnTo>
                        <a:pt x="1" y="186"/>
                      </a:lnTo>
                      <a:lnTo>
                        <a:pt x="1" y="271"/>
                      </a:lnTo>
                      <a:cubicBezTo>
                        <a:pt x="17" y="319"/>
                        <a:pt x="17" y="388"/>
                        <a:pt x="17" y="440"/>
                      </a:cubicBezTo>
                      <a:lnTo>
                        <a:pt x="17" y="521"/>
                      </a:lnTo>
                      <a:lnTo>
                        <a:pt x="17" y="606"/>
                      </a:lnTo>
                      <a:cubicBezTo>
                        <a:pt x="17" y="675"/>
                        <a:pt x="37" y="723"/>
                        <a:pt x="37" y="759"/>
                      </a:cubicBezTo>
                      <a:lnTo>
                        <a:pt x="37" y="893"/>
                      </a:lnTo>
                      <a:cubicBezTo>
                        <a:pt x="37" y="893"/>
                        <a:pt x="37" y="844"/>
                        <a:pt x="53" y="759"/>
                      </a:cubicBezTo>
                      <a:lnTo>
                        <a:pt x="53" y="606"/>
                      </a:lnTo>
                      <a:lnTo>
                        <a:pt x="53" y="521"/>
                      </a:lnTo>
                      <a:lnTo>
                        <a:pt x="53" y="440"/>
                      </a:lnTo>
                      <a:cubicBezTo>
                        <a:pt x="53" y="372"/>
                        <a:pt x="37" y="319"/>
                        <a:pt x="37" y="271"/>
                      </a:cubicBezTo>
                      <a:cubicBezTo>
                        <a:pt x="37" y="238"/>
                        <a:pt x="37" y="218"/>
                        <a:pt x="17" y="186"/>
                      </a:cubicBezTo>
                      <a:lnTo>
                        <a:pt x="17" y="117"/>
                      </a:lnTo>
                      <a:lnTo>
                        <a:pt x="17" y="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1"/>
                <p:cNvSpPr/>
                <p:nvPr/>
              </p:nvSpPr>
              <p:spPr>
                <a:xfrm>
                  <a:off x="2451568" y="1606181"/>
                  <a:ext cx="232421" cy="28606"/>
                </a:xfrm>
                <a:custGeom>
                  <a:rect b="b" l="l" r="r" t="t"/>
                  <a:pathLst>
                    <a:path extrusionOk="0" h="288" w="2340">
                      <a:moveTo>
                        <a:pt x="0" y="0"/>
                      </a:moveTo>
                      <a:cubicBezTo>
                        <a:pt x="49" y="16"/>
                        <a:pt x="150" y="37"/>
                        <a:pt x="250" y="69"/>
                      </a:cubicBezTo>
                      <a:cubicBezTo>
                        <a:pt x="303" y="69"/>
                        <a:pt x="368" y="85"/>
                        <a:pt x="436" y="85"/>
                      </a:cubicBezTo>
                      <a:cubicBezTo>
                        <a:pt x="505" y="101"/>
                        <a:pt x="570" y="117"/>
                        <a:pt x="638" y="117"/>
                      </a:cubicBezTo>
                      <a:cubicBezTo>
                        <a:pt x="792" y="138"/>
                        <a:pt x="941" y="154"/>
                        <a:pt x="1111" y="170"/>
                      </a:cubicBezTo>
                      <a:cubicBezTo>
                        <a:pt x="1277" y="202"/>
                        <a:pt x="1446" y="218"/>
                        <a:pt x="1600" y="218"/>
                      </a:cubicBezTo>
                      <a:cubicBezTo>
                        <a:pt x="1749" y="239"/>
                        <a:pt x="1866" y="255"/>
                        <a:pt x="1984" y="255"/>
                      </a:cubicBezTo>
                      <a:cubicBezTo>
                        <a:pt x="2105" y="255"/>
                        <a:pt x="2185" y="271"/>
                        <a:pt x="2254" y="287"/>
                      </a:cubicBezTo>
                      <a:lnTo>
                        <a:pt x="2339" y="287"/>
                      </a:lnTo>
                      <a:cubicBezTo>
                        <a:pt x="2339" y="287"/>
                        <a:pt x="2307" y="287"/>
                        <a:pt x="2254" y="271"/>
                      </a:cubicBezTo>
                      <a:cubicBezTo>
                        <a:pt x="2185" y="271"/>
                        <a:pt x="2105" y="255"/>
                        <a:pt x="1984" y="239"/>
                      </a:cubicBezTo>
                      <a:cubicBezTo>
                        <a:pt x="1866" y="218"/>
                        <a:pt x="1749" y="218"/>
                        <a:pt x="1600" y="202"/>
                      </a:cubicBezTo>
                      <a:cubicBezTo>
                        <a:pt x="1446" y="186"/>
                        <a:pt x="1297" y="170"/>
                        <a:pt x="1127" y="138"/>
                      </a:cubicBezTo>
                      <a:cubicBezTo>
                        <a:pt x="957" y="117"/>
                        <a:pt x="792" y="101"/>
                        <a:pt x="638" y="85"/>
                      </a:cubicBezTo>
                      <a:cubicBezTo>
                        <a:pt x="570" y="85"/>
                        <a:pt x="505" y="85"/>
                        <a:pt x="436" y="69"/>
                      </a:cubicBezTo>
                      <a:cubicBezTo>
                        <a:pt x="368" y="69"/>
                        <a:pt x="319" y="53"/>
                        <a:pt x="250" y="53"/>
                      </a:cubicBezTo>
                      <a:cubicBezTo>
                        <a:pt x="150" y="37"/>
                        <a:pt x="6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2451568" y="1646308"/>
                  <a:ext cx="230732" cy="26917"/>
                </a:xfrm>
                <a:custGeom>
                  <a:rect b="b" l="l" r="r" t="t"/>
                  <a:pathLst>
                    <a:path extrusionOk="0" h="271" w="2323">
                      <a:moveTo>
                        <a:pt x="0" y="0"/>
                      </a:moveTo>
                      <a:cubicBezTo>
                        <a:pt x="32" y="16"/>
                        <a:pt x="65" y="16"/>
                        <a:pt x="117" y="37"/>
                      </a:cubicBezTo>
                      <a:cubicBezTo>
                        <a:pt x="150" y="37"/>
                        <a:pt x="202" y="53"/>
                        <a:pt x="267" y="53"/>
                      </a:cubicBezTo>
                      <a:cubicBezTo>
                        <a:pt x="368" y="69"/>
                        <a:pt x="505" y="101"/>
                        <a:pt x="638" y="117"/>
                      </a:cubicBezTo>
                      <a:cubicBezTo>
                        <a:pt x="792" y="138"/>
                        <a:pt x="957" y="154"/>
                        <a:pt x="1127" y="170"/>
                      </a:cubicBezTo>
                      <a:cubicBezTo>
                        <a:pt x="1297" y="202"/>
                        <a:pt x="1446" y="218"/>
                        <a:pt x="1600" y="239"/>
                      </a:cubicBezTo>
                      <a:cubicBezTo>
                        <a:pt x="1674" y="247"/>
                        <a:pt x="1745" y="247"/>
                        <a:pt x="1810" y="247"/>
                      </a:cubicBezTo>
                      <a:cubicBezTo>
                        <a:pt x="1874" y="247"/>
                        <a:pt x="1933" y="247"/>
                        <a:pt x="1984" y="255"/>
                      </a:cubicBezTo>
                      <a:lnTo>
                        <a:pt x="2254" y="255"/>
                      </a:lnTo>
                      <a:cubicBezTo>
                        <a:pt x="2222" y="239"/>
                        <a:pt x="2185" y="239"/>
                        <a:pt x="2137" y="239"/>
                      </a:cubicBezTo>
                      <a:lnTo>
                        <a:pt x="1984" y="239"/>
                      </a:lnTo>
                      <a:cubicBezTo>
                        <a:pt x="1883" y="218"/>
                        <a:pt x="1749" y="218"/>
                        <a:pt x="1600" y="202"/>
                      </a:cubicBezTo>
                      <a:cubicBezTo>
                        <a:pt x="1446" y="186"/>
                        <a:pt x="1297" y="170"/>
                        <a:pt x="1127" y="138"/>
                      </a:cubicBezTo>
                      <a:cubicBezTo>
                        <a:pt x="957" y="117"/>
                        <a:pt x="792" y="101"/>
                        <a:pt x="654" y="85"/>
                      </a:cubicBezTo>
                      <a:cubicBezTo>
                        <a:pt x="505" y="85"/>
                        <a:pt x="368" y="53"/>
                        <a:pt x="267" y="37"/>
                      </a:cubicBezTo>
                      <a:cubicBezTo>
                        <a:pt x="202" y="37"/>
                        <a:pt x="150" y="16"/>
                        <a:pt x="117" y="16"/>
                      </a:cubicBezTo>
                      <a:cubicBezTo>
                        <a:pt x="65" y="16"/>
                        <a:pt x="32" y="0"/>
                        <a:pt x="0" y="0"/>
                      </a:cubicBezTo>
                      <a:close/>
                      <a:moveTo>
                        <a:pt x="2254" y="255"/>
                      </a:moveTo>
                      <a:cubicBezTo>
                        <a:pt x="2286" y="255"/>
                        <a:pt x="2307" y="271"/>
                        <a:pt x="2323" y="271"/>
                      </a:cubicBezTo>
                      <a:cubicBezTo>
                        <a:pt x="2307" y="255"/>
                        <a:pt x="2286" y="255"/>
                        <a:pt x="2254" y="2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2441536" y="1743348"/>
                  <a:ext cx="240764" cy="18574"/>
                </a:xfrm>
                <a:custGeom>
                  <a:rect b="b" l="l" r="r" t="t"/>
                  <a:pathLst>
                    <a:path extrusionOk="0" h="187" w="2424">
                      <a:moveTo>
                        <a:pt x="0" y="1"/>
                      </a:moveTo>
                      <a:cubicBezTo>
                        <a:pt x="0" y="1"/>
                        <a:pt x="133" y="1"/>
                        <a:pt x="351" y="17"/>
                      </a:cubicBezTo>
                      <a:lnTo>
                        <a:pt x="537" y="17"/>
                      </a:lnTo>
                      <a:cubicBezTo>
                        <a:pt x="606" y="33"/>
                        <a:pt x="671" y="33"/>
                        <a:pt x="739" y="33"/>
                      </a:cubicBezTo>
                      <a:cubicBezTo>
                        <a:pt x="824" y="33"/>
                        <a:pt x="893" y="49"/>
                        <a:pt x="974" y="69"/>
                      </a:cubicBezTo>
                      <a:cubicBezTo>
                        <a:pt x="1058" y="69"/>
                        <a:pt x="1143" y="69"/>
                        <a:pt x="1228" y="86"/>
                      </a:cubicBezTo>
                      <a:cubicBezTo>
                        <a:pt x="1398" y="102"/>
                        <a:pt x="1547" y="134"/>
                        <a:pt x="1701" y="150"/>
                      </a:cubicBezTo>
                      <a:cubicBezTo>
                        <a:pt x="1850" y="170"/>
                        <a:pt x="1984" y="170"/>
                        <a:pt x="2085" y="170"/>
                      </a:cubicBezTo>
                      <a:lnTo>
                        <a:pt x="2355" y="170"/>
                      </a:lnTo>
                      <a:cubicBezTo>
                        <a:pt x="2286" y="170"/>
                        <a:pt x="2206" y="170"/>
                        <a:pt x="2085" y="150"/>
                      </a:cubicBezTo>
                      <a:cubicBezTo>
                        <a:pt x="1984" y="150"/>
                        <a:pt x="1850" y="134"/>
                        <a:pt x="1701" y="118"/>
                      </a:cubicBezTo>
                      <a:cubicBezTo>
                        <a:pt x="1563" y="102"/>
                        <a:pt x="1398" y="69"/>
                        <a:pt x="1228" y="49"/>
                      </a:cubicBezTo>
                      <a:cubicBezTo>
                        <a:pt x="1143" y="49"/>
                        <a:pt x="1058" y="33"/>
                        <a:pt x="974" y="33"/>
                      </a:cubicBezTo>
                      <a:cubicBezTo>
                        <a:pt x="909" y="17"/>
                        <a:pt x="824" y="17"/>
                        <a:pt x="755" y="17"/>
                      </a:cubicBezTo>
                      <a:cubicBezTo>
                        <a:pt x="671" y="1"/>
                        <a:pt x="606" y="1"/>
                        <a:pt x="537" y="1"/>
                      </a:cubicBezTo>
                      <a:close/>
                      <a:moveTo>
                        <a:pt x="2355" y="170"/>
                      </a:moveTo>
                      <a:cubicBezTo>
                        <a:pt x="2387" y="187"/>
                        <a:pt x="2408" y="187"/>
                        <a:pt x="2424" y="187"/>
                      </a:cubicBezTo>
                      <a:cubicBezTo>
                        <a:pt x="2408" y="187"/>
                        <a:pt x="2387" y="170"/>
                        <a:pt x="2355" y="1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2441536" y="1786753"/>
                  <a:ext cx="240764" cy="13707"/>
                </a:xfrm>
                <a:custGeom>
                  <a:rect b="b" l="l" r="r" t="t"/>
                  <a:pathLst>
                    <a:path extrusionOk="0" h="138" w="2424">
                      <a:moveTo>
                        <a:pt x="0" y="0"/>
                      </a:moveTo>
                      <a:cubicBezTo>
                        <a:pt x="16" y="0"/>
                        <a:pt x="49" y="16"/>
                        <a:pt x="65" y="16"/>
                      </a:cubicBezTo>
                      <a:cubicBezTo>
                        <a:pt x="49" y="0"/>
                        <a:pt x="16" y="0"/>
                        <a:pt x="0" y="0"/>
                      </a:cubicBezTo>
                      <a:close/>
                      <a:moveTo>
                        <a:pt x="186" y="16"/>
                      </a:moveTo>
                      <a:cubicBezTo>
                        <a:pt x="234" y="16"/>
                        <a:pt x="287" y="16"/>
                        <a:pt x="335" y="36"/>
                      </a:cubicBezTo>
                      <a:lnTo>
                        <a:pt x="420" y="36"/>
                      </a:lnTo>
                      <a:cubicBezTo>
                        <a:pt x="436" y="36"/>
                        <a:pt x="452" y="53"/>
                        <a:pt x="469" y="53"/>
                      </a:cubicBezTo>
                      <a:lnTo>
                        <a:pt x="957" y="53"/>
                      </a:lnTo>
                      <a:cubicBezTo>
                        <a:pt x="1026" y="53"/>
                        <a:pt x="1111" y="69"/>
                        <a:pt x="1196" y="69"/>
                      </a:cubicBezTo>
                      <a:cubicBezTo>
                        <a:pt x="1277" y="69"/>
                        <a:pt x="1361" y="85"/>
                        <a:pt x="1446" y="85"/>
                      </a:cubicBezTo>
                      <a:cubicBezTo>
                        <a:pt x="1515" y="85"/>
                        <a:pt x="1600" y="101"/>
                        <a:pt x="1664" y="101"/>
                      </a:cubicBezTo>
                      <a:cubicBezTo>
                        <a:pt x="1818" y="101"/>
                        <a:pt x="1951" y="117"/>
                        <a:pt x="2052" y="117"/>
                      </a:cubicBezTo>
                      <a:cubicBezTo>
                        <a:pt x="2121" y="117"/>
                        <a:pt x="2169" y="117"/>
                        <a:pt x="2206" y="137"/>
                      </a:cubicBezTo>
                      <a:lnTo>
                        <a:pt x="2424" y="137"/>
                      </a:lnTo>
                      <a:cubicBezTo>
                        <a:pt x="2424" y="137"/>
                        <a:pt x="2387" y="137"/>
                        <a:pt x="2323" y="117"/>
                      </a:cubicBezTo>
                      <a:lnTo>
                        <a:pt x="2206" y="117"/>
                      </a:lnTo>
                      <a:cubicBezTo>
                        <a:pt x="2169" y="117"/>
                        <a:pt x="2121" y="117"/>
                        <a:pt x="2052" y="101"/>
                      </a:cubicBezTo>
                      <a:cubicBezTo>
                        <a:pt x="1951" y="101"/>
                        <a:pt x="1818" y="85"/>
                        <a:pt x="1664" y="69"/>
                      </a:cubicBezTo>
                      <a:cubicBezTo>
                        <a:pt x="1600" y="69"/>
                        <a:pt x="1531" y="53"/>
                        <a:pt x="1446" y="53"/>
                      </a:cubicBezTo>
                      <a:cubicBezTo>
                        <a:pt x="1361" y="53"/>
                        <a:pt x="1277" y="36"/>
                        <a:pt x="1196" y="36"/>
                      </a:cubicBezTo>
                      <a:cubicBezTo>
                        <a:pt x="1111" y="36"/>
                        <a:pt x="1026" y="16"/>
                        <a:pt x="957" y="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1"/>
                <p:cNvSpPr/>
                <p:nvPr/>
              </p:nvSpPr>
              <p:spPr>
                <a:xfrm>
                  <a:off x="2259374" y="1579661"/>
                  <a:ext cx="4867" cy="26619"/>
                </a:xfrm>
                <a:custGeom>
                  <a:rect b="b" l="l" r="r" t="t"/>
                  <a:pathLst>
                    <a:path extrusionOk="0" h="268" w="49">
                      <a:moveTo>
                        <a:pt x="32" y="1"/>
                      </a:moveTo>
                      <a:cubicBezTo>
                        <a:pt x="32" y="1"/>
                        <a:pt x="16" y="65"/>
                        <a:pt x="16" y="150"/>
                      </a:cubicBezTo>
                      <a:cubicBezTo>
                        <a:pt x="0" y="203"/>
                        <a:pt x="16" y="235"/>
                        <a:pt x="16" y="251"/>
                      </a:cubicBezTo>
                      <a:lnTo>
                        <a:pt x="16" y="267"/>
                      </a:lnTo>
                      <a:cubicBezTo>
                        <a:pt x="32" y="235"/>
                        <a:pt x="32" y="203"/>
                        <a:pt x="49" y="150"/>
                      </a:cubicBezTo>
                      <a:cubicBezTo>
                        <a:pt x="49" y="65"/>
                        <a:pt x="32" y="1"/>
                        <a:pt x="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2252520" y="1532680"/>
                  <a:ext cx="4867" cy="48669"/>
                </a:xfrm>
                <a:custGeom>
                  <a:rect b="b" l="l" r="r" t="t"/>
                  <a:pathLst>
                    <a:path extrusionOk="0" h="490" w="49">
                      <a:moveTo>
                        <a:pt x="17" y="1"/>
                      </a:moveTo>
                      <a:lnTo>
                        <a:pt x="17" y="70"/>
                      </a:lnTo>
                      <a:cubicBezTo>
                        <a:pt x="17" y="118"/>
                        <a:pt x="0" y="187"/>
                        <a:pt x="17" y="251"/>
                      </a:cubicBezTo>
                      <a:lnTo>
                        <a:pt x="17" y="437"/>
                      </a:lnTo>
                      <a:lnTo>
                        <a:pt x="17" y="490"/>
                      </a:lnTo>
                      <a:cubicBezTo>
                        <a:pt x="17" y="490"/>
                        <a:pt x="17" y="453"/>
                        <a:pt x="33" y="437"/>
                      </a:cubicBezTo>
                      <a:cubicBezTo>
                        <a:pt x="33" y="389"/>
                        <a:pt x="49" y="320"/>
                        <a:pt x="33" y="251"/>
                      </a:cubicBezTo>
                      <a:lnTo>
                        <a:pt x="33" y="70"/>
                      </a:lnTo>
                      <a:cubicBezTo>
                        <a:pt x="33" y="33"/>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2265731" y="1457292"/>
                  <a:ext cx="311086" cy="120481"/>
                </a:xfrm>
                <a:custGeom>
                  <a:rect b="b" l="l" r="r" t="t"/>
                  <a:pathLst>
                    <a:path extrusionOk="0" h="1213" w="3132">
                      <a:moveTo>
                        <a:pt x="3131" y="1"/>
                      </a:moveTo>
                      <a:cubicBezTo>
                        <a:pt x="3047" y="37"/>
                        <a:pt x="2913" y="69"/>
                        <a:pt x="2764" y="138"/>
                      </a:cubicBezTo>
                      <a:cubicBezTo>
                        <a:pt x="2929" y="85"/>
                        <a:pt x="3047" y="37"/>
                        <a:pt x="3131" y="1"/>
                      </a:cubicBezTo>
                      <a:close/>
                      <a:moveTo>
                        <a:pt x="2764" y="138"/>
                      </a:moveTo>
                      <a:lnTo>
                        <a:pt x="2764" y="138"/>
                      </a:lnTo>
                      <a:cubicBezTo>
                        <a:pt x="2441" y="239"/>
                        <a:pt x="2004" y="372"/>
                        <a:pt x="1552" y="558"/>
                      </a:cubicBezTo>
                      <a:cubicBezTo>
                        <a:pt x="1483" y="590"/>
                        <a:pt x="1431" y="606"/>
                        <a:pt x="1382" y="643"/>
                      </a:cubicBezTo>
                      <a:cubicBezTo>
                        <a:pt x="1314" y="659"/>
                        <a:pt x="1265" y="675"/>
                        <a:pt x="1213" y="707"/>
                      </a:cubicBezTo>
                      <a:cubicBezTo>
                        <a:pt x="1148" y="728"/>
                        <a:pt x="1095" y="760"/>
                        <a:pt x="1047" y="776"/>
                      </a:cubicBezTo>
                      <a:cubicBezTo>
                        <a:pt x="1027" y="792"/>
                        <a:pt x="994" y="792"/>
                        <a:pt x="978" y="808"/>
                      </a:cubicBezTo>
                      <a:cubicBezTo>
                        <a:pt x="946" y="829"/>
                        <a:pt x="910" y="829"/>
                        <a:pt x="893" y="845"/>
                      </a:cubicBezTo>
                      <a:cubicBezTo>
                        <a:pt x="792" y="877"/>
                        <a:pt x="691" y="909"/>
                        <a:pt x="607" y="962"/>
                      </a:cubicBezTo>
                      <a:cubicBezTo>
                        <a:pt x="506" y="994"/>
                        <a:pt x="421" y="1010"/>
                        <a:pt x="356" y="1047"/>
                      </a:cubicBezTo>
                      <a:cubicBezTo>
                        <a:pt x="441" y="1031"/>
                        <a:pt x="522" y="1010"/>
                        <a:pt x="607" y="978"/>
                      </a:cubicBezTo>
                      <a:cubicBezTo>
                        <a:pt x="708" y="946"/>
                        <a:pt x="792" y="909"/>
                        <a:pt x="910" y="861"/>
                      </a:cubicBezTo>
                      <a:cubicBezTo>
                        <a:pt x="1112" y="792"/>
                        <a:pt x="1330" y="691"/>
                        <a:pt x="1568" y="590"/>
                      </a:cubicBezTo>
                      <a:cubicBezTo>
                        <a:pt x="2021" y="404"/>
                        <a:pt x="2461" y="255"/>
                        <a:pt x="2764" y="138"/>
                      </a:cubicBezTo>
                      <a:close/>
                      <a:moveTo>
                        <a:pt x="356" y="1047"/>
                      </a:moveTo>
                      <a:cubicBezTo>
                        <a:pt x="304" y="1047"/>
                        <a:pt x="271" y="1063"/>
                        <a:pt x="239" y="1079"/>
                      </a:cubicBezTo>
                      <a:cubicBezTo>
                        <a:pt x="203" y="1095"/>
                        <a:pt x="170" y="1111"/>
                        <a:pt x="138" y="1132"/>
                      </a:cubicBezTo>
                      <a:cubicBezTo>
                        <a:pt x="86" y="1148"/>
                        <a:pt x="37" y="1180"/>
                        <a:pt x="1" y="1212"/>
                      </a:cubicBezTo>
                      <a:cubicBezTo>
                        <a:pt x="37" y="1180"/>
                        <a:pt x="86" y="1164"/>
                        <a:pt x="154" y="1132"/>
                      </a:cubicBezTo>
                      <a:cubicBezTo>
                        <a:pt x="170" y="1111"/>
                        <a:pt x="203" y="1095"/>
                        <a:pt x="239" y="1095"/>
                      </a:cubicBezTo>
                      <a:cubicBezTo>
                        <a:pt x="271" y="1079"/>
                        <a:pt x="320" y="1063"/>
                        <a:pt x="356" y="10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1"/>
                <p:cNvSpPr/>
                <p:nvPr/>
              </p:nvSpPr>
              <p:spPr>
                <a:xfrm>
                  <a:off x="2585160" y="1387070"/>
                  <a:ext cx="3278" cy="65555"/>
                </a:xfrm>
                <a:custGeom>
                  <a:rect b="b" l="l" r="r" t="t"/>
                  <a:pathLst>
                    <a:path extrusionOk="0" h="660" w="33">
                      <a:moveTo>
                        <a:pt x="33" y="1"/>
                      </a:moveTo>
                      <a:cubicBezTo>
                        <a:pt x="33" y="1"/>
                        <a:pt x="33" y="53"/>
                        <a:pt x="16" y="102"/>
                      </a:cubicBezTo>
                      <a:cubicBezTo>
                        <a:pt x="16" y="170"/>
                        <a:pt x="0" y="239"/>
                        <a:pt x="0" y="340"/>
                      </a:cubicBezTo>
                      <a:lnTo>
                        <a:pt x="0" y="558"/>
                      </a:lnTo>
                      <a:cubicBezTo>
                        <a:pt x="16" y="590"/>
                        <a:pt x="16" y="627"/>
                        <a:pt x="16" y="627"/>
                      </a:cubicBezTo>
                      <a:lnTo>
                        <a:pt x="16" y="558"/>
                      </a:lnTo>
                      <a:cubicBezTo>
                        <a:pt x="16" y="506"/>
                        <a:pt x="33" y="425"/>
                        <a:pt x="33" y="340"/>
                      </a:cubicBezTo>
                      <a:lnTo>
                        <a:pt x="33" y="102"/>
                      </a:lnTo>
                      <a:lnTo>
                        <a:pt x="33" y="37"/>
                      </a:lnTo>
                      <a:lnTo>
                        <a:pt x="33" y="1"/>
                      </a:lnTo>
                      <a:close/>
                      <a:moveTo>
                        <a:pt x="16" y="627"/>
                      </a:moveTo>
                      <a:cubicBezTo>
                        <a:pt x="16" y="643"/>
                        <a:pt x="33" y="659"/>
                        <a:pt x="33" y="659"/>
                      </a:cubicBezTo>
                      <a:cubicBezTo>
                        <a:pt x="33" y="659"/>
                        <a:pt x="33" y="643"/>
                        <a:pt x="16" y="6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1"/>
                <p:cNvSpPr/>
                <p:nvPr/>
              </p:nvSpPr>
              <p:spPr>
                <a:xfrm>
                  <a:off x="2590325" y="1454114"/>
                  <a:ext cx="118495" cy="25328"/>
                </a:xfrm>
                <a:custGeom>
                  <a:rect b="b" l="l" r="r" t="t"/>
                  <a:pathLst>
                    <a:path extrusionOk="0" h="255" w="1193">
                      <a:moveTo>
                        <a:pt x="1" y="0"/>
                      </a:moveTo>
                      <a:cubicBezTo>
                        <a:pt x="17" y="0"/>
                        <a:pt x="17" y="0"/>
                        <a:pt x="33" y="16"/>
                      </a:cubicBezTo>
                      <a:cubicBezTo>
                        <a:pt x="65" y="16"/>
                        <a:pt x="118" y="32"/>
                        <a:pt x="166" y="32"/>
                      </a:cubicBezTo>
                      <a:cubicBezTo>
                        <a:pt x="203" y="53"/>
                        <a:pt x="219" y="53"/>
                        <a:pt x="251" y="53"/>
                      </a:cubicBezTo>
                      <a:cubicBezTo>
                        <a:pt x="284" y="69"/>
                        <a:pt x="320" y="69"/>
                        <a:pt x="352" y="85"/>
                      </a:cubicBezTo>
                      <a:cubicBezTo>
                        <a:pt x="421" y="101"/>
                        <a:pt x="506" y="117"/>
                        <a:pt x="587" y="117"/>
                      </a:cubicBezTo>
                      <a:cubicBezTo>
                        <a:pt x="756" y="154"/>
                        <a:pt x="910" y="202"/>
                        <a:pt x="1011" y="218"/>
                      </a:cubicBezTo>
                      <a:cubicBezTo>
                        <a:pt x="1027" y="218"/>
                        <a:pt x="1043" y="218"/>
                        <a:pt x="1059" y="234"/>
                      </a:cubicBezTo>
                      <a:lnTo>
                        <a:pt x="1144" y="234"/>
                      </a:lnTo>
                      <a:cubicBezTo>
                        <a:pt x="1128" y="234"/>
                        <a:pt x="1112" y="234"/>
                        <a:pt x="1091" y="218"/>
                      </a:cubicBezTo>
                      <a:lnTo>
                        <a:pt x="1059" y="218"/>
                      </a:lnTo>
                      <a:cubicBezTo>
                        <a:pt x="1043" y="218"/>
                        <a:pt x="1027" y="202"/>
                        <a:pt x="1027" y="202"/>
                      </a:cubicBezTo>
                      <a:cubicBezTo>
                        <a:pt x="910" y="170"/>
                        <a:pt x="772" y="133"/>
                        <a:pt x="607" y="101"/>
                      </a:cubicBezTo>
                      <a:cubicBezTo>
                        <a:pt x="554" y="85"/>
                        <a:pt x="522" y="85"/>
                        <a:pt x="469" y="69"/>
                      </a:cubicBezTo>
                      <a:cubicBezTo>
                        <a:pt x="437" y="69"/>
                        <a:pt x="405" y="69"/>
                        <a:pt x="368" y="53"/>
                      </a:cubicBezTo>
                      <a:cubicBezTo>
                        <a:pt x="320" y="53"/>
                        <a:pt x="284" y="32"/>
                        <a:pt x="251" y="32"/>
                      </a:cubicBezTo>
                      <a:cubicBezTo>
                        <a:pt x="235" y="32"/>
                        <a:pt x="203" y="32"/>
                        <a:pt x="166" y="16"/>
                      </a:cubicBezTo>
                      <a:cubicBezTo>
                        <a:pt x="118" y="16"/>
                        <a:pt x="65" y="16"/>
                        <a:pt x="33" y="0"/>
                      </a:cubicBezTo>
                      <a:close/>
                      <a:moveTo>
                        <a:pt x="1144" y="234"/>
                      </a:moveTo>
                      <a:cubicBezTo>
                        <a:pt x="1176" y="255"/>
                        <a:pt x="1192" y="255"/>
                        <a:pt x="1192" y="255"/>
                      </a:cubicBezTo>
                      <a:cubicBezTo>
                        <a:pt x="1192" y="255"/>
                        <a:pt x="1176" y="234"/>
                        <a:pt x="1144" y="2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2254110" y="1393923"/>
                  <a:ext cx="326283" cy="142134"/>
                </a:xfrm>
                <a:custGeom>
                  <a:rect b="b" l="l" r="r" t="t"/>
                  <a:pathLst>
                    <a:path extrusionOk="0" h="1431" w="3285">
                      <a:moveTo>
                        <a:pt x="3285" y="0"/>
                      </a:moveTo>
                      <a:cubicBezTo>
                        <a:pt x="3248" y="0"/>
                        <a:pt x="3232" y="16"/>
                        <a:pt x="3200" y="16"/>
                      </a:cubicBezTo>
                      <a:cubicBezTo>
                        <a:pt x="3232" y="16"/>
                        <a:pt x="3265" y="0"/>
                        <a:pt x="3285" y="0"/>
                      </a:cubicBezTo>
                      <a:close/>
                      <a:moveTo>
                        <a:pt x="3200" y="16"/>
                      </a:moveTo>
                      <a:cubicBezTo>
                        <a:pt x="3184" y="16"/>
                        <a:pt x="3184" y="16"/>
                        <a:pt x="3164" y="33"/>
                      </a:cubicBezTo>
                      <a:cubicBezTo>
                        <a:pt x="3184" y="33"/>
                        <a:pt x="3200" y="33"/>
                        <a:pt x="3200" y="16"/>
                      </a:cubicBezTo>
                      <a:close/>
                      <a:moveTo>
                        <a:pt x="3164" y="33"/>
                      </a:moveTo>
                      <a:cubicBezTo>
                        <a:pt x="3147" y="33"/>
                        <a:pt x="3131" y="33"/>
                        <a:pt x="3115" y="53"/>
                      </a:cubicBezTo>
                      <a:cubicBezTo>
                        <a:pt x="3131" y="53"/>
                        <a:pt x="3147" y="53"/>
                        <a:pt x="3164" y="33"/>
                      </a:cubicBezTo>
                      <a:close/>
                      <a:moveTo>
                        <a:pt x="3115" y="53"/>
                      </a:moveTo>
                      <a:cubicBezTo>
                        <a:pt x="3099" y="53"/>
                        <a:pt x="3083" y="53"/>
                        <a:pt x="3063" y="69"/>
                      </a:cubicBezTo>
                      <a:cubicBezTo>
                        <a:pt x="3083" y="69"/>
                        <a:pt x="3099" y="69"/>
                        <a:pt x="3115" y="53"/>
                      </a:cubicBezTo>
                      <a:close/>
                      <a:moveTo>
                        <a:pt x="3063" y="69"/>
                      </a:moveTo>
                      <a:cubicBezTo>
                        <a:pt x="3046" y="69"/>
                        <a:pt x="3030" y="85"/>
                        <a:pt x="3014" y="85"/>
                      </a:cubicBezTo>
                      <a:cubicBezTo>
                        <a:pt x="2982" y="101"/>
                        <a:pt x="2945" y="117"/>
                        <a:pt x="2897" y="134"/>
                      </a:cubicBezTo>
                      <a:cubicBezTo>
                        <a:pt x="2828" y="170"/>
                        <a:pt x="2743" y="202"/>
                        <a:pt x="2642" y="255"/>
                      </a:cubicBezTo>
                      <a:cubicBezTo>
                        <a:pt x="2558" y="287"/>
                        <a:pt x="2457" y="336"/>
                        <a:pt x="2356" y="372"/>
                      </a:cubicBezTo>
                      <a:cubicBezTo>
                        <a:pt x="2255" y="420"/>
                        <a:pt x="2138" y="457"/>
                        <a:pt x="2037" y="505"/>
                      </a:cubicBezTo>
                      <a:cubicBezTo>
                        <a:pt x="1919" y="538"/>
                        <a:pt x="1802" y="590"/>
                        <a:pt x="1685" y="622"/>
                      </a:cubicBezTo>
                      <a:cubicBezTo>
                        <a:pt x="1616" y="659"/>
                        <a:pt x="1548" y="675"/>
                        <a:pt x="1499" y="691"/>
                      </a:cubicBezTo>
                      <a:cubicBezTo>
                        <a:pt x="1483" y="707"/>
                        <a:pt x="1467" y="707"/>
                        <a:pt x="1447" y="707"/>
                      </a:cubicBezTo>
                      <a:cubicBezTo>
                        <a:pt x="1431" y="723"/>
                        <a:pt x="1431" y="723"/>
                        <a:pt x="1414" y="723"/>
                      </a:cubicBezTo>
                      <a:cubicBezTo>
                        <a:pt x="1382" y="739"/>
                        <a:pt x="1346" y="760"/>
                        <a:pt x="1330" y="776"/>
                      </a:cubicBezTo>
                      <a:cubicBezTo>
                        <a:pt x="1265" y="792"/>
                        <a:pt x="1212" y="808"/>
                        <a:pt x="1164" y="840"/>
                      </a:cubicBezTo>
                      <a:cubicBezTo>
                        <a:pt x="1111" y="861"/>
                        <a:pt x="1063" y="877"/>
                        <a:pt x="1010" y="909"/>
                      </a:cubicBezTo>
                      <a:cubicBezTo>
                        <a:pt x="909" y="962"/>
                        <a:pt x="808" y="994"/>
                        <a:pt x="724" y="1042"/>
                      </a:cubicBezTo>
                      <a:cubicBezTo>
                        <a:pt x="623" y="1095"/>
                        <a:pt x="538" y="1127"/>
                        <a:pt x="473" y="1164"/>
                      </a:cubicBezTo>
                      <a:cubicBezTo>
                        <a:pt x="320" y="1244"/>
                        <a:pt x="203" y="1313"/>
                        <a:pt x="118" y="1366"/>
                      </a:cubicBezTo>
                      <a:cubicBezTo>
                        <a:pt x="170" y="1345"/>
                        <a:pt x="203" y="1313"/>
                        <a:pt x="271" y="1281"/>
                      </a:cubicBezTo>
                      <a:cubicBezTo>
                        <a:pt x="336" y="1244"/>
                        <a:pt x="404" y="1212"/>
                        <a:pt x="473" y="1180"/>
                      </a:cubicBezTo>
                      <a:cubicBezTo>
                        <a:pt x="558" y="1143"/>
                        <a:pt x="639" y="1111"/>
                        <a:pt x="724" y="1063"/>
                      </a:cubicBezTo>
                      <a:cubicBezTo>
                        <a:pt x="808" y="1026"/>
                        <a:pt x="909" y="978"/>
                        <a:pt x="1010" y="925"/>
                      </a:cubicBezTo>
                      <a:cubicBezTo>
                        <a:pt x="1063" y="909"/>
                        <a:pt x="1111" y="893"/>
                        <a:pt x="1180" y="861"/>
                      </a:cubicBezTo>
                      <a:cubicBezTo>
                        <a:pt x="1229" y="840"/>
                        <a:pt x="1281" y="824"/>
                        <a:pt x="1330" y="792"/>
                      </a:cubicBezTo>
                      <a:cubicBezTo>
                        <a:pt x="1366" y="792"/>
                        <a:pt x="1398" y="776"/>
                        <a:pt x="1414" y="760"/>
                      </a:cubicBezTo>
                      <a:cubicBezTo>
                        <a:pt x="1431" y="760"/>
                        <a:pt x="1447" y="739"/>
                        <a:pt x="1467" y="739"/>
                      </a:cubicBezTo>
                      <a:cubicBezTo>
                        <a:pt x="1483" y="739"/>
                        <a:pt x="1499" y="723"/>
                        <a:pt x="1515" y="723"/>
                      </a:cubicBezTo>
                      <a:cubicBezTo>
                        <a:pt x="1568" y="707"/>
                        <a:pt x="1633" y="675"/>
                        <a:pt x="1685" y="659"/>
                      </a:cubicBezTo>
                      <a:cubicBezTo>
                        <a:pt x="1818" y="606"/>
                        <a:pt x="1936" y="574"/>
                        <a:pt x="2037" y="521"/>
                      </a:cubicBezTo>
                      <a:cubicBezTo>
                        <a:pt x="2154" y="489"/>
                        <a:pt x="2275" y="457"/>
                        <a:pt x="2376" y="404"/>
                      </a:cubicBezTo>
                      <a:cubicBezTo>
                        <a:pt x="2477" y="356"/>
                        <a:pt x="2578" y="303"/>
                        <a:pt x="2659" y="271"/>
                      </a:cubicBezTo>
                      <a:cubicBezTo>
                        <a:pt x="2743" y="218"/>
                        <a:pt x="2828" y="186"/>
                        <a:pt x="2913" y="154"/>
                      </a:cubicBezTo>
                      <a:cubicBezTo>
                        <a:pt x="2945" y="134"/>
                        <a:pt x="2982" y="117"/>
                        <a:pt x="3014" y="101"/>
                      </a:cubicBezTo>
                      <a:cubicBezTo>
                        <a:pt x="3030" y="85"/>
                        <a:pt x="3046" y="85"/>
                        <a:pt x="3063" y="69"/>
                      </a:cubicBezTo>
                      <a:close/>
                      <a:moveTo>
                        <a:pt x="118" y="1366"/>
                      </a:moveTo>
                      <a:cubicBezTo>
                        <a:pt x="85" y="1382"/>
                        <a:pt x="53" y="1398"/>
                        <a:pt x="17" y="1414"/>
                      </a:cubicBezTo>
                      <a:cubicBezTo>
                        <a:pt x="53" y="1414"/>
                        <a:pt x="85" y="1382"/>
                        <a:pt x="118" y="1366"/>
                      </a:cubicBezTo>
                      <a:close/>
                      <a:moveTo>
                        <a:pt x="17" y="1414"/>
                      </a:moveTo>
                      <a:lnTo>
                        <a:pt x="1" y="1430"/>
                      </a:lnTo>
                      <a:cubicBezTo>
                        <a:pt x="1" y="1430"/>
                        <a:pt x="17" y="1430"/>
                        <a:pt x="17" y="14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2598370" y="1390645"/>
                  <a:ext cx="110449" cy="23441"/>
                </a:xfrm>
                <a:custGeom>
                  <a:rect b="b" l="l" r="r" t="t"/>
                  <a:pathLst>
                    <a:path extrusionOk="0" h="236" w="1112">
                      <a:moveTo>
                        <a:pt x="1" y="1"/>
                      </a:moveTo>
                      <a:cubicBezTo>
                        <a:pt x="37" y="17"/>
                        <a:pt x="53" y="17"/>
                        <a:pt x="85" y="17"/>
                      </a:cubicBezTo>
                      <a:cubicBezTo>
                        <a:pt x="186" y="49"/>
                        <a:pt x="340" y="86"/>
                        <a:pt x="506" y="118"/>
                      </a:cubicBezTo>
                      <a:cubicBezTo>
                        <a:pt x="675" y="167"/>
                        <a:pt x="829" y="187"/>
                        <a:pt x="946" y="203"/>
                      </a:cubicBezTo>
                      <a:cubicBezTo>
                        <a:pt x="1047" y="219"/>
                        <a:pt x="1111" y="235"/>
                        <a:pt x="1111" y="235"/>
                      </a:cubicBezTo>
                      <a:cubicBezTo>
                        <a:pt x="1111" y="235"/>
                        <a:pt x="1047" y="219"/>
                        <a:pt x="946" y="187"/>
                      </a:cubicBezTo>
                      <a:cubicBezTo>
                        <a:pt x="829" y="167"/>
                        <a:pt x="675" y="134"/>
                        <a:pt x="506" y="102"/>
                      </a:cubicBezTo>
                      <a:cubicBezTo>
                        <a:pt x="356" y="49"/>
                        <a:pt x="203" y="17"/>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2585160" y="1459279"/>
                  <a:ext cx="3278" cy="113628"/>
                </a:xfrm>
                <a:custGeom>
                  <a:rect b="b" l="l" r="r" t="t"/>
                  <a:pathLst>
                    <a:path extrusionOk="0" h="1144" w="33">
                      <a:moveTo>
                        <a:pt x="33" y="1"/>
                      </a:moveTo>
                      <a:cubicBezTo>
                        <a:pt x="16" y="33"/>
                        <a:pt x="16" y="81"/>
                        <a:pt x="0" y="134"/>
                      </a:cubicBezTo>
                      <a:lnTo>
                        <a:pt x="0" y="320"/>
                      </a:lnTo>
                      <a:lnTo>
                        <a:pt x="0" y="554"/>
                      </a:lnTo>
                      <a:cubicBezTo>
                        <a:pt x="0" y="639"/>
                        <a:pt x="0" y="708"/>
                        <a:pt x="16" y="788"/>
                      </a:cubicBezTo>
                      <a:lnTo>
                        <a:pt x="16" y="974"/>
                      </a:lnTo>
                      <a:lnTo>
                        <a:pt x="16" y="1043"/>
                      </a:lnTo>
                      <a:lnTo>
                        <a:pt x="16" y="1091"/>
                      </a:lnTo>
                      <a:lnTo>
                        <a:pt x="16" y="1144"/>
                      </a:lnTo>
                      <a:cubicBezTo>
                        <a:pt x="16" y="1144"/>
                        <a:pt x="16" y="1128"/>
                        <a:pt x="33" y="1091"/>
                      </a:cubicBezTo>
                      <a:lnTo>
                        <a:pt x="33" y="1043"/>
                      </a:lnTo>
                      <a:lnTo>
                        <a:pt x="33" y="974"/>
                      </a:lnTo>
                      <a:lnTo>
                        <a:pt x="33" y="788"/>
                      </a:lnTo>
                      <a:lnTo>
                        <a:pt x="33" y="554"/>
                      </a:lnTo>
                      <a:lnTo>
                        <a:pt x="33" y="320"/>
                      </a:lnTo>
                      <a:cubicBezTo>
                        <a:pt x="16" y="251"/>
                        <a:pt x="16" y="182"/>
                        <a:pt x="16" y="134"/>
                      </a:cubicBezTo>
                      <a:cubicBezTo>
                        <a:pt x="16" y="81"/>
                        <a:pt x="33" y="33"/>
                        <a:pt x="33" y="17"/>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2467956" y="1572807"/>
                  <a:ext cx="118892" cy="37048"/>
                </a:xfrm>
                <a:custGeom>
                  <a:rect b="b" l="l" r="r" t="t"/>
                  <a:pathLst>
                    <a:path extrusionOk="0" h="373" w="1197">
                      <a:moveTo>
                        <a:pt x="1196" y="1"/>
                      </a:moveTo>
                      <a:lnTo>
                        <a:pt x="1196" y="1"/>
                      </a:lnTo>
                      <a:cubicBezTo>
                        <a:pt x="1196" y="1"/>
                        <a:pt x="1131" y="17"/>
                        <a:pt x="1031" y="33"/>
                      </a:cubicBezTo>
                      <a:cubicBezTo>
                        <a:pt x="962" y="49"/>
                        <a:pt x="893" y="70"/>
                        <a:pt x="829" y="86"/>
                      </a:cubicBezTo>
                      <a:cubicBezTo>
                        <a:pt x="760" y="102"/>
                        <a:pt x="675" y="118"/>
                        <a:pt x="590" y="150"/>
                      </a:cubicBezTo>
                      <a:cubicBezTo>
                        <a:pt x="558" y="171"/>
                        <a:pt x="506" y="171"/>
                        <a:pt x="473" y="187"/>
                      </a:cubicBezTo>
                      <a:cubicBezTo>
                        <a:pt x="441" y="203"/>
                        <a:pt x="405" y="219"/>
                        <a:pt x="372" y="235"/>
                      </a:cubicBezTo>
                      <a:cubicBezTo>
                        <a:pt x="287" y="272"/>
                        <a:pt x="239" y="288"/>
                        <a:pt x="186" y="304"/>
                      </a:cubicBezTo>
                      <a:cubicBezTo>
                        <a:pt x="138" y="336"/>
                        <a:pt x="85" y="352"/>
                        <a:pt x="53" y="352"/>
                      </a:cubicBezTo>
                      <a:cubicBezTo>
                        <a:pt x="21" y="373"/>
                        <a:pt x="1" y="373"/>
                        <a:pt x="1" y="373"/>
                      </a:cubicBezTo>
                      <a:lnTo>
                        <a:pt x="53" y="373"/>
                      </a:lnTo>
                      <a:cubicBezTo>
                        <a:pt x="85" y="352"/>
                        <a:pt x="138" y="336"/>
                        <a:pt x="186" y="320"/>
                      </a:cubicBezTo>
                      <a:cubicBezTo>
                        <a:pt x="239" y="304"/>
                        <a:pt x="304" y="288"/>
                        <a:pt x="372" y="251"/>
                      </a:cubicBezTo>
                      <a:cubicBezTo>
                        <a:pt x="405" y="251"/>
                        <a:pt x="441" y="235"/>
                        <a:pt x="489" y="219"/>
                      </a:cubicBezTo>
                      <a:cubicBezTo>
                        <a:pt x="526" y="203"/>
                        <a:pt x="558" y="187"/>
                        <a:pt x="607" y="187"/>
                      </a:cubicBezTo>
                      <a:cubicBezTo>
                        <a:pt x="691" y="150"/>
                        <a:pt x="760" y="134"/>
                        <a:pt x="845" y="102"/>
                      </a:cubicBezTo>
                      <a:cubicBezTo>
                        <a:pt x="910" y="86"/>
                        <a:pt x="978" y="70"/>
                        <a:pt x="1031" y="49"/>
                      </a:cubicBezTo>
                      <a:cubicBezTo>
                        <a:pt x="1131" y="17"/>
                        <a:pt x="1196" y="1"/>
                        <a:pt x="1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2591914" y="1574496"/>
                  <a:ext cx="108860" cy="15296"/>
                </a:xfrm>
                <a:custGeom>
                  <a:rect b="b" l="l" r="r" t="t"/>
                  <a:pathLst>
                    <a:path extrusionOk="0" h="154" w="1096">
                      <a:moveTo>
                        <a:pt x="1" y="0"/>
                      </a:moveTo>
                      <a:cubicBezTo>
                        <a:pt x="33" y="0"/>
                        <a:pt x="86" y="16"/>
                        <a:pt x="134" y="16"/>
                      </a:cubicBezTo>
                      <a:cubicBezTo>
                        <a:pt x="187" y="32"/>
                        <a:pt x="251" y="32"/>
                        <a:pt x="320" y="53"/>
                      </a:cubicBezTo>
                      <a:cubicBezTo>
                        <a:pt x="352" y="53"/>
                        <a:pt x="389" y="53"/>
                        <a:pt x="421" y="69"/>
                      </a:cubicBezTo>
                      <a:cubicBezTo>
                        <a:pt x="470" y="69"/>
                        <a:pt x="506" y="85"/>
                        <a:pt x="538" y="85"/>
                      </a:cubicBezTo>
                      <a:cubicBezTo>
                        <a:pt x="708" y="117"/>
                        <a:pt x="857" y="133"/>
                        <a:pt x="958" y="133"/>
                      </a:cubicBezTo>
                      <a:cubicBezTo>
                        <a:pt x="1011" y="154"/>
                        <a:pt x="1059" y="154"/>
                        <a:pt x="1096" y="154"/>
                      </a:cubicBezTo>
                      <a:cubicBezTo>
                        <a:pt x="1059" y="154"/>
                        <a:pt x="1011" y="133"/>
                        <a:pt x="958" y="117"/>
                      </a:cubicBezTo>
                      <a:cubicBezTo>
                        <a:pt x="857" y="101"/>
                        <a:pt x="708" y="85"/>
                        <a:pt x="554" y="53"/>
                      </a:cubicBezTo>
                      <a:cubicBezTo>
                        <a:pt x="506" y="53"/>
                        <a:pt x="470" y="53"/>
                        <a:pt x="437" y="32"/>
                      </a:cubicBezTo>
                      <a:cubicBezTo>
                        <a:pt x="389" y="32"/>
                        <a:pt x="352" y="32"/>
                        <a:pt x="320" y="16"/>
                      </a:cubicBezTo>
                      <a:cubicBezTo>
                        <a:pt x="251" y="16"/>
                        <a:pt x="187"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2590325" y="1599725"/>
                  <a:ext cx="120481" cy="14998"/>
                </a:xfrm>
                <a:custGeom>
                  <a:rect b="b" l="l" r="r" t="t"/>
                  <a:pathLst>
                    <a:path extrusionOk="0" h="151" w="1213">
                      <a:moveTo>
                        <a:pt x="1" y="1"/>
                      </a:moveTo>
                      <a:cubicBezTo>
                        <a:pt x="17" y="1"/>
                        <a:pt x="17" y="17"/>
                        <a:pt x="33" y="17"/>
                      </a:cubicBezTo>
                      <a:cubicBezTo>
                        <a:pt x="33" y="1"/>
                        <a:pt x="17" y="1"/>
                        <a:pt x="1" y="1"/>
                      </a:cubicBezTo>
                      <a:close/>
                      <a:moveTo>
                        <a:pt x="33" y="17"/>
                      </a:moveTo>
                      <a:cubicBezTo>
                        <a:pt x="65" y="17"/>
                        <a:pt x="118" y="33"/>
                        <a:pt x="166" y="33"/>
                      </a:cubicBezTo>
                      <a:lnTo>
                        <a:pt x="267" y="33"/>
                      </a:lnTo>
                      <a:cubicBezTo>
                        <a:pt x="304" y="49"/>
                        <a:pt x="336" y="49"/>
                        <a:pt x="368" y="49"/>
                      </a:cubicBezTo>
                      <a:cubicBezTo>
                        <a:pt x="453" y="49"/>
                        <a:pt x="522" y="49"/>
                        <a:pt x="607" y="65"/>
                      </a:cubicBezTo>
                      <a:lnTo>
                        <a:pt x="671" y="65"/>
                      </a:lnTo>
                      <a:cubicBezTo>
                        <a:pt x="688" y="81"/>
                        <a:pt x="724" y="81"/>
                        <a:pt x="740" y="81"/>
                      </a:cubicBezTo>
                      <a:cubicBezTo>
                        <a:pt x="772" y="81"/>
                        <a:pt x="809" y="102"/>
                        <a:pt x="857" y="102"/>
                      </a:cubicBezTo>
                      <a:cubicBezTo>
                        <a:pt x="889" y="118"/>
                        <a:pt x="926" y="118"/>
                        <a:pt x="958" y="118"/>
                      </a:cubicBezTo>
                      <a:cubicBezTo>
                        <a:pt x="990" y="134"/>
                        <a:pt x="1027" y="134"/>
                        <a:pt x="1043" y="134"/>
                      </a:cubicBezTo>
                      <a:lnTo>
                        <a:pt x="1176" y="134"/>
                      </a:lnTo>
                      <a:cubicBezTo>
                        <a:pt x="1144" y="134"/>
                        <a:pt x="1112" y="118"/>
                        <a:pt x="1043" y="118"/>
                      </a:cubicBezTo>
                      <a:cubicBezTo>
                        <a:pt x="990" y="118"/>
                        <a:pt x="926" y="102"/>
                        <a:pt x="857" y="81"/>
                      </a:cubicBezTo>
                      <a:cubicBezTo>
                        <a:pt x="825" y="65"/>
                        <a:pt x="772" y="65"/>
                        <a:pt x="740" y="49"/>
                      </a:cubicBezTo>
                      <a:cubicBezTo>
                        <a:pt x="724" y="49"/>
                        <a:pt x="708" y="49"/>
                        <a:pt x="671" y="33"/>
                      </a:cubicBezTo>
                      <a:lnTo>
                        <a:pt x="623" y="33"/>
                      </a:lnTo>
                      <a:cubicBezTo>
                        <a:pt x="522" y="17"/>
                        <a:pt x="453" y="17"/>
                        <a:pt x="368" y="17"/>
                      </a:cubicBezTo>
                      <a:close/>
                      <a:moveTo>
                        <a:pt x="1176" y="134"/>
                      </a:moveTo>
                      <a:cubicBezTo>
                        <a:pt x="1192" y="150"/>
                        <a:pt x="1213" y="150"/>
                        <a:pt x="1213" y="150"/>
                      </a:cubicBezTo>
                      <a:cubicBezTo>
                        <a:pt x="1213" y="150"/>
                        <a:pt x="1192" y="134"/>
                        <a:pt x="1176" y="1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2523380" y="1599725"/>
                  <a:ext cx="60290" cy="20163"/>
                </a:xfrm>
                <a:custGeom>
                  <a:rect b="b" l="l" r="r" t="t"/>
                  <a:pathLst>
                    <a:path extrusionOk="0" h="203" w="607">
                      <a:moveTo>
                        <a:pt x="574" y="1"/>
                      </a:moveTo>
                      <a:cubicBezTo>
                        <a:pt x="537" y="17"/>
                        <a:pt x="505" y="17"/>
                        <a:pt x="453" y="33"/>
                      </a:cubicBezTo>
                      <a:cubicBezTo>
                        <a:pt x="420" y="49"/>
                        <a:pt x="372" y="65"/>
                        <a:pt x="335" y="65"/>
                      </a:cubicBezTo>
                      <a:cubicBezTo>
                        <a:pt x="234" y="81"/>
                        <a:pt x="150" y="134"/>
                        <a:pt x="101" y="166"/>
                      </a:cubicBezTo>
                      <a:cubicBezTo>
                        <a:pt x="170" y="150"/>
                        <a:pt x="251" y="118"/>
                        <a:pt x="335" y="102"/>
                      </a:cubicBezTo>
                      <a:cubicBezTo>
                        <a:pt x="388" y="81"/>
                        <a:pt x="436" y="65"/>
                        <a:pt x="473" y="49"/>
                      </a:cubicBezTo>
                      <a:cubicBezTo>
                        <a:pt x="505" y="49"/>
                        <a:pt x="537" y="33"/>
                        <a:pt x="574" y="17"/>
                      </a:cubicBezTo>
                      <a:cubicBezTo>
                        <a:pt x="590" y="17"/>
                        <a:pt x="606" y="17"/>
                        <a:pt x="606" y="1"/>
                      </a:cubicBezTo>
                      <a:close/>
                      <a:moveTo>
                        <a:pt x="101" y="166"/>
                      </a:moveTo>
                      <a:cubicBezTo>
                        <a:pt x="32" y="182"/>
                        <a:pt x="0" y="203"/>
                        <a:pt x="0" y="203"/>
                      </a:cubicBezTo>
                      <a:cubicBezTo>
                        <a:pt x="0" y="203"/>
                        <a:pt x="49" y="203"/>
                        <a:pt x="101" y="1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2583571" y="1574496"/>
                  <a:ext cx="4867" cy="48570"/>
                </a:xfrm>
                <a:custGeom>
                  <a:rect b="b" l="l" r="r" t="t"/>
                  <a:pathLst>
                    <a:path extrusionOk="0" h="489" w="49">
                      <a:moveTo>
                        <a:pt x="32" y="0"/>
                      </a:moveTo>
                      <a:lnTo>
                        <a:pt x="32" y="16"/>
                      </a:lnTo>
                      <a:cubicBezTo>
                        <a:pt x="32" y="0"/>
                        <a:pt x="49" y="0"/>
                        <a:pt x="49" y="0"/>
                      </a:cubicBezTo>
                      <a:close/>
                      <a:moveTo>
                        <a:pt x="32" y="16"/>
                      </a:moveTo>
                      <a:cubicBezTo>
                        <a:pt x="16" y="32"/>
                        <a:pt x="16" y="53"/>
                        <a:pt x="16" y="69"/>
                      </a:cubicBezTo>
                      <a:cubicBezTo>
                        <a:pt x="0" y="117"/>
                        <a:pt x="0" y="186"/>
                        <a:pt x="0" y="255"/>
                      </a:cubicBezTo>
                      <a:cubicBezTo>
                        <a:pt x="16" y="319"/>
                        <a:pt x="16" y="388"/>
                        <a:pt x="32" y="436"/>
                      </a:cubicBezTo>
                      <a:cubicBezTo>
                        <a:pt x="32" y="457"/>
                        <a:pt x="32" y="473"/>
                        <a:pt x="49" y="489"/>
                      </a:cubicBezTo>
                      <a:lnTo>
                        <a:pt x="49" y="436"/>
                      </a:lnTo>
                      <a:cubicBezTo>
                        <a:pt x="49" y="388"/>
                        <a:pt x="32" y="319"/>
                        <a:pt x="32" y="255"/>
                      </a:cubicBezTo>
                      <a:lnTo>
                        <a:pt x="32" y="69"/>
                      </a:lnTo>
                      <a:lnTo>
                        <a:pt x="32" y="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2705542" y="1068137"/>
                  <a:ext cx="8443" cy="619987"/>
                </a:xfrm>
                <a:custGeom>
                  <a:rect b="b" l="l" r="r" t="t"/>
                  <a:pathLst>
                    <a:path extrusionOk="0" h="6242" w="85">
                      <a:moveTo>
                        <a:pt x="32" y="0"/>
                      </a:moveTo>
                      <a:cubicBezTo>
                        <a:pt x="32" y="0"/>
                        <a:pt x="32" y="335"/>
                        <a:pt x="16" y="909"/>
                      </a:cubicBezTo>
                      <a:cubicBezTo>
                        <a:pt x="16" y="1192"/>
                        <a:pt x="0" y="1531"/>
                        <a:pt x="0" y="1899"/>
                      </a:cubicBezTo>
                      <a:lnTo>
                        <a:pt x="0" y="2185"/>
                      </a:lnTo>
                      <a:lnTo>
                        <a:pt x="0" y="2488"/>
                      </a:lnTo>
                      <a:lnTo>
                        <a:pt x="0" y="2791"/>
                      </a:lnTo>
                      <a:lnTo>
                        <a:pt x="0" y="2961"/>
                      </a:lnTo>
                      <a:lnTo>
                        <a:pt x="0" y="3111"/>
                      </a:lnTo>
                      <a:cubicBezTo>
                        <a:pt x="16" y="3232"/>
                        <a:pt x="16" y="3333"/>
                        <a:pt x="16" y="3434"/>
                      </a:cubicBezTo>
                      <a:cubicBezTo>
                        <a:pt x="16" y="3551"/>
                        <a:pt x="32" y="3652"/>
                        <a:pt x="32" y="3753"/>
                      </a:cubicBezTo>
                      <a:cubicBezTo>
                        <a:pt x="32" y="3955"/>
                        <a:pt x="32" y="4157"/>
                        <a:pt x="16" y="4343"/>
                      </a:cubicBezTo>
                      <a:cubicBezTo>
                        <a:pt x="16" y="4524"/>
                        <a:pt x="0" y="4694"/>
                        <a:pt x="16" y="4864"/>
                      </a:cubicBezTo>
                      <a:lnTo>
                        <a:pt x="16" y="5114"/>
                      </a:lnTo>
                      <a:cubicBezTo>
                        <a:pt x="16" y="5183"/>
                        <a:pt x="32" y="5268"/>
                        <a:pt x="32" y="5332"/>
                      </a:cubicBezTo>
                      <a:cubicBezTo>
                        <a:pt x="32" y="5470"/>
                        <a:pt x="53" y="5603"/>
                        <a:pt x="53" y="5704"/>
                      </a:cubicBezTo>
                      <a:cubicBezTo>
                        <a:pt x="69" y="5821"/>
                        <a:pt x="69" y="5922"/>
                        <a:pt x="69" y="5991"/>
                      </a:cubicBezTo>
                      <a:lnTo>
                        <a:pt x="69" y="6241"/>
                      </a:lnTo>
                      <a:cubicBezTo>
                        <a:pt x="69" y="6241"/>
                        <a:pt x="69" y="6161"/>
                        <a:pt x="85" y="5991"/>
                      </a:cubicBezTo>
                      <a:cubicBezTo>
                        <a:pt x="69" y="5922"/>
                        <a:pt x="69" y="5821"/>
                        <a:pt x="69" y="5704"/>
                      </a:cubicBezTo>
                      <a:cubicBezTo>
                        <a:pt x="69" y="5603"/>
                        <a:pt x="53" y="5470"/>
                        <a:pt x="53" y="5332"/>
                      </a:cubicBezTo>
                      <a:cubicBezTo>
                        <a:pt x="53" y="5252"/>
                        <a:pt x="32" y="5183"/>
                        <a:pt x="32" y="5098"/>
                      </a:cubicBezTo>
                      <a:lnTo>
                        <a:pt x="32" y="4864"/>
                      </a:lnTo>
                      <a:cubicBezTo>
                        <a:pt x="32" y="4694"/>
                        <a:pt x="32" y="4524"/>
                        <a:pt x="53" y="4343"/>
                      </a:cubicBezTo>
                      <a:cubicBezTo>
                        <a:pt x="53" y="4157"/>
                        <a:pt x="69" y="3955"/>
                        <a:pt x="69" y="3753"/>
                      </a:cubicBezTo>
                      <a:cubicBezTo>
                        <a:pt x="53" y="3652"/>
                        <a:pt x="53" y="3551"/>
                        <a:pt x="53" y="3434"/>
                      </a:cubicBezTo>
                      <a:cubicBezTo>
                        <a:pt x="53" y="3333"/>
                        <a:pt x="53" y="3232"/>
                        <a:pt x="32" y="3111"/>
                      </a:cubicBezTo>
                      <a:lnTo>
                        <a:pt x="32" y="2961"/>
                      </a:lnTo>
                      <a:lnTo>
                        <a:pt x="32" y="2791"/>
                      </a:lnTo>
                      <a:lnTo>
                        <a:pt x="32" y="2488"/>
                      </a:lnTo>
                      <a:lnTo>
                        <a:pt x="32" y="2185"/>
                      </a:lnTo>
                      <a:cubicBezTo>
                        <a:pt x="16" y="2084"/>
                        <a:pt x="32" y="2000"/>
                        <a:pt x="32" y="1899"/>
                      </a:cubicBezTo>
                      <a:lnTo>
                        <a:pt x="32" y="909"/>
                      </a:lnTo>
                      <a:lnTo>
                        <a:pt x="32" y="234"/>
                      </a:ln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2708720" y="1698056"/>
                  <a:ext cx="8542" cy="246028"/>
                </a:xfrm>
                <a:custGeom>
                  <a:rect b="b" l="l" r="r" t="t"/>
                  <a:pathLst>
                    <a:path extrusionOk="0" h="2477" w="86">
                      <a:moveTo>
                        <a:pt x="37" y="0"/>
                      </a:moveTo>
                      <a:cubicBezTo>
                        <a:pt x="37" y="0"/>
                        <a:pt x="21" y="37"/>
                        <a:pt x="21" y="101"/>
                      </a:cubicBezTo>
                      <a:cubicBezTo>
                        <a:pt x="37" y="37"/>
                        <a:pt x="37" y="0"/>
                        <a:pt x="37" y="0"/>
                      </a:cubicBezTo>
                      <a:close/>
                      <a:moveTo>
                        <a:pt x="21" y="222"/>
                      </a:moveTo>
                      <a:cubicBezTo>
                        <a:pt x="21" y="271"/>
                        <a:pt x="0" y="323"/>
                        <a:pt x="21" y="372"/>
                      </a:cubicBezTo>
                      <a:lnTo>
                        <a:pt x="21" y="776"/>
                      </a:lnTo>
                      <a:cubicBezTo>
                        <a:pt x="37" y="929"/>
                        <a:pt x="37" y="1095"/>
                        <a:pt x="53" y="1265"/>
                      </a:cubicBezTo>
                      <a:lnTo>
                        <a:pt x="53" y="1770"/>
                      </a:lnTo>
                      <a:cubicBezTo>
                        <a:pt x="37" y="1919"/>
                        <a:pt x="53" y="2056"/>
                        <a:pt x="53" y="2174"/>
                      </a:cubicBezTo>
                      <a:lnTo>
                        <a:pt x="53" y="2323"/>
                      </a:lnTo>
                      <a:cubicBezTo>
                        <a:pt x="69" y="2376"/>
                        <a:pt x="69" y="2408"/>
                        <a:pt x="69" y="2444"/>
                      </a:cubicBezTo>
                      <a:cubicBezTo>
                        <a:pt x="85" y="2460"/>
                        <a:pt x="85" y="2477"/>
                        <a:pt x="85" y="2477"/>
                      </a:cubicBezTo>
                      <a:lnTo>
                        <a:pt x="85" y="2444"/>
                      </a:lnTo>
                      <a:cubicBezTo>
                        <a:pt x="85" y="2408"/>
                        <a:pt x="69" y="2376"/>
                        <a:pt x="69" y="2323"/>
                      </a:cubicBezTo>
                      <a:lnTo>
                        <a:pt x="69" y="2174"/>
                      </a:lnTo>
                      <a:lnTo>
                        <a:pt x="69" y="1770"/>
                      </a:lnTo>
                      <a:cubicBezTo>
                        <a:pt x="85" y="1616"/>
                        <a:pt x="85" y="1451"/>
                        <a:pt x="85" y="1265"/>
                      </a:cubicBezTo>
                      <a:cubicBezTo>
                        <a:pt x="69" y="1095"/>
                        <a:pt x="53" y="929"/>
                        <a:pt x="53" y="776"/>
                      </a:cubicBezTo>
                      <a:cubicBezTo>
                        <a:pt x="37" y="626"/>
                        <a:pt x="37" y="489"/>
                        <a:pt x="37" y="372"/>
                      </a:cubicBezTo>
                      <a:cubicBezTo>
                        <a:pt x="21" y="323"/>
                        <a:pt x="21" y="271"/>
                        <a:pt x="21" y="2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2707131" y="992650"/>
                  <a:ext cx="115614" cy="75586"/>
                </a:xfrm>
                <a:custGeom>
                  <a:rect b="b" l="l" r="r" t="t"/>
                  <a:pathLst>
                    <a:path extrusionOk="0" h="761" w="1164">
                      <a:moveTo>
                        <a:pt x="1164" y="1"/>
                      </a:moveTo>
                      <a:lnTo>
                        <a:pt x="1164" y="1"/>
                      </a:lnTo>
                      <a:cubicBezTo>
                        <a:pt x="1164" y="1"/>
                        <a:pt x="1095" y="33"/>
                        <a:pt x="994" y="102"/>
                      </a:cubicBezTo>
                      <a:cubicBezTo>
                        <a:pt x="877" y="170"/>
                        <a:pt x="723" y="255"/>
                        <a:pt x="558" y="356"/>
                      </a:cubicBezTo>
                      <a:cubicBezTo>
                        <a:pt x="404" y="457"/>
                        <a:pt x="255" y="558"/>
                        <a:pt x="154" y="623"/>
                      </a:cubicBezTo>
                      <a:cubicBezTo>
                        <a:pt x="101" y="675"/>
                        <a:pt x="69" y="707"/>
                        <a:pt x="37" y="724"/>
                      </a:cubicBezTo>
                      <a:cubicBezTo>
                        <a:pt x="16" y="740"/>
                        <a:pt x="0" y="760"/>
                        <a:pt x="0" y="760"/>
                      </a:cubicBezTo>
                      <a:cubicBezTo>
                        <a:pt x="0" y="760"/>
                        <a:pt x="16" y="740"/>
                        <a:pt x="53" y="724"/>
                      </a:cubicBezTo>
                      <a:cubicBezTo>
                        <a:pt x="69" y="707"/>
                        <a:pt x="117" y="675"/>
                        <a:pt x="170" y="639"/>
                      </a:cubicBezTo>
                      <a:cubicBezTo>
                        <a:pt x="271" y="574"/>
                        <a:pt x="420" y="473"/>
                        <a:pt x="574" y="372"/>
                      </a:cubicBezTo>
                      <a:cubicBezTo>
                        <a:pt x="744" y="271"/>
                        <a:pt x="893" y="186"/>
                        <a:pt x="994" y="118"/>
                      </a:cubicBezTo>
                      <a:cubicBezTo>
                        <a:pt x="1111" y="53"/>
                        <a:pt x="1164" y="1"/>
                        <a:pt x="1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2859198" y="925606"/>
                  <a:ext cx="80354" cy="47080"/>
                </a:xfrm>
                <a:custGeom>
                  <a:rect b="b" l="l" r="r" t="t"/>
                  <a:pathLst>
                    <a:path extrusionOk="0" h="474" w="809">
                      <a:moveTo>
                        <a:pt x="808" y="1"/>
                      </a:moveTo>
                      <a:cubicBezTo>
                        <a:pt x="808" y="1"/>
                        <a:pt x="792" y="21"/>
                        <a:pt x="776" y="21"/>
                      </a:cubicBezTo>
                      <a:cubicBezTo>
                        <a:pt x="760" y="37"/>
                        <a:pt x="727" y="53"/>
                        <a:pt x="675" y="70"/>
                      </a:cubicBezTo>
                      <a:cubicBezTo>
                        <a:pt x="643" y="86"/>
                        <a:pt x="590" y="122"/>
                        <a:pt x="542" y="138"/>
                      </a:cubicBezTo>
                      <a:cubicBezTo>
                        <a:pt x="489" y="171"/>
                        <a:pt x="425" y="203"/>
                        <a:pt x="372" y="239"/>
                      </a:cubicBezTo>
                      <a:cubicBezTo>
                        <a:pt x="287" y="288"/>
                        <a:pt x="223" y="340"/>
                        <a:pt x="154" y="389"/>
                      </a:cubicBezTo>
                      <a:cubicBezTo>
                        <a:pt x="138" y="389"/>
                        <a:pt x="122" y="405"/>
                        <a:pt x="101" y="405"/>
                      </a:cubicBezTo>
                      <a:cubicBezTo>
                        <a:pt x="85" y="425"/>
                        <a:pt x="85" y="425"/>
                        <a:pt x="69" y="441"/>
                      </a:cubicBezTo>
                      <a:cubicBezTo>
                        <a:pt x="85" y="441"/>
                        <a:pt x="101" y="441"/>
                        <a:pt x="122" y="425"/>
                      </a:cubicBezTo>
                      <a:cubicBezTo>
                        <a:pt x="138" y="425"/>
                        <a:pt x="154" y="405"/>
                        <a:pt x="170" y="405"/>
                      </a:cubicBezTo>
                      <a:cubicBezTo>
                        <a:pt x="239" y="373"/>
                        <a:pt x="303" y="324"/>
                        <a:pt x="388" y="255"/>
                      </a:cubicBezTo>
                      <a:cubicBezTo>
                        <a:pt x="489" y="187"/>
                        <a:pt x="606" y="138"/>
                        <a:pt x="691" y="86"/>
                      </a:cubicBezTo>
                      <a:cubicBezTo>
                        <a:pt x="727" y="70"/>
                        <a:pt x="760" y="53"/>
                        <a:pt x="776" y="37"/>
                      </a:cubicBezTo>
                      <a:cubicBezTo>
                        <a:pt x="792" y="21"/>
                        <a:pt x="808" y="1"/>
                        <a:pt x="808" y="1"/>
                      </a:cubicBezTo>
                      <a:close/>
                      <a:moveTo>
                        <a:pt x="69" y="441"/>
                      </a:moveTo>
                      <a:cubicBezTo>
                        <a:pt x="37" y="441"/>
                        <a:pt x="21" y="457"/>
                        <a:pt x="0" y="457"/>
                      </a:cubicBezTo>
                      <a:lnTo>
                        <a:pt x="0" y="474"/>
                      </a:lnTo>
                      <a:cubicBezTo>
                        <a:pt x="6" y="469"/>
                        <a:pt x="11" y="466"/>
                        <a:pt x="16" y="463"/>
                      </a:cubicBezTo>
                      <a:lnTo>
                        <a:pt x="16" y="463"/>
                      </a:lnTo>
                      <a:cubicBezTo>
                        <a:pt x="28" y="457"/>
                        <a:pt x="37" y="457"/>
                        <a:pt x="37" y="457"/>
                      </a:cubicBezTo>
                      <a:lnTo>
                        <a:pt x="30" y="457"/>
                      </a:lnTo>
                      <a:cubicBezTo>
                        <a:pt x="41" y="453"/>
                        <a:pt x="53" y="449"/>
                        <a:pt x="69" y="4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2932996" y="925606"/>
                  <a:ext cx="6555" cy="585521"/>
                </a:xfrm>
                <a:custGeom>
                  <a:rect b="b" l="l" r="r" t="t"/>
                  <a:pathLst>
                    <a:path extrusionOk="0" h="5895" w="66">
                      <a:moveTo>
                        <a:pt x="49" y="1"/>
                      </a:moveTo>
                      <a:cubicBezTo>
                        <a:pt x="49" y="1"/>
                        <a:pt x="49" y="21"/>
                        <a:pt x="33" y="37"/>
                      </a:cubicBezTo>
                      <a:lnTo>
                        <a:pt x="33" y="203"/>
                      </a:lnTo>
                      <a:cubicBezTo>
                        <a:pt x="33" y="138"/>
                        <a:pt x="33" y="86"/>
                        <a:pt x="49" y="37"/>
                      </a:cubicBezTo>
                      <a:lnTo>
                        <a:pt x="49" y="1"/>
                      </a:lnTo>
                      <a:close/>
                      <a:moveTo>
                        <a:pt x="33" y="203"/>
                      </a:moveTo>
                      <a:cubicBezTo>
                        <a:pt x="33" y="288"/>
                        <a:pt x="33" y="373"/>
                        <a:pt x="49" y="490"/>
                      </a:cubicBezTo>
                      <a:cubicBezTo>
                        <a:pt x="49" y="373"/>
                        <a:pt x="33" y="288"/>
                        <a:pt x="33" y="203"/>
                      </a:cubicBezTo>
                      <a:close/>
                      <a:moveTo>
                        <a:pt x="49" y="490"/>
                      </a:moveTo>
                      <a:lnTo>
                        <a:pt x="49" y="659"/>
                      </a:lnTo>
                      <a:lnTo>
                        <a:pt x="49" y="845"/>
                      </a:lnTo>
                      <a:lnTo>
                        <a:pt x="49" y="1047"/>
                      </a:lnTo>
                      <a:cubicBezTo>
                        <a:pt x="49" y="1132"/>
                        <a:pt x="33" y="1197"/>
                        <a:pt x="33" y="1282"/>
                      </a:cubicBezTo>
                      <a:cubicBezTo>
                        <a:pt x="17" y="1435"/>
                        <a:pt x="17" y="1601"/>
                        <a:pt x="1" y="1786"/>
                      </a:cubicBezTo>
                      <a:lnTo>
                        <a:pt x="1" y="2057"/>
                      </a:lnTo>
                      <a:lnTo>
                        <a:pt x="1" y="2344"/>
                      </a:lnTo>
                      <a:lnTo>
                        <a:pt x="1" y="2930"/>
                      </a:lnTo>
                      <a:lnTo>
                        <a:pt x="1" y="4077"/>
                      </a:lnTo>
                      <a:lnTo>
                        <a:pt x="1" y="4582"/>
                      </a:lnTo>
                      <a:lnTo>
                        <a:pt x="1" y="5018"/>
                      </a:lnTo>
                      <a:lnTo>
                        <a:pt x="1" y="5895"/>
                      </a:lnTo>
                      <a:cubicBezTo>
                        <a:pt x="1" y="5895"/>
                        <a:pt x="1" y="5555"/>
                        <a:pt x="17" y="5018"/>
                      </a:cubicBezTo>
                      <a:lnTo>
                        <a:pt x="17" y="4582"/>
                      </a:lnTo>
                      <a:cubicBezTo>
                        <a:pt x="33" y="4428"/>
                        <a:pt x="33" y="4263"/>
                        <a:pt x="33" y="4077"/>
                      </a:cubicBezTo>
                      <a:lnTo>
                        <a:pt x="33" y="2930"/>
                      </a:lnTo>
                      <a:lnTo>
                        <a:pt x="33" y="2344"/>
                      </a:lnTo>
                      <a:lnTo>
                        <a:pt x="33" y="2057"/>
                      </a:lnTo>
                      <a:lnTo>
                        <a:pt x="33" y="1786"/>
                      </a:lnTo>
                      <a:cubicBezTo>
                        <a:pt x="49" y="1601"/>
                        <a:pt x="49" y="1435"/>
                        <a:pt x="49" y="1282"/>
                      </a:cubicBezTo>
                      <a:cubicBezTo>
                        <a:pt x="65" y="1197"/>
                        <a:pt x="65" y="1132"/>
                        <a:pt x="65" y="1063"/>
                      </a:cubicBezTo>
                      <a:lnTo>
                        <a:pt x="65" y="845"/>
                      </a:lnTo>
                      <a:lnTo>
                        <a:pt x="65" y="659"/>
                      </a:lnTo>
                      <a:cubicBezTo>
                        <a:pt x="65" y="591"/>
                        <a:pt x="65" y="542"/>
                        <a:pt x="49" y="4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1"/>
                <p:cNvSpPr/>
                <p:nvPr/>
              </p:nvSpPr>
              <p:spPr>
                <a:xfrm>
                  <a:off x="2932996" y="1539534"/>
                  <a:ext cx="6555" cy="404551"/>
                </a:xfrm>
                <a:custGeom>
                  <a:rect b="b" l="l" r="r" t="t"/>
                  <a:pathLst>
                    <a:path extrusionOk="0" h="4073" w="66">
                      <a:moveTo>
                        <a:pt x="65" y="1"/>
                      </a:moveTo>
                      <a:cubicBezTo>
                        <a:pt x="49" y="118"/>
                        <a:pt x="49" y="267"/>
                        <a:pt x="33" y="453"/>
                      </a:cubicBezTo>
                      <a:cubicBezTo>
                        <a:pt x="33" y="655"/>
                        <a:pt x="17" y="889"/>
                        <a:pt x="1" y="1144"/>
                      </a:cubicBezTo>
                      <a:lnTo>
                        <a:pt x="1" y="1346"/>
                      </a:lnTo>
                      <a:cubicBezTo>
                        <a:pt x="17" y="1415"/>
                        <a:pt x="17" y="1479"/>
                        <a:pt x="17" y="1548"/>
                      </a:cubicBezTo>
                      <a:cubicBezTo>
                        <a:pt x="17" y="1681"/>
                        <a:pt x="33" y="1835"/>
                        <a:pt x="33" y="1968"/>
                      </a:cubicBezTo>
                      <a:lnTo>
                        <a:pt x="33" y="2404"/>
                      </a:lnTo>
                      <a:cubicBezTo>
                        <a:pt x="33" y="2542"/>
                        <a:pt x="49" y="2675"/>
                        <a:pt x="49" y="2808"/>
                      </a:cubicBezTo>
                      <a:lnTo>
                        <a:pt x="49" y="3483"/>
                      </a:lnTo>
                      <a:cubicBezTo>
                        <a:pt x="49" y="3584"/>
                        <a:pt x="49" y="3669"/>
                        <a:pt x="33" y="3753"/>
                      </a:cubicBezTo>
                      <a:lnTo>
                        <a:pt x="33" y="3955"/>
                      </a:lnTo>
                      <a:lnTo>
                        <a:pt x="33" y="4020"/>
                      </a:lnTo>
                      <a:cubicBezTo>
                        <a:pt x="49" y="4040"/>
                        <a:pt x="49" y="4056"/>
                        <a:pt x="49" y="4073"/>
                      </a:cubicBezTo>
                      <a:lnTo>
                        <a:pt x="49" y="4020"/>
                      </a:lnTo>
                      <a:cubicBezTo>
                        <a:pt x="49" y="4004"/>
                        <a:pt x="33" y="3972"/>
                        <a:pt x="49" y="3955"/>
                      </a:cubicBezTo>
                      <a:lnTo>
                        <a:pt x="49" y="3753"/>
                      </a:lnTo>
                      <a:cubicBezTo>
                        <a:pt x="49" y="3669"/>
                        <a:pt x="49" y="3584"/>
                        <a:pt x="65" y="3499"/>
                      </a:cubicBezTo>
                      <a:lnTo>
                        <a:pt x="65" y="2808"/>
                      </a:lnTo>
                      <a:lnTo>
                        <a:pt x="65" y="2404"/>
                      </a:lnTo>
                      <a:lnTo>
                        <a:pt x="65" y="1968"/>
                      </a:lnTo>
                      <a:cubicBezTo>
                        <a:pt x="65" y="1835"/>
                        <a:pt x="49" y="1681"/>
                        <a:pt x="49" y="1548"/>
                      </a:cubicBezTo>
                      <a:cubicBezTo>
                        <a:pt x="49" y="1479"/>
                        <a:pt x="33" y="1415"/>
                        <a:pt x="33" y="1346"/>
                      </a:cubicBezTo>
                      <a:lnTo>
                        <a:pt x="33" y="1144"/>
                      </a:lnTo>
                      <a:cubicBezTo>
                        <a:pt x="33" y="889"/>
                        <a:pt x="49" y="655"/>
                        <a:pt x="49" y="453"/>
                      </a:cubicBezTo>
                      <a:cubicBezTo>
                        <a:pt x="65" y="267"/>
                        <a:pt x="65" y="118"/>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1"/>
                <p:cNvSpPr/>
                <p:nvPr/>
              </p:nvSpPr>
              <p:spPr>
                <a:xfrm>
                  <a:off x="2829102" y="962555"/>
                  <a:ext cx="6953" cy="398095"/>
                </a:xfrm>
                <a:custGeom>
                  <a:rect b="b" l="l" r="r" t="t"/>
                  <a:pathLst>
                    <a:path extrusionOk="0" h="4008" w="70">
                      <a:moveTo>
                        <a:pt x="37" y="1"/>
                      </a:moveTo>
                      <a:cubicBezTo>
                        <a:pt x="37" y="1"/>
                        <a:pt x="36" y="17"/>
                        <a:pt x="21" y="33"/>
                      </a:cubicBezTo>
                      <a:lnTo>
                        <a:pt x="21" y="53"/>
                      </a:lnTo>
                      <a:cubicBezTo>
                        <a:pt x="36" y="18"/>
                        <a:pt x="37" y="1"/>
                        <a:pt x="37" y="1"/>
                      </a:cubicBezTo>
                      <a:close/>
                      <a:moveTo>
                        <a:pt x="21" y="85"/>
                      </a:moveTo>
                      <a:cubicBezTo>
                        <a:pt x="21" y="118"/>
                        <a:pt x="0" y="134"/>
                        <a:pt x="0" y="170"/>
                      </a:cubicBezTo>
                      <a:lnTo>
                        <a:pt x="0" y="607"/>
                      </a:lnTo>
                      <a:lnTo>
                        <a:pt x="0" y="1281"/>
                      </a:lnTo>
                      <a:lnTo>
                        <a:pt x="0" y="2089"/>
                      </a:lnTo>
                      <a:lnTo>
                        <a:pt x="0" y="2509"/>
                      </a:lnTo>
                      <a:lnTo>
                        <a:pt x="0" y="2897"/>
                      </a:lnTo>
                      <a:cubicBezTo>
                        <a:pt x="21" y="3014"/>
                        <a:pt x="21" y="3131"/>
                        <a:pt x="37" y="3248"/>
                      </a:cubicBezTo>
                      <a:lnTo>
                        <a:pt x="37" y="3551"/>
                      </a:lnTo>
                      <a:cubicBezTo>
                        <a:pt x="53" y="3604"/>
                        <a:pt x="53" y="3652"/>
                        <a:pt x="53" y="3689"/>
                      </a:cubicBezTo>
                      <a:lnTo>
                        <a:pt x="53" y="3806"/>
                      </a:lnTo>
                      <a:lnTo>
                        <a:pt x="53" y="4008"/>
                      </a:lnTo>
                      <a:cubicBezTo>
                        <a:pt x="53" y="3955"/>
                        <a:pt x="69" y="3891"/>
                        <a:pt x="69" y="3806"/>
                      </a:cubicBezTo>
                      <a:lnTo>
                        <a:pt x="69" y="3689"/>
                      </a:lnTo>
                      <a:cubicBezTo>
                        <a:pt x="69" y="3652"/>
                        <a:pt x="53" y="3604"/>
                        <a:pt x="53" y="3551"/>
                      </a:cubicBezTo>
                      <a:lnTo>
                        <a:pt x="53" y="3248"/>
                      </a:lnTo>
                      <a:cubicBezTo>
                        <a:pt x="53" y="3131"/>
                        <a:pt x="37" y="3014"/>
                        <a:pt x="37" y="2897"/>
                      </a:cubicBezTo>
                      <a:lnTo>
                        <a:pt x="37" y="2509"/>
                      </a:lnTo>
                      <a:lnTo>
                        <a:pt x="37" y="2089"/>
                      </a:lnTo>
                      <a:cubicBezTo>
                        <a:pt x="37" y="1802"/>
                        <a:pt x="37" y="1515"/>
                        <a:pt x="21" y="1281"/>
                      </a:cubicBezTo>
                      <a:lnTo>
                        <a:pt x="21" y="607"/>
                      </a:lnTo>
                      <a:cubicBezTo>
                        <a:pt x="0" y="421"/>
                        <a:pt x="0" y="271"/>
                        <a:pt x="21" y="170"/>
                      </a:cubicBezTo>
                      <a:lnTo>
                        <a:pt x="21" y="102"/>
                      </a:lnTo>
                      <a:lnTo>
                        <a:pt x="21" y="8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2819070" y="967819"/>
                  <a:ext cx="5264" cy="414583"/>
                </a:xfrm>
                <a:custGeom>
                  <a:rect b="b" l="l" r="r" t="t"/>
                  <a:pathLst>
                    <a:path extrusionOk="0" h="4174" w="53">
                      <a:moveTo>
                        <a:pt x="21" y="0"/>
                      </a:moveTo>
                      <a:cubicBezTo>
                        <a:pt x="21" y="0"/>
                        <a:pt x="0" y="925"/>
                        <a:pt x="21" y="2085"/>
                      </a:cubicBezTo>
                      <a:lnTo>
                        <a:pt x="21" y="3567"/>
                      </a:lnTo>
                      <a:cubicBezTo>
                        <a:pt x="37" y="3939"/>
                        <a:pt x="37" y="4173"/>
                        <a:pt x="37" y="4173"/>
                      </a:cubicBezTo>
                      <a:lnTo>
                        <a:pt x="37" y="3567"/>
                      </a:lnTo>
                      <a:cubicBezTo>
                        <a:pt x="37" y="3381"/>
                        <a:pt x="53" y="3147"/>
                        <a:pt x="53" y="2893"/>
                      </a:cubicBezTo>
                      <a:lnTo>
                        <a:pt x="53" y="2085"/>
                      </a:lnTo>
                      <a:cubicBezTo>
                        <a:pt x="37" y="925"/>
                        <a:pt x="21"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1"/>
                <p:cNvSpPr/>
                <p:nvPr/>
              </p:nvSpPr>
              <p:spPr>
                <a:xfrm>
                  <a:off x="2819070" y="1368993"/>
                  <a:ext cx="16985" cy="13409"/>
                </a:xfrm>
                <a:custGeom>
                  <a:rect b="b" l="l" r="r" t="t"/>
                  <a:pathLst>
                    <a:path extrusionOk="0" h="135" w="171">
                      <a:moveTo>
                        <a:pt x="170" y="1"/>
                      </a:moveTo>
                      <a:cubicBezTo>
                        <a:pt x="170" y="1"/>
                        <a:pt x="154" y="1"/>
                        <a:pt x="138" y="17"/>
                      </a:cubicBezTo>
                      <a:cubicBezTo>
                        <a:pt x="122" y="17"/>
                        <a:pt x="85" y="33"/>
                        <a:pt x="69" y="49"/>
                      </a:cubicBezTo>
                      <a:cubicBezTo>
                        <a:pt x="21" y="102"/>
                        <a:pt x="0" y="134"/>
                        <a:pt x="0" y="134"/>
                      </a:cubicBezTo>
                      <a:cubicBezTo>
                        <a:pt x="0" y="134"/>
                        <a:pt x="53" y="118"/>
                        <a:pt x="85" y="82"/>
                      </a:cubicBezTo>
                      <a:cubicBezTo>
                        <a:pt x="122" y="65"/>
                        <a:pt x="138" y="33"/>
                        <a:pt x="154" y="33"/>
                      </a:cubicBezTo>
                      <a:cubicBezTo>
                        <a:pt x="154" y="17"/>
                        <a:pt x="170" y="1"/>
                        <a:pt x="1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1"/>
                <p:cNvSpPr/>
                <p:nvPr/>
              </p:nvSpPr>
              <p:spPr>
                <a:xfrm>
                  <a:off x="2839134" y="1373859"/>
                  <a:ext cx="85519" cy="25328"/>
                </a:xfrm>
                <a:custGeom>
                  <a:rect b="b" l="l" r="r" t="t"/>
                  <a:pathLst>
                    <a:path extrusionOk="0" h="255" w="861">
                      <a:moveTo>
                        <a:pt x="0" y="0"/>
                      </a:moveTo>
                      <a:cubicBezTo>
                        <a:pt x="0" y="16"/>
                        <a:pt x="21" y="16"/>
                        <a:pt x="37" y="33"/>
                      </a:cubicBezTo>
                      <a:cubicBezTo>
                        <a:pt x="53" y="33"/>
                        <a:pt x="69" y="33"/>
                        <a:pt x="85" y="53"/>
                      </a:cubicBezTo>
                      <a:cubicBezTo>
                        <a:pt x="170" y="85"/>
                        <a:pt x="287" y="101"/>
                        <a:pt x="404" y="134"/>
                      </a:cubicBezTo>
                      <a:cubicBezTo>
                        <a:pt x="542" y="154"/>
                        <a:pt x="643" y="186"/>
                        <a:pt x="727" y="202"/>
                      </a:cubicBezTo>
                      <a:cubicBezTo>
                        <a:pt x="744" y="202"/>
                        <a:pt x="760" y="218"/>
                        <a:pt x="776" y="218"/>
                      </a:cubicBezTo>
                      <a:cubicBezTo>
                        <a:pt x="792" y="218"/>
                        <a:pt x="808" y="235"/>
                        <a:pt x="828" y="235"/>
                      </a:cubicBezTo>
                      <a:cubicBezTo>
                        <a:pt x="808" y="218"/>
                        <a:pt x="808" y="218"/>
                        <a:pt x="792" y="218"/>
                      </a:cubicBezTo>
                      <a:cubicBezTo>
                        <a:pt x="776" y="202"/>
                        <a:pt x="760" y="202"/>
                        <a:pt x="744" y="186"/>
                      </a:cubicBezTo>
                      <a:cubicBezTo>
                        <a:pt x="659" y="154"/>
                        <a:pt x="542" y="134"/>
                        <a:pt x="425" y="101"/>
                      </a:cubicBezTo>
                      <a:cubicBezTo>
                        <a:pt x="287" y="85"/>
                        <a:pt x="170" y="53"/>
                        <a:pt x="101" y="33"/>
                      </a:cubicBezTo>
                      <a:cubicBezTo>
                        <a:pt x="69" y="33"/>
                        <a:pt x="53" y="16"/>
                        <a:pt x="37" y="16"/>
                      </a:cubicBezTo>
                      <a:cubicBezTo>
                        <a:pt x="21" y="16"/>
                        <a:pt x="21" y="0"/>
                        <a:pt x="0" y="0"/>
                      </a:cubicBezTo>
                      <a:close/>
                      <a:moveTo>
                        <a:pt x="828" y="235"/>
                      </a:moveTo>
                      <a:cubicBezTo>
                        <a:pt x="845" y="255"/>
                        <a:pt x="861" y="255"/>
                        <a:pt x="861" y="255"/>
                      </a:cubicBezTo>
                      <a:cubicBezTo>
                        <a:pt x="861" y="255"/>
                        <a:pt x="845" y="235"/>
                        <a:pt x="828" y="2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2819070" y="1382302"/>
                  <a:ext cx="95551" cy="23341"/>
                </a:xfrm>
                <a:custGeom>
                  <a:rect b="b" l="l" r="r" t="t"/>
                  <a:pathLst>
                    <a:path extrusionOk="0" h="235" w="962">
                      <a:moveTo>
                        <a:pt x="0" y="0"/>
                      </a:moveTo>
                      <a:cubicBezTo>
                        <a:pt x="0" y="0"/>
                        <a:pt x="53" y="16"/>
                        <a:pt x="154" y="32"/>
                      </a:cubicBezTo>
                      <a:cubicBezTo>
                        <a:pt x="239" y="49"/>
                        <a:pt x="356" y="85"/>
                        <a:pt x="489" y="117"/>
                      </a:cubicBezTo>
                      <a:cubicBezTo>
                        <a:pt x="606" y="150"/>
                        <a:pt x="728" y="170"/>
                        <a:pt x="829" y="202"/>
                      </a:cubicBezTo>
                      <a:cubicBezTo>
                        <a:pt x="909" y="218"/>
                        <a:pt x="962" y="234"/>
                        <a:pt x="962" y="234"/>
                      </a:cubicBezTo>
                      <a:cubicBezTo>
                        <a:pt x="962" y="234"/>
                        <a:pt x="909" y="202"/>
                        <a:pt x="829" y="186"/>
                      </a:cubicBezTo>
                      <a:cubicBezTo>
                        <a:pt x="744" y="150"/>
                        <a:pt x="627" y="117"/>
                        <a:pt x="489" y="85"/>
                      </a:cubicBezTo>
                      <a:cubicBezTo>
                        <a:pt x="356" y="49"/>
                        <a:pt x="239" y="32"/>
                        <a:pt x="154" y="16"/>
                      </a:cubicBezTo>
                      <a:cubicBezTo>
                        <a:pt x="69" y="0"/>
                        <a:pt x="0"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2907767" y="1399088"/>
                  <a:ext cx="13707" cy="8145"/>
                </a:xfrm>
                <a:custGeom>
                  <a:rect b="b" l="l" r="r" t="t"/>
                  <a:pathLst>
                    <a:path extrusionOk="0" h="82" w="138">
                      <a:moveTo>
                        <a:pt x="101" y="1"/>
                      </a:moveTo>
                      <a:cubicBezTo>
                        <a:pt x="85" y="1"/>
                        <a:pt x="69" y="17"/>
                        <a:pt x="53" y="17"/>
                      </a:cubicBezTo>
                      <a:cubicBezTo>
                        <a:pt x="16" y="49"/>
                        <a:pt x="0" y="82"/>
                        <a:pt x="0" y="82"/>
                      </a:cubicBezTo>
                      <a:cubicBezTo>
                        <a:pt x="0" y="82"/>
                        <a:pt x="36" y="65"/>
                        <a:pt x="69" y="49"/>
                      </a:cubicBezTo>
                      <a:cubicBezTo>
                        <a:pt x="85" y="33"/>
                        <a:pt x="101" y="17"/>
                        <a:pt x="117" y="17"/>
                      </a:cubicBezTo>
                      <a:cubicBezTo>
                        <a:pt x="117" y="1"/>
                        <a:pt x="137"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1"/>
                <p:cNvSpPr/>
                <p:nvPr/>
              </p:nvSpPr>
              <p:spPr>
                <a:xfrm>
                  <a:off x="2837545" y="960965"/>
                  <a:ext cx="88697" cy="34962"/>
                </a:xfrm>
                <a:custGeom>
                  <a:rect b="b" l="l" r="r" t="t"/>
                  <a:pathLst>
                    <a:path extrusionOk="0" h="352" w="893">
                      <a:moveTo>
                        <a:pt x="0" y="0"/>
                      </a:moveTo>
                      <a:cubicBezTo>
                        <a:pt x="16" y="17"/>
                        <a:pt x="53" y="17"/>
                        <a:pt x="101" y="33"/>
                      </a:cubicBezTo>
                      <a:cubicBezTo>
                        <a:pt x="186" y="69"/>
                        <a:pt x="287" y="134"/>
                        <a:pt x="420" y="186"/>
                      </a:cubicBezTo>
                      <a:cubicBezTo>
                        <a:pt x="558" y="235"/>
                        <a:pt x="675" y="287"/>
                        <a:pt x="760" y="303"/>
                      </a:cubicBezTo>
                      <a:cubicBezTo>
                        <a:pt x="844" y="336"/>
                        <a:pt x="893" y="352"/>
                        <a:pt x="893" y="352"/>
                      </a:cubicBezTo>
                      <a:cubicBezTo>
                        <a:pt x="893" y="352"/>
                        <a:pt x="844" y="320"/>
                        <a:pt x="760" y="287"/>
                      </a:cubicBezTo>
                      <a:cubicBezTo>
                        <a:pt x="675" y="251"/>
                        <a:pt x="558" y="219"/>
                        <a:pt x="441" y="170"/>
                      </a:cubicBezTo>
                      <a:cubicBezTo>
                        <a:pt x="303" y="101"/>
                        <a:pt x="186" y="49"/>
                        <a:pt x="101" y="17"/>
                      </a:cubicBezTo>
                      <a:cubicBezTo>
                        <a:pt x="53" y="17"/>
                        <a:pt x="16"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1"/>
                <p:cNvSpPr/>
                <p:nvPr/>
              </p:nvSpPr>
              <p:spPr>
                <a:xfrm>
                  <a:off x="2917799" y="995829"/>
                  <a:ext cx="11720" cy="396605"/>
                </a:xfrm>
                <a:custGeom>
                  <a:rect b="b" l="l" r="r" t="t"/>
                  <a:pathLst>
                    <a:path extrusionOk="0" h="3993" w="118">
                      <a:moveTo>
                        <a:pt x="53" y="1"/>
                      </a:moveTo>
                      <a:cubicBezTo>
                        <a:pt x="53" y="1"/>
                        <a:pt x="53" y="21"/>
                        <a:pt x="69" y="37"/>
                      </a:cubicBezTo>
                      <a:cubicBezTo>
                        <a:pt x="69" y="21"/>
                        <a:pt x="53" y="1"/>
                        <a:pt x="53" y="1"/>
                      </a:cubicBezTo>
                      <a:close/>
                      <a:moveTo>
                        <a:pt x="69" y="38"/>
                      </a:moveTo>
                      <a:lnTo>
                        <a:pt x="69" y="38"/>
                      </a:lnTo>
                      <a:cubicBezTo>
                        <a:pt x="69" y="70"/>
                        <a:pt x="85" y="102"/>
                        <a:pt x="85" y="154"/>
                      </a:cubicBezTo>
                      <a:cubicBezTo>
                        <a:pt x="101" y="255"/>
                        <a:pt x="117" y="405"/>
                        <a:pt x="101" y="591"/>
                      </a:cubicBezTo>
                      <a:cubicBezTo>
                        <a:pt x="101" y="692"/>
                        <a:pt x="85" y="793"/>
                        <a:pt x="85" y="894"/>
                      </a:cubicBezTo>
                      <a:cubicBezTo>
                        <a:pt x="69" y="995"/>
                        <a:pt x="69" y="1112"/>
                        <a:pt x="69" y="1249"/>
                      </a:cubicBezTo>
                      <a:cubicBezTo>
                        <a:pt x="53" y="1366"/>
                        <a:pt x="53" y="1500"/>
                        <a:pt x="53" y="1617"/>
                      </a:cubicBezTo>
                      <a:lnTo>
                        <a:pt x="53" y="2041"/>
                      </a:lnTo>
                      <a:cubicBezTo>
                        <a:pt x="36" y="2324"/>
                        <a:pt x="36" y="2594"/>
                        <a:pt x="16" y="2829"/>
                      </a:cubicBezTo>
                      <a:lnTo>
                        <a:pt x="16" y="3184"/>
                      </a:lnTo>
                      <a:lnTo>
                        <a:pt x="16" y="3334"/>
                      </a:lnTo>
                      <a:lnTo>
                        <a:pt x="16" y="3487"/>
                      </a:lnTo>
                      <a:cubicBezTo>
                        <a:pt x="0" y="3673"/>
                        <a:pt x="0" y="3822"/>
                        <a:pt x="0" y="3923"/>
                      </a:cubicBezTo>
                      <a:cubicBezTo>
                        <a:pt x="0" y="3960"/>
                        <a:pt x="16" y="3976"/>
                        <a:pt x="16" y="3992"/>
                      </a:cubicBezTo>
                      <a:lnTo>
                        <a:pt x="16" y="3923"/>
                      </a:lnTo>
                      <a:cubicBezTo>
                        <a:pt x="0" y="3822"/>
                        <a:pt x="16" y="3673"/>
                        <a:pt x="36" y="3487"/>
                      </a:cubicBezTo>
                      <a:lnTo>
                        <a:pt x="36" y="3334"/>
                      </a:lnTo>
                      <a:lnTo>
                        <a:pt x="36" y="3184"/>
                      </a:lnTo>
                      <a:cubicBezTo>
                        <a:pt x="53" y="3083"/>
                        <a:pt x="53" y="2966"/>
                        <a:pt x="53" y="2829"/>
                      </a:cubicBezTo>
                      <a:cubicBezTo>
                        <a:pt x="69" y="2594"/>
                        <a:pt x="69" y="2324"/>
                        <a:pt x="69" y="2041"/>
                      </a:cubicBezTo>
                      <a:cubicBezTo>
                        <a:pt x="85" y="1904"/>
                        <a:pt x="85" y="1754"/>
                        <a:pt x="85" y="1637"/>
                      </a:cubicBezTo>
                      <a:lnTo>
                        <a:pt x="85" y="1249"/>
                      </a:lnTo>
                      <a:cubicBezTo>
                        <a:pt x="85" y="1112"/>
                        <a:pt x="101" y="1011"/>
                        <a:pt x="101" y="894"/>
                      </a:cubicBezTo>
                      <a:cubicBezTo>
                        <a:pt x="101" y="793"/>
                        <a:pt x="117" y="692"/>
                        <a:pt x="117" y="591"/>
                      </a:cubicBezTo>
                      <a:cubicBezTo>
                        <a:pt x="117" y="405"/>
                        <a:pt x="117" y="255"/>
                        <a:pt x="101" y="154"/>
                      </a:cubicBezTo>
                      <a:cubicBezTo>
                        <a:pt x="85" y="102"/>
                        <a:pt x="69" y="70"/>
                        <a:pt x="69" y="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2941439" y="924017"/>
                  <a:ext cx="217124" cy="100418"/>
                </a:xfrm>
                <a:custGeom>
                  <a:rect b="b" l="l" r="r" t="t"/>
                  <a:pathLst>
                    <a:path extrusionOk="0" h="1011" w="2186">
                      <a:moveTo>
                        <a:pt x="0" y="1"/>
                      </a:moveTo>
                      <a:cubicBezTo>
                        <a:pt x="17" y="17"/>
                        <a:pt x="17" y="17"/>
                        <a:pt x="33" y="17"/>
                      </a:cubicBezTo>
                      <a:cubicBezTo>
                        <a:pt x="17" y="17"/>
                        <a:pt x="17" y="1"/>
                        <a:pt x="0" y="1"/>
                      </a:cubicBezTo>
                      <a:close/>
                      <a:moveTo>
                        <a:pt x="33" y="17"/>
                      </a:moveTo>
                      <a:cubicBezTo>
                        <a:pt x="49" y="37"/>
                        <a:pt x="101" y="53"/>
                        <a:pt x="166" y="86"/>
                      </a:cubicBezTo>
                      <a:cubicBezTo>
                        <a:pt x="235" y="118"/>
                        <a:pt x="320" y="154"/>
                        <a:pt x="404" y="203"/>
                      </a:cubicBezTo>
                      <a:cubicBezTo>
                        <a:pt x="505" y="255"/>
                        <a:pt x="606" y="320"/>
                        <a:pt x="724" y="389"/>
                      </a:cubicBezTo>
                      <a:cubicBezTo>
                        <a:pt x="841" y="441"/>
                        <a:pt x="974" y="490"/>
                        <a:pt x="1111" y="558"/>
                      </a:cubicBezTo>
                      <a:cubicBezTo>
                        <a:pt x="1192" y="591"/>
                        <a:pt x="1277" y="623"/>
                        <a:pt x="1346" y="659"/>
                      </a:cubicBezTo>
                      <a:cubicBezTo>
                        <a:pt x="1431" y="675"/>
                        <a:pt x="1495" y="708"/>
                        <a:pt x="1564" y="744"/>
                      </a:cubicBezTo>
                      <a:cubicBezTo>
                        <a:pt x="1717" y="793"/>
                        <a:pt x="1834" y="861"/>
                        <a:pt x="1935" y="910"/>
                      </a:cubicBezTo>
                      <a:cubicBezTo>
                        <a:pt x="1984" y="926"/>
                        <a:pt x="2036" y="962"/>
                        <a:pt x="2085" y="978"/>
                      </a:cubicBezTo>
                      <a:cubicBezTo>
                        <a:pt x="2121" y="978"/>
                        <a:pt x="2154" y="995"/>
                        <a:pt x="2186" y="1011"/>
                      </a:cubicBezTo>
                      <a:cubicBezTo>
                        <a:pt x="2170" y="995"/>
                        <a:pt x="2121" y="978"/>
                        <a:pt x="2085" y="962"/>
                      </a:cubicBezTo>
                      <a:cubicBezTo>
                        <a:pt x="2036" y="946"/>
                        <a:pt x="2000" y="926"/>
                        <a:pt x="1952" y="894"/>
                      </a:cubicBezTo>
                      <a:cubicBezTo>
                        <a:pt x="1851" y="845"/>
                        <a:pt x="1717" y="776"/>
                        <a:pt x="1580" y="708"/>
                      </a:cubicBezTo>
                      <a:cubicBezTo>
                        <a:pt x="1515" y="692"/>
                        <a:pt x="1447" y="659"/>
                        <a:pt x="1362" y="623"/>
                      </a:cubicBezTo>
                      <a:cubicBezTo>
                        <a:pt x="1293" y="591"/>
                        <a:pt x="1212" y="558"/>
                        <a:pt x="1128" y="522"/>
                      </a:cubicBezTo>
                      <a:cubicBezTo>
                        <a:pt x="990" y="473"/>
                        <a:pt x="857" y="405"/>
                        <a:pt x="740" y="356"/>
                      </a:cubicBezTo>
                      <a:cubicBezTo>
                        <a:pt x="623" y="304"/>
                        <a:pt x="505" y="239"/>
                        <a:pt x="421" y="187"/>
                      </a:cubicBezTo>
                      <a:cubicBezTo>
                        <a:pt x="320" y="138"/>
                        <a:pt x="235" y="102"/>
                        <a:pt x="166" y="69"/>
                      </a:cubicBezTo>
                      <a:cubicBezTo>
                        <a:pt x="101" y="53"/>
                        <a:pt x="49" y="17"/>
                        <a:pt x="33"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3160152" y="1029599"/>
                  <a:ext cx="6853" cy="270859"/>
                </a:xfrm>
                <a:custGeom>
                  <a:rect b="b" l="l" r="r" t="t"/>
                  <a:pathLst>
                    <a:path extrusionOk="0" h="2727" w="69">
                      <a:moveTo>
                        <a:pt x="53" y="0"/>
                      </a:moveTo>
                      <a:lnTo>
                        <a:pt x="53" y="420"/>
                      </a:lnTo>
                      <a:cubicBezTo>
                        <a:pt x="53" y="554"/>
                        <a:pt x="53" y="707"/>
                        <a:pt x="36" y="873"/>
                      </a:cubicBezTo>
                      <a:lnTo>
                        <a:pt x="36" y="1127"/>
                      </a:lnTo>
                      <a:cubicBezTo>
                        <a:pt x="20" y="1228"/>
                        <a:pt x="20" y="1313"/>
                        <a:pt x="20" y="1414"/>
                      </a:cubicBezTo>
                      <a:lnTo>
                        <a:pt x="20" y="1564"/>
                      </a:lnTo>
                      <a:cubicBezTo>
                        <a:pt x="20" y="1616"/>
                        <a:pt x="0" y="1648"/>
                        <a:pt x="0" y="1701"/>
                      </a:cubicBezTo>
                      <a:lnTo>
                        <a:pt x="0" y="1968"/>
                      </a:lnTo>
                      <a:lnTo>
                        <a:pt x="0" y="2206"/>
                      </a:lnTo>
                      <a:cubicBezTo>
                        <a:pt x="0" y="2287"/>
                        <a:pt x="20" y="2355"/>
                        <a:pt x="20" y="2424"/>
                      </a:cubicBezTo>
                      <a:lnTo>
                        <a:pt x="20" y="2590"/>
                      </a:lnTo>
                      <a:lnTo>
                        <a:pt x="20" y="2727"/>
                      </a:lnTo>
                      <a:cubicBezTo>
                        <a:pt x="20" y="2691"/>
                        <a:pt x="20" y="2642"/>
                        <a:pt x="36" y="2590"/>
                      </a:cubicBezTo>
                      <a:lnTo>
                        <a:pt x="36" y="2424"/>
                      </a:lnTo>
                      <a:lnTo>
                        <a:pt x="36" y="2206"/>
                      </a:lnTo>
                      <a:lnTo>
                        <a:pt x="36" y="1968"/>
                      </a:lnTo>
                      <a:lnTo>
                        <a:pt x="36" y="1701"/>
                      </a:lnTo>
                      <a:lnTo>
                        <a:pt x="36" y="1564"/>
                      </a:lnTo>
                      <a:cubicBezTo>
                        <a:pt x="53" y="1515"/>
                        <a:pt x="53" y="1463"/>
                        <a:pt x="53" y="1414"/>
                      </a:cubicBezTo>
                      <a:lnTo>
                        <a:pt x="53" y="1127"/>
                      </a:lnTo>
                      <a:cubicBezTo>
                        <a:pt x="69" y="1042"/>
                        <a:pt x="69" y="958"/>
                        <a:pt x="69" y="873"/>
                      </a:cubicBezTo>
                      <a:lnTo>
                        <a:pt x="69" y="420"/>
                      </a:lnTo>
                      <a:cubicBezTo>
                        <a:pt x="53" y="166"/>
                        <a:pt x="53"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1"/>
                <p:cNvSpPr/>
                <p:nvPr/>
              </p:nvSpPr>
              <p:spPr>
                <a:xfrm>
                  <a:off x="3158464" y="1330454"/>
                  <a:ext cx="6953" cy="259338"/>
                </a:xfrm>
                <a:custGeom>
                  <a:rect b="b" l="l" r="r" t="t"/>
                  <a:pathLst>
                    <a:path extrusionOk="0" h="2611" w="70">
                      <a:moveTo>
                        <a:pt x="37" y="1"/>
                      </a:moveTo>
                      <a:cubicBezTo>
                        <a:pt x="17" y="33"/>
                        <a:pt x="37" y="86"/>
                        <a:pt x="37" y="134"/>
                      </a:cubicBezTo>
                      <a:lnTo>
                        <a:pt x="37" y="1"/>
                      </a:lnTo>
                      <a:close/>
                      <a:moveTo>
                        <a:pt x="37" y="134"/>
                      </a:moveTo>
                      <a:lnTo>
                        <a:pt x="37" y="203"/>
                      </a:lnTo>
                      <a:lnTo>
                        <a:pt x="37" y="288"/>
                      </a:lnTo>
                      <a:cubicBezTo>
                        <a:pt x="17" y="421"/>
                        <a:pt x="17" y="554"/>
                        <a:pt x="17" y="724"/>
                      </a:cubicBezTo>
                      <a:cubicBezTo>
                        <a:pt x="17" y="756"/>
                        <a:pt x="1" y="809"/>
                        <a:pt x="1" y="841"/>
                      </a:cubicBezTo>
                      <a:lnTo>
                        <a:pt x="1" y="910"/>
                      </a:lnTo>
                      <a:lnTo>
                        <a:pt x="1" y="975"/>
                      </a:lnTo>
                      <a:lnTo>
                        <a:pt x="1" y="1245"/>
                      </a:lnTo>
                      <a:cubicBezTo>
                        <a:pt x="17" y="1447"/>
                        <a:pt x="17" y="1617"/>
                        <a:pt x="37" y="1782"/>
                      </a:cubicBezTo>
                      <a:lnTo>
                        <a:pt x="37" y="1904"/>
                      </a:lnTo>
                      <a:lnTo>
                        <a:pt x="37" y="1952"/>
                      </a:lnTo>
                      <a:lnTo>
                        <a:pt x="37" y="2005"/>
                      </a:lnTo>
                      <a:cubicBezTo>
                        <a:pt x="37" y="2053"/>
                        <a:pt x="53" y="2085"/>
                        <a:pt x="53" y="2122"/>
                      </a:cubicBezTo>
                      <a:lnTo>
                        <a:pt x="53" y="2207"/>
                      </a:lnTo>
                      <a:cubicBezTo>
                        <a:pt x="70" y="2186"/>
                        <a:pt x="70" y="2154"/>
                        <a:pt x="70" y="2122"/>
                      </a:cubicBezTo>
                      <a:lnTo>
                        <a:pt x="70" y="2005"/>
                      </a:lnTo>
                      <a:lnTo>
                        <a:pt x="70" y="1952"/>
                      </a:lnTo>
                      <a:lnTo>
                        <a:pt x="70" y="1904"/>
                      </a:lnTo>
                      <a:cubicBezTo>
                        <a:pt x="70" y="1867"/>
                        <a:pt x="70" y="1819"/>
                        <a:pt x="53" y="1782"/>
                      </a:cubicBezTo>
                      <a:cubicBezTo>
                        <a:pt x="53" y="1617"/>
                        <a:pt x="53" y="1447"/>
                        <a:pt x="37" y="1245"/>
                      </a:cubicBezTo>
                      <a:lnTo>
                        <a:pt x="37" y="975"/>
                      </a:lnTo>
                      <a:lnTo>
                        <a:pt x="37" y="910"/>
                      </a:lnTo>
                      <a:lnTo>
                        <a:pt x="37" y="857"/>
                      </a:lnTo>
                      <a:lnTo>
                        <a:pt x="37" y="724"/>
                      </a:lnTo>
                      <a:cubicBezTo>
                        <a:pt x="53" y="554"/>
                        <a:pt x="53" y="421"/>
                        <a:pt x="53" y="288"/>
                      </a:cubicBezTo>
                      <a:lnTo>
                        <a:pt x="53" y="203"/>
                      </a:lnTo>
                      <a:cubicBezTo>
                        <a:pt x="53" y="187"/>
                        <a:pt x="37" y="150"/>
                        <a:pt x="37" y="134"/>
                      </a:cubicBezTo>
                      <a:close/>
                      <a:moveTo>
                        <a:pt x="53" y="2207"/>
                      </a:moveTo>
                      <a:cubicBezTo>
                        <a:pt x="37" y="2340"/>
                        <a:pt x="37" y="2441"/>
                        <a:pt x="37" y="2510"/>
                      </a:cubicBezTo>
                      <a:lnTo>
                        <a:pt x="37" y="2611"/>
                      </a:lnTo>
                      <a:cubicBezTo>
                        <a:pt x="37" y="2611"/>
                        <a:pt x="37" y="2574"/>
                        <a:pt x="53" y="2510"/>
                      </a:cubicBezTo>
                      <a:lnTo>
                        <a:pt x="53" y="220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1"/>
                <p:cNvSpPr/>
                <p:nvPr/>
              </p:nvSpPr>
              <p:spPr>
                <a:xfrm>
                  <a:off x="2702264" y="1942396"/>
                  <a:ext cx="534964" cy="10131"/>
                </a:xfrm>
                <a:custGeom>
                  <a:rect b="b" l="l" r="r" t="t"/>
                  <a:pathLst>
                    <a:path extrusionOk="0" h="102" w="5386">
                      <a:moveTo>
                        <a:pt x="5050" y="0"/>
                      </a:moveTo>
                      <a:cubicBezTo>
                        <a:pt x="5014" y="17"/>
                        <a:pt x="4966" y="17"/>
                        <a:pt x="4913" y="17"/>
                      </a:cubicBezTo>
                      <a:lnTo>
                        <a:pt x="5168" y="17"/>
                      </a:lnTo>
                      <a:cubicBezTo>
                        <a:pt x="5301" y="17"/>
                        <a:pt x="5386" y="0"/>
                        <a:pt x="5386" y="0"/>
                      </a:cubicBezTo>
                      <a:close/>
                      <a:moveTo>
                        <a:pt x="4578" y="17"/>
                      </a:moveTo>
                      <a:cubicBezTo>
                        <a:pt x="4244" y="28"/>
                        <a:pt x="3827" y="56"/>
                        <a:pt x="3354" y="56"/>
                      </a:cubicBezTo>
                      <a:cubicBezTo>
                        <a:pt x="3133" y="56"/>
                        <a:pt x="2901" y="49"/>
                        <a:pt x="2659" y="33"/>
                      </a:cubicBezTo>
                      <a:lnTo>
                        <a:pt x="2105" y="33"/>
                      </a:lnTo>
                      <a:cubicBezTo>
                        <a:pt x="1936" y="33"/>
                        <a:pt x="1766" y="49"/>
                        <a:pt x="1601" y="49"/>
                      </a:cubicBezTo>
                      <a:cubicBezTo>
                        <a:pt x="1277" y="65"/>
                        <a:pt x="974" y="85"/>
                        <a:pt x="740" y="85"/>
                      </a:cubicBezTo>
                      <a:lnTo>
                        <a:pt x="554" y="85"/>
                      </a:lnTo>
                      <a:cubicBezTo>
                        <a:pt x="506" y="85"/>
                        <a:pt x="453" y="65"/>
                        <a:pt x="405" y="65"/>
                      </a:cubicBezTo>
                      <a:cubicBezTo>
                        <a:pt x="304" y="65"/>
                        <a:pt x="219" y="49"/>
                        <a:pt x="150" y="49"/>
                      </a:cubicBezTo>
                      <a:cubicBezTo>
                        <a:pt x="86" y="49"/>
                        <a:pt x="33" y="65"/>
                        <a:pt x="1" y="65"/>
                      </a:cubicBezTo>
                      <a:lnTo>
                        <a:pt x="150" y="65"/>
                      </a:lnTo>
                      <a:cubicBezTo>
                        <a:pt x="219" y="65"/>
                        <a:pt x="304" y="65"/>
                        <a:pt x="405" y="85"/>
                      </a:cubicBezTo>
                      <a:cubicBezTo>
                        <a:pt x="453" y="85"/>
                        <a:pt x="506" y="85"/>
                        <a:pt x="554" y="101"/>
                      </a:cubicBezTo>
                      <a:lnTo>
                        <a:pt x="740" y="101"/>
                      </a:lnTo>
                      <a:cubicBezTo>
                        <a:pt x="974" y="101"/>
                        <a:pt x="1277" y="85"/>
                        <a:pt x="1601" y="85"/>
                      </a:cubicBezTo>
                      <a:cubicBezTo>
                        <a:pt x="1766" y="65"/>
                        <a:pt x="1936" y="65"/>
                        <a:pt x="2105" y="65"/>
                      </a:cubicBezTo>
                      <a:lnTo>
                        <a:pt x="2659" y="65"/>
                      </a:lnTo>
                      <a:cubicBezTo>
                        <a:pt x="2845" y="85"/>
                        <a:pt x="3031" y="85"/>
                        <a:pt x="3216" y="85"/>
                      </a:cubicBezTo>
                      <a:lnTo>
                        <a:pt x="3721" y="85"/>
                      </a:lnTo>
                      <a:cubicBezTo>
                        <a:pt x="4040" y="65"/>
                        <a:pt x="4343" y="49"/>
                        <a:pt x="4594" y="33"/>
                      </a:cubicBezTo>
                      <a:cubicBezTo>
                        <a:pt x="4711" y="33"/>
                        <a:pt x="4812" y="17"/>
                        <a:pt x="4913"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3264146" y="1937132"/>
                  <a:ext cx="588203" cy="8542"/>
                </a:xfrm>
                <a:custGeom>
                  <a:rect b="b" l="l" r="r" t="t"/>
                  <a:pathLst>
                    <a:path extrusionOk="0" h="86" w="5922">
                      <a:moveTo>
                        <a:pt x="185" y="17"/>
                      </a:moveTo>
                      <a:cubicBezTo>
                        <a:pt x="101" y="17"/>
                        <a:pt x="48" y="17"/>
                        <a:pt x="0" y="37"/>
                      </a:cubicBezTo>
                      <a:lnTo>
                        <a:pt x="0" y="37"/>
                      </a:lnTo>
                      <a:cubicBezTo>
                        <a:pt x="24" y="27"/>
                        <a:pt x="49" y="22"/>
                        <a:pt x="79" y="22"/>
                      </a:cubicBezTo>
                      <a:cubicBezTo>
                        <a:pt x="108" y="22"/>
                        <a:pt x="143" y="27"/>
                        <a:pt x="185" y="37"/>
                      </a:cubicBezTo>
                      <a:cubicBezTo>
                        <a:pt x="250" y="37"/>
                        <a:pt x="351" y="37"/>
                        <a:pt x="452" y="53"/>
                      </a:cubicBezTo>
                      <a:cubicBezTo>
                        <a:pt x="351" y="37"/>
                        <a:pt x="250" y="17"/>
                        <a:pt x="185" y="17"/>
                      </a:cubicBezTo>
                      <a:close/>
                      <a:moveTo>
                        <a:pt x="5922" y="37"/>
                      </a:moveTo>
                      <a:cubicBezTo>
                        <a:pt x="5905" y="37"/>
                        <a:pt x="5889" y="53"/>
                        <a:pt x="5857" y="53"/>
                      </a:cubicBezTo>
                      <a:cubicBezTo>
                        <a:pt x="5889" y="53"/>
                        <a:pt x="5905" y="53"/>
                        <a:pt x="5922" y="37"/>
                      </a:cubicBezTo>
                      <a:close/>
                      <a:moveTo>
                        <a:pt x="3130" y="1"/>
                      </a:moveTo>
                      <a:cubicBezTo>
                        <a:pt x="3061" y="17"/>
                        <a:pt x="3013" y="17"/>
                        <a:pt x="2960" y="17"/>
                      </a:cubicBezTo>
                      <a:cubicBezTo>
                        <a:pt x="2758" y="17"/>
                        <a:pt x="2556" y="37"/>
                        <a:pt x="2354" y="37"/>
                      </a:cubicBezTo>
                      <a:cubicBezTo>
                        <a:pt x="2254" y="37"/>
                        <a:pt x="2153" y="53"/>
                        <a:pt x="2068" y="53"/>
                      </a:cubicBezTo>
                      <a:lnTo>
                        <a:pt x="1781" y="53"/>
                      </a:lnTo>
                      <a:cubicBezTo>
                        <a:pt x="1700" y="53"/>
                        <a:pt x="1615" y="70"/>
                        <a:pt x="1530" y="70"/>
                      </a:cubicBezTo>
                      <a:lnTo>
                        <a:pt x="823" y="70"/>
                      </a:lnTo>
                      <a:cubicBezTo>
                        <a:pt x="755" y="70"/>
                        <a:pt x="690" y="70"/>
                        <a:pt x="638" y="53"/>
                      </a:cubicBezTo>
                      <a:lnTo>
                        <a:pt x="452" y="53"/>
                      </a:lnTo>
                      <a:cubicBezTo>
                        <a:pt x="504" y="70"/>
                        <a:pt x="569" y="70"/>
                        <a:pt x="638" y="70"/>
                      </a:cubicBezTo>
                      <a:cubicBezTo>
                        <a:pt x="690" y="70"/>
                        <a:pt x="755" y="70"/>
                        <a:pt x="823" y="86"/>
                      </a:cubicBezTo>
                      <a:lnTo>
                        <a:pt x="2068" y="86"/>
                      </a:lnTo>
                      <a:cubicBezTo>
                        <a:pt x="2169" y="70"/>
                        <a:pt x="2254" y="70"/>
                        <a:pt x="2354" y="70"/>
                      </a:cubicBezTo>
                      <a:cubicBezTo>
                        <a:pt x="2556" y="70"/>
                        <a:pt x="2758" y="53"/>
                        <a:pt x="2960" y="53"/>
                      </a:cubicBezTo>
                      <a:cubicBezTo>
                        <a:pt x="3013" y="53"/>
                        <a:pt x="3061" y="37"/>
                        <a:pt x="3130" y="37"/>
                      </a:cubicBezTo>
                      <a:lnTo>
                        <a:pt x="4140" y="37"/>
                      </a:lnTo>
                      <a:cubicBezTo>
                        <a:pt x="4326" y="53"/>
                        <a:pt x="4491" y="53"/>
                        <a:pt x="4661" y="53"/>
                      </a:cubicBezTo>
                      <a:cubicBezTo>
                        <a:pt x="4811" y="53"/>
                        <a:pt x="4964" y="70"/>
                        <a:pt x="5097" y="70"/>
                      </a:cubicBezTo>
                      <a:cubicBezTo>
                        <a:pt x="5193" y="75"/>
                        <a:pt x="5281" y="77"/>
                        <a:pt x="5362" y="77"/>
                      </a:cubicBezTo>
                      <a:cubicBezTo>
                        <a:pt x="5522" y="77"/>
                        <a:pt x="5654" y="70"/>
                        <a:pt x="5756" y="70"/>
                      </a:cubicBezTo>
                      <a:cubicBezTo>
                        <a:pt x="5788" y="53"/>
                        <a:pt x="5821" y="53"/>
                        <a:pt x="5857" y="53"/>
                      </a:cubicBezTo>
                      <a:lnTo>
                        <a:pt x="5756" y="53"/>
                      </a:lnTo>
                      <a:cubicBezTo>
                        <a:pt x="5679" y="62"/>
                        <a:pt x="5586" y="66"/>
                        <a:pt x="5477" y="66"/>
                      </a:cubicBezTo>
                      <a:cubicBezTo>
                        <a:pt x="5367" y="66"/>
                        <a:pt x="5241" y="62"/>
                        <a:pt x="5097" y="53"/>
                      </a:cubicBezTo>
                      <a:cubicBezTo>
                        <a:pt x="4964" y="53"/>
                        <a:pt x="4811" y="37"/>
                        <a:pt x="4661" y="37"/>
                      </a:cubicBezTo>
                      <a:cubicBezTo>
                        <a:pt x="4491" y="17"/>
                        <a:pt x="4326" y="17"/>
                        <a:pt x="4140" y="17"/>
                      </a:cubicBezTo>
                      <a:cubicBezTo>
                        <a:pt x="3970" y="1"/>
                        <a:pt x="3768" y="1"/>
                        <a:pt x="35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3869134" y="1935344"/>
                  <a:ext cx="307808" cy="5562"/>
                </a:xfrm>
                <a:custGeom>
                  <a:rect b="b" l="l" r="r" t="t"/>
                  <a:pathLst>
                    <a:path extrusionOk="0" h="56" w="3099">
                      <a:moveTo>
                        <a:pt x="33" y="35"/>
                      </a:moveTo>
                      <a:cubicBezTo>
                        <a:pt x="16" y="55"/>
                        <a:pt x="0" y="55"/>
                        <a:pt x="0" y="55"/>
                      </a:cubicBezTo>
                      <a:lnTo>
                        <a:pt x="33" y="55"/>
                      </a:lnTo>
                      <a:cubicBezTo>
                        <a:pt x="69" y="35"/>
                        <a:pt x="85" y="35"/>
                        <a:pt x="133" y="35"/>
                      </a:cubicBezTo>
                      <a:close/>
                      <a:moveTo>
                        <a:pt x="1471" y="0"/>
                      </a:moveTo>
                      <a:cubicBezTo>
                        <a:pt x="1175" y="0"/>
                        <a:pt x="909" y="30"/>
                        <a:pt x="680" y="30"/>
                      </a:cubicBezTo>
                      <a:cubicBezTo>
                        <a:pt x="607" y="30"/>
                        <a:pt x="538" y="27"/>
                        <a:pt x="473" y="19"/>
                      </a:cubicBezTo>
                      <a:cubicBezTo>
                        <a:pt x="335" y="19"/>
                        <a:pt x="218" y="19"/>
                        <a:pt x="133" y="35"/>
                      </a:cubicBezTo>
                      <a:cubicBezTo>
                        <a:pt x="162" y="30"/>
                        <a:pt x="194" y="28"/>
                        <a:pt x="229" y="28"/>
                      </a:cubicBezTo>
                      <a:cubicBezTo>
                        <a:pt x="299" y="28"/>
                        <a:pt x="381" y="35"/>
                        <a:pt x="473" y="35"/>
                      </a:cubicBezTo>
                      <a:cubicBezTo>
                        <a:pt x="554" y="45"/>
                        <a:pt x="643" y="48"/>
                        <a:pt x="737" y="48"/>
                      </a:cubicBezTo>
                      <a:cubicBezTo>
                        <a:pt x="946" y="48"/>
                        <a:pt x="1183" y="32"/>
                        <a:pt x="1435" y="32"/>
                      </a:cubicBezTo>
                      <a:cubicBezTo>
                        <a:pt x="1494" y="32"/>
                        <a:pt x="1555" y="33"/>
                        <a:pt x="1616" y="35"/>
                      </a:cubicBezTo>
                      <a:cubicBezTo>
                        <a:pt x="1834" y="35"/>
                        <a:pt x="2052" y="35"/>
                        <a:pt x="2238" y="55"/>
                      </a:cubicBezTo>
                      <a:lnTo>
                        <a:pt x="3099" y="55"/>
                      </a:lnTo>
                      <a:cubicBezTo>
                        <a:pt x="3014" y="35"/>
                        <a:pt x="2897" y="35"/>
                        <a:pt x="2759" y="35"/>
                      </a:cubicBezTo>
                      <a:cubicBezTo>
                        <a:pt x="2610" y="35"/>
                        <a:pt x="2440" y="35"/>
                        <a:pt x="2238" y="19"/>
                      </a:cubicBezTo>
                      <a:cubicBezTo>
                        <a:pt x="2052" y="19"/>
                        <a:pt x="1834" y="3"/>
                        <a:pt x="1616" y="3"/>
                      </a:cubicBezTo>
                      <a:cubicBezTo>
                        <a:pt x="1567" y="1"/>
                        <a:pt x="1519" y="0"/>
                        <a:pt x="14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3008086" y="1616212"/>
                  <a:ext cx="5264" cy="334725"/>
                </a:xfrm>
                <a:custGeom>
                  <a:rect b="b" l="l" r="r" t="t"/>
                  <a:pathLst>
                    <a:path extrusionOk="0" h="3370" w="53">
                      <a:moveTo>
                        <a:pt x="0" y="0"/>
                      </a:moveTo>
                      <a:lnTo>
                        <a:pt x="0" y="489"/>
                      </a:lnTo>
                      <a:lnTo>
                        <a:pt x="0" y="1026"/>
                      </a:lnTo>
                      <a:lnTo>
                        <a:pt x="0" y="1685"/>
                      </a:lnTo>
                      <a:cubicBezTo>
                        <a:pt x="0" y="1919"/>
                        <a:pt x="16" y="2137"/>
                        <a:pt x="16" y="2339"/>
                      </a:cubicBezTo>
                      <a:lnTo>
                        <a:pt x="16" y="2880"/>
                      </a:lnTo>
                      <a:cubicBezTo>
                        <a:pt x="36" y="3183"/>
                        <a:pt x="36" y="3369"/>
                        <a:pt x="36" y="3369"/>
                      </a:cubicBezTo>
                      <a:lnTo>
                        <a:pt x="36" y="2880"/>
                      </a:lnTo>
                      <a:cubicBezTo>
                        <a:pt x="53" y="2727"/>
                        <a:pt x="53" y="2541"/>
                        <a:pt x="53" y="2339"/>
                      </a:cubicBezTo>
                      <a:cubicBezTo>
                        <a:pt x="53" y="2137"/>
                        <a:pt x="36" y="1919"/>
                        <a:pt x="36" y="1685"/>
                      </a:cubicBezTo>
                      <a:cubicBezTo>
                        <a:pt x="36" y="1450"/>
                        <a:pt x="16" y="1228"/>
                        <a:pt x="16" y="1026"/>
                      </a:cubicBezTo>
                      <a:lnTo>
                        <a:pt x="16" y="489"/>
                      </a:lnTo>
                      <a:cubicBezTo>
                        <a:pt x="0" y="186"/>
                        <a:pt x="0"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3763949" y="1616212"/>
                  <a:ext cx="8145" cy="327872"/>
                </a:xfrm>
                <a:custGeom>
                  <a:rect b="b" l="l" r="r" t="t"/>
                  <a:pathLst>
                    <a:path extrusionOk="0" h="3301" w="82">
                      <a:moveTo>
                        <a:pt x="49" y="0"/>
                      </a:moveTo>
                      <a:cubicBezTo>
                        <a:pt x="49" y="0"/>
                        <a:pt x="49" y="186"/>
                        <a:pt x="33" y="489"/>
                      </a:cubicBezTo>
                      <a:cubicBezTo>
                        <a:pt x="33" y="643"/>
                        <a:pt x="49" y="808"/>
                        <a:pt x="49" y="1010"/>
                      </a:cubicBezTo>
                      <a:lnTo>
                        <a:pt x="49" y="1652"/>
                      </a:lnTo>
                      <a:lnTo>
                        <a:pt x="49" y="1988"/>
                      </a:lnTo>
                      <a:lnTo>
                        <a:pt x="49" y="2291"/>
                      </a:lnTo>
                      <a:cubicBezTo>
                        <a:pt x="33" y="2493"/>
                        <a:pt x="17" y="2679"/>
                        <a:pt x="17" y="2828"/>
                      </a:cubicBezTo>
                      <a:cubicBezTo>
                        <a:pt x="1" y="2965"/>
                        <a:pt x="17" y="3099"/>
                        <a:pt x="17" y="3183"/>
                      </a:cubicBezTo>
                      <a:cubicBezTo>
                        <a:pt x="33" y="3248"/>
                        <a:pt x="49" y="3301"/>
                        <a:pt x="49" y="3301"/>
                      </a:cubicBezTo>
                      <a:cubicBezTo>
                        <a:pt x="49" y="3301"/>
                        <a:pt x="33" y="3248"/>
                        <a:pt x="33" y="3183"/>
                      </a:cubicBezTo>
                      <a:cubicBezTo>
                        <a:pt x="33" y="3099"/>
                        <a:pt x="17" y="2965"/>
                        <a:pt x="33" y="2828"/>
                      </a:cubicBezTo>
                      <a:cubicBezTo>
                        <a:pt x="33" y="2679"/>
                        <a:pt x="65" y="2493"/>
                        <a:pt x="65" y="2291"/>
                      </a:cubicBezTo>
                      <a:cubicBezTo>
                        <a:pt x="65" y="2206"/>
                        <a:pt x="65" y="2089"/>
                        <a:pt x="82" y="1988"/>
                      </a:cubicBezTo>
                      <a:lnTo>
                        <a:pt x="82" y="1652"/>
                      </a:lnTo>
                      <a:cubicBezTo>
                        <a:pt x="82" y="1430"/>
                        <a:pt x="82" y="1212"/>
                        <a:pt x="65" y="1010"/>
                      </a:cubicBezTo>
                      <a:cubicBezTo>
                        <a:pt x="65" y="808"/>
                        <a:pt x="65" y="643"/>
                        <a:pt x="49" y="489"/>
                      </a:cubicBez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1"/>
                <p:cNvSpPr/>
                <p:nvPr/>
              </p:nvSpPr>
              <p:spPr>
                <a:xfrm>
                  <a:off x="3011661" y="1609756"/>
                  <a:ext cx="367602" cy="8145"/>
                </a:xfrm>
                <a:custGeom>
                  <a:rect b="b" l="l" r="r" t="t"/>
                  <a:pathLst>
                    <a:path extrusionOk="0" h="82" w="3701">
                      <a:moveTo>
                        <a:pt x="974" y="1"/>
                      </a:moveTo>
                      <a:cubicBezTo>
                        <a:pt x="925" y="17"/>
                        <a:pt x="873" y="17"/>
                        <a:pt x="825" y="17"/>
                      </a:cubicBezTo>
                      <a:cubicBezTo>
                        <a:pt x="724" y="33"/>
                        <a:pt x="639" y="33"/>
                        <a:pt x="554" y="33"/>
                      </a:cubicBezTo>
                      <a:cubicBezTo>
                        <a:pt x="384" y="33"/>
                        <a:pt x="235" y="49"/>
                        <a:pt x="150" y="49"/>
                      </a:cubicBezTo>
                      <a:cubicBezTo>
                        <a:pt x="118" y="49"/>
                        <a:pt x="91" y="56"/>
                        <a:pt x="67" y="56"/>
                      </a:cubicBezTo>
                      <a:cubicBezTo>
                        <a:pt x="55" y="56"/>
                        <a:pt x="44" y="54"/>
                        <a:pt x="33" y="49"/>
                      </a:cubicBezTo>
                      <a:lnTo>
                        <a:pt x="0" y="49"/>
                      </a:lnTo>
                      <a:cubicBezTo>
                        <a:pt x="0" y="49"/>
                        <a:pt x="17" y="49"/>
                        <a:pt x="33" y="65"/>
                      </a:cubicBezTo>
                      <a:lnTo>
                        <a:pt x="150" y="65"/>
                      </a:lnTo>
                      <a:cubicBezTo>
                        <a:pt x="235" y="49"/>
                        <a:pt x="384" y="49"/>
                        <a:pt x="554" y="49"/>
                      </a:cubicBezTo>
                      <a:cubicBezTo>
                        <a:pt x="639" y="49"/>
                        <a:pt x="724" y="49"/>
                        <a:pt x="825" y="33"/>
                      </a:cubicBezTo>
                      <a:lnTo>
                        <a:pt x="1144" y="33"/>
                      </a:lnTo>
                      <a:cubicBezTo>
                        <a:pt x="1362" y="33"/>
                        <a:pt x="1616" y="49"/>
                        <a:pt x="1867" y="65"/>
                      </a:cubicBezTo>
                      <a:lnTo>
                        <a:pt x="2255" y="65"/>
                      </a:lnTo>
                      <a:cubicBezTo>
                        <a:pt x="2372" y="65"/>
                        <a:pt x="2489" y="81"/>
                        <a:pt x="2606" y="81"/>
                      </a:cubicBezTo>
                      <a:lnTo>
                        <a:pt x="3434" y="81"/>
                      </a:lnTo>
                      <a:cubicBezTo>
                        <a:pt x="3365" y="65"/>
                        <a:pt x="3281" y="65"/>
                        <a:pt x="3196" y="65"/>
                      </a:cubicBezTo>
                      <a:cubicBezTo>
                        <a:pt x="3030" y="49"/>
                        <a:pt x="2828" y="49"/>
                        <a:pt x="2606" y="49"/>
                      </a:cubicBezTo>
                      <a:lnTo>
                        <a:pt x="2255" y="49"/>
                      </a:lnTo>
                      <a:cubicBezTo>
                        <a:pt x="2186" y="33"/>
                        <a:pt x="2121" y="33"/>
                        <a:pt x="2069" y="33"/>
                      </a:cubicBezTo>
                      <a:lnTo>
                        <a:pt x="1867" y="33"/>
                      </a:lnTo>
                      <a:cubicBezTo>
                        <a:pt x="1616" y="17"/>
                        <a:pt x="1362" y="1"/>
                        <a:pt x="1144" y="1"/>
                      </a:cubicBezTo>
                      <a:close/>
                      <a:moveTo>
                        <a:pt x="3600" y="65"/>
                      </a:moveTo>
                      <a:cubicBezTo>
                        <a:pt x="3551" y="65"/>
                        <a:pt x="3499" y="81"/>
                        <a:pt x="3434" y="81"/>
                      </a:cubicBezTo>
                      <a:lnTo>
                        <a:pt x="3600" y="81"/>
                      </a:lnTo>
                      <a:cubicBezTo>
                        <a:pt x="3617" y="76"/>
                        <a:pt x="3633" y="74"/>
                        <a:pt x="3646" y="74"/>
                      </a:cubicBezTo>
                      <a:cubicBezTo>
                        <a:pt x="3672" y="74"/>
                        <a:pt x="3690" y="81"/>
                        <a:pt x="3701" y="81"/>
                      </a:cubicBezTo>
                      <a:cubicBezTo>
                        <a:pt x="3685" y="65"/>
                        <a:pt x="3652" y="65"/>
                        <a:pt x="3600" y="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1"/>
                <p:cNvSpPr/>
                <p:nvPr/>
              </p:nvSpPr>
              <p:spPr>
                <a:xfrm>
                  <a:off x="3390785" y="1612339"/>
                  <a:ext cx="363232" cy="5562"/>
                </a:xfrm>
                <a:custGeom>
                  <a:rect b="b" l="l" r="r" t="t"/>
                  <a:pathLst>
                    <a:path extrusionOk="0" h="56" w="3657">
                      <a:moveTo>
                        <a:pt x="3559" y="0"/>
                      </a:moveTo>
                      <a:cubicBezTo>
                        <a:pt x="3473" y="0"/>
                        <a:pt x="3370" y="12"/>
                        <a:pt x="3253" y="23"/>
                      </a:cubicBezTo>
                      <a:lnTo>
                        <a:pt x="2647" y="23"/>
                      </a:lnTo>
                      <a:cubicBezTo>
                        <a:pt x="2526" y="23"/>
                        <a:pt x="2409" y="7"/>
                        <a:pt x="2291" y="7"/>
                      </a:cubicBezTo>
                      <a:cubicBezTo>
                        <a:pt x="2158" y="23"/>
                        <a:pt x="2041" y="23"/>
                        <a:pt x="1904" y="23"/>
                      </a:cubicBezTo>
                      <a:cubicBezTo>
                        <a:pt x="845" y="23"/>
                        <a:pt x="1" y="55"/>
                        <a:pt x="1" y="55"/>
                      </a:cubicBezTo>
                      <a:lnTo>
                        <a:pt x="1904" y="55"/>
                      </a:lnTo>
                      <a:cubicBezTo>
                        <a:pt x="2041" y="39"/>
                        <a:pt x="2158" y="39"/>
                        <a:pt x="2291" y="39"/>
                      </a:cubicBezTo>
                      <a:lnTo>
                        <a:pt x="3253" y="39"/>
                      </a:lnTo>
                      <a:cubicBezTo>
                        <a:pt x="3418" y="23"/>
                        <a:pt x="3556" y="7"/>
                        <a:pt x="3657" y="7"/>
                      </a:cubicBezTo>
                      <a:cubicBezTo>
                        <a:pt x="3627" y="2"/>
                        <a:pt x="3595" y="0"/>
                        <a:pt x="3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3028149" y="1591282"/>
                  <a:ext cx="3675" cy="26619"/>
                </a:xfrm>
                <a:custGeom>
                  <a:rect b="b" l="l" r="r" t="t"/>
                  <a:pathLst>
                    <a:path extrusionOk="0" h="268" w="37">
                      <a:moveTo>
                        <a:pt x="16" y="1"/>
                      </a:moveTo>
                      <a:cubicBezTo>
                        <a:pt x="0" y="17"/>
                        <a:pt x="0" y="17"/>
                        <a:pt x="0" y="33"/>
                      </a:cubicBezTo>
                      <a:lnTo>
                        <a:pt x="0" y="134"/>
                      </a:lnTo>
                      <a:lnTo>
                        <a:pt x="0" y="187"/>
                      </a:lnTo>
                      <a:cubicBezTo>
                        <a:pt x="0" y="203"/>
                        <a:pt x="16" y="219"/>
                        <a:pt x="16" y="235"/>
                      </a:cubicBezTo>
                      <a:lnTo>
                        <a:pt x="16" y="267"/>
                      </a:lnTo>
                      <a:cubicBezTo>
                        <a:pt x="16" y="267"/>
                        <a:pt x="16" y="251"/>
                        <a:pt x="36" y="235"/>
                      </a:cubicBezTo>
                      <a:lnTo>
                        <a:pt x="36" y="187"/>
                      </a:lnTo>
                      <a:lnTo>
                        <a:pt x="36" y="134"/>
                      </a:lnTo>
                      <a:cubicBezTo>
                        <a:pt x="36" y="86"/>
                        <a:pt x="16" y="49"/>
                        <a:pt x="16" y="33"/>
                      </a:cubicBez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3028149" y="1584528"/>
                  <a:ext cx="356378" cy="6853"/>
                </a:xfrm>
                <a:custGeom>
                  <a:rect b="b" l="l" r="r" t="t"/>
                  <a:pathLst>
                    <a:path extrusionOk="0" h="69" w="3588">
                      <a:moveTo>
                        <a:pt x="1095" y="0"/>
                      </a:moveTo>
                      <a:cubicBezTo>
                        <a:pt x="877" y="16"/>
                        <a:pt x="691" y="16"/>
                        <a:pt x="521" y="32"/>
                      </a:cubicBezTo>
                      <a:cubicBezTo>
                        <a:pt x="202" y="53"/>
                        <a:pt x="0" y="53"/>
                        <a:pt x="0" y="53"/>
                      </a:cubicBezTo>
                      <a:lnTo>
                        <a:pt x="521" y="53"/>
                      </a:lnTo>
                      <a:cubicBezTo>
                        <a:pt x="691" y="53"/>
                        <a:pt x="877" y="32"/>
                        <a:pt x="1095" y="32"/>
                      </a:cubicBezTo>
                      <a:cubicBezTo>
                        <a:pt x="1112" y="27"/>
                        <a:pt x="1131" y="25"/>
                        <a:pt x="1150" y="25"/>
                      </a:cubicBezTo>
                      <a:cubicBezTo>
                        <a:pt x="1189" y="25"/>
                        <a:pt x="1229" y="32"/>
                        <a:pt x="1264" y="32"/>
                      </a:cubicBezTo>
                      <a:lnTo>
                        <a:pt x="1430" y="32"/>
                      </a:lnTo>
                      <a:cubicBezTo>
                        <a:pt x="1551" y="32"/>
                        <a:pt x="1668" y="32"/>
                        <a:pt x="1786" y="53"/>
                      </a:cubicBezTo>
                      <a:cubicBezTo>
                        <a:pt x="1854" y="53"/>
                        <a:pt x="1919" y="53"/>
                        <a:pt x="1971" y="69"/>
                      </a:cubicBezTo>
                      <a:lnTo>
                        <a:pt x="3587" y="69"/>
                      </a:lnTo>
                      <a:cubicBezTo>
                        <a:pt x="3587" y="69"/>
                        <a:pt x="3385" y="69"/>
                        <a:pt x="3066" y="53"/>
                      </a:cubicBezTo>
                      <a:cubicBezTo>
                        <a:pt x="2896" y="53"/>
                        <a:pt x="2711" y="53"/>
                        <a:pt x="2493" y="32"/>
                      </a:cubicBezTo>
                      <a:lnTo>
                        <a:pt x="1971" y="32"/>
                      </a:lnTo>
                      <a:cubicBezTo>
                        <a:pt x="1919" y="16"/>
                        <a:pt x="1854" y="16"/>
                        <a:pt x="1802" y="16"/>
                      </a:cubicBezTo>
                      <a:cubicBezTo>
                        <a:pt x="1668" y="16"/>
                        <a:pt x="1551" y="0"/>
                        <a:pt x="1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3390785" y="1586117"/>
                  <a:ext cx="339592" cy="5264"/>
                </a:xfrm>
                <a:custGeom>
                  <a:rect b="b" l="l" r="r" t="t"/>
                  <a:pathLst>
                    <a:path extrusionOk="0" h="53" w="3419">
                      <a:moveTo>
                        <a:pt x="154" y="37"/>
                      </a:moveTo>
                      <a:cubicBezTo>
                        <a:pt x="53" y="37"/>
                        <a:pt x="1" y="53"/>
                        <a:pt x="1" y="53"/>
                      </a:cubicBezTo>
                      <a:lnTo>
                        <a:pt x="154" y="53"/>
                      </a:lnTo>
                      <a:cubicBezTo>
                        <a:pt x="187" y="53"/>
                        <a:pt x="255" y="37"/>
                        <a:pt x="304" y="37"/>
                      </a:cubicBezTo>
                      <a:close/>
                      <a:moveTo>
                        <a:pt x="591" y="0"/>
                      </a:moveTo>
                      <a:cubicBezTo>
                        <a:pt x="575" y="0"/>
                        <a:pt x="542" y="16"/>
                        <a:pt x="526" y="16"/>
                      </a:cubicBezTo>
                      <a:cubicBezTo>
                        <a:pt x="441" y="16"/>
                        <a:pt x="373" y="16"/>
                        <a:pt x="304" y="37"/>
                      </a:cubicBezTo>
                      <a:lnTo>
                        <a:pt x="526" y="37"/>
                      </a:lnTo>
                      <a:cubicBezTo>
                        <a:pt x="542" y="37"/>
                        <a:pt x="575" y="37"/>
                        <a:pt x="591" y="16"/>
                      </a:cubicBezTo>
                      <a:lnTo>
                        <a:pt x="659" y="16"/>
                      </a:lnTo>
                      <a:cubicBezTo>
                        <a:pt x="692" y="37"/>
                        <a:pt x="744" y="37"/>
                        <a:pt x="793" y="37"/>
                      </a:cubicBezTo>
                      <a:cubicBezTo>
                        <a:pt x="821" y="30"/>
                        <a:pt x="851" y="28"/>
                        <a:pt x="883" y="28"/>
                      </a:cubicBezTo>
                      <a:cubicBezTo>
                        <a:pt x="947" y="28"/>
                        <a:pt x="1018" y="37"/>
                        <a:pt x="1096" y="37"/>
                      </a:cubicBezTo>
                      <a:cubicBezTo>
                        <a:pt x="1197" y="53"/>
                        <a:pt x="1314" y="53"/>
                        <a:pt x="1415" y="53"/>
                      </a:cubicBezTo>
                      <a:lnTo>
                        <a:pt x="2477" y="53"/>
                      </a:lnTo>
                      <a:cubicBezTo>
                        <a:pt x="2679" y="37"/>
                        <a:pt x="2881" y="16"/>
                        <a:pt x="3031" y="16"/>
                      </a:cubicBezTo>
                      <a:lnTo>
                        <a:pt x="3418" y="16"/>
                      </a:lnTo>
                      <a:cubicBezTo>
                        <a:pt x="3370" y="0"/>
                        <a:pt x="3317" y="0"/>
                        <a:pt x="3253" y="0"/>
                      </a:cubicBezTo>
                      <a:lnTo>
                        <a:pt x="3031" y="0"/>
                      </a:lnTo>
                      <a:cubicBezTo>
                        <a:pt x="2881" y="0"/>
                        <a:pt x="2679" y="16"/>
                        <a:pt x="2477" y="16"/>
                      </a:cubicBezTo>
                      <a:lnTo>
                        <a:pt x="1096" y="16"/>
                      </a:lnTo>
                      <a:cubicBezTo>
                        <a:pt x="979" y="0"/>
                        <a:pt x="878" y="0"/>
                        <a:pt x="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1"/>
                <p:cNvSpPr/>
                <p:nvPr/>
              </p:nvSpPr>
              <p:spPr>
                <a:xfrm>
                  <a:off x="3740310" y="1589693"/>
                  <a:ext cx="3675" cy="21752"/>
                </a:xfrm>
                <a:custGeom>
                  <a:rect b="b" l="l" r="r" t="t"/>
                  <a:pathLst>
                    <a:path extrusionOk="0" h="219" w="37">
                      <a:moveTo>
                        <a:pt x="17" y="1"/>
                      </a:moveTo>
                      <a:lnTo>
                        <a:pt x="17" y="33"/>
                      </a:lnTo>
                      <a:cubicBezTo>
                        <a:pt x="0" y="49"/>
                        <a:pt x="0" y="65"/>
                        <a:pt x="0" y="102"/>
                      </a:cubicBezTo>
                      <a:cubicBezTo>
                        <a:pt x="0" y="166"/>
                        <a:pt x="17" y="219"/>
                        <a:pt x="17" y="219"/>
                      </a:cubicBezTo>
                      <a:cubicBezTo>
                        <a:pt x="17" y="219"/>
                        <a:pt x="37" y="166"/>
                        <a:pt x="37" y="102"/>
                      </a:cubicBezTo>
                      <a:lnTo>
                        <a:pt x="37" y="33"/>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1"/>
                <p:cNvSpPr/>
                <p:nvPr/>
              </p:nvSpPr>
              <p:spPr>
                <a:xfrm>
                  <a:off x="3195413" y="1805129"/>
                  <a:ext cx="3278" cy="30195"/>
                </a:xfrm>
                <a:custGeom>
                  <a:rect b="b" l="l" r="r" t="t"/>
                  <a:pathLst>
                    <a:path extrusionOk="0" h="304" w="33">
                      <a:moveTo>
                        <a:pt x="1" y="1"/>
                      </a:moveTo>
                      <a:lnTo>
                        <a:pt x="1" y="33"/>
                      </a:lnTo>
                      <a:lnTo>
                        <a:pt x="1" y="154"/>
                      </a:lnTo>
                      <a:lnTo>
                        <a:pt x="1" y="272"/>
                      </a:lnTo>
                      <a:cubicBezTo>
                        <a:pt x="1" y="288"/>
                        <a:pt x="17" y="304"/>
                        <a:pt x="17" y="304"/>
                      </a:cubicBezTo>
                      <a:lnTo>
                        <a:pt x="17" y="272"/>
                      </a:lnTo>
                      <a:cubicBezTo>
                        <a:pt x="33" y="235"/>
                        <a:pt x="33" y="203"/>
                        <a:pt x="33" y="154"/>
                      </a:cubicBezTo>
                      <a:cubicBezTo>
                        <a:pt x="33" y="102"/>
                        <a:pt x="33" y="70"/>
                        <a:pt x="17" y="33"/>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3212298" y="1831648"/>
                  <a:ext cx="352802" cy="3675"/>
                </a:xfrm>
                <a:custGeom>
                  <a:rect b="b" l="l" r="r" t="t"/>
                  <a:pathLst>
                    <a:path extrusionOk="0" h="37" w="3552">
                      <a:moveTo>
                        <a:pt x="2080" y="0"/>
                      </a:moveTo>
                      <a:cubicBezTo>
                        <a:pt x="1978" y="0"/>
                        <a:pt x="1873" y="1"/>
                        <a:pt x="1766" y="5"/>
                      </a:cubicBezTo>
                      <a:lnTo>
                        <a:pt x="404" y="5"/>
                      </a:lnTo>
                      <a:cubicBezTo>
                        <a:pt x="319" y="5"/>
                        <a:pt x="235" y="21"/>
                        <a:pt x="166" y="21"/>
                      </a:cubicBezTo>
                      <a:cubicBezTo>
                        <a:pt x="101" y="21"/>
                        <a:pt x="49" y="21"/>
                        <a:pt x="0" y="37"/>
                      </a:cubicBezTo>
                      <a:lnTo>
                        <a:pt x="166" y="37"/>
                      </a:lnTo>
                      <a:cubicBezTo>
                        <a:pt x="235" y="37"/>
                        <a:pt x="319" y="21"/>
                        <a:pt x="404" y="21"/>
                      </a:cubicBezTo>
                      <a:lnTo>
                        <a:pt x="857" y="21"/>
                      </a:lnTo>
                      <a:cubicBezTo>
                        <a:pt x="909" y="21"/>
                        <a:pt x="958" y="21"/>
                        <a:pt x="1026" y="37"/>
                      </a:cubicBezTo>
                      <a:lnTo>
                        <a:pt x="1766" y="37"/>
                      </a:lnTo>
                      <a:cubicBezTo>
                        <a:pt x="1945" y="31"/>
                        <a:pt x="2117" y="30"/>
                        <a:pt x="2279" y="30"/>
                      </a:cubicBezTo>
                      <a:cubicBezTo>
                        <a:pt x="2605" y="30"/>
                        <a:pt x="2894" y="37"/>
                        <a:pt x="3131" y="37"/>
                      </a:cubicBezTo>
                      <a:cubicBezTo>
                        <a:pt x="3297" y="37"/>
                        <a:pt x="3450" y="37"/>
                        <a:pt x="3551" y="21"/>
                      </a:cubicBezTo>
                      <a:lnTo>
                        <a:pt x="3131" y="21"/>
                      </a:lnTo>
                      <a:cubicBezTo>
                        <a:pt x="2847" y="21"/>
                        <a:pt x="2487" y="0"/>
                        <a:pt x="2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1"/>
                <p:cNvSpPr/>
                <p:nvPr/>
              </p:nvSpPr>
              <p:spPr>
                <a:xfrm>
                  <a:off x="3573344" y="1806817"/>
                  <a:ext cx="4966" cy="28506"/>
                </a:xfrm>
                <a:custGeom>
                  <a:rect b="b" l="l" r="r" t="t"/>
                  <a:pathLst>
                    <a:path extrusionOk="0" h="287" w="50">
                      <a:moveTo>
                        <a:pt x="33" y="0"/>
                      </a:moveTo>
                      <a:cubicBezTo>
                        <a:pt x="33" y="0"/>
                        <a:pt x="17" y="0"/>
                        <a:pt x="17" y="16"/>
                      </a:cubicBezTo>
                      <a:lnTo>
                        <a:pt x="17" y="36"/>
                      </a:lnTo>
                      <a:cubicBezTo>
                        <a:pt x="1" y="69"/>
                        <a:pt x="1" y="101"/>
                        <a:pt x="1" y="154"/>
                      </a:cubicBezTo>
                      <a:cubicBezTo>
                        <a:pt x="17" y="186"/>
                        <a:pt x="33" y="218"/>
                        <a:pt x="33" y="255"/>
                      </a:cubicBezTo>
                      <a:cubicBezTo>
                        <a:pt x="49" y="271"/>
                        <a:pt x="49" y="287"/>
                        <a:pt x="49" y="287"/>
                      </a:cubicBezTo>
                      <a:lnTo>
                        <a:pt x="49" y="255"/>
                      </a:lnTo>
                      <a:cubicBezTo>
                        <a:pt x="49" y="218"/>
                        <a:pt x="49" y="186"/>
                        <a:pt x="33" y="154"/>
                      </a:cubicBezTo>
                      <a:lnTo>
                        <a:pt x="33" y="53"/>
                      </a:lnTo>
                      <a:cubicBezTo>
                        <a:pt x="17" y="36"/>
                        <a:pt x="33" y="16"/>
                        <a:pt x="33" y="16"/>
                      </a:cubicBez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1"/>
                <p:cNvSpPr/>
                <p:nvPr/>
              </p:nvSpPr>
              <p:spPr>
                <a:xfrm>
                  <a:off x="3198591" y="1805129"/>
                  <a:ext cx="379719" cy="5364"/>
                </a:xfrm>
                <a:custGeom>
                  <a:rect b="b" l="l" r="r" t="t"/>
                  <a:pathLst>
                    <a:path extrusionOk="0" h="54" w="3823">
                      <a:moveTo>
                        <a:pt x="102" y="1"/>
                      </a:moveTo>
                      <a:cubicBezTo>
                        <a:pt x="70" y="17"/>
                        <a:pt x="17" y="17"/>
                        <a:pt x="1" y="33"/>
                      </a:cubicBezTo>
                      <a:cubicBezTo>
                        <a:pt x="17" y="17"/>
                        <a:pt x="70" y="17"/>
                        <a:pt x="102" y="17"/>
                      </a:cubicBezTo>
                      <a:cubicBezTo>
                        <a:pt x="119" y="12"/>
                        <a:pt x="138" y="10"/>
                        <a:pt x="158" y="10"/>
                      </a:cubicBezTo>
                      <a:cubicBezTo>
                        <a:pt x="198" y="10"/>
                        <a:pt x="242" y="17"/>
                        <a:pt x="288" y="17"/>
                      </a:cubicBezTo>
                      <a:cubicBezTo>
                        <a:pt x="320" y="17"/>
                        <a:pt x="356" y="17"/>
                        <a:pt x="405" y="33"/>
                      </a:cubicBezTo>
                      <a:lnTo>
                        <a:pt x="809" y="33"/>
                      </a:lnTo>
                      <a:cubicBezTo>
                        <a:pt x="910" y="33"/>
                        <a:pt x="1027" y="33"/>
                        <a:pt x="1148" y="53"/>
                      </a:cubicBezTo>
                      <a:lnTo>
                        <a:pt x="1887" y="53"/>
                      </a:lnTo>
                      <a:cubicBezTo>
                        <a:pt x="2158" y="53"/>
                        <a:pt x="2409" y="33"/>
                        <a:pt x="2643" y="33"/>
                      </a:cubicBezTo>
                      <a:lnTo>
                        <a:pt x="3269" y="33"/>
                      </a:lnTo>
                      <a:cubicBezTo>
                        <a:pt x="3350" y="33"/>
                        <a:pt x="3418" y="33"/>
                        <a:pt x="3503" y="53"/>
                      </a:cubicBezTo>
                      <a:lnTo>
                        <a:pt x="3822" y="53"/>
                      </a:lnTo>
                      <a:cubicBezTo>
                        <a:pt x="3822" y="53"/>
                        <a:pt x="3774" y="53"/>
                        <a:pt x="3673" y="33"/>
                      </a:cubicBezTo>
                      <a:cubicBezTo>
                        <a:pt x="3655" y="40"/>
                        <a:pt x="3638" y="42"/>
                        <a:pt x="3621" y="42"/>
                      </a:cubicBezTo>
                      <a:cubicBezTo>
                        <a:pt x="3586" y="42"/>
                        <a:pt x="3549" y="33"/>
                        <a:pt x="3503" y="33"/>
                      </a:cubicBezTo>
                      <a:cubicBezTo>
                        <a:pt x="3418" y="33"/>
                        <a:pt x="3350" y="17"/>
                        <a:pt x="3269" y="17"/>
                      </a:cubicBezTo>
                      <a:lnTo>
                        <a:pt x="3115" y="17"/>
                      </a:lnTo>
                      <a:cubicBezTo>
                        <a:pt x="3083" y="1"/>
                        <a:pt x="3031" y="1"/>
                        <a:pt x="2982" y="1"/>
                      </a:cubicBezTo>
                      <a:cubicBezTo>
                        <a:pt x="2865" y="1"/>
                        <a:pt x="2764" y="1"/>
                        <a:pt x="2643" y="17"/>
                      </a:cubicBezTo>
                      <a:lnTo>
                        <a:pt x="405" y="17"/>
                      </a:lnTo>
                      <a:cubicBezTo>
                        <a:pt x="356" y="17"/>
                        <a:pt x="320" y="17"/>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1"/>
                <p:cNvSpPr/>
                <p:nvPr/>
              </p:nvSpPr>
              <p:spPr>
                <a:xfrm>
                  <a:off x="3208623" y="1836913"/>
                  <a:ext cx="5364" cy="102007"/>
                </a:xfrm>
                <a:custGeom>
                  <a:rect b="b" l="l" r="r" t="t"/>
                  <a:pathLst>
                    <a:path extrusionOk="0" h="1027" w="54">
                      <a:moveTo>
                        <a:pt x="17" y="0"/>
                      </a:moveTo>
                      <a:lnTo>
                        <a:pt x="17" y="154"/>
                      </a:lnTo>
                      <a:lnTo>
                        <a:pt x="17" y="541"/>
                      </a:lnTo>
                      <a:lnTo>
                        <a:pt x="17" y="642"/>
                      </a:lnTo>
                      <a:lnTo>
                        <a:pt x="17" y="743"/>
                      </a:lnTo>
                      <a:cubicBezTo>
                        <a:pt x="1" y="808"/>
                        <a:pt x="1" y="860"/>
                        <a:pt x="1" y="909"/>
                      </a:cubicBezTo>
                      <a:cubicBezTo>
                        <a:pt x="1" y="961"/>
                        <a:pt x="1" y="1010"/>
                        <a:pt x="17" y="1026"/>
                      </a:cubicBezTo>
                      <a:lnTo>
                        <a:pt x="17" y="909"/>
                      </a:lnTo>
                      <a:cubicBezTo>
                        <a:pt x="17" y="860"/>
                        <a:pt x="37" y="808"/>
                        <a:pt x="37" y="743"/>
                      </a:cubicBezTo>
                      <a:cubicBezTo>
                        <a:pt x="37" y="707"/>
                        <a:pt x="53" y="675"/>
                        <a:pt x="53" y="642"/>
                      </a:cubicBezTo>
                      <a:lnTo>
                        <a:pt x="53" y="541"/>
                      </a:lnTo>
                      <a:cubicBezTo>
                        <a:pt x="53" y="388"/>
                        <a:pt x="37" y="255"/>
                        <a:pt x="37" y="154"/>
                      </a:cubicBezTo>
                      <a:cubicBezTo>
                        <a:pt x="17" y="53"/>
                        <a:pt x="1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3563312" y="1836913"/>
                  <a:ext cx="4966" cy="103993"/>
                </a:xfrm>
                <a:custGeom>
                  <a:rect b="b" l="l" r="r" t="t"/>
                  <a:pathLst>
                    <a:path extrusionOk="0" h="1047" w="50">
                      <a:moveTo>
                        <a:pt x="17" y="0"/>
                      </a:moveTo>
                      <a:cubicBezTo>
                        <a:pt x="1" y="16"/>
                        <a:pt x="1" y="69"/>
                        <a:pt x="1" y="117"/>
                      </a:cubicBezTo>
                      <a:cubicBezTo>
                        <a:pt x="1" y="218"/>
                        <a:pt x="17" y="356"/>
                        <a:pt x="17" y="505"/>
                      </a:cubicBezTo>
                      <a:cubicBezTo>
                        <a:pt x="17" y="541"/>
                        <a:pt x="33" y="574"/>
                        <a:pt x="17" y="606"/>
                      </a:cubicBezTo>
                      <a:lnTo>
                        <a:pt x="17" y="707"/>
                      </a:lnTo>
                      <a:cubicBezTo>
                        <a:pt x="17" y="776"/>
                        <a:pt x="1" y="844"/>
                        <a:pt x="1" y="893"/>
                      </a:cubicBezTo>
                      <a:cubicBezTo>
                        <a:pt x="17" y="945"/>
                        <a:pt x="17" y="978"/>
                        <a:pt x="33" y="994"/>
                      </a:cubicBezTo>
                      <a:cubicBezTo>
                        <a:pt x="33" y="978"/>
                        <a:pt x="17" y="925"/>
                        <a:pt x="17" y="893"/>
                      </a:cubicBezTo>
                      <a:cubicBezTo>
                        <a:pt x="17" y="844"/>
                        <a:pt x="33" y="776"/>
                        <a:pt x="33" y="707"/>
                      </a:cubicBezTo>
                      <a:cubicBezTo>
                        <a:pt x="49" y="675"/>
                        <a:pt x="49" y="642"/>
                        <a:pt x="49" y="606"/>
                      </a:cubicBezTo>
                      <a:lnTo>
                        <a:pt x="49" y="505"/>
                      </a:lnTo>
                      <a:cubicBezTo>
                        <a:pt x="49" y="356"/>
                        <a:pt x="33" y="218"/>
                        <a:pt x="17" y="117"/>
                      </a:cubicBezTo>
                      <a:lnTo>
                        <a:pt x="17" y="0"/>
                      </a:lnTo>
                      <a:close/>
                      <a:moveTo>
                        <a:pt x="33" y="1010"/>
                      </a:moveTo>
                      <a:lnTo>
                        <a:pt x="33" y="1026"/>
                      </a:lnTo>
                      <a:lnTo>
                        <a:pt x="49" y="1046"/>
                      </a:lnTo>
                      <a:lnTo>
                        <a:pt x="49" y="1026"/>
                      </a:lnTo>
                      <a:lnTo>
                        <a:pt x="33" y="10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3302584" y="1880616"/>
                  <a:ext cx="3278" cy="68336"/>
                </a:xfrm>
                <a:custGeom>
                  <a:rect b="b" l="l" r="r" t="t"/>
                  <a:pathLst>
                    <a:path extrusionOk="0" h="688" w="33">
                      <a:moveTo>
                        <a:pt x="0" y="0"/>
                      </a:moveTo>
                      <a:lnTo>
                        <a:pt x="0" y="33"/>
                      </a:lnTo>
                      <a:lnTo>
                        <a:pt x="0" y="81"/>
                      </a:lnTo>
                      <a:cubicBezTo>
                        <a:pt x="16" y="134"/>
                        <a:pt x="0" y="235"/>
                        <a:pt x="0" y="319"/>
                      </a:cubicBezTo>
                      <a:lnTo>
                        <a:pt x="0" y="570"/>
                      </a:lnTo>
                      <a:lnTo>
                        <a:pt x="0" y="655"/>
                      </a:lnTo>
                      <a:lnTo>
                        <a:pt x="0" y="687"/>
                      </a:lnTo>
                      <a:cubicBezTo>
                        <a:pt x="0" y="687"/>
                        <a:pt x="0" y="639"/>
                        <a:pt x="16" y="570"/>
                      </a:cubicBezTo>
                      <a:cubicBezTo>
                        <a:pt x="16" y="521"/>
                        <a:pt x="32" y="420"/>
                        <a:pt x="32" y="336"/>
                      </a:cubicBezTo>
                      <a:cubicBezTo>
                        <a:pt x="32" y="235"/>
                        <a:pt x="32" y="134"/>
                        <a:pt x="16" y="81"/>
                      </a:cubicBezTo>
                      <a:lnTo>
                        <a:pt x="16" y="33"/>
                      </a:lnTo>
                      <a:cubicBezTo>
                        <a:pt x="16" y="17"/>
                        <a:pt x="16" y="17"/>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1"/>
                <p:cNvSpPr/>
                <p:nvPr/>
              </p:nvSpPr>
              <p:spPr>
                <a:xfrm>
                  <a:off x="3307352" y="1872769"/>
                  <a:ext cx="155841" cy="5960"/>
                </a:xfrm>
                <a:custGeom>
                  <a:rect b="b" l="l" r="r" t="t"/>
                  <a:pathLst>
                    <a:path extrusionOk="0" h="60" w="1569">
                      <a:moveTo>
                        <a:pt x="33" y="43"/>
                      </a:moveTo>
                      <a:cubicBezTo>
                        <a:pt x="17" y="43"/>
                        <a:pt x="1" y="43"/>
                        <a:pt x="1" y="59"/>
                      </a:cubicBezTo>
                      <a:cubicBezTo>
                        <a:pt x="1" y="59"/>
                        <a:pt x="17" y="59"/>
                        <a:pt x="33" y="43"/>
                      </a:cubicBezTo>
                      <a:close/>
                      <a:moveTo>
                        <a:pt x="388" y="0"/>
                      </a:moveTo>
                      <a:cubicBezTo>
                        <a:pt x="306" y="0"/>
                        <a:pt x="232" y="4"/>
                        <a:pt x="170" y="11"/>
                      </a:cubicBezTo>
                      <a:cubicBezTo>
                        <a:pt x="134" y="27"/>
                        <a:pt x="102" y="27"/>
                        <a:pt x="69" y="27"/>
                      </a:cubicBezTo>
                      <a:cubicBezTo>
                        <a:pt x="53" y="43"/>
                        <a:pt x="33" y="43"/>
                        <a:pt x="33" y="43"/>
                      </a:cubicBezTo>
                      <a:lnTo>
                        <a:pt x="69" y="43"/>
                      </a:lnTo>
                      <a:cubicBezTo>
                        <a:pt x="102" y="43"/>
                        <a:pt x="134" y="27"/>
                        <a:pt x="170" y="27"/>
                      </a:cubicBezTo>
                      <a:cubicBezTo>
                        <a:pt x="336" y="27"/>
                        <a:pt x="538" y="27"/>
                        <a:pt x="776" y="59"/>
                      </a:cubicBezTo>
                      <a:cubicBezTo>
                        <a:pt x="1011" y="59"/>
                        <a:pt x="1229" y="43"/>
                        <a:pt x="1382" y="43"/>
                      </a:cubicBezTo>
                      <a:lnTo>
                        <a:pt x="1568" y="43"/>
                      </a:lnTo>
                      <a:cubicBezTo>
                        <a:pt x="1548" y="27"/>
                        <a:pt x="1516" y="27"/>
                        <a:pt x="1483" y="27"/>
                      </a:cubicBezTo>
                      <a:lnTo>
                        <a:pt x="1382" y="27"/>
                      </a:lnTo>
                      <a:cubicBezTo>
                        <a:pt x="1280" y="27"/>
                        <a:pt x="1149" y="34"/>
                        <a:pt x="1003" y="34"/>
                      </a:cubicBezTo>
                      <a:cubicBezTo>
                        <a:pt x="931" y="34"/>
                        <a:pt x="854" y="32"/>
                        <a:pt x="776" y="27"/>
                      </a:cubicBezTo>
                      <a:cubicBezTo>
                        <a:pt x="637" y="8"/>
                        <a:pt x="504" y="0"/>
                        <a:pt x="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1"/>
                <p:cNvSpPr/>
                <p:nvPr/>
              </p:nvSpPr>
              <p:spPr>
                <a:xfrm>
                  <a:off x="3469450" y="1886972"/>
                  <a:ext cx="5364" cy="61979"/>
                </a:xfrm>
                <a:custGeom>
                  <a:rect b="b" l="l" r="r" t="t"/>
                  <a:pathLst>
                    <a:path extrusionOk="0" h="624" w="54">
                      <a:moveTo>
                        <a:pt x="17" y="1"/>
                      </a:moveTo>
                      <a:cubicBezTo>
                        <a:pt x="1" y="70"/>
                        <a:pt x="1" y="154"/>
                        <a:pt x="17" y="255"/>
                      </a:cubicBezTo>
                      <a:cubicBezTo>
                        <a:pt x="17" y="356"/>
                        <a:pt x="37" y="441"/>
                        <a:pt x="37" y="506"/>
                      </a:cubicBezTo>
                      <a:lnTo>
                        <a:pt x="37" y="623"/>
                      </a:lnTo>
                      <a:cubicBezTo>
                        <a:pt x="37" y="623"/>
                        <a:pt x="37" y="575"/>
                        <a:pt x="53" y="506"/>
                      </a:cubicBezTo>
                      <a:cubicBezTo>
                        <a:pt x="53" y="441"/>
                        <a:pt x="53" y="356"/>
                        <a:pt x="37" y="255"/>
                      </a:cubicBezTo>
                      <a:cubicBezTo>
                        <a:pt x="37" y="154"/>
                        <a:pt x="37" y="70"/>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1"/>
                <p:cNvSpPr/>
                <p:nvPr/>
              </p:nvSpPr>
              <p:spPr>
                <a:xfrm>
                  <a:off x="3382839" y="1878629"/>
                  <a:ext cx="4867" cy="67044"/>
                </a:xfrm>
                <a:custGeom>
                  <a:rect b="b" l="l" r="r" t="t"/>
                  <a:pathLst>
                    <a:path extrusionOk="0" h="675" w="49">
                      <a:moveTo>
                        <a:pt x="49" y="0"/>
                      </a:moveTo>
                      <a:cubicBezTo>
                        <a:pt x="49" y="0"/>
                        <a:pt x="49" y="53"/>
                        <a:pt x="32" y="101"/>
                      </a:cubicBezTo>
                      <a:cubicBezTo>
                        <a:pt x="32" y="170"/>
                        <a:pt x="16" y="255"/>
                        <a:pt x="16" y="356"/>
                      </a:cubicBezTo>
                      <a:cubicBezTo>
                        <a:pt x="0" y="457"/>
                        <a:pt x="0" y="541"/>
                        <a:pt x="16" y="606"/>
                      </a:cubicBezTo>
                      <a:lnTo>
                        <a:pt x="16" y="659"/>
                      </a:lnTo>
                      <a:lnTo>
                        <a:pt x="32" y="675"/>
                      </a:lnTo>
                      <a:lnTo>
                        <a:pt x="32" y="642"/>
                      </a:lnTo>
                      <a:lnTo>
                        <a:pt x="32" y="606"/>
                      </a:lnTo>
                      <a:lnTo>
                        <a:pt x="32" y="356"/>
                      </a:lnTo>
                      <a:cubicBezTo>
                        <a:pt x="49" y="271"/>
                        <a:pt x="49" y="170"/>
                        <a:pt x="49" y="101"/>
                      </a:cubicBezTo>
                      <a:lnTo>
                        <a:pt x="49" y="37"/>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3034903" y="1703221"/>
                  <a:ext cx="3377" cy="173819"/>
                </a:xfrm>
                <a:custGeom>
                  <a:rect b="b" l="l" r="r" t="t"/>
                  <a:pathLst>
                    <a:path extrusionOk="0" h="1750" w="34">
                      <a:moveTo>
                        <a:pt x="17" y="1"/>
                      </a:moveTo>
                      <a:cubicBezTo>
                        <a:pt x="17" y="1"/>
                        <a:pt x="1" y="405"/>
                        <a:pt x="1" y="877"/>
                      </a:cubicBezTo>
                      <a:cubicBezTo>
                        <a:pt x="1" y="1362"/>
                        <a:pt x="17" y="1750"/>
                        <a:pt x="17" y="1750"/>
                      </a:cubicBezTo>
                      <a:cubicBezTo>
                        <a:pt x="17" y="1750"/>
                        <a:pt x="33" y="1362"/>
                        <a:pt x="33" y="877"/>
                      </a:cubicBezTo>
                      <a:cubicBezTo>
                        <a:pt x="33" y="40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1"/>
                <p:cNvSpPr/>
                <p:nvPr/>
              </p:nvSpPr>
              <p:spPr>
                <a:xfrm>
                  <a:off x="3034903" y="1886972"/>
                  <a:ext cx="3377" cy="45491"/>
                </a:xfrm>
                <a:custGeom>
                  <a:rect b="b" l="l" r="r" t="t"/>
                  <a:pathLst>
                    <a:path extrusionOk="0" h="458" w="34">
                      <a:moveTo>
                        <a:pt x="17" y="1"/>
                      </a:moveTo>
                      <a:cubicBezTo>
                        <a:pt x="17" y="1"/>
                        <a:pt x="1" y="102"/>
                        <a:pt x="1" y="219"/>
                      </a:cubicBezTo>
                      <a:cubicBezTo>
                        <a:pt x="1" y="356"/>
                        <a:pt x="17" y="457"/>
                        <a:pt x="17" y="457"/>
                      </a:cubicBezTo>
                      <a:cubicBezTo>
                        <a:pt x="17" y="457"/>
                        <a:pt x="33" y="356"/>
                        <a:pt x="33" y="219"/>
                      </a:cubicBezTo>
                      <a:cubicBezTo>
                        <a:pt x="33" y="102"/>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1"/>
                <p:cNvSpPr/>
                <p:nvPr/>
              </p:nvSpPr>
              <p:spPr>
                <a:xfrm>
                  <a:off x="3038181" y="1930775"/>
                  <a:ext cx="26917" cy="3278"/>
                </a:xfrm>
                <a:custGeom>
                  <a:rect b="b" l="l" r="r" t="t"/>
                  <a:pathLst>
                    <a:path extrusionOk="0" h="33" w="271">
                      <a:moveTo>
                        <a:pt x="137" y="0"/>
                      </a:moveTo>
                      <a:cubicBezTo>
                        <a:pt x="69" y="0"/>
                        <a:pt x="0" y="16"/>
                        <a:pt x="0" y="16"/>
                      </a:cubicBezTo>
                      <a:cubicBezTo>
                        <a:pt x="0" y="16"/>
                        <a:pt x="69" y="33"/>
                        <a:pt x="137" y="33"/>
                      </a:cubicBezTo>
                      <a:cubicBezTo>
                        <a:pt x="170" y="33"/>
                        <a:pt x="202" y="16"/>
                        <a:pt x="238" y="16"/>
                      </a:cubicBezTo>
                      <a:cubicBezTo>
                        <a:pt x="255" y="16"/>
                        <a:pt x="271"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3038181" y="1875351"/>
                  <a:ext cx="26917" cy="3377"/>
                </a:xfrm>
                <a:custGeom>
                  <a:rect b="b" l="l" r="r" t="t"/>
                  <a:pathLst>
                    <a:path extrusionOk="0" h="34" w="271">
                      <a:moveTo>
                        <a:pt x="137" y="1"/>
                      </a:moveTo>
                      <a:cubicBezTo>
                        <a:pt x="85" y="1"/>
                        <a:pt x="53" y="17"/>
                        <a:pt x="36" y="17"/>
                      </a:cubicBezTo>
                      <a:lnTo>
                        <a:pt x="0" y="17"/>
                      </a:lnTo>
                      <a:cubicBezTo>
                        <a:pt x="0" y="17"/>
                        <a:pt x="16" y="17"/>
                        <a:pt x="16" y="33"/>
                      </a:cubicBezTo>
                      <a:lnTo>
                        <a:pt x="238" y="33"/>
                      </a:lnTo>
                      <a:cubicBezTo>
                        <a:pt x="255" y="17"/>
                        <a:pt x="271" y="17"/>
                        <a:pt x="271" y="17"/>
                      </a:cubicBezTo>
                      <a:lnTo>
                        <a:pt x="238" y="17"/>
                      </a:lnTo>
                      <a:cubicBezTo>
                        <a:pt x="202" y="1"/>
                        <a:pt x="170"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3039770" y="1701632"/>
                  <a:ext cx="20163" cy="3278"/>
                </a:xfrm>
                <a:custGeom>
                  <a:rect b="b" l="l" r="r" t="t"/>
                  <a:pathLst>
                    <a:path extrusionOk="0" h="33" w="203">
                      <a:moveTo>
                        <a:pt x="85" y="1"/>
                      </a:moveTo>
                      <a:cubicBezTo>
                        <a:pt x="53" y="1"/>
                        <a:pt x="20" y="1"/>
                        <a:pt x="0" y="17"/>
                      </a:cubicBezTo>
                      <a:cubicBezTo>
                        <a:pt x="20" y="33"/>
                        <a:pt x="53" y="33"/>
                        <a:pt x="85" y="33"/>
                      </a:cubicBezTo>
                      <a:lnTo>
                        <a:pt x="202" y="33"/>
                      </a:lnTo>
                      <a:cubicBezTo>
                        <a:pt x="202" y="33"/>
                        <a:pt x="186" y="17"/>
                        <a:pt x="170" y="17"/>
                      </a:cubicBezTo>
                      <a:cubicBezTo>
                        <a:pt x="154" y="1"/>
                        <a:pt x="121"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3059834" y="1704810"/>
                  <a:ext cx="3675" cy="170640"/>
                </a:xfrm>
                <a:custGeom>
                  <a:rect b="b" l="l" r="r" t="t"/>
                  <a:pathLst>
                    <a:path extrusionOk="0" h="1718" w="37">
                      <a:moveTo>
                        <a:pt x="37" y="1"/>
                      </a:moveTo>
                      <a:cubicBezTo>
                        <a:pt x="37" y="1"/>
                        <a:pt x="0" y="389"/>
                        <a:pt x="0" y="861"/>
                      </a:cubicBezTo>
                      <a:cubicBezTo>
                        <a:pt x="0" y="1330"/>
                        <a:pt x="20" y="1718"/>
                        <a:pt x="20" y="1718"/>
                      </a:cubicBezTo>
                      <a:cubicBezTo>
                        <a:pt x="20" y="1718"/>
                        <a:pt x="37" y="1330"/>
                        <a:pt x="37" y="861"/>
                      </a:cubicBez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3034903" y="1885383"/>
                  <a:ext cx="28606" cy="3377"/>
                </a:xfrm>
                <a:custGeom>
                  <a:rect b="b" l="l" r="r" t="t"/>
                  <a:pathLst>
                    <a:path extrusionOk="0" h="34" w="288">
                      <a:moveTo>
                        <a:pt x="134" y="1"/>
                      </a:moveTo>
                      <a:cubicBezTo>
                        <a:pt x="69" y="1"/>
                        <a:pt x="1" y="17"/>
                        <a:pt x="1" y="17"/>
                      </a:cubicBezTo>
                      <a:cubicBezTo>
                        <a:pt x="1" y="17"/>
                        <a:pt x="69" y="33"/>
                        <a:pt x="134" y="33"/>
                      </a:cubicBezTo>
                      <a:lnTo>
                        <a:pt x="288" y="33"/>
                      </a:lnTo>
                      <a:cubicBezTo>
                        <a:pt x="288" y="33"/>
                        <a:pt x="271" y="17"/>
                        <a:pt x="235" y="17"/>
                      </a:cubicBezTo>
                      <a:cubicBezTo>
                        <a:pt x="219" y="1"/>
                        <a:pt x="187"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1"/>
                <p:cNvSpPr/>
                <p:nvPr/>
              </p:nvSpPr>
              <p:spPr>
                <a:xfrm>
                  <a:off x="3058245" y="1886972"/>
                  <a:ext cx="5264" cy="45491"/>
                </a:xfrm>
                <a:custGeom>
                  <a:rect b="b" l="l" r="r" t="t"/>
                  <a:pathLst>
                    <a:path extrusionOk="0" h="458" w="53">
                      <a:moveTo>
                        <a:pt x="36" y="1"/>
                      </a:moveTo>
                      <a:cubicBezTo>
                        <a:pt x="36" y="1"/>
                        <a:pt x="36" y="37"/>
                        <a:pt x="16" y="70"/>
                      </a:cubicBezTo>
                      <a:cubicBezTo>
                        <a:pt x="16" y="118"/>
                        <a:pt x="0" y="171"/>
                        <a:pt x="0" y="239"/>
                      </a:cubicBezTo>
                      <a:cubicBezTo>
                        <a:pt x="0" y="304"/>
                        <a:pt x="16" y="356"/>
                        <a:pt x="16" y="405"/>
                      </a:cubicBezTo>
                      <a:cubicBezTo>
                        <a:pt x="36" y="421"/>
                        <a:pt x="36" y="441"/>
                        <a:pt x="36" y="441"/>
                      </a:cubicBezTo>
                      <a:lnTo>
                        <a:pt x="53" y="457"/>
                      </a:lnTo>
                      <a:lnTo>
                        <a:pt x="53" y="441"/>
                      </a:lnTo>
                      <a:cubicBezTo>
                        <a:pt x="53" y="441"/>
                        <a:pt x="36" y="421"/>
                        <a:pt x="36" y="389"/>
                      </a:cubicBezTo>
                      <a:lnTo>
                        <a:pt x="36" y="239"/>
                      </a:lnTo>
                      <a:lnTo>
                        <a:pt x="36" y="70"/>
                      </a:lnTo>
                      <a:lnTo>
                        <a:pt x="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1"/>
                <p:cNvSpPr/>
                <p:nvPr/>
              </p:nvSpPr>
              <p:spPr>
                <a:xfrm>
                  <a:off x="3079898" y="1703221"/>
                  <a:ext cx="3675" cy="173819"/>
                </a:xfrm>
                <a:custGeom>
                  <a:rect b="b" l="l" r="r" t="t"/>
                  <a:pathLst>
                    <a:path extrusionOk="0" h="1750" w="37">
                      <a:moveTo>
                        <a:pt x="0" y="1"/>
                      </a:moveTo>
                      <a:lnTo>
                        <a:pt x="0" y="877"/>
                      </a:lnTo>
                      <a:cubicBezTo>
                        <a:pt x="0" y="1362"/>
                        <a:pt x="20" y="1750"/>
                        <a:pt x="20" y="1750"/>
                      </a:cubicBezTo>
                      <a:cubicBezTo>
                        <a:pt x="20" y="1750"/>
                        <a:pt x="37" y="1362"/>
                        <a:pt x="37" y="877"/>
                      </a:cubicBezTo>
                      <a:cubicBezTo>
                        <a:pt x="37" y="405"/>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3079898" y="1886972"/>
                  <a:ext cx="3675" cy="45491"/>
                </a:xfrm>
                <a:custGeom>
                  <a:rect b="b" l="l" r="r" t="t"/>
                  <a:pathLst>
                    <a:path extrusionOk="0" h="458" w="37">
                      <a:moveTo>
                        <a:pt x="20" y="1"/>
                      </a:moveTo>
                      <a:cubicBezTo>
                        <a:pt x="20" y="1"/>
                        <a:pt x="0" y="102"/>
                        <a:pt x="0" y="219"/>
                      </a:cubicBezTo>
                      <a:cubicBezTo>
                        <a:pt x="0" y="356"/>
                        <a:pt x="20" y="457"/>
                        <a:pt x="20" y="457"/>
                      </a:cubicBezTo>
                      <a:cubicBezTo>
                        <a:pt x="20" y="457"/>
                        <a:pt x="37" y="356"/>
                        <a:pt x="37" y="219"/>
                      </a:cubicBezTo>
                      <a:cubicBezTo>
                        <a:pt x="37" y="102"/>
                        <a:pt x="20" y="1"/>
                        <a:pt x="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3083473" y="1930775"/>
                  <a:ext cx="26619" cy="3278"/>
                </a:xfrm>
                <a:custGeom>
                  <a:rect b="b" l="l" r="r" t="t"/>
                  <a:pathLst>
                    <a:path extrusionOk="0" h="33" w="268">
                      <a:moveTo>
                        <a:pt x="134" y="0"/>
                      </a:moveTo>
                      <a:cubicBezTo>
                        <a:pt x="65" y="0"/>
                        <a:pt x="1" y="16"/>
                        <a:pt x="1" y="16"/>
                      </a:cubicBezTo>
                      <a:cubicBezTo>
                        <a:pt x="1" y="16"/>
                        <a:pt x="65" y="33"/>
                        <a:pt x="134" y="33"/>
                      </a:cubicBezTo>
                      <a:cubicBezTo>
                        <a:pt x="166" y="33"/>
                        <a:pt x="202" y="16"/>
                        <a:pt x="219" y="16"/>
                      </a:cubicBezTo>
                      <a:cubicBezTo>
                        <a:pt x="251" y="16"/>
                        <a:pt x="267" y="0"/>
                        <a:pt x="2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3083473" y="1875351"/>
                  <a:ext cx="26619" cy="3377"/>
                </a:xfrm>
                <a:custGeom>
                  <a:rect b="b" l="l" r="r" t="t"/>
                  <a:pathLst>
                    <a:path extrusionOk="0" h="34" w="268">
                      <a:moveTo>
                        <a:pt x="118" y="1"/>
                      </a:moveTo>
                      <a:cubicBezTo>
                        <a:pt x="85" y="1"/>
                        <a:pt x="49" y="17"/>
                        <a:pt x="17" y="17"/>
                      </a:cubicBezTo>
                      <a:lnTo>
                        <a:pt x="1" y="17"/>
                      </a:lnTo>
                      <a:cubicBezTo>
                        <a:pt x="1" y="17"/>
                        <a:pt x="17" y="17"/>
                        <a:pt x="17" y="33"/>
                      </a:cubicBezTo>
                      <a:lnTo>
                        <a:pt x="235" y="33"/>
                      </a:lnTo>
                      <a:cubicBezTo>
                        <a:pt x="251" y="17"/>
                        <a:pt x="267" y="17"/>
                        <a:pt x="267" y="17"/>
                      </a:cubicBezTo>
                      <a:lnTo>
                        <a:pt x="235" y="17"/>
                      </a:lnTo>
                      <a:cubicBezTo>
                        <a:pt x="202" y="1"/>
                        <a:pt x="166" y="1"/>
                        <a:pt x="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3085063" y="1701632"/>
                  <a:ext cx="20163" cy="3278"/>
                </a:xfrm>
                <a:custGeom>
                  <a:rect b="b" l="l" r="r" t="t"/>
                  <a:pathLst>
                    <a:path extrusionOk="0" h="33" w="203">
                      <a:moveTo>
                        <a:pt x="86" y="1"/>
                      </a:moveTo>
                      <a:cubicBezTo>
                        <a:pt x="49" y="1"/>
                        <a:pt x="17" y="1"/>
                        <a:pt x="1" y="17"/>
                      </a:cubicBezTo>
                      <a:cubicBezTo>
                        <a:pt x="17" y="33"/>
                        <a:pt x="49" y="33"/>
                        <a:pt x="86" y="33"/>
                      </a:cubicBezTo>
                      <a:lnTo>
                        <a:pt x="203" y="33"/>
                      </a:lnTo>
                      <a:cubicBezTo>
                        <a:pt x="203" y="33"/>
                        <a:pt x="186" y="17"/>
                        <a:pt x="170" y="17"/>
                      </a:cubicBezTo>
                      <a:cubicBezTo>
                        <a:pt x="150" y="1"/>
                        <a:pt x="118" y="1"/>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1"/>
                <p:cNvSpPr/>
                <p:nvPr/>
              </p:nvSpPr>
              <p:spPr>
                <a:xfrm>
                  <a:off x="3105126" y="1704810"/>
                  <a:ext cx="3278" cy="170640"/>
                </a:xfrm>
                <a:custGeom>
                  <a:rect b="b" l="l" r="r" t="t"/>
                  <a:pathLst>
                    <a:path extrusionOk="0" h="1718" w="33">
                      <a:moveTo>
                        <a:pt x="33" y="1"/>
                      </a:moveTo>
                      <a:cubicBezTo>
                        <a:pt x="33" y="1"/>
                        <a:pt x="1" y="389"/>
                        <a:pt x="1" y="861"/>
                      </a:cubicBezTo>
                      <a:cubicBezTo>
                        <a:pt x="1" y="1330"/>
                        <a:pt x="17" y="1718"/>
                        <a:pt x="17" y="1718"/>
                      </a:cubicBezTo>
                      <a:cubicBezTo>
                        <a:pt x="17" y="1718"/>
                        <a:pt x="33" y="1330"/>
                        <a:pt x="33" y="861"/>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1"/>
                <p:cNvSpPr/>
                <p:nvPr/>
              </p:nvSpPr>
              <p:spPr>
                <a:xfrm>
                  <a:off x="3079898" y="1885383"/>
                  <a:ext cx="28506" cy="3377"/>
                </a:xfrm>
                <a:custGeom>
                  <a:rect b="b" l="l" r="r" t="t"/>
                  <a:pathLst>
                    <a:path extrusionOk="0" h="34" w="287">
                      <a:moveTo>
                        <a:pt x="138" y="1"/>
                      </a:moveTo>
                      <a:cubicBezTo>
                        <a:pt x="69" y="1"/>
                        <a:pt x="0" y="17"/>
                        <a:pt x="0" y="17"/>
                      </a:cubicBezTo>
                      <a:cubicBezTo>
                        <a:pt x="0" y="17"/>
                        <a:pt x="69" y="33"/>
                        <a:pt x="138" y="33"/>
                      </a:cubicBezTo>
                      <a:lnTo>
                        <a:pt x="287" y="33"/>
                      </a:lnTo>
                      <a:cubicBezTo>
                        <a:pt x="287" y="33"/>
                        <a:pt x="271" y="17"/>
                        <a:pt x="238" y="17"/>
                      </a:cubicBezTo>
                      <a:cubicBezTo>
                        <a:pt x="222" y="1"/>
                        <a:pt x="186"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1"/>
                <p:cNvSpPr/>
                <p:nvPr/>
              </p:nvSpPr>
              <p:spPr>
                <a:xfrm>
                  <a:off x="3103537" y="1886972"/>
                  <a:ext cx="3278" cy="43902"/>
                </a:xfrm>
                <a:custGeom>
                  <a:rect b="b" l="l" r="r" t="t"/>
                  <a:pathLst>
                    <a:path extrusionOk="0" h="442" w="33">
                      <a:moveTo>
                        <a:pt x="33" y="1"/>
                      </a:moveTo>
                      <a:cubicBezTo>
                        <a:pt x="33" y="1"/>
                        <a:pt x="17" y="37"/>
                        <a:pt x="17" y="70"/>
                      </a:cubicBezTo>
                      <a:cubicBezTo>
                        <a:pt x="17" y="118"/>
                        <a:pt x="0" y="171"/>
                        <a:pt x="0" y="239"/>
                      </a:cubicBezTo>
                      <a:cubicBezTo>
                        <a:pt x="0" y="304"/>
                        <a:pt x="17" y="356"/>
                        <a:pt x="17" y="405"/>
                      </a:cubicBezTo>
                      <a:cubicBezTo>
                        <a:pt x="17" y="421"/>
                        <a:pt x="33" y="441"/>
                        <a:pt x="33" y="441"/>
                      </a:cubicBezTo>
                      <a:lnTo>
                        <a:pt x="33" y="389"/>
                      </a:lnTo>
                      <a:lnTo>
                        <a:pt x="33" y="239"/>
                      </a:lnTo>
                      <a:lnTo>
                        <a:pt x="33" y="70"/>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3125190" y="1703221"/>
                  <a:ext cx="3278" cy="173819"/>
                </a:xfrm>
                <a:custGeom>
                  <a:rect b="b" l="l" r="r" t="t"/>
                  <a:pathLst>
                    <a:path extrusionOk="0" h="1750" w="33">
                      <a:moveTo>
                        <a:pt x="1" y="1"/>
                      </a:moveTo>
                      <a:lnTo>
                        <a:pt x="1" y="877"/>
                      </a:lnTo>
                      <a:cubicBezTo>
                        <a:pt x="1" y="1362"/>
                        <a:pt x="17" y="1750"/>
                        <a:pt x="17" y="1750"/>
                      </a:cubicBezTo>
                      <a:cubicBezTo>
                        <a:pt x="17" y="1750"/>
                        <a:pt x="33" y="1362"/>
                        <a:pt x="33" y="877"/>
                      </a:cubicBezTo>
                      <a:cubicBezTo>
                        <a:pt x="17" y="405"/>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3125190" y="1886972"/>
                  <a:ext cx="3278" cy="45491"/>
                </a:xfrm>
                <a:custGeom>
                  <a:rect b="b" l="l" r="r" t="t"/>
                  <a:pathLst>
                    <a:path extrusionOk="0" h="458" w="33">
                      <a:moveTo>
                        <a:pt x="17" y="1"/>
                      </a:moveTo>
                      <a:cubicBezTo>
                        <a:pt x="17" y="1"/>
                        <a:pt x="1" y="102"/>
                        <a:pt x="1" y="219"/>
                      </a:cubicBezTo>
                      <a:cubicBezTo>
                        <a:pt x="1" y="356"/>
                        <a:pt x="17" y="457"/>
                        <a:pt x="17" y="457"/>
                      </a:cubicBezTo>
                      <a:cubicBezTo>
                        <a:pt x="17" y="457"/>
                        <a:pt x="33" y="356"/>
                        <a:pt x="33" y="219"/>
                      </a:cubicBezTo>
                      <a:cubicBezTo>
                        <a:pt x="33" y="102"/>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1"/>
                <p:cNvSpPr/>
                <p:nvPr/>
              </p:nvSpPr>
              <p:spPr>
                <a:xfrm>
                  <a:off x="3128368" y="1930775"/>
                  <a:ext cx="27016" cy="3278"/>
                </a:xfrm>
                <a:custGeom>
                  <a:rect b="b" l="l" r="r" t="t"/>
                  <a:pathLst>
                    <a:path extrusionOk="0" h="33" w="272">
                      <a:moveTo>
                        <a:pt x="138" y="0"/>
                      </a:moveTo>
                      <a:cubicBezTo>
                        <a:pt x="53" y="0"/>
                        <a:pt x="1" y="16"/>
                        <a:pt x="1" y="16"/>
                      </a:cubicBezTo>
                      <a:cubicBezTo>
                        <a:pt x="1" y="16"/>
                        <a:pt x="53" y="33"/>
                        <a:pt x="138" y="33"/>
                      </a:cubicBezTo>
                      <a:cubicBezTo>
                        <a:pt x="171" y="33"/>
                        <a:pt x="203" y="16"/>
                        <a:pt x="219" y="16"/>
                      </a:cubicBezTo>
                      <a:cubicBezTo>
                        <a:pt x="255" y="16"/>
                        <a:pt x="272"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1"/>
                <p:cNvSpPr/>
                <p:nvPr/>
              </p:nvSpPr>
              <p:spPr>
                <a:xfrm>
                  <a:off x="3126779" y="1875351"/>
                  <a:ext cx="28606" cy="3377"/>
                </a:xfrm>
                <a:custGeom>
                  <a:rect b="b" l="l" r="r" t="t"/>
                  <a:pathLst>
                    <a:path extrusionOk="0" h="34" w="288">
                      <a:moveTo>
                        <a:pt x="134" y="1"/>
                      </a:moveTo>
                      <a:cubicBezTo>
                        <a:pt x="102" y="1"/>
                        <a:pt x="69" y="17"/>
                        <a:pt x="33" y="17"/>
                      </a:cubicBezTo>
                      <a:lnTo>
                        <a:pt x="1" y="17"/>
                      </a:lnTo>
                      <a:cubicBezTo>
                        <a:pt x="17" y="17"/>
                        <a:pt x="17" y="17"/>
                        <a:pt x="33" y="33"/>
                      </a:cubicBezTo>
                      <a:lnTo>
                        <a:pt x="235" y="33"/>
                      </a:lnTo>
                      <a:cubicBezTo>
                        <a:pt x="271" y="17"/>
                        <a:pt x="288" y="17"/>
                        <a:pt x="288" y="17"/>
                      </a:cubicBezTo>
                      <a:lnTo>
                        <a:pt x="235" y="17"/>
                      </a:lnTo>
                      <a:cubicBezTo>
                        <a:pt x="219" y="1"/>
                        <a:pt x="187"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3128368" y="1701632"/>
                  <a:ext cx="21851" cy="3278"/>
                </a:xfrm>
                <a:custGeom>
                  <a:rect b="b" l="l" r="r" t="t"/>
                  <a:pathLst>
                    <a:path extrusionOk="0" h="33" w="220">
                      <a:moveTo>
                        <a:pt x="102" y="1"/>
                      </a:moveTo>
                      <a:cubicBezTo>
                        <a:pt x="70" y="1"/>
                        <a:pt x="37" y="1"/>
                        <a:pt x="1" y="17"/>
                      </a:cubicBezTo>
                      <a:cubicBezTo>
                        <a:pt x="37" y="33"/>
                        <a:pt x="70" y="33"/>
                        <a:pt x="102" y="33"/>
                      </a:cubicBezTo>
                      <a:lnTo>
                        <a:pt x="219" y="33"/>
                      </a:lnTo>
                      <a:cubicBezTo>
                        <a:pt x="219" y="33"/>
                        <a:pt x="203" y="17"/>
                        <a:pt x="187" y="17"/>
                      </a:cubicBezTo>
                      <a:cubicBezTo>
                        <a:pt x="154" y="1"/>
                        <a:pt x="138" y="1"/>
                        <a:pt x="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3150120" y="1704810"/>
                  <a:ext cx="3675" cy="170640"/>
                </a:xfrm>
                <a:custGeom>
                  <a:rect b="b" l="l" r="r" t="t"/>
                  <a:pathLst>
                    <a:path extrusionOk="0" h="1718" w="37">
                      <a:moveTo>
                        <a:pt x="20" y="1"/>
                      </a:moveTo>
                      <a:cubicBezTo>
                        <a:pt x="20" y="1"/>
                        <a:pt x="0" y="389"/>
                        <a:pt x="0" y="861"/>
                      </a:cubicBezTo>
                      <a:cubicBezTo>
                        <a:pt x="0" y="1330"/>
                        <a:pt x="20" y="1718"/>
                        <a:pt x="20" y="1718"/>
                      </a:cubicBezTo>
                      <a:cubicBezTo>
                        <a:pt x="20" y="1718"/>
                        <a:pt x="36" y="1330"/>
                        <a:pt x="36" y="861"/>
                      </a:cubicBezTo>
                      <a:cubicBezTo>
                        <a:pt x="36" y="389"/>
                        <a:pt x="20" y="1"/>
                        <a:pt x="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3125190" y="1885383"/>
                  <a:ext cx="27016" cy="3377"/>
                </a:xfrm>
                <a:custGeom>
                  <a:rect b="b" l="l" r="r" t="t"/>
                  <a:pathLst>
                    <a:path extrusionOk="0" h="34" w="272">
                      <a:moveTo>
                        <a:pt x="134" y="1"/>
                      </a:moveTo>
                      <a:cubicBezTo>
                        <a:pt x="69" y="1"/>
                        <a:pt x="1" y="17"/>
                        <a:pt x="1" y="17"/>
                      </a:cubicBezTo>
                      <a:cubicBezTo>
                        <a:pt x="1" y="17"/>
                        <a:pt x="69" y="33"/>
                        <a:pt x="134" y="33"/>
                      </a:cubicBezTo>
                      <a:lnTo>
                        <a:pt x="271" y="33"/>
                      </a:lnTo>
                      <a:cubicBezTo>
                        <a:pt x="271" y="33"/>
                        <a:pt x="251" y="17"/>
                        <a:pt x="235" y="17"/>
                      </a:cubicBezTo>
                      <a:cubicBezTo>
                        <a:pt x="219" y="1"/>
                        <a:pt x="170"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3148432" y="1886972"/>
                  <a:ext cx="3774" cy="43902"/>
                </a:xfrm>
                <a:custGeom>
                  <a:rect b="b" l="l" r="r" t="t"/>
                  <a:pathLst>
                    <a:path extrusionOk="0" h="442" w="38">
                      <a:moveTo>
                        <a:pt x="37" y="1"/>
                      </a:moveTo>
                      <a:cubicBezTo>
                        <a:pt x="37" y="1"/>
                        <a:pt x="17" y="37"/>
                        <a:pt x="17" y="70"/>
                      </a:cubicBezTo>
                      <a:cubicBezTo>
                        <a:pt x="17" y="118"/>
                        <a:pt x="1" y="171"/>
                        <a:pt x="1" y="239"/>
                      </a:cubicBezTo>
                      <a:cubicBezTo>
                        <a:pt x="1" y="304"/>
                        <a:pt x="1" y="356"/>
                        <a:pt x="17" y="405"/>
                      </a:cubicBezTo>
                      <a:cubicBezTo>
                        <a:pt x="17" y="421"/>
                        <a:pt x="37" y="441"/>
                        <a:pt x="37" y="441"/>
                      </a:cubicBezTo>
                      <a:lnTo>
                        <a:pt x="37" y="389"/>
                      </a:lnTo>
                      <a:lnTo>
                        <a:pt x="37" y="239"/>
                      </a:lnTo>
                      <a:lnTo>
                        <a:pt x="37" y="70"/>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3168496" y="1703221"/>
                  <a:ext cx="5364" cy="173819"/>
                </a:xfrm>
                <a:custGeom>
                  <a:rect b="b" l="l" r="r" t="t"/>
                  <a:pathLst>
                    <a:path extrusionOk="0" h="1750" w="54">
                      <a:moveTo>
                        <a:pt x="17" y="1"/>
                      </a:moveTo>
                      <a:cubicBezTo>
                        <a:pt x="17" y="1"/>
                        <a:pt x="1" y="405"/>
                        <a:pt x="17" y="877"/>
                      </a:cubicBezTo>
                      <a:cubicBezTo>
                        <a:pt x="17" y="1362"/>
                        <a:pt x="37" y="1750"/>
                        <a:pt x="37" y="1750"/>
                      </a:cubicBezTo>
                      <a:cubicBezTo>
                        <a:pt x="37" y="1750"/>
                        <a:pt x="53" y="1362"/>
                        <a:pt x="53" y="877"/>
                      </a:cubicBezTo>
                      <a:cubicBezTo>
                        <a:pt x="37" y="40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1"/>
                <p:cNvSpPr/>
                <p:nvPr/>
              </p:nvSpPr>
              <p:spPr>
                <a:xfrm>
                  <a:off x="3170184" y="1886972"/>
                  <a:ext cx="3675" cy="45491"/>
                </a:xfrm>
                <a:custGeom>
                  <a:rect b="b" l="l" r="r" t="t"/>
                  <a:pathLst>
                    <a:path extrusionOk="0" h="458" w="37">
                      <a:moveTo>
                        <a:pt x="20" y="1"/>
                      </a:moveTo>
                      <a:cubicBezTo>
                        <a:pt x="20" y="1"/>
                        <a:pt x="0" y="102"/>
                        <a:pt x="0" y="219"/>
                      </a:cubicBezTo>
                      <a:cubicBezTo>
                        <a:pt x="0" y="356"/>
                        <a:pt x="20" y="457"/>
                        <a:pt x="20" y="457"/>
                      </a:cubicBezTo>
                      <a:cubicBezTo>
                        <a:pt x="20" y="457"/>
                        <a:pt x="36" y="356"/>
                        <a:pt x="36" y="219"/>
                      </a:cubicBezTo>
                      <a:cubicBezTo>
                        <a:pt x="36" y="102"/>
                        <a:pt x="20" y="1"/>
                        <a:pt x="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1"/>
                <p:cNvSpPr/>
                <p:nvPr/>
              </p:nvSpPr>
              <p:spPr>
                <a:xfrm>
                  <a:off x="3173760" y="1930775"/>
                  <a:ext cx="24931" cy="3278"/>
                </a:xfrm>
                <a:custGeom>
                  <a:rect b="b" l="l" r="r" t="t"/>
                  <a:pathLst>
                    <a:path extrusionOk="0" h="33" w="251">
                      <a:moveTo>
                        <a:pt x="134" y="0"/>
                      </a:moveTo>
                      <a:cubicBezTo>
                        <a:pt x="49" y="0"/>
                        <a:pt x="0" y="16"/>
                        <a:pt x="0" y="16"/>
                      </a:cubicBezTo>
                      <a:cubicBezTo>
                        <a:pt x="0" y="16"/>
                        <a:pt x="49" y="33"/>
                        <a:pt x="134" y="33"/>
                      </a:cubicBezTo>
                      <a:cubicBezTo>
                        <a:pt x="166" y="33"/>
                        <a:pt x="202" y="16"/>
                        <a:pt x="219" y="16"/>
                      </a:cubicBezTo>
                      <a:cubicBezTo>
                        <a:pt x="251" y="16"/>
                        <a:pt x="251"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3172171" y="1875351"/>
                  <a:ext cx="28208" cy="3377"/>
                </a:xfrm>
                <a:custGeom>
                  <a:rect b="b" l="l" r="r" t="t"/>
                  <a:pathLst>
                    <a:path extrusionOk="0" h="34" w="284">
                      <a:moveTo>
                        <a:pt x="134" y="1"/>
                      </a:moveTo>
                      <a:cubicBezTo>
                        <a:pt x="101" y="1"/>
                        <a:pt x="65" y="17"/>
                        <a:pt x="33" y="17"/>
                      </a:cubicBezTo>
                      <a:lnTo>
                        <a:pt x="0" y="17"/>
                      </a:lnTo>
                      <a:cubicBezTo>
                        <a:pt x="16" y="17"/>
                        <a:pt x="16" y="17"/>
                        <a:pt x="33" y="33"/>
                      </a:cubicBezTo>
                      <a:lnTo>
                        <a:pt x="235" y="33"/>
                      </a:lnTo>
                      <a:cubicBezTo>
                        <a:pt x="267" y="17"/>
                        <a:pt x="283" y="17"/>
                        <a:pt x="283" y="17"/>
                      </a:cubicBezTo>
                      <a:lnTo>
                        <a:pt x="235" y="17"/>
                      </a:lnTo>
                      <a:cubicBezTo>
                        <a:pt x="218" y="1"/>
                        <a:pt x="166"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3173760" y="1701632"/>
                  <a:ext cx="21752" cy="3278"/>
                </a:xfrm>
                <a:custGeom>
                  <a:rect b="b" l="l" r="r" t="t"/>
                  <a:pathLst>
                    <a:path extrusionOk="0" h="33" w="219">
                      <a:moveTo>
                        <a:pt x="85" y="1"/>
                      </a:moveTo>
                      <a:cubicBezTo>
                        <a:pt x="49" y="1"/>
                        <a:pt x="33" y="1"/>
                        <a:pt x="0" y="17"/>
                      </a:cubicBezTo>
                      <a:cubicBezTo>
                        <a:pt x="33" y="33"/>
                        <a:pt x="49" y="33"/>
                        <a:pt x="85" y="33"/>
                      </a:cubicBezTo>
                      <a:lnTo>
                        <a:pt x="219" y="33"/>
                      </a:lnTo>
                      <a:cubicBezTo>
                        <a:pt x="219" y="33"/>
                        <a:pt x="202" y="17"/>
                        <a:pt x="186" y="17"/>
                      </a:cubicBezTo>
                      <a:cubicBezTo>
                        <a:pt x="150" y="1"/>
                        <a:pt x="118"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1"/>
                <p:cNvSpPr/>
                <p:nvPr/>
              </p:nvSpPr>
              <p:spPr>
                <a:xfrm>
                  <a:off x="3195413" y="1704810"/>
                  <a:ext cx="3278" cy="170640"/>
                </a:xfrm>
                <a:custGeom>
                  <a:rect b="b" l="l" r="r" t="t"/>
                  <a:pathLst>
                    <a:path extrusionOk="0" h="1718" w="33">
                      <a:moveTo>
                        <a:pt x="17" y="1"/>
                      </a:moveTo>
                      <a:cubicBezTo>
                        <a:pt x="17" y="1"/>
                        <a:pt x="1" y="389"/>
                        <a:pt x="1" y="861"/>
                      </a:cubicBezTo>
                      <a:cubicBezTo>
                        <a:pt x="1" y="1330"/>
                        <a:pt x="17" y="1718"/>
                        <a:pt x="17" y="1718"/>
                      </a:cubicBezTo>
                      <a:cubicBezTo>
                        <a:pt x="17" y="1718"/>
                        <a:pt x="33" y="1330"/>
                        <a:pt x="33" y="861"/>
                      </a:cubicBezTo>
                      <a:cubicBezTo>
                        <a:pt x="33" y="389"/>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1"/>
                <p:cNvSpPr/>
                <p:nvPr/>
              </p:nvSpPr>
              <p:spPr>
                <a:xfrm>
                  <a:off x="3170184" y="1885383"/>
                  <a:ext cx="26917" cy="3377"/>
                </a:xfrm>
                <a:custGeom>
                  <a:rect b="b" l="l" r="r" t="t"/>
                  <a:pathLst>
                    <a:path extrusionOk="0" h="34" w="271">
                      <a:moveTo>
                        <a:pt x="137" y="1"/>
                      </a:moveTo>
                      <a:cubicBezTo>
                        <a:pt x="53" y="1"/>
                        <a:pt x="0" y="17"/>
                        <a:pt x="0" y="17"/>
                      </a:cubicBezTo>
                      <a:cubicBezTo>
                        <a:pt x="0" y="17"/>
                        <a:pt x="53" y="33"/>
                        <a:pt x="137" y="33"/>
                      </a:cubicBezTo>
                      <a:lnTo>
                        <a:pt x="271" y="33"/>
                      </a:lnTo>
                      <a:cubicBezTo>
                        <a:pt x="271" y="33"/>
                        <a:pt x="255" y="17"/>
                        <a:pt x="238" y="17"/>
                      </a:cubicBezTo>
                      <a:cubicBezTo>
                        <a:pt x="202" y="1"/>
                        <a:pt x="170"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3193823" y="1886972"/>
                  <a:ext cx="3278" cy="43902"/>
                </a:xfrm>
                <a:custGeom>
                  <a:rect b="b" l="l" r="r" t="t"/>
                  <a:pathLst>
                    <a:path extrusionOk="0" h="442" w="33">
                      <a:moveTo>
                        <a:pt x="17" y="1"/>
                      </a:moveTo>
                      <a:lnTo>
                        <a:pt x="17" y="70"/>
                      </a:lnTo>
                      <a:cubicBezTo>
                        <a:pt x="0" y="118"/>
                        <a:pt x="0" y="171"/>
                        <a:pt x="0" y="239"/>
                      </a:cubicBezTo>
                      <a:cubicBezTo>
                        <a:pt x="0" y="304"/>
                        <a:pt x="0" y="356"/>
                        <a:pt x="17" y="405"/>
                      </a:cubicBezTo>
                      <a:cubicBezTo>
                        <a:pt x="17" y="421"/>
                        <a:pt x="33" y="441"/>
                        <a:pt x="33" y="441"/>
                      </a:cubicBezTo>
                      <a:lnTo>
                        <a:pt x="33" y="389"/>
                      </a:lnTo>
                      <a:lnTo>
                        <a:pt x="33" y="239"/>
                      </a:lnTo>
                      <a:lnTo>
                        <a:pt x="33" y="70"/>
                      </a:lnTo>
                      <a:cubicBezTo>
                        <a:pt x="33" y="37"/>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3213887" y="1703221"/>
                  <a:ext cx="4867" cy="105285"/>
                </a:xfrm>
                <a:custGeom>
                  <a:rect b="b" l="l" r="r" t="t"/>
                  <a:pathLst>
                    <a:path extrusionOk="0" h="1060" w="49">
                      <a:moveTo>
                        <a:pt x="17" y="1"/>
                      </a:moveTo>
                      <a:cubicBezTo>
                        <a:pt x="17" y="1"/>
                        <a:pt x="0" y="235"/>
                        <a:pt x="0" y="538"/>
                      </a:cubicBezTo>
                      <a:cubicBezTo>
                        <a:pt x="17" y="825"/>
                        <a:pt x="33" y="1059"/>
                        <a:pt x="33" y="1059"/>
                      </a:cubicBezTo>
                      <a:cubicBezTo>
                        <a:pt x="33" y="1059"/>
                        <a:pt x="49" y="825"/>
                        <a:pt x="33" y="538"/>
                      </a:cubicBezTo>
                      <a:cubicBezTo>
                        <a:pt x="33" y="23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1"/>
                <p:cNvSpPr/>
                <p:nvPr/>
              </p:nvSpPr>
              <p:spPr>
                <a:xfrm>
                  <a:off x="3218655" y="1701632"/>
                  <a:ext cx="20163" cy="3278"/>
                </a:xfrm>
                <a:custGeom>
                  <a:rect b="b" l="l" r="r" t="t"/>
                  <a:pathLst>
                    <a:path extrusionOk="0" h="33" w="203">
                      <a:moveTo>
                        <a:pt x="86" y="1"/>
                      </a:moveTo>
                      <a:cubicBezTo>
                        <a:pt x="53" y="1"/>
                        <a:pt x="17" y="1"/>
                        <a:pt x="1" y="17"/>
                      </a:cubicBezTo>
                      <a:cubicBezTo>
                        <a:pt x="17" y="33"/>
                        <a:pt x="53" y="33"/>
                        <a:pt x="86" y="33"/>
                      </a:cubicBezTo>
                      <a:lnTo>
                        <a:pt x="203" y="33"/>
                      </a:lnTo>
                      <a:cubicBezTo>
                        <a:pt x="203" y="33"/>
                        <a:pt x="203" y="17"/>
                        <a:pt x="171" y="17"/>
                      </a:cubicBezTo>
                      <a:cubicBezTo>
                        <a:pt x="154" y="1"/>
                        <a:pt x="118" y="1"/>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1"/>
                <p:cNvSpPr/>
                <p:nvPr/>
              </p:nvSpPr>
              <p:spPr>
                <a:xfrm>
                  <a:off x="3238718" y="1704810"/>
                  <a:ext cx="5364" cy="102106"/>
                </a:xfrm>
                <a:custGeom>
                  <a:rect b="b" l="l" r="r" t="t"/>
                  <a:pathLst>
                    <a:path extrusionOk="0" h="1028" w="54">
                      <a:moveTo>
                        <a:pt x="37" y="1"/>
                      </a:moveTo>
                      <a:cubicBezTo>
                        <a:pt x="37" y="1"/>
                        <a:pt x="37" y="53"/>
                        <a:pt x="17" y="154"/>
                      </a:cubicBezTo>
                      <a:lnTo>
                        <a:pt x="17" y="320"/>
                      </a:lnTo>
                      <a:lnTo>
                        <a:pt x="17" y="522"/>
                      </a:lnTo>
                      <a:cubicBezTo>
                        <a:pt x="17" y="591"/>
                        <a:pt x="1" y="659"/>
                        <a:pt x="17" y="708"/>
                      </a:cubicBezTo>
                      <a:lnTo>
                        <a:pt x="17" y="878"/>
                      </a:lnTo>
                      <a:cubicBezTo>
                        <a:pt x="17" y="979"/>
                        <a:pt x="37" y="1027"/>
                        <a:pt x="37" y="1027"/>
                      </a:cubicBezTo>
                      <a:lnTo>
                        <a:pt x="37" y="878"/>
                      </a:lnTo>
                      <a:lnTo>
                        <a:pt x="37" y="708"/>
                      </a:lnTo>
                      <a:lnTo>
                        <a:pt x="37" y="522"/>
                      </a:lnTo>
                      <a:cubicBezTo>
                        <a:pt x="53" y="437"/>
                        <a:pt x="53" y="373"/>
                        <a:pt x="53" y="320"/>
                      </a:cubicBezTo>
                      <a:cubicBezTo>
                        <a:pt x="53" y="255"/>
                        <a:pt x="53" y="203"/>
                        <a:pt x="37" y="154"/>
                      </a:cubicBez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3258782" y="1703221"/>
                  <a:ext cx="3774" cy="105285"/>
                </a:xfrm>
                <a:custGeom>
                  <a:rect b="b" l="l" r="r" t="t"/>
                  <a:pathLst>
                    <a:path extrusionOk="0" h="1060" w="38">
                      <a:moveTo>
                        <a:pt x="17" y="1"/>
                      </a:moveTo>
                      <a:cubicBezTo>
                        <a:pt x="17" y="1"/>
                        <a:pt x="1" y="235"/>
                        <a:pt x="1" y="538"/>
                      </a:cubicBezTo>
                      <a:cubicBezTo>
                        <a:pt x="1" y="825"/>
                        <a:pt x="37" y="1059"/>
                        <a:pt x="37" y="1059"/>
                      </a:cubicBezTo>
                      <a:lnTo>
                        <a:pt x="37" y="538"/>
                      </a:lnTo>
                      <a:cubicBezTo>
                        <a:pt x="37" y="23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3264046" y="1701632"/>
                  <a:ext cx="20163" cy="3278"/>
                </a:xfrm>
                <a:custGeom>
                  <a:rect b="b" l="l" r="r" t="t"/>
                  <a:pathLst>
                    <a:path extrusionOk="0" h="33" w="203">
                      <a:moveTo>
                        <a:pt x="85" y="1"/>
                      </a:moveTo>
                      <a:cubicBezTo>
                        <a:pt x="49" y="1"/>
                        <a:pt x="17" y="1"/>
                        <a:pt x="0" y="17"/>
                      </a:cubicBezTo>
                      <a:cubicBezTo>
                        <a:pt x="17" y="33"/>
                        <a:pt x="49" y="33"/>
                        <a:pt x="85" y="33"/>
                      </a:cubicBezTo>
                      <a:lnTo>
                        <a:pt x="202" y="33"/>
                      </a:lnTo>
                      <a:cubicBezTo>
                        <a:pt x="202" y="33"/>
                        <a:pt x="202" y="17"/>
                        <a:pt x="166" y="17"/>
                      </a:cubicBezTo>
                      <a:cubicBezTo>
                        <a:pt x="150" y="1"/>
                        <a:pt x="118"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3284110" y="1704810"/>
                  <a:ext cx="4867" cy="102106"/>
                </a:xfrm>
                <a:custGeom>
                  <a:rect b="b" l="l" r="r" t="t"/>
                  <a:pathLst>
                    <a:path extrusionOk="0" h="1028" w="49">
                      <a:moveTo>
                        <a:pt x="33" y="1"/>
                      </a:moveTo>
                      <a:cubicBezTo>
                        <a:pt x="33" y="1"/>
                        <a:pt x="33" y="53"/>
                        <a:pt x="17" y="154"/>
                      </a:cubicBezTo>
                      <a:lnTo>
                        <a:pt x="17" y="320"/>
                      </a:lnTo>
                      <a:cubicBezTo>
                        <a:pt x="17" y="373"/>
                        <a:pt x="17" y="437"/>
                        <a:pt x="0" y="522"/>
                      </a:cubicBezTo>
                      <a:lnTo>
                        <a:pt x="0" y="708"/>
                      </a:lnTo>
                      <a:cubicBezTo>
                        <a:pt x="17" y="777"/>
                        <a:pt x="17" y="825"/>
                        <a:pt x="17" y="878"/>
                      </a:cubicBezTo>
                      <a:lnTo>
                        <a:pt x="17" y="1027"/>
                      </a:lnTo>
                      <a:cubicBezTo>
                        <a:pt x="17" y="1027"/>
                        <a:pt x="33" y="979"/>
                        <a:pt x="33" y="878"/>
                      </a:cubicBezTo>
                      <a:lnTo>
                        <a:pt x="33" y="708"/>
                      </a:lnTo>
                      <a:lnTo>
                        <a:pt x="33" y="522"/>
                      </a:lnTo>
                      <a:cubicBezTo>
                        <a:pt x="33" y="437"/>
                        <a:pt x="33" y="373"/>
                        <a:pt x="49" y="320"/>
                      </a:cubicBezTo>
                      <a:cubicBezTo>
                        <a:pt x="33" y="255"/>
                        <a:pt x="33" y="203"/>
                        <a:pt x="33" y="154"/>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1"/>
                <p:cNvSpPr/>
                <p:nvPr/>
              </p:nvSpPr>
              <p:spPr>
                <a:xfrm>
                  <a:off x="3304174" y="1703221"/>
                  <a:ext cx="3278" cy="105285"/>
                </a:xfrm>
                <a:custGeom>
                  <a:rect b="b" l="l" r="r" t="t"/>
                  <a:pathLst>
                    <a:path extrusionOk="0" h="1060" w="33">
                      <a:moveTo>
                        <a:pt x="16" y="1"/>
                      </a:moveTo>
                      <a:cubicBezTo>
                        <a:pt x="16" y="1"/>
                        <a:pt x="0" y="235"/>
                        <a:pt x="0" y="538"/>
                      </a:cubicBezTo>
                      <a:cubicBezTo>
                        <a:pt x="0" y="825"/>
                        <a:pt x="16" y="1059"/>
                        <a:pt x="16" y="1059"/>
                      </a:cubicBezTo>
                      <a:cubicBezTo>
                        <a:pt x="16" y="1059"/>
                        <a:pt x="33" y="825"/>
                        <a:pt x="33" y="538"/>
                      </a:cubicBezTo>
                      <a:cubicBezTo>
                        <a:pt x="33" y="235"/>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1"/>
                <p:cNvSpPr/>
                <p:nvPr/>
              </p:nvSpPr>
              <p:spPr>
                <a:xfrm>
                  <a:off x="3308941" y="1701632"/>
                  <a:ext cx="20163" cy="3278"/>
                </a:xfrm>
                <a:custGeom>
                  <a:rect b="b" l="l" r="r" t="t"/>
                  <a:pathLst>
                    <a:path extrusionOk="0" h="33" w="203">
                      <a:moveTo>
                        <a:pt x="86" y="1"/>
                      </a:moveTo>
                      <a:cubicBezTo>
                        <a:pt x="53" y="1"/>
                        <a:pt x="17" y="1"/>
                        <a:pt x="1" y="17"/>
                      </a:cubicBezTo>
                      <a:cubicBezTo>
                        <a:pt x="17" y="33"/>
                        <a:pt x="53" y="33"/>
                        <a:pt x="86" y="33"/>
                      </a:cubicBezTo>
                      <a:lnTo>
                        <a:pt x="203" y="33"/>
                      </a:lnTo>
                      <a:cubicBezTo>
                        <a:pt x="203" y="33"/>
                        <a:pt x="187" y="17"/>
                        <a:pt x="170" y="17"/>
                      </a:cubicBezTo>
                      <a:cubicBezTo>
                        <a:pt x="154" y="1"/>
                        <a:pt x="118" y="1"/>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3329005" y="1704810"/>
                  <a:ext cx="3774" cy="102106"/>
                </a:xfrm>
                <a:custGeom>
                  <a:rect b="b" l="l" r="r" t="t"/>
                  <a:pathLst>
                    <a:path extrusionOk="0" h="1028" w="38">
                      <a:moveTo>
                        <a:pt x="37" y="1"/>
                      </a:moveTo>
                      <a:cubicBezTo>
                        <a:pt x="37" y="1"/>
                        <a:pt x="17" y="53"/>
                        <a:pt x="17" y="154"/>
                      </a:cubicBezTo>
                      <a:lnTo>
                        <a:pt x="17" y="320"/>
                      </a:lnTo>
                      <a:cubicBezTo>
                        <a:pt x="17" y="373"/>
                        <a:pt x="1" y="437"/>
                        <a:pt x="1" y="522"/>
                      </a:cubicBezTo>
                      <a:lnTo>
                        <a:pt x="1" y="708"/>
                      </a:lnTo>
                      <a:cubicBezTo>
                        <a:pt x="1" y="777"/>
                        <a:pt x="17" y="825"/>
                        <a:pt x="17" y="878"/>
                      </a:cubicBezTo>
                      <a:lnTo>
                        <a:pt x="17" y="1027"/>
                      </a:lnTo>
                      <a:cubicBezTo>
                        <a:pt x="17" y="1027"/>
                        <a:pt x="37" y="979"/>
                        <a:pt x="37" y="878"/>
                      </a:cubicBezTo>
                      <a:lnTo>
                        <a:pt x="37" y="708"/>
                      </a:lnTo>
                      <a:lnTo>
                        <a:pt x="37" y="522"/>
                      </a:lnTo>
                      <a:lnTo>
                        <a:pt x="37" y="320"/>
                      </a:lnTo>
                      <a:lnTo>
                        <a:pt x="37" y="154"/>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1"/>
                <p:cNvSpPr/>
                <p:nvPr/>
              </p:nvSpPr>
              <p:spPr>
                <a:xfrm>
                  <a:off x="3349068" y="1703221"/>
                  <a:ext cx="3774" cy="105285"/>
                </a:xfrm>
                <a:custGeom>
                  <a:rect b="b" l="l" r="r" t="t"/>
                  <a:pathLst>
                    <a:path extrusionOk="0" h="1060" w="38">
                      <a:moveTo>
                        <a:pt x="17" y="1"/>
                      </a:moveTo>
                      <a:cubicBezTo>
                        <a:pt x="17" y="1"/>
                        <a:pt x="1" y="235"/>
                        <a:pt x="1" y="538"/>
                      </a:cubicBezTo>
                      <a:cubicBezTo>
                        <a:pt x="1" y="825"/>
                        <a:pt x="17" y="1059"/>
                        <a:pt x="17" y="1059"/>
                      </a:cubicBezTo>
                      <a:cubicBezTo>
                        <a:pt x="17" y="1059"/>
                        <a:pt x="37" y="825"/>
                        <a:pt x="37" y="538"/>
                      </a:cubicBezTo>
                      <a:cubicBezTo>
                        <a:pt x="37" y="23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1"/>
                <p:cNvSpPr/>
                <p:nvPr/>
              </p:nvSpPr>
              <p:spPr>
                <a:xfrm>
                  <a:off x="3354333" y="1701632"/>
                  <a:ext cx="20163" cy="3278"/>
                </a:xfrm>
                <a:custGeom>
                  <a:rect b="b" l="l" r="r" t="t"/>
                  <a:pathLst>
                    <a:path extrusionOk="0" h="33" w="203">
                      <a:moveTo>
                        <a:pt x="85" y="1"/>
                      </a:moveTo>
                      <a:cubicBezTo>
                        <a:pt x="49" y="1"/>
                        <a:pt x="16" y="1"/>
                        <a:pt x="0" y="17"/>
                      </a:cubicBezTo>
                      <a:cubicBezTo>
                        <a:pt x="16" y="33"/>
                        <a:pt x="49" y="33"/>
                        <a:pt x="85" y="33"/>
                      </a:cubicBezTo>
                      <a:lnTo>
                        <a:pt x="202" y="33"/>
                      </a:lnTo>
                      <a:cubicBezTo>
                        <a:pt x="202" y="33"/>
                        <a:pt x="186" y="17"/>
                        <a:pt x="166" y="17"/>
                      </a:cubicBezTo>
                      <a:cubicBezTo>
                        <a:pt x="150" y="1"/>
                        <a:pt x="117"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3374396" y="1704810"/>
                  <a:ext cx="3278" cy="102106"/>
                </a:xfrm>
                <a:custGeom>
                  <a:rect b="b" l="l" r="r" t="t"/>
                  <a:pathLst>
                    <a:path extrusionOk="0" h="1028" w="33">
                      <a:moveTo>
                        <a:pt x="33" y="1"/>
                      </a:moveTo>
                      <a:cubicBezTo>
                        <a:pt x="33" y="1"/>
                        <a:pt x="16" y="53"/>
                        <a:pt x="16" y="154"/>
                      </a:cubicBezTo>
                      <a:lnTo>
                        <a:pt x="16" y="320"/>
                      </a:lnTo>
                      <a:cubicBezTo>
                        <a:pt x="0" y="373"/>
                        <a:pt x="0" y="437"/>
                        <a:pt x="0" y="522"/>
                      </a:cubicBezTo>
                      <a:lnTo>
                        <a:pt x="0" y="708"/>
                      </a:lnTo>
                      <a:cubicBezTo>
                        <a:pt x="0" y="777"/>
                        <a:pt x="0" y="825"/>
                        <a:pt x="16" y="878"/>
                      </a:cubicBezTo>
                      <a:lnTo>
                        <a:pt x="16" y="1027"/>
                      </a:lnTo>
                      <a:cubicBezTo>
                        <a:pt x="16" y="1027"/>
                        <a:pt x="16" y="979"/>
                        <a:pt x="33" y="878"/>
                      </a:cubicBezTo>
                      <a:lnTo>
                        <a:pt x="33" y="708"/>
                      </a:lnTo>
                      <a:lnTo>
                        <a:pt x="33" y="522"/>
                      </a:lnTo>
                      <a:lnTo>
                        <a:pt x="33" y="320"/>
                      </a:lnTo>
                      <a:lnTo>
                        <a:pt x="33" y="154"/>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1"/>
                <p:cNvSpPr/>
                <p:nvPr/>
              </p:nvSpPr>
              <p:spPr>
                <a:xfrm>
                  <a:off x="3394460" y="1703221"/>
                  <a:ext cx="3278" cy="105285"/>
                </a:xfrm>
                <a:custGeom>
                  <a:rect b="b" l="l" r="r" t="t"/>
                  <a:pathLst>
                    <a:path extrusionOk="0" h="1060" w="33">
                      <a:moveTo>
                        <a:pt x="0" y="1"/>
                      </a:moveTo>
                      <a:lnTo>
                        <a:pt x="0" y="538"/>
                      </a:lnTo>
                      <a:cubicBezTo>
                        <a:pt x="0" y="825"/>
                        <a:pt x="16" y="1059"/>
                        <a:pt x="16" y="1059"/>
                      </a:cubicBezTo>
                      <a:cubicBezTo>
                        <a:pt x="16" y="1059"/>
                        <a:pt x="33" y="825"/>
                        <a:pt x="33" y="538"/>
                      </a:cubicBezTo>
                      <a:cubicBezTo>
                        <a:pt x="33" y="235"/>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1"/>
                <p:cNvSpPr/>
                <p:nvPr/>
              </p:nvSpPr>
              <p:spPr>
                <a:xfrm>
                  <a:off x="3397638" y="1701632"/>
                  <a:ext cx="21752" cy="3278"/>
                </a:xfrm>
                <a:custGeom>
                  <a:rect b="b" l="l" r="r" t="t"/>
                  <a:pathLst>
                    <a:path extrusionOk="0" h="33" w="219">
                      <a:moveTo>
                        <a:pt x="102" y="1"/>
                      </a:moveTo>
                      <a:cubicBezTo>
                        <a:pt x="69" y="1"/>
                        <a:pt x="33" y="1"/>
                        <a:pt x="17" y="17"/>
                      </a:cubicBezTo>
                      <a:lnTo>
                        <a:pt x="1" y="17"/>
                      </a:lnTo>
                      <a:cubicBezTo>
                        <a:pt x="33" y="33"/>
                        <a:pt x="69" y="33"/>
                        <a:pt x="102" y="33"/>
                      </a:cubicBezTo>
                      <a:lnTo>
                        <a:pt x="219" y="33"/>
                      </a:lnTo>
                      <a:cubicBezTo>
                        <a:pt x="219" y="33"/>
                        <a:pt x="203" y="17"/>
                        <a:pt x="186" y="17"/>
                      </a:cubicBezTo>
                      <a:cubicBezTo>
                        <a:pt x="154" y="1"/>
                        <a:pt x="134" y="1"/>
                        <a:pt x="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3419291" y="1704810"/>
                  <a:ext cx="3774" cy="102106"/>
                </a:xfrm>
                <a:custGeom>
                  <a:rect b="b" l="l" r="r" t="t"/>
                  <a:pathLst>
                    <a:path extrusionOk="0" h="1028" w="38">
                      <a:moveTo>
                        <a:pt x="17" y="1"/>
                      </a:moveTo>
                      <a:lnTo>
                        <a:pt x="17" y="154"/>
                      </a:lnTo>
                      <a:cubicBezTo>
                        <a:pt x="17" y="203"/>
                        <a:pt x="17" y="255"/>
                        <a:pt x="1" y="320"/>
                      </a:cubicBezTo>
                      <a:lnTo>
                        <a:pt x="1" y="522"/>
                      </a:lnTo>
                      <a:lnTo>
                        <a:pt x="1" y="708"/>
                      </a:lnTo>
                      <a:lnTo>
                        <a:pt x="1" y="878"/>
                      </a:lnTo>
                      <a:cubicBezTo>
                        <a:pt x="17" y="979"/>
                        <a:pt x="17" y="1027"/>
                        <a:pt x="17" y="1027"/>
                      </a:cubicBezTo>
                      <a:lnTo>
                        <a:pt x="17" y="878"/>
                      </a:lnTo>
                      <a:cubicBezTo>
                        <a:pt x="17" y="825"/>
                        <a:pt x="37" y="777"/>
                        <a:pt x="37" y="708"/>
                      </a:cubicBezTo>
                      <a:lnTo>
                        <a:pt x="37" y="522"/>
                      </a:lnTo>
                      <a:lnTo>
                        <a:pt x="37" y="320"/>
                      </a:lnTo>
                      <a:lnTo>
                        <a:pt x="37" y="154"/>
                      </a:lnTo>
                      <a:cubicBezTo>
                        <a:pt x="37" y="53"/>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3437766" y="1703221"/>
                  <a:ext cx="5364" cy="105285"/>
                </a:xfrm>
                <a:custGeom>
                  <a:rect b="b" l="l" r="r" t="t"/>
                  <a:pathLst>
                    <a:path extrusionOk="0" h="1060" w="54">
                      <a:moveTo>
                        <a:pt x="17" y="1"/>
                      </a:moveTo>
                      <a:cubicBezTo>
                        <a:pt x="17" y="1"/>
                        <a:pt x="1" y="235"/>
                        <a:pt x="17" y="538"/>
                      </a:cubicBezTo>
                      <a:cubicBezTo>
                        <a:pt x="17" y="825"/>
                        <a:pt x="33" y="1059"/>
                        <a:pt x="33" y="1059"/>
                      </a:cubicBezTo>
                      <a:cubicBezTo>
                        <a:pt x="33" y="1059"/>
                        <a:pt x="53" y="825"/>
                        <a:pt x="53" y="538"/>
                      </a:cubicBezTo>
                      <a:cubicBezTo>
                        <a:pt x="33" y="23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3443030" y="1701632"/>
                  <a:ext cx="21752" cy="3278"/>
                </a:xfrm>
                <a:custGeom>
                  <a:rect b="b" l="l" r="r" t="t"/>
                  <a:pathLst>
                    <a:path extrusionOk="0" h="33" w="219">
                      <a:moveTo>
                        <a:pt x="81" y="1"/>
                      </a:moveTo>
                      <a:cubicBezTo>
                        <a:pt x="49" y="1"/>
                        <a:pt x="32" y="1"/>
                        <a:pt x="0" y="17"/>
                      </a:cubicBezTo>
                      <a:cubicBezTo>
                        <a:pt x="32" y="33"/>
                        <a:pt x="49" y="33"/>
                        <a:pt x="81" y="33"/>
                      </a:cubicBezTo>
                      <a:lnTo>
                        <a:pt x="218" y="33"/>
                      </a:lnTo>
                      <a:cubicBezTo>
                        <a:pt x="218" y="33"/>
                        <a:pt x="202" y="17"/>
                        <a:pt x="182" y="17"/>
                      </a:cubicBezTo>
                      <a:cubicBezTo>
                        <a:pt x="150" y="1"/>
                        <a:pt x="117" y="1"/>
                        <a:pt x="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1"/>
                <p:cNvSpPr/>
                <p:nvPr/>
              </p:nvSpPr>
              <p:spPr>
                <a:xfrm>
                  <a:off x="3464683" y="1704810"/>
                  <a:ext cx="3278" cy="102106"/>
                </a:xfrm>
                <a:custGeom>
                  <a:rect b="b" l="l" r="r" t="t"/>
                  <a:pathLst>
                    <a:path extrusionOk="0" h="1028" w="33">
                      <a:moveTo>
                        <a:pt x="16" y="1"/>
                      </a:moveTo>
                      <a:lnTo>
                        <a:pt x="16" y="154"/>
                      </a:lnTo>
                      <a:cubicBezTo>
                        <a:pt x="16" y="203"/>
                        <a:pt x="0" y="255"/>
                        <a:pt x="0" y="320"/>
                      </a:cubicBezTo>
                      <a:lnTo>
                        <a:pt x="0" y="522"/>
                      </a:lnTo>
                      <a:lnTo>
                        <a:pt x="0" y="708"/>
                      </a:lnTo>
                      <a:lnTo>
                        <a:pt x="0" y="878"/>
                      </a:lnTo>
                      <a:cubicBezTo>
                        <a:pt x="16" y="979"/>
                        <a:pt x="16" y="1027"/>
                        <a:pt x="16" y="1027"/>
                      </a:cubicBezTo>
                      <a:lnTo>
                        <a:pt x="16" y="878"/>
                      </a:lnTo>
                      <a:lnTo>
                        <a:pt x="16" y="708"/>
                      </a:lnTo>
                      <a:cubicBezTo>
                        <a:pt x="16" y="659"/>
                        <a:pt x="33" y="591"/>
                        <a:pt x="33" y="522"/>
                      </a:cubicBezTo>
                      <a:lnTo>
                        <a:pt x="33" y="320"/>
                      </a:lnTo>
                      <a:lnTo>
                        <a:pt x="33" y="154"/>
                      </a:lnTo>
                      <a:cubicBezTo>
                        <a:pt x="16" y="53"/>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1"/>
                <p:cNvSpPr/>
                <p:nvPr/>
              </p:nvSpPr>
              <p:spPr>
                <a:xfrm>
                  <a:off x="3483157" y="1703221"/>
                  <a:ext cx="4867" cy="105285"/>
                </a:xfrm>
                <a:custGeom>
                  <a:rect b="b" l="l" r="r" t="t"/>
                  <a:pathLst>
                    <a:path extrusionOk="0" h="1060" w="49">
                      <a:moveTo>
                        <a:pt x="16" y="1"/>
                      </a:moveTo>
                      <a:cubicBezTo>
                        <a:pt x="16" y="1"/>
                        <a:pt x="0" y="235"/>
                        <a:pt x="0" y="538"/>
                      </a:cubicBezTo>
                      <a:cubicBezTo>
                        <a:pt x="16" y="825"/>
                        <a:pt x="32" y="1059"/>
                        <a:pt x="32" y="1059"/>
                      </a:cubicBezTo>
                      <a:cubicBezTo>
                        <a:pt x="32" y="1059"/>
                        <a:pt x="49" y="825"/>
                        <a:pt x="32" y="538"/>
                      </a:cubicBezTo>
                      <a:cubicBezTo>
                        <a:pt x="32" y="235"/>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3487925" y="1701632"/>
                  <a:ext cx="20163" cy="3278"/>
                </a:xfrm>
                <a:custGeom>
                  <a:rect b="b" l="l" r="r" t="t"/>
                  <a:pathLst>
                    <a:path extrusionOk="0" h="33" w="203">
                      <a:moveTo>
                        <a:pt x="85" y="1"/>
                      </a:moveTo>
                      <a:cubicBezTo>
                        <a:pt x="53" y="1"/>
                        <a:pt x="17" y="1"/>
                        <a:pt x="1" y="17"/>
                      </a:cubicBezTo>
                      <a:cubicBezTo>
                        <a:pt x="17" y="33"/>
                        <a:pt x="53" y="33"/>
                        <a:pt x="85" y="33"/>
                      </a:cubicBezTo>
                      <a:lnTo>
                        <a:pt x="202" y="33"/>
                      </a:lnTo>
                      <a:cubicBezTo>
                        <a:pt x="202" y="33"/>
                        <a:pt x="202" y="17"/>
                        <a:pt x="170" y="17"/>
                      </a:cubicBezTo>
                      <a:cubicBezTo>
                        <a:pt x="154" y="1"/>
                        <a:pt x="118"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3509578" y="1720106"/>
                  <a:ext cx="3675" cy="86810"/>
                </a:xfrm>
                <a:custGeom>
                  <a:rect b="b" l="l" r="r" t="t"/>
                  <a:pathLst>
                    <a:path extrusionOk="0" h="874" w="37">
                      <a:moveTo>
                        <a:pt x="17" y="0"/>
                      </a:moveTo>
                      <a:cubicBezTo>
                        <a:pt x="1" y="49"/>
                        <a:pt x="1" y="101"/>
                        <a:pt x="1" y="166"/>
                      </a:cubicBezTo>
                      <a:lnTo>
                        <a:pt x="1" y="368"/>
                      </a:lnTo>
                      <a:lnTo>
                        <a:pt x="1" y="554"/>
                      </a:lnTo>
                      <a:lnTo>
                        <a:pt x="1" y="724"/>
                      </a:lnTo>
                      <a:cubicBezTo>
                        <a:pt x="1" y="825"/>
                        <a:pt x="17" y="873"/>
                        <a:pt x="17" y="873"/>
                      </a:cubicBezTo>
                      <a:lnTo>
                        <a:pt x="17" y="724"/>
                      </a:lnTo>
                      <a:lnTo>
                        <a:pt x="17" y="554"/>
                      </a:lnTo>
                      <a:cubicBezTo>
                        <a:pt x="17" y="505"/>
                        <a:pt x="17" y="437"/>
                        <a:pt x="37" y="368"/>
                      </a:cubicBezTo>
                      <a:lnTo>
                        <a:pt x="37" y="166"/>
                      </a:lnTo>
                      <a:cubicBezTo>
                        <a:pt x="37" y="101"/>
                        <a:pt x="37" y="49"/>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3528052" y="1703221"/>
                  <a:ext cx="3278" cy="105285"/>
                </a:xfrm>
                <a:custGeom>
                  <a:rect b="b" l="l" r="r" t="t"/>
                  <a:pathLst>
                    <a:path extrusionOk="0" h="1060" w="33">
                      <a:moveTo>
                        <a:pt x="17" y="1"/>
                      </a:moveTo>
                      <a:cubicBezTo>
                        <a:pt x="17" y="1"/>
                        <a:pt x="0" y="235"/>
                        <a:pt x="0" y="538"/>
                      </a:cubicBezTo>
                      <a:cubicBezTo>
                        <a:pt x="17" y="825"/>
                        <a:pt x="33" y="1059"/>
                        <a:pt x="33" y="1059"/>
                      </a:cubicBezTo>
                      <a:lnTo>
                        <a:pt x="33" y="538"/>
                      </a:lnTo>
                      <a:cubicBezTo>
                        <a:pt x="33" y="23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1"/>
                <p:cNvSpPr/>
                <p:nvPr/>
              </p:nvSpPr>
              <p:spPr>
                <a:xfrm>
                  <a:off x="3533217" y="1701632"/>
                  <a:ext cx="20163" cy="3278"/>
                </a:xfrm>
                <a:custGeom>
                  <a:rect b="b" l="l" r="r" t="t"/>
                  <a:pathLst>
                    <a:path extrusionOk="0" h="33" w="203">
                      <a:moveTo>
                        <a:pt x="82" y="1"/>
                      </a:moveTo>
                      <a:cubicBezTo>
                        <a:pt x="49" y="1"/>
                        <a:pt x="17" y="1"/>
                        <a:pt x="1" y="17"/>
                      </a:cubicBezTo>
                      <a:cubicBezTo>
                        <a:pt x="17" y="33"/>
                        <a:pt x="49" y="33"/>
                        <a:pt x="82" y="33"/>
                      </a:cubicBezTo>
                      <a:lnTo>
                        <a:pt x="203" y="33"/>
                      </a:lnTo>
                      <a:cubicBezTo>
                        <a:pt x="203" y="33"/>
                        <a:pt x="203" y="17"/>
                        <a:pt x="167" y="17"/>
                      </a:cubicBezTo>
                      <a:cubicBezTo>
                        <a:pt x="150" y="1"/>
                        <a:pt x="118" y="1"/>
                        <a:pt x="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1"/>
                <p:cNvSpPr/>
                <p:nvPr/>
              </p:nvSpPr>
              <p:spPr>
                <a:xfrm>
                  <a:off x="3553281" y="1704810"/>
                  <a:ext cx="4966" cy="102106"/>
                </a:xfrm>
                <a:custGeom>
                  <a:rect b="b" l="l" r="r" t="t"/>
                  <a:pathLst>
                    <a:path extrusionOk="0" h="1028" w="50">
                      <a:moveTo>
                        <a:pt x="33" y="1"/>
                      </a:moveTo>
                      <a:cubicBezTo>
                        <a:pt x="33" y="1"/>
                        <a:pt x="33" y="53"/>
                        <a:pt x="17" y="154"/>
                      </a:cubicBezTo>
                      <a:lnTo>
                        <a:pt x="17" y="320"/>
                      </a:lnTo>
                      <a:cubicBezTo>
                        <a:pt x="17" y="373"/>
                        <a:pt x="17" y="437"/>
                        <a:pt x="1" y="522"/>
                      </a:cubicBezTo>
                      <a:lnTo>
                        <a:pt x="1" y="708"/>
                      </a:lnTo>
                      <a:cubicBezTo>
                        <a:pt x="17" y="777"/>
                        <a:pt x="17" y="825"/>
                        <a:pt x="17" y="878"/>
                      </a:cubicBezTo>
                      <a:cubicBezTo>
                        <a:pt x="17" y="979"/>
                        <a:pt x="33" y="1027"/>
                        <a:pt x="33" y="1027"/>
                      </a:cubicBezTo>
                      <a:lnTo>
                        <a:pt x="33" y="878"/>
                      </a:lnTo>
                      <a:lnTo>
                        <a:pt x="33" y="708"/>
                      </a:lnTo>
                      <a:lnTo>
                        <a:pt x="33" y="522"/>
                      </a:lnTo>
                      <a:cubicBezTo>
                        <a:pt x="33" y="437"/>
                        <a:pt x="49" y="373"/>
                        <a:pt x="49" y="320"/>
                      </a:cubicBezTo>
                      <a:cubicBezTo>
                        <a:pt x="49" y="255"/>
                        <a:pt x="33" y="203"/>
                        <a:pt x="33" y="154"/>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3573344" y="1703221"/>
                  <a:ext cx="3377" cy="173819"/>
                </a:xfrm>
                <a:custGeom>
                  <a:rect b="b" l="l" r="r" t="t"/>
                  <a:pathLst>
                    <a:path extrusionOk="0" h="1750" w="34">
                      <a:moveTo>
                        <a:pt x="17" y="1"/>
                      </a:moveTo>
                      <a:cubicBezTo>
                        <a:pt x="17" y="1"/>
                        <a:pt x="1" y="405"/>
                        <a:pt x="1" y="877"/>
                      </a:cubicBezTo>
                      <a:cubicBezTo>
                        <a:pt x="1" y="1362"/>
                        <a:pt x="33" y="1750"/>
                        <a:pt x="33" y="1750"/>
                      </a:cubicBezTo>
                      <a:lnTo>
                        <a:pt x="33" y="877"/>
                      </a:lnTo>
                      <a:cubicBezTo>
                        <a:pt x="33" y="40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3573344" y="1886972"/>
                  <a:ext cx="3377" cy="45491"/>
                </a:xfrm>
                <a:custGeom>
                  <a:rect b="b" l="l" r="r" t="t"/>
                  <a:pathLst>
                    <a:path extrusionOk="0" h="458" w="34">
                      <a:moveTo>
                        <a:pt x="17" y="1"/>
                      </a:moveTo>
                      <a:cubicBezTo>
                        <a:pt x="17" y="1"/>
                        <a:pt x="1" y="102"/>
                        <a:pt x="1" y="219"/>
                      </a:cubicBezTo>
                      <a:cubicBezTo>
                        <a:pt x="1" y="356"/>
                        <a:pt x="33" y="457"/>
                        <a:pt x="33" y="457"/>
                      </a:cubicBezTo>
                      <a:lnTo>
                        <a:pt x="33" y="219"/>
                      </a:lnTo>
                      <a:cubicBezTo>
                        <a:pt x="33" y="102"/>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3576622" y="1930775"/>
                  <a:ext cx="26917" cy="3278"/>
                </a:xfrm>
                <a:custGeom>
                  <a:rect b="b" l="l" r="r" t="t"/>
                  <a:pathLst>
                    <a:path extrusionOk="0" h="33" w="271">
                      <a:moveTo>
                        <a:pt x="134" y="0"/>
                      </a:moveTo>
                      <a:cubicBezTo>
                        <a:pt x="69" y="0"/>
                        <a:pt x="0" y="16"/>
                        <a:pt x="0" y="16"/>
                      </a:cubicBezTo>
                      <a:cubicBezTo>
                        <a:pt x="0" y="16"/>
                        <a:pt x="69" y="33"/>
                        <a:pt x="134" y="33"/>
                      </a:cubicBezTo>
                      <a:cubicBezTo>
                        <a:pt x="170" y="33"/>
                        <a:pt x="202" y="16"/>
                        <a:pt x="235" y="16"/>
                      </a:cubicBezTo>
                      <a:cubicBezTo>
                        <a:pt x="251" y="16"/>
                        <a:pt x="271"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3576622" y="1875351"/>
                  <a:ext cx="26917" cy="3377"/>
                </a:xfrm>
                <a:custGeom>
                  <a:rect b="b" l="l" r="r" t="t"/>
                  <a:pathLst>
                    <a:path extrusionOk="0" h="34" w="271">
                      <a:moveTo>
                        <a:pt x="134" y="1"/>
                      </a:moveTo>
                      <a:cubicBezTo>
                        <a:pt x="85" y="1"/>
                        <a:pt x="49" y="17"/>
                        <a:pt x="33" y="17"/>
                      </a:cubicBezTo>
                      <a:lnTo>
                        <a:pt x="0" y="17"/>
                      </a:lnTo>
                      <a:cubicBezTo>
                        <a:pt x="0" y="17"/>
                        <a:pt x="16" y="17"/>
                        <a:pt x="33" y="33"/>
                      </a:cubicBezTo>
                      <a:lnTo>
                        <a:pt x="235" y="33"/>
                      </a:lnTo>
                      <a:cubicBezTo>
                        <a:pt x="251" y="17"/>
                        <a:pt x="271" y="17"/>
                        <a:pt x="271" y="17"/>
                      </a:cubicBezTo>
                      <a:lnTo>
                        <a:pt x="235" y="17"/>
                      </a:lnTo>
                      <a:cubicBezTo>
                        <a:pt x="202" y="1"/>
                        <a:pt x="170"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3578211" y="1701632"/>
                  <a:ext cx="20163" cy="3278"/>
                </a:xfrm>
                <a:custGeom>
                  <a:rect b="b" l="l" r="r" t="t"/>
                  <a:pathLst>
                    <a:path extrusionOk="0" h="33" w="203">
                      <a:moveTo>
                        <a:pt x="85" y="1"/>
                      </a:moveTo>
                      <a:cubicBezTo>
                        <a:pt x="53" y="1"/>
                        <a:pt x="17" y="1"/>
                        <a:pt x="0" y="17"/>
                      </a:cubicBezTo>
                      <a:cubicBezTo>
                        <a:pt x="17" y="33"/>
                        <a:pt x="53" y="33"/>
                        <a:pt x="85" y="33"/>
                      </a:cubicBezTo>
                      <a:lnTo>
                        <a:pt x="202" y="33"/>
                      </a:lnTo>
                      <a:cubicBezTo>
                        <a:pt x="202" y="33"/>
                        <a:pt x="186" y="17"/>
                        <a:pt x="170" y="17"/>
                      </a:cubicBezTo>
                      <a:cubicBezTo>
                        <a:pt x="154" y="1"/>
                        <a:pt x="118"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3598275" y="1704810"/>
                  <a:ext cx="3278" cy="170640"/>
                </a:xfrm>
                <a:custGeom>
                  <a:rect b="b" l="l" r="r" t="t"/>
                  <a:pathLst>
                    <a:path extrusionOk="0" h="1718" w="33">
                      <a:moveTo>
                        <a:pt x="33" y="1"/>
                      </a:moveTo>
                      <a:cubicBezTo>
                        <a:pt x="33" y="1"/>
                        <a:pt x="17" y="389"/>
                        <a:pt x="0" y="861"/>
                      </a:cubicBezTo>
                      <a:cubicBezTo>
                        <a:pt x="0" y="1330"/>
                        <a:pt x="17" y="1718"/>
                        <a:pt x="17" y="1718"/>
                      </a:cubicBezTo>
                      <a:cubicBezTo>
                        <a:pt x="17" y="1718"/>
                        <a:pt x="33" y="1330"/>
                        <a:pt x="33" y="861"/>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1"/>
                <p:cNvSpPr/>
                <p:nvPr/>
              </p:nvSpPr>
              <p:spPr>
                <a:xfrm>
                  <a:off x="3573344" y="1885383"/>
                  <a:ext cx="28208" cy="3377"/>
                </a:xfrm>
                <a:custGeom>
                  <a:rect b="b" l="l" r="r" t="t"/>
                  <a:pathLst>
                    <a:path extrusionOk="0" h="34" w="284">
                      <a:moveTo>
                        <a:pt x="150" y="1"/>
                      </a:moveTo>
                      <a:cubicBezTo>
                        <a:pt x="66" y="1"/>
                        <a:pt x="1" y="17"/>
                        <a:pt x="1" y="17"/>
                      </a:cubicBezTo>
                      <a:cubicBezTo>
                        <a:pt x="1" y="17"/>
                        <a:pt x="66" y="33"/>
                        <a:pt x="150" y="33"/>
                      </a:cubicBezTo>
                      <a:lnTo>
                        <a:pt x="284" y="33"/>
                      </a:lnTo>
                      <a:cubicBezTo>
                        <a:pt x="284" y="33"/>
                        <a:pt x="268" y="17"/>
                        <a:pt x="235" y="17"/>
                      </a:cubicBezTo>
                      <a:cubicBezTo>
                        <a:pt x="219" y="1"/>
                        <a:pt x="183"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1"/>
                <p:cNvSpPr/>
                <p:nvPr/>
              </p:nvSpPr>
              <p:spPr>
                <a:xfrm>
                  <a:off x="3596686" y="1886972"/>
                  <a:ext cx="4867" cy="45491"/>
                </a:xfrm>
                <a:custGeom>
                  <a:rect b="b" l="l" r="r" t="t"/>
                  <a:pathLst>
                    <a:path extrusionOk="0" h="458" w="49">
                      <a:moveTo>
                        <a:pt x="33" y="1"/>
                      </a:moveTo>
                      <a:cubicBezTo>
                        <a:pt x="33" y="1"/>
                        <a:pt x="33" y="37"/>
                        <a:pt x="16" y="70"/>
                      </a:cubicBezTo>
                      <a:cubicBezTo>
                        <a:pt x="16" y="118"/>
                        <a:pt x="16" y="171"/>
                        <a:pt x="0" y="239"/>
                      </a:cubicBezTo>
                      <a:cubicBezTo>
                        <a:pt x="0" y="304"/>
                        <a:pt x="16" y="356"/>
                        <a:pt x="16" y="405"/>
                      </a:cubicBezTo>
                      <a:cubicBezTo>
                        <a:pt x="33" y="421"/>
                        <a:pt x="33" y="441"/>
                        <a:pt x="33" y="441"/>
                      </a:cubicBezTo>
                      <a:lnTo>
                        <a:pt x="49" y="457"/>
                      </a:lnTo>
                      <a:lnTo>
                        <a:pt x="49" y="441"/>
                      </a:lnTo>
                      <a:cubicBezTo>
                        <a:pt x="49" y="441"/>
                        <a:pt x="33" y="421"/>
                        <a:pt x="33" y="389"/>
                      </a:cubicBezTo>
                      <a:lnTo>
                        <a:pt x="33" y="239"/>
                      </a:lnTo>
                      <a:cubicBezTo>
                        <a:pt x="49" y="171"/>
                        <a:pt x="33" y="118"/>
                        <a:pt x="33" y="70"/>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3618339" y="1703221"/>
                  <a:ext cx="3278" cy="173819"/>
                </a:xfrm>
                <a:custGeom>
                  <a:rect b="b" l="l" r="r" t="t"/>
                  <a:pathLst>
                    <a:path extrusionOk="0" h="1750" w="33">
                      <a:moveTo>
                        <a:pt x="17" y="1"/>
                      </a:moveTo>
                      <a:cubicBezTo>
                        <a:pt x="17" y="1"/>
                        <a:pt x="0" y="405"/>
                        <a:pt x="0" y="877"/>
                      </a:cubicBezTo>
                      <a:cubicBezTo>
                        <a:pt x="0" y="1362"/>
                        <a:pt x="17" y="1750"/>
                        <a:pt x="17" y="1750"/>
                      </a:cubicBezTo>
                      <a:cubicBezTo>
                        <a:pt x="17" y="1750"/>
                        <a:pt x="33" y="1362"/>
                        <a:pt x="33" y="877"/>
                      </a:cubicBezTo>
                      <a:cubicBezTo>
                        <a:pt x="33" y="405"/>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1"/>
                <p:cNvSpPr/>
                <p:nvPr/>
              </p:nvSpPr>
              <p:spPr>
                <a:xfrm>
                  <a:off x="3618339" y="1886972"/>
                  <a:ext cx="3278" cy="45491"/>
                </a:xfrm>
                <a:custGeom>
                  <a:rect b="b" l="l" r="r" t="t"/>
                  <a:pathLst>
                    <a:path extrusionOk="0" h="458" w="33">
                      <a:moveTo>
                        <a:pt x="17" y="1"/>
                      </a:moveTo>
                      <a:cubicBezTo>
                        <a:pt x="17" y="1"/>
                        <a:pt x="0" y="102"/>
                        <a:pt x="0" y="219"/>
                      </a:cubicBezTo>
                      <a:cubicBezTo>
                        <a:pt x="0" y="356"/>
                        <a:pt x="17" y="457"/>
                        <a:pt x="17" y="457"/>
                      </a:cubicBezTo>
                      <a:cubicBezTo>
                        <a:pt x="17" y="457"/>
                        <a:pt x="33" y="356"/>
                        <a:pt x="33" y="219"/>
                      </a:cubicBezTo>
                      <a:cubicBezTo>
                        <a:pt x="33" y="102"/>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1"/>
                <p:cNvSpPr/>
                <p:nvPr/>
              </p:nvSpPr>
              <p:spPr>
                <a:xfrm>
                  <a:off x="3621517" y="1930775"/>
                  <a:ext cx="27016" cy="3278"/>
                </a:xfrm>
                <a:custGeom>
                  <a:rect b="b" l="l" r="r" t="t"/>
                  <a:pathLst>
                    <a:path extrusionOk="0" h="33" w="272">
                      <a:moveTo>
                        <a:pt x="138" y="0"/>
                      </a:moveTo>
                      <a:cubicBezTo>
                        <a:pt x="69" y="0"/>
                        <a:pt x="1" y="16"/>
                        <a:pt x="1" y="16"/>
                      </a:cubicBezTo>
                      <a:cubicBezTo>
                        <a:pt x="1" y="16"/>
                        <a:pt x="69" y="33"/>
                        <a:pt x="138" y="33"/>
                      </a:cubicBezTo>
                      <a:cubicBezTo>
                        <a:pt x="170" y="33"/>
                        <a:pt x="203" y="16"/>
                        <a:pt x="239" y="16"/>
                      </a:cubicBezTo>
                      <a:cubicBezTo>
                        <a:pt x="255" y="16"/>
                        <a:pt x="271"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1"/>
                <p:cNvSpPr/>
                <p:nvPr/>
              </p:nvSpPr>
              <p:spPr>
                <a:xfrm>
                  <a:off x="3621517" y="1875351"/>
                  <a:ext cx="27016" cy="3377"/>
                </a:xfrm>
                <a:custGeom>
                  <a:rect b="b" l="l" r="r" t="t"/>
                  <a:pathLst>
                    <a:path extrusionOk="0" h="34" w="272">
                      <a:moveTo>
                        <a:pt x="138" y="1"/>
                      </a:moveTo>
                      <a:cubicBezTo>
                        <a:pt x="86" y="1"/>
                        <a:pt x="53" y="17"/>
                        <a:pt x="37" y="17"/>
                      </a:cubicBezTo>
                      <a:lnTo>
                        <a:pt x="1" y="17"/>
                      </a:lnTo>
                      <a:cubicBezTo>
                        <a:pt x="1" y="17"/>
                        <a:pt x="21" y="17"/>
                        <a:pt x="21" y="33"/>
                      </a:cubicBezTo>
                      <a:lnTo>
                        <a:pt x="239" y="33"/>
                      </a:lnTo>
                      <a:cubicBezTo>
                        <a:pt x="255" y="17"/>
                        <a:pt x="271" y="17"/>
                        <a:pt x="271" y="17"/>
                      </a:cubicBezTo>
                      <a:lnTo>
                        <a:pt x="239" y="17"/>
                      </a:lnTo>
                      <a:cubicBezTo>
                        <a:pt x="203" y="1"/>
                        <a:pt x="170"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3623503" y="1701632"/>
                  <a:ext cx="20163" cy="3278"/>
                </a:xfrm>
                <a:custGeom>
                  <a:rect b="b" l="l" r="r" t="t"/>
                  <a:pathLst>
                    <a:path extrusionOk="0" h="33" w="203">
                      <a:moveTo>
                        <a:pt x="82" y="1"/>
                      </a:moveTo>
                      <a:cubicBezTo>
                        <a:pt x="49" y="1"/>
                        <a:pt x="17" y="1"/>
                        <a:pt x="1" y="17"/>
                      </a:cubicBezTo>
                      <a:cubicBezTo>
                        <a:pt x="17" y="33"/>
                        <a:pt x="49" y="33"/>
                        <a:pt x="82" y="33"/>
                      </a:cubicBezTo>
                      <a:lnTo>
                        <a:pt x="203" y="33"/>
                      </a:lnTo>
                      <a:cubicBezTo>
                        <a:pt x="203" y="33"/>
                        <a:pt x="183" y="17"/>
                        <a:pt x="167" y="17"/>
                      </a:cubicBezTo>
                      <a:cubicBezTo>
                        <a:pt x="150" y="1"/>
                        <a:pt x="118" y="1"/>
                        <a:pt x="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3643567" y="1704810"/>
                  <a:ext cx="3377" cy="170640"/>
                </a:xfrm>
                <a:custGeom>
                  <a:rect b="b" l="l" r="r" t="t"/>
                  <a:pathLst>
                    <a:path extrusionOk="0" h="1718" w="34">
                      <a:moveTo>
                        <a:pt x="33" y="1"/>
                      </a:moveTo>
                      <a:cubicBezTo>
                        <a:pt x="33" y="1"/>
                        <a:pt x="1" y="389"/>
                        <a:pt x="1" y="861"/>
                      </a:cubicBezTo>
                      <a:cubicBezTo>
                        <a:pt x="1" y="1330"/>
                        <a:pt x="17" y="1718"/>
                        <a:pt x="17" y="1718"/>
                      </a:cubicBezTo>
                      <a:cubicBezTo>
                        <a:pt x="17" y="1718"/>
                        <a:pt x="33" y="1330"/>
                        <a:pt x="33" y="861"/>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3618339" y="1885383"/>
                  <a:ext cx="28606" cy="3377"/>
                </a:xfrm>
                <a:custGeom>
                  <a:rect b="b" l="l" r="r" t="t"/>
                  <a:pathLst>
                    <a:path extrusionOk="0" h="34" w="288">
                      <a:moveTo>
                        <a:pt x="134" y="1"/>
                      </a:moveTo>
                      <a:cubicBezTo>
                        <a:pt x="69" y="1"/>
                        <a:pt x="0" y="17"/>
                        <a:pt x="0" y="17"/>
                      </a:cubicBezTo>
                      <a:cubicBezTo>
                        <a:pt x="0" y="17"/>
                        <a:pt x="69" y="33"/>
                        <a:pt x="134" y="33"/>
                      </a:cubicBezTo>
                      <a:lnTo>
                        <a:pt x="287" y="33"/>
                      </a:lnTo>
                      <a:cubicBezTo>
                        <a:pt x="287" y="33"/>
                        <a:pt x="271" y="17"/>
                        <a:pt x="235" y="17"/>
                      </a:cubicBezTo>
                      <a:cubicBezTo>
                        <a:pt x="219" y="1"/>
                        <a:pt x="186"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1"/>
                <p:cNvSpPr/>
                <p:nvPr/>
              </p:nvSpPr>
              <p:spPr>
                <a:xfrm>
                  <a:off x="3641581" y="1886972"/>
                  <a:ext cx="5364" cy="45491"/>
                </a:xfrm>
                <a:custGeom>
                  <a:rect b="b" l="l" r="r" t="t"/>
                  <a:pathLst>
                    <a:path extrusionOk="0" h="458" w="54">
                      <a:moveTo>
                        <a:pt x="37" y="1"/>
                      </a:moveTo>
                      <a:cubicBezTo>
                        <a:pt x="37" y="1"/>
                        <a:pt x="37" y="37"/>
                        <a:pt x="21" y="70"/>
                      </a:cubicBezTo>
                      <a:cubicBezTo>
                        <a:pt x="21" y="118"/>
                        <a:pt x="1" y="171"/>
                        <a:pt x="1" y="239"/>
                      </a:cubicBezTo>
                      <a:cubicBezTo>
                        <a:pt x="1" y="304"/>
                        <a:pt x="21" y="356"/>
                        <a:pt x="21" y="405"/>
                      </a:cubicBezTo>
                      <a:cubicBezTo>
                        <a:pt x="37" y="421"/>
                        <a:pt x="37" y="441"/>
                        <a:pt x="37" y="441"/>
                      </a:cubicBezTo>
                      <a:cubicBezTo>
                        <a:pt x="37" y="457"/>
                        <a:pt x="53" y="457"/>
                        <a:pt x="53" y="457"/>
                      </a:cubicBezTo>
                      <a:lnTo>
                        <a:pt x="53" y="441"/>
                      </a:lnTo>
                      <a:cubicBezTo>
                        <a:pt x="37" y="441"/>
                        <a:pt x="37" y="421"/>
                        <a:pt x="37" y="389"/>
                      </a:cubicBezTo>
                      <a:lnTo>
                        <a:pt x="37" y="239"/>
                      </a:lnTo>
                      <a:lnTo>
                        <a:pt x="37" y="70"/>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1"/>
                <p:cNvSpPr/>
                <p:nvPr/>
              </p:nvSpPr>
              <p:spPr>
                <a:xfrm>
                  <a:off x="3663631" y="1703221"/>
                  <a:ext cx="3377" cy="173819"/>
                </a:xfrm>
                <a:custGeom>
                  <a:rect b="b" l="l" r="r" t="t"/>
                  <a:pathLst>
                    <a:path extrusionOk="0" h="1750" w="34">
                      <a:moveTo>
                        <a:pt x="1" y="1"/>
                      </a:moveTo>
                      <a:lnTo>
                        <a:pt x="1" y="877"/>
                      </a:lnTo>
                      <a:cubicBezTo>
                        <a:pt x="1" y="1362"/>
                        <a:pt x="17" y="1750"/>
                        <a:pt x="17" y="1750"/>
                      </a:cubicBezTo>
                      <a:cubicBezTo>
                        <a:pt x="17" y="1750"/>
                        <a:pt x="33" y="1362"/>
                        <a:pt x="33" y="877"/>
                      </a:cubicBezTo>
                      <a:cubicBezTo>
                        <a:pt x="33" y="405"/>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1"/>
                <p:cNvSpPr/>
                <p:nvPr/>
              </p:nvSpPr>
              <p:spPr>
                <a:xfrm>
                  <a:off x="3663631" y="1886972"/>
                  <a:ext cx="3377" cy="45491"/>
                </a:xfrm>
                <a:custGeom>
                  <a:rect b="b" l="l" r="r" t="t"/>
                  <a:pathLst>
                    <a:path extrusionOk="0" h="458" w="34">
                      <a:moveTo>
                        <a:pt x="17" y="1"/>
                      </a:moveTo>
                      <a:cubicBezTo>
                        <a:pt x="17" y="1"/>
                        <a:pt x="1" y="102"/>
                        <a:pt x="1" y="219"/>
                      </a:cubicBezTo>
                      <a:cubicBezTo>
                        <a:pt x="1" y="356"/>
                        <a:pt x="17" y="457"/>
                        <a:pt x="17" y="457"/>
                      </a:cubicBezTo>
                      <a:cubicBezTo>
                        <a:pt x="17" y="457"/>
                        <a:pt x="33" y="356"/>
                        <a:pt x="33" y="219"/>
                      </a:cubicBezTo>
                      <a:cubicBezTo>
                        <a:pt x="33" y="102"/>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3666908" y="1930775"/>
                  <a:ext cx="26917" cy="3278"/>
                </a:xfrm>
                <a:custGeom>
                  <a:rect b="b" l="l" r="r" t="t"/>
                  <a:pathLst>
                    <a:path extrusionOk="0" h="33" w="271">
                      <a:moveTo>
                        <a:pt x="134" y="0"/>
                      </a:moveTo>
                      <a:cubicBezTo>
                        <a:pt x="69" y="0"/>
                        <a:pt x="0" y="16"/>
                        <a:pt x="0" y="16"/>
                      </a:cubicBezTo>
                      <a:cubicBezTo>
                        <a:pt x="0" y="16"/>
                        <a:pt x="69" y="33"/>
                        <a:pt x="134" y="33"/>
                      </a:cubicBezTo>
                      <a:cubicBezTo>
                        <a:pt x="170" y="33"/>
                        <a:pt x="202" y="16"/>
                        <a:pt x="218" y="16"/>
                      </a:cubicBezTo>
                      <a:cubicBezTo>
                        <a:pt x="251" y="16"/>
                        <a:pt x="271"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3665319" y="1875351"/>
                  <a:ext cx="28506" cy="3377"/>
                </a:xfrm>
                <a:custGeom>
                  <a:rect b="b" l="l" r="r" t="t"/>
                  <a:pathLst>
                    <a:path extrusionOk="0" h="34" w="287">
                      <a:moveTo>
                        <a:pt x="133" y="1"/>
                      </a:moveTo>
                      <a:cubicBezTo>
                        <a:pt x="101" y="1"/>
                        <a:pt x="65" y="17"/>
                        <a:pt x="32" y="17"/>
                      </a:cubicBezTo>
                      <a:lnTo>
                        <a:pt x="0" y="17"/>
                      </a:lnTo>
                      <a:cubicBezTo>
                        <a:pt x="16" y="17"/>
                        <a:pt x="16" y="17"/>
                        <a:pt x="32" y="33"/>
                      </a:cubicBezTo>
                      <a:lnTo>
                        <a:pt x="250" y="33"/>
                      </a:lnTo>
                      <a:cubicBezTo>
                        <a:pt x="267" y="17"/>
                        <a:pt x="287" y="17"/>
                        <a:pt x="287" y="17"/>
                      </a:cubicBezTo>
                      <a:lnTo>
                        <a:pt x="250" y="17"/>
                      </a:lnTo>
                      <a:cubicBezTo>
                        <a:pt x="218" y="1"/>
                        <a:pt x="186" y="1"/>
                        <a:pt x="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1"/>
                <p:cNvSpPr/>
                <p:nvPr/>
              </p:nvSpPr>
              <p:spPr>
                <a:xfrm>
                  <a:off x="3666908" y="1701632"/>
                  <a:ext cx="21752" cy="3278"/>
                </a:xfrm>
                <a:custGeom>
                  <a:rect b="b" l="l" r="r" t="t"/>
                  <a:pathLst>
                    <a:path extrusionOk="0" h="33" w="219">
                      <a:moveTo>
                        <a:pt x="101" y="1"/>
                      </a:moveTo>
                      <a:cubicBezTo>
                        <a:pt x="69" y="1"/>
                        <a:pt x="33" y="1"/>
                        <a:pt x="16" y="17"/>
                      </a:cubicBezTo>
                      <a:lnTo>
                        <a:pt x="0" y="17"/>
                      </a:lnTo>
                      <a:cubicBezTo>
                        <a:pt x="33" y="33"/>
                        <a:pt x="69" y="33"/>
                        <a:pt x="101" y="33"/>
                      </a:cubicBezTo>
                      <a:lnTo>
                        <a:pt x="218" y="33"/>
                      </a:lnTo>
                      <a:cubicBezTo>
                        <a:pt x="218" y="33"/>
                        <a:pt x="202" y="17"/>
                        <a:pt x="186" y="17"/>
                      </a:cubicBezTo>
                      <a:cubicBezTo>
                        <a:pt x="150" y="1"/>
                        <a:pt x="134" y="1"/>
                        <a:pt x="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1"/>
                <p:cNvSpPr/>
                <p:nvPr/>
              </p:nvSpPr>
              <p:spPr>
                <a:xfrm>
                  <a:off x="3688561" y="1704810"/>
                  <a:ext cx="3278" cy="170640"/>
                </a:xfrm>
                <a:custGeom>
                  <a:rect b="b" l="l" r="r" t="t"/>
                  <a:pathLst>
                    <a:path extrusionOk="0" h="1718" w="33">
                      <a:moveTo>
                        <a:pt x="16" y="1"/>
                      </a:moveTo>
                      <a:cubicBezTo>
                        <a:pt x="16" y="1"/>
                        <a:pt x="0" y="389"/>
                        <a:pt x="0" y="861"/>
                      </a:cubicBezTo>
                      <a:cubicBezTo>
                        <a:pt x="0" y="1330"/>
                        <a:pt x="16" y="1718"/>
                        <a:pt x="16" y="1718"/>
                      </a:cubicBezTo>
                      <a:cubicBezTo>
                        <a:pt x="16" y="1718"/>
                        <a:pt x="33" y="1330"/>
                        <a:pt x="33" y="861"/>
                      </a:cubicBezTo>
                      <a:cubicBezTo>
                        <a:pt x="33" y="389"/>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3663631" y="1885383"/>
                  <a:ext cx="26619" cy="3377"/>
                </a:xfrm>
                <a:custGeom>
                  <a:rect b="b" l="l" r="r" t="t"/>
                  <a:pathLst>
                    <a:path extrusionOk="0" h="34" w="268">
                      <a:moveTo>
                        <a:pt x="134" y="1"/>
                      </a:moveTo>
                      <a:cubicBezTo>
                        <a:pt x="66" y="1"/>
                        <a:pt x="1" y="17"/>
                        <a:pt x="1" y="17"/>
                      </a:cubicBezTo>
                      <a:cubicBezTo>
                        <a:pt x="1" y="17"/>
                        <a:pt x="66" y="33"/>
                        <a:pt x="134" y="33"/>
                      </a:cubicBezTo>
                      <a:lnTo>
                        <a:pt x="267" y="33"/>
                      </a:lnTo>
                      <a:cubicBezTo>
                        <a:pt x="267" y="33"/>
                        <a:pt x="267" y="17"/>
                        <a:pt x="235" y="17"/>
                      </a:cubicBezTo>
                      <a:cubicBezTo>
                        <a:pt x="219" y="1"/>
                        <a:pt x="183"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3686972" y="1886972"/>
                  <a:ext cx="3278" cy="43902"/>
                </a:xfrm>
                <a:custGeom>
                  <a:rect b="b" l="l" r="r" t="t"/>
                  <a:pathLst>
                    <a:path extrusionOk="0" h="442" w="33">
                      <a:moveTo>
                        <a:pt x="32" y="1"/>
                      </a:moveTo>
                      <a:cubicBezTo>
                        <a:pt x="32" y="1"/>
                        <a:pt x="16" y="37"/>
                        <a:pt x="16" y="70"/>
                      </a:cubicBezTo>
                      <a:cubicBezTo>
                        <a:pt x="16" y="118"/>
                        <a:pt x="0" y="171"/>
                        <a:pt x="0" y="239"/>
                      </a:cubicBezTo>
                      <a:cubicBezTo>
                        <a:pt x="0" y="304"/>
                        <a:pt x="16" y="356"/>
                        <a:pt x="16" y="405"/>
                      </a:cubicBezTo>
                      <a:cubicBezTo>
                        <a:pt x="16" y="421"/>
                        <a:pt x="32" y="441"/>
                        <a:pt x="32" y="441"/>
                      </a:cubicBezTo>
                      <a:lnTo>
                        <a:pt x="32" y="389"/>
                      </a:lnTo>
                      <a:lnTo>
                        <a:pt x="32" y="239"/>
                      </a:lnTo>
                      <a:lnTo>
                        <a:pt x="32" y="70"/>
                      </a:lnTo>
                      <a:lnTo>
                        <a:pt x="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3707036" y="1703221"/>
                  <a:ext cx="4867" cy="173819"/>
                </a:xfrm>
                <a:custGeom>
                  <a:rect b="b" l="l" r="r" t="t"/>
                  <a:pathLst>
                    <a:path extrusionOk="0" h="1750" w="49">
                      <a:moveTo>
                        <a:pt x="16" y="1"/>
                      </a:moveTo>
                      <a:cubicBezTo>
                        <a:pt x="16" y="1"/>
                        <a:pt x="0" y="405"/>
                        <a:pt x="16" y="877"/>
                      </a:cubicBezTo>
                      <a:cubicBezTo>
                        <a:pt x="16" y="1362"/>
                        <a:pt x="32" y="1750"/>
                        <a:pt x="32" y="1750"/>
                      </a:cubicBezTo>
                      <a:cubicBezTo>
                        <a:pt x="32" y="1750"/>
                        <a:pt x="49" y="1362"/>
                        <a:pt x="49" y="877"/>
                      </a:cubicBezTo>
                      <a:cubicBezTo>
                        <a:pt x="32" y="405"/>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3708625" y="1886972"/>
                  <a:ext cx="3278" cy="45491"/>
                </a:xfrm>
                <a:custGeom>
                  <a:rect b="b" l="l" r="r" t="t"/>
                  <a:pathLst>
                    <a:path extrusionOk="0" h="458" w="33">
                      <a:moveTo>
                        <a:pt x="16" y="1"/>
                      </a:moveTo>
                      <a:cubicBezTo>
                        <a:pt x="16" y="1"/>
                        <a:pt x="0" y="102"/>
                        <a:pt x="0" y="219"/>
                      </a:cubicBezTo>
                      <a:cubicBezTo>
                        <a:pt x="0" y="356"/>
                        <a:pt x="16" y="457"/>
                        <a:pt x="16" y="457"/>
                      </a:cubicBezTo>
                      <a:cubicBezTo>
                        <a:pt x="16" y="457"/>
                        <a:pt x="33" y="356"/>
                        <a:pt x="33" y="219"/>
                      </a:cubicBezTo>
                      <a:cubicBezTo>
                        <a:pt x="33" y="102"/>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3711803" y="1930775"/>
                  <a:ext cx="25427" cy="3278"/>
                </a:xfrm>
                <a:custGeom>
                  <a:rect b="b" l="l" r="r" t="t"/>
                  <a:pathLst>
                    <a:path extrusionOk="0" h="33" w="256">
                      <a:moveTo>
                        <a:pt x="138" y="0"/>
                      </a:moveTo>
                      <a:cubicBezTo>
                        <a:pt x="53" y="0"/>
                        <a:pt x="1" y="16"/>
                        <a:pt x="1" y="16"/>
                      </a:cubicBezTo>
                      <a:cubicBezTo>
                        <a:pt x="1" y="16"/>
                        <a:pt x="53" y="33"/>
                        <a:pt x="138" y="33"/>
                      </a:cubicBezTo>
                      <a:cubicBezTo>
                        <a:pt x="170" y="33"/>
                        <a:pt x="203" y="16"/>
                        <a:pt x="223" y="16"/>
                      </a:cubicBezTo>
                      <a:cubicBezTo>
                        <a:pt x="255" y="16"/>
                        <a:pt x="255"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3710214" y="1875351"/>
                  <a:ext cx="28606" cy="3377"/>
                </a:xfrm>
                <a:custGeom>
                  <a:rect b="b" l="l" r="r" t="t"/>
                  <a:pathLst>
                    <a:path extrusionOk="0" h="34" w="288">
                      <a:moveTo>
                        <a:pt x="138" y="1"/>
                      </a:moveTo>
                      <a:cubicBezTo>
                        <a:pt x="101" y="1"/>
                        <a:pt x="69" y="17"/>
                        <a:pt x="37" y="17"/>
                      </a:cubicBezTo>
                      <a:lnTo>
                        <a:pt x="0" y="17"/>
                      </a:lnTo>
                      <a:cubicBezTo>
                        <a:pt x="17" y="17"/>
                        <a:pt x="17" y="17"/>
                        <a:pt x="37" y="33"/>
                      </a:cubicBezTo>
                      <a:lnTo>
                        <a:pt x="239" y="33"/>
                      </a:lnTo>
                      <a:cubicBezTo>
                        <a:pt x="271" y="17"/>
                        <a:pt x="287" y="17"/>
                        <a:pt x="287" y="17"/>
                      </a:cubicBezTo>
                      <a:lnTo>
                        <a:pt x="239" y="17"/>
                      </a:lnTo>
                      <a:cubicBezTo>
                        <a:pt x="219" y="1"/>
                        <a:pt x="186"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1"/>
                <p:cNvSpPr/>
                <p:nvPr/>
              </p:nvSpPr>
              <p:spPr>
                <a:xfrm>
                  <a:off x="3711803" y="1701632"/>
                  <a:ext cx="22149" cy="3278"/>
                </a:xfrm>
                <a:custGeom>
                  <a:rect b="b" l="l" r="r" t="t"/>
                  <a:pathLst>
                    <a:path extrusionOk="0" h="33" w="223">
                      <a:moveTo>
                        <a:pt x="85" y="1"/>
                      </a:moveTo>
                      <a:cubicBezTo>
                        <a:pt x="69" y="1"/>
                        <a:pt x="37" y="1"/>
                        <a:pt x="1" y="17"/>
                      </a:cubicBezTo>
                      <a:cubicBezTo>
                        <a:pt x="37" y="33"/>
                        <a:pt x="53" y="33"/>
                        <a:pt x="85" y="33"/>
                      </a:cubicBezTo>
                      <a:lnTo>
                        <a:pt x="223" y="33"/>
                      </a:lnTo>
                      <a:cubicBezTo>
                        <a:pt x="223" y="33"/>
                        <a:pt x="203" y="17"/>
                        <a:pt x="186" y="17"/>
                      </a:cubicBezTo>
                      <a:cubicBezTo>
                        <a:pt x="154" y="1"/>
                        <a:pt x="138"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1"/>
                <p:cNvSpPr/>
                <p:nvPr/>
              </p:nvSpPr>
              <p:spPr>
                <a:xfrm>
                  <a:off x="3733853" y="1704810"/>
                  <a:ext cx="3377" cy="170640"/>
                </a:xfrm>
                <a:custGeom>
                  <a:rect b="b" l="l" r="r" t="t"/>
                  <a:pathLst>
                    <a:path extrusionOk="0" h="1718" w="34">
                      <a:moveTo>
                        <a:pt x="17" y="1"/>
                      </a:moveTo>
                      <a:cubicBezTo>
                        <a:pt x="17" y="1"/>
                        <a:pt x="1" y="389"/>
                        <a:pt x="1" y="861"/>
                      </a:cubicBezTo>
                      <a:cubicBezTo>
                        <a:pt x="1" y="1330"/>
                        <a:pt x="17" y="1718"/>
                        <a:pt x="17" y="1718"/>
                      </a:cubicBezTo>
                      <a:cubicBezTo>
                        <a:pt x="17" y="1718"/>
                        <a:pt x="33" y="1330"/>
                        <a:pt x="33" y="861"/>
                      </a:cubicBezTo>
                      <a:cubicBezTo>
                        <a:pt x="33" y="389"/>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3708625" y="1885383"/>
                  <a:ext cx="26917" cy="3377"/>
                </a:xfrm>
                <a:custGeom>
                  <a:rect b="b" l="l" r="r" t="t"/>
                  <a:pathLst>
                    <a:path extrusionOk="0" h="34" w="271">
                      <a:moveTo>
                        <a:pt x="134" y="1"/>
                      </a:moveTo>
                      <a:cubicBezTo>
                        <a:pt x="69" y="1"/>
                        <a:pt x="0" y="17"/>
                        <a:pt x="0" y="17"/>
                      </a:cubicBezTo>
                      <a:cubicBezTo>
                        <a:pt x="0" y="17"/>
                        <a:pt x="69" y="33"/>
                        <a:pt x="134" y="33"/>
                      </a:cubicBezTo>
                      <a:lnTo>
                        <a:pt x="271" y="33"/>
                      </a:lnTo>
                      <a:cubicBezTo>
                        <a:pt x="271" y="33"/>
                        <a:pt x="255" y="17"/>
                        <a:pt x="235" y="17"/>
                      </a:cubicBezTo>
                      <a:cubicBezTo>
                        <a:pt x="202" y="1"/>
                        <a:pt x="170"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1"/>
                <p:cNvSpPr/>
                <p:nvPr/>
              </p:nvSpPr>
              <p:spPr>
                <a:xfrm>
                  <a:off x="3731867" y="1886972"/>
                  <a:ext cx="3675" cy="43902"/>
                </a:xfrm>
                <a:custGeom>
                  <a:rect b="b" l="l" r="r" t="t"/>
                  <a:pathLst>
                    <a:path extrusionOk="0" h="442" w="37">
                      <a:moveTo>
                        <a:pt x="21" y="1"/>
                      </a:moveTo>
                      <a:lnTo>
                        <a:pt x="21" y="70"/>
                      </a:lnTo>
                      <a:cubicBezTo>
                        <a:pt x="21" y="118"/>
                        <a:pt x="1" y="171"/>
                        <a:pt x="1" y="239"/>
                      </a:cubicBezTo>
                      <a:cubicBezTo>
                        <a:pt x="1" y="304"/>
                        <a:pt x="1" y="356"/>
                        <a:pt x="21" y="405"/>
                      </a:cubicBezTo>
                      <a:cubicBezTo>
                        <a:pt x="21" y="421"/>
                        <a:pt x="37" y="441"/>
                        <a:pt x="37" y="441"/>
                      </a:cubicBezTo>
                      <a:lnTo>
                        <a:pt x="37" y="389"/>
                      </a:lnTo>
                      <a:lnTo>
                        <a:pt x="37" y="239"/>
                      </a:lnTo>
                      <a:lnTo>
                        <a:pt x="37" y="70"/>
                      </a:lnTo>
                      <a:cubicBezTo>
                        <a:pt x="37" y="37"/>
                        <a:pt x="21" y="1"/>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3176938" y="1238579"/>
                  <a:ext cx="6953" cy="334328"/>
                </a:xfrm>
                <a:custGeom>
                  <a:rect b="b" l="l" r="r" t="t"/>
                  <a:pathLst>
                    <a:path extrusionOk="0" h="3366" w="70">
                      <a:moveTo>
                        <a:pt x="17" y="1"/>
                      </a:moveTo>
                      <a:lnTo>
                        <a:pt x="17" y="522"/>
                      </a:lnTo>
                      <a:lnTo>
                        <a:pt x="17" y="1075"/>
                      </a:lnTo>
                      <a:lnTo>
                        <a:pt x="17" y="1229"/>
                      </a:lnTo>
                      <a:lnTo>
                        <a:pt x="17" y="1395"/>
                      </a:lnTo>
                      <a:cubicBezTo>
                        <a:pt x="17" y="1516"/>
                        <a:pt x="17" y="1633"/>
                        <a:pt x="1" y="1750"/>
                      </a:cubicBezTo>
                      <a:lnTo>
                        <a:pt x="1" y="2441"/>
                      </a:lnTo>
                      <a:lnTo>
                        <a:pt x="1" y="2744"/>
                      </a:lnTo>
                      <a:cubicBezTo>
                        <a:pt x="1" y="2829"/>
                        <a:pt x="17" y="2909"/>
                        <a:pt x="17" y="2994"/>
                      </a:cubicBezTo>
                      <a:cubicBezTo>
                        <a:pt x="17" y="3079"/>
                        <a:pt x="33" y="3148"/>
                        <a:pt x="33" y="3212"/>
                      </a:cubicBezTo>
                      <a:cubicBezTo>
                        <a:pt x="53" y="3281"/>
                        <a:pt x="53" y="3334"/>
                        <a:pt x="53" y="3366"/>
                      </a:cubicBezTo>
                      <a:cubicBezTo>
                        <a:pt x="69" y="3334"/>
                        <a:pt x="53" y="3281"/>
                        <a:pt x="53" y="3212"/>
                      </a:cubicBezTo>
                      <a:cubicBezTo>
                        <a:pt x="53" y="3148"/>
                        <a:pt x="33" y="3079"/>
                        <a:pt x="33" y="2994"/>
                      </a:cubicBezTo>
                      <a:cubicBezTo>
                        <a:pt x="33" y="2909"/>
                        <a:pt x="33" y="2829"/>
                        <a:pt x="17" y="2744"/>
                      </a:cubicBezTo>
                      <a:lnTo>
                        <a:pt x="17" y="2441"/>
                      </a:lnTo>
                      <a:cubicBezTo>
                        <a:pt x="33" y="2239"/>
                        <a:pt x="33" y="2001"/>
                        <a:pt x="33" y="1750"/>
                      </a:cubicBezTo>
                      <a:cubicBezTo>
                        <a:pt x="33" y="1633"/>
                        <a:pt x="53" y="1516"/>
                        <a:pt x="53" y="1395"/>
                      </a:cubicBezTo>
                      <a:lnTo>
                        <a:pt x="53" y="1229"/>
                      </a:lnTo>
                      <a:lnTo>
                        <a:pt x="53" y="1075"/>
                      </a:lnTo>
                      <a:cubicBezTo>
                        <a:pt x="33" y="857"/>
                        <a:pt x="33" y="671"/>
                        <a:pt x="33" y="522"/>
                      </a:cubicBezTo>
                      <a:cubicBezTo>
                        <a:pt x="17" y="203"/>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3186970" y="1128229"/>
                  <a:ext cx="272548" cy="106874"/>
                </a:xfrm>
                <a:custGeom>
                  <a:rect b="b" l="l" r="r" t="t"/>
                  <a:pathLst>
                    <a:path extrusionOk="0" h="1076" w="2744">
                      <a:moveTo>
                        <a:pt x="2744" y="1"/>
                      </a:moveTo>
                      <a:lnTo>
                        <a:pt x="2744" y="1"/>
                      </a:lnTo>
                      <a:cubicBezTo>
                        <a:pt x="2659" y="17"/>
                        <a:pt x="2558" y="66"/>
                        <a:pt x="2425" y="134"/>
                      </a:cubicBezTo>
                      <a:cubicBezTo>
                        <a:pt x="2356" y="167"/>
                        <a:pt x="2291" y="203"/>
                        <a:pt x="2206" y="235"/>
                      </a:cubicBezTo>
                      <a:cubicBezTo>
                        <a:pt x="2138" y="268"/>
                        <a:pt x="2053" y="284"/>
                        <a:pt x="1952" y="320"/>
                      </a:cubicBezTo>
                      <a:cubicBezTo>
                        <a:pt x="1871" y="352"/>
                        <a:pt x="1770" y="385"/>
                        <a:pt x="1669" y="421"/>
                      </a:cubicBezTo>
                      <a:cubicBezTo>
                        <a:pt x="1568" y="453"/>
                        <a:pt x="1467" y="486"/>
                        <a:pt x="1366" y="522"/>
                      </a:cubicBezTo>
                      <a:cubicBezTo>
                        <a:pt x="1265" y="554"/>
                        <a:pt x="1164" y="587"/>
                        <a:pt x="1063" y="623"/>
                      </a:cubicBezTo>
                      <a:cubicBezTo>
                        <a:pt x="1011" y="639"/>
                        <a:pt x="962" y="655"/>
                        <a:pt x="910" y="672"/>
                      </a:cubicBezTo>
                      <a:cubicBezTo>
                        <a:pt x="861" y="688"/>
                        <a:pt x="825" y="708"/>
                        <a:pt x="776" y="724"/>
                      </a:cubicBezTo>
                      <a:cubicBezTo>
                        <a:pt x="591" y="789"/>
                        <a:pt x="437" y="874"/>
                        <a:pt x="304" y="926"/>
                      </a:cubicBezTo>
                      <a:cubicBezTo>
                        <a:pt x="187" y="991"/>
                        <a:pt x="69" y="1043"/>
                        <a:pt x="1" y="1076"/>
                      </a:cubicBezTo>
                      <a:cubicBezTo>
                        <a:pt x="69" y="1059"/>
                        <a:pt x="187" y="1011"/>
                        <a:pt x="320" y="942"/>
                      </a:cubicBezTo>
                      <a:cubicBezTo>
                        <a:pt x="457" y="890"/>
                        <a:pt x="607" y="825"/>
                        <a:pt x="793" y="740"/>
                      </a:cubicBezTo>
                      <a:cubicBezTo>
                        <a:pt x="825" y="724"/>
                        <a:pt x="877" y="708"/>
                        <a:pt x="926" y="688"/>
                      </a:cubicBezTo>
                      <a:cubicBezTo>
                        <a:pt x="962" y="672"/>
                        <a:pt x="1011" y="655"/>
                        <a:pt x="1063" y="639"/>
                      </a:cubicBezTo>
                      <a:cubicBezTo>
                        <a:pt x="1164" y="623"/>
                        <a:pt x="1265" y="587"/>
                        <a:pt x="1382" y="554"/>
                      </a:cubicBezTo>
                      <a:cubicBezTo>
                        <a:pt x="1483" y="522"/>
                        <a:pt x="1584" y="486"/>
                        <a:pt x="1685" y="453"/>
                      </a:cubicBezTo>
                      <a:cubicBezTo>
                        <a:pt x="1786" y="421"/>
                        <a:pt x="1871" y="385"/>
                        <a:pt x="1972" y="352"/>
                      </a:cubicBezTo>
                      <a:cubicBezTo>
                        <a:pt x="2053" y="320"/>
                        <a:pt x="2138" y="284"/>
                        <a:pt x="2223" y="251"/>
                      </a:cubicBezTo>
                      <a:cubicBezTo>
                        <a:pt x="2307" y="219"/>
                        <a:pt x="2376" y="183"/>
                        <a:pt x="2441" y="150"/>
                      </a:cubicBezTo>
                      <a:cubicBezTo>
                        <a:pt x="2558" y="82"/>
                        <a:pt x="2659" y="33"/>
                        <a:pt x="27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1"/>
                <p:cNvSpPr/>
                <p:nvPr/>
              </p:nvSpPr>
              <p:spPr>
                <a:xfrm>
                  <a:off x="3463094" y="1126242"/>
                  <a:ext cx="8045" cy="465139"/>
                </a:xfrm>
                <a:custGeom>
                  <a:rect b="b" l="l" r="r" t="t"/>
                  <a:pathLst>
                    <a:path extrusionOk="0" h="4683" w="81">
                      <a:moveTo>
                        <a:pt x="81" y="1"/>
                      </a:moveTo>
                      <a:cubicBezTo>
                        <a:pt x="81" y="1"/>
                        <a:pt x="65" y="255"/>
                        <a:pt x="65" y="675"/>
                      </a:cubicBezTo>
                      <a:cubicBezTo>
                        <a:pt x="49" y="894"/>
                        <a:pt x="49" y="1148"/>
                        <a:pt x="49" y="1435"/>
                      </a:cubicBezTo>
                      <a:cubicBezTo>
                        <a:pt x="49" y="1568"/>
                        <a:pt x="49" y="1718"/>
                        <a:pt x="32" y="1871"/>
                      </a:cubicBezTo>
                      <a:lnTo>
                        <a:pt x="32" y="2344"/>
                      </a:lnTo>
                      <a:cubicBezTo>
                        <a:pt x="32" y="2493"/>
                        <a:pt x="16" y="2663"/>
                        <a:pt x="16" y="2812"/>
                      </a:cubicBezTo>
                      <a:cubicBezTo>
                        <a:pt x="16" y="2966"/>
                        <a:pt x="16" y="3115"/>
                        <a:pt x="0" y="3253"/>
                      </a:cubicBezTo>
                      <a:lnTo>
                        <a:pt x="0" y="3657"/>
                      </a:lnTo>
                      <a:cubicBezTo>
                        <a:pt x="0" y="3774"/>
                        <a:pt x="16" y="3891"/>
                        <a:pt x="16" y="3992"/>
                      </a:cubicBezTo>
                      <a:cubicBezTo>
                        <a:pt x="32" y="4210"/>
                        <a:pt x="49" y="4380"/>
                        <a:pt x="49" y="4497"/>
                      </a:cubicBezTo>
                      <a:lnTo>
                        <a:pt x="49" y="4630"/>
                      </a:lnTo>
                      <a:lnTo>
                        <a:pt x="49" y="4683"/>
                      </a:lnTo>
                      <a:cubicBezTo>
                        <a:pt x="49" y="4683"/>
                        <a:pt x="49" y="4667"/>
                        <a:pt x="65" y="4630"/>
                      </a:cubicBezTo>
                      <a:lnTo>
                        <a:pt x="65" y="4497"/>
                      </a:lnTo>
                      <a:cubicBezTo>
                        <a:pt x="65" y="4380"/>
                        <a:pt x="49" y="4210"/>
                        <a:pt x="32" y="3992"/>
                      </a:cubicBezTo>
                      <a:cubicBezTo>
                        <a:pt x="32" y="3891"/>
                        <a:pt x="32" y="3774"/>
                        <a:pt x="16" y="3657"/>
                      </a:cubicBezTo>
                      <a:cubicBezTo>
                        <a:pt x="16" y="3519"/>
                        <a:pt x="16" y="3386"/>
                        <a:pt x="32" y="3253"/>
                      </a:cubicBezTo>
                      <a:cubicBezTo>
                        <a:pt x="32" y="3115"/>
                        <a:pt x="49" y="2966"/>
                        <a:pt x="49" y="2812"/>
                      </a:cubicBezTo>
                      <a:cubicBezTo>
                        <a:pt x="49" y="2663"/>
                        <a:pt x="65" y="2493"/>
                        <a:pt x="65" y="2344"/>
                      </a:cubicBezTo>
                      <a:lnTo>
                        <a:pt x="65" y="1871"/>
                      </a:lnTo>
                      <a:lnTo>
                        <a:pt x="65" y="1435"/>
                      </a:lnTo>
                      <a:cubicBezTo>
                        <a:pt x="81" y="1148"/>
                        <a:pt x="81" y="894"/>
                        <a:pt x="81" y="675"/>
                      </a:cubicBezTo>
                      <a:lnTo>
                        <a:pt x="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1"/>
                <p:cNvSpPr/>
                <p:nvPr/>
              </p:nvSpPr>
              <p:spPr>
                <a:xfrm>
                  <a:off x="3471040" y="1127335"/>
                  <a:ext cx="190704" cy="96147"/>
                </a:xfrm>
                <a:custGeom>
                  <a:rect b="b" l="l" r="r" t="t"/>
                  <a:pathLst>
                    <a:path extrusionOk="0" h="968" w="1920">
                      <a:moveTo>
                        <a:pt x="6" y="1"/>
                      </a:moveTo>
                      <a:cubicBezTo>
                        <a:pt x="3" y="1"/>
                        <a:pt x="1" y="3"/>
                        <a:pt x="1" y="10"/>
                      </a:cubicBezTo>
                      <a:lnTo>
                        <a:pt x="1" y="10"/>
                      </a:lnTo>
                      <a:cubicBezTo>
                        <a:pt x="1" y="10"/>
                        <a:pt x="1" y="1"/>
                        <a:pt x="6" y="1"/>
                      </a:cubicBezTo>
                      <a:lnTo>
                        <a:pt x="6" y="1"/>
                      </a:lnTo>
                      <a:cubicBezTo>
                        <a:pt x="12" y="1"/>
                        <a:pt x="21" y="10"/>
                        <a:pt x="21" y="10"/>
                      </a:cubicBezTo>
                      <a:lnTo>
                        <a:pt x="21" y="10"/>
                      </a:lnTo>
                      <a:cubicBezTo>
                        <a:pt x="14" y="3"/>
                        <a:pt x="10" y="1"/>
                        <a:pt x="7" y="1"/>
                      </a:cubicBezTo>
                      <a:cubicBezTo>
                        <a:pt x="7" y="1"/>
                        <a:pt x="7" y="1"/>
                        <a:pt x="6" y="1"/>
                      </a:cubicBezTo>
                      <a:lnTo>
                        <a:pt x="6" y="1"/>
                      </a:lnTo>
                      <a:cubicBezTo>
                        <a:pt x="6" y="1"/>
                        <a:pt x="6" y="1"/>
                        <a:pt x="6" y="1"/>
                      </a:cubicBezTo>
                      <a:close/>
                      <a:moveTo>
                        <a:pt x="70" y="26"/>
                      </a:moveTo>
                      <a:cubicBezTo>
                        <a:pt x="122" y="58"/>
                        <a:pt x="187" y="91"/>
                        <a:pt x="271" y="143"/>
                      </a:cubicBezTo>
                      <a:cubicBezTo>
                        <a:pt x="304" y="159"/>
                        <a:pt x="324" y="159"/>
                        <a:pt x="340" y="176"/>
                      </a:cubicBezTo>
                      <a:cubicBezTo>
                        <a:pt x="372" y="192"/>
                        <a:pt x="389" y="212"/>
                        <a:pt x="425" y="212"/>
                      </a:cubicBezTo>
                      <a:cubicBezTo>
                        <a:pt x="441" y="228"/>
                        <a:pt x="473" y="244"/>
                        <a:pt x="506" y="244"/>
                      </a:cubicBezTo>
                      <a:cubicBezTo>
                        <a:pt x="526" y="260"/>
                        <a:pt x="558" y="277"/>
                        <a:pt x="591" y="277"/>
                      </a:cubicBezTo>
                      <a:cubicBezTo>
                        <a:pt x="643" y="313"/>
                        <a:pt x="708" y="329"/>
                        <a:pt x="776" y="345"/>
                      </a:cubicBezTo>
                      <a:cubicBezTo>
                        <a:pt x="809" y="361"/>
                        <a:pt x="845" y="378"/>
                        <a:pt x="877" y="394"/>
                      </a:cubicBezTo>
                      <a:cubicBezTo>
                        <a:pt x="894" y="394"/>
                        <a:pt x="910" y="394"/>
                        <a:pt x="930" y="414"/>
                      </a:cubicBezTo>
                      <a:lnTo>
                        <a:pt x="962" y="414"/>
                      </a:lnTo>
                      <a:lnTo>
                        <a:pt x="978" y="430"/>
                      </a:lnTo>
                      <a:cubicBezTo>
                        <a:pt x="1011" y="446"/>
                        <a:pt x="1047" y="462"/>
                        <a:pt x="1079" y="479"/>
                      </a:cubicBezTo>
                      <a:cubicBezTo>
                        <a:pt x="1112" y="495"/>
                        <a:pt x="1148" y="515"/>
                        <a:pt x="1164" y="531"/>
                      </a:cubicBezTo>
                      <a:cubicBezTo>
                        <a:pt x="1197" y="547"/>
                        <a:pt x="1233" y="563"/>
                        <a:pt x="1265" y="580"/>
                      </a:cubicBezTo>
                      <a:cubicBezTo>
                        <a:pt x="1281" y="596"/>
                        <a:pt x="1314" y="616"/>
                        <a:pt x="1350" y="632"/>
                      </a:cubicBezTo>
                      <a:cubicBezTo>
                        <a:pt x="1451" y="697"/>
                        <a:pt x="1552" y="765"/>
                        <a:pt x="1637" y="818"/>
                      </a:cubicBezTo>
                      <a:cubicBezTo>
                        <a:pt x="1669" y="834"/>
                        <a:pt x="1718" y="866"/>
                        <a:pt x="1754" y="883"/>
                      </a:cubicBezTo>
                      <a:cubicBezTo>
                        <a:pt x="1786" y="899"/>
                        <a:pt x="1819" y="919"/>
                        <a:pt x="1839" y="935"/>
                      </a:cubicBezTo>
                      <a:cubicBezTo>
                        <a:pt x="1887" y="951"/>
                        <a:pt x="1920" y="967"/>
                        <a:pt x="1920" y="967"/>
                      </a:cubicBezTo>
                      <a:cubicBezTo>
                        <a:pt x="1920" y="967"/>
                        <a:pt x="1887" y="951"/>
                        <a:pt x="1839" y="919"/>
                      </a:cubicBezTo>
                      <a:cubicBezTo>
                        <a:pt x="1819" y="919"/>
                        <a:pt x="1786" y="899"/>
                        <a:pt x="1754" y="866"/>
                      </a:cubicBezTo>
                      <a:cubicBezTo>
                        <a:pt x="1718" y="850"/>
                        <a:pt x="1685" y="834"/>
                        <a:pt x="1653" y="798"/>
                      </a:cubicBezTo>
                      <a:cubicBezTo>
                        <a:pt x="1568" y="749"/>
                        <a:pt x="1467" y="681"/>
                        <a:pt x="1366" y="616"/>
                      </a:cubicBezTo>
                      <a:cubicBezTo>
                        <a:pt x="1334" y="596"/>
                        <a:pt x="1298" y="580"/>
                        <a:pt x="1281" y="563"/>
                      </a:cubicBezTo>
                      <a:cubicBezTo>
                        <a:pt x="1249" y="547"/>
                        <a:pt x="1213" y="515"/>
                        <a:pt x="1180" y="495"/>
                      </a:cubicBezTo>
                      <a:cubicBezTo>
                        <a:pt x="1164" y="479"/>
                        <a:pt x="1132" y="462"/>
                        <a:pt x="1096" y="446"/>
                      </a:cubicBezTo>
                      <a:cubicBezTo>
                        <a:pt x="1063" y="430"/>
                        <a:pt x="1031" y="414"/>
                        <a:pt x="995" y="394"/>
                      </a:cubicBezTo>
                      <a:lnTo>
                        <a:pt x="962" y="394"/>
                      </a:lnTo>
                      <a:lnTo>
                        <a:pt x="946" y="378"/>
                      </a:lnTo>
                      <a:cubicBezTo>
                        <a:pt x="930" y="378"/>
                        <a:pt x="910" y="361"/>
                        <a:pt x="894" y="361"/>
                      </a:cubicBezTo>
                      <a:cubicBezTo>
                        <a:pt x="861" y="345"/>
                        <a:pt x="829" y="329"/>
                        <a:pt x="793" y="329"/>
                      </a:cubicBezTo>
                      <a:cubicBezTo>
                        <a:pt x="728" y="293"/>
                        <a:pt x="659" y="277"/>
                        <a:pt x="591" y="260"/>
                      </a:cubicBezTo>
                      <a:cubicBezTo>
                        <a:pt x="574" y="244"/>
                        <a:pt x="542" y="244"/>
                        <a:pt x="506" y="228"/>
                      </a:cubicBezTo>
                      <a:cubicBezTo>
                        <a:pt x="473" y="212"/>
                        <a:pt x="457" y="212"/>
                        <a:pt x="425" y="192"/>
                      </a:cubicBezTo>
                      <a:cubicBezTo>
                        <a:pt x="405" y="176"/>
                        <a:pt x="372" y="176"/>
                        <a:pt x="356" y="159"/>
                      </a:cubicBezTo>
                      <a:cubicBezTo>
                        <a:pt x="324" y="159"/>
                        <a:pt x="304" y="143"/>
                        <a:pt x="288" y="127"/>
                      </a:cubicBezTo>
                      <a:cubicBezTo>
                        <a:pt x="203" y="75"/>
                        <a:pt x="122" y="42"/>
                        <a:pt x="70"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3655287" y="1235003"/>
                  <a:ext cx="6456" cy="342771"/>
                </a:xfrm>
                <a:custGeom>
                  <a:rect b="b" l="l" r="r" t="t"/>
                  <a:pathLst>
                    <a:path extrusionOk="0" h="3451" w="65">
                      <a:moveTo>
                        <a:pt x="16" y="1"/>
                      </a:moveTo>
                      <a:lnTo>
                        <a:pt x="16" y="186"/>
                      </a:lnTo>
                      <a:cubicBezTo>
                        <a:pt x="16" y="255"/>
                        <a:pt x="32" y="320"/>
                        <a:pt x="32" y="404"/>
                      </a:cubicBezTo>
                      <a:lnTo>
                        <a:pt x="32" y="691"/>
                      </a:lnTo>
                      <a:lnTo>
                        <a:pt x="32" y="994"/>
                      </a:lnTo>
                      <a:cubicBezTo>
                        <a:pt x="32" y="1111"/>
                        <a:pt x="16" y="1229"/>
                        <a:pt x="16" y="1350"/>
                      </a:cubicBezTo>
                      <a:lnTo>
                        <a:pt x="16" y="1734"/>
                      </a:lnTo>
                      <a:cubicBezTo>
                        <a:pt x="0" y="2238"/>
                        <a:pt x="16" y="2711"/>
                        <a:pt x="16" y="3046"/>
                      </a:cubicBezTo>
                      <a:cubicBezTo>
                        <a:pt x="32" y="3131"/>
                        <a:pt x="32" y="3216"/>
                        <a:pt x="32" y="3285"/>
                      </a:cubicBezTo>
                      <a:cubicBezTo>
                        <a:pt x="32" y="3349"/>
                        <a:pt x="49" y="3402"/>
                        <a:pt x="49" y="3450"/>
                      </a:cubicBezTo>
                      <a:lnTo>
                        <a:pt x="49" y="3285"/>
                      </a:lnTo>
                      <a:cubicBezTo>
                        <a:pt x="49" y="3216"/>
                        <a:pt x="49" y="3131"/>
                        <a:pt x="32" y="3046"/>
                      </a:cubicBezTo>
                      <a:lnTo>
                        <a:pt x="32" y="1734"/>
                      </a:lnTo>
                      <a:cubicBezTo>
                        <a:pt x="49" y="1600"/>
                        <a:pt x="49" y="1483"/>
                        <a:pt x="49" y="1350"/>
                      </a:cubicBezTo>
                      <a:cubicBezTo>
                        <a:pt x="49" y="1229"/>
                        <a:pt x="49" y="1111"/>
                        <a:pt x="65" y="1010"/>
                      </a:cubicBezTo>
                      <a:cubicBezTo>
                        <a:pt x="65" y="893"/>
                        <a:pt x="65" y="792"/>
                        <a:pt x="49" y="691"/>
                      </a:cubicBezTo>
                      <a:lnTo>
                        <a:pt x="49" y="404"/>
                      </a:lnTo>
                      <a:cubicBezTo>
                        <a:pt x="49" y="320"/>
                        <a:pt x="32" y="255"/>
                        <a:pt x="32" y="186"/>
                      </a:cubicBezTo>
                      <a:cubicBezTo>
                        <a:pt x="32" y="118"/>
                        <a:pt x="16" y="53"/>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3680119" y="1427197"/>
                  <a:ext cx="142134" cy="25427"/>
                </a:xfrm>
                <a:custGeom>
                  <a:rect b="b" l="l" r="r" t="t"/>
                  <a:pathLst>
                    <a:path extrusionOk="0" h="256" w="1431">
                      <a:moveTo>
                        <a:pt x="1431" y="1"/>
                      </a:moveTo>
                      <a:cubicBezTo>
                        <a:pt x="1431" y="1"/>
                        <a:pt x="1414" y="1"/>
                        <a:pt x="1366" y="21"/>
                      </a:cubicBezTo>
                      <a:cubicBezTo>
                        <a:pt x="1414" y="21"/>
                        <a:pt x="1431" y="1"/>
                        <a:pt x="1431" y="1"/>
                      </a:cubicBezTo>
                      <a:close/>
                      <a:moveTo>
                        <a:pt x="1366" y="21"/>
                      </a:moveTo>
                      <a:cubicBezTo>
                        <a:pt x="1350" y="21"/>
                        <a:pt x="1313" y="37"/>
                        <a:pt x="1297" y="37"/>
                      </a:cubicBezTo>
                      <a:cubicBezTo>
                        <a:pt x="1281" y="37"/>
                        <a:pt x="1265" y="37"/>
                        <a:pt x="1249" y="53"/>
                      </a:cubicBezTo>
                      <a:lnTo>
                        <a:pt x="1297" y="53"/>
                      </a:lnTo>
                      <a:cubicBezTo>
                        <a:pt x="1330" y="37"/>
                        <a:pt x="1350" y="37"/>
                        <a:pt x="1366" y="21"/>
                      </a:cubicBezTo>
                      <a:close/>
                      <a:moveTo>
                        <a:pt x="1196" y="53"/>
                      </a:moveTo>
                      <a:cubicBezTo>
                        <a:pt x="1111" y="69"/>
                        <a:pt x="1027" y="85"/>
                        <a:pt x="926" y="102"/>
                      </a:cubicBezTo>
                      <a:cubicBezTo>
                        <a:pt x="877" y="122"/>
                        <a:pt x="825" y="122"/>
                        <a:pt x="776" y="138"/>
                      </a:cubicBezTo>
                      <a:cubicBezTo>
                        <a:pt x="707" y="138"/>
                        <a:pt x="659" y="154"/>
                        <a:pt x="606" y="170"/>
                      </a:cubicBezTo>
                      <a:cubicBezTo>
                        <a:pt x="489" y="170"/>
                        <a:pt x="372" y="186"/>
                        <a:pt x="271" y="203"/>
                      </a:cubicBezTo>
                      <a:cubicBezTo>
                        <a:pt x="170" y="223"/>
                        <a:pt x="85" y="223"/>
                        <a:pt x="1" y="255"/>
                      </a:cubicBezTo>
                      <a:cubicBezTo>
                        <a:pt x="85" y="255"/>
                        <a:pt x="170" y="239"/>
                        <a:pt x="271" y="223"/>
                      </a:cubicBezTo>
                      <a:cubicBezTo>
                        <a:pt x="372" y="223"/>
                        <a:pt x="489" y="203"/>
                        <a:pt x="606" y="186"/>
                      </a:cubicBezTo>
                      <a:cubicBezTo>
                        <a:pt x="659" y="186"/>
                        <a:pt x="724" y="170"/>
                        <a:pt x="776" y="170"/>
                      </a:cubicBezTo>
                      <a:cubicBezTo>
                        <a:pt x="825" y="154"/>
                        <a:pt x="877" y="138"/>
                        <a:pt x="926" y="138"/>
                      </a:cubicBezTo>
                      <a:cubicBezTo>
                        <a:pt x="1027" y="122"/>
                        <a:pt x="1111" y="85"/>
                        <a:pt x="1196" y="69"/>
                      </a:cubicBezTo>
                      <a:cubicBezTo>
                        <a:pt x="1212" y="69"/>
                        <a:pt x="1229" y="69"/>
                        <a:pt x="1249" y="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3818975" y="1442493"/>
                  <a:ext cx="5264" cy="331050"/>
                </a:xfrm>
                <a:custGeom>
                  <a:rect b="b" l="l" r="r" t="t"/>
                  <a:pathLst>
                    <a:path extrusionOk="0" h="3333" w="53">
                      <a:moveTo>
                        <a:pt x="16" y="0"/>
                      </a:moveTo>
                      <a:lnTo>
                        <a:pt x="16" y="149"/>
                      </a:lnTo>
                      <a:cubicBezTo>
                        <a:pt x="16" y="218"/>
                        <a:pt x="33" y="303"/>
                        <a:pt x="33" y="388"/>
                      </a:cubicBezTo>
                      <a:lnTo>
                        <a:pt x="33" y="505"/>
                      </a:lnTo>
                      <a:lnTo>
                        <a:pt x="33" y="638"/>
                      </a:lnTo>
                      <a:cubicBezTo>
                        <a:pt x="33" y="739"/>
                        <a:pt x="33" y="840"/>
                        <a:pt x="16" y="957"/>
                      </a:cubicBezTo>
                      <a:lnTo>
                        <a:pt x="16" y="1664"/>
                      </a:lnTo>
                      <a:cubicBezTo>
                        <a:pt x="0" y="1919"/>
                        <a:pt x="0" y="2153"/>
                        <a:pt x="0" y="2371"/>
                      </a:cubicBezTo>
                      <a:lnTo>
                        <a:pt x="0" y="2945"/>
                      </a:lnTo>
                      <a:cubicBezTo>
                        <a:pt x="16" y="3030"/>
                        <a:pt x="16" y="3098"/>
                        <a:pt x="16" y="3163"/>
                      </a:cubicBezTo>
                      <a:lnTo>
                        <a:pt x="16" y="3333"/>
                      </a:lnTo>
                      <a:cubicBezTo>
                        <a:pt x="33" y="3280"/>
                        <a:pt x="33" y="3232"/>
                        <a:pt x="33" y="3163"/>
                      </a:cubicBezTo>
                      <a:cubicBezTo>
                        <a:pt x="16" y="3098"/>
                        <a:pt x="16" y="3030"/>
                        <a:pt x="16" y="2945"/>
                      </a:cubicBezTo>
                      <a:cubicBezTo>
                        <a:pt x="33" y="2775"/>
                        <a:pt x="33" y="2594"/>
                        <a:pt x="33" y="2371"/>
                      </a:cubicBezTo>
                      <a:cubicBezTo>
                        <a:pt x="33" y="2153"/>
                        <a:pt x="33" y="1919"/>
                        <a:pt x="53" y="1664"/>
                      </a:cubicBezTo>
                      <a:lnTo>
                        <a:pt x="53" y="957"/>
                      </a:lnTo>
                      <a:lnTo>
                        <a:pt x="53" y="638"/>
                      </a:lnTo>
                      <a:lnTo>
                        <a:pt x="53" y="505"/>
                      </a:lnTo>
                      <a:lnTo>
                        <a:pt x="53" y="388"/>
                      </a:lnTo>
                      <a:cubicBezTo>
                        <a:pt x="33" y="303"/>
                        <a:pt x="33" y="218"/>
                        <a:pt x="33" y="149"/>
                      </a:cubicBezTo>
                      <a:cubicBezTo>
                        <a:pt x="16" y="101"/>
                        <a:pt x="16" y="32"/>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1"/>
                <p:cNvSpPr/>
                <p:nvPr/>
              </p:nvSpPr>
              <p:spPr>
                <a:xfrm>
                  <a:off x="3773981" y="1785065"/>
                  <a:ext cx="45094" cy="8542"/>
                </a:xfrm>
                <a:custGeom>
                  <a:rect b="b" l="l" r="r" t="t"/>
                  <a:pathLst>
                    <a:path extrusionOk="0" h="86" w="454">
                      <a:moveTo>
                        <a:pt x="421" y="1"/>
                      </a:moveTo>
                      <a:cubicBezTo>
                        <a:pt x="368" y="1"/>
                        <a:pt x="304" y="17"/>
                        <a:pt x="235" y="17"/>
                      </a:cubicBezTo>
                      <a:cubicBezTo>
                        <a:pt x="166" y="33"/>
                        <a:pt x="102" y="53"/>
                        <a:pt x="49" y="70"/>
                      </a:cubicBezTo>
                      <a:lnTo>
                        <a:pt x="1" y="70"/>
                      </a:lnTo>
                      <a:cubicBezTo>
                        <a:pt x="1" y="86"/>
                        <a:pt x="33" y="86"/>
                        <a:pt x="49" y="86"/>
                      </a:cubicBezTo>
                      <a:cubicBezTo>
                        <a:pt x="102" y="86"/>
                        <a:pt x="166" y="70"/>
                        <a:pt x="235" y="53"/>
                      </a:cubicBezTo>
                      <a:cubicBezTo>
                        <a:pt x="320" y="53"/>
                        <a:pt x="368" y="17"/>
                        <a:pt x="421" y="17"/>
                      </a:cubicBezTo>
                      <a:cubicBezTo>
                        <a:pt x="437" y="1"/>
                        <a:pt x="437" y="1"/>
                        <a:pt x="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1"/>
                <p:cNvSpPr/>
                <p:nvPr/>
              </p:nvSpPr>
              <p:spPr>
                <a:xfrm>
                  <a:off x="3835761" y="1785065"/>
                  <a:ext cx="287447" cy="37048"/>
                </a:xfrm>
                <a:custGeom>
                  <a:rect b="b" l="l" r="r" t="t"/>
                  <a:pathLst>
                    <a:path extrusionOk="0" h="373" w="2894">
                      <a:moveTo>
                        <a:pt x="1" y="1"/>
                      </a:moveTo>
                      <a:cubicBezTo>
                        <a:pt x="33" y="17"/>
                        <a:pt x="86" y="17"/>
                        <a:pt x="134" y="17"/>
                      </a:cubicBezTo>
                      <a:cubicBezTo>
                        <a:pt x="86" y="17"/>
                        <a:pt x="33" y="1"/>
                        <a:pt x="1" y="1"/>
                      </a:cubicBezTo>
                      <a:close/>
                      <a:moveTo>
                        <a:pt x="134" y="17"/>
                      </a:moveTo>
                      <a:cubicBezTo>
                        <a:pt x="203" y="33"/>
                        <a:pt x="251" y="53"/>
                        <a:pt x="336" y="70"/>
                      </a:cubicBezTo>
                      <a:cubicBezTo>
                        <a:pt x="469" y="86"/>
                        <a:pt x="639" y="134"/>
                        <a:pt x="825" y="171"/>
                      </a:cubicBezTo>
                      <a:lnTo>
                        <a:pt x="894" y="171"/>
                      </a:lnTo>
                      <a:cubicBezTo>
                        <a:pt x="926" y="171"/>
                        <a:pt x="942" y="187"/>
                        <a:pt x="974" y="187"/>
                      </a:cubicBezTo>
                      <a:cubicBezTo>
                        <a:pt x="1027" y="187"/>
                        <a:pt x="1075" y="187"/>
                        <a:pt x="1128" y="203"/>
                      </a:cubicBezTo>
                      <a:lnTo>
                        <a:pt x="1197" y="203"/>
                      </a:lnTo>
                      <a:cubicBezTo>
                        <a:pt x="1229" y="203"/>
                        <a:pt x="1245" y="219"/>
                        <a:pt x="1277" y="219"/>
                      </a:cubicBezTo>
                      <a:cubicBezTo>
                        <a:pt x="1330" y="219"/>
                        <a:pt x="1378" y="235"/>
                        <a:pt x="1447" y="235"/>
                      </a:cubicBezTo>
                      <a:cubicBezTo>
                        <a:pt x="1649" y="288"/>
                        <a:pt x="1867" y="288"/>
                        <a:pt x="2053" y="320"/>
                      </a:cubicBezTo>
                      <a:cubicBezTo>
                        <a:pt x="2154" y="336"/>
                        <a:pt x="2239" y="336"/>
                        <a:pt x="2324" y="356"/>
                      </a:cubicBezTo>
                      <a:lnTo>
                        <a:pt x="2558" y="356"/>
                      </a:lnTo>
                      <a:cubicBezTo>
                        <a:pt x="2712" y="356"/>
                        <a:pt x="2829" y="373"/>
                        <a:pt x="2893" y="373"/>
                      </a:cubicBezTo>
                      <a:cubicBezTo>
                        <a:pt x="2829" y="356"/>
                        <a:pt x="2712" y="356"/>
                        <a:pt x="2558" y="336"/>
                      </a:cubicBezTo>
                      <a:lnTo>
                        <a:pt x="2441" y="336"/>
                      </a:lnTo>
                      <a:cubicBezTo>
                        <a:pt x="2409" y="336"/>
                        <a:pt x="2372" y="336"/>
                        <a:pt x="2324" y="320"/>
                      </a:cubicBezTo>
                      <a:cubicBezTo>
                        <a:pt x="2239" y="320"/>
                        <a:pt x="2154" y="304"/>
                        <a:pt x="2053" y="288"/>
                      </a:cubicBezTo>
                      <a:cubicBezTo>
                        <a:pt x="1867" y="272"/>
                        <a:pt x="1665" y="255"/>
                        <a:pt x="1447" y="219"/>
                      </a:cubicBezTo>
                      <a:cubicBezTo>
                        <a:pt x="1399" y="203"/>
                        <a:pt x="1330" y="187"/>
                        <a:pt x="1277" y="187"/>
                      </a:cubicBezTo>
                      <a:cubicBezTo>
                        <a:pt x="1261" y="187"/>
                        <a:pt x="1229" y="187"/>
                        <a:pt x="1213" y="171"/>
                      </a:cubicBezTo>
                      <a:lnTo>
                        <a:pt x="1128" y="171"/>
                      </a:lnTo>
                      <a:cubicBezTo>
                        <a:pt x="1075" y="154"/>
                        <a:pt x="1027" y="154"/>
                        <a:pt x="974" y="154"/>
                      </a:cubicBezTo>
                      <a:lnTo>
                        <a:pt x="910" y="154"/>
                      </a:lnTo>
                      <a:cubicBezTo>
                        <a:pt x="873" y="134"/>
                        <a:pt x="857" y="134"/>
                        <a:pt x="825" y="134"/>
                      </a:cubicBezTo>
                      <a:cubicBezTo>
                        <a:pt x="639" y="102"/>
                        <a:pt x="469" y="70"/>
                        <a:pt x="336" y="53"/>
                      </a:cubicBezTo>
                      <a:cubicBezTo>
                        <a:pt x="251" y="33"/>
                        <a:pt x="203" y="17"/>
                        <a:pt x="134"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4128273" y="1556022"/>
                  <a:ext cx="3377" cy="260927"/>
                </a:xfrm>
                <a:custGeom>
                  <a:rect b="b" l="l" r="r" t="t"/>
                  <a:pathLst>
                    <a:path extrusionOk="0" h="2627" w="34">
                      <a:moveTo>
                        <a:pt x="33" y="0"/>
                      </a:moveTo>
                      <a:cubicBezTo>
                        <a:pt x="33" y="0"/>
                        <a:pt x="33" y="154"/>
                        <a:pt x="17" y="404"/>
                      </a:cubicBezTo>
                      <a:lnTo>
                        <a:pt x="17" y="606"/>
                      </a:lnTo>
                      <a:lnTo>
                        <a:pt x="17" y="845"/>
                      </a:lnTo>
                      <a:lnTo>
                        <a:pt x="17" y="1366"/>
                      </a:lnTo>
                      <a:lnTo>
                        <a:pt x="17" y="1652"/>
                      </a:lnTo>
                      <a:lnTo>
                        <a:pt x="17" y="1903"/>
                      </a:lnTo>
                      <a:cubicBezTo>
                        <a:pt x="1" y="2073"/>
                        <a:pt x="1" y="2206"/>
                        <a:pt x="1" y="2339"/>
                      </a:cubicBezTo>
                      <a:lnTo>
                        <a:pt x="1" y="2626"/>
                      </a:lnTo>
                      <a:cubicBezTo>
                        <a:pt x="1" y="2561"/>
                        <a:pt x="17" y="2460"/>
                        <a:pt x="17" y="2339"/>
                      </a:cubicBezTo>
                      <a:cubicBezTo>
                        <a:pt x="33" y="2206"/>
                        <a:pt x="33" y="2073"/>
                        <a:pt x="33" y="1903"/>
                      </a:cubicBezTo>
                      <a:lnTo>
                        <a:pt x="33" y="1652"/>
                      </a:lnTo>
                      <a:lnTo>
                        <a:pt x="33" y="1366"/>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4111487" y="1822014"/>
                  <a:ext cx="3675" cy="118892"/>
                </a:xfrm>
                <a:custGeom>
                  <a:rect b="b" l="l" r="r" t="t"/>
                  <a:pathLst>
                    <a:path extrusionOk="0" h="1197" w="37">
                      <a:moveTo>
                        <a:pt x="16" y="1"/>
                      </a:moveTo>
                      <a:cubicBezTo>
                        <a:pt x="16" y="1"/>
                        <a:pt x="0" y="267"/>
                        <a:pt x="0" y="607"/>
                      </a:cubicBezTo>
                      <a:cubicBezTo>
                        <a:pt x="0" y="756"/>
                        <a:pt x="0" y="909"/>
                        <a:pt x="16" y="1010"/>
                      </a:cubicBezTo>
                      <a:cubicBezTo>
                        <a:pt x="16" y="1128"/>
                        <a:pt x="37" y="1196"/>
                        <a:pt x="37" y="1196"/>
                      </a:cubicBezTo>
                      <a:lnTo>
                        <a:pt x="37" y="1010"/>
                      </a:lnTo>
                      <a:cubicBezTo>
                        <a:pt x="16" y="909"/>
                        <a:pt x="37" y="756"/>
                        <a:pt x="16" y="607"/>
                      </a:cubicBezTo>
                      <a:cubicBezTo>
                        <a:pt x="37" y="267"/>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3818975" y="1788343"/>
                  <a:ext cx="3278" cy="150577"/>
                </a:xfrm>
                <a:custGeom>
                  <a:rect b="b" l="l" r="r" t="t"/>
                  <a:pathLst>
                    <a:path extrusionOk="0" h="1516" w="33">
                      <a:moveTo>
                        <a:pt x="16" y="0"/>
                      </a:moveTo>
                      <a:cubicBezTo>
                        <a:pt x="16" y="20"/>
                        <a:pt x="16" y="20"/>
                        <a:pt x="0" y="53"/>
                      </a:cubicBezTo>
                      <a:lnTo>
                        <a:pt x="0" y="222"/>
                      </a:lnTo>
                      <a:lnTo>
                        <a:pt x="0" y="340"/>
                      </a:lnTo>
                      <a:lnTo>
                        <a:pt x="0" y="473"/>
                      </a:lnTo>
                      <a:lnTo>
                        <a:pt x="0" y="776"/>
                      </a:lnTo>
                      <a:lnTo>
                        <a:pt x="0" y="1095"/>
                      </a:lnTo>
                      <a:lnTo>
                        <a:pt x="0" y="1349"/>
                      </a:lnTo>
                      <a:cubicBezTo>
                        <a:pt x="16" y="1434"/>
                        <a:pt x="16" y="1483"/>
                        <a:pt x="33" y="1515"/>
                      </a:cubicBezTo>
                      <a:cubicBezTo>
                        <a:pt x="33" y="1483"/>
                        <a:pt x="16" y="1414"/>
                        <a:pt x="16" y="1349"/>
                      </a:cubicBezTo>
                      <a:cubicBezTo>
                        <a:pt x="16" y="1281"/>
                        <a:pt x="33" y="1196"/>
                        <a:pt x="33" y="1095"/>
                      </a:cubicBezTo>
                      <a:lnTo>
                        <a:pt x="33" y="776"/>
                      </a:lnTo>
                      <a:lnTo>
                        <a:pt x="33" y="473"/>
                      </a:lnTo>
                      <a:lnTo>
                        <a:pt x="33" y="340"/>
                      </a:lnTo>
                      <a:cubicBezTo>
                        <a:pt x="16" y="287"/>
                        <a:pt x="16" y="255"/>
                        <a:pt x="16" y="222"/>
                      </a:cubicBezTo>
                      <a:lnTo>
                        <a:pt x="16" y="53"/>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3910851" y="1833635"/>
                  <a:ext cx="3675" cy="105285"/>
                </a:xfrm>
                <a:custGeom>
                  <a:rect b="b" l="l" r="r" t="t"/>
                  <a:pathLst>
                    <a:path extrusionOk="0" h="1060" w="37">
                      <a:moveTo>
                        <a:pt x="37" y="1"/>
                      </a:moveTo>
                      <a:cubicBezTo>
                        <a:pt x="37" y="1"/>
                        <a:pt x="16" y="69"/>
                        <a:pt x="16" y="150"/>
                      </a:cubicBezTo>
                      <a:cubicBezTo>
                        <a:pt x="16" y="251"/>
                        <a:pt x="0" y="389"/>
                        <a:pt x="0" y="538"/>
                      </a:cubicBezTo>
                      <a:cubicBezTo>
                        <a:pt x="0" y="675"/>
                        <a:pt x="0" y="809"/>
                        <a:pt x="16" y="910"/>
                      </a:cubicBezTo>
                      <a:lnTo>
                        <a:pt x="16" y="1027"/>
                      </a:lnTo>
                      <a:lnTo>
                        <a:pt x="37" y="1059"/>
                      </a:lnTo>
                      <a:lnTo>
                        <a:pt x="37" y="910"/>
                      </a:lnTo>
                      <a:lnTo>
                        <a:pt x="37" y="538"/>
                      </a:lnTo>
                      <a:lnTo>
                        <a:pt x="37" y="150"/>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3916016" y="1832046"/>
                  <a:ext cx="116906" cy="14998"/>
                </a:xfrm>
                <a:custGeom>
                  <a:rect b="b" l="l" r="r" t="t"/>
                  <a:pathLst>
                    <a:path extrusionOk="0" h="151" w="1177">
                      <a:moveTo>
                        <a:pt x="1" y="1"/>
                      </a:moveTo>
                      <a:cubicBezTo>
                        <a:pt x="1" y="1"/>
                        <a:pt x="17" y="1"/>
                        <a:pt x="49" y="17"/>
                      </a:cubicBezTo>
                      <a:lnTo>
                        <a:pt x="102" y="17"/>
                      </a:lnTo>
                      <a:cubicBezTo>
                        <a:pt x="86" y="17"/>
                        <a:pt x="65" y="1"/>
                        <a:pt x="49" y="1"/>
                      </a:cubicBezTo>
                      <a:close/>
                      <a:moveTo>
                        <a:pt x="102" y="17"/>
                      </a:moveTo>
                      <a:cubicBezTo>
                        <a:pt x="118" y="17"/>
                        <a:pt x="150" y="33"/>
                        <a:pt x="166" y="33"/>
                      </a:cubicBezTo>
                      <a:cubicBezTo>
                        <a:pt x="219" y="33"/>
                        <a:pt x="288" y="49"/>
                        <a:pt x="352" y="49"/>
                      </a:cubicBezTo>
                      <a:cubicBezTo>
                        <a:pt x="437" y="49"/>
                        <a:pt x="506" y="49"/>
                        <a:pt x="591" y="65"/>
                      </a:cubicBezTo>
                      <a:cubicBezTo>
                        <a:pt x="639" y="65"/>
                        <a:pt x="671" y="65"/>
                        <a:pt x="708" y="85"/>
                      </a:cubicBezTo>
                      <a:cubicBezTo>
                        <a:pt x="756" y="85"/>
                        <a:pt x="793" y="85"/>
                        <a:pt x="825" y="102"/>
                      </a:cubicBezTo>
                      <a:cubicBezTo>
                        <a:pt x="894" y="102"/>
                        <a:pt x="958" y="102"/>
                        <a:pt x="1011" y="118"/>
                      </a:cubicBezTo>
                      <a:cubicBezTo>
                        <a:pt x="1075" y="118"/>
                        <a:pt x="1112" y="118"/>
                        <a:pt x="1144" y="134"/>
                      </a:cubicBezTo>
                      <a:cubicBezTo>
                        <a:pt x="1112" y="118"/>
                        <a:pt x="1075" y="102"/>
                        <a:pt x="1011" y="102"/>
                      </a:cubicBezTo>
                      <a:cubicBezTo>
                        <a:pt x="958" y="85"/>
                        <a:pt x="894" y="65"/>
                        <a:pt x="825" y="65"/>
                      </a:cubicBezTo>
                      <a:cubicBezTo>
                        <a:pt x="793" y="65"/>
                        <a:pt x="756" y="49"/>
                        <a:pt x="724" y="49"/>
                      </a:cubicBezTo>
                      <a:cubicBezTo>
                        <a:pt x="671" y="33"/>
                        <a:pt x="639" y="33"/>
                        <a:pt x="591" y="33"/>
                      </a:cubicBezTo>
                      <a:cubicBezTo>
                        <a:pt x="522" y="17"/>
                        <a:pt x="437" y="17"/>
                        <a:pt x="368" y="17"/>
                      </a:cubicBezTo>
                      <a:close/>
                      <a:moveTo>
                        <a:pt x="1144" y="134"/>
                      </a:moveTo>
                      <a:cubicBezTo>
                        <a:pt x="1160" y="134"/>
                        <a:pt x="1160" y="150"/>
                        <a:pt x="1176" y="150"/>
                      </a:cubicBezTo>
                      <a:cubicBezTo>
                        <a:pt x="1160" y="134"/>
                        <a:pt x="1160" y="134"/>
                        <a:pt x="1144" y="1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4029643" y="1848534"/>
                  <a:ext cx="3278" cy="90386"/>
                </a:xfrm>
                <a:custGeom>
                  <a:rect b="b" l="l" r="r" t="t"/>
                  <a:pathLst>
                    <a:path extrusionOk="0" h="910" w="33">
                      <a:moveTo>
                        <a:pt x="16" y="0"/>
                      </a:moveTo>
                      <a:cubicBezTo>
                        <a:pt x="16" y="20"/>
                        <a:pt x="16" y="37"/>
                        <a:pt x="0" y="53"/>
                      </a:cubicBezTo>
                      <a:lnTo>
                        <a:pt x="0" y="101"/>
                      </a:lnTo>
                      <a:lnTo>
                        <a:pt x="0" y="255"/>
                      </a:lnTo>
                      <a:lnTo>
                        <a:pt x="0" y="441"/>
                      </a:lnTo>
                      <a:cubicBezTo>
                        <a:pt x="0" y="707"/>
                        <a:pt x="32" y="909"/>
                        <a:pt x="32" y="909"/>
                      </a:cubicBezTo>
                      <a:lnTo>
                        <a:pt x="32" y="441"/>
                      </a:lnTo>
                      <a:cubicBezTo>
                        <a:pt x="32" y="372"/>
                        <a:pt x="32" y="323"/>
                        <a:pt x="16" y="255"/>
                      </a:cubicBezTo>
                      <a:lnTo>
                        <a:pt x="16" y="101"/>
                      </a:lnTo>
                      <a:lnTo>
                        <a:pt x="16" y="53"/>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1"/>
                <p:cNvSpPr/>
                <p:nvPr/>
              </p:nvSpPr>
              <p:spPr>
                <a:xfrm>
                  <a:off x="3977796" y="1840488"/>
                  <a:ext cx="3377" cy="90386"/>
                </a:xfrm>
                <a:custGeom>
                  <a:rect b="b" l="l" r="r" t="t"/>
                  <a:pathLst>
                    <a:path extrusionOk="0" h="910" w="34">
                      <a:moveTo>
                        <a:pt x="1" y="0"/>
                      </a:moveTo>
                      <a:lnTo>
                        <a:pt x="1" y="150"/>
                      </a:lnTo>
                      <a:lnTo>
                        <a:pt x="1" y="505"/>
                      </a:lnTo>
                      <a:lnTo>
                        <a:pt x="1" y="857"/>
                      </a:lnTo>
                      <a:lnTo>
                        <a:pt x="1" y="889"/>
                      </a:lnTo>
                      <a:cubicBezTo>
                        <a:pt x="17" y="889"/>
                        <a:pt x="17" y="909"/>
                        <a:pt x="17" y="909"/>
                      </a:cubicBezTo>
                      <a:lnTo>
                        <a:pt x="17" y="889"/>
                      </a:lnTo>
                      <a:lnTo>
                        <a:pt x="17" y="857"/>
                      </a:lnTo>
                      <a:cubicBezTo>
                        <a:pt x="17" y="808"/>
                        <a:pt x="17" y="756"/>
                        <a:pt x="33" y="687"/>
                      </a:cubicBezTo>
                      <a:lnTo>
                        <a:pt x="33" y="505"/>
                      </a:lnTo>
                      <a:cubicBezTo>
                        <a:pt x="33" y="368"/>
                        <a:pt x="17" y="235"/>
                        <a:pt x="17" y="150"/>
                      </a:cubicBezTo>
                      <a:cubicBezTo>
                        <a:pt x="1" y="49"/>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1"/>
                <p:cNvSpPr/>
                <p:nvPr/>
              </p:nvSpPr>
              <p:spPr>
                <a:xfrm>
                  <a:off x="3829007" y="1430077"/>
                  <a:ext cx="306219" cy="122766"/>
                </a:xfrm>
                <a:custGeom>
                  <a:rect b="b" l="l" r="r" t="t"/>
                  <a:pathLst>
                    <a:path extrusionOk="0" h="1236" w="3083">
                      <a:moveTo>
                        <a:pt x="34" y="1"/>
                      </a:moveTo>
                      <a:cubicBezTo>
                        <a:pt x="22" y="1"/>
                        <a:pt x="11" y="2"/>
                        <a:pt x="0" y="8"/>
                      </a:cubicBezTo>
                      <a:lnTo>
                        <a:pt x="101" y="8"/>
                      </a:lnTo>
                      <a:cubicBezTo>
                        <a:pt x="80" y="8"/>
                        <a:pt x="56" y="1"/>
                        <a:pt x="34" y="1"/>
                      </a:cubicBezTo>
                      <a:close/>
                      <a:moveTo>
                        <a:pt x="101" y="8"/>
                      </a:moveTo>
                      <a:cubicBezTo>
                        <a:pt x="134" y="24"/>
                        <a:pt x="186" y="40"/>
                        <a:pt x="255" y="56"/>
                      </a:cubicBezTo>
                      <a:cubicBezTo>
                        <a:pt x="202" y="40"/>
                        <a:pt x="154" y="24"/>
                        <a:pt x="101" y="8"/>
                      </a:cubicBezTo>
                      <a:close/>
                      <a:moveTo>
                        <a:pt x="255" y="56"/>
                      </a:moveTo>
                      <a:lnTo>
                        <a:pt x="255" y="56"/>
                      </a:lnTo>
                      <a:cubicBezTo>
                        <a:pt x="303" y="93"/>
                        <a:pt x="372" y="109"/>
                        <a:pt x="437" y="141"/>
                      </a:cubicBezTo>
                      <a:cubicBezTo>
                        <a:pt x="521" y="157"/>
                        <a:pt x="590" y="194"/>
                        <a:pt x="675" y="226"/>
                      </a:cubicBezTo>
                      <a:cubicBezTo>
                        <a:pt x="723" y="242"/>
                        <a:pt x="760" y="274"/>
                        <a:pt x="808" y="295"/>
                      </a:cubicBezTo>
                      <a:cubicBezTo>
                        <a:pt x="840" y="311"/>
                        <a:pt x="893" y="343"/>
                        <a:pt x="925" y="359"/>
                      </a:cubicBezTo>
                      <a:cubicBezTo>
                        <a:pt x="1026" y="396"/>
                        <a:pt x="1127" y="444"/>
                        <a:pt x="1228" y="476"/>
                      </a:cubicBezTo>
                      <a:cubicBezTo>
                        <a:pt x="1244" y="497"/>
                        <a:pt x="1281" y="513"/>
                        <a:pt x="1297" y="513"/>
                      </a:cubicBezTo>
                      <a:cubicBezTo>
                        <a:pt x="1329" y="529"/>
                        <a:pt x="1345" y="545"/>
                        <a:pt x="1382" y="545"/>
                      </a:cubicBezTo>
                      <a:cubicBezTo>
                        <a:pt x="1430" y="577"/>
                        <a:pt x="1483" y="614"/>
                        <a:pt x="1531" y="630"/>
                      </a:cubicBezTo>
                      <a:cubicBezTo>
                        <a:pt x="1584" y="662"/>
                        <a:pt x="1632" y="699"/>
                        <a:pt x="1685" y="715"/>
                      </a:cubicBezTo>
                      <a:cubicBezTo>
                        <a:pt x="1733" y="747"/>
                        <a:pt x="1786" y="763"/>
                        <a:pt x="1834" y="800"/>
                      </a:cubicBezTo>
                      <a:cubicBezTo>
                        <a:pt x="1887" y="816"/>
                        <a:pt x="1935" y="832"/>
                        <a:pt x="1988" y="848"/>
                      </a:cubicBezTo>
                      <a:cubicBezTo>
                        <a:pt x="2036" y="864"/>
                        <a:pt x="2089" y="880"/>
                        <a:pt x="2137" y="901"/>
                      </a:cubicBezTo>
                      <a:cubicBezTo>
                        <a:pt x="2190" y="917"/>
                        <a:pt x="2238" y="933"/>
                        <a:pt x="2275" y="949"/>
                      </a:cubicBezTo>
                      <a:cubicBezTo>
                        <a:pt x="2323" y="965"/>
                        <a:pt x="2355" y="981"/>
                        <a:pt x="2408" y="1002"/>
                      </a:cubicBezTo>
                      <a:cubicBezTo>
                        <a:pt x="2493" y="1034"/>
                        <a:pt x="2557" y="1066"/>
                        <a:pt x="2642" y="1103"/>
                      </a:cubicBezTo>
                      <a:cubicBezTo>
                        <a:pt x="2711" y="1119"/>
                        <a:pt x="2780" y="1135"/>
                        <a:pt x="2844" y="1151"/>
                      </a:cubicBezTo>
                      <a:cubicBezTo>
                        <a:pt x="2860" y="1151"/>
                        <a:pt x="2897" y="1167"/>
                        <a:pt x="2929" y="1167"/>
                      </a:cubicBezTo>
                      <a:cubicBezTo>
                        <a:pt x="2897" y="1151"/>
                        <a:pt x="2881" y="1151"/>
                        <a:pt x="2844" y="1135"/>
                      </a:cubicBezTo>
                      <a:cubicBezTo>
                        <a:pt x="2780" y="1119"/>
                        <a:pt x="2711" y="1103"/>
                        <a:pt x="2642" y="1082"/>
                      </a:cubicBezTo>
                      <a:cubicBezTo>
                        <a:pt x="2578" y="1050"/>
                        <a:pt x="2493" y="1018"/>
                        <a:pt x="2408" y="981"/>
                      </a:cubicBezTo>
                      <a:cubicBezTo>
                        <a:pt x="2376" y="965"/>
                        <a:pt x="2323" y="949"/>
                        <a:pt x="2291" y="933"/>
                      </a:cubicBezTo>
                      <a:cubicBezTo>
                        <a:pt x="2238" y="917"/>
                        <a:pt x="2190" y="901"/>
                        <a:pt x="2137" y="880"/>
                      </a:cubicBezTo>
                      <a:cubicBezTo>
                        <a:pt x="2105" y="864"/>
                        <a:pt x="2052" y="848"/>
                        <a:pt x="2004" y="816"/>
                      </a:cubicBezTo>
                      <a:cubicBezTo>
                        <a:pt x="1951" y="800"/>
                        <a:pt x="1903" y="779"/>
                        <a:pt x="1850" y="763"/>
                      </a:cubicBezTo>
                      <a:cubicBezTo>
                        <a:pt x="1802" y="731"/>
                        <a:pt x="1749" y="715"/>
                        <a:pt x="1701" y="678"/>
                      </a:cubicBezTo>
                      <a:cubicBezTo>
                        <a:pt x="1648" y="662"/>
                        <a:pt x="1600" y="630"/>
                        <a:pt x="1547" y="614"/>
                      </a:cubicBezTo>
                      <a:cubicBezTo>
                        <a:pt x="1499" y="577"/>
                        <a:pt x="1446" y="545"/>
                        <a:pt x="1398" y="529"/>
                      </a:cubicBezTo>
                      <a:cubicBezTo>
                        <a:pt x="1366" y="513"/>
                        <a:pt x="1345" y="497"/>
                        <a:pt x="1313" y="497"/>
                      </a:cubicBezTo>
                      <a:cubicBezTo>
                        <a:pt x="1297" y="476"/>
                        <a:pt x="1265" y="460"/>
                        <a:pt x="1244" y="460"/>
                      </a:cubicBezTo>
                      <a:cubicBezTo>
                        <a:pt x="1127" y="412"/>
                        <a:pt x="1042" y="375"/>
                        <a:pt x="941" y="327"/>
                      </a:cubicBezTo>
                      <a:cubicBezTo>
                        <a:pt x="893" y="311"/>
                        <a:pt x="861" y="295"/>
                        <a:pt x="808" y="258"/>
                      </a:cubicBezTo>
                      <a:cubicBezTo>
                        <a:pt x="776" y="242"/>
                        <a:pt x="723" y="226"/>
                        <a:pt x="691" y="210"/>
                      </a:cubicBezTo>
                      <a:cubicBezTo>
                        <a:pt x="606" y="174"/>
                        <a:pt x="521" y="141"/>
                        <a:pt x="457" y="125"/>
                      </a:cubicBezTo>
                      <a:cubicBezTo>
                        <a:pt x="372" y="93"/>
                        <a:pt x="303" y="73"/>
                        <a:pt x="255" y="56"/>
                      </a:cubicBezTo>
                      <a:close/>
                      <a:moveTo>
                        <a:pt x="2929" y="1167"/>
                      </a:moveTo>
                      <a:cubicBezTo>
                        <a:pt x="2945" y="1183"/>
                        <a:pt x="2961" y="1183"/>
                        <a:pt x="2998" y="1183"/>
                      </a:cubicBezTo>
                      <a:cubicBezTo>
                        <a:pt x="2981" y="1183"/>
                        <a:pt x="2945" y="1167"/>
                        <a:pt x="2929" y="1167"/>
                      </a:cubicBezTo>
                      <a:close/>
                      <a:moveTo>
                        <a:pt x="2998" y="1184"/>
                      </a:moveTo>
                      <a:lnTo>
                        <a:pt x="2998" y="1184"/>
                      </a:lnTo>
                      <a:cubicBezTo>
                        <a:pt x="3014" y="1204"/>
                        <a:pt x="3030" y="1204"/>
                        <a:pt x="3046" y="1220"/>
                      </a:cubicBezTo>
                      <a:cubicBezTo>
                        <a:pt x="3062" y="1220"/>
                        <a:pt x="3062" y="1220"/>
                        <a:pt x="3082" y="1236"/>
                      </a:cubicBezTo>
                      <a:cubicBezTo>
                        <a:pt x="3082" y="1220"/>
                        <a:pt x="3062" y="1220"/>
                        <a:pt x="3046" y="1204"/>
                      </a:cubicBezTo>
                      <a:cubicBezTo>
                        <a:pt x="3030" y="1204"/>
                        <a:pt x="3014" y="1204"/>
                        <a:pt x="2998" y="11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3870723" y="1447261"/>
                  <a:ext cx="6953" cy="339592"/>
                </a:xfrm>
                <a:custGeom>
                  <a:rect b="b" l="l" r="r" t="t"/>
                  <a:pathLst>
                    <a:path extrusionOk="0" h="3419" w="70">
                      <a:moveTo>
                        <a:pt x="69" y="1"/>
                      </a:moveTo>
                      <a:lnTo>
                        <a:pt x="69" y="1"/>
                      </a:lnTo>
                      <a:cubicBezTo>
                        <a:pt x="69" y="1"/>
                        <a:pt x="53" y="186"/>
                        <a:pt x="37" y="505"/>
                      </a:cubicBezTo>
                      <a:cubicBezTo>
                        <a:pt x="37" y="542"/>
                        <a:pt x="17" y="574"/>
                        <a:pt x="17" y="627"/>
                      </a:cubicBezTo>
                      <a:lnTo>
                        <a:pt x="17" y="760"/>
                      </a:lnTo>
                      <a:cubicBezTo>
                        <a:pt x="17" y="792"/>
                        <a:pt x="17" y="845"/>
                        <a:pt x="0" y="893"/>
                      </a:cubicBezTo>
                      <a:lnTo>
                        <a:pt x="0" y="1047"/>
                      </a:lnTo>
                      <a:lnTo>
                        <a:pt x="0" y="1196"/>
                      </a:lnTo>
                      <a:cubicBezTo>
                        <a:pt x="0" y="1265"/>
                        <a:pt x="17" y="1313"/>
                        <a:pt x="17" y="1366"/>
                      </a:cubicBezTo>
                      <a:lnTo>
                        <a:pt x="17" y="1717"/>
                      </a:lnTo>
                      <a:lnTo>
                        <a:pt x="17" y="2057"/>
                      </a:lnTo>
                      <a:lnTo>
                        <a:pt x="17" y="2376"/>
                      </a:lnTo>
                      <a:lnTo>
                        <a:pt x="17" y="2913"/>
                      </a:lnTo>
                      <a:cubicBezTo>
                        <a:pt x="17" y="3232"/>
                        <a:pt x="37" y="3418"/>
                        <a:pt x="37" y="3418"/>
                      </a:cubicBezTo>
                      <a:lnTo>
                        <a:pt x="37" y="2913"/>
                      </a:lnTo>
                      <a:cubicBezTo>
                        <a:pt x="37" y="2764"/>
                        <a:pt x="37" y="2578"/>
                        <a:pt x="53" y="2376"/>
                      </a:cubicBezTo>
                      <a:lnTo>
                        <a:pt x="53" y="2057"/>
                      </a:lnTo>
                      <a:lnTo>
                        <a:pt x="53" y="1717"/>
                      </a:lnTo>
                      <a:cubicBezTo>
                        <a:pt x="53" y="1584"/>
                        <a:pt x="53" y="1483"/>
                        <a:pt x="37" y="1366"/>
                      </a:cubicBezTo>
                      <a:lnTo>
                        <a:pt x="37" y="1196"/>
                      </a:lnTo>
                      <a:lnTo>
                        <a:pt x="37" y="1047"/>
                      </a:lnTo>
                      <a:lnTo>
                        <a:pt x="37" y="893"/>
                      </a:lnTo>
                      <a:lnTo>
                        <a:pt x="37" y="760"/>
                      </a:lnTo>
                      <a:lnTo>
                        <a:pt x="37" y="627"/>
                      </a:lnTo>
                      <a:cubicBezTo>
                        <a:pt x="53" y="590"/>
                        <a:pt x="53" y="542"/>
                        <a:pt x="53" y="505"/>
                      </a:cubicBezTo>
                      <a:cubicBezTo>
                        <a:pt x="69" y="186"/>
                        <a:pt x="69" y="1"/>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3926047" y="1489374"/>
                  <a:ext cx="3377" cy="301054"/>
                </a:xfrm>
                <a:custGeom>
                  <a:rect b="b" l="l" r="r" t="t"/>
                  <a:pathLst>
                    <a:path extrusionOk="0" h="3031" w="34">
                      <a:moveTo>
                        <a:pt x="1" y="1"/>
                      </a:moveTo>
                      <a:lnTo>
                        <a:pt x="1" y="150"/>
                      </a:lnTo>
                      <a:lnTo>
                        <a:pt x="1" y="336"/>
                      </a:lnTo>
                      <a:lnTo>
                        <a:pt x="1" y="841"/>
                      </a:lnTo>
                      <a:lnTo>
                        <a:pt x="1" y="1463"/>
                      </a:lnTo>
                      <a:cubicBezTo>
                        <a:pt x="1" y="1883"/>
                        <a:pt x="17" y="2287"/>
                        <a:pt x="17" y="2574"/>
                      </a:cubicBezTo>
                      <a:cubicBezTo>
                        <a:pt x="33" y="2861"/>
                        <a:pt x="33" y="3030"/>
                        <a:pt x="33" y="3030"/>
                      </a:cubicBezTo>
                      <a:lnTo>
                        <a:pt x="33" y="2574"/>
                      </a:lnTo>
                      <a:lnTo>
                        <a:pt x="33" y="1463"/>
                      </a:lnTo>
                      <a:cubicBezTo>
                        <a:pt x="33" y="1245"/>
                        <a:pt x="17" y="1027"/>
                        <a:pt x="33" y="841"/>
                      </a:cubicBezTo>
                      <a:cubicBezTo>
                        <a:pt x="33" y="655"/>
                        <a:pt x="33" y="485"/>
                        <a:pt x="17" y="336"/>
                      </a:cubicBezTo>
                      <a:lnTo>
                        <a:pt x="17" y="150"/>
                      </a:lnTo>
                      <a:cubicBezTo>
                        <a:pt x="1" y="81"/>
                        <a:pt x="1" y="3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1"/>
                <p:cNvSpPr/>
                <p:nvPr/>
              </p:nvSpPr>
              <p:spPr>
                <a:xfrm>
                  <a:off x="3974617" y="1499406"/>
                  <a:ext cx="6555" cy="304232"/>
                </a:xfrm>
                <a:custGeom>
                  <a:rect b="b" l="l" r="r" t="t"/>
                  <a:pathLst>
                    <a:path extrusionOk="0" h="3063" w="66">
                      <a:moveTo>
                        <a:pt x="49" y="1"/>
                      </a:moveTo>
                      <a:cubicBezTo>
                        <a:pt x="49" y="1"/>
                        <a:pt x="33" y="33"/>
                        <a:pt x="33" y="118"/>
                      </a:cubicBezTo>
                      <a:lnTo>
                        <a:pt x="33" y="251"/>
                      </a:lnTo>
                      <a:lnTo>
                        <a:pt x="33" y="437"/>
                      </a:lnTo>
                      <a:cubicBezTo>
                        <a:pt x="17" y="724"/>
                        <a:pt x="1" y="1112"/>
                        <a:pt x="1" y="1532"/>
                      </a:cubicBezTo>
                      <a:lnTo>
                        <a:pt x="1" y="1851"/>
                      </a:lnTo>
                      <a:cubicBezTo>
                        <a:pt x="1" y="1883"/>
                        <a:pt x="1" y="1936"/>
                        <a:pt x="17" y="1984"/>
                      </a:cubicBezTo>
                      <a:lnTo>
                        <a:pt x="17" y="2138"/>
                      </a:lnTo>
                      <a:cubicBezTo>
                        <a:pt x="33" y="2323"/>
                        <a:pt x="33" y="2473"/>
                        <a:pt x="33" y="2626"/>
                      </a:cubicBezTo>
                      <a:cubicBezTo>
                        <a:pt x="33" y="2760"/>
                        <a:pt x="49" y="2877"/>
                        <a:pt x="49" y="2946"/>
                      </a:cubicBezTo>
                      <a:cubicBezTo>
                        <a:pt x="65" y="3030"/>
                        <a:pt x="65" y="3063"/>
                        <a:pt x="65" y="3063"/>
                      </a:cubicBezTo>
                      <a:lnTo>
                        <a:pt x="65" y="2946"/>
                      </a:lnTo>
                      <a:cubicBezTo>
                        <a:pt x="49" y="2877"/>
                        <a:pt x="49" y="2760"/>
                        <a:pt x="49" y="2626"/>
                      </a:cubicBezTo>
                      <a:cubicBezTo>
                        <a:pt x="49" y="2473"/>
                        <a:pt x="65" y="2323"/>
                        <a:pt x="49" y="2138"/>
                      </a:cubicBezTo>
                      <a:cubicBezTo>
                        <a:pt x="49" y="2085"/>
                        <a:pt x="49" y="2037"/>
                        <a:pt x="33" y="1984"/>
                      </a:cubicBezTo>
                      <a:lnTo>
                        <a:pt x="33" y="1835"/>
                      </a:lnTo>
                      <a:lnTo>
                        <a:pt x="33" y="1532"/>
                      </a:lnTo>
                      <a:cubicBezTo>
                        <a:pt x="33" y="1112"/>
                        <a:pt x="33" y="724"/>
                        <a:pt x="49" y="437"/>
                      </a:cubicBezTo>
                      <a:lnTo>
                        <a:pt x="49" y="251"/>
                      </a:lnTo>
                      <a:lnTo>
                        <a:pt x="49" y="118"/>
                      </a:lnTo>
                      <a:lnTo>
                        <a:pt x="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1"/>
                <p:cNvSpPr/>
                <p:nvPr/>
              </p:nvSpPr>
              <p:spPr>
                <a:xfrm>
                  <a:off x="4026366" y="1527515"/>
                  <a:ext cx="4966" cy="282977"/>
                </a:xfrm>
                <a:custGeom>
                  <a:rect b="b" l="l" r="r" t="t"/>
                  <a:pathLst>
                    <a:path extrusionOk="0" h="2849" w="50">
                      <a:moveTo>
                        <a:pt x="33" y="0"/>
                      </a:moveTo>
                      <a:cubicBezTo>
                        <a:pt x="17" y="0"/>
                        <a:pt x="17" y="21"/>
                        <a:pt x="17" y="37"/>
                      </a:cubicBezTo>
                      <a:cubicBezTo>
                        <a:pt x="17" y="21"/>
                        <a:pt x="33" y="0"/>
                        <a:pt x="33" y="0"/>
                      </a:cubicBezTo>
                      <a:close/>
                      <a:moveTo>
                        <a:pt x="17" y="85"/>
                      </a:moveTo>
                      <a:cubicBezTo>
                        <a:pt x="1" y="154"/>
                        <a:pt x="1" y="255"/>
                        <a:pt x="17" y="388"/>
                      </a:cubicBezTo>
                      <a:lnTo>
                        <a:pt x="17" y="606"/>
                      </a:lnTo>
                      <a:lnTo>
                        <a:pt x="17" y="845"/>
                      </a:lnTo>
                      <a:lnTo>
                        <a:pt x="17" y="1414"/>
                      </a:lnTo>
                      <a:cubicBezTo>
                        <a:pt x="17" y="1802"/>
                        <a:pt x="33" y="2174"/>
                        <a:pt x="33" y="2424"/>
                      </a:cubicBezTo>
                      <a:cubicBezTo>
                        <a:pt x="49" y="2679"/>
                        <a:pt x="49" y="2848"/>
                        <a:pt x="49" y="2848"/>
                      </a:cubicBezTo>
                      <a:lnTo>
                        <a:pt x="49" y="2424"/>
                      </a:lnTo>
                      <a:lnTo>
                        <a:pt x="49" y="1414"/>
                      </a:lnTo>
                      <a:lnTo>
                        <a:pt x="49" y="845"/>
                      </a:lnTo>
                      <a:cubicBezTo>
                        <a:pt x="49" y="760"/>
                        <a:pt x="33" y="675"/>
                        <a:pt x="33" y="606"/>
                      </a:cubicBezTo>
                      <a:lnTo>
                        <a:pt x="33" y="388"/>
                      </a:lnTo>
                      <a:cubicBezTo>
                        <a:pt x="17" y="255"/>
                        <a:pt x="17" y="154"/>
                        <a:pt x="17" y="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4078114" y="1549565"/>
                  <a:ext cx="6953" cy="258940"/>
                </a:xfrm>
                <a:custGeom>
                  <a:rect b="b" l="l" r="r" t="t"/>
                  <a:pathLst>
                    <a:path extrusionOk="0" h="2607" w="70">
                      <a:moveTo>
                        <a:pt x="33" y="1"/>
                      </a:moveTo>
                      <a:lnTo>
                        <a:pt x="17" y="17"/>
                      </a:lnTo>
                      <a:lnTo>
                        <a:pt x="17" y="102"/>
                      </a:lnTo>
                      <a:cubicBezTo>
                        <a:pt x="17" y="65"/>
                        <a:pt x="17" y="33"/>
                        <a:pt x="33" y="17"/>
                      </a:cubicBezTo>
                      <a:lnTo>
                        <a:pt x="33" y="1"/>
                      </a:lnTo>
                      <a:close/>
                      <a:moveTo>
                        <a:pt x="17" y="102"/>
                      </a:moveTo>
                      <a:cubicBezTo>
                        <a:pt x="1" y="166"/>
                        <a:pt x="17" y="251"/>
                        <a:pt x="17" y="368"/>
                      </a:cubicBezTo>
                      <a:cubicBezTo>
                        <a:pt x="17" y="437"/>
                        <a:pt x="33" y="506"/>
                        <a:pt x="33" y="570"/>
                      </a:cubicBezTo>
                      <a:lnTo>
                        <a:pt x="33" y="788"/>
                      </a:lnTo>
                      <a:lnTo>
                        <a:pt x="33" y="1293"/>
                      </a:lnTo>
                      <a:cubicBezTo>
                        <a:pt x="33" y="2020"/>
                        <a:pt x="49" y="2606"/>
                        <a:pt x="49" y="2606"/>
                      </a:cubicBezTo>
                      <a:cubicBezTo>
                        <a:pt x="49" y="2606"/>
                        <a:pt x="70" y="2020"/>
                        <a:pt x="70" y="1293"/>
                      </a:cubicBezTo>
                      <a:lnTo>
                        <a:pt x="70" y="788"/>
                      </a:lnTo>
                      <a:cubicBezTo>
                        <a:pt x="70" y="708"/>
                        <a:pt x="49" y="639"/>
                        <a:pt x="49" y="570"/>
                      </a:cubicBezTo>
                      <a:cubicBezTo>
                        <a:pt x="49" y="506"/>
                        <a:pt x="49" y="437"/>
                        <a:pt x="33" y="368"/>
                      </a:cubicBezTo>
                      <a:cubicBezTo>
                        <a:pt x="17" y="251"/>
                        <a:pt x="17" y="166"/>
                        <a:pt x="17" y="1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3830596" y="1517483"/>
                  <a:ext cx="286155" cy="105582"/>
                </a:xfrm>
                <a:custGeom>
                  <a:rect b="b" l="l" r="r" t="t"/>
                  <a:pathLst>
                    <a:path extrusionOk="0" h="1063" w="2881">
                      <a:moveTo>
                        <a:pt x="0" y="0"/>
                      </a:moveTo>
                      <a:lnTo>
                        <a:pt x="0" y="0"/>
                      </a:lnTo>
                      <a:cubicBezTo>
                        <a:pt x="1" y="1"/>
                        <a:pt x="37" y="21"/>
                        <a:pt x="118" y="53"/>
                      </a:cubicBezTo>
                      <a:cubicBezTo>
                        <a:pt x="154" y="53"/>
                        <a:pt x="202" y="69"/>
                        <a:pt x="255" y="101"/>
                      </a:cubicBezTo>
                      <a:cubicBezTo>
                        <a:pt x="303" y="122"/>
                        <a:pt x="372" y="138"/>
                        <a:pt x="441" y="170"/>
                      </a:cubicBezTo>
                      <a:cubicBezTo>
                        <a:pt x="558" y="223"/>
                        <a:pt x="707" y="287"/>
                        <a:pt x="893" y="372"/>
                      </a:cubicBezTo>
                      <a:cubicBezTo>
                        <a:pt x="925" y="388"/>
                        <a:pt x="978" y="404"/>
                        <a:pt x="1026" y="425"/>
                      </a:cubicBezTo>
                      <a:cubicBezTo>
                        <a:pt x="1079" y="441"/>
                        <a:pt x="1127" y="457"/>
                        <a:pt x="1164" y="473"/>
                      </a:cubicBezTo>
                      <a:cubicBezTo>
                        <a:pt x="1212" y="489"/>
                        <a:pt x="1265" y="489"/>
                        <a:pt x="1313" y="505"/>
                      </a:cubicBezTo>
                      <a:cubicBezTo>
                        <a:pt x="1366" y="526"/>
                        <a:pt x="1414" y="542"/>
                        <a:pt x="1483" y="558"/>
                      </a:cubicBezTo>
                      <a:cubicBezTo>
                        <a:pt x="1584" y="574"/>
                        <a:pt x="1685" y="606"/>
                        <a:pt x="1786" y="643"/>
                      </a:cubicBezTo>
                      <a:cubicBezTo>
                        <a:pt x="1887" y="675"/>
                        <a:pt x="1972" y="691"/>
                        <a:pt x="2057" y="728"/>
                      </a:cubicBezTo>
                      <a:cubicBezTo>
                        <a:pt x="2158" y="760"/>
                        <a:pt x="2238" y="792"/>
                        <a:pt x="2307" y="808"/>
                      </a:cubicBezTo>
                      <a:cubicBezTo>
                        <a:pt x="2392" y="845"/>
                        <a:pt x="2461" y="877"/>
                        <a:pt x="2525" y="909"/>
                      </a:cubicBezTo>
                      <a:cubicBezTo>
                        <a:pt x="2663" y="978"/>
                        <a:pt x="2764" y="1031"/>
                        <a:pt x="2828" y="1047"/>
                      </a:cubicBezTo>
                      <a:cubicBezTo>
                        <a:pt x="2764" y="1010"/>
                        <a:pt x="2663" y="962"/>
                        <a:pt x="2525" y="893"/>
                      </a:cubicBezTo>
                      <a:cubicBezTo>
                        <a:pt x="2477" y="861"/>
                        <a:pt x="2408" y="829"/>
                        <a:pt x="2323" y="792"/>
                      </a:cubicBezTo>
                      <a:cubicBezTo>
                        <a:pt x="2238" y="760"/>
                        <a:pt x="2158" y="728"/>
                        <a:pt x="2073" y="691"/>
                      </a:cubicBezTo>
                      <a:cubicBezTo>
                        <a:pt x="1988" y="675"/>
                        <a:pt x="1887" y="643"/>
                        <a:pt x="1786" y="606"/>
                      </a:cubicBezTo>
                      <a:cubicBezTo>
                        <a:pt x="1685" y="574"/>
                        <a:pt x="1584" y="558"/>
                        <a:pt x="1483" y="526"/>
                      </a:cubicBezTo>
                      <a:cubicBezTo>
                        <a:pt x="1430" y="505"/>
                        <a:pt x="1382" y="489"/>
                        <a:pt x="1329" y="473"/>
                      </a:cubicBezTo>
                      <a:cubicBezTo>
                        <a:pt x="1281" y="473"/>
                        <a:pt x="1228" y="457"/>
                        <a:pt x="1180" y="441"/>
                      </a:cubicBezTo>
                      <a:cubicBezTo>
                        <a:pt x="1127" y="425"/>
                        <a:pt x="1079" y="404"/>
                        <a:pt x="1047" y="388"/>
                      </a:cubicBezTo>
                      <a:cubicBezTo>
                        <a:pt x="994" y="372"/>
                        <a:pt x="946" y="356"/>
                        <a:pt x="893" y="340"/>
                      </a:cubicBezTo>
                      <a:cubicBezTo>
                        <a:pt x="723" y="271"/>
                        <a:pt x="574" y="202"/>
                        <a:pt x="441" y="154"/>
                      </a:cubicBezTo>
                      <a:cubicBezTo>
                        <a:pt x="372" y="122"/>
                        <a:pt x="303" y="101"/>
                        <a:pt x="255" y="85"/>
                      </a:cubicBezTo>
                      <a:cubicBezTo>
                        <a:pt x="202" y="69"/>
                        <a:pt x="154" y="53"/>
                        <a:pt x="118" y="37"/>
                      </a:cubicBezTo>
                      <a:cubicBezTo>
                        <a:pt x="37" y="21"/>
                        <a:pt x="1" y="1"/>
                        <a:pt x="0" y="0"/>
                      </a:cubicBezTo>
                      <a:close/>
                      <a:moveTo>
                        <a:pt x="2828" y="1047"/>
                      </a:moveTo>
                      <a:cubicBezTo>
                        <a:pt x="2865" y="1047"/>
                        <a:pt x="2881" y="1063"/>
                        <a:pt x="2881" y="1063"/>
                      </a:cubicBezTo>
                      <a:cubicBezTo>
                        <a:pt x="2881" y="1047"/>
                        <a:pt x="2865" y="1047"/>
                        <a:pt x="2828" y="10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3842316" y="1614623"/>
                  <a:ext cx="270859" cy="70223"/>
                </a:xfrm>
                <a:custGeom>
                  <a:rect b="b" l="l" r="r" t="t"/>
                  <a:pathLst>
                    <a:path extrusionOk="0" h="707" w="2727">
                      <a:moveTo>
                        <a:pt x="0" y="0"/>
                      </a:moveTo>
                      <a:lnTo>
                        <a:pt x="0" y="0"/>
                      </a:lnTo>
                      <a:cubicBezTo>
                        <a:pt x="69" y="16"/>
                        <a:pt x="186" y="16"/>
                        <a:pt x="323" y="53"/>
                      </a:cubicBezTo>
                      <a:lnTo>
                        <a:pt x="371" y="53"/>
                      </a:lnTo>
                      <a:cubicBezTo>
                        <a:pt x="387" y="53"/>
                        <a:pt x="403" y="69"/>
                        <a:pt x="424" y="69"/>
                      </a:cubicBezTo>
                      <a:cubicBezTo>
                        <a:pt x="472" y="69"/>
                        <a:pt x="504" y="85"/>
                        <a:pt x="541" y="101"/>
                      </a:cubicBezTo>
                      <a:cubicBezTo>
                        <a:pt x="573" y="117"/>
                        <a:pt x="626" y="117"/>
                        <a:pt x="658" y="133"/>
                      </a:cubicBezTo>
                      <a:cubicBezTo>
                        <a:pt x="706" y="154"/>
                        <a:pt x="743" y="170"/>
                        <a:pt x="791" y="186"/>
                      </a:cubicBezTo>
                      <a:cubicBezTo>
                        <a:pt x="876" y="218"/>
                        <a:pt x="961" y="255"/>
                        <a:pt x="1062" y="287"/>
                      </a:cubicBezTo>
                      <a:cubicBezTo>
                        <a:pt x="1163" y="319"/>
                        <a:pt x="1264" y="335"/>
                        <a:pt x="1365" y="356"/>
                      </a:cubicBezTo>
                      <a:cubicBezTo>
                        <a:pt x="1413" y="356"/>
                        <a:pt x="1466" y="356"/>
                        <a:pt x="1514" y="372"/>
                      </a:cubicBezTo>
                      <a:cubicBezTo>
                        <a:pt x="1551" y="372"/>
                        <a:pt x="1567" y="388"/>
                        <a:pt x="1599" y="388"/>
                      </a:cubicBezTo>
                      <a:cubicBezTo>
                        <a:pt x="1615" y="388"/>
                        <a:pt x="1652" y="404"/>
                        <a:pt x="1668" y="404"/>
                      </a:cubicBezTo>
                      <a:cubicBezTo>
                        <a:pt x="1769" y="436"/>
                        <a:pt x="1854" y="457"/>
                        <a:pt x="1939" y="489"/>
                      </a:cubicBezTo>
                      <a:cubicBezTo>
                        <a:pt x="1987" y="505"/>
                        <a:pt x="2040" y="505"/>
                        <a:pt x="2072" y="521"/>
                      </a:cubicBezTo>
                      <a:cubicBezTo>
                        <a:pt x="2120" y="537"/>
                        <a:pt x="2157" y="558"/>
                        <a:pt x="2189" y="574"/>
                      </a:cubicBezTo>
                      <a:cubicBezTo>
                        <a:pt x="2242" y="574"/>
                        <a:pt x="2274" y="590"/>
                        <a:pt x="2306" y="606"/>
                      </a:cubicBezTo>
                      <a:cubicBezTo>
                        <a:pt x="2322" y="606"/>
                        <a:pt x="2343" y="622"/>
                        <a:pt x="2359" y="622"/>
                      </a:cubicBezTo>
                      <a:cubicBezTo>
                        <a:pt x="2375" y="622"/>
                        <a:pt x="2391" y="622"/>
                        <a:pt x="2407" y="638"/>
                      </a:cubicBezTo>
                      <a:cubicBezTo>
                        <a:pt x="2444" y="638"/>
                        <a:pt x="2476" y="659"/>
                        <a:pt x="2508" y="659"/>
                      </a:cubicBezTo>
                      <a:cubicBezTo>
                        <a:pt x="2476" y="638"/>
                        <a:pt x="2444" y="622"/>
                        <a:pt x="2407" y="622"/>
                      </a:cubicBezTo>
                      <a:cubicBezTo>
                        <a:pt x="2391" y="622"/>
                        <a:pt x="2375" y="606"/>
                        <a:pt x="2359" y="606"/>
                      </a:cubicBezTo>
                      <a:cubicBezTo>
                        <a:pt x="2343" y="606"/>
                        <a:pt x="2322" y="590"/>
                        <a:pt x="2306" y="590"/>
                      </a:cubicBezTo>
                      <a:cubicBezTo>
                        <a:pt x="2274" y="574"/>
                        <a:pt x="2242" y="558"/>
                        <a:pt x="2205" y="537"/>
                      </a:cubicBezTo>
                      <a:cubicBezTo>
                        <a:pt x="2157" y="537"/>
                        <a:pt x="2120" y="521"/>
                        <a:pt x="2088" y="505"/>
                      </a:cubicBezTo>
                      <a:cubicBezTo>
                        <a:pt x="2040" y="489"/>
                        <a:pt x="2003" y="473"/>
                        <a:pt x="1955" y="457"/>
                      </a:cubicBezTo>
                      <a:cubicBezTo>
                        <a:pt x="1870" y="436"/>
                        <a:pt x="1769" y="404"/>
                        <a:pt x="1668" y="388"/>
                      </a:cubicBezTo>
                      <a:cubicBezTo>
                        <a:pt x="1652" y="372"/>
                        <a:pt x="1636" y="372"/>
                        <a:pt x="1599" y="356"/>
                      </a:cubicBezTo>
                      <a:cubicBezTo>
                        <a:pt x="1583" y="356"/>
                        <a:pt x="1551" y="356"/>
                        <a:pt x="1535" y="335"/>
                      </a:cubicBezTo>
                      <a:cubicBezTo>
                        <a:pt x="1482" y="335"/>
                        <a:pt x="1413" y="319"/>
                        <a:pt x="1365" y="319"/>
                      </a:cubicBezTo>
                      <a:cubicBezTo>
                        <a:pt x="1264" y="303"/>
                        <a:pt x="1163" y="287"/>
                        <a:pt x="1062" y="255"/>
                      </a:cubicBezTo>
                      <a:cubicBezTo>
                        <a:pt x="977" y="218"/>
                        <a:pt x="876" y="186"/>
                        <a:pt x="791" y="154"/>
                      </a:cubicBezTo>
                      <a:cubicBezTo>
                        <a:pt x="759" y="154"/>
                        <a:pt x="706" y="133"/>
                        <a:pt x="674" y="117"/>
                      </a:cubicBezTo>
                      <a:cubicBezTo>
                        <a:pt x="626" y="101"/>
                        <a:pt x="589" y="85"/>
                        <a:pt x="541" y="85"/>
                      </a:cubicBezTo>
                      <a:cubicBezTo>
                        <a:pt x="504" y="69"/>
                        <a:pt x="472" y="53"/>
                        <a:pt x="440" y="53"/>
                      </a:cubicBezTo>
                      <a:cubicBezTo>
                        <a:pt x="424" y="53"/>
                        <a:pt x="387" y="32"/>
                        <a:pt x="371" y="32"/>
                      </a:cubicBezTo>
                      <a:lnTo>
                        <a:pt x="323" y="32"/>
                      </a:lnTo>
                      <a:cubicBezTo>
                        <a:pt x="186" y="16"/>
                        <a:pt x="69" y="16"/>
                        <a:pt x="0" y="0"/>
                      </a:cubicBezTo>
                      <a:close/>
                      <a:moveTo>
                        <a:pt x="2508" y="659"/>
                      </a:moveTo>
                      <a:cubicBezTo>
                        <a:pt x="2545" y="675"/>
                        <a:pt x="2561" y="675"/>
                        <a:pt x="2593" y="675"/>
                      </a:cubicBezTo>
                      <a:cubicBezTo>
                        <a:pt x="2577" y="659"/>
                        <a:pt x="2545" y="659"/>
                        <a:pt x="2508" y="659"/>
                      </a:cubicBezTo>
                      <a:close/>
                      <a:moveTo>
                        <a:pt x="2593" y="675"/>
                      </a:moveTo>
                      <a:cubicBezTo>
                        <a:pt x="2646" y="691"/>
                        <a:pt x="2694" y="707"/>
                        <a:pt x="2726" y="707"/>
                      </a:cubicBezTo>
                      <a:cubicBezTo>
                        <a:pt x="2694" y="691"/>
                        <a:pt x="2646" y="691"/>
                        <a:pt x="2593" y="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3835761" y="1700043"/>
                  <a:ext cx="289433" cy="55026"/>
                </a:xfrm>
                <a:custGeom>
                  <a:rect b="b" l="l" r="r" t="t"/>
                  <a:pathLst>
                    <a:path extrusionOk="0" h="554" w="2914">
                      <a:moveTo>
                        <a:pt x="1" y="1"/>
                      </a:moveTo>
                      <a:lnTo>
                        <a:pt x="1" y="17"/>
                      </a:lnTo>
                      <a:lnTo>
                        <a:pt x="17" y="17"/>
                      </a:lnTo>
                      <a:cubicBezTo>
                        <a:pt x="17" y="17"/>
                        <a:pt x="1" y="17"/>
                        <a:pt x="1" y="1"/>
                      </a:cubicBezTo>
                      <a:close/>
                      <a:moveTo>
                        <a:pt x="17" y="17"/>
                      </a:moveTo>
                      <a:lnTo>
                        <a:pt x="17" y="17"/>
                      </a:lnTo>
                      <a:cubicBezTo>
                        <a:pt x="34" y="33"/>
                        <a:pt x="66" y="33"/>
                        <a:pt x="102" y="49"/>
                      </a:cubicBezTo>
                      <a:cubicBezTo>
                        <a:pt x="134" y="49"/>
                        <a:pt x="187" y="49"/>
                        <a:pt x="235" y="65"/>
                      </a:cubicBezTo>
                      <a:cubicBezTo>
                        <a:pt x="304" y="65"/>
                        <a:pt x="352" y="65"/>
                        <a:pt x="421" y="81"/>
                      </a:cubicBezTo>
                      <a:cubicBezTo>
                        <a:pt x="490" y="81"/>
                        <a:pt x="554" y="118"/>
                        <a:pt x="639" y="134"/>
                      </a:cubicBezTo>
                      <a:cubicBezTo>
                        <a:pt x="708" y="150"/>
                        <a:pt x="793" y="166"/>
                        <a:pt x="873" y="182"/>
                      </a:cubicBezTo>
                      <a:cubicBezTo>
                        <a:pt x="926" y="202"/>
                        <a:pt x="974" y="202"/>
                        <a:pt x="1011" y="219"/>
                      </a:cubicBezTo>
                      <a:cubicBezTo>
                        <a:pt x="1059" y="219"/>
                        <a:pt x="1112" y="219"/>
                        <a:pt x="1160" y="235"/>
                      </a:cubicBezTo>
                      <a:cubicBezTo>
                        <a:pt x="1245" y="235"/>
                        <a:pt x="1346" y="251"/>
                        <a:pt x="1447" y="267"/>
                      </a:cubicBezTo>
                      <a:cubicBezTo>
                        <a:pt x="1851" y="320"/>
                        <a:pt x="2223" y="404"/>
                        <a:pt x="2473" y="453"/>
                      </a:cubicBezTo>
                      <a:cubicBezTo>
                        <a:pt x="2744" y="522"/>
                        <a:pt x="2913" y="554"/>
                        <a:pt x="2913" y="554"/>
                      </a:cubicBezTo>
                      <a:cubicBezTo>
                        <a:pt x="2913" y="554"/>
                        <a:pt x="2744" y="505"/>
                        <a:pt x="2489" y="437"/>
                      </a:cubicBezTo>
                      <a:cubicBezTo>
                        <a:pt x="2223" y="384"/>
                        <a:pt x="1867" y="283"/>
                        <a:pt x="1463" y="235"/>
                      </a:cubicBezTo>
                      <a:cubicBezTo>
                        <a:pt x="1346" y="219"/>
                        <a:pt x="1261" y="202"/>
                        <a:pt x="1160" y="202"/>
                      </a:cubicBezTo>
                      <a:cubicBezTo>
                        <a:pt x="1112" y="182"/>
                        <a:pt x="1059" y="182"/>
                        <a:pt x="1011" y="182"/>
                      </a:cubicBezTo>
                      <a:cubicBezTo>
                        <a:pt x="974" y="166"/>
                        <a:pt x="926" y="166"/>
                        <a:pt x="894" y="166"/>
                      </a:cubicBezTo>
                      <a:cubicBezTo>
                        <a:pt x="793" y="150"/>
                        <a:pt x="708" y="134"/>
                        <a:pt x="639" y="118"/>
                      </a:cubicBezTo>
                      <a:cubicBezTo>
                        <a:pt x="554" y="101"/>
                        <a:pt x="490" y="65"/>
                        <a:pt x="421" y="65"/>
                      </a:cubicBezTo>
                      <a:cubicBezTo>
                        <a:pt x="352" y="49"/>
                        <a:pt x="304" y="49"/>
                        <a:pt x="235" y="49"/>
                      </a:cubicBezTo>
                      <a:cubicBezTo>
                        <a:pt x="187" y="49"/>
                        <a:pt x="150" y="49"/>
                        <a:pt x="102" y="33"/>
                      </a:cubicBezTo>
                      <a:cubicBezTo>
                        <a:pt x="66" y="33"/>
                        <a:pt x="34" y="33"/>
                        <a:pt x="17"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1"/>
                <p:cNvSpPr/>
                <p:nvPr/>
              </p:nvSpPr>
              <p:spPr>
                <a:xfrm>
                  <a:off x="3944522" y="1313669"/>
                  <a:ext cx="4966" cy="152166"/>
                </a:xfrm>
                <a:custGeom>
                  <a:rect b="b" l="l" r="r" t="t"/>
                  <a:pathLst>
                    <a:path extrusionOk="0" h="1532" w="50">
                      <a:moveTo>
                        <a:pt x="1" y="0"/>
                      </a:moveTo>
                      <a:lnTo>
                        <a:pt x="1" y="69"/>
                      </a:lnTo>
                      <a:cubicBezTo>
                        <a:pt x="1" y="85"/>
                        <a:pt x="17" y="101"/>
                        <a:pt x="17" y="134"/>
                      </a:cubicBezTo>
                      <a:lnTo>
                        <a:pt x="17" y="69"/>
                      </a:lnTo>
                      <a:cubicBezTo>
                        <a:pt x="1" y="16"/>
                        <a:pt x="1" y="0"/>
                        <a:pt x="1" y="0"/>
                      </a:cubicBezTo>
                      <a:close/>
                      <a:moveTo>
                        <a:pt x="17" y="134"/>
                      </a:moveTo>
                      <a:lnTo>
                        <a:pt x="17" y="235"/>
                      </a:lnTo>
                      <a:lnTo>
                        <a:pt x="17" y="792"/>
                      </a:lnTo>
                      <a:cubicBezTo>
                        <a:pt x="1" y="1026"/>
                        <a:pt x="1" y="1212"/>
                        <a:pt x="17" y="1366"/>
                      </a:cubicBezTo>
                      <a:lnTo>
                        <a:pt x="17" y="1467"/>
                      </a:lnTo>
                      <a:cubicBezTo>
                        <a:pt x="17" y="1499"/>
                        <a:pt x="33" y="1515"/>
                        <a:pt x="33" y="1531"/>
                      </a:cubicBezTo>
                      <a:lnTo>
                        <a:pt x="33" y="1467"/>
                      </a:lnTo>
                      <a:lnTo>
                        <a:pt x="33" y="1366"/>
                      </a:lnTo>
                      <a:cubicBezTo>
                        <a:pt x="33" y="1212"/>
                        <a:pt x="33" y="1026"/>
                        <a:pt x="49" y="792"/>
                      </a:cubicBezTo>
                      <a:cubicBezTo>
                        <a:pt x="49" y="574"/>
                        <a:pt x="49" y="372"/>
                        <a:pt x="33" y="235"/>
                      </a:cubicBezTo>
                      <a:cubicBezTo>
                        <a:pt x="33" y="202"/>
                        <a:pt x="17" y="170"/>
                        <a:pt x="17" y="1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1"/>
                <p:cNvSpPr/>
                <p:nvPr/>
              </p:nvSpPr>
              <p:spPr>
                <a:xfrm>
                  <a:off x="4081392" y="1281984"/>
                  <a:ext cx="6853" cy="247617"/>
                </a:xfrm>
                <a:custGeom>
                  <a:rect b="b" l="l" r="r" t="t"/>
                  <a:pathLst>
                    <a:path extrusionOk="0" h="2493" w="69">
                      <a:moveTo>
                        <a:pt x="53" y="0"/>
                      </a:moveTo>
                      <a:cubicBezTo>
                        <a:pt x="53" y="16"/>
                        <a:pt x="37" y="49"/>
                        <a:pt x="37" y="85"/>
                      </a:cubicBezTo>
                      <a:cubicBezTo>
                        <a:pt x="53" y="49"/>
                        <a:pt x="53" y="16"/>
                        <a:pt x="53" y="16"/>
                      </a:cubicBezTo>
                      <a:lnTo>
                        <a:pt x="69" y="0"/>
                      </a:lnTo>
                      <a:close/>
                      <a:moveTo>
                        <a:pt x="37" y="85"/>
                      </a:moveTo>
                      <a:lnTo>
                        <a:pt x="37" y="202"/>
                      </a:lnTo>
                      <a:lnTo>
                        <a:pt x="37" y="271"/>
                      </a:lnTo>
                      <a:lnTo>
                        <a:pt x="37" y="352"/>
                      </a:lnTo>
                      <a:cubicBezTo>
                        <a:pt x="16" y="473"/>
                        <a:pt x="16" y="606"/>
                        <a:pt x="0" y="756"/>
                      </a:cubicBezTo>
                      <a:lnTo>
                        <a:pt x="0" y="1261"/>
                      </a:lnTo>
                      <a:cubicBezTo>
                        <a:pt x="0" y="1616"/>
                        <a:pt x="16" y="1935"/>
                        <a:pt x="16" y="2169"/>
                      </a:cubicBezTo>
                      <a:lnTo>
                        <a:pt x="16" y="2323"/>
                      </a:lnTo>
                      <a:lnTo>
                        <a:pt x="16" y="2440"/>
                      </a:lnTo>
                      <a:cubicBezTo>
                        <a:pt x="16" y="2456"/>
                        <a:pt x="37" y="2472"/>
                        <a:pt x="37" y="2493"/>
                      </a:cubicBezTo>
                      <a:lnTo>
                        <a:pt x="37" y="2440"/>
                      </a:lnTo>
                      <a:cubicBezTo>
                        <a:pt x="16" y="2408"/>
                        <a:pt x="16" y="2371"/>
                        <a:pt x="37" y="2323"/>
                      </a:cubicBezTo>
                      <a:lnTo>
                        <a:pt x="37" y="2169"/>
                      </a:lnTo>
                      <a:lnTo>
                        <a:pt x="37" y="1261"/>
                      </a:lnTo>
                      <a:lnTo>
                        <a:pt x="37" y="756"/>
                      </a:lnTo>
                      <a:cubicBezTo>
                        <a:pt x="37" y="606"/>
                        <a:pt x="37" y="473"/>
                        <a:pt x="53" y="352"/>
                      </a:cubicBezTo>
                      <a:lnTo>
                        <a:pt x="53" y="271"/>
                      </a:lnTo>
                      <a:lnTo>
                        <a:pt x="53" y="202"/>
                      </a:lnTo>
                      <a:cubicBezTo>
                        <a:pt x="53" y="150"/>
                        <a:pt x="37" y="117"/>
                        <a:pt x="37" y="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3947700" y="1278706"/>
                  <a:ext cx="138956" cy="33473"/>
                </a:xfrm>
                <a:custGeom>
                  <a:rect b="b" l="l" r="r" t="t"/>
                  <a:pathLst>
                    <a:path extrusionOk="0" h="337" w="1399">
                      <a:moveTo>
                        <a:pt x="1346" y="1"/>
                      </a:moveTo>
                      <a:cubicBezTo>
                        <a:pt x="1314" y="17"/>
                        <a:pt x="1245" y="17"/>
                        <a:pt x="1181" y="33"/>
                      </a:cubicBezTo>
                      <a:cubicBezTo>
                        <a:pt x="1059" y="49"/>
                        <a:pt x="878" y="82"/>
                        <a:pt x="676" y="118"/>
                      </a:cubicBezTo>
                      <a:cubicBezTo>
                        <a:pt x="490" y="166"/>
                        <a:pt x="304" y="203"/>
                        <a:pt x="171" y="251"/>
                      </a:cubicBezTo>
                      <a:cubicBezTo>
                        <a:pt x="118" y="267"/>
                        <a:pt x="70" y="304"/>
                        <a:pt x="33" y="320"/>
                      </a:cubicBezTo>
                      <a:cubicBezTo>
                        <a:pt x="70" y="304"/>
                        <a:pt x="118" y="284"/>
                        <a:pt x="187" y="267"/>
                      </a:cubicBezTo>
                      <a:cubicBezTo>
                        <a:pt x="304" y="219"/>
                        <a:pt x="490" y="183"/>
                        <a:pt x="692" y="150"/>
                      </a:cubicBezTo>
                      <a:cubicBezTo>
                        <a:pt x="878" y="118"/>
                        <a:pt x="1059" y="65"/>
                        <a:pt x="1197" y="49"/>
                      </a:cubicBezTo>
                      <a:cubicBezTo>
                        <a:pt x="1245" y="33"/>
                        <a:pt x="1314" y="17"/>
                        <a:pt x="1346" y="17"/>
                      </a:cubicBezTo>
                      <a:cubicBezTo>
                        <a:pt x="1383" y="1"/>
                        <a:pt x="1399" y="1"/>
                        <a:pt x="1399" y="1"/>
                      </a:cubicBezTo>
                      <a:close/>
                      <a:moveTo>
                        <a:pt x="33" y="320"/>
                      </a:moveTo>
                      <a:cubicBezTo>
                        <a:pt x="17" y="336"/>
                        <a:pt x="1" y="336"/>
                        <a:pt x="1" y="336"/>
                      </a:cubicBezTo>
                      <a:cubicBezTo>
                        <a:pt x="17" y="336"/>
                        <a:pt x="17" y="336"/>
                        <a:pt x="33" y="3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4089834" y="1283573"/>
                  <a:ext cx="87108" cy="55423"/>
                </a:xfrm>
                <a:custGeom>
                  <a:rect b="b" l="l" r="r" t="t"/>
                  <a:pathLst>
                    <a:path extrusionOk="0" h="558" w="877">
                      <a:moveTo>
                        <a:pt x="0" y="0"/>
                      </a:moveTo>
                      <a:lnTo>
                        <a:pt x="0" y="0"/>
                      </a:lnTo>
                      <a:cubicBezTo>
                        <a:pt x="32" y="0"/>
                        <a:pt x="69" y="16"/>
                        <a:pt x="101" y="53"/>
                      </a:cubicBezTo>
                      <a:cubicBezTo>
                        <a:pt x="154" y="69"/>
                        <a:pt x="186" y="101"/>
                        <a:pt x="234" y="154"/>
                      </a:cubicBezTo>
                      <a:cubicBezTo>
                        <a:pt x="303" y="186"/>
                        <a:pt x="355" y="235"/>
                        <a:pt x="404" y="271"/>
                      </a:cubicBezTo>
                      <a:cubicBezTo>
                        <a:pt x="473" y="319"/>
                        <a:pt x="537" y="356"/>
                        <a:pt x="590" y="388"/>
                      </a:cubicBezTo>
                      <a:cubicBezTo>
                        <a:pt x="638" y="420"/>
                        <a:pt x="691" y="457"/>
                        <a:pt x="739" y="473"/>
                      </a:cubicBezTo>
                      <a:cubicBezTo>
                        <a:pt x="707" y="437"/>
                        <a:pt x="658" y="404"/>
                        <a:pt x="606" y="372"/>
                      </a:cubicBezTo>
                      <a:cubicBezTo>
                        <a:pt x="557" y="319"/>
                        <a:pt x="489" y="287"/>
                        <a:pt x="436" y="255"/>
                      </a:cubicBezTo>
                      <a:cubicBezTo>
                        <a:pt x="372" y="202"/>
                        <a:pt x="319" y="170"/>
                        <a:pt x="255" y="134"/>
                      </a:cubicBezTo>
                      <a:cubicBezTo>
                        <a:pt x="202" y="85"/>
                        <a:pt x="154" y="53"/>
                        <a:pt x="117" y="33"/>
                      </a:cubicBezTo>
                      <a:cubicBezTo>
                        <a:pt x="69" y="16"/>
                        <a:pt x="32" y="0"/>
                        <a:pt x="0" y="0"/>
                      </a:cubicBezTo>
                      <a:close/>
                      <a:moveTo>
                        <a:pt x="739" y="473"/>
                      </a:moveTo>
                      <a:cubicBezTo>
                        <a:pt x="776" y="505"/>
                        <a:pt x="808" y="521"/>
                        <a:pt x="840" y="538"/>
                      </a:cubicBezTo>
                      <a:cubicBezTo>
                        <a:pt x="860" y="558"/>
                        <a:pt x="877" y="558"/>
                        <a:pt x="877" y="558"/>
                      </a:cubicBezTo>
                      <a:cubicBezTo>
                        <a:pt x="877" y="558"/>
                        <a:pt x="824" y="521"/>
                        <a:pt x="739" y="4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4171678" y="1335321"/>
                  <a:ext cx="5264" cy="523343"/>
                </a:xfrm>
                <a:custGeom>
                  <a:rect b="b" l="l" r="r" t="t"/>
                  <a:pathLst>
                    <a:path extrusionOk="0" h="5269" w="53">
                      <a:moveTo>
                        <a:pt x="53" y="0"/>
                      </a:moveTo>
                      <a:cubicBezTo>
                        <a:pt x="53" y="0"/>
                        <a:pt x="53" y="303"/>
                        <a:pt x="36" y="792"/>
                      </a:cubicBezTo>
                      <a:lnTo>
                        <a:pt x="36" y="1632"/>
                      </a:lnTo>
                      <a:lnTo>
                        <a:pt x="36" y="2121"/>
                      </a:lnTo>
                      <a:cubicBezTo>
                        <a:pt x="16" y="2307"/>
                        <a:pt x="16" y="2477"/>
                        <a:pt x="16" y="2663"/>
                      </a:cubicBezTo>
                      <a:cubicBezTo>
                        <a:pt x="16" y="3030"/>
                        <a:pt x="0" y="3386"/>
                        <a:pt x="0" y="3705"/>
                      </a:cubicBezTo>
                      <a:lnTo>
                        <a:pt x="0" y="3939"/>
                      </a:lnTo>
                      <a:lnTo>
                        <a:pt x="0" y="4157"/>
                      </a:lnTo>
                      <a:lnTo>
                        <a:pt x="0" y="4545"/>
                      </a:lnTo>
                      <a:cubicBezTo>
                        <a:pt x="16" y="4662"/>
                        <a:pt x="16" y="4783"/>
                        <a:pt x="16" y="4884"/>
                      </a:cubicBezTo>
                      <a:cubicBezTo>
                        <a:pt x="16" y="4783"/>
                        <a:pt x="36" y="4662"/>
                        <a:pt x="16" y="4545"/>
                      </a:cubicBezTo>
                      <a:lnTo>
                        <a:pt x="16" y="4157"/>
                      </a:lnTo>
                      <a:lnTo>
                        <a:pt x="16" y="3939"/>
                      </a:lnTo>
                      <a:cubicBezTo>
                        <a:pt x="16" y="3854"/>
                        <a:pt x="16" y="3790"/>
                        <a:pt x="36" y="3705"/>
                      </a:cubicBezTo>
                      <a:cubicBezTo>
                        <a:pt x="36" y="3386"/>
                        <a:pt x="36" y="3030"/>
                        <a:pt x="53" y="2663"/>
                      </a:cubicBezTo>
                      <a:lnTo>
                        <a:pt x="53" y="2137"/>
                      </a:lnTo>
                      <a:lnTo>
                        <a:pt x="53" y="1632"/>
                      </a:lnTo>
                      <a:lnTo>
                        <a:pt x="53" y="792"/>
                      </a:lnTo>
                      <a:lnTo>
                        <a:pt x="53" y="0"/>
                      </a:lnTo>
                      <a:close/>
                      <a:moveTo>
                        <a:pt x="16" y="4884"/>
                      </a:moveTo>
                      <a:lnTo>
                        <a:pt x="16" y="5119"/>
                      </a:lnTo>
                      <a:cubicBezTo>
                        <a:pt x="36" y="5187"/>
                        <a:pt x="36" y="5236"/>
                        <a:pt x="36" y="5268"/>
                      </a:cubicBezTo>
                      <a:lnTo>
                        <a:pt x="36" y="5119"/>
                      </a:lnTo>
                      <a:cubicBezTo>
                        <a:pt x="36" y="5050"/>
                        <a:pt x="16" y="4965"/>
                        <a:pt x="16" y="48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4169990" y="1858565"/>
                  <a:ext cx="3377" cy="80354"/>
                </a:xfrm>
                <a:custGeom>
                  <a:rect b="b" l="l" r="r" t="t"/>
                  <a:pathLst>
                    <a:path extrusionOk="0" h="809" w="34">
                      <a:moveTo>
                        <a:pt x="33" y="0"/>
                      </a:moveTo>
                      <a:cubicBezTo>
                        <a:pt x="17" y="20"/>
                        <a:pt x="17" y="37"/>
                        <a:pt x="17" y="53"/>
                      </a:cubicBezTo>
                      <a:cubicBezTo>
                        <a:pt x="17" y="69"/>
                        <a:pt x="17" y="85"/>
                        <a:pt x="1" y="101"/>
                      </a:cubicBezTo>
                      <a:lnTo>
                        <a:pt x="1" y="424"/>
                      </a:lnTo>
                      <a:lnTo>
                        <a:pt x="1" y="743"/>
                      </a:lnTo>
                      <a:cubicBezTo>
                        <a:pt x="1" y="776"/>
                        <a:pt x="17" y="792"/>
                        <a:pt x="17" y="808"/>
                      </a:cubicBezTo>
                      <a:lnTo>
                        <a:pt x="17" y="743"/>
                      </a:lnTo>
                      <a:cubicBezTo>
                        <a:pt x="17" y="675"/>
                        <a:pt x="33" y="558"/>
                        <a:pt x="33" y="424"/>
                      </a:cubicBezTo>
                      <a:cubicBezTo>
                        <a:pt x="33" y="303"/>
                        <a:pt x="17" y="186"/>
                        <a:pt x="17" y="101"/>
                      </a:cubicBezTo>
                      <a:cubicBezTo>
                        <a:pt x="17" y="85"/>
                        <a:pt x="33" y="69"/>
                        <a:pt x="33" y="53"/>
                      </a:cubicBez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2065094" y="1708088"/>
                  <a:ext cx="37048" cy="12118"/>
                </a:xfrm>
                <a:custGeom>
                  <a:rect b="b" l="l" r="r" t="t"/>
                  <a:pathLst>
                    <a:path extrusionOk="0" h="122" w="373">
                      <a:moveTo>
                        <a:pt x="372" y="0"/>
                      </a:moveTo>
                      <a:lnTo>
                        <a:pt x="271" y="37"/>
                      </a:lnTo>
                      <a:cubicBezTo>
                        <a:pt x="239" y="37"/>
                        <a:pt x="219" y="53"/>
                        <a:pt x="187" y="53"/>
                      </a:cubicBezTo>
                      <a:cubicBezTo>
                        <a:pt x="171" y="69"/>
                        <a:pt x="154" y="69"/>
                        <a:pt x="138" y="69"/>
                      </a:cubicBezTo>
                      <a:cubicBezTo>
                        <a:pt x="118" y="69"/>
                        <a:pt x="118" y="69"/>
                        <a:pt x="102" y="85"/>
                      </a:cubicBezTo>
                      <a:lnTo>
                        <a:pt x="37" y="85"/>
                      </a:lnTo>
                      <a:cubicBezTo>
                        <a:pt x="37" y="101"/>
                        <a:pt x="17" y="101"/>
                        <a:pt x="17" y="101"/>
                      </a:cubicBezTo>
                      <a:lnTo>
                        <a:pt x="1" y="121"/>
                      </a:lnTo>
                      <a:lnTo>
                        <a:pt x="53" y="121"/>
                      </a:lnTo>
                      <a:cubicBezTo>
                        <a:pt x="70" y="121"/>
                        <a:pt x="86" y="121"/>
                        <a:pt x="102" y="101"/>
                      </a:cubicBezTo>
                      <a:lnTo>
                        <a:pt x="154" y="101"/>
                      </a:lnTo>
                      <a:cubicBezTo>
                        <a:pt x="171" y="101"/>
                        <a:pt x="171" y="85"/>
                        <a:pt x="187" y="85"/>
                      </a:cubicBezTo>
                      <a:cubicBezTo>
                        <a:pt x="219" y="69"/>
                        <a:pt x="255" y="53"/>
                        <a:pt x="271" y="53"/>
                      </a:cubicBezTo>
                      <a:cubicBezTo>
                        <a:pt x="320" y="21"/>
                        <a:pt x="372" y="0"/>
                        <a:pt x="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2066683" y="1736594"/>
                  <a:ext cx="35459" cy="10131"/>
                </a:xfrm>
                <a:custGeom>
                  <a:rect b="b" l="l" r="r" t="t"/>
                  <a:pathLst>
                    <a:path extrusionOk="0" h="102" w="357">
                      <a:moveTo>
                        <a:pt x="324" y="0"/>
                      </a:moveTo>
                      <a:cubicBezTo>
                        <a:pt x="304" y="16"/>
                        <a:pt x="288" y="16"/>
                        <a:pt x="255" y="16"/>
                      </a:cubicBezTo>
                      <a:cubicBezTo>
                        <a:pt x="203" y="16"/>
                        <a:pt x="138" y="36"/>
                        <a:pt x="86" y="53"/>
                      </a:cubicBezTo>
                      <a:cubicBezTo>
                        <a:pt x="54" y="53"/>
                        <a:pt x="37" y="69"/>
                        <a:pt x="37" y="69"/>
                      </a:cubicBezTo>
                      <a:cubicBezTo>
                        <a:pt x="21" y="85"/>
                        <a:pt x="1" y="85"/>
                        <a:pt x="1" y="85"/>
                      </a:cubicBezTo>
                      <a:lnTo>
                        <a:pt x="1" y="101"/>
                      </a:lnTo>
                      <a:lnTo>
                        <a:pt x="37" y="101"/>
                      </a:lnTo>
                      <a:cubicBezTo>
                        <a:pt x="54" y="101"/>
                        <a:pt x="70" y="101"/>
                        <a:pt x="86" y="85"/>
                      </a:cubicBezTo>
                      <a:cubicBezTo>
                        <a:pt x="138" y="69"/>
                        <a:pt x="203" y="53"/>
                        <a:pt x="255" y="36"/>
                      </a:cubicBezTo>
                      <a:cubicBezTo>
                        <a:pt x="304" y="16"/>
                        <a:pt x="356"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1"/>
                <p:cNvSpPr/>
                <p:nvPr/>
              </p:nvSpPr>
              <p:spPr>
                <a:xfrm>
                  <a:off x="2066683" y="1806817"/>
                  <a:ext cx="27016" cy="5264"/>
                </a:xfrm>
                <a:custGeom>
                  <a:rect b="b" l="l" r="r" t="t"/>
                  <a:pathLst>
                    <a:path extrusionOk="0" h="53" w="272">
                      <a:moveTo>
                        <a:pt x="138" y="0"/>
                      </a:moveTo>
                      <a:cubicBezTo>
                        <a:pt x="122" y="16"/>
                        <a:pt x="86" y="16"/>
                        <a:pt x="70" y="16"/>
                      </a:cubicBezTo>
                      <a:lnTo>
                        <a:pt x="54" y="16"/>
                      </a:lnTo>
                      <a:cubicBezTo>
                        <a:pt x="37" y="16"/>
                        <a:pt x="37" y="36"/>
                        <a:pt x="37" y="36"/>
                      </a:cubicBezTo>
                      <a:lnTo>
                        <a:pt x="21" y="36"/>
                      </a:lnTo>
                      <a:cubicBezTo>
                        <a:pt x="1" y="36"/>
                        <a:pt x="1" y="53"/>
                        <a:pt x="1" y="53"/>
                      </a:cubicBezTo>
                      <a:lnTo>
                        <a:pt x="86" y="53"/>
                      </a:lnTo>
                      <a:cubicBezTo>
                        <a:pt x="102" y="53"/>
                        <a:pt x="122" y="36"/>
                        <a:pt x="138" y="36"/>
                      </a:cubicBezTo>
                      <a:cubicBezTo>
                        <a:pt x="171" y="36"/>
                        <a:pt x="187" y="16"/>
                        <a:pt x="203" y="16"/>
                      </a:cubicBezTo>
                      <a:lnTo>
                        <a:pt x="255" y="16"/>
                      </a:lnTo>
                      <a:lnTo>
                        <a:pt x="2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1"/>
                <p:cNvSpPr/>
                <p:nvPr/>
              </p:nvSpPr>
              <p:spPr>
                <a:xfrm>
                  <a:off x="2439847" y="1644719"/>
                  <a:ext cx="43504" cy="6853"/>
                </a:xfrm>
                <a:custGeom>
                  <a:rect b="b" l="l" r="r" t="t"/>
                  <a:pathLst>
                    <a:path extrusionOk="0" h="69" w="438">
                      <a:moveTo>
                        <a:pt x="17" y="0"/>
                      </a:moveTo>
                      <a:lnTo>
                        <a:pt x="1" y="16"/>
                      </a:lnTo>
                      <a:lnTo>
                        <a:pt x="17" y="32"/>
                      </a:lnTo>
                      <a:lnTo>
                        <a:pt x="49" y="32"/>
                      </a:lnTo>
                      <a:cubicBezTo>
                        <a:pt x="66" y="32"/>
                        <a:pt x="66" y="53"/>
                        <a:pt x="82" y="53"/>
                      </a:cubicBezTo>
                      <a:lnTo>
                        <a:pt x="118" y="53"/>
                      </a:lnTo>
                      <a:cubicBezTo>
                        <a:pt x="134" y="53"/>
                        <a:pt x="150" y="53"/>
                        <a:pt x="167" y="69"/>
                      </a:cubicBezTo>
                      <a:lnTo>
                        <a:pt x="437" y="69"/>
                      </a:lnTo>
                      <a:cubicBezTo>
                        <a:pt x="437" y="69"/>
                        <a:pt x="421" y="69"/>
                        <a:pt x="405" y="53"/>
                      </a:cubicBezTo>
                      <a:lnTo>
                        <a:pt x="352" y="53"/>
                      </a:lnTo>
                      <a:cubicBezTo>
                        <a:pt x="320" y="53"/>
                        <a:pt x="268" y="32"/>
                        <a:pt x="235" y="32"/>
                      </a:cubicBezTo>
                      <a:cubicBezTo>
                        <a:pt x="219" y="32"/>
                        <a:pt x="203" y="32"/>
                        <a:pt x="183" y="16"/>
                      </a:cubicBezTo>
                      <a:lnTo>
                        <a:pt x="82" y="16"/>
                      </a:lnTo>
                      <a:cubicBezTo>
                        <a:pt x="66" y="16"/>
                        <a:pt x="66"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2620420" y="1667961"/>
                  <a:ext cx="61879" cy="6853"/>
                </a:xfrm>
                <a:custGeom>
                  <a:rect b="b" l="l" r="r" t="t"/>
                  <a:pathLst>
                    <a:path extrusionOk="0" h="69" w="623">
                      <a:moveTo>
                        <a:pt x="1" y="0"/>
                      </a:moveTo>
                      <a:lnTo>
                        <a:pt x="1" y="0"/>
                      </a:lnTo>
                      <a:cubicBezTo>
                        <a:pt x="1" y="0"/>
                        <a:pt x="17" y="21"/>
                        <a:pt x="49" y="21"/>
                      </a:cubicBezTo>
                      <a:cubicBezTo>
                        <a:pt x="17" y="0"/>
                        <a:pt x="1" y="0"/>
                        <a:pt x="1" y="0"/>
                      </a:cubicBezTo>
                      <a:close/>
                      <a:moveTo>
                        <a:pt x="102" y="21"/>
                      </a:moveTo>
                      <a:cubicBezTo>
                        <a:pt x="118" y="37"/>
                        <a:pt x="150" y="37"/>
                        <a:pt x="166" y="37"/>
                      </a:cubicBezTo>
                      <a:cubicBezTo>
                        <a:pt x="219" y="37"/>
                        <a:pt x="267" y="37"/>
                        <a:pt x="320" y="53"/>
                      </a:cubicBezTo>
                      <a:lnTo>
                        <a:pt x="453" y="53"/>
                      </a:lnTo>
                      <a:cubicBezTo>
                        <a:pt x="506" y="53"/>
                        <a:pt x="522" y="69"/>
                        <a:pt x="554" y="69"/>
                      </a:cubicBezTo>
                      <a:lnTo>
                        <a:pt x="607" y="69"/>
                      </a:lnTo>
                      <a:cubicBezTo>
                        <a:pt x="623" y="69"/>
                        <a:pt x="623" y="53"/>
                        <a:pt x="623" y="53"/>
                      </a:cubicBezTo>
                      <a:lnTo>
                        <a:pt x="607" y="53"/>
                      </a:lnTo>
                      <a:cubicBezTo>
                        <a:pt x="586" y="37"/>
                        <a:pt x="570" y="37"/>
                        <a:pt x="554" y="37"/>
                      </a:cubicBezTo>
                      <a:cubicBezTo>
                        <a:pt x="538" y="21"/>
                        <a:pt x="506" y="21"/>
                        <a:pt x="453" y="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2622009" y="1627833"/>
                  <a:ext cx="58701" cy="8542"/>
                </a:xfrm>
                <a:custGeom>
                  <a:rect b="b" l="l" r="r" t="t"/>
                  <a:pathLst>
                    <a:path extrusionOk="0" h="86" w="591">
                      <a:moveTo>
                        <a:pt x="1" y="0"/>
                      </a:moveTo>
                      <a:cubicBezTo>
                        <a:pt x="1" y="0"/>
                        <a:pt x="17" y="21"/>
                        <a:pt x="49" y="21"/>
                      </a:cubicBezTo>
                      <a:lnTo>
                        <a:pt x="102" y="21"/>
                      </a:lnTo>
                      <a:cubicBezTo>
                        <a:pt x="118" y="21"/>
                        <a:pt x="134" y="37"/>
                        <a:pt x="167" y="37"/>
                      </a:cubicBezTo>
                      <a:cubicBezTo>
                        <a:pt x="187" y="37"/>
                        <a:pt x="203" y="37"/>
                        <a:pt x="235" y="53"/>
                      </a:cubicBezTo>
                      <a:lnTo>
                        <a:pt x="304" y="53"/>
                      </a:lnTo>
                      <a:cubicBezTo>
                        <a:pt x="320" y="69"/>
                        <a:pt x="352" y="69"/>
                        <a:pt x="369" y="69"/>
                      </a:cubicBezTo>
                      <a:lnTo>
                        <a:pt x="437" y="69"/>
                      </a:lnTo>
                      <a:cubicBezTo>
                        <a:pt x="469" y="69"/>
                        <a:pt x="506" y="85"/>
                        <a:pt x="522" y="85"/>
                      </a:cubicBezTo>
                      <a:lnTo>
                        <a:pt x="591" y="85"/>
                      </a:lnTo>
                      <a:cubicBezTo>
                        <a:pt x="591" y="85"/>
                        <a:pt x="591" y="69"/>
                        <a:pt x="570" y="69"/>
                      </a:cubicBezTo>
                      <a:cubicBezTo>
                        <a:pt x="570" y="69"/>
                        <a:pt x="554" y="53"/>
                        <a:pt x="538" y="53"/>
                      </a:cubicBezTo>
                      <a:cubicBezTo>
                        <a:pt x="506" y="53"/>
                        <a:pt x="490" y="37"/>
                        <a:pt x="437" y="37"/>
                      </a:cubicBezTo>
                      <a:lnTo>
                        <a:pt x="369" y="37"/>
                      </a:lnTo>
                      <a:cubicBezTo>
                        <a:pt x="352" y="37"/>
                        <a:pt x="336" y="21"/>
                        <a:pt x="304" y="21"/>
                      </a:cubicBezTo>
                      <a:lnTo>
                        <a:pt x="167" y="21"/>
                      </a:lnTo>
                      <a:cubicBezTo>
                        <a:pt x="134" y="21"/>
                        <a:pt x="118" y="21"/>
                        <a:pt x="1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1"/>
                <p:cNvSpPr/>
                <p:nvPr/>
              </p:nvSpPr>
              <p:spPr>
                <a:xfrm>
                  <a:off x="2439847" y="1604591"/>
                  <a:ext cx="40227" cy="6853"/>
                </a:xfrm>
                <a:custGeom>
                  <a:rect b="b" l="l" r="r" t="t"/>
                  <a:pathLst>
                    <a:path extrusionOk="0" h="69" w="405">
                      <a:moveTo>
                        <a:pt x="49" y="0"/>
                      </a:moveTo>
                      <a:cubicBezTo>
                        <a:pt x="33" y="16"/>
                        <a:pt x="17" y="16"/>
                        <a:pt x="17" y="16"/>
                      </a:cubicBezTo>
                      <a:lnTo>
                        <a:pt x="1" y="16"/>
                      </a:lnTo>
                      <a:cubicBezTo>
                        <a:pt x="1" y="32"/>
                        <a:pt x="1" y="32"/>
                        <a:pt x="17" y="32"/>
                      </a:cubicBezTo>
                      <a:cubicBezTo>
                        <a:pt x="33" y="32"/>
                        <a:pt x="49" y="53"/>
                        <a:pt x="118" y="53"/>
                      </a:cubicBezTo>
                      <a:lnTo>
                        <a:pt x="304" y="53"/>
                      </a:lnTo>
                      <a:cubicBezTo>
                        <a:pt x="352" y="69"/>
                        <a:pt x="405" y="69"/>
                        <a:pt x="405" y="69"/>
                      </a:cubicBezTo>
                      <a:cubicBezTo>
                        <a:pt x="405" y="69"/>
                        <a:pt x="385" y="69"/>
                        <a:pt x="368" y="53"/>
                      </a:cubicBezTo>
                      <a:lnTo>
                        <a:pt x="336" y="53"/>
                      </a:lnTo>
                      <a:cubicBezTo>
                        <a:pt x="336" y="53"/>
                        <a:pt x="320" y="32"/>
                        <a:pt x="304" y="32"/>
                      </a:cubicBezTo>
                      <a:cubicBezTo>
                        <a:pt x="268" y="32"/>
                        <a:pt x="235" y="16"/>
                        <a:pt x="203" y="16"/>
                      </a:cubicBezTo>
                      <a:cubicBezTo>
                        <a:pt x="167" y="16"/>
                        <a:pt x="134" y="0"/>
                        <a:pt x="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1"/>
                <p:cNvSpPr/>
                <p:nvPr/>
              </p:nvSpPr>
              <p:spPr>
                <a:xfrm>
                  <a:off x="2630452" y="1677993"/>
                  <a:ext cx="33473" cy="3675"/>
                </a:xfrm>
                <a:custGeom>
                  <a:rect b="b" l="l" r="r" t="t"/>
                  <a:pathLst>
                    <a:path extrusionOk="0" h="37" w="337">
                      <a:moveTo>
                        <a:pt x="1" y="0"/>
                      </a:moveTo>
                      <a:cubicBezTo>
                        <a:pt x="33" y="21"/>
                        <a:pt x="82" y="21"/>
                        <a:pt x="118" y="21"/>
                      </a:cubicBezTo>
                      <a:cubicBezTo>
                        <a:pt x="150" y="37"/>
                        <a:pt x="183" y="37"/>
                        <a:pt x="219" y="37"/>
                      </a:cubicBezTo>
                      <a:lnTo>
                        <a:pt x="320" y="37"/>
                      </a:lnTo>
                      <a:cubicBezTo>
                        <a:pt x="336" y="37"/>
                        <a:pt x="336" y="37"/>
                        <a:pt x="336" y="21"/>
                      </a:cubicBezTo>
                      <a:lnTo>
                        <a:pt x="219" y="21"/>
                      </a:lnTo>
                      <a:cubicBezTo>
                        <a:pt x="183" y="0"/>
                        <a:pt x="150" y="0"/>
                        <a:pt x="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2622009" y="1686435"/>
                  <a:ext cx="41915" cy="5264"/>
                </a:xfrm>
                <a:custGeom>
                  <a:rect b="b" l="l" r="r" t="t"/>
                  <a:pathLst>
                    <a:path extrusionOk="0" h="53" w="422">
                      <a:moveTo>
                        <a:pt x="1" y="0"/>
                      </a:moveTo>
                      <a:cubicBezTo>
                        <a:pt x="17" y="0"/>
                        <a:pt x="33" y="16"/>
                        <a:pt x="49" y="16"/>
                      </a:cubicBezTo>
                      <a:cubicBezTo>
                        <a:pt x="86" y="16"/>
                        <a:pt x="134" y="37"/>
                        <a:pt x="167" y="37"/>
                      </a:cubicBezTo>
                      <a:cubicBezTo>
                        <a:pt x="219" y="37"/>
                        <a:pt x="251" y="53"/>
                        <a:pt x="288" y="53"/>
                      </a:cubicBezTo>
                      <a:lnTo>
                        <a:pt x="405" y="53"/>
                      </a:lnTo>
                      <a:cubicBezTo>
                        <a:pt x="421" y="53"/>
                        <a:pt x="421" y="53"/>
                        <a:pt x="421" y="37"/>
                      </a:cubicBezTo>
                      <a:lnTo>
                        <a:pt x="288" y="16"/>
                      </a:lnTo>
                      <a:lnTo>
                        <a:pt x="167" y="16"/>
                      </a:lnTo>
                      <a:cubicBezTo>
                        <a:pt x="134" y="0"/>
                        <a:pt x="102"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2605224" y="1694779"/>
                  <a:ext cx="57013" cy="6953"/>
                </a:xfrm>
                <a:custGeom>
                  <a:rect b="b" l="l" r="r" t="t"/>
                  <a:pathLst>
                    <a:path extrusionOk="0" h="70" w="574">
                      <a:moveTo>
                        <a:pt x="0" y="1"/>
                      </a:moveTo>
                      <a:cubicBezTo>
                        <a:pt x="16" y="1"/>
                        <a:pt x="33" y="17"/>
                        <a:pt x="53" y="17"/>
                      </a:cubicBezTo>
                      <a:cubicBezTo>
                        <a:pt x="69" y="17"/>
                        <a:pt x="85" y="17"/>
                        <a:pt x="117" y="33"/>
                      </a:cubicBezTo>
                      <a:cubicBezTo>
                        <a:pt x="170" y="33"/>
                        <a:pt x="218" y="33"/>
                        <a:pt x="271" y="54"/>
                      </a:cubicBezTo>
                      <a:lnTo>
                        <a:pt x="404" y="54"/>
                      </a:lnTo>
                      <a:cubicBezTo>
                        <a:pt x="489" y="70"/>
                        <a:pt x="538" y="70"/>
                        <a:pt x="558" y="70"/>
                      </a:cubicBezTo>
                      <a:lnTo>
                        <a:pt x="574" y="70"/>
                      </a:lnTo>
                      <a:lnTo>
                        <a:pt x="574" y="54"/>
                      </a:lnTo>
                      <a:lnTo>
                        <a:pt x="505" y="54"/>
                      </a:lnTo>
                      <a:cubicBezTo>
                        <a:pt x="489" y="33"/>
                        <a:pt x="457" y="33"/>
                        <a:pt x="420" y="33"/>
                      </a:cubicBezTo>
                      <a:cubicBezTo>
                        <a:pt x="372" y="33"/>
                        <a:pt x="319" y="17"/>
                        <a:pt x="271" y="17"/>
                      </a:cubicBezTo>
                      <a:lnTo>
                        <a:pt x="117" y="17"/>
                      </a:lnTo>
                      <a:cubicBezTo>
                        <a:pt x="101" y="17"/>
                        <a:pt x="69" y="17"/>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1"/>
                <p:cNvSpPr/>
                <p:nvPr/>
              </p:nvSpPr>
              <p:spPr>
                <a:xfrm>
                  <a:off x="2585160" y="1704810"/>
                  <a:ext cx="78765" cy="8542"/>
                </a:xfrm>
                <a:custGeom>
                  <a:rect b="b" l="l" r="r" t="t"/>
                  <a:pathLst>
                    <a:path extrusionOk="0" h="86" w="793">
                      <a:moveTo>
                        <a:pt x="0" y="1"/>
                      </a:moveTo>
                      <a:cubicBezTo>
                        <a:pt x="33" y="1"/>
                        <a:pt x="53" y="17"/>
                        <a:pt x="85" y="17"/>
                      </a:cubicBezTo>
                      <a:lnTo>
                        <a:pt x="271" y="17"/>
                      </a:lnTo>
                      <a:cubicBezTo>
                        <a:pt x="303" y="33"/>
                        <a:pt x="336" y="33"/>
                        <a:pt x="372" y="33"/>
                      </a:cubicBezTo>
                      <a:cubicBezTo>
                        <a:pt x="437" y="53"/>
                        <a:pt x="505" y="53"/>
                        <a:pt x="574" y="70"/>
                      </a:cubicBezTo>
                      <a:cubicBezTo>
                        <a:pt x="622" y="70"/>
                        <a:pt x="675" y="86"/>
                        <a:pt x="707" y="86"/>
                      </a:cubicBezTo>
                      <a:lnTo>
                        <a:pt x="776" y="86"/>
                      </a:lnTo>
                      <a:cubicBezTo>
                        <a:pt x="792" y="86"/>
                        <a:pt x="792" y="70"/>
                        <a:pt x="792" y="70"/>
                      </a:cubicBezTo>
                      <a:lnTo>
                        <a:pt x="776" y="70"/>
                      </a:lnTo>
                      <a:cubicBezTo>
                        <a:pt x="760" y="70"/>
                        <a:pt x="740" y="53"/>
                        <a:pt x="707" y="53"/>
                      </a:cubicBezTo>
                      <a:lnTo>
                        <a:pt x="659" y="53"/>
                      </a:lnTo>
                      <a:cubicBezTo>
                        <a:pt x="622" y="53"/>
                        <a:pt x="606" y="53"/>
                        <a:pt x="574" y="33"/>
                      </a:cubicBezTo>
                      <a:cubicBezTo>
                        <a:pt x="521" y="33"/>
                        <a:pt x="457" y="17"/>
                        <a:pt x="372" y="17"/>
                      </a:cubicBezTo>
                      <a:cubicBezTo>
                        <a:pt x="336" y="17"/>
                        <a:pt x="303"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1"/>
                <p:cNvSpPr/>
                <p:nvPr/>
              </p:nvSpPr>
              <p:spPr>
                <a:xfrm>
                  <a:off x="2560229" y="1714842"/>
                  <a:ext cx="105285" cy="8542"/>
                </a:xfrm>
                <a:custGeom>
                  <a:rect b="b" l="l" r="r" t="t"/>
                  <a:pathLst>
                    <a:path extrusionOk="0" h="86" w="1060">
                      <a:moveTo>
                        <a:pt x="82" y="17"/>
                      </a:moveTo>
                      <a:cubicBezTo>
                        <a:pt x="33" y="17"/>
                        <a:pt x="1" y="33"/>
                        <a:pt x="1" y="33"/>
                      </a:cubicBezTo>
                      <a:cubicBezTo>
                        <a:pt x="1" y="33"/>
                        <a:pt x="33" y="33"/>
                        <a:pt x="82" y="17"/>
                      </a:cubicBezTo>
                      <a:close/>
                      <a:moveTo>
                        <a:pt x="284" y="1"/>
                      </a:moveTo>
                      <a:cubicBezTo>
                        <a:pt x="251" y="1"/>
                        <a:pt x="219" y="17"/>
                        <a:pt x="183" y="17"/>
                      </a:cubicBezTo>
                      <a:lnTo>
                        <a:pt x="284" y="17"/>
                      </a:lnTo>
                      <a:cubicBezTo>
                        <a:pt x="320" y="17"/>
                        <a:pt x="368" y="33"/>
                        <a:pt x="421" y="33"/>
                      </a:cubicBezTo>
                      <a:cubicBezTo>
                        <a:pt x="453" y="33"/>
                        <a:pt x="506" y="33"/>
                        <a:pt x="538" y="53"/>
                      </a:cubicBezTo>
                      <a:cubicBezTo>
                        <a:pt x="623" y="53"/>
                        <a:pt x="708" y="70"/>
                        <a:pt x="789" y="70"/>
                      </a:cubicBezTo>
                      <a:cubicBezTo>
                        <a:pt x="857" y="86"/>
                        <a:pt x="910" y="86"/>
                        <a:pt x="958" y="86"/>
                      </a:cubicBezTo>
                      <a:lnTo>
                        <a:pt x="1027" y="86"/>
                      </a:lnTo>
                      <a:cubicBezTo>
                        <a:pt x="1059" y="86"/>
                        <a:pt x="1059" y="70"/>
                        <a:pt x="1059" y="70"/>
                      </a:cubicBezTo>
                      <a:lnTo>
                        <a:pt x="1027" y="70"/>
                      </a:lnTo>
                      <a:cubicBezTo>
                        <a:pt x="1011" y="70"/>
                        <a:pt x="991" y="53"/>
                        <a:pt x="958" y="53"/>
                      </a:cubicBezTo>
                      <a:lnTo>
                        <a:pt x="789" y="53"/>
                      </a:lnTo>
                      <a:cubicBezTo>
                        <a:pt x="724" y="33"/>
                        <a:pt x="639" y="33"/>
                        <a:pt x="538" y="17"/>
                      </a:cubicBezTo>
                      <a:lnTo>
                        <a:pt x="421" y="17"/>
                      </a:lnTo>
                      <a:cubicBezTo>
                        <a:pt x="368" y="17"/>
                        <a:pt x="336" y="17"/>
                        <a:pt x="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2555064" y="1724874"/>
                  <a:ext cx="105582" cy="10131"/>
                </a:xfrm>
                <a:custGeom>
                  <a:rect b="b" l="l" r="r" t="t"/>
                  <a:pathLst>
                    <a:path extrusionOk="0" h="102" w="1063">
                      <a:moveTo>
                        <a:pt x="0" y="1"/>
                      </a:moveTo>
                      <a:cubicBezTo>
                        <a:pt x="16" y="17"/>
                        <a:pt x="33" y="17"/>
                        <a:pt x="33" y="17"/>
                      </a:cubicBezTo>
                      <a:lnTo>
                        <a:pt x="101" y="17"/>
                      </a:lnTo>
                      <a:cubicBezTo>
                        <a:pt x="85" y="17"/>
                        <a:pt x="69" y="17"/>
                        <a:pt x="53" y="1"/>
                      </a:cubicBezTo>
                      <a:close/>
                      <a:moveTo>
                        <a:pt x="101" y="17"/>
                      </a:moveTo>
                      <a:cubicBezTo>
                        <a:pt x="134" y="17"/>
                        <a:pt x="170" y="17"/>
                        <a:pt x="218" y="33"/>
                      </a:cubicBezTo>
                      <a:lnTo>
                        <a:pt x="505" y="33"/>
                      </a:lnTo>
                      <a:cubicBezTo>
                        <a:pt x="558" y="53"/>
                        <a:pt x="606" y="53"/>
                        <a:pt x="639" y="53"/>
                      </a:cubicBezTo>
                      <a:cubicBezTo>
                        <a:pt x="691" y="70"/>
                        <a:pt x="740" y="70"/>
                        <a:pt x="776" y="70"/>
                      </a:cubicBezTo>
                      <a:cubicBezTo>
                        <a:pt x="824" y="70"/>
                        <a:pt x="861" y="86"/>
                        <a:pt x="893" y="86"/>
                      </a:cubicBezTo>
                      <a:lnTo>
                        <a:pt x="962" y="86"/>
                      </a:lnTo>
                      <a:cubicBezTo>
                        <a:pt x="978" y="86"/>
                        <a:pt x="1010" y="102"/>
                        <a:pt x="1010" y="102"/>
                      </a:cubicBezTo>
                      <a:cubicBezTo>
                        <a:pt x="1026" y="102"/>
                        <a:pt x="1043" y="86"/>
                        <a:pt x="1063" y="86"/>
                      </a:cubicBezTo>
                      <a:cubicBezTo>
                        <a:pt x="1043" y="86"/>
                        <a:pt x="1026" y="86"/>
                        <a:pt x="1026" y="70"/>
                      </a:cubicBezTo>
                      <a:lnTo>
                        <a:pt x="962" y="70"/>
                      </a:lnTo>
                      <a:cubicBezTo>
                        <a:pt x="942" y="70"/>
                        <a:pt x="925" y="70"/>
                        <a:pt x="893" y="53"/>
                      </a:cubicBezTo>
                      <a:lnTo>
                        <a:pt x="776" y="53"/>
                      </a:lnTo>
                      <a:cubicBezTo>
                        <a:pt x="707" y="33"/>
                        <a:pt x="606" y="33"/>
                        <a:pt x="505"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2506494" y="1734906"/>
                  <a:ext cx="157430" cy="13409"/>
                </a:xfrm>
                <a:custGeom>
                  <a:rect b="b" l="l" r="r" t="t"/>
                  <a:pathLst>
                    <a:path extrusionOk="0" h="135" w="1585">
                      <a:moveTo>
                        <a:pt x="0" y="1"/>
                      </a:moveTo>
                      <a:cubicBezTo>
                        <a:pt x="0" y="1"/>
                        <a:pt x="53" y="1"/>
                        <a:pt x="118" y="17"/>
                      </a:cubicBezTo>
                      <a:lnTo>
                        <a:pt x="255" y="17"/>
                      </a:lnTo>
                      <a:cubicBezTo>
                        <a:pt x="202" y="17"/>
                        <a:pt x="170" y="17"/>
                        <a:pt x="118" y="1"/>
                      </a:cubicBezTo>
                      <a:close/>
                      <a:moveTo>
                        <a:pt x="255" y="17"/>
                      </a:moveTo>
                      <a:cubicBezTo>
                        <a:pt x="303" y="33"/>
                        <a:pt x="372" y="33"/>
                        <a:pt x="421" y="33"/>
                      </a:cubicBezTo>
                      <a:cubicBezTo>
                        <a:pt x="542" y="33"/>
                        <a:pt x="675" y="53"/>
                        <a:pt x="808" y="53"/>
                      </a:cubicBezTo>
                      <a:lnTo>
                        <a:pt x="909" y="53"/>
                      </a:lnTo>
                      <a:cubicBezTo>
                        <a:pt x="926" y="53"/>
                        <a:pt x="962" y="70"/>
                        <a:pt x="994" y="70"/>
                      </a:cubicBezTo>
                      <a:cubicBezTo>
                        <a:pt x="1063" y="70"/>
                        <a:pt x="1111" y="86"/>
                        <a:pt x="1164" y="86"/>
                      </a:cubicBezTo>
                      <a:cubicBezTo>
                        <a:pt x="1281" y="118"/>
                        <a:pt x="1350" y="118"/>
                        <a:pt x="1414" y="118"/>
                      </a:cubicBezTo>
                      <a:cubicBezTo>
                        <a:pt x="1451" y="134"/>
                        <a:pt x="1467" y="134"/>
                        <a:pt x="1483" y="134"/>
                      </a:cubicBezTo>
                      <a:lnTo>
                        <a:pt x="1532" y="134"/>
                      </a:lnTo>
                      <a:lnTo>
                        <a:pt x="1584" y="118"/>
                      </a:lnTo>
                      <a:lnTo>
                        <a:pt x="1532" y="118"/>
                      </a:lnTo>
                      <a:cubicBezTo>
                        <a:pt x="1515" y="118"/>
                        <a:pt x="1515" y="118"/>
                        <a:pt x="1483" y="102"/>
                      </a:cubicBezTo>
                      <a:lnTo>
                        <a:pt x="1414" y="102"/>
                      </a:lnTo>
                      <a:cubicBezTo>
                        <a:pt x="1366" y="102"/>
                        <a:pt x="1281" y="86"/>
                        <a:pt x="1180" y="70"/>
                      </a:cubicBezTo>
                      <a:cubicBezTo>
                        <a:pt x="1111" y="53"/>
                        <a:pt x="1063" y="53"/>
                        <a:pt x="994" y="33"/>
                      </a:cubicBezTo>
                      <a:lnTo>
                        <a:pt x="808" y="33"/>
                      </a:lnTo>
                      <a:cubicBezTo>
                        <a:pt x="675" y="17"/>
                        <a:pt x="542" y="17"/>
                        <a:pt x="421"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518115" y="1721696"/>
                  <a:ext cx="18574" cy="3278"/>
                </a:xfrm>
                <a:custGeom>
                  <a:rect b="b" l="l" r="r" t="t"/>
                  <a:pathLst>
                    <a:path extrusionOk="0" h="33" w="187">
                      <a:moveTo>
                        <a:pt x="1" y="1"/>
                      </a:moveTo>
                      <a:lnTo>
                        <a:pt x="1" y="17"/>
                      </a:lnTo>
                      <a:lnTo>
                        <a:pt x="21" y="17"/>
                      </a:lnTo>
                      <a:cubicBezTo>
                        <a:pt x="21" y="17"/>
                        <a:pt x="37" y="17"/>
                        <a:pt x="37" y="33"/>
                      </a:cubicBezTo>
                      <a:lnTo>
                        <a:pt x="186" y="33"/>
                      </a:lnTo>
                      <a:lnTo>
                        <a:pt x="170" y="17"/>
                      </a:lnTo>
                      <a:lnTo>
                        <a:pt x="85" y="17"/>
                      </a:lnTo>
                      <a:cubicBezTo>
                        <a:pt x="69" y="17"/>
                        <a:pt x="53" y="1"/>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1"/>
                <p:cNvSpPr/>
                <p:nvPr/>
              </p:nvSpPr>
              <p:spPr>
                <a:xfrm>
                  <a:off x="2535001" y="1714842"/>
                  <a:ext cx="13310" cy="1788"/>
                </a:xfrm>
                <a:custGeom>
                  <a:rect b="b" l="l" r="r" t="t"/>
                  <a:pathLst>
                    <a:path extrusionOk="0" h="18" w="134">
                      <a:moveTo>
                        <a:pt x="0" y="1"/>
                      </a:moveTo>
                      <a:cubicBezTo>
                        <a:pt x="0" y="17"/>
                        <a:pt x="0" y="17"/>
                        <a:pt x="53" y="17"/>
                      </a:cubicBezTo>
                      <a:lnTo>
                        <a:pt x="134" y="17"/>
                      </a:lnTo>
                      <a:cubicBezTo>
                        <a:pt x="117" y="17"/>
                        <a:pt x="101"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1"/>
                <p:cNvSpPr/>
                <p:nvPr/>
              </p:nvSpPr>
              <p:spPr>
                <a:xfrm>
                  <a:off x="2483252" y="1731727"/>
                  <a:ext cx="11720" cy="3278"/>
                </a:xfrm>
                <a:custGeom>
                  <a:rect b="b" l="l" r="r" t="t"/>
                  <a:pathLst>
                    <a:path extrusionOk="0" h="33" w="118">
                      <a:moveTo>
                        <a:pt x="49" y="1"/>
                      </a:moveTo>
                      <a:cubicBezTo>
                        <a:pt x="0" y="1"/>
                        <a:pt x="16" y="1"/>
                        <a:pt x="16" y="17"/>
                      </a:cubicBezTo>
                      <a:lnTo>
                        <a:pt x="49" y="17"/>
                      </a:lnTo>
                      <a:cubicBezTo>
                        <a:pt x="49" y="33"/>
                        <a:pt x="69" y="33"/>
                        <a:pt x="85" y="33"/>
                      </a:cubicBezTo>
                      <a:cubicBezTo>
                        <a:pt x="85" y="33"/>
                        <a:pt x="101" y="33"/>
                        <a:pt x="117" y="17"/>
                      </a:cubicBezTo>
                      <a:cubicBezTo>
                        <a:pt x="85" y="1"/>
                        <a:pt x="69"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2553475" y="1703221"/>
                  <a:ext cx="14899" cy="1689"/>
                </a:xfrm>
                <a:custGeom>
                  <a:rect b="b" l="l" r="r" t="t"/>
                  <a:pathLst>
                    <a:path extrusionOk="0" h="17" w="150">
                      <a:moveTo>
                        <a:pt x="0" y="1"/>
                      </a:moveTo>
                      <a:lnTo>
                        <a:pt x="0" y="17"/>
                      </a:lnTo>
                      <a:lnTo>
                        <a:pt x="150" y="17"/>
                      </a:lnTo>
                      <a:lnTo>
                        <a:pt x="1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2580293" y="1691600"/>
                  <a:ext cx="16587" cy="3278"/>
                </a:xfrm>
                <a:custGeom>
                  <a:rect b="b" l="l" r="r" t="t"/>
                  <a:pathLst>
                    <a:path extrusionOk="0" h="33" w="167">
                      <a:moveTo>
                        <a:pt x="49" y="1"/>
                      </a:moveTo>
                      <a:cubicBezTo>
                        <a:pt x="1" y="1"/>
                        <a:pt x="1" y="17"/>
                        <a:pt x="1" y="17"/>
                      </a:cubicBezTo>
                      <a:lnTo>
                        <a:pt x="49" y="33"/>
                      </a:lnTo>
                      <a:lnTo>
                        <a:pt x="166" y="33"/>
                      </a:lnTo>
                      <a:cubicBezTo>
                        <a:pt x="166" y="33"/>
                        <a:pt x="150" y="17"/>
                        <a:pt x="118" y="17"/>
                      </a:cubicBezTo>
                      <a:cubicBezTo>
                        <a:pt x="102" y="17"/>
                        <a:pt x="65"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1"/>
                <p:cNvSpPr/>
                <p:nvPr/>
              </p:nvSpPr>
              <p:spPr>
                <a:xfrm>
                  <a:off x="2593602" y="1684051"/>
                  <a:ext cx="16885" cy="2483"/>
                </a:xfrm>
                <a:custGeom>
                  <a:rect b="b" l="l" r="r" t="t"/>
                  <a:pathLst>
                    <a:path extrusionOk="0" h="25" w="170">
                      <a:moveTo>
                        <a:pt x="18" y="1"/>
                      </a:moveTo>
                      <a:cubicBezTo>
                        <a:pt x="7" y="1"/>
                        <a:pt x="11" y="8"/>
                        <a:pt x="0" y="8"/>
                      </a:cubicBezTo>
                      <a:lnTo>
                        <a:pt x="49" y="24"/>
                      </a:lnTo>
                      <a:lnTo>
                        <a:pt x="170" y="24"/>
                      </a:lnTo>
                      <a:cubicBezTo>
                        <a:pt x="170" y="24"/>
                        <a:pt x="150" y="8"/>
                        <a:pt x="133" y="8"/>
                      </a:cubicBezTo>
                      <a:lnTo>
                        <a:pt x="49" y="8"/>
                      </a:lnTo>
                      <a:cubicBezTo>
                        <a:pt x="32" y="3"/>
                        <a:pt x="23" y="1"/>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2600357" y="1676403"/>
                  <a:ext cx="13409" cy="3675"/>
                </a:xfrm>
                <a:custGeom>
                  <a:rect b="b" l="l" r="r" t="t"/>
                  <a:pathLst>
                    <a:path extrusionOk="0" h="37" w="135">
                      <a:moveTo>
                        <a:pt x="33" y="0"/>
                      </a:moveTo>
                      <a:lnTo>
                        <a:pt x="1" y="16"/>
                      </a:lnTo>
                      <a:lnTo>
                        <a:pt x="65" y="16"/>
                      </a:lnTo>
                      <a:cubicBezTo>
                        <a:pt x="49" y="0"/>
                        <a:pt x="49" y="0"/>
                        <a:pt x="33" y="0"/>
                      </a:cubicBezTo>
                      <a:close/>
                      <a:moveTo>
                        <a:pt x="102" y="16"/>
                      </a:moveTo>
                      <a:cubicBezTo>
                        <a:pt x="118" y="16"/>
                        <a:pt x="118" y="37"/>
                        <a:pt x="134" y="37"/>
                      </a:cubicBezTo>
                      <a:lnTo>
                        <a:pt x="134" y="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1"/>
                <p:cNvSpPr/>
                <p:nvPr/>
              </p:nvSpPr>
              <p:spPr>
                <a:xfrm>
                  <a:off x="2660548" y="1798375"/>
                  <a:ext cx="3377" cy="38637"/>
                </a:xfrm>
                <a:custGeom>
                  <a:rect b="b" l="l" r="r" t="t"/>
                  <a:pathLst>
                    <a:path extrusionOk="0" h="389" w="34">
                      <a:moveTo>
                        <a:pt x="33" y="0"/>
                      </a:moveTo>
                      <a:cubicBezTo>
                        <a:pt x="33" y="0"/>
                        <a:pt x="17" y="0"/>
                        <a:pt x="17" y="20"/>
                      </a:cubicBezTo>
                      <a:cubicBezTo>
                        <a:pt x="17" y="20"/>
                        <a:pt x="1" y="53"/>
                        <a:pt x="1" y="101"/>
                      </a:cubicBezTo>
                      <a:cubicBezTo>
                        <a:pt x="1" y="170"/>
                        <a:pt x="17" y="239"/>
                        <a:pt x="17" y="303"/>
                      </a:cubicBezTo>
                      <a:cubicBezTo>
                        <a:pt x="17" y="340"/>
                        <a:pt x="17" y="356"/>
                        <a:pt x="33" y="388"/>
                      </a:cubicBezTo>
                      <a:lnTo>
                        <a:pt x="33" y="303"/>
                      </a:lnTo>
                      <a:lnTo>
                        <a:pt x="33" y="101"/>
                      </a:lnTo>
                      <a:lnTo>
                        <a:pt x="33" y="20"/>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1"/>
                <p:cNvSpPr/>
                <p:nvPr/>
              </p:nvSpPr>
              <p:spPr>
                <a:xfrm>
                  <a:off x="2638497" y="1796785"/>
                  <a:ext cx="43802" cy="3675"/>
                </a:xfrm>
                <a:custGeom>
                  <a:rect b="b" l="l" r="r" t="t"/>
                  <a:pathLst>
                    <a:path extrusionOk="0" h="37" w="441">
                      <a:moveTo>
                        <a:pt x="122" y="0"/>
                      </a:moveTo>
                      <a:cubicBezTo>
                        <a:pt x="53" y="0"/>
                        <a:pt x="1" y="16"/>
                        <a:pt x="1" y="16"/>
                      </a:cubicBezTo>
                      <a:lnTo>
                        <a:pt x="122" y="16"/>
                      </a:lnTo>
                      <a:cubicBezTo>
                        <a:pt x="154" y="16"/>
                        <a:pt x="186" y="36"/>
                        <a:pt x="223" y="36"/>
                      </a:cubicBezTo>
                      <a:lnTo>
                        <a:pt x="441" y="36"/>
                      </a:lnTo>
                      <a:lnTo>
                        <a:pt x="441" y="16"/>
                      </a:lnTo>
                      <a:lnTo>
                        <a:pt x="388" y="16"/>
                      </a:lnTo>
                      <a:cubicBezTo>
                        <a:pt x="372" y="0"/>
                        <a:pt x="356" y="0"/>
                        <a:pt x="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2638497" y="1758247"/>
                  <a:ext cx="42213" cy="3675"/>
                </a:xfrm>
                <a:custGeom>
                  <a:rect b="b" l="l" r="r" t="t"/>
                  <a:pathLst>
                    <a:path extrusionOk="0" h="37" w="425">
                      <a:moveTo>
                        <a:pt x="53" y="0"/>
                      </a:moveTo>
                      <a:cubicBezTo>
                        <a:pt x="37" y="20"/>
                        <a:pt x="21" y="20"/>
                        <a:pt x="1" y="20"/>
                      </a:cubicBezTo>
                      <a:lnTo>
                        <a:pt x="203" y="20"/>
                      </a:lnTo>
                      <a:cubicBezTo>
                        <a:pt x="239" y="37"/>
                        <a:pt x="287" y="37"/>
                        <a:pt x="303" y="37"/>
                      </a:cubicBezTo>
                      <a:lnTo>
                        <a:pt x="425" y="37"/>
                      </a:lnTo>
                      <a:cubicBezTo>
                        <a:pt x="404" y="37"/>
                        <a:pt x="404" y="20"/>
                        <a:pt x="388" y="20"/>
                      </a:cubicBezTo>
                      <a:cubicBezTo>
                        <a:pt x="372" y="20"/>
                        <a:pt x="340" y="0"/>
                        <a:pt x="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1"/>
                <p:cNvSpPr/>
                <p:nvPr/>
              </p:nvSpPr>
              <p:spPr>
                <a:xfrm>
                  <a:off x="2662137" y="1713253"/>
                  <a:ext cx="4966" cy="45094"/>
                </a:xfrm>
                <a:custGeom>
                  <a:rect b="b" l="l" r="r" t="t"/>
                  <a:pathLst>
                    <a:path extrusionOk="0" h="454" w="50">
                      <a:moveTo>
                        <a:pt x="49" y="1"/>
                      </a:moveTo>
                      <a:cubicBezTo>
                        <a:pt x="49" y="1"/>
                        <a:pt x="33" y="17"/>
                        <a:pt x="33" y="33"/>
                      </a:cubicBezTo>
                      <a:cubicBezTo>
                        <a:pt x="33" y="49"/>
                        <a:pt x="33" y="86"/>
                        <a:pt x="17" y="118"/>
                      </a:cubicBezTo>
                      <a:cubicBezTo>
                        <a:pt x="17" y="150"/>
                        <a:pt x="17" y="203"/>
                        <a:pt x="1" y="235"/>
                      </a:cubicBezTo>
                      <a:lnTo>
                        <a:pt x="1" y="288"/>
                      </a:lnTo>
                      <a:lnTo>
                        <a:pt x="1" y="336"/>
                      </a:lnTo>
                      <a:cubicBezTo>
                        <a:pt x="1" y="372"/>
                        <a:pt x="17" y="405"/>
                        <a:pt x="17" y="421"/>
                      </a:cubicBezTo>
                      <a:lnTo>
                        <a:pt x="17" y="453"/>
                      </a:lnTo>
                      <a:lnTo>
                        <a:pt x="33" y="453"/>
                      </a:lnTo>
                      <a:lnTo>
                        <a:pt x="33" y="437"/>
                      </a:lnTo>
                      <a:lnTo>
                        <a:pt x="33" y="405"/>
                      </a:lnTo>
                      <a:lnTo>
                        <a:pt x="33" y="336"/>
                      </a:lnTo>
                      <a:lnTo>
                        <a:pt x="33" y="288"/>
                      </a:lnTo>
                      <a:lnTo>
                        <a:pt x="33" y="235"/>
                      </a:lnTo>
                      <a:lnTo>
                        <a:pt x="33" y="118"/>
                      </a:lnTo>
                      <a:cubicBezTo>
                        <a:pt x="33" y="49"/>
                        <a:pt x="49"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1"/>
                <p:cNvSpPr/>
                <p:nvPr/>
              </p:nvSpPr>
              <p:spPr>
                <a:xfrm>
                  <a:off x="2662137" y="1673126"/>
                  <a:ext cx="3377" cy="61879"/>
                </a:xfrm>
                <a:custGeom>
                  <a:rect b="b" l="l" r="r" t="t"/>
                  <a:pathLst>
                    <a:path extrusionOk="0" h="623" w="34">
                      <a:moveTo>
                        <a:pt x="33" y="1"/>
                      </a:moveTo>
                      <a:cubicBezTo>
                        <a:pt x="17" y="1"/>
                        <a:pt x="17" y="1"/>
                        <a:pt x="17" y="17"/>
                      </a:cubicBezTo>
                      <a:lnTo>
                        <a:pt x="17" y="70"/>
                      </a:lnTo>
                      <a:cubicBezTo>
                        <a:pt x="17" y="86"/>
                        <a:pt x="1" y="118"/>
                        <a:pt x="17" y="171"/>
                      </a:cubicBezTo>
                      <a:lnTo>
                        <a:pt x="17" y="336"/>
                      </a:lnTo>
                      <a:lnTo>
                        <a:pt x="17" y="506"/>
                      </a:lnTo>
                      <a:lnTo>
                        <a:pt x="17" y="574"/>
                      </a:lnTo>
                      <a:lnTo>
                        <a:pt x="17" y="623"/>
                      </a:lnTo>
                      <a:cubicBezTo>
                        <a:pt x="33" y="607"/>
                        <a:pt x="33" y="591"/>
                        <a:pt x="33" y="574"/>
                      </a:cubicBezTo>
                      <a:lnTo>
                        <a:pt x="33" y="506"/>
                      </a:lnTo>
                      <a:lnTo>
                        <a:pt x="33" y="336"/>
                      </a:lnTo>
                      <a:lnTo>
                        <a:pt x="33" y="171"/>
                      </a:lnTo>
                      <a:lnTo>
                        <a:pt x="33" y="70"/>
                      </a:lnTo>
                      <a:lnTo>
                        <a:pt x="33" y="17"/>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2437861" y="1606181"/>
                  <a:ext cx="5364" cy="93961"/>
                </a:xfrm>
                <a:custGeom>
                  <a:rect b="b" l="l" r="r" t="t"/>
                  <a:pathLst>
                    <a:path extrusionOk="0" h="946" w="54">
                      <a:moveTo>
                        <a:pt x="37" y="0"/>
                      </a:moveTo>
                      <a:cubicBezTo>
                        <a:pt x="37" y="0"/>
                        <a:pt x="21" y="0"/>
                        <a:pt x="21" y="16"/>
                      </a:cubicBezTo>
                      <a:lnTo>
                        <a:pt x="21" y="101"/>
                      </a:lnTo>
                      <a:lnTo>
                        <a:pt x="21" y="239"/>
                      </a:lnTo>
                      <a:cubicBezTo>
                        <a:pt x="37" y="271"/>
                        <a:pt x="37" y="303"/>
                        <a:pt x="37" y="356"/>
                      </a:cubicBezTo>
                      <a:lnTo>
                        <a:pt x="37" y="404"/>
                      </a:lnTo>
                      <a:lnTo>
                        <a:pt x="37" y="441"/>
                      </a:lnTo>
                      <a:lnTo>
                        <a:pt x="37" y="457"/>
                      </a:lnTo>
                      <a:cubicBezTo>
                        <a:pt x="37" y="505"/>
                        <a:pt x="37" y="542"/>
                        <a:pt x="21" y="574"/>
                      </a:cubicBezTo>
                      <a:lnTo>
                        <a:pt x="21" y="691"/>
                      </a:lnTo>
                      <a:lnTo>
                        <a:pt x="21" y="792"/>
                      </a:lnTo>
                      <a:cubicBezTo>
                        <a:pt x="21" y="760"/>
                        <a:pt x="21" y="723"/>
                        <a:pt x="37" y="691"/>
                      </a:cubicBezTo>
                      <a:cubicBezTo>
                        <a:pt x="37" y="659"/>
                        <a:pt x="37" y="622"/>
                        <a:pt x="53" y="574"/>
                      </a:cubicBezTo>
                      <a:lnTo>
                        <a:pt x="53" y="457"/>
                      </a:lnTo>
                      <a:lnTo>
                        <a:pt x="53" y="441"/>
                      </a:lnTo>
                      <a:lnTo>
                        <a:pt x="53" y="404"/>
                      </a:lnTo>
                      <a:lnTo>
                        <a:pt x="53" y="356"/>
                      </a:lnTo>
                      <a:lnTo>
                        <a:pt x="53" y="239"/>
                      </a:lnTo>
                      <a:cubicBezTo>
                        <a:pt x="53" y="170"/>
                        <a:pt x="37" y="117"/>
                        <a:pt x="37" y="85"/>
                      </a:cubicBezTo>
                      <a:lnTo>
                        <a:pt x="37" y="16"/>
                      </a:lnTo>
                      <a:lnTo>
                        <a:pt x="37" y="0"/>
                      </a:lnTo>
                      <a:close/>
                      <a:moveTo>
                        <a:pt x="21" y="792"/>
                      </a:moveTo>
                      <a:cubicBezTo>
                        <a:pt x="1" y="808"/>
                        <a:pt x="1" y="845"/>
                        <a:pt x="1" y="861"/>
                      </a:cubicBezTo>
                      <a:lnTo>
                        <a:pt x="1" y="946"/>
                      </a:lnTo>
                      <a:cubicBezTo>
                        <a:pt x="1" y="946"/>
                        <a:pt x="1" y="909"/>
                        <a:pt x="21" y="861"/>
                      </a:cubicBezTo>
                      <a:lnTo>
                        <a:pt x="21" y="7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2437861" y="1740170"/>
                  <a:ext cx="5364" cy="98431"/>
                </a:xfrm>
                <a:custGeom>
                  <a:rect b="b" l="l" r="r" t="t"/>
                  <a:pathLst>
                    <a:path extrusionOk="0" h="991" w="54">
                      <a:moveTo>
                        <a:pt x="37" y="0"/>
                      </a:moveTo>
                      <a:cubicBezTo>
                        <a:pt x="21" y="0"/>
                        <a:pt x="21" y="0"/>
                        <a:pt x="21" y="33"/>
                      </a:cubicBezTo>
                      <a:lnTo>
                        <a:pt x="21" y="267"/>
                      </a:lnTo>
                      <a:lnTo>
                        <a:pt x="21" y="368"/>
                      </a:lnTo>
                      <a:lnTo>
                        <a:pt x="21" y="437"/>
                      </a:lnTo>
                      <a:lnTo>
                        <a:pt x="21" y="485"/>
                      </a:lnTo>
                      <a:cubicBezTo>
                        <a:pt x="21" y="538"/>
                        <a:pt x="21" y="570"/>
                        <a:pt x="1" y="606"/>
                      </a:cubicBezTo>
                      <a:lnTo>
                        <a:pt x="1" y="724"/>
                      </a:lnTo>
                      <a:lnTo>
                        <a:pt x="1" y="841"/>
                      </a:lnTo>
                      <a:lnTo>
                        <a:pt x="1" y="926"/>
                      </a:lnTo>
                      <a:cubicBezTo>
                        <a:pt x="1" y="958"/>
                        <a:pt x="21" y="990"/>
                        <a:pt x="21" y="990"/>
                      </a:cubicBezTo>
                      <a:lnTo>
                        <a:pt x="21" y="926"/>
                      </a:lnTo>
                      <a:lnTo>
                        <a:pt x="21" y="841"/>
                      </a:lnTo>
                      <a:lnTo>
                        <a:pt x="21" y="724"/>
                      </a:lnTo>
                      <a:lnTo>
                        <a:pt x="21" y="606"/>
                      </a:lnTo>
                      <a:cubicBezTo>
                        <a:pt x="37" y="570"/>
                        <a:pt x="37" y="538"/>
                        <a:pt x="37" y="485"/>
                      </a:cubicBezTo>
                      <a:cubicBezTo>
                        <a:pt x="37" y="469"/>
                        <a:pt x="53" y="453"/>
                        <a:pt x="53" y="437"/>
                      </a:cubicBezTo>
                      <a:lnTo>
                        <a:pt x="53" y="368"/>
                      </a:lnTo>
                      <a:lnTo>
                        <a:pt x="53" y="267"/>
                      </a:lnTo>
                      <a:cubicBezTo>
                        <a:pt x="53" y="182"/>
                        <a:pt x="53" y="134"/>
                        <a:pt x="37" y="101"/>
                      </a:cubicBezTo>
                      <a:lnTo>
                        <a:pt x="37" y="33"/>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2433093" y="1785065"/>
                  <a:ext cx="48669" cy="6953"/>
                </a:xfrm>
                <a:custGeom>
                  <a:rect b="b" l="l" r="r" t="t"/>
                  <a:pathLst>
                    <a:path extrusionOk="0" h="70" w="490">
                      <a:moveTo>
                        <a:pt x="16" y="1"/>
                      </a:moveTo>
                      <a:lnTo>
                        <a:pt x="0" y="17"/>
                      </a:lnTo>
                      <a:lnTo>
                        <a:pt x="49" y="17"/>
                      </a:lnTo>
                      <a:cubicBezTo>
                        <a:pt x="69" y="17"/>
                        <a:pt x="85" y="33"/>
                        <a:pt x="117" y="33"/>
                      </a:cubicBezTo>
                      <a:cubicBezTo>
                        <a:pt x="134" y="33"/>
                        <a:pt x="170" y="53"/>
                        <a:pt x="186" y="53"/>
                      </a:cubicBezTo>
                      <a:lnTo>
                        <a:pt x="352" y="53"/>
                      </a:lnTo>
                      <a:cubicBezTo>
                        <a:pt x="436" y="53"/>
                        <a:pt x="489" y="70"/>
                        <a:pt x="489" y="70"/>
                      </a:cubicBezTo>
                      <a:cubicBezTo>
                        <a:pt x="489" y="70"/>
                        <a:pt x="436" y="53"/>
                        <a:pt x="352" y="33"/>
                      </a:cubicBezTo>
                      <a:cubicBezTo>
                        <a:pt x="319" y="33"/>
                        <a:pt x="287" y="33"/>
                        <a:pt x="235" y="17"/>
                      </a:cubicBezTo>
                      <a:lnTo>
                        <a:pt x="134" y="17"/>
                      </a:lnTo>
                      <a:cubicBezTo>
                        <a:pt x="101" y="1"/>
                        <a:pt x="69"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2439847" y="1741759"/>
                  <a:ext cx="38240" cy="3278"/>
                </a:xfrm>
                <a:custGeom>
                  <a:rect b="b" l="l" r="r" t="t"/>
                  <a:pathLst>
                    <a:path extrusionOk="0" h="33" w="385">
                      <a:moveTo>
                        <a:pt x="1" y="1"/>
                      </a:moveTo>
                      <a:lnTo>
                        <a:pt x="17" y="17"/>
                      </a:lnTo>
                      <a:lnTo>
                        <a:pt x="33" y="17"/>
                      </a:lnTo>
                      <a:cubicBezTo>
                        <a:pt x="49" y="17"/>
                        <a:pt x="66" y="33"/>
                        <a:pt x="102" y="33"/>
                      </a:cubicBezTo>
                      <a:lnTo>
                        <a:pt x="284" y="33"/>
                      </a:lnTo>
                      <a:cubicBezTo>
                        <a:pt x="336" y="33"/>
                        <a:pt x="385" y="17"/>
                        <a:pt x="385" y="17"/>
                      </a:cubicBezTo>
                      <a:lnTo>
                        <a:pt x="183" y="17"/>
                      </a:lnTo>
                      <a:cubicBezTo>
                        <a:pt x="150" y="17"/>
                        <a:pt x="134" y="1"/>
                        <a:pt x="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2180708" y="1860552"/>
                  <a:ext cx="21752" cy="34962"/>
                </a:xfrm>
                <a:custGeom>
                  <a:rect b="b" l="l" r="r" t="t"/>
                  <a:pathLst>
                    <a:path extrusionOk="0" h="352" w="219">
                      <a:moveTo>
                        <a:pt x="202" y="0"/>
                      </a:moveTo>
                      <a:cubicBezTo>
                        <a:pt x="202" y="17"/>
                        <a:pt x="186" y="17"/>
                        <a:pt x="166" y="33"/>
                      </a:cubicBezTo>
                      <a:cubicBezTo>
                        <a:pt x="166" y="33"/>
                        <a:pt x="150" y="49"/>
                        <a:pt x="134" y="81"/>
                      </a:cubicBezTo>
                      <a:cubicBezTo>
                        <a:pt x="101" y="134"/>
                        <a:pt x="65" y="202"/>
                        <a:pt x="33" y="251"/>
                      </a:cubicBezTo>
                      <a:cubicBezTo>
                        <a:pt x="33" y="283"/>
                        <a:pt x="16" y="303"/>
                        <a:pt x="0" y="320"/>
                      </a:cubicBezTo>
                      <a:lnTo>
                        <a:pt x="0" y="352"/>
                      </a:lnTo>
                      <a:cubicBezTo>
                        <a:pt x="0" y="352"/>
                        <a:pt x="16" y="320"/>
                        <a:pt x="49" y="251"/>
                      </a:cubicBezTo>
                      <a:cubicBezTo>
                        <a:pt x="85" y="202"/>
                        <a:pt x="117" y="134"/>
                        <a:pt x="150" y="81"/>
                      </a:cubicBezTo>
                      <a:cubicBezTo>
                        <a:pt x="166" y="65"/>
                        <a:pt x="186" y="49"/>
                        <a:pt x="186" y="33"/>
                      </a:cubicBezTo>
                      <a:cubicBezTo>
                        <a:pt x="202" y="33"/>
                        <a:pt x="202" y="17"/>
                        <a:pt x="202" y="17"/>
                      </a:cubicBezTo>
                      <a:lnTo>
                        <a:pt x="2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2165412" y="1900679"/>
                  <a:ext cx="11720" cy="15197"/>
                </a:xfrm>
                <a:custGeom>
                  <a:rect b="b" l="l" r="r" t="t"/>
                  <a:pathLst>
                    <a:path extrusionOk="0" h="153" w="118">
                      <a:moveTo>
                        <a:pt x="118" y="0"/>
                      </a:moveTo>
                      <a:cubicBezTo>
                        <a:pt x="118" y="1"/>
                        <a:pt x="102" y="17"/>
                        <a:pt x="86" y="33"/>
                      </a:cubicBezTo>
                      <a:cubicBezTo>
                        <a:pt x="69" y="65"/>
                        <a:pt x="53" y="81"/>
                        <a:pt x="37" y="101"/>
                      </a:cubicBezTo>
                      <a:cubicBezTo>
                        <a:pt x="1" y="150"/>
                        <a:pt x="1" y="150"/>
                        <a:pt x="17" y="150"/>
                      </a:cubicBezTo>
                      <a:cubicBezTo>
                        <a:pt x="17" y="150"/>
                        <a:pt x="17" y="152"/>
                        <a:pt x="19" y="152"/>
                      </a:cubicBezTo>
                      <a:cubicBezTo>
                        <a:pt x="23" y="152"/>
                        <a:pt x="31" y="147"/>
                        <a:pt x="53" y="117"/>
                      </a:cubicBezTo>
                      <a:cubicBezTo>
                        <a:pt x="69" y="101"/>
                        <a:pt x="86" y="65"/>
                        <a:pt x="86" y="49"/>
                      </a:cubicBezTo>
                      <a:cubicBezTo>
                        <a:pt x="102" y="17"/>
                        <a:pt x="118" y="1"/>
                        <a:pt x="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1"/>
                <p:cNvSpPr/>
                <p:nvPr/>
              </p:nvSpPr>
              <p:spPr>
                <a:xfrm>
                  <a:off x="2165412" y="1885383"/>
                  <a:ext cx="37048" cy="51848"/>
                </a:xfrm>
                <a:custGeom>
                  <a:rect b="b" l="l" r="r" t="t"/>
                  <a:pathLst>
                    <a:path extrusionOk="0" h="522" w="373">
                      <a:moveTo>
                        <a:pt x="372" y="1"/>
                      </a:moveTo>
                      <a:lnTo>
                        <a:pt x="372" y="1"/>
                      </a:lnTo>
                      <a:cubicBezTo>
                        <a:pt x="372" y="1"/>
                        <a:pt x="320" y="53"/>
                        <a:pt x="271" y="134"/>
                      </a:cubicBezTo>
                      <a:cubicBezTo>
                        <a:pt x="320" y="70"/>
                        <a:pt x="372" y="1"/>
                        <a:pt x="372" y="1"/>
                      </a:cubicBezTo>
                      <a:close/>
                      <a:moveTo>
                        <a:pt x="271" y="134"/>
                      </a:moveTo>
                      <a:lnTo>
                        <a:pt x="271" y="134"/>
                      </a:lnTo>
                      <a:cubicBezTo>
                        <a:pt x="239" y="170"/>
                        <a:pt x="203" y="219"/>
                        <a:pt x="170" y="255"/>
                      </a:cubicBezTo>
                      <a:cubicBezTo>
                        <a:pt x="138" y="304"/>
                        <a:pt x="118" y="336"/>
                        <a:pt x="86" y="372"/>
                      </a:cubicBezTo>
                      <a:cubicBezTo>
                        <a:pt x="69" y="421"/>
                        <a:pt x="53" y="437"/>
                        <a:pt x="37" y="457"/>
                      </a:cubicBezTo>
                      <a:cubicBezTo>
                        <a:pt x="17" y="490"/>
                        <a:pt x="17" y="490"/>
                        <a:pt x="17" y="506"/>
                      </a:cubicBezTo>
                      <a:cubicBezTo>
                        <a:pt x="37" y="506"/>
                        <a:pt x="37" y="490"/>
                        <a:pt x="53" y="473"/>
                      </a:cubicBezTo>
                      <a:cubicBezTo>
                        <a:pt x="69" y="457"/>
                        <a:pt x="86" y="421"/>
                        <a:pt x="102" y="389"/>
                      </a:cubicBezTo>
                      <a:cubicBezTo>
                        <a:pt x="138" y="356"/>
                        <a:pt x="154" y="304"/>
                        <a:pt x="187" y="271"/>
                      </a:cubicBezTo>
                      <a:cubicBezTo>
                        <a:pt x="219" y="219"/>
                        <a:pt x="255" y="187"/>
                        <a:pt x="271" y="134"/>
                      </a:cubicBezTo>
                      <a:close/>
                      <a:moveTo>
                        <a:pt x="17" y="506"/>
                      </a:moveTo>
                      <a:cubicBezTo>
                        <a:pt x="1" y="522"/>
                        <a:pt x="1" y="522"/>
                        <a:pt x="17" y="522"/>
                      </a:cubicBezTo>
                      <a:lnTo>
                        <a:pt x="17" y="5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1"/>
                <p:cNvSpPr/>
                <p:nvPr/>
              </p:nvSpPr>
              <p:spPr>
                <a:xfrm>
                  <a:off x="2209215" y="1855288"/>
                  <a:ext cx="14899" cy="20163"/>
                </a:xfrm>
                <a:custGeom>
                  <a:rect b="b" l="l" r="r" t="t"/>
                  <a:pathLst>
                    <a:path extrusionOk="0" h="203" w="150">
                      <a:moveTo>
                        <a:pt x="133" y="1"/>
                      </a:moveTo>
                      <a:lnTo>
                        <a:pt x="117" y="17"/>
                      </a:lnTo>
                      <a:cubicBezTo>
                        <a:pt x="117" y="17"/>
                        <a:pt x="101" y="33"/>
                        <a:pt x="81" y="33"/>
                      </a:cubicBezTo>
                      <a:cubicBezTo>
                        <a:pt x="81" y="53"/>
                        <a:pt x="81" y="53"/>
                        <a:pt x="65" y="70"/>
                      </a:cubicBezTo>
                      <a:cubicBezTo>
                        <a:pt x="65" y="70"/>
                        <a:pt x="65" y="86"/>
                        <a:pt x="49" y="86"/>
                      </a:cubicBezTo>
                      <a:cubicBezTo>
                        <a:pt x="49" y="102"/>
                        <a:pt x="32" y="118"/>
                        <a:pt x="32" y="134"/>
                      </a:cubicBezTo>
                      <a:cubicBezTo>
                        <a:pt x="16" y="171"/>
                        <a:pt x="0" y="203"/>
                        <a:pt x="0" y="203"/>
                      </a:cubicBezTo>
                      <a:cubicBezTo>
                        <a:pt x="0" y="203"/>
                        <a:pt x="16" y="187"/>
                        <a:pt x="32" y="154"/>
                      </a:cubicBezTo>
                      <a:cubicBezTo>
                        <a:pt x="49" y="134"/>
                        <a:pt x="65" y="118"/>
                        <a:pt x="65" y="102"/>
                      </a:cubicBezTo>
                      <a:cubicBezTo>
                        <a:pt x="81" y="86"/>
                        <a:pt x="81" y="86"/>
                        <a:pt x="81" y="70"/>
                      </a:cubicBezTo>
                      <a:cubicBezTo>
                        <a:pt x="101" y="70"/>
                        <a:pt x="101" y="70"/>
                        <a:pt x="101" y="53"/>
                      </a:cubicBezTo>
                      <a:cubicBezTo>
                        <a:pt x="117" y="33"/>
                        <a:pt x="117" y="33"/>
                        <a:pt x="133" y="33"/>
                      </a:cubicBezTo>
                      <a:cubicBezTo>
                        <a:pt x="133" y="17"/>
                        <a:pt x="133" y="17"/>
                        <a:pt x="150" y="17"/>
                      </a:cubicBezTo>
                      <a:lnTo>
                        <a:pt x="1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2239310" y="1850917"/>
                  <a:ext cx="28109" cy="46186"/>
                </a:xfrm>
                <a:custGeom>
                  <a:rect b="b" l="l" r="r" t="t"/>
                  <a:pathLst>
                    <a:path extrusionOk="0" h="465" w="283">
                      <a:moveTo>
                        <a:pt x="281" y="0"/>
                      </a:moveTo>
                      <a:cubicBezTo>
                        <a:pt x="279" y="0"/>
                        <a:pt x="275" y="4"/>
                        <a:pt x="267" y="13"/>
                      </a:cubicBezTo>
                      <a:lnTo>
                        <a:pt x="283" y="13"/>
                      </a:lnTo>
                      <a:cubicBezTo>
                        <a:pt x="283" y="4"/>
                        <a:pt x="283" y="0"/>
                        <a:pt x="281" y="0"/>
                      </a:cubicBezTo>
                      <a:close/>
                      <a:moveTo>
                        <a:pt x="251" y="13"/>
                      </a:moveTo>
                      <a:cubicBezTo>
                        <a:pt x="251" y="29"/>
                        <a:pt x="234" y="29"/>
                        <a:pt x="234" y="29"/>
                      </a:cubicBezTo>
                      <a:cubicBezTo>
                        <a:pt x="218" y="45"/>
                        <a:pt x="202" y="77"/>
                        <a:pt x="182" y="114"/>
                      </a:cubicBezTo>
                      <a:cubicBezTo>
                        <a:pt x="166" y="146"/>
                        <a:pt x="150" y="178"/>
                        <a:pt x="117" y="215"/>
                      </a:cubicBezTo>
                      <a:cubicBezTo>
                        <a:pt x="117" y="247"/>
                        <a:pt x="101" y="263"/>
                        <a:pt x="101" y="279"/>
                      </a:cubicBezTo>
                      <a:cubicBezTo>
                        <a:pt x="117" y="263"/>
                        <a:pt x="133" y="247"/>
                        <a:pt x="150" y="231"/>
                      </a:cubicBezTo>
                      <a:cubicBezTo>
                        <a:pt x="150" y="215"/>
                        <a:pt x="166" y="198"/>
                        <a:pt x="166" y="162"/>
                      </a:cubicBezTo>
                      <a:cubicBezTo>
                        <a:pt x="182" y="146"/>
                        <a:pt x="202" y="130"/>
                        <a:pt x="202" y="114"/>
                      </a:cubicBezTo>
                      <a:cubicBezTo>
                        <a:pt x="218" y="77"/>
                        <a:pt x="234" y="61"/>
                        <a:pt x="251" y="45"/>
                      </a:cubicBezTo>
                      <a:cubicBezTo>
                        <a:pt x="251" y="45"/>
                        <a:pt x="251" y="29"/>
                        <a:pt x="267" y="29"/>
                      </a:cubicBezTo>
                      <a:lnTo>
                        <a:pt x="267" y="13"/>
                      </a:lnTo>
                      <a:close/>
                      <a:moveTo>
                        <a:pt x="101" y="279"/>
                      </a:moveTo>
                      <a:lnTo>
                        <a:pt x="101" y="279"/>
                      </a:lnTo>
                      <a:cubicBezTo>
                        <a:pt x="81" y="299"/>
                        <a:pt x="65" y="316"/>
                        <a:pt x="65" y="332"/>
                      </a:cubicBezTo>
                      <a:cubicBezTo>
                        <a:pt x="49" y="348"/>
                        <a:pt x="49" y="364"/>
                        <a:pt x="32" y="380"/>
                      </a:cubicBezTo>
                      <a:cubicBezTo>
                        <a:pt x="32" y="400"/>
                        <a:pt x="16" y="417"/>
                        <a:pt x="16" y="433"/>
                      </a:cubicBezTo>
                      <a:cubicBezTo>
                        <a:pt x="32" y="417"/>
                        <a:pt x="32" y="400"/>
                        <a:pt x="49" y="400"/>
                      </a:cubicBezTo>
                      <a:cubicBezTo>
                        <a:pt x="49" y="380"/>
                        <a:pt x="65" y="364"/>
                        <a:pt x="65" y="348"/>
                      </a:cubicBezTo>
                      <a:cubicBezTo>
                        <a:pt x="81" y="332"/>
                        <a:pt x="101" y="299"/>
                        <a:pt x="101" y="279"/>
                      </a:cubicBezTo>
                      <a:close/>
                      <a:moveTo>
                        <a:pt x="16" y="433"/>
                      </a:moveTo>
                      <a:lnTo>
                        <a:pt x="16" y="433"/>
                      </a:lnTo>
                      <a:cubicBezTo>
                        <a:pt x="0" y="449"/>
                        <a:pt x="0" y="465"/>
                        <a:pt x="0" y="465"/>
                      </a:cubicBezTo>
                      <a:cubicBezTo>
                        <a:pt x="0" y="465"/>
                        <a:pt x="16" y="449"/>
                        <a:pt x="16" y="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2242489" y="1848534"/>
                  <a:ext cx="43405" cy="68634"/>
                </a:xfrm>
                <a:custGeom>
                  <a:rect b="b" l="l" r="r" t="t"/>
                  <a:pathLst>
                    <a:path extrusionOk="0" h="691" w="437">
                      <a:moveTo>
                        <a:pt x="437" y="0"/>
                      </a:moveTo>
                      <a:lnTo>
                        <a:pt x="420" y="20"/>
                      </a:lnTo>
                      <a:cubicBezTo>
                        <a:pt x="404" y="37"/>
                        <a:pt x="388" y="53"/>
                        <a:pt x="372" y="85"/>
                      </a:cubicBezTo>
                      <a:cubicBezTo>
                        <a:pt x="352" y="101"/>
                        <a:pt x="336" y="154"/>
                        <a:pt x="303" y="202"/>
                      </a:cubicBezTo>
                      <a:cubicBezTo>
                        <a:pt x="287" y="222"/>
                        <a:pt x="271" y="255"/>
                        <a:pt x="251" y="287"/>
                      </a:cubicBezTo>
                      <a:cubicBezTo>
                        <a:pt x="235" y="303"/>
                        <a:pt x="219" y="340"/>
                        <a:pt x="202" y="372"/>
                      </a:cubicBezTo>
                      <a:cubicBezTo>
                        <a:pt x="186" y="404"/>
                        <a:pt x="150" y="424"/>
                        <a:pt x="134" y="457"/>
                      </a:cubicBezTo>
                      <a:cubicBezTo>
                        <a:pt x="118" y="489"/>
                        <a:pt x="101" y="525"/>
                        <a:pt x="85" y="541"/>
                      </a:cubicBezTo>
                      <a:cubicBezTo>
                        <a:pt x="69" y="574"/>
                        <a:pt x="49" y="606"/>
                        <a:pt x="33" y="626"/>
                      </a:cubicBezTo>
                      <a:cubicBezTo>
                        <a:pt x="33" y="659"/>
                        <a:pt x="17" y="675"/>
                        <a:pt x="0" y="691"/>
                      </a:cubicBezTo>
                      <a:cubicBezTo>
                        <a:pt x="17" y="675"/>
                        <a:pt x="33" y="659"/>
                        <a:pt x="49" y="626"/>
                      </a:cubicBezTo>
                      <a:cubicBezTo>
                        <a:pt x="49" y="606"/>
                        <a:pt x="69" y="574"/>
                        <a:pt x="101" y="558"/>
                      </a:cubicBezTo>
                      <a:cubicBezTo>
                        <a:pt x="118" y="525"/>
                        <a:pt x="134" y="489"/>
                        <a:pt x="150" y="473"/>
                      </a:cubicBezTo>
                      <a:cubicBezTo>
                        <a:pt x="170" y="441"/>
                        <a:pt x="186" y="404"/>
                        <a:pt x="219" y="372"/>
                      </a:cubicBezTo>
                      <a:cubicBezTo>
                        <a:pt x="235" y="356"/>
                        <a:pt x="251" y="323"/>
                        <a:pt x="271" y="287"/>
                      </a:cubicBezTo>
                      <a:cubicBezTo>
                        <a:pt x="303" y="271"/>
                        <a:pt x="320" y="239"/>
                        <a:pt x="336" y="202"/>
                      </a:cubicBezTo>
                      <a:cubicBezTo>
                        <a:pt x="352" y="154"/>
                        <a:pt x="388" y="121"/>
                        <a:pt x="388" y="85"/>
                      </a:cubicBezTo>
                      <a:cubicBezTo>
                        <a:pt x="404" y="53"/>
                        <a:pt x="420" y="37"/>
                        <a:pt x="420" y="37"/>
                      </a:cubicBezTo>
                      <a:lnTo>
                        <a:pt x="437" y="20"/>
                      </a:lnTo>
                      <a:lnTo>
                        <a:pt x="4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2085158" y="1833635"/>
                  <a:ext cx="10131" cy="11720"/>
                </a:xfrm>
                <a:custGeom>
                  <a:rect b="b" l="l" r="r" t="t"/>
                  <a:pathLst>
                    <a:path extrusionOk="0" h="118" w="102">
                      <a:moveTo>
                        <a:pt x="86" y="1"/>
                      </a:moveTo>
                      <a:cubicBezTo>
                        <a:pt x="86" y="1"/>
                        <a:pt x="69" y="1"/>
                        <a:pt x="53" y="17"/>
                      </a:cubicBezTo>
                      <a:cubicBezTo>
                        <a:pt x="53" y="33"/>
                        <a:pt x="37" y="33"/>
                        <a:pt x="37" y="49"/>
                      </a:cubicBezTo>
                      <a:cubicBezTo>
                        <a:pt x="37" y="69"/>
                        <a:pt x="17" y="86"/>
                        <a:pt x="17" y="86"/>
                      </a:cubicBezTo>
                      <a:cubicBezTo>
                        <a:pt x="17" y="102"/>
                        <a:pt x="17" y="102"/>
                        <a:pt x="1" y="118"/>
                      </a:cubicBezTo>
                      <a:lnTo>
                        <a:pt x="17" y="118"/>
                      </a:lnTo>
                      <a:cubicBezTo>
                        <a:pt x="17" y="118"/>
                        <a:pt x="17" y="102"/>
                        <a:pt x="37" y="102"/>
                      </a:cubicBezTo>
                      <a:cubicBezTo>
                        <a:pt x="37" y="86"/>
                        <a:pt x="53" y="69"/>
                        <a:pt x="53" y="69"/>
                      </a:cubicBezTo>
                      <a:cubicBezTo>
                        <a:pt x="53" y="49"/>
                        <a:pt x="69" y="49"/>
                        <a:pt x="69" y="33"/>
                      </a:cubicBezTo>
                      <a:cubicBezTo>
                        <a:pt x="86" y="33"/>
                        <a:pt x="86" y="17"/>
                        <a:pt x="86" y="17"/>
                      </a:cubicBezTo>
                      <a:lnTo>
                        <a:pt x="102" y="17"/>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2083569" y="1830854"/>
                  <a:ext cx="21752" cy="32976"/>
                </a:xfrm>
                <a:custGeom>
                  <a:rect b="b" l="l" r="r" t="t"/>
                  <a:pathLst>
                    <a:path extrusionOk="0" h="332" w="219">
                      <a:moveTo>
                        <a:pt x="217" y="0"/>
                      </a:moveTo>
                      <a:cubicBezTo>
                        <a:pt x="215" y="0"/>
                        <a:pt x="211" y="4"/>
                        <a:pt x="203" y="13"/>
                      </a:cubicBezTo>
                      <a:lnTo>
                        <a:pt x="186" y="29"/>
                      </a:lnTo>
                      <a:cubicBezTo>
                        <a:pt x="170" y="29"/>
                        <a:pt x="154" y="45"/>
                        <a:pt x="134" y="61"/>
                      </a:cubicBezTo>
                      <a:cubicBezTo>
                        <a:pt x="134" y="77"/>
                        <a:pt x="118" y="97"/>
                        <a:pt x="118" y="114"/>
                      </a:cubicBezTo>
                      <a:cubicBezTo>
                        <a:pt x="102" y="114"/>
                        <a:pt x="102" y="130"/>
                        <a:pt x="85" y="146"/>
                      </a:cubicBezTo>
                      <a:cubicBezTo>
                        <a:pt x="69" y="178"/>
                        <a:pt x="53" y="198"/>
                        <a:pt x="33" y="231"/>
                      </a:cubicBezTo>
                      <a:cubicBezTo>
                        <a:pt x="17" y="279"/>
                        <a:pt x="1" y="332"/>
                        <a:pt x="1" y="332"/>
                      </a:cubicBezTo>
                      <a:cubicBezTo>
                        <a:pt x="1" y="332"/>
                        <a:pt x="17" y="279"/>
                        <a:pt x="53" y="231"/>
                      </a:cubicBezTo>
                      <a:cubicBezTo>
                        <a:pt x="69" y="215"/>
                        <a:pt x="85" y="178"/>
                        <a:pt x="102" y="162"/>
                      </a:cubicBezTo>
                      <a:cubicBezTo>
                        <a:pt x="118" y="146"/>
                        <a:pt x="118" y="130"/>
                        <a:pt x="134" y="114"/>
                      </a:cubicBezTo>
                      <a:cubicBezTo>
                        <a:pt x="134" y="114"/>
                        <a:pt x="154" y="97"/>
                        <a:pt x="154" y="77"/>
                      </a:cubicBezTo>
                      <a:cubicBezTo>
                        <a:pt x="170" y="61"/>
                        <a:pt x="186" y="45"/>
                        <a:pt x="203" y="29"/>
                      </a:cubicBezTo>
                      <a:lnTo>
                        <a:pt x="219" y="13"/>
                      </a:lnTo>
                      <a:cubicBezTo>
                        <a:pt x="219" y="4"/>
                        <a:pt x="219" y="0"/>
                        <a:pt x="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2102043" y="1830456"/>
                  <a:ext cx="14899" cy="14899"/>
                </a:xfrm>
                <a:custGeom>
                  <a:rect b="b" l="l" r="r" t="t"/>
                  <a:pathLst>
                    <a:path extrusionOk="0" h="150" w="150">
                      <a:moveTo>
                        <a:pt x="118" y="0"/>
                      </a:moveTo>
                      <a:cubicBezTo>
                        <a:pt x="118" y="17"/>
                        <a:pt x="101" y="17"/>
                        <a:pt x="101" y="33"/>
                      </a:cubicBezTo>
                      <a:cubicBezTo>
                        <a:pt x="85" y="33"/>
                        <a:pt x="69" y="49"/>
                        <a:pt x="49" y="65"/>
                      </a:cubicBezTo>
                      <a:cubicBezTo>
                        <a:pt x="49" y="81"/>
                        <a:pt x="33" y="101"/>
                        <a:pt x="17" y="118"/>
                      </a:cubicBezTo>
                      <a:cubicBezTo>
                        <a:pt x="0" y="134"/>
                        <a:pt x="0" y="150"/>
                        <a:pt x="0" y="150"/>
                      </a:cubicBezTo>
                      <a:cubicBezTo>
                        <a:pt x="0" y="150"/>
                        <a:pt x="17" y="134"/>
                        <a:pt x="33" y="118"/>
                      </a:cubicBezTo>
                      <a:cubicBezTo>
                        <a:pt x="33" y="118"/>
                        <a:pt x="49" y="101"/>
                        <a:pt x="69" y="81"/>
                      </a:cubicBezTo>
                      <a:cubicBezTo>
                        <a:pt x="85" y="65"/>
                        <a:pt x="101" y="49"/>
                        <a:pt x="118" y="49"/>
                      </a:cubicBezTo>
                      <a:cubicBezTo>
                        <a:pt x="118" y="33"/>
                        <a:pt x="134" y="33"/>
                        <a:pt x="134" y="17"/>
                      </a:cubicBezTo>
                      <a:lnTo>
                        <a:pt x="1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2120518" y="1828470"/>
                  <a:ext cx="6456" cy="8542"/>
                </a:xfrm>
                <a:custGeom>
                  <a:rect b="b" l="l" r="r" t="t"/>
                  <a:pathLst>
                    <a:path extrusionOk="0" h="86" w="65">
                      <a:moveTo>
                        <a:pt x="65" y="0"/>
                      </a:moveTo>
                      <a:lnTo>
                        <a:pt x="33" y="20"/>
                      </a:lnTo>
                      <a:cubicBezTo>
                        <a:pt x="33" y="37"/>
                        <a:pt x="16" y="37"/>
                        <a:pt x="16" y="53"/>
                      </a:cubicBezTo>
                      <a:cubicBezTo>
                        <a:pt x="0" y="53"/>
                        <a:pt x="0" y="69"/>
                        <a:pt x="0" y="85"/>
                      </a:cubicBezTo>
                      <a:cubicBezTo>
                        <a:pt x="16" y="69"/>
                        <a:pt x="16" y="69"/>
                        <a:pt x="33" y="69"/>
                      </a:cubicBezTo>
                      <a:cubicBezTo>
                        <a:pt x="33" y="53"/>
                        <a:pt x="49" y="37"/>
                        <a:pt x="49" y="37"/>
                      </a:cubicBezTo>
                      <a:lnTo>
                        <a:pt x="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1"/>
                <p:cNvSpPr/>
                <p:nvPr/>
              </p:nvSpPr>
              <p:spPr>
                <a:xfrm>
                  <a:off x="2132139" y="1825192"/>
                  <a:ext cx="8542" cy="10131"/>
                </a:xfrm>
                <a:custGeom>
                  <a:rect b="b" l="l" r="r" t="t"/>
                  <a:pathLst>
                    <a:path extrusionOk="0" h="102" w="86">
                      <a:moveTo>
                        <a:pt x="69" y="1"/>
                      </a:moveTo>
                      <a:lnTo>
                        <a:pt x="33" y="33"/>
                      </a:lnTo>
                      <a:cubicBezTo>
                        <a:pt x="33" y="53"/>
                        <a:pt x="17" y="70"/>
                        <a:pt x="0" y="102"/>
                      </a:cubicBezTo>
                      <a:cubicBezTo>
                        <a:pt x="17" y="86"/>
                        <a:pt x="33" y="70"/>
                        <a:pt x="49" y="53"/>
                      </a:cubicBezTo>
                      <a:cubicBezTo>
                        <a:pt x="85" y="17"/>
                        <a:pt x="85" y="17"/>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1"/>
                <p:cNvSpPr/>
                <p:nvPr/>
              </p:nvSpPr>
              <p:spPr>
                <a:xfrm>
                  <a:off x="2143760" y="1825590"/>
                  <a:ext cx="5364" cy="4966"/>
                </a:xfrm>
                <a:custGeom>
                  <a:rect b="b" l="l" r="r" t="t"/>
                  <a:pathLst>
                    <a:path extrusionOk="0" h="50" w="54">
                      <a:moveTo>
                        <a:pt x="35" y="1"/>
                      </a:moveTo>
                      <a:cubicBezTo>
                        <a:pt x="33" y="1"/>
                        <a:pt x="33" y="5"/>
                        <a:pt x="33" y="13"/>
                      </a:cubicBezTo>
                      <a:cubicBezTo>
                        <a:pt x="17" y="13"/>
                        <a:pt x="17" y="29"/>
                        <a:pt x="17" y="29"/>
                      </a:cubicBezTo>
                      <a:cubicBezTo>
                        <a:pt x="17" y="49"/>
                        <a:pt x="1" y="49"/>
                        <a:pt x="1" y="49"/>
                      </a:cubicBezTo>
                      <a:lnTo>
                        <a:pt x="17" y="49"/>
                      </a:lnTo>
                      <a:cubicBezTo>
                        <a:pt x="33" y="29"/>
                        <a:pt x="33" y="29"/>
                        <a:pt x="53" y="29"/>
                      </a:cubicBezTo>
                      <a:lnTo>
                        <a:pt x="53" y="13"/>
                      </a:lnTo>
                      <a:cubicBezTo>
                        <a:pt x="43" y="5"/>
                        <a:pt x="38" y="1"/>
                        <a:pt x="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2090422" y="1858565"/>
                  <a:ext cx="3278" cy="5264"/>
                </a:xfrm>
                <a:custGeom>
                  <a:rect b="b" l="l" r="r" t="t"/>
                  <a:pathLst>
                    <a:path extrusionOk="0" h="53" w="33">
                      <a:moveTo>
                        <a:pt x="33" y="0"/>
                      </a:moveTo>
                      <a:lnTo>
                        <a:pt x="16" y="20"/>
                      </a:lnTo>
                      <a:lnTo>
                        <a:pt x="0" y="20"/>
                      </a:lnTo>
                      <a:lnTo>
                        <a:pt x="0" y="37"/>
                      </a:lnTo>
                      <a:lnTo>
                        <a:pt x="0" y="53"/>
                      </a:lnTo>
                      <a:lnTo>
                        <a:pt x="16" y="37"/>
                      </a:lnTo>
                      <a:lnTo>
                        <a:pt x="33" y="20"/>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2098865" y="1848534"/>
                  <a:ext cx="13310" cy="14104"/>
                </a:xfrm>
                <a:custGeom>
                  <a:rect b="b" l="l" r="r" t="t"/>
                  <a:pathLst>
                    <a:path extrusionOk="0" h="142" w="134">
                      <a:moveTo>
                        <a:pt x="133" y="0"/>
                      </a:moveTo>
                      <a:lnTo>
                        <a:pt x="133" y="0"/>
                      </a:lnTo>
                      <a:cubicBezTo>
                        <a:pt x="133" y="0"/>
                        <a:pt x="117" y="20"/>
                        <a:pt x="101" y="37"/>
                      </a:cubicBezTo>
                      <a:cubicBezTo>
                        <a:pt x="81" y="53"/>
                        <a:pt x="49" y="85"/>
                        <a:pt x="32" y="101"/>
                      </a:cubicBezTo>
                      <a:cubicBezTo>
                        <a:pt x="0" y="138"/>
                        <a:pt x="16" y="138"/>
                        <a:pt x="16" y="138"/>
                      </a:cubicBezTo>
                      <a:cubicBezTo>
                        <a:pt x="16" y="138"/>
                        <a:pt x="16" y="142"/>
                        <a:pt x="20" y="142"/>
                      </a:cubicBezTo>
                      <a:cubicBezTo>
                        <a:pt x="24" y="142"/>
                        <a:pt x="32" y="138"/>
                        <a:pt x="49" y="121"/>
                      </a:cubicBezTo>
                      <a:cubicBezTo>
                        <a:pt x="65" y="85"/>
                        <a:pt x="101" y="69"/>
                        <a:pt x="117" y="37"/>
                      </a:cubicBezTo>
                      <a:cubicBezTo>
                        <a:pt x="133" y="20"/>
                        <a:pt x="133" y="0"/>
                        <a:pt x="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2116842" y="1845256"/>
                  <a:ext cx="8542" cy="8939"/>
                </a:xfrm>
                <a:custGeom>
                  <a:rect b="b" l="l" r="r" t="t"/>
                  <a:pathLst>
                    <a:path extrusionOk="0" h="90" w="86">
                      <a:moveTo>
                        <a:pt x="86" y="1"/>
                      </a:moveTo>
                      <a:lnTo>
                        <a:pt x="86" y="1"/>
                      </a:lnTo>
                      <a:cubicBezTo>
                        <a:pt x="70" y="17"/>
                        <a:pt x="53" y="33"/>
                        <a:pt x="37" y="53"/>
                      </a:cubicBezTo>
                      <a:cubicBezTo>
                        <a:pt x="1" y="86"/>
                        <a:pt x="1" y="86"/>
                        <a:pt x="21" y="86"/>
                      </a:cubicBezTo>
                      <a:cubicBezTo>
                        <a:pt x="21" y="86"/>
                        <a:pt x="21" y="90"/>
                        <a:pt x="25" y="90"/>
                      </a:cubicBezTo>
                      <a:cubicBezTo>
                        <a:pt x="29" y="90"/>
                        <a:pt x="37" y="86"/>
                        <a:pt x="53" y="70"/>
                      </a:cubicBezTo>
                      <a:cubicBezTo>
                        <a:pt x="53" y="53"/>
                        <a:pt x="70" y="17"/>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2133728" y="1836913"/>
                  <a:ext cx="8542" cy="6853"/>
                </a:xfrm>
                <a:custGeom>
                  <a:rect b="b" l="l" r="r" t="t"/>
                  <a:pathLst>
                    <a:path extrusionOk="0" h="69" w="86">
                      <a:moveTo>
                        <a:pt x="69" y="0"/>
                      </a:moveTo>
                      <a:cubicBezTo>
                        <a:pt x="53" y="16"/>
                        <a:pt x="33" y="36"/>
                        <a:pt x="33" y="36"/>
                      </a:cubicBezTo>
                      <a:cubicBezTo>
                        <a:pt x="1" y="69"/>
                        <a:pt x="17" y="69"/>
                        <a:pt x="17" y="69"/>
                      </a:cubicBezTo>
                      <a:lnTo>
                        <a:pt x="33" y="53"/>
                      </a:lnTo>
                      <a:lnTo>
                        <a:pt x="69" y="16"/>
                      </a:lnTo>
                      <a:lnTo>
                        <a:pt x="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1"/>
                <p:cNvSpPr/>
                <p:nvPr/>
              </p:nvSpPr>
              <p:spPr>
                <a:xfrm>
                  <a:off x="2090422" y="1765001"/>
                  <a:ext cx="36552" cy="40227"/>
                </a:xfrm>
                <a:custGeom>
                  <a:rect b="b" l="l" r="r" t="t"/>
                  <a:pathLst>
                    <a:path extrusionOk="0" h="405" w="368">
                      <a:moveTo>
                        <a:pt x="368" y="1"/>
                      </a:moveTo>
                      <a:lnTo>
                        <a:pt x="235" y="134"/>
                      </a:lnTo>
                      <a:cubicBezTo>
                        <a:pt x="218" y="154"/>
                        <a:pt x="186" y="171"/>
                        <a:pt x="166" y="203"/>
                      </a:cubicBezTo>
                      <a:cubicBezTo>
                        <a:pt x="150" y="219"/>
                        <a:pt x="134" y="235"/>
                        <a:pt x="101" y="255"/>
                      </a:cubicBezTo>
                      <a:cubicBezTo>
                        <a:pt x="65" y="304"/>
                        <a:pt x="49" y="320"/>
                        <a:pt x="33" y="356"/>
                      </a:cubicBezTo>
                      <a:cubicBezTo>
                        <a:pt x="16" y="373"/>
                        <a:pt x="0" y="389"/>
                        <a:pt x="0" y="405"/>
                      </a:cubicBezTo>
                      <a:cubicBezTo>
                        <a:pt x="16" y="405"/>
                        <a:pt x="33" y="389"/>
                        <a:pt x="49" y="373"/>
                      </a:cubicBezTo>
                      <a:cubicBezTo>
                        <a:pt x="65" y="336"/>
                        <a:pt x="85" y="304"/>
                        <a:pt x="117" y="272"/>
                      </a:cubicBezTo>
                      <a:cubicBezTo>
                        <a:pt x="134" y="255"/>
                        <a:pt x="166" y="235"/>
                        <a:pt x="186" y="203"/>
                      </a:cubicBezTo>
                      <a:lnTo>
                        <a:pt x="251" y="134"/>
                      </a:lnTo>
                      <a:cubicBezTo>
                        <a:pt x="287" y="102"/>
                        <a:pt x="336" y="53"/>
                        <a:pt x="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1"/>
                <p:cNvSpPr/>
                <p:nvPr/>
              </p:nvSpPr>
              <p:spPr>
                <a:xfrm>
                  <a:off x="2145349" y="1725569"/>
                  <a:ext cx="20163" cy="19468"/>
                </a:xfrm>
                <a:custGeom>
                  <a:rect b="b" l="l" r="r" t="t"/>
                  <a:pathLst>
                    <a:path extrusionOk="0" h="196" w="203">
                      <a:moveTo>
                        <a:pt x="184" y="1"/>
                      </a:moveTo>
                      <a:cubicBezTo>
                        <a:pt x="180" y="1"/>
                        <a:pt x="169" y="13"/>
                        <a:pt x="138" y="46"/>
                      </a:cubicBezTo>
                      <a:cubicBezTo>
                        <a:pt x="118" y="63"/>
                        <a:pt x="118" y="79"/>
                        <a:pt x="102" y="95"/>
                      </a:cubicBezTo>
                      <a:cubicBezTo>
                        <a:pt x="86" y="111"/>
                        <a:pt x="69" y="127"/>
                        <a:pt x="53" y="147"/>
                      </a:cubicBezTo>
                      <a:cubicBezTo>
                        <a:pt x="69" y="147"/>
                        <a:pt x="86" y="127"/>
                        <a:pt x="102" y="111"/>
                      </a:cubicBezTo>
                      <a:cubicBezTo>
                        <a:pt x="118" y="95"/>
                        <a:pt x="138" y="79"/>
                        <a:pt x="154" y="63"/>
                      </a:cubicBezTo>
                      <a:cubicBezTo>
                        <a:pt x="203" y="10"/>
                        <a:pt x="187" y="10"/>
                        <a:pt x="187" y="10"/>
                      </a:cubicBezTo>
                      <a:cubicBezTo>
                        <a:pt x="187" y="4"/>
                        <a:pt x="187" y="1"/>
                        <a:pt x="184" y="1"/>
                      </a:cubicBezTo>
                      <a:close/>
                      <a:moveTo>
                        <a:pt x="53" y="147"/>
                      </a:moveTo>
                      <a:lnTo>
                        <a:pt x="53" y="147"/>
                      </a:lnTo>
                      <a:cubicBezTo>
                        <a:pt x="17" y="180"/>
                        <a:pt x="1" y="196"/>
                        <a:pt x="1" y="196"/>
                      </a:cubicBezTo>
                      <a:cubicBezTo>
                        <a:pt x="1" y="196"/>
                        <a:pt x="37" y="180"/>
                        <a:pt x="5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2118928" y="1726563"/>
                  <a:ext cx="66647" cy="71911"/>
                </a:xfrm>
                <a:custGeom>
                  <a:rect b="b" l="l" r="r" t="t"/>
                  <a:pathLst>
                    <a:path extrusionOk="0" h="724" w="671">
                      <a:moveTo>
                        <a:pt x="671" y="0"/>
                      </a:moveTo>
                      <a:lnTo>
                        <a:pt x="670" y="2"/>
                      </a:lnTo>
                      <a:lnTo>
                        <a:pt x="670" y="2"/>
                      </a:lnTo>
                      <a:cubicBezTo>
                        <a:pt x="670" y="1"/>
                        <a:pt x="671" y="0"/>
                        <a:pt x="671" y="0"/>
                      </a:cubicBezTo>
                      <a:close/>
                      <a:moveTo>
                        <a:pt x="670" y="2"/>
                      </a:moveTo>
                      <a:cubicBezTo>
                        <a:pt x="666" y="11"/>
                        <a:pt x="650" y="41"/>
                        <a:pt x="622" y="69"/>
                      </a:cubicBezTo>
                      <a:cubicBezTo>
                        <a:pt x="606" y="85"/>
                        <a:pt x="586" y="101"/>
                        <a:pt x="570" y="137"/>
                      </a:cubicBezTo>
                      <a:cubicBezTo>
                        <a:pt x="606" y="117"/>
                        <a:pt x="622" y="85"/>
                        <a:pt x="638" y="69"/>
                      </a:cubicBezTo>
                      <a:lnTo>
                        <a:pt x="670" y="2"/>
                      </a:lnTo>
                      <a:close/>
                      <a:moveTo>
                        <a:pt x="570" y="137"/>
                      </a:moveTo>
                      <a:cubicBezTo>
                        <a:pt x="554" y="154"/>
                        <a:pt x="521" y="186"/>
                        <a:pt x="505" y="218"/>
                      </a:cubicBezTo>
                      <a:cubicBezTo>
                        <a:pt x="537" y="186"/>
                        <a:pt x="554" y="170"/>
                        <a:pt x="570" y="137"/>
                      </a:cubicBezTo>
                      <a:close/>
                      <a:moveTo>
                        <a:pt x="505" y="218"/>
                      </a:moveTo>
                      <a:cubicBezTo>
                        <a:pt x="469" y="238"/>
                        <a:pt x="436" y="271"/>
                        <a:pt x="420" y="303"/>
                      </a:cubicBezTo>
                      <a:cubicBezTo>
                        <a:pt x="453" y="287"/>
                        <a:pt x="485" y="255"/>
                        <a:pt x="505" y="218"/>
                      </a:cubicBezTo>
                      <a:close/>
                      <a:moveTo>
                        <a:pt x="420" y="303"/>
                      </a:moveTo>
                      <a:cubicBezTo>
                        <a:pt x="384" y="319"/>
                        <a:pt x="352" y="356"/>
                        <a:pt x="319" y="388"/>
                      </a:cubicBezTo>
                      <a:cubicBezTo>
                        <a:pt x="303" y="420"/>
                        <a:pt x="267" y="440"/>
                        <a:pt x="234" y="473"/>
                      </a:cubicBezTo>
                      <a:cubicBezTo>
                        <a:pt x="202" y="489"/>
                        <a:pt x="166" y="521"/>
                        <a:pt x="150" y="541"/>
                      </a:cubicBezTo>
                      <a:cubicBezTo>
                        <a:pt x="117" y="558"/>
                        <a:pt x="101" y="590"/>
                        <a:pt x="81" y="606"/>
                      </a:cubicBezTo>
                      <a:lnTo>
                        <a:pt x="32" y="659"/>
                      </a:lnTo>
                      <a:cubicBezTo>
                        <a:pt x="16" y="675"/>
                        <a:pt x="16" y="691"/>
                        <a:pt x="0" y="691"/>
                      </a:cubicBezTo>
                      <a:lnTo>
                        <a:pt x="0" y="723"/>
                      </a:lnTo>
                      <a:cubicBezTo>
                        <a:pt x="16" y="723"/>
                        <a:pt x="16" y="707"/>
                        <a:pt x="16" y="707"/>
                      </a:cubicBezTo>
                      <a:cubicBezTo>
                        <a:pt x="32" y="691"/>
                        <a:pt x="32" y="691"/>
                        <a:pt x="49" y="675"/>
                      </a:cubicBezTo>
                      <a:cubicBezTo>
                        <a:pt x="65" y="659"/>
                        <a:pt x="81" y="642"/>
                        <a:pt x="101" y="622"/>
                      </a:cubicBezTo>
                      <a:cubicBezTo>
                        <a:pt x="117" y="606"/>
                        <a:pt x="133" y="574"/>
                        <a:pt x="166" y="558"/>
                      </a:cubicBezTo>
                      <a:cubicBezTo>
                        <a:pt x="182" y="541"/>
                        <a:pt x="218" y="505"/>
                        <a:pt x="251" y="489"/>
                      </a:cubicBezTo>
                      <a:cubicBezTo>
                        <a:pt x="283" y="457"/>
                        <a:pt x="319" y="440"/>
                        <a:pt x="335" y="404"/>
                      </a:cubicBezTo>
                      <a:cubicBezTo>
                        <a:pt x="368" y="372"/>
                        <a:pt x="404" y="339"/>
                        <a:pt x="420" y="3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1"/>
                <p:cNvSpPr/>
                <p:nvPr/>
              </p:nvSpPr>
              <p:spPr>
                <a:xfrm>
                  <a:off x="2257288" y="1684747"/>
                  <a:ext cx="48669" cy="57112"/>
                </a:xfrm>
                <a:custGeom>
                  <a:rect b="b" l="l" r="r" t="t"/>
                  <a:pathLst>
                    <a:path extrusionOk="0" h="575" w="490">
                      <a:moveTo>
                        <a:pt x="457" y="1"/>
                      </a:moveTo>
                      <a:cubicBezTo>
                        <a:pt x="441" y="1"/>
                        <a:pt x="425" y="17"/>
                        <a:pt x="389" y="54"/>
                      </a:cubicBezTo>
                      <a:cubicBezTo>
                        <a:pt x="356" y="70"/>
                        <a:pt x="324" y="102"/>
                        <a:pt x="271" y="171"/>
                      </a:cubicBezTo>
                      <a:cubicBezTo>
                        <a:pt x="255" y="187"/>
                        <a:pt x="239" y="219"/>
                        <a:pt x="203" y="255"/>
                      </a:cubicBezTo>
                      <a:cubicBezTo>
                        <a:pt x="187" y="288"/>
                        <a:pt x="171" y="336"/>
                        <a:pt x="138" y="373"/>
                      </a:cubicBezTo>
                      <a:cubicBezTo>
                        <a:pt x="86" y="437"/>
                        <a:pt x="37" y="506"/>
                        <a:pt x="1" y="575"/>
                      </a:cubicBezTo>
                      <a:cubicBezTo>
                        <a:pt x="53" y="522"/>
                        <a:pt x="102" y="437"/>
                        <a:pt x="154" y="373"/>
                      </a:cubicBezTo>
                      <a:cubicBezTo>
                        <a:pt x="187" y="336"/>
                        <a:pt x="203" y="304"/>
                        <a:pt x="223" y="272"/>
                      </a:cubicBezTo>
                      <a:cubicBezTo>
                        <a:pt x="255" y="235"/>
                        <a:pt x="271" y="203"/>
                        <a:pt x="288" y="187"/>
                      </a:cubicBezTo>
                      <a:cubicBezTo>
                        <a:pt x="340" y="118"/>
                        <a:pt x="372" y="86"/>
                        <a:pt x="405" y="54"/>
                      </a:cubicBezTo>
                      <a:cubicBezTo>
                        <a:pt x="425" y="33"/>
                        <a:pt x="457" y="17"/>
                        <a:pt x="457" y="17"/>
                      </a:cubicBezTo>
                      <a:cubicBezTo>
                        <a:pt x="473" y="1"/>
                        <a:pt x="473" y="1"/>
                        <a:pt x="4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2250931" y="1738184"/>
                  <a:ext cx="28506" cy="35360"/>
                </a:xfrm>
                <a:custGeom>
                  <a:rect b="b" l="l" r="r" t="t"/>
                  <a:pathLst>
                    <a:path extrusionOk="0" h="356" w="287">
                      <a:moveTo>
                        <a:pt x="287" y="0"/>
                      </a:moveTo>
                      <a:lnTo>
                        <a:pt x="287" y="0"/>
                      </a:lnTo>
                      <a:cubicBezTo>
                        <a:pt x="251" y="37"/>
                        <a:pt x="218" y="69"/>
                        <a:pt x="186" y="101"/>
                      </a:cubicBezTo>
                      <a:cubicBezTo>
                        <a:pt x="150" y="154"/>
                        <a:pt x="117" y="186"/>
                        <a:pt x="101" y="222"/>
                      </a:cubicBezTo>
                      <a:cubicBezTo>
                        <a:pt x="0" y="356"/>
                        <a:pt x="0" y="340"/>
                        <a:pt x="16" y="356"/>
                      </a:cubicBezTo>
                      <a:lnTo>
                        <a:pt x="117" y="239"/>
                      </a:lnTo>
                      <a:cubicBezTo>
                        <a:pt x="134" y="202"/>
                        <a:pt x="166" y="170"/>
                        <a:pt x="202" y="121"/>
                      </a:cubicBezTo>
                      <a:cubicBezTo>
                        <a:pt x="234" y="85"/>
                        <a:pt x="251" y="37"/>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2299501" y="1676403"/>
                  <a:ext cx="31784" cy="36949"/>
                </a:xfrm>
                <a:custGeom>
                  <a:rect b="b" l="l" r="r" t="t"/>
                  <a:pathLst>
                    <a:path extrusionOk="0" h="372" w="320">
                      <a:moveTo>
                        <a:pt x="319" y="0"/>
                      </a:moveTo>
                      <a:cubicBezTo>
                        <a:pt x="319" y="0"/>
                        <a:pt x="303" y="0"/>
                        <a:pt x="283" y="16"/>
                      </a:cubicBezTo>
                      <a:cubicBezTo>
                        <a:pt x="267" y="37"/>
                        <a:pt x="250" y="69"/>
                        <a:pt x="218" y="85"/>
                      </a:cubicBezTo>
                      <a:cubicBezTo>
                        <a:pt x="166" y="138"/>
                        <a:pt x="101" y="202"/>
                        <a:pt x="65" y="255"/>
                      </a:cubicBezTo>
                      <a:cubicBezTo>
                        <a:pt x="48" y="287"/>
                        <a:pt x="32" y="303"/>
                        <a:pt x="16" y="319"/>
                      </a:cubicBezTo>
                      <a:cubicBezTo>
                        <a:pt x="0" y="339"/>
                        <a:pt x="0" y="356"/>
                        <a:pt x="0" y="356"/>
                      </a:cubicBezTo>
                      <a:lnTo>
                        <a:pt x="0" y="372"/>
                      </a:lnTo>
                      <a:lnTo>
                        <a:pt x="16" y="356"/>
                      </a:lnTo>
                      <a:lnTo>
                        <a:pt x="32" y="339"/>
                      </a:lnTo>
                      <a:cubicBezTo>
                        <a:pt x="48" y="319"/>
                        <a:pt x="48" y="303"/>
                        <a:pt x="81" y="271"/>
                      </a:cubicBezTo>
                      <a:cubicBezTo>
                        <a:pt x="117" y="218"/>
                        <a:pt x="182" y="154"/>
                        <a:pt x="234" y="101"/>
                      </a:cubicBezTo>
                      <a:cubicBezTo>
                        <a:pt x="250" y="69"/>
                        <a:pt x="283" y="37"/>
                        <a:pt x="303" y="16"/>
                      </a:cubicBezTo>
                      <a:cubicBezTo>
                        <a:pt x="303" y="0"/>
                        <a:pt x="319" y="0"/>
                        <a:pt x="3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2708720" y="1577674"/>
                  <a:ext cx="5264" cy="225964"/>
                </a:xfrm>
                <a:custGeom>
                  <a:rect b="b" l="l" r="r" t="t"/>
                  <a:pathLst>
                    <a:path extrusionOk="0" h="2275" w="53">
                      <a:moveTo>
                        <a:pt x="21" y="0"/>
                      </a:moveTo>
                      <a:lnTo>
                        <a:pt x="21" y="69"/>
                      </a:lnTo>
                      <a:lnTo>
                        <a:pt x="21" y="255"/>
                      </a:lnTo>
                      <a:lnTo>
                        <a:pt x="21" y="643"/>
                      </a:lnTo>
                      <a:lnTo>
                        <a:pt x="21" y="776"/>
                      </a:lnTo>
                      <a:lnTo>
                        <a:pt x="21" y="845"/>
                      </a:lnTo>
                      <a:lnTo>
                        <a:pt x="21" y="909"/>
                      </a:lnTo>
                      <a:cubicBezTo>
                        <a:pt x="21" y="1010"/>
                        <a:pt x="0" y="1111"/>
                        <a:pt x="0" y="1212"/>
                      </a:cubicBezTo>
                      <a:lnTo>
                        <a:pt x="0" y="1366"/>
                      </a:lnTo>
                      <a:cubicBezTo>
                        <a:pt x="0" y="1414"/>
                        <a:pt x="0" y="1467"/>
                        <a:pt x="21" y="1515"/>
                      </a:cubicBezTo>
                      <a:lnTo>
                        <a:pt x="21" y="1818"/>
                      </a:lnTo>
                      <a:cubicBezTo>
                        <a:pt x="37" y="1903"/>
                        <a:pt x="37" y="1988"/>
                        <a:pt x="37" y="2073"/>
                      </a:cubicBezTo>
                      <a:cubicBezTo>
                        <a:pt x="53" y="2158"/>
                        <a:pt x="53" y="2222"/>
                        <a:pt x="53" y="2275"/>
                      </a:cubicBezTo>
                      <a:lnTo>
                        <a:pt x="53" y="2073"/>
                      </a:lnTo>
                      <a:cubicBezTo>
                        <a:pt x="53" y="1988"/>
                        <a:pt x="37" y="1903"/>
                        <a:pt x="37" y="1818"/>
                      </a:cubicBezTo>
                      <a:lnTo>
                        <a:pt x="37" y="1515"/>
                      </a:lnTo>
                      <a:cubicBezTo>
                        <a:pt x="21" y="1467"/>
                        <a:pt x="37" y="1414"/>
                        <a:pt x="37" y="1366"/>
                      </a:cubicBezTo>
                      <a:lnTo>
                        <a:pt x="37" y="1212"/>
                      </a:lnTo>
                      <a:lnTo>
                        <a:pt x="37" y="930"/>
                      </a:lnTo>
                      <a:lnTo>
                        <a:pt x="37" y="845"/>
                      </a:lnTo>
                      <a:lnTo>
                        <a:pt x="37" y="776"/>
                      </a:lnTo>
                      <a:lnTo>
                        <a:pt x="37" y="643"/>
                      </a:lnTo>
                      <a:lnTo>
                        <a:pt x="37" y="255"/>
                      </a:lnTo>
                      <a:lnTo>
                        <a:pt x="37" y="69"/>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1"/>
                <p:cNvSpPr/>
                <p:nvPr/>
              </p:nvSpPr>
              <p:spPr>
                <a:xfrm>
                  <a:off x="2712296" y="1848534"/>
                  <a:ext cx="4966" cy="102404"/>
                </a:xfrm>
                <a:custGeom>
                  <a:rect b="b" l="l" r="r" t="t"/>
                  <a:pathLst>
                    <a:path extrusionOk="0" h="1031" w="50">
                      <a:moveTo>
                        <a:pt x="33" y="0"/>
                      </a:moveTo>
                      <a:cubicBezTo>
                        <a:pt x="33" y="0"/>
                        <a:pt x="17" y="121"/>
                        <a:pt x="17" y="271"/>
                      </a:cubicBezTo>
                      <a:lnTo>
                        <a:pt x="17" y="388"/>
                      </a:lnTo>
                      <a:lnTo>
                        <a:pt x="17" y="525"/>
                      </a:lnTo>
                      <a:lnTo>
                        <a:pt x="17" y="642"/>
                      </a:lnTo>
                      <a:lnTo>
                        <a:pt x="17" y="760"/>
                      </a:lnTo>
                      <a:cubicBezTo>
                        <a:pt x="1" y="828"/>
                        <a:pt x="1" y="877"/>
                        <a:pt x="1" y="929"/>
                      </a:cubicBezTo>
                      <a:cubicBezTo>
                        <a:pt x="17" y="945"/>
                        <a:pt x="17" y="962"/>
                        <a:pt x="17" y="962"/>
                      </a:cubicBezTo>
                      <a:lnTo>
                        <a:pt x="17" y="994"/>
                      </a:lnTo>
                      <a:lnTo>
                        <a:pt x="33" y="1030"/>
                      </a:lnTo>
                      <a:lnTo>
                        <a:pt x="33" y="994"/>
                      </a:lnTo>
                      <a:lnTo>
                        <a:pt x="33" y="962"/>
                      </a:lnTo>
                      <a:lnTo>
                        <a:pt x="33" y="909"/>
                      </a:lnTo>
                      <a:lnTo>
                        <a:pt x="33" y="760"/>
                      </a:lnTo>
                      <a:lnTo>
                        <a:pt x="33" y="642"/>
                      </a:lnTo>
                      <a:cubicBezTo>
                        <a:pt x="49" y="606"/>
                        <a:pt x="33" y="558"/>
                        <a:pt x="33" y="525"/>
                      </a:cubicBezTo>
                      <a:lnTo>
                        <a:pt x="33" y="388"/>
                      </a:lnTo>
                      <a:lnTo>
                        <a:pt x="33" y="271"/>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1"/>
                <p:cNvSpPr/>
                <p:nvPr/>
              </p:nvSpPr>
              <p:spPr>
                <a:xfrm>
                  <a:off x="2660548" y="1876941"/>
                  <a:ext cx="4966" cy="73997"/>
                </a:xfrm>
                <a:custGeom>
                  <a:rect b="b" l="l" r="r" t="t"/>
                  <a:pathLst>
                    <a:path extrusionOk="0" h="745" w="50">
                      <a:moveTo>
                        <a:pt x="33" y="1"/>
                      </a:moveTo>
                      <a:lnTo>
                        <a:pt x="33" y="86"/>
                      </a:lnTo>
                      <a:lnTo>
                        <a:pt x="33" y="203"/>
                      </a:lnTo>
                      <a:lnTo>
                        <a:pt x="33" y="304"/>
                      </a:lnTo>
                      <a:cubicBezTo>
                        <a:pt x="17" y="340"/>
                        <a:pt x="17" y="373"/>
                        <a:pt x="17" y="405"/>
                      </a:cubicBezTo>
                      <a:lnTo>
                        <a:pt x="17" y="506"/>
                      </a:lnTo>
                      <a:cubicBezTo>
                        <a:pt x="1" y="623"/>
                        <a:pt x="1" y="692"/>
                        <a:pt x="17" y="724"/>
                      </a:cubicBezTo>
                      <a:lnTo>
                        <a:pt x="33" y="744"/>
                      </a:lnTo>
                      <a:lnTo>
                        <a:pt x="33" y="724"/>
                      </a:lnTo>
                      <a:lnTo>
                        <a:pt x="33" y="708"/>
                      </a:lnTo>
                      <a:lnTo>
                        <a:pt x="33" y="659"/>
                      </a:lnTo>
                      <a:lnTo>
                        <a:pt x="33" y="506"/>
                      </a:lnTo>
                      <a:cubicBezTo>
                        <a:pt x="33" y="490"/>
                        <a:pt x="49" y="457"/>
                        <a:pt x="49" y="421"/>
                      </a:cubicBezTo>
                      <a:lnTo>
                        <a:pt x="49" y="304"/>
                      </a:lnTo>
                      <a:lnTo>
                        <a:pt x="49" y="203"/>
                      </a:lnTo>
                      <a:lnTo>
                        <a:pt x="49" y="86"/>
                      </a:lnTo>
                      <a:cubicBezTo>
                        <a:pt x="49" y="54"/>
                        <a:pt x="49" y="17"/>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2583571" y="1597738"/>
                  <a:ext cx="60290" cy="5264"/>
                </a:xfrm>
                <a:custGeom>
                  <a:rect b="b" l="l" r="r" t="t"/>
                  <a:pathLst>
                    <a:path extrusionOk="0" h="53" w="607">
                      <a:moveTo>
                        <a:pt x="16" y="0"/>
                      </a:moveTo>
                      <a:lnTo>
                        <a:pt x="0" y="21"/>
                      </a:lnTo>
                      <a:lnTo>
                        <a:pt x="16" y="21"/>
                      </a:lnTo>
                      <a:cubicBezTo>
                        <a:pt x="32" y="37"/>
                        <a:pt x="69" y="37"/>
                        <a:pt x="150" y="37"/>
                      </a:cubicBezTo>
                      <a:cubicBezTo>
                        <a:pt x="234" y="53"/>
                        <a:pt x="352" y="53"/>
                        <a:pt x="453" y="53"/>
                      </a:cubicBezTo>
                      <a:lnTo>
                        <a:pt x="606" y="53"/>
                      </a:lnTo>
                      <a:cubicBezTo>
                        <a:pt x="606" y="53"/>
                        <a:pt x="537" y="37"/>
                        <a:pt x="453" y="37"/>
                      </a:cubicBezTo>
                      <a:cubicBezTo>
                        <a:pt x="352" y="21"/>
                        <a:pt x="251" y="21"/>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2586749" y="1572807"/>
                  <a:ext cx="53834" cy="8542"/>
                </a:xfrm>
                <a:custGeom>
                  <a:rect b="b" l="l" r="r" t="t"/>
                  <a:pathLst>
                    <a:path extrusionOk="0" h="86" w="542">
                      <a:moveTo>
                        <a:pt x="0" y="1"/>
                      </a:moveTo>
                      <a:lnTo>
                        <a:pt x="0" y="17"/>
                      </a:lnTo>
                      <a:cubicBezTo>
                        <a:pt x="17" y="33"/>
                        <a:pt x="17" y="33"/>
                        <a:pt x="53" y="49"/>
                      </a:cubicBezTo>
                      <a:lnTo>
                        <a:pt x="186" y="49"/>
                      </a:lnTo>
                      <a:lnTo>
                        <a:pt x="202" y="70"/>
                      </a:lnTo>
                      <a:lnTo>
                        <a:pt x="421" y="70"/>
                      </a:lnTo>
                      <a:cubicBezTo>
                        <a:pt x="372" y="49"/>
                        <a:pt x="320" y="49"/>
                        <a:pt x="287" y="33"/>
                      </a:cubicBezTo>
                      <a:lnTo>
                        <a:pt x="138" y="33"/>
                      </a:lnTo>
                      <a:cubicBezTo>
                        <a:pt x="101" y="17"/>
                        <a:pt x="69" y="17"/>
                        <a:pt x="53" y="17"/>
                      </a:cubicBezTo>
                      <a:lnTo>
                        <a:pt x="17" y="17"/>
                      </a:lnTo>
                      <a:lnTo>
                        <a:pt x="0" y="1"/>
                      </a:lnTo>
                      <a:close/>
                      <a:moveTo>
                        <a:pt x="421" y="70"/>
                      </a:moveTo>
                      <a:cubicBezTo>
                        <a:pt x="441" y="86"/>
                        <a:pt x="457" y="86"/>
                        <a:pt x="489" y="86"/>
                      </a:cubicBezTo>
                      <a:lnTo>
                        <a:pt x="542" y="86"/>
                      </a:lnTo>
                      <a:cubicBezTo>
                        <a:pt x="522" y="86"/>
                        <a:pt x="505" y="70"/>
                        <a:pt x="489" y="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2586749" y="1452525"/>
                  <a:ext cx="1689" cy="132102"/>
                </a:xfrm>
                <a:custGeom>
                  <a:rect b="b" l="l" r="r" t="t"/>
                  <a:pathLst>
                    <a:path extrusionOk="0" h="1330" w="17">
                      <a:moveTo>
                        <a:pt x="17" y="0"/>
                      </a:moveTo>
                      <a:cubicBezTo>
                        <a:pt x="0" y="0"/>
                        <a:pt x="0" y="0"/>
                        <a:pt x="0" y="32"/>
                      </a:cubicBezTo>
                      <a:lnTo>
                        <a:pt x="0" y="335"/>
                      </a:lnTo>
                      <a:lnTo>
                        <a:pt x="0" y="978"/>
                      </a:lnTo>
                      <a:lnTo>
                        <a:pt x="0" y="1329"/>
                      </a:lnTo>
                      <a:cubicBezTo>
                        <a:pt x="0" y="1329"/>
                        <a:pt x="0" y="1180"/>
                        <a:pt x="17" y="978"/>
                      </a:cubicBezTo>
                      <a:lnTo>
                        <a:pt x="17" y="335"/>
                      </a:lnTo>
                      <a:lnTo>
                        <a:pt x="17" y="32"/>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1"/>
                <p:cNvSpPr/>
                <p:nvPr/>
              </p:nvSpPr>
              <p:spPr>
                <a:xfrm>
                  <a:off x="2585160" y="1392334"/>
                  <a:ext cx="5264" cy="87108"/>
                </a:xfrm>
                <a:custGeom>
                  <a:rect b="b" l="l" r="r" t="t"/>
                  <a:pathLst>
                    <a:path extrusionOk="0" h="877" w="53">
                      <a:moveTo>
                        <a:pt x="33" y="0"/>
                      </a:moveTo>
                      <a:lnTo>
                        <a:pt x="33" y="16"/>
                      </a:lnTo>
                      <a:lnTo>
                        <a:pt x="33" y="234"/>
                      </a:lnTo>
                      <a:lnTo>
                        <a:pt x="33" y="319"/>
                      </a:lnTo>
                      <a:lnTo>
                        <a:pt x="33" y="436"/>
                      </a:lnTo>
                      <a:cubicBezTo>
                        <a:pt x="16" y="473"/>
                        <a:pt x="16" y="505"/>
                        <a:pt x="16" y="537"/>
                      </a:cubicBezTo>
                      <a:lnTo>
                        <a:pt x="16" y="638"/>
                      </a:lnTo>
                      <a:lnTo>
                        <a:pt x="16" y="739"/>
                      </a:lnTo>
                      <a:cubicBezTo>
                        <a:pt x="16" y="707"/>
                        <a:pt x="16" y="675"/>
                        <a:pt x="33" y="638"/>
                      </a:cubicBezTo>
                      <a:lnTo>
                        <a:pt x="33" y="537"/>
                      </a:lnTo>
                      <a:cubicBezTo>
                        <a:pt x="53" y="505"/>
                        <a:pt x="53" y="473"/>
                        <a:pt x="53" y="436"/>
                      </a:cubicBezTo>
                      <a:lnTo>
                        <a:pt x="53" y="319"/>
                      </a:lnTo>
                      <a:lnTo>
                        <a:pt x="53" y="234"/>
                      </a:lnTo>
                      <a:lnTo>
                        <a:pt x="53" y="85"/>
                      </a:lnTo>
                      <a:lnTo>
                        <a:pt x="53" y="16"/>
                      </a:lnTo>
                      <a:lnTo>
                        <a:pt x="33" y="0"/>
                      </a:lnTo>
                      <a:close/>
                      <a:moveTo>
                        <a:pt x="16" y="739"/>
                      </a:moveTo>
                      <a:cubicBezTo>
                        <a:pt x="0" y="755"/>
                        <a:pt x="0" y="792"/>
                        <a:pt x="0" y="808"/>
                      </a:cubicBezTo>
                      <a:lnTo>
                        <a:pt x="0" y="877"/>
                      </a:lnTo>
                      <a:cubicBezTo>
                        <a:pt x="0" y="877"/>
                        <a:pt x="16" y="840"/>
                        <a:pt x="16" y="808"/>
                      </a:cubicBezTo>
                      <a:lnTo>
                        <a:pt x="16" y="73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1"/>
                <p:cNvSpPr/>
                <p:nvPr/>
              </p:nvSpPr>
              <p:spPr>
                <a:xfrm>
                  <a:off x="2585160" y="1572807"/>
                  <a:ext cx="3278" cy="40227"/>
                </a:xfrm>
                <a:custGeom>
                  <a:rect b="b" l="l" r="r" t="t"/>
                  <a:pathLst>
                    <a:path extrusionOk="0" h="405" w="33">
                      <a:moveTo>
                        <a:pt x="16" y="1"/>
                      </a:moveTo>
                      <a:lnTo>
                        <a:pt x="16" y="17"/>
                      </a:lnTo>
                      <a:cubicBezTo>
                        <a:pt x="33" y="1"/>
                        <a:pt x="16" y="1"/>
                        <a:pt x="16" y="1"/>
                      </a:cubicBezTo>
                      <a:close/>
                      <a:moveTo>
                        <a:pt x="16" y="17"/>
                      </a:moveTo>
                      <a:cubicBezTo>
                        <a:pt x="16" y="33"/>
                        <a:pt x="0" y="33"/>
                        <a:pt x="0" y="49"/>
                      </a:cubicBezTo>
                      <a:lnTo>
                        <a:pt x="0" y="102"/>
                      </a:lnTo>
                      <a:lnTo>
                        <a:pt x="0" y="150"/>
                      </a:lnTo>
                      <a:lnTo>
                        <a:pt x="0" y="203"/>
                      </a:lnTo>
                      <a:lnTo>
                        <a:pt x="0" y="272"/>
                      </a:lnTo>
                      <a:cubicBezTo>
                        <a:pt x="0" y="320"/>
                        <a:pt x="0" y="352"/>
                        <a:pt x="16" y="405"/>
                      </a:cubicBezTo>
                      <a:lnTo>
                        <a:pt x="16" y="272"/>
                      </a:lnTo>
                      <a:lnTo>
                        <a:pt x="16" y="203"/>
                      </a:lnTo>
                      <a:lnTo>
                        <a:pt x="16" y="150"/>
                      </a:lnTo>
                      <a:lnTo>
                        <a:pt x="16" y="70"/>
                      </a:lnTo>
                      <a:lnTo>
                        <a:pt x="16" y="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2583571" y="1577674"/>
                  <a:ext cx="4867" cy="48669"/>
                </a:xfrm>
                <a:custGeom>
                  <a:rect b="b" l="l" r="r" t="t"/>
                  <a:pathLst>
                    <a:path extrusionOk="0" h="490" w="49">
                      <a:moveTo>
                        <a:pt x="49" y="0"/>
                      </a:moveTo>
                      <a:cubicBezTo>
                        <a:pt x="32" y="37"/>
                        <a:pt x="32" y="69"/>
                        <a:pt x="32" y="101"/>
                      </a:cubicBezTo>
                      <a:cubicBezTo>
                        <a:pt x="16" y="186"/>
                        <a:pt x="0" y="271"/>
                        <a:pt x="0" y="356"/>
                      </a:cubicBezTo>
                      <a:cubicBezTo>
                        <a:pt x="0" y="425"/>
                        <a:pt x="16" y="457"/>
                        <a:pt x="16" y="473"/>
                      </a:cubicBezTo>
                      <a:lnTo>
                        <a:pt x="32" y="489"/>
                      </a:lnTo>
                      <a:lnTo>
                        <a:pt x="32" y="473"/>
                      </a:lnTo>
                      <a:lnTo>
                        <a:pt x="32" y="356"/>
                      </a:lnTo>
                      <a:cubicBezTo>
                        <a:pt x="32" y="287"/>
                        <a:pt x="32" y="186"/>
                        <a:pt x="49" y="101"/>
                      </a:cubicBez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2695510" y="1616212"/>
                  <a:ext cx="15296" cy="16885"/>
                </a:xfrm>
                <a:custGeom>
                  <a:rect b="b" l="l" r="r" t="t"/>
                  <a:pathLst>
                    <a:path extrusionOk="0" h="170" w="154">
                      <a:moveTo>
                        <a:pt x="133" y="0"/>
                      </a:moveTo>
                      <a:lnTo>
                        <a:pt x="117" y="16"/>
                      </a:lnTo>
                      <a:cubicBezTo>
                        <a:pt x="117" y="16"/>
                        <a:pt x="117" y="37"/>
                        <a:pt x="101" y="53"/>
                      </a:cubicBezTo>
                      <a:cubicBezTo>
                        <a:pt x="85" y="53"/>
                        <a:pt x="85" y="69"/>
                        <a:pt x="69" y="85"/>
                      </a:cubicBezTo>
                      <a:cubicBezTo>
                        <a:pt x="53" y="101"/>
                        <a:pt x="53" y="117"/>
                        <a:pt x="32" y="117"/>
                      </a:cubicBezTo>
                      <a:cubicBezTo>
                        <a:pt x="16" y="154"/>
                        <a:pt x="0" y="170"/>
                        <a:pt x="0" y="170"/>
                      </a:cubicBezTo>
                      <a:cubicBezTo>
                        <a:pt x="0" y="170"/>
                        <a:pt x="16" y="154"/>
                        <a:pt x="53" y="138"/>
                      </a:cubicBezTo>
                      <a:lnTo>
                        <a:pt x="85" y="101"/>
                      </a:lnTo>
                      <a:lnTo>
                        <a:pt x="101" y="85"/>
                      </a:lnTo>
                      <a:cubicBezTo>
                        <a:pt x="117" y="69"/>
                        <a:pt x="117" y="69"/>
                        <a:pt x="117" y="53"/>
                      </a:cubicBezTo>
                      <a:cubicBezTo>
                        <a:pt x="133" y="53"/>
                        <a:pt x="133" y="37"/>
                        <a:pt x="133" y="37"/>
                      </a:cubicBezTo>
                      <a:cubicBezTo>
                        <a:pt x="133" y="16"/>
                        <a:pt x="154" y="16"/>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1"/>
                <p:cNvSpPr/>
                <p:nvPr/>
              </p:nvSpPr>
              <p:spPr>
                <a:xfrm>
                  <a:off x="2688657" y="1627833"/>
                  <a:ext cx="20163" cy="32181"/>
                </a:xfrm>
                <a:custGeom>
                  <a:rect b="b" l="l" r="r" t="t"/>
                  <a:pathLst>
                    <a:path extrusionOk="0" h="324" w="203">
                      <a:moveTo>
                        <a:pt x="202" y="0"/>
                      </a:moveTo>
                      <a:lnTo>
                        <a:pt x="186" y="21"/>
                      </a:lnTo>
                      <a:lnTo>
                        <a:pt x="186" y="37"/>
                      </a:lnTo>
                      <a:cubicBezTo>
                        <a:pt x="202" y="37"/>
                        <a:pt x="202" y="21"/>
                        <a:pt x="202" y="21"/>
                      </a:cubicBezTo>
                      <a:lnTo>
                        <a:pt x="202" y="0"/>
                      </a:lnTo>
                      <a:close/>
                      <a:moveTo>
                        <a:pt x="186" y="37"/>
                      </a:moveTo>
                      <a:lnTo>
                        <a:pt x="186" y="37"/>
                      </a:lnTo>
                      <a:cubicBezTo>
                        <a:pt x="170" y="53"/>
                        <a:pt x="170" y="69"/>
                        <a:pt x="154" y="85"/>
                      </a:cubicBezTo>
                      <a:cubicBezTo>
                        <a:pt x="138" y="101"/>
                        <a:pt x="122" y="138"/>
                        <a:pt x="101" y="154"/>
                      </a:cubicBezTo>
                      <a:cubicBezTo>
                        <a:pt x="85" y="186"/>
                        <a:pt x="69" y="202"/>
                        <a:pt x="53" y="223"/>
                      </a:cubicBezTo>
                      <a:cubicBezTo>
                        <a:pt x="53" y="239"/>
                        <a:pt x="37" y="255"/>
                        <a:pt x="37" y="255"/>
                      </a:cubicBezTo>
                      <a:cubicBezTo>
                        <a:pt x="21" y="271"/>
                        <a:pt x="21" y="287"/>
                        <a:pt x="21" y="287"/>
                      </a:cubicBezTo>
                      <a:lnTo>
                        <a:pt x="37" y="271"/>
                      </a:lnTo>
                      <a:cubicBezTo>
                        <a:pt x="53" y="255"/>
                        <a:pt x="53" y="239"/>
                        <a:pt x="53" y="239"/>
                      </a:cubicBezTo>
                      <a:lnTo>
                        <a:pt x="122" y="170"/>
                      </a:lnTo>
                      <a:cubicBezTo>
                        <a:pt x="122" y="154"/>
                        <a:pt x="138" y="138"/>
                        <a:pt x="138" y="138"/>
                      </a:cubicBezTo>
                      <a:cubicBezTo>
                        <a:pt x="154" y="122"/>
                        <a:pt x="154" y="101"/>
                        <a:pt x="170" y="101"/>
                      </a:cubicBezTo>
                      <a:cubicBezTo>
                        <a:pt x="186" y="69"/>
                        <a:pt x="186" y="53"/>
                        <a:pt x="186" y="37"/>
                      </a:cubicBezTo>
                      <a:close/>
                      <a:moveTo>
                        <a:pt x="21" y="287"/>
                      </a:moveTo>
                      <a:cubicBezTo>
                        <a:pt x="0" y="303"/>
                        <a:pt x="0" y="324"/>
                        <a:pt x="0" y="324"/>
                      </a:cubicBezTo>
                      <a:cubicBezTo>
                        <a:pt x="0" y="324"/>
                        <a:pt x="21" y="303"/>
                        <a:pt x="21" y="2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1"/>
                <p:cNvSpPr/>
                <p:nvPr/>
              </p:nvSpPr>
              <p:spPr>
                <a:xfrm>
                  <a:off x="2687067" y="1643030"/>
                  <a:ext cx="25328" cy="37048"/>
                </a:xfrm>
                <a:custGeom>
                  <a:rect b="b" l="l" r="r" t="t"/>
                  <a:pathLst>
                    <a:path extrusionOk="0" h="373" w="255">
                      <a:moveTo>
                        <a:pt x="239" y="1"/>
                      </a:moveTo>
                      <a:lnTo>
                        <a:pt x="239" y="17"/>
                      </a:lnTo>
                      <a:cubicBezTo>
                        <a:pt x="255" y="1"/>
                        <a:pt x="239" y="1"/>
                        <a:pt x="239" y="1"/>
                      </a:cubicBezTo>
                      <a:close/>
                      <a:moveTo>
                        <a:pt x="239" y="17"/>
                      </a:moveTo>
                      <a:cubicBezTo>
                        <a:pt x="218" y="17"/>
                        <a:pt x="218" y="17"/>
                        <a:pt x="202" y="33"/>
                      </a:cubicBezTo>
                      <a:cubicBezTo>
                        <a:pt x="202" y="49"/>
                        <a:pt x="186" y="70"/>
                        <a:pt x="170" y="102"/>
                      </a:cubicBezTo>
                      <a:cubicBezTo>
                        <a:pt x="138" y="134"/>
                        <a:pt x="85" y="203"/>
                        <a:pt x="53" y="272"/>
                      </a:cubicBezTo>
                      <a:cubicBezTo>
                        <a:pt x="16" y="320"/>
                        <a:pt x="0" y="373"/>
                        <a:pt x="0" y="373"/>
                      </a:cubicBezTo>
                      <a:lnTo>
                        <a:pt x="69" y="272"/>
                      </a:lnTo>
                      <a:cubicBezTo>
                        <a:pt x="101" y="219"/>
                        <a:pt x="154" y="150"/>
                        <a:pt x="186" y="102"/>
                      </a:cubicBezTo>
                      <a:cubicBezTo>
                        <a:pt x="202" y="86"/>
                        <a:pt x="218" y="70"/>
                        <a:pt x="218" y="49"/>
                      </a:cubicBezTo>
                      <a:cubicBezTo>
                        <a:pt x="239" y="33"/>
                        <a:pt x="239" y="17"/>
                        <a:pt x="239"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2683889" y="1664782"/>
                  <a:ext cx="30095" cy="41816"/>
                </a:xfrm>
                <a:custGeom>
                  <a:rect b="b" l="l" r="r" t="t"/>
                  <a:pathLst>
                    <a:path extrusionOk="0" h="421" w="303">
                      <a:moveTo>
                        <a:pt x="287" y="0"/>
                      </a:moveTo>
                      <a:lnTo>
                        <a:pt x="271" y="16"/>
                      </a:lnTo>
                      <a:cubicBezTo>
                        <a:pt x="271" y="16"/>
                        <a:pt x="250" y="32"/>
                        <a:pt x="250" y="53"/>
                      </a:cubicBezTo>
                      <a:cubicBezTo>
                        <a:pt x="234" y="69"/>
                        <a:pt x="218" y="85"/>
                        <a:pt x="202" y="117"/>
                      </a:cubicBezTo>
                      <a:cubicBezTo>
                        <a:pt x="149" y="186"/>
                        <a:pt x="101" y="271"/>
                        <a:pt x="69" y="335"/>
                      </a:cubicBezTo>
                      <a:cubicBezTo>
                        <a:pt x="101" y="303"/>
                        <a:pt x="117" y="271"/>
                        <a:pt x="149" y="234"/>
                      </a:cubicBezTo>
                      <a:cubicBezTo>
                        <a:pt x="170" y="202"/>
                        <a:pt x="202" y="170"/>
                        <a:pt x="218" y="133"/>
                      </a:cubicBezTo>
                      <a:cubicBezTo>
                        <a:pt x="303" y="0"/>
                        <a:pt x="287" y="16"/>
                        <a:pt x="287" y="0"/>
                      </a:cubicBezTo>
                      <a:close/>
                      <a:moveTo>
                        <a:pt x="69" y="335"/>
                      </a:moveTo>
                      <a:cubicBezTo>
                        <a:pt x="48" y="356"/>
                        <a:pt x="32" y="372"/>
                        <a:pt x="32" y="388"/>
                      </a:cubicBezTo>
                      <a:cubicBezTo>
                        <a:pt x="48" y="372"/>
                        <a:pt x="48" y="356"/>
                        <a:pt x="69" y="335"/>
                      </a:cubicBezTo>
                      <a:close/>
                      <a:moveTo>
                        <a:pt x="32" y="388"/>
                      </a:moveTo>
                      <a:cubicBezTo>
                        <a:pt x="16" y="388"/>
                        <a:pt x="16" y="404"/>
                        <a:pt x="0" y="420"/>
                      </a:cubicBezTo>
                      <a:lnTo>
                        <a:pt x="32" y="3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2682200" y="1696467"/>
                  <a:ext cx="28606" cy="40227"/>
                </a:xfrm>
                <a:custGeom>
                  <a:rect b="b" l="l" r="r" t="t"/>
                  <a:pathLst>
                    <a:path extrusionOk="0" h="405" w="288">
                      <a:moveTo>
                        <a:pt x="267" y="0"/>
                      </a:moveTo>
                      <a:lnTo>
                        <a:pt x="267" y="16"/>
                      </a:lnTo>
                      <a:cubicBezTo>
                        <a:pt x="288" y="0"/>
                        <a:pt x="267" y="0"/>
                        <a:pt x="267" y="0"/>
                      </a:cubicBezTo>
                      <a:close/>
                      <a:moveTo>
                        <a:pt x="267" y="16"/>
                      </a:moveTo>
                      <a:cubicBezTo>
                        <a:pt x="251" y="16"/>
                        <a:pt x="251" y="37"/>
                        <a:pt x="235" y="37"/>
                      </a:cubicBezTo>
                      <a:cubicBezTo>
                        <a:pt x="235" y="53"/>
                        <a:pt x="219" y="85"/>
                        <a:pt x="203" y="101"/>
                      </a:cubicBezTo>
                      <a:cubicBezTo>
                        <a:pt x="187" y="137"/>
                        <a:pt x="166" y="170"/>
                        <a:pt x="150" y="202"/>
                      </a:cubicBezTo>
                      <a:cubicBezTo>
                        <a:pt x="118" y="238"/>
                        <a:pt x="102" y="271"/>
                        <a:pt x="86" y="303"/>
                      </a:cubicBezTo>
                      <a:cubicBezTo>
                        <a:pt x="118" y="271"/>
                        <a:pt x="134" y="238"/>
                        <a:pt x="166" y="202"/>
                      </a:cubicBezTo>
                      <a:cubicBezTo>
                        <a:pt x="187" y="186"/>
                        <a:pt x="203" y="154"/>
                        <a:pt x="219" y="117"/>
                      </a:cubicBezTo>
                      <a:cubicBezTo>
                        <a:pt x="235" y="85"/>
                        <a:pt x="251" y="69"/>
                        <a:pt x="251" y="53"/>
                      </a:cubicBezTo>
                      <a:cubicBezTo>
                        <a:pt x="267" y="37"/>
                        <a:pt x="267" y="16"/>
                        <a:pt x="267" y="16"/>
                      </a:cubicBezTo>
                      <a:close/>
                      <a:moveTo>
                        <a:pt x="86" y="303"/>
                      </a:moveTo>
                      <a:cubicBezTo>
                        <a:pt x="33" y="356"/>
                        <a:pt x="1" y="404"/>
                        <a:pt x="1" y="404"/>
                      </a:cubicBezTo>
                      <a:cubicBezTo>
                        <a:pt x="1" y="404"/>
                        <a:pt x="49" y="356"/>
                        <a:pt x="86" y="3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2687067" y="1720106"/>
                  <a:ext cx="21752" cy="30195"/>
                </a:xfrm>
                <a:custGeom>
                  <a:rect b="b" l="l" r="r" t="t"/>
                  <a:pathLst>
                    <a:path extrusionOk="0" h="304" w="219">
                      <a:moveTo>
                        <a:pt x="202" y="0"/>
                      </a:moveTo>
                      <a:cubicBezTo>
                        <a:pt x="202" y="0"/>
                        <a:pt x="202" y="17"/>
                        <a:pt x="186" y="33"/>
                      </a:cubicBezTo>
                      <a:cubicBezTo>
                        <a:pt x="186" y="33"/>
                        <a:pt x="170" y="49"/>
                        <a:pt x="154" y="81"/>
                      </a:cubicBezTo>
                      <a:cubicBezTo>
                        <a:pt x="154" y="81"/>
                        <a:pt x="138" y="101"/>
                        <a:pt x="138" y="118"/>
                      </a:cubicBezTo>
                      <a:cubicBezTo>
                        <a:pt x="117" y="134"/>
                        <a:pt x="101" y="150"/>
                        <a:pt x="101" y="150"/>
                      </a:cubicBezTo>
                      <a:cubicBezTo>
                        <a:pt x="69" y="182"/>
                        <a:pt x="53" y="219"/>
                        <a:pt x="37" y="235"/>
                      </a:cubicBezTo>
                      <a:cubicBezTo>
                        <a:pt x="37" y="247"/>
                        <a:pt x="26" y="258"/>
                        <a:pt x="20" y="264"/>
                      </a:cubicBezTo>
                      <a:lnTo>
                        <a:pt x="20" y="264"/>
                      </a:lnTo>
                      <a:lnTo>
                        <a:pt x="53" y="235"/>
                      </a:lnTo>
                      <a:lnTo>
                        <a:pt x="117" y="166"/>
                      </a:lnTo>
                      <a:cubicBezTo>
                        <a:pt x="117" y="150"/>
                        <a:pt x="138" y="134"/>
                        <a:pt x="138" y="134"/>
                      </a:cubicBezTo>
                      <a:cubicBezTo>
                        <a:pt x="154" y="118"/>
                        <a:pt x="170" y="101"/>
                        <a:pt x="170" y="101"/>
                      </a:cubicBezTo>
                      <a:cubicBezTo>
                        <a:pt x="186" y="65"/>
                        <a:pt x="202" y="49"/>
                        <a:pt x="202" y="33"/>
                      </a:cubicBezTo>
                      <a:cubicBezTo>
                        <a:pt x="218" y="17"/>
                        <a:pt x="218" y="17"/>
                        <a:pt x="218" y="0"/>
                      </a:cubicBezTo>
                      <a:close/>
                      <a:moveTo>
                        <a:pt x="20" y="264"/>
                      </a:moveTo>
                      <a:lnTo>
                        <a:pt x="16" y="267"/>
                      </a:lnTo>
                      <a:cubicBezTo>
                        <a:pt x="16" y="267"/>
                        <a:pt x="18" y="266"/>
                        <a:pt x="20" y="264"/>
                      </a:cubicBezTo>
                      <a:close/>
                      <a:moveTo>
                        <a:pt x="16" y="267"/>
                      </a:moveTo>
                      <a:cubicBezTo>
                        <a:pt x="0" y="283"/>
                        <a:pt x="0" y="283"/>
                        <a:pt x="0" y="303"/>
                      </a:cubicBezTo>
                      <a:cubicBezTo>
                        <a:pt x="0" y="303"/>
                        <a:pt x="0" y="283"/>
                        <a:pt x="16" y="2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1"/>
                <p:cNvSpPr/>
                <p:nvPr/>
              </p:nvSpPr>
              <p:spPr>
                <a:xfrm>
                  <a:off x="2698688" y="1740170"/>
                  <a:ext cx="12118" cy="13310"/>
                </a:xfrm>
                <a:custGeom>
                  <a:rect b="b" l="l" r="r" t="t"/>
                  <a:pathLst>
                    <a:path extrusionOk="0" h="134" w="122">
                      <a:moveTo>
                        <a:pt x="101" y="0"/>
                      </a:moveTo>
                      <a:cubicBezTo>
                        <a:pt x="101" y="17"/>
                        <a:pt x="85" y="17"/>
                        <a:pt x="69" y="33"/>
                      </a:cubicBezTo>
                      <a:cubicBezTo>
                        <a:pt x="69" y="33"/>
                        <a:pt x="53" y="49"/>
                        <a:pt x="53" y="65"/>
                      </a:cubicBezTo>
                      <a:cubicBezTo>
                        <a:pt x="37" y="65"/>
                        <a:pt x="37" y="81"/>
                        <a:pt x="37" y="81"/>
                      </a:cubicBezTo>
                      <a:cubicBezTo>
                        <a:pt x="21" y="118"/>
                        <a:pt x="0" y="134"/>
                        <a:pt x="0" y="134"/>
                      </a:cubicBezTo>
                      <a:cubicBezTo>
                        <a:pt x="0" y="134"/>
                        <a:pt x="21" y="118"/>
                        <a:pt x="37" y="101"/>
                      </a:cubicBezTo>
                      <a:cubicBezTo>
                        <a:pt x="53" y="81"/>
                        <a:pt x="53" y="81"/>
                        <a:pt x="69" y="65"/>
                      </a:cubicBezTo>
                      <a:lnTo>
                        <a:pt x="85" y="49"/>
                      </a:lnTo>
                      <a:cubicBezTo>
                        <a:pt x="101" y="33"/>
                        <a:pt x="101" y="17"/>
                        <a:pt x="101" y="17"/>
                      </a:cubicBezTo>
                      <a:lnTo>
                        <a:pt x="122" y="17"/>
                      </a:lnTo>
                      <a:lnTo>
                        <a:pt x="1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1"/>
                <p:cNvSpPr/>
                <p:nvPr/>
              </p:nvSpPr>
              <p:spPr>
                <a:xfrm>
                  <a:off x="2685478" y="1758247"/>
                  <a:ext cx="25328" cy="38637"/>
                </a:xfrm>
                <a:custGeom>
                  <a:rect b="b" l="l" r="r" t="t"/>
                  <a:pathLst>
                    <a:path extrusionOk="0" h="389" w="255">
                      <a:moveTo>
                        <a:pt x="234" y="0"/>
                      </a:moveTo>
                      <a:cubicBezTo>
                        <a:pt x="234" y="20"/>
                        <a:pt x="218" y="20"/>
                        <a:pt x="218" y="37"/>
                      </a:cubicBezTo>
                      <a:cubicBezTo>
                        <a:pt x="202" y="53"/>
                        <a:pt x="186" y="69"/>
                        <a:pt x="170" y="101"/>
                      </a:cubicBezTo>
                      <a:cubicBezTo>
                        <a:pt x="154" y="101"/>
                        <a:pt x="154" y="121"/>
                        <a:pt x="133" y="138"/>
                      </a:cubicBezTo>
                      <a:cubicBezTo>
                        <a:pt x="117" y="154"/>
                        <a:pt x="117" y="170"/>
                        <a:pt x="101" y="202"/>
                      </a:cubicBezTo>
                      <a:cubicBezTo>
                        <a:pt x="85" y="239"/>
                        <a:pt x="69" y="271"/>
                        <a:pt x="53" y="303"/>
                      </a:cubicBezTo>
                      <a:cubicBezTo>
                        <a:pt x="69" y="271"/>
                        <a:pt x="101" y="239"/>
                        <a:pt x="117" y="202"/>
                      </a:cubicBezTo>
                      <a:cubicBezTo>
                        <a:pt x="133" y="186"/>
                        <a:pt x="133" y="170"/>
                        <a:pt x="154" y="154"/>
                      </a:cubicBezTo>
                      <a:cubicBezTo>
                        <a:pt x="170" y="138"/>
                        <a:pt x="170" y="121"/>
                        <a:pt x="186" y="101"/>
                      </a:cubicBezTo>
                      <a:cubicBezTo>
                        <a:pt x="186" y="101"/>
                        <a:pt x="202" y="85"/>
                        <a:pt x="202" y="69"/>
                      </a:cubicBezTo>
                      <a:cubicBezTo>
                        <a:pt x="218" y="69"/>
                        <a:pt x="218" y="53"/>
                        <a:pt x="218" y="53"/>
                      </a:cubicBezTo>
                      <a:lnTo>
                        <a:pt x="255" y="20"/>
                      </a:lnTo>
                      <a:lnTo>
                        <a:pt x="255" y="0"/>
                      </a:lnTo>
                      <a:close/>
                      <a:moveTo>
                        <a:pt x="53" y="303"/>
                      </a:moveTo>
                      <a:cubicBezTo>
                        <a:pt x="32" y="323"/>
                        <a:pt x="16" y="340"/>
                        <a:pt x="16" y="340"/>
                      </a:cubicBezTo>
                      <a:cubicBezTo>
                        <a:pt x="0" y="356"/>
                        <a:pt x="0" y="372"/>
                        <a:pt x="0" y="388"/>
                      </a:cubicBezTo>
                      <a:cubicBezTo>
                        <a:pt x="0" y="372"/>
                        <a:pt x="16" y="356"/>
                        <a:pt x="16" y="356"/>
                      </a:cubicBezTo>
                      <a:cubicBezTo>
                        <a:pt x="32" y="340"/>
                        <a:pt x="53" y="323"/>
                        <a:pt x="53" y="3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2677035" y="1786753"/>
                  <a:ext cx="35360" cy="43802"/>
                </a:xfrm>
                <a:custGeom>
                  <a:rect b="b" l="l" r="r" t="t"/>
                  <a:pathLst>
                    <a:path extrusionOk="0" h="441" w="356">
                      <a:moveTo>
                        <a:pt x="340" y="0"/>
                      </a:moveTo>
                      <a:cubicBezTo>
                        <a:pt x="319" y="0"/>
                        <a:pt x="319" y="16"/>
                        <a:pt x="303" y="36"/>
                      </a:cubicBezTo>
                      <a:cubicBezTo>
                        <a:pt x="287" y="53"/>
                        <a:pt x="271" y="69"/>
                        <a:pt x="239" y="101"/>
                      </a:cubicBezTo>
                      <a:cubicBezTo>
                        <a:pt x="239" y="101"/>
                        <a:pt x="218" y="117"/>
                        <a:pt x="202" y="137"/>
                      </a:cubicBezTo>
                      <a:cubicBezTo>
                        <a:pt x="186" y="170"/>
                        <a:pt x="170" y="186"/>
                        <a:pt x="154" y="202"/>
                      </a:cubicBezTo>
                      <a:cubicBezTo>
                        <a:pt x="154" y="218"/>
                        <a:pt x="138" y="238"/>
                        <a:pt x="117" y="255"/>
                      </a:cubicBezTo>
                      <a:cubicBezTo>
                        <a:pt x="101" y="271"/>
                        <a:pt x="85" y="287"/>
                        <a:pt x="85" y="303"/>
                      </a:cubicBezTo>
                      <a:cubicBezTo>
                        <a:pt x="101" y="287"/>
                        <a:pt x="117" y="271"/>
                        <a:pt x="138" y="255"/>
                      </a:cubicBezTo>
                      <a:cubicBezTo>
                        <a:pt x="154" y="238"/>
                        <a:pt x="154" y="218"/>
                        <a:pt x="170" y="202"/>
                      </a:cubicBezTo>
                      <a:lnTo>
                        <a:pt x="218" y="154"/>
                      </a:lnTo>
                      <a:cubicBezTo>
                        <a:pt x="239" y="137"/>
                        <a:pt x="255" y="117"/>
                        <a:pt x="255" y="101"/>
                      </a:cubicBezTo>
                      <a:cubicBezTo>
                        <a:pt x="287" y="85"/>
                        <a:pt x="303" y="69"/>
                        <a:pt x="319" y="53"/>
                      </a:cubicBezTo>
                      <a:cubicBezTo>
                        <a:pt x="319" y="36"/>
                        <a:pt x="340" y="16"/>
                        <a:pt x="340" y="16"/>
                      </a:cubicBezTo>
                      <a:lnTo>
                        <a:pt x="356" y="0"/>
                      </a:lnTo>
                      <a:close/>
                      <a:moveTo>
                        <a:pt x="85" y="303"/>
                      </a:moveTo>
                      <a:cubicBezTo>
                        <a:pt x="37" y="372"/>
                        <a:pt x="0" y="440"/>
                        <a:pt x="0" y="440"/>
                      </a:cubicBezTo>
                      <a:cubicBezTo>
                        <a:pt x="0" y="440"/>
                        <a:pt x="16" y="420"/>
                        <a:pt x="37" y="388"/>
                      </a:cubicBezTo>
                      <a:cubicBezTo>
                        <a:pt x="53" y="372"/>
                        <a:pt x="69" y="339"/>
                        <a:pt x="85" y="3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2683889" y="1810294"/>
                  <a:ext cx="28506" cy="33473"/>
                </a:xfrm>
                <a:custGeom>
                  <a:rect b="b" l="l" r="r" t="t"/>
                  <a:pathLst>
                    <a:path extrusionOk="0" h="337" w="287">
                      <a:moveTo>
                        <a:pt x="269" y="0"/>
                      </a:moveTo>
                      <a:cubicBezTo>
                        <a:pt x="264" y="0"/>
                        <a:pt x="245" y="12"/>
                        <a:pt x="170" y="102"/>
                      </a:cubicBezTo>
                      <a:cubicBezTo>
                        <a:pt x="149" y="135"/>
                        <a:pt x="117" y="167"/>
                        <a:pt x="85" y="220"/>
                      </a:cubicBezTo>
                      <a:cubicBezTo>
                        <a:pt x="48" y="252"/>
                        <a:pt x="16" y="304"/>
                        <a:pt x="0" y="337"/>
                      </a:cubicBezTo>
                      <a:cubicBezTo>
                        <a:pt x="32" y="304"/>
                        <a:pt x="69" y="268"/>
                        <a:pt x="101" y="220"/>
                      </a:cubicBezTo>
                      <a:cubicBezTo>
                        <a:pt x="133" y="183"/>
                        <a:pt x="149" y="151"/>
                        <a:pt x="186" y="119"/>
                      </a:cubicBezTo>
                      <a:cubicBezTo>
                        <a:pt x="287" y="1"/>
                        <a:pt x="287" y="1"/>
                        <a:pt x="271" y="1"/>
                      </a:cubicBezTo>
                      <a:cubicBezTo>
                        <a:pt x="271" y="1"/>
                        <a:pt x="271"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2670579" y="1872173"/>
                  <a:ext cx="16587" cy="20163"/>
                </a:xfrm>
                <a:custGeom>
                  <a:rect b="b" l="l" r="r" t="t"/>
                  <a:pathLst>
                    <a:path extrusionOk="0" h="203" w="167">
                      <a:moveTo>
                        <a:pt x="166" y="1"/>
                      </a:moveTo>
                      <a:cubicBezTo>
                        <a:pt x="166" y="1"/>
                        <a:pt x="150" y="17"/>
                        <a:pt x="118" y="49"/>
                      </a:cubicBezTo>
                      <a:cubicBezTo>
                        <a:pt x="102" y="65"/>
                        <a:pt x="81" y="65"/>
                        <a:pt x="65" y="85"/>
                      </a:cubicBezTo>
                      <a:cubicBezTo>
                        <a:pt x="65" y="102"/>
                        <a:pt x="49" y="102"/>
                        <a:pt x="49" y="118"/>
                      </a:cubicBezTo>
                      <a:lnTo>
                        <a:pt x="33" y="134"/>
                      </a:lnTo>
                      <a:cubicBezTo>
                        <a:pt x="17" y="150"/>
                        <a:pt x="17" y="166"/>
                        <a:pt x="1" y="166"/>
                      </a:cubicBezTo>
                      <a:lnTo>
                        <a:pt x="1" y="186"/>
                      </a:lnTo>
                      <a:lnTo>
                        <a:pt x="1" y="203"/>
                      </a:lnTo>
                      <a:lnTo>
                        <a:pt x="17" y="203"/>
                      </a:lnTo>
                      <a:lnTo>
                        <a:pt x="17" y="186"/>
                      </a:lnTo>
                      <a:cubicBezTo>
                        <a:pt x="33" y="186"/>
                        <a:pt x="33" y="166"/>
                        <a:pt x="49" y="150"/>
                      </a:cubicBezTo>
                      <a:lnTo>
                        <a:pt x="65" y="134"/>
                      </a:lnTo>
                      <a:cubicBezTo>
                        <a:pt x="65" y="118"/>
                        <a:pt x="81" y="118"/>
                        <a:pt x="81" y="102"/>
                      </a:cubicBezTo>
                      <a:lnTo>
                        <a:pt x="134" y="49"/>
                      </a:lnTo>
                      <a:cubicBezTo>
                        <a:pt x="150" y="17"/>
                        <a:pt x="166" y="1"/>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2693821" y="1845256"/>
                  <a:ext cx="18574" cy="19468"/>
                </a:xfrm>
                <a:custGeom>
                  <a:rect b="b" l="l" r="r" t="t"/>
                  <a:pathLst>
                    <a:path extrusionOk="0" h="196" w="187">
                      <a:moveTo>
                        <a:pt x="187" y="1"/>
                      </a:moveTo>
                      <a:cubicBezTo>
                        <a:pt x="171" y="1"/>
                        <a:pt x="171" y="1"/>
                        <a:pt x="171" y="17"/>
                      </a:cubicBezTo>
                      <a:cubicBezTo>
                        <a:pt x="171" y="1"/>
                        <a:pt x="187" y="1"/>
                        <a:pt x="187" y="1"/>
                      </a:cubicBezTo>
                      <a:close/>
                      <a:moveTo>
                        <a:pt x="171" y="17"/>
                      </a:moveTo>
                      <a:cubicBezTo>
                        <a:pt x="150" y="17"/>
                        <a:pt x="150" y="17"/>
                        <a:pt x="134" y="33"/>
                      </a:cubicBezTo>
                      <a:cubicBezTo>
                        <a:pt x="118" y="70"/>
                        <a:pt x="70" y="102"/>
                        <a:pt x="33" y="134"/>
                      </a:cubicBezTo>
                      <a:cubicBezTo>
                        <a:pt x="17" y="154"/>
                        <a:pt x="1" y="171"/>
                        <a:pt x="1" y="187"/>
                      </a:cubicBezTo>
                      <a:cubicBezTo>
                        <a:pt x="1" y="192"/>
                        <a:pt x="1" y="196"/>
                        <a:pt x="3" y="196"/>
                      </a:cubicBezTo>
                      <a:cubicBezTo>
                        <a:pt x="6" y="196"/>
                        <a:pt x="17" y="180"/>
                        <a:pt x="49" y="134"/>
                      </a:cubicBezTo>
                      <a:cubicBezTo>
                        <a:pt x="86" y="118"/>
                        <a:pt x="118" y="70"/>
                        <a:pt x="150" y="33"/>
                      </a:cubicBezTo>
                      <a:lnTo>
                        <a:pt x="171" y="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1"/>
                <p:cNvSpPr/>
                <p:nvPr/>
              </p:nvSpPr>
              <p:spPr>
                <a:xfrm>
                  <a:off x="2685478" y="1862141"/>
                  <a:ext cx="30195" cy="38637"/>
                </a:xfrm>
                <a:custGeom>
                  <a:rect b="b" l="l" r="r" t="t"/>
                  <a:pathLst>
                    <a:path extrusionOk="0" h="389" w="304">
                      <a:moveTo>
                        <a:pt x="287" y="1"/>
                      </a:moveTo>
                      <a:lnTo>
                        <a:pt x="202" y="85"/>
                      </a:lnTo>
                      <a:cubicBezTo>
                        <a:pt x="186" y="118"/>
                        <a:pt x="170" y="150"/>
                        <a:pt x="133" y="186"/>
                      </a:cubicBezTo>
                      <a:cubicBezTo>
                        <a:pt x="117" y="219"/>
                        <a:pt x="101" y="251"/>
                        <a:pt x="69" y="267"/>
                      </a:cubicBezTo>
                      <a:cubicBezTo>
                        <a:pt x="32" y="336"/>
                        <a:pt x="0" y="388"/>
                        <a:pt x="0" y="388"/>
                      </a:cubicBezTo>
                      <a:cubicBezTo>
                        <a:pt x="0" y="388"/>
                        <a:pt x="32" y="336"/>
                        <a:pt x="85" y="287"/>
                      </a:cubicBezTo>
                      <a:cubicBezTo>
                        <a:pt x="101" y="251"/>
                        <a:pt x="133" y="219"/>
                        <a:pt x="154" y="186"/>
                      </a:cubicBezTo>
                      <a:cubicBezTo>
                        <a:pt x="186" y="150"/>
                        <a:pt x="202" y="118"/>
                        <a:pt x="218" y="102"/>
                      </a:cubicBezTo>
                      <a:cubicBezTo>
                        <a:pt x="303" y="1"/>
                        <a:pt x="303"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1"/>
                <p:cNvSpPr/>
                <p:nvPr/>
              </p:nvSpPr>
              <p:spPr>
                <a:xfrm>
                  <a:off x="2668593" y="1905447"/>
                  <a:ext cx="15395" cy="21752"/>
                </a:xfrm>
                <a:custGeom>
                  <a:rect b="b" l="l" r="r" t="t"/>
                  <a:pathLst>
                    <a:path extrusionOk="0" h="219" w="155">
                      <a:moveTo>
                        <a:pt x="154" y="1"/>
                      </a:moveTo>
                      <a:cubicBezTo>
                        <a:pt x="154" y="1"/>
                        <a:pt x="154" y="17"/>
                        <a:pt x="138" y="17"/>
                      </a:cubicBezTo>
                      <a:cubicBezTo>
                        <a:pt x="138" y="33"/>
                        <a:pt x="122" y="53"/>
                        <a:pt x="101" y="69"/>
                      </a:cubicBezTo>
                      <a:cubicBezTo>
                        <a:pt x="85" y="86"/>
                        <a:pt x="85" y="102"/>
                        <a:pt x="69" y="118"/>
                      </a:cubicBezTo>
                      <a:cubicBezTo>
                        <a:pt x="53" y="134"/>
                        <a:pt x="37" y="154"/>
                        <a:pt x="21" y="170"/>
                      </a:cubicBezTo>
                      <a:cubicBezTo>
                        <a:pt x="0" y="187"/>
                        <a:pt x="0" y="219"/>
                        <a:pt x="0" y="219"/>
                      </a:cubicBezTo>
                      <a:cubicBezTo>
                        <a:pt x="21" y="219"/>
                        <a:pt x="21" y="219"/>
                        <a:pt x="21" y="203"/>
                      </a:cubicBezTo>
                      <a:cubicBezTo>
                        <a:pt x="21" y="203"/>
                        <a:pt x="37" y="187"/>
                        <a:pt x="37" y="170"/>
                      </a:cubicBezTo>
                      <a:cubicBezTo>
                        <a:pt x="53" y="154"/>
                        <a:pt x="69" y="134"/>
                        <a:pt x="85" y="118"/>
                      </a:cubicBezTo>
                      <a:cubicBezTo>
                        <a:pt x="85" y="102"/>
                        <a:pt x="101" y="86"/>
                        <a:pt x="122" y="69"/>
                      </a:cubicBezTo>
                      <a:cubicBezTo>
                        <a:pt x="138" y="53"/>
                        <a:pt x="138" y="33"/>
                        <a:pt x="154" y="33"/>
                      </a:cubicBezTo>
                      <a:lnTo>
                        <a:pt x="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2695510" y="1896905"/>
                  <a:ext cx="20163" cy="20262"/>
                </a:xfrm>
                <a:custGeom>
                  <a:rect b="b" l="l" r="r" t="t"/>
                  <a:pathLst>
                    <a:path extrusionOk="0" h="204" w="203">
                      <a:moveTo>
                        <a:pt x="184" y="0"/>
                      </a:moveTo>
                      <a:cubicBezTo>
                        <a:pt x="181" y="0"/>
                        <a:pt x="169" y="8"/>
                        <a:pt x="133" y="54"/>
                      </a:cubicBezTo>
                      <a:cubicBezTo>
                        <a:pt x="85" y="103"/>
                        <a:pt x="0" y="204"/>
                        <a:pt x="0" y="204"/>
                      </a:cubicBezTo>
                      <a:cubicBezTo>
                        <a:pt x="0" y="204"/>
                        <a:pt x="101" y="119"/>
                        <a:pt x="154" y="54"/>
                      </a:cubicBezTo>
                      <a:cubicBezTo>
                        <a:pt x="202" y="2"/>
                        <a:pt x="202" y="2"/>
                        <a:pt x="186" y="2"/>
                      </a:cubicBezTo>
                      <a:cubicBezTo>
                        <a:pt x="186" y="2"/>
                        <a:pt x="186"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2670579" y="1925511"/>
                  <a:ext cx="20163" cy="25427"/>
                </a:xfrm>
                <a:custGeom>
                  <a:rect b="b" l="l" r="r" t="t"/>
                  <a:pathLst>
                    <a:path extrusionOk="0" h="256" w="203">
                      <a:moveTo>
                        <a:pt x="203" y="1"/>
                      </a:moveTo>
                      <a:cubicBezTo>
                        <a:pt x="203" y="1"/>
                        <a:pt x="182" y="17"/>
                        <a:pt x="150" y="69"/>
                      </a:cubicBezTo>
                      <a:cubicBezTo>
                        <a:pt x="182" y="33"/>
                        <a:pt x="203" y="1"/>
                        <a:pt x="203" y="1"/>
                      </a:cubicBezTo>
                      <a:close/>
                      <a:moveTo>
                        <a:pt x="150" y="70"/>
                      </a:moveTo>
                      <a:cubicBezTo>
                        <a:pt x="134" y="86"/>
                        <a:pt x="118" y="102"/>
                        <a:pt x="81" y="118"/>
                      </a:cubicBezTo>
                      <a:lnTo>
                        <a:pt x="33" y="170"/>
                      </a:lnTo>
                      <a:cubicBezTo>
                        <a:pt x="17" y="219"/>
                        <a:pt x="1" y="235"/>
                        <a:pt x="1" y="235"/>
                      </a:cubicBezTo>
                      <a:lnTo>
                        <a:pt x="1" y="255"/>
                      </a:lnTo>
                      <a:lnTo>
                        <a:pt x="17" y="255"/>
                      </a:lnTo>
                      <a:cubicBezTo>
                        <a:pt x="17" y="235"/>
                        <a:pt x="33" y="219"/>
                        <a:pt x="49" y="187"/>
                      </a:cubicBezTo>
                      <a:cubicBezTo>
                        <a:pt x="65" y="170"/>
                        <a:pt x="81" y="154"/>
                        <a:pt x="102" y="134"/>
                      </a:cubicBezTo>
                      <a:cubicBezTo>
                        <a:pt x="118" y="102"/>
                        <a:pt x="134" y="86"/>
                        <a:pt x="150" y="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2698688" y="1918558"/>
                  <a:ext cx="15296" cy="22348"/>
                </a:xfrm>
                <a:custGeom>
                  <a:rect b="b" l="l" r="r" t="t"/>
                  <a:pathLst>
                    <a:path extrusionOk="0" h="225" w="154">
                      <a:moveTo>
                        <a:pt x="152" y="0"/>
                      </a:moveTo>
                      <a:cubicBezTo>
                        <a:pt x="149" y="0"/>
                        <a:pt x="137" y="8"/>
                        <a:pt x="101" y="55"/>
                      </a:cubicBezTo>
                      <a:cubicBezTo>
                        <a:pt x="85" y="71"/>
                        <a:pt x="85" y="87"/>
                        <a:pt x="69" y="103"/>
                      </a:cubicBezTo>
                      <a:cubicBezTo>
                        <a:pt x="53" y="123"/>
                        <a:pt x="53" y="139"/>
                        <a:pt x="37" y="156"/>
                      </a:cubicBezTo>
                      <a:cubicBezTo>
                        <a:pt x="21" y="188"/>
                        <a:pt x="0" y="224"/>
                        <a:pt x="0" y="224"/>
                      </a:cubicBezTo>
                      <a:cubicBezTo>
                        <a:pt x="0" y="224"/>
                        <a:pt x="21" y="188"/>
                        <a:pt x="53" y="172"/>
                      </a:cubicBezTo>
                      <a:cubicBezTo>
                        <a:pt x="53" y="156"/>
                        <a:pt x="69" y="139"/>
                        <a:pt x="85" y="123"/>
                      </a:cubicBezTo>
                      <a:cubicBezTo>
                        <a:pt x="101" y="103"/>
                        <a:pt x="101" y="87"/>
                        <a:pt x="122" y="71"/>
                      </a:cubicBezTo>
                      <a:lnTo>
                        <a:pt x="154" y="2"/>
                      </a:lnTo>
                      <a:cubicBezTo>
                        <a:pt x="154" y="2"/>
                        <a:pt x="154"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1"/>
                <p:cNvSpPr/>
                <p:nvPr/>
              </p:nvSpPr>
              <p:spPr>
                <a:xfrm>
                  <a:off x="2687067" y="1942396"/>
                  <a:ext cx="11720" cy="10131"/>
                </a:xfrm>
                <a:custGeom>
                  <a:rect b="b" l="l" r="r" t="t"/>
                  <a:pathLst>
                    <a:path extrusionOk="0" h="102" w="118">
                      <a:moveTo>
                        <a:pt x="117" y="0"/>
                      </a:moveTo>
                      <a:lnTo>
                        <a:pt x="101" y="17"/>
                      </a:lnTo>
                      <a:cubicBezTo>
                        <a:pt x="85" y="33"/>
                        <a:pt x="69" y="33"/>
                        <a:pt x="69" y="49"/>
                      </a:cubicBezTo>
                      <a:cubicBezTo>
                        <a:pt x="53" y="49"/>
                        <a:pt x="53" y="65"/>
                        <a:pt x="37" y="65"/>
                      </a:cubicBezTo>
                      <a:cubicBezTo>
                        <a:pt x="0" y="85"/>
                        <a:pt x="16" y="101"/>
                        <a:pt x="16" y="101"/>
                      </a:cubicBezTo>
                      <a:lnTo>
                        <a:pt x="53" y="85"/>
                      </a:lnTo>
                      <a:cubicBezTo>
                        <a:pt x="53" y="85"/>
                        <a:pt x="69" y="65"/>
                        <a:pt x="85" y="65"/>
                      </a:cubicBezTo>
                      <a:cubicBezTo>
                        <a:pt x="85" y="49"/>
                        <a:pt x="101" y="33"/>
                        <a:pt x="101" y="33"/>
                      </a:cubicBezTo>
                      <a:lnTo>
                        <a:pt x="117" y="17"/>
                      </a:lnTo>
                      <a:lnTo>
                        <a:pt x="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1"/>
                <p:cNvSpPr/>
                <p:nvPr/>
              </p:nvSpPr>
              <p:spPr>
                <a:xfrm>
                  <a:off x="2561818" y="1836913"/>
                  <a:ext cx="13409" cy="102007"/>
                </a:xfrm>
                <a:custGeom>
                  <a:rect b="b" l="l" r="r" t="t"/>
                  <a:pathLst>
                    <a:path extrusionOk="0" h="1027" w="135">
                      <a:moveTo>
                        <a:pt x="1" y="0"/>
                      </a:moveTo>
                      <a:lnTo>
                        <a:pt x="1" y="16"/>
                      </a:lnTo>
                      <a:lnTo>
                        <a:pt x="1" y="36"/>
                      </a:lnTo>
                      <a:cubicBezTo>
                        <a:pt x="17" y="53"/>
                        <a:pt x="17" y="69"/>
                        <a:pt x="33" y="101"/>
                      </a:cubicBezTo>
                      <a:cubicBezTo>
                        <a:pt x="49" y="137"/>
                        <a:pt x="66" y="186"/>
                        <a:pt x="66" y="255"/>
                      </a:cubicBezTo>
                      <a:cubicBezTo>
                        <a:pt x="86" y="303"/>
                        <a:pt x="86" y="339"/>
                        <a:pt x="86" y="372"/>
                      </a:cubicBezTo>
                      <a:cubicBezTo>
                        <a:pt x="102" y="420"/>
                        <a:pt x="102" y="457"/>
                        <a:pt x="102" y="505"/>
                      </a:cubicBezTo>
                      <a:cubicBezTo>
                        <a:pt x="102" y="590"/>
                        <a:pt x="118" y="675"/>
                        <a:pt x="118" y="759"/>
                      </a:cubicBezTo>
                      <a:cubicBezTo>
                        <a:pt x="118" y="909"/>
                        <a:pt x="134" y="1026"/>
                        <a:pt x="134" y="1026"/>
                      </a:cubicBezTo>
                      <a:lnTo>
                        <a:pt x="134" y="759"/>
                      </a:lnTo>
                      <a:lnTo>
                        <a:pt x="134" y="622"/>
                      </a:lnTo>
                      <a:lnTo>
                        <a:pt x="134" y="505"/>
                      </a:lnTo>
                      <a:cubicBezTo>
                        <a:pt x="134" y="457"/>
                        <a:pt x="134" y="404"/>
                        <a:pt x="118" y="372"/>
                      </a:cubicBezTo>
                      <a:lnTo>
                        <a:pt x="118" y="255"/>
                      </a:lnTo>
                      <a:cubicBezTo>
                        <a:pt x="102" y="186"/>
                        <a:pt x="86" y="137"/>
                        <a:pt x="66" y="101"/>
                      </a:cubicBezTo>
                      <a:cubicBezTo>
                        <a:pt x="49" y="53"/>
                        <a:pt x="33" y="36"/>
                        <a:pt x="33" y="16"/>
                      </a:cubicBezTo>
                      <a:cubicBezTo>
                        <a:pt x="17" y="0"/>
                        <a:pt x="17"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2570261" y="1865320"/>
                  <a:ext cx="8145" cy="85618"/>
                </a:xfrm>
                <a:custGeom>
                  <a:rect b="b" l="l" r="r" t="t"/>
                  <a:pathLst>
                    <a:path extrusionOk="0" h="862" w="82">
                      <a:moveTo>
                        <a:pt x="1" y="1"/>
                      </a:moveTo>
                      <a:cubicBezTo>
                        <a:pt x="1" y="53"/>
                        <a:pt x="17" y="102"/>
                        <a:pt x="17" y="187"/>
                      </a:cubicBezTo>
                      <a:cubicBezTo>
                        <a:pt x="33" y="255"/>
                        <a:pt x="33" y="320"/>
                        <a:pt x="49" y="405"/>
                      </a:cubicBezTo>
                      <a:lnTo>
                        <a:pt x="49" y="522"/>
                      </a:lnTo>
                      <a:lnTo>
                        <a:pt x="49" y="574"/>
                      </a:lnTo>
                      <a:lnTo>
                        <a:pt x="49" y="623"/>
                      </a:lnTo>
                      <a:lnTo>
                        <a:pt x="49" y="760"/>
                      </a:lnTo>
                      <a:cubicBezTo>
                        <a:pt x="49" y="809"/>
                        <a:pt x="33" y="825"/>
                        <a:pt x="33" y="841"/>
                      </a:cubicBezTo>
                      <a:cubicBezTo>
                        <a:pt x="33" y="861"/>
                        <a:pt x="33" y="861"/>
                        <a:pt x="49" y="861"/>
                      </a:cubicBezTo>
                      <a:lnTo>
                        <a:pt x="49" y="841"/>
                      </a:lnTo>
                      <a:cubicBezTo>
                        <a:pt x="65" y="825"/>
                        <a:pt x="65" y="809"/>
                        <a:pt x="82" y="776"/>
                      </a:cubicBezTo>
                      <a:lnTo>
                        <a:pt x="82" y="623"/>
                      </a:lnTo>
                      <a:lnTo>
                        <a:pt x="82" y="574"/>
                      </a:lnTo>
                      <a:lnTo>
                        <a:pt x="82" y="522"/>
                      </a:lnTo>
                      <a:cubicBezTo>
                        <a:pt x="82" y="473"/>
                        <a:pt x="82" y="437"/>
                        <a:pt x="65" y="405"/>
                      </a:cubicBezTo>
                      <a:cubicBezTo>
                        <a:pt x="65" y="320"/>
                        <a:pt x="49" y="255"/>
                        <a:pt x="33" y="171"/>
                      </a:cubicBezTo>
                      <a:cubicBezTo>
                        <a:pt x="17" y="102"/>
                        <a:pt x="17" y="5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2573539" y="1885383"/>
                  <a:ext cx="4867" cy="65554"/>
                </a:xfrm>
                <a:custGeom>
                  <a:rect b="b" l="l" r="r" t="t"/>
                  <a:pathLst>
                    <a:path extrusionOk="0" h="660" w="49">
                      <a:moveTo>
                        <a:pt x="0" y="1"/>
                      </a:moveTo>
                      <a:lnTo>
                        <a:pt x="0" y="70"/>
                      </a:lnTo>
                      <a:lnTo>
                        <a:pt x="0" y="134"/>
                      </a:lnTo>
                      <a:cubicBezTo>
                        <a:pt x="16" y="170"/>
                        <a:pt x="16" y="187"/>
                        <a:pt x="16" y="219"/>
                      </a:cubicBezTo>
                      <a:lnTo>
                        <a:pt x="16" y="304"/>
                      </a:lnTo>
                      <a:lnTo>
                        <a:pt x="16" y="473"/>
                      </a:lnTo>
                      <a:lnTo>
                        <a:pt x="16" y="639"/>
                      </a:lnTo>
                      <a:lnTo>
                        <a:pt x="32" y="659"/>
                      </a:lnTo>
                      <a:lnTo>
                        <a:pt x="32" y="639"/>
                      </a:lnTo>
                      <a:lnTo>
                        <a:pt x="49" y="639"/>
                      </a:lnTo>
                      <a:lnTo>
                        <a:pt x="49" y="574"/>
                      </a:lnTo>
                      <a:lnTo>
                        <a:pt x="49" y="473"/>
                      </a:lnTo>
                      <a:lnTo>
                        <a:pt x="49" y="304"/>
                      </a:lnTo>
                      <a:cubicBezTo>
                        <a:pt x="32" y="271"/>
                        <a:pt x="32" y="255"/>
                        <a:pt x="32" y="219"/>
                      </a:cubicBezTo>
                      <a:cubicBezTo>
                        <a:pt x="32" y="187"/>
                        <a:pt x="32" y="170"/>
                        <a:pt x="16" y="134"/>
                      </a:cubicBezTo>
                      <a:lnTo>
                        <a:pt x="16" y="70"/>
                      </a:lnTo>
                      <a:cubicBezTo>
                        <a:pt x="0" y="53"/>
                        <a:pt x="0" y="1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2573539" y="1865320"/>
                  <a:ext cx="14899" cy="42610"/>
                </a:xfrm>
                <a:custGeom>
                  <a:rect b="b" l="l" r="r" t="t"/>
                  <a:pathLst>
                    <a:path extrusionOk="0" h="429" w="150">
                      <a:moveTo>
                        <a:pt x="150" y="1"/>
                      </a:moveTo>
                      <a:cubicBezTo>
                        <a:pt x="150" y="1"/>
                        <a:pt x="147" y="9"/>
                        <a:pt x="142" y="22"/>
                      </a:cubicBezTo>
                      <a:lnTo>
                        <a:pt x="142" y="22"/>
                      </a:lnTo>
                      <a:cubicBezTo>
                        <a:pt x="150" y="10"/>
                        <a:pt x="150" y="1"/>
                        <a:pt x="150" y="1"/>
                      </a:cubicBezTo>
                      <a:close/>
                      <a:moveTo>
                        <a:pt x="142" y="22"/>
                      </a:moveTo>
                      <a:cubicBezTo>
                        <a:pt x="140" y="26"/>
                        <a:pt x="137" y="29"/>
                        <a:pt x="133" y="33"/>
                      </a:cubicBezTo>
                      <a:cubicBezTo>
                        <a:pt x="133" y="53"/>
                        <a:pt x="117" y="86"/>
                        <a:pt x="101" y="102"/>
                      </a:cubicBezTo>
                      <a:cubicBezTo>
                        <a:pt x="85" y="134"/>
                        <a:pt x="69" y="171"/>
                        <a:pt x="49" y="203"/>
                      </a:cubicBezTo>
                      <a:cubicBezTo>
                        <a:pt x="32" y="219"/>
                        <a:pt x="32" y="235"/>
                        <a:pt x="32" y="255"/>
                      </a:cubicBezTo>
                      <a:cubicBezTo>
                        <a:pt x="16" y="272"/>
                        <a:pt x="16" y="288"/>
                        <a:pt x="16" y="304"/>
                      </a:cubicBezTo>
                      <a:cubicBezTo>
                        <a:pt x="0" y="336"/>
                        <a:pt x="16" y="372"/>
                        <a:pt x="16" y="389"/>
                      </a:cubicBezTo>
                      <a:lnTo>
                        <a:pt x="16" y="405"/>
                      </a:lnTo>
                      <a:lnTo>
                        <a:pt x="16" y="421"/>
                      </a:lnTo>
                      <a:cubicBezTo>
                        <a:pt x="22" y="426"/>
                        <a:pt x="25" y="428"/>
                        <a:pt x="28" y="428"/>
                      </a:cubicBezTo>
                      <a:cubicBezTo>
                        <a:pt x="32" y="428"/>
                        <a:pt x="32" y="421"/>
                        <a:pt x="32" y="421"/>
                      </a:cubicBezTo>
                      <a:lnTo>
                        <a:pt x="32" y="405"/>
                      </a:lnTo>
                      <a:lnTo>
                        <a:pt x="32" y="389"/>
                      </a:lnTo>
                      <a:lnTo>
                        <a:pt x="32" y="320"/>
                      </a:lnTo>
                      <a:cubicBezTo>
                        <a:pt x="49" y="255"/>
                        <a:pt x="85" y="187"/>
                        <a:pt x="101" y="118"/>
                      </a:cubicBezTo>
                      <a:cubicBezTo>
                        <a:pt x="121" y="78"/>
                        <a:pt x="135" y="43"/>
                        <a:pt x="142" y="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2580293" y="1875351"/>
                  <a:ext cx="16587" cy="11720"/>
                </a:xfrm>
                <a:custGeom>
                  <a:rect b="b" l="l" r="r" t="t"/>
                  <a:pathLst>
                    <a:path extrusionOk="0" h="118" w="167">
                      <a:moveTo>
                        <a:pt x="166" y="1"/>
                      </a:moveTo>
                      <a:cubicBezTo>
                        <a:pt x="150" y="1"/>
                        <a:pt x="134" y="17"/>
                        <a:pt x="118" y="17"/>
                      </a:cubicBezTo>
                      <a:cubicBezTo>
                        <a:pt x="102" y="33"/>
                        <a:pt x="49" y="53"/>
                        <a:pt x="33" y="70"/>
                      </a:cubicBezTo>
                      <a:cubicBezTo>
                        <a:pt x="17" y="70"/>
                        <a:pt x="17" y="86"/>
                        <a:pt x="1" y="86"/>
                      </a:cubicBezTo>
                      <a:lnTo>
                        <a:pt x="1" y="102"/>
                      </a:lnTo>
                      <a:lnTo>
                        <a:pt x="1" y="118"/>
                      </a:lnTo>
                      <a:lnTo>
                        <a:pt x="17" y="118"/>
                      </a:lnTo>
                      <a:lnTo>
                        <a:pt x="17" y="102"/>
                      </a:lnTo>
                      <a:cubicBezTo>
                        <a:pt x="33" y="102"/>
                        <a:pt x="33" y="102"/>
                        <a:pt x="49" y="86"/>
                      </a:cubicBezTo>
                      <a:cubicBezTo>
                        <a:pt x="65" y="70"/>
                        <a:pt x="102" y="53"/>
                        <a:pt x="134" y="33"/>
                      </a:cubicBezTo>
                      <a:cubicBezTo>
                        <a:pt x="150" y="17"/>
                        <a:pt x="150" y="17"/>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1"/>
                <p:cNvSpPr/>
                <p:nvPr/>
              </p:nvSpPr>
              <p:spPr>
                <a:xfrm>
                  <a:off x="2580293" y="1853699"/>
                  <a:ext cx="4966" cy="27016"/>
                </a:xfrm>
                <a:custGeom>
                  <a:rect b="b" l="l" r="r" t="t"/>
                  <a:pathLst>
                    <a:path extrusionOk="0" h="272" w="50">
                      <a:moveTo>
                        <a:pt x="49" y="1"/>
                      </a:moveTo>
                      <a:cubicBezTo>
                        <a:pt x="49" y="1"/>
                        <a:pt x="49" y="17"/>
                        <a:pt x="33" y="17"/>
                      </a:cubicBezTo>
                      <a:lnTo>
                        <a:pt x="33" y="86"/>
                      </a:lnTo>
                      <a:cubicBezTo>
                        <a:pt x="17" y="102"/>
                        <a:pt x="17" y="118"/>
                        <a:pt x="17" y="150"/>
                      </a:cubicBezTo>
                      <a:cubicBezTo>
                        <a:pt x="17" y="170"/>
                        <a:pt x="1" y="187"/>
                        <a:pt x="1" y="203"/>
                      </a:cubicBezTo>
                      <a:lnTo>
                        <a:pt x="1" y="251"/>
                      </a:lnTo>
                      <a:cubicBezTo>
                        <a:pt x="1" y="271"/>
                        <a:pt x="17" y="271"/>
                        <a:pt x="17" y="271"/>
                      </a:cubicBezTo>
                      <a:cubicBezTo>
                        <a:pt x="33" y="271"/>
                        <a:pt x="33" y="271"/>
                        <a:pt x="33" y="251"/>
                      </a:cubicBezTo>
                      <a:lnTo>
                        <a:pt x="33" y="219"/>
                      </a:lnTo>
                      <a:cubicBezTo>
                        <a:pt x="33" y="170"/>
                        <a:pt x="33" y="118"/>
                        <a:pt x="49" y="86"/>
                      </a:cubicBezTo>
                      <a:lnTo>
                        <a:pt x="49" y="33"/>
                      </a:lnTo>
                      <a:lnTo>
                        <a:pt x="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1"/>
                <p:cNvSpPr/>
                <p:nvPr/>
              </p:nvSpPr>
              <p:spPr>
                <a:xfrm>
                  <a:off x="2530134" y="1858565"/>
                  <a:ext cx="45094" cy="32181"/>
                </a:xfrm>
                <a:custGeom>
                  <a:rect b="b" l="l" r="r" t="t"/>
                  <a:pathLst>
                    <a:path extrusionOk="0" h="324" w="454">
                      <a:moveTo>
                        <a:pt x="1" y="0"/>
                      </a:moveTo>
                      <a:lnTo>
                        <a:pt x="1" y="0"/>
                      </a:lnTo>
                      <a:cubicBezTo>
                        <a:pt x="17" y="0"/>
                        <a:pt x="33" y="20"/>
                        <a:pt x="49" y="37"/>
                      </a:cubicBezTo>
                      <a:cubicBezTo>
                        <a:pt x="65" y="37"/>
                        <a:pt x="82" y="53"/>
                        <a:pt x="102" y="69"/>
                      </a:cubicBezTo>
                      <a:cubicBezTo>
                        <a:pt x="118" y="69"/>
                        <a:pt x="134" y="85"/>
                        <a:pt x="166" y="101"/>
                      </a:cubicBezTo>
                      <a:cubicBezTo>
                        <a:pt x="183" y="121"/>
                        <a:pt x="203" y="138"/>
                        <a:pt x="235" y="138"/>
                      </a:cubicBezTo>
                      <a:cubicBezTo>
                        <a:pt x="267" y="170"/>
                        <a:pt x="320" y="186"/>
                        <a:pt x="352" y="202"/>
                      </a:cubicBezTo>
                      <a:cubicBezTo>
                        <a:pt x="385" y="239"/>
                        <a:pt x="405" y="255"/>
                        <a:pt x="421" y="271"/>
                      </a:cubicBezTo>
                      <a:cubicBezTo>
                        <a:pt x="421" y="287"/>
                        <a:pt x="437" y="303"/>
                        <a:pt x="437" y="303"/>
                      </a:cubicBezTo>
                      <a:cubicBezTo>
                        <a:pt x="437" y="323"/>
                        <a:pt x="437" y="323"/>
                        <a:pt x="453" y="323"/>
                      </a:cubicBezTo>
                      <a:lnTo>
                        <a:pt x="453" y="303"/>
                      </a:lnTo>
                      <a:cubicBezTo>
                        <a:pt x="453" y="287"/>
                        <a:pt x="453" y="287"/>
                        <a:pt x="437" y="255"/>
                      </a:cubicBezTo>
                      <a:cubicBezTo>
                        <a:pt x="421" y="239"/>
                        <a:pt x="405" y="202"/>
                        <a:pt x="368" y="186"/>
                      </a:cubicBezTo>
                      <a:cubicBezTo>
                        <a:pt x="336" y="154"/>
                        <a:pt x="284" y="138"/>
                        <a:pt x="235" y="121"/>
                      </a:cubicBezTo>
                      <a:cubicBezTo>
                        <a:pt x="219" y="101"/>
                        <a:pt x="203" y="101"/>
                        <a:pt x="166" y="85"/>
                      </a:cubicBezTo>
                      <a:cubicBezTo>
                        <a:pt x="150" y="69"/>
                        <a:pt x="134" y="69"/>
                        <a:pt x="102" y="53"/>
                      </a:cubicBezTo>
                      <a:cubicBezTo>
                        <a:pt x="82" y="37"/>
                        <a:pt x="65" y="37"/>
                        <a:pt x="49" y="20"/>
                      </a:cubicBezTo>
                      <a:cubicBezTo>
                        <a:pt x="33" y="20"/>
                        <a:pt x="17"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2541258" y="1856380"/>
                  <a:ext cx="7052" cy="12316"/>
                </a:xfrm>
                <a:custGeom>
                  <a:rect b="b" l="l" r="r" t="t"/>
                  <a:pathLst>
                    <a:path extrusionOk="0" h="124" w="71">
                      <a:moveTo>
                        <a:pt x="0" y="0"/>
                      </a:moveTo>
                      <a:lnTo>
                        <a:pt x="6" y="6"/>
                      </a:lnTo>
                      <a:lnTo>
                        <a:pt x="6" y="22"/>
                      </a:lnTo>
                      <a:cubicBezTo>
                        <a:pt x="6" y="42"/>
                        <a:pt x="6" y="59"/>
                        <a:pt x="22" y="59"/>
                      </a:cubicBezTo>
                      <a:lnTo>
                        <a:pt x="22" y="91"/>
                      </a:lnTo>
                      <a:cubicBezTo>
                        <a:pt x="38" y="123"/>
                        <a:pt x="54" y="123"/>
                        <a:pt x="54" y="123"/>
                      </a:cubicBezTo>
                      <a:cubicBezTo>
                        <a:pt x="54" y="123"/>
                        <a:pt x="71" y="123"/>
                        <a:pt x="54" y="75"/>
                      </a:cubicBezTo>
                      <a:lnTo>
                        <a:pt x="38" y="59"/>
                      </a:lnTo>
                      <a:cubicBezTo>
                        <a:pt x="38" y="42"/>
                        <a:pt x="22" y="42"/>
                        <a:pt x="22" y="22"/>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2514937" y="1863730"/>
                  <a:ext cx="28606" cy="4966"/>
                </a:xfrm>
                <a:custGeom>
                  <a:rect b="b" l="l" r="r" t="t"/>
                  <a:pathLst>
                    <a:path extrusionOk="0" h="50" w="288">
                      <a:moveTo>
                        <a:pt x="0" y="1"/>
                      </a:moveTo>
                      <a:cubicBezTo>
                        <a:pt x="16" y="17"/>
                        <a:pt x="33" y="17"/>
                        <a:pt x="69" y="33"/>
                      </a:cubicBezTo>
                      <a:lnTo>
                        <a:pt x="202" y="33"/>
                      </a:lnTo>
                      <a:cubicBezTo>
                        <a:pt x="255" y="33"/>
                        <a:pt x="271" y="49"/>
                        <a:pt x="271" y="49"/>
                      </a:cubicBezTo>
                      <a:cubicBezTo>
                        <a:pt x="287" y="49"/>
                        <a:pt x="287" y="33"/>
                        <a:pt x="287" y="33"/>
                      </a:cubicBezTo>
                      <a:cubicBezTo>
                        <a:pt x="271" y="17"/>
                        <a:pt x="255" y="17"/>
                        <a:pt x="202" y="17"/>
                      </a:cubicBezTo>
                      <a:cubicBezTo>
                        <a:pt x="186" y="1"/>
                        <a:pt x="170" y="1"/>
                        <a:pt x="134" y="1"/>
                      </a:cubicBezTo>
                      <a:cubicBezTo>
                        <a:pt x="117" y="17"/>
                        <a:pt x="85" y="17"/>
                        <a:pt x="69" y="17"/>
                      </a:cubicBezTo>
                      <a:cubicBezTo>
                        <a:pt x="33" y="1"/>
                        <a:pt x="16"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2550197" y="1832046"/>
                  <a:ext cx="20163" cy="26619"/>
                </a:xfrm>
                <a:custGeom>
                  <a:rect b="b" l="l" r="r" t="t"/>
                  <a:pathLst>
                    <a:path extrusionOk="0" h="268" w="203">
                      <a:moveTo>
                        <a:pt x="1" y="1"/>
                      </a:moveTo>
                      <a:lnTo>
                        <a:pt x="1" y="33"/>
                      </a:lnTo>
                      <a:lnTo>
                        <a:pt x="17" y="49"/>
                      </a:lnTo>
                      <a:lnTo>
                        <a:pt x="17" y="33"/>
                      </a:lnTo>
                      <a:cubicBezTo>
                        <a:pt x="1" y="17"/>
                        <a:pt x="1" y="1"/>
                        <a:pt x="1" y="1"/>
                      </a:cubicBezTo>
                      <a:close/>
                      <a:moveTo>
                        <a:pt x="17" y="49"/>
                      </a:moveTo>
                      <a:cubicBezTo>
                        <a:pt x="17" y="65"/>
                        <a:pt x="17" y="85"/>
                        <a:pt x="33" y="85"/>
                      </a:cubicBezTo>
                      <a:cubicBezTo>
                        <a:pt x="33" y="102"/>
                        <a:pt x="49" y="118"/>
                        <a:pt x="49" y="118"/>
                      </a:cubicBezTo>
                      <a:cubicBezTo>
                        <a:pt x="65" y="134"/>
                        <a:pt x="65" y="134"/>
                        <a:pt x="82" y="150"/>
                      </a:cubicBezTo>
                      <a:cubicBezTo>
                        <a:pt x="102" y="166"/>
                        <a:pt x="118" y="186"/>
                        <a:pt x="134" y="203"/>
                      </a:cubicBezTo>
                      <a:cubicBezTo>
                        <a:pt x="150" y="219"/>
                        <a:pt x="150" y="235"/>
                        <a:pt x="166" y="251"/>
                      </a:cubicBezTo>
                      <a:lnTo>
                        <a:pt x="183" y="267"/>
                      </a:lnTo>
                      <a:cubicBezTo>
                        <a:pt x="203" y="267"/>
                        <a:pt x="203" y="267"/>
                        <a:pt x="203" y="251"/>
                      </a:cubicBezTo>
                      <a:cubicBezTo>
                        <a:pt x="183" y="251"/>
                        <a:pt x="183" y="235"/>
                        <a:pt x="183" y="235"/>
                      </a:cubicBezTo>
                      <a:cubicBezTo>
                        <a:pt x="183" y="219"/>
                        <a:pt x="166" y="203"/>
                        <a:pt x="150" y="186"/>
                      </a:cubicBezTo>
                      <a:cubicBezTo>
                        <a:pt x="150" y="186"/>
                        <a:pt x="134" y="166"/>
                        <a:pt x="134" y="150"/>
                      </a:cubicBezTo>
                      <a:cubicBezTo>
                        <a:pt x="118" y="150"/>
                        <a:pt x="118" y="134"/>
                        <a:pt x="102" y="134"/>
                      </a:cubicBezTo>
                      <a:lnTo>
                        <a:pt x="65" y="102"/>
                      </a:lnTo>
                      <a:lnTo>
                        <a:pt x="49" y="85"/>
                      </a:lnTo>
                      <a:lnTo>
                        <a:pt x="17" y="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2566685" y="1833635"/>
                  <a:ext cx="5264" cy="18574"/>
                </a:xfrm>
                <a:custGeom>
                  <a:rect b="b" l="l" r="r" t="t"/>
                  <a:pathLst>
                    <a:path extrusionOk="0" h="187" w="53">
                      <a:moveTo>
                        <a:pt x="53" y="1"/>
                      </a:moveTo>
                      <a:cubicBezTo>
                        <a:pt x="53" y="1"/>
                        <a:pt x="53" y="17"/>
                        <a:pt x="37" y="17"/>
                      </a:cubicBezTo>
                      <a:lnTo>
                        <a:pt x="37" y="49"/>
                      </a:lnTo>
                      <a:cubicBezTo>
                        <a:pt x="53" y="33"/>
                        <a:pt x="53" y="33"/>
                        <a:pt x="53" y="17"/>
                      </a:cubicBezTo>
                      <a:lnTo>
                        <a:pt x="53" y="1"/>
                      </a:lnTo>
                      <a:close/>
                      <a:moveTo>
                        <a:pt x="37" y="49"/>
                      </a:moveTo>
                      <a:cubicBezTo>
                        <a:pt x="17" y="69"/>
                        <a:pt x="17" y="86"/>
                        <a:pt x="17" y="86"/>
                      </a:cubicBezTo>
                      <a:lnTo>
                        <a:pt x="17" y="134"/>
                      </a:lnTo>
                      <a:cubicBezTo>
                        <a:pt x="0" y="150"/>
                        <a:pt x="17" y="150"/>
                        <a:pt x="17" y="170"/>
                      </a:cubicBezTo>
                      <a:lnTo>
                        <a:pt x="17" y="187"/>
                      </a:lnTo>
                      <a:lnTo>
                        <a:pt x="37" y="170"/>
                      </a:lnTo>
                      <a:lnTo>
                        <a:pt x="37" y="134"/>
                      </a:lnTo>
                      <a:lnTo>
                        <a:pt x="37" y="102"/>
                      </a:lnTo>
                      <a:lnTo>
                        <a:pt x="37" y="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2479975" y="1836913"/>
                  <a:ext cx="65058" cy="46981"/>
                </a:xfrm>
                <a:custGeom>
                  <a:rect b="b" l="l" r="r" t="t"/>
                  <a:pathLst>
                    <a:path extrusionOk="0" h="473" w="655">
                      <a:moveTo>
                        <a:pt x="304" y="0"/>
                      </a:moveTo>
                      <a:cubicBezTo>
                        <a:pt x="267" y="0"/>
                        <a:pt x="235" y="16"/>
                        <a:pt x="219" y="36"/>
                      </a:cubicBezTo>
                      <a:cubicBezTo>
                        <a:pt x="183" y="69"/>
                        <a:pt x="150" y="101"/>
                        <a:pt x="134" y="137"/>
                      </a:cubicBezTo>
                      <a:cubicBezTo>
                        <a:pt x="118" y="170"/>
                        <a:pt x="118" y="186"/>
                        <a:pt x="102" y="202"/>
                      </a:cubicBezTo>
                      <a:cubicBezTo>
                        <a:pt x="102" y="218"/>
                        <a:pt x="102" y="238"/>
                        <a:pt x="82" y="238"/>
                      </a:cubicBezTo>
                      <a:lnTo>
                        <a:pt x="82" y="255"/>
                      </a:lnTo>
                      <a:lnTo>
                        <a:pt x="65" y="271"/>
                      </a:lnTo>
                      <a:lnTo>
                        <a:pt x="17" y="319"/>
                      </a:lnTo>
                      <a:cubicBezTo>
                        <a:pt x="1" y="339"/>
                        <a:pt x="1" y="356"/>
                        <a:pt x="1" y="372"/>
                      </a:cubicBezTo>
                      <a:cubicBezTo>
                        <a:pt x="1" y="388"/>
                        <a:pt x="17" y="404"/>
                        <a:pt x="17" y="420"/>
                      </a:cubicBezTo>
                      <a:cubicBezTo>
                        <a:pt x="49" y="440"/>
                        <a:pt x="65" y="457"/>
                        <a:pt x="102" y="473"/>
                      </a:cubicBezTo>
                      <a:lnTo>
                        <a:pt x="183" y="473"/>
                      </a:lnTo>
                      <a:cubicBezTo>
                        <a:pt x="235" y="473"/>
                        <a:pt x="284" y="457"/>
                        <a:pt x="336" y="457"/>
                      </a:cubicBezTo>
                      <a:cubicBezTo>
                        <a:pt x="352" y="451"/>
                        <a:pt x="369" y="449"/>
                        <a:pt x="385" y="449"/>
                      </a:cubicBezTo>
                      <a:cubicBezTo>
                        <a:pt x="417" y="449"/>
                        <a:pt x="448" y="457"/>
                        <a:pt x="469" y="457"/>
                      </a:cubicBezTo>
                      <a:lnTo>
                        <a:pt x="587" y="457"/>
                      </a:lnTo>
                      <a:cubicBezTo>
                        <a:pt x="623" y="440"/>
                        <a:pt x="639" y="420"/>
                        <a:pt x="655" y="404"/>
                      </a:cubicBezTo>
                      <a:lnTo>
                        <a:pt x="655" y="404"/>
                      </a:lnTo>
                      <a:cubicBezTo>
                        <a:pt x="639" y="420"/>
                        <a:pt x="623" y="440"/>
                        <a:pt x="587" y="440"/>
                      </a:cubicBezTo>
                      <a:cubicBezTo>
                        <a:pt x="570" y="448"/>
                        <a:pt x="554" y="452"/>
                        <a:pt x="536" y="452"/>
                      </a:cubicBezTo>
                      <a:cubicBezTo>
                        <a:pt x="517" y="452"/>
                        <a:pt x="496" y="448"/>
                        <a:pt x="469" y="440"/>
                      </a:cubicBezTo>
                      <a:cubicBezTo>
                        <a:pt x="448" y="440"/>
                        <a:pt x="417" y="431"/>
                        <a:pt x="385" y="431"/>
                      </a:cubicBezTo>
                      <a:cubicBezTo>
                        <a:pt x="369" y="431"/>
                        <a:pt x="352" y="434"/>
                        <a:pt x="336" y="440"/>
                      </a:cubicBezTo>
                      <a:cubicBezTo>
                        <a:pt x="284" y="440"/>
                        <a:pt x="235" y="457"/>
                        <a:pt x="183" y="457"/>
                      </a:cubicBezTo>
                      <a:cubicBezTo>
                        <a:pt x="150" y="457"/>
                        <a:pt x="134" y="457"/>
                        <a:pt x="102" y="440"/>
                      </a:cubicBezTo>
                      <a:cubicBezTo>
                        <a:pt x="82" y="440"/>
                        <a:pt x="65" y="420"/>
                        <a:pt x="49" y="404"/>
                      </a:cubicBezTo>
                      <a:cubicBezTo>
                        <a:pt x="33" y="388"/>
                        <a:pt x="33" y="372"/>
                        <a:pt x="33" y="372"/>
                      </a:cubicBezTo>
                      <a:lnTo>
                        <a:pt x="33" y="339"/>
                      </a:lnTo>
                      <a:cubicBezTo>
                        <a:pt x="49" y="319"/>
                        <a:pt x="65" y="303"/>
                        <a:pt x="102" y="287"/>
                      </a:cubicBezTo>
                      <a:lnTo>
                        <a:pt x="118" y="271"/>
                      </a:lnTo>
                      <a:lnTo>
                        <a:pt x="118" y="255"/>
                      </a:lnTo>
                      <a:cubicBezTo>
                        <a:pt x="134" y="255"/>
                        <a:pt x="134" y="238"/>
                        <a:pt x="134" y="218"/>
                      </a:cubicBezTo>
                      <a:cubicBezTo>
                        <a:pt x="150" y="202"/>
                        <a:pt x="150" y="170"/>
                        <a:pt x="166" y="154"/>
                      </a:cubicBezTo>
                      <a:cubicBezTo>
                        <a:pt x="183" y="117"/>
                        <a:pt x="203" y="85"/>
                        <a:pt x="235" y="69"/>
                      </a:cubicBezTo>
                      <a:cubicBezTo>
                        <a:pt x="251" y="53"/>
                        <a:pt x="284" y="36"/>
                        <a:pt x="304" y="16"/>
                      </a:cubicBezTo>
                      <a:cubicBezTo>
                        <a:pt x="352" y="16"/>
                        <a:pt x="368" y="36"/>
                        <a:pt x="385" y="36"/>
                      </a:cubicBezTo>
                      <a:cubicBezTo>
                        <a:pt x="405" y="36"/>
                        <a:pt x="421" y="53"/>
                        <a:pt x="421" y="53"/>
                      </a:cubicBezTo>
                      <a:lnTo>
                        <a:pt x="421" y="36"/>
                      </a:lnTo>
                      <a:lnTo>
                        <a:pt x="405" y="16"/>
                      </a:lnTo>
                      <a:cubicBezTo>
                        <a:pt x="385" y="16"/>
                        <a:pt x="385" y="0"/>
                        <a:pt x="3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2516526" y="1834032"/>
                  <a:ext cx="37048" cy="26619"/>
                </a:xfrm>
                <a:custGeom>
                  <a:rect b="b" l="l" r="r" t="t"/>
                  <a:pathLst>
                    <a:path extrusionOk="0" h="268" w="373">
                      <a:moveTo>
                        <a:pt x="122" y="1"/>
                      </a:moveTo>
                      <a:cubicBezTo>
                        <a:pt x="107" y="1"/>
                        <a:pt x="93" y="5"/>
                        <a:pt x="85" y="13"/>
                      </a:cubicBezTo>
                      <a:cubicBezTo>
                        <a:pt x="69" y="29"/>
                        <a:pt x="53" y="45"/>
                        <a:pt x="53" y="65"/>
                      </a:cubicBezTo>
                      <a:cubicBezTo>
                        <a:pt x="37" y="82"/>
                        <a:pt x="37" y="82"/>
                        <a:pt x="37" y="98"/>
                      </a:cubicBezTo>
                      <a:cubicBezTo>
                        <a:pt x="37" y="114"/>
                        <a:pt x="17" y="114"/>
                        <a:pt x="17" y="130"/>
                      </a:cubicBezTo>
                      <a:lnTo>
                        <a:pt x="0" y="130"/>
                      </a:lnTo>
                      <a:lnTo>
                        <a:pt x="17" y="146"/>
                      </a:lnTo>
                      <a:lnTo>
                        <a:pt x="37" y="130"/>
                      </a:lnTo>
                      <a:cubicBezTo>
                        <a:pt x="53" y="130"/>
                        <a:pt x="53" y="114"/>
                        <a:pt x="53" y="114"/>
                      </a:cubicBezTo>
                      <a:cubicBezTo>
                        <a:pt x="69" y="98"/>
                        <a:pt x="69" y="82"/>
                        <a:pt x="69" y="65"/>
                      </a:cubicBezTo>
                      <a:cubicBezTo>
                        <a:pt x="85" y="65"/>
                        <a:pt x="85" y="45"/>
                        <a:pt x="101" y="45"/>
                      </a:cubicBezTo>
                      <a:cubicBezTo>
                        <a:pt x="110" y="37"/>
                        <a:pt x="119" y="33"/>
                        <a:pt x="128" y="33"/>
                      </a:cubicBezTo>
                      <a:cubicBezTo>
                        <a:pt x="137" y="33"/>
                        <a:pt x="146" y="37"/>
                        <a:pt x="154" y="45"/>
                      </a:cubicBezTo>
                      <a:cubicBezTo>
                        <a:pt x="170" y="45"/>
                        <a:pt x="186" y="65"/>
                        <a:pt x="219" y="82"/>
                      </a:cubicBezTo>
                      <a:cubicBezTo>
                        <a:pt x="239" y="82"/>
                        <a:pt x="271" y="98"/>
                        <a:pt x="287" y="98"/>
                      </a:cubicBezTo>
                      <a:cubicBezTo>
                        <a:pt x="303" y="98"/>
                        <a:pt x="320" y="114"/>
                        <a:pt x="340" y="130"/>
                      </a:cubicBezTo>
                      <a:cubicBezTo>
                        <a:pt x="356" y="146"/>
                        <a:pt x="356" y="166"/>
                        <a:pt x="356" y="183"/>
                      </a:cubicBezTo>
                      <a:cubicBezTo>
                        <a:pt x="372" y="199"/>
                        <a:pt x="372" y="215"/>
                        <a:pt x="356" y="231"/>
                      </a:cubicBezTo>
                      <a:lnTo>
                        <a:pt x="356" y="267"/>
                      </a:lnTo>
                      <a:cubicBezTo>
                        <a:pt x="356" y="267"/>
                        <a:pt x="372" y="247"/>
                        <a:pt x="372" y="231"/>
                      </a:cubicBezTo>
                      <a:lnTo>
                        <a:pt x="372" y="183"/>
                      </a:lnTo>
                      <a:cubicBezTo>
                        <a:pt x="372" y="166"/>
                        <a:pt x="356" y="146"/>
                        <a:pt x="356" y="130"/>
                      </a:cubicBezTo>
                      <a:cubicBezTo>
                        <a:pt x="340" y="114"/>
                        <a:pt x="340" y="98"/>
                        <a:pt x="320" y="98"/>
                      </a:cubicBezTo>
                      <a:cubicBezTo>
                        <a:pt x="320" y="82"/>
                        <a:pt x="303" y="82"/>
                        <a:pt x="287" y="82"/>
                      </a:cubicBezTo>
                      <a:cubicBezTo>
                        <a:pt x="271" y="65"/>
                        <a:pt x="239" y="65"/>
                        <a:pt x="219" y="45"/>
                      </a:cubicBezTo>
                      <a:cubicBezTo>
                        <a:pt x="202" y="45"/>
                        <a:pt x="186" y="29"/>
                        <a:pt x="170" y="13"/>
                      </a:cubicBezTo>
                      <a:cubicBezTo>
                        <a:pt x="154" y="5"/>
                        <a:pt x="137" y="1"/>
                        <a:pt x="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2530134" y="1806817"/>
                  <a:ext cx="85221" cy="41816"/>
                </a:xfrm>
                <a:custGeom>
                  <a:rect b="b" l="l" r="r" t="t"/>
                  <a:pathLst>
                    <a:path extrusionOk="0" h="421" w="858">
                      <a:moveTo>
                        <a:pt x="506" y="0"/>
                      </a:moveTo>
                      <a:lnTo>
                        <a:pt x="469" y="16"/>
                      </a:lnTo>
                      <a:lnTo>
                        <a:pt x="453" y="16"/>
                      </a:lnTo>
                      <a:cubicBezTo>
                        <a:pt x="405" y="36"/>
                        <a:pt x="368" y="53"/>
                        <a:pt x="336" y="53"/>
                      </a:cubicBezTo>
                      <a:lnTo>
                        <a:pt x="251" y="53"/>
                      </a:lnTo>
                      <a:cubicBezTo>
                        <a:pt x="219" y="53"/>
                        <a:pt x="183" y="53"/>
                        <a:pt x="166" y="69"/>
                      </a:cubicBezTo>
                      <a:cubicBezTo>
                        <a:pt x="150" y="69"/>
                        <a:pt x="118" y="69"/>
                        <a:pt x="102" y="85"/>
                      </a:cubicBezTo>
                      <a:cubicBezTo>
                        <a:pt x="82" y="101"/>
                        <a:pt x="65" y="101"/>
                        <a:pt x="49" y="117"/>
                      </a:cubicBezTo>
                      <a:cubicBezTo>
                        <a:pt x="33" y="117"/>
                        <a:pt x="33" y="137"/>
                        <a:pt x="17" y="154"/>
                      </a:cubicBezTo>
                      <a:cubicBezTo>
                        <a:pt x="1" y="186"/>
                        <a:pt x="17" y="202"/>
                        <a:pt x="17" y="238"/>
                      </a:cubicBezTo>
                      <a:cubicBezTo>
                        <a:pt x="17" y="255"/>
                        <a:pt x="33" y="271"/>
                        <a:pt x="49" y="271"/>
                      </a:cubicBezTo>
                      <a:cubicBezTo>
                        <a:pt x="65" y="287"/>
                        <a:pt x="82" y="303"/>
                        <a:pt x="102" y="303"/>
                      </a:cubicBezTo>
                      <a:lnTo>
                        <a:pt x="118" y="303"/>
                      </a:lnTo>
                      <a:lnTo>
                        <a:pt x="118" y="287"/>
                      </a:lnTo>
                      <a:lnTo>
                        <a:pt x="102" y="287"/>
                      </a:lnTo>
                      <a:cubicBezTo>
                        <a:pt x="82" y="287"/>
                        <a:pt x="65" y="287"/>
                        <a:pt x="65" y="255"/>
                      </a:cubicBezTo>
                      <a:cubicBezTo>
                        <a:pt x="49" y="255"/>
                        <a:pt x="49" y="238"/>
                        <a:pt x="33" y="218"/>
                      </a:cubicBezTo>
                      <a:cubicBezTo>
                        <a:pt x="33" y="202"/>
                        <a:pt x="33" y="186"/>
                        <a:pt x="49" y="170"/>
                      </a:cubicBezTo>
                      <a:cubicBezTo>
                        <a:pt x="49" y="154"/>
                        <a:pt x="65" y="154"/>
                        <a:pt x="65" y="137"/>
                      </a:cubicBezTo>
                      <a:cubicBezTo>
                        <a:pt x="82" y="137"/>
                        <a:pt x="102" y="117"/>
                        <a:pt x="118" y="117"/>
                      </a:cubicBezTo>
                      <a:cubicBezTo>
                        <a:pt x="134" y="101"/>
                        <a:pt x="150" y="101"/>
                        <a:pt x="183" y="85"/>
                      </a:cubicBezTo>
                      <a:lnTo>
                        <a:pt x="352" y="85"/>
                      </a:lnTo>
                      <a:cubicBezTo>
                        <a:pt x="385" y="69"/>
                        <a:pt x="421" y="53"/>
                        <a:pt x="453" y="53"/>
                      </a:cubicBezTo>
                      <a:cubicBezTo>
                        <a:pt x="469" y="53"/>
                        <a:pt x="469" y="53"/>
                        <a:pt x="486" y="36"/>
                      </a:cubicBezTo>
                      <a:lnTo>
                        <a:pt x="671" y="36"/>
                      </a:lnTo>
                      <a:cubicBezTo>
                        <a:pt x="708" y="53"/>
                        <a:pt x="756" y="53"/>
                        <a:pt x="772" y="85"/>
                      </a:cubicBezTo>
                      <a:cubicBezTo>
                        <a:pt x="809" y="101"/>
                        <a:pt x="841" y="117"/>
                        <a:pt x="841" y="154"/>
                      </a:cubicBezTo>
                      <a:cubicBezTo>
                        <a:pt x="841" y="170"/>
                        <a:pt x="825" y="186"/>
                        <a:pt x="825" y="202"/>
                      </a:cubicBezTo>
                      <a:cubicBezTo>
                        <a:pt x="825" y="218"/>
                        <a:pt x="809" y="218"/>
                        <a:pt x="789" y="238"/>
                      </a:cubicBezTo>
                      <a:lnTo>
                        <a:pt x="772" y="255"/>
                      </a:lnTo>
                      <a:lnTo>
                        <a:pt x="772" y="271"/>
                      </a:lnTo>
                      <a:lnTo>
                        <a:pt x="772" y="287"/>
                      </a:lnTo>
                      <a:lnTo>
                        <a:pt x="772" y="339"/>
                      </a:lnTo>
                      <a:cubicBezTo>
                        <a:pt x="756" y="356"/>
                        <a:pt x="740" y="372"/>
                        <a:pt x="724" y="372"/>
                      </a:cubicBezTo>
                      <a:cubicBezTo>
                        <a:pt x="708" y="388"/>
                        <a:pt x="671" y="388"/>
                        <a:pt x="655" y="404"/>
                      </a:cubicBezTo>
                      <a:cubicBezTo>
                        <a:pt x="688" y="404"/>
                        <a:pt x="708" y="404"/>
                        <a:pt x="724" y="388"/>
                      </a:cubicBezTo>
                      <a:cubicBezTo>
                        <a:pt x="740" y="372"/>
                        <a:pt x="772" y="372"/>
                        <a:pt x="789" y="339"/>
                      </a:cubicBezTo>
                      <a:lnTo>
                        <a:pt x="789" y="287"/>
                      </a:lnTo>
                      <a:lnTo>
                        <a:pt x="789" y="271"/>
                      </a:lnTo>
                      <a:cubicBezTo>
                        <a:pt x="789" y="255"/>
                        <a:pt x="789" y="255"/>
                        <a:pt x="809" y="255"/>
                      </a:cubicBezTo>
                      <a:cubicBezTo>
                        <a:pt x="809" y="238"/>
                        <a:pt x="825" y="238"/>
                        <a:pt x="841" y="218"/>
                      </a:cubicBezTo>
                      <a:cubicBezTo>
                        <a:pt x="857" y="202"/>
                        <a:pt x="857" y="170"/>
                        <a:pt x="857" y="154"/>
                      </a:cubicBezTo>
                      <a:lnTo>
                        <a:pt x="857" y="117"/>
                      </a:lnTo>
                      <a:cubicBezTo>
                        <a:pt x="841" y="117"/>
                        <a:pt x="841" y="101"/>
                        <a:pt x="841" y="101"/>
                      </a:cubicBezTo>
                      <a:cubicBezTo>
                        <a:pt x="825" y="85"/>
                        <a:pt x="809" y="69"/>
                        <a:pt x="789" y="53"/>
                      </a:cubicBezTo>
                      <a:cubicBezTo>
                        <a:pt x="756" y="36"/>
                        <a:pt x="724" y="16"/>
                        <a:pt x="688" y="16"/>
                      </a:cubicBezTo>
                      <a:cubicBezTo>
                        <a:pt x="639" y="0"/>
                        <a:pt x="607" y="0"/>
                        <a:pt x="570" y="0"/>
                      </a:cubicBezTo>
                      <a:close/>
                      <a:moveTo>
                        <a:pt x="655" y="404"/>
                      </a:moveTo>
                      <a:cubicBezTo>
                        <a:pt x="639" y="404"/>
                        <a:pt x="623" y="420"/>
                        <a:pt x="607" y="420"/>
                      </a:cubicBezTo>
                      <a:cubicBezTo>
                        <a:pt x="623" y="420"/>
                        <a:pt x="639" y="420"/>
                        <a:pt x="655" y="4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2581882" y="1850520"/>
                  <a:ext cx="56715" cy="46583"/>
                </a:xfrm>
                <a:custGeom>
                  <a:rect b="b" l="l" r="r" t="t"/>
                  <a:pathLst>
                    <a:path extrusionOk="0" h="469" w="571">
                      <a:moveTo>
                        <a:pt x="17" y="17"/>
                      </a:moveTo>
                      <a:cubicBezTo>
                        <a:pt x="17" y="17"/>
                        <a:pt x="17" y="33"/>
                        <a:pt x="1" y="33"/>
                      </a:cubicBezTo>
                      <a:cubicBezTo>
                        <a:pt x="17" y="33"/>
                        <a:pt x="17" y="33"/>
                        <a:pt x="17" y="17"/>
                      </a:cubicBezTo>
                      <a:close/>
                      <a:moveTo>
                        <a:pt x="102" y="0"/>
                      </a:moveTo>
                      <a:cubicBezTo>
                        <a:pt x="134" y="0"/>
                        <a:pt x="167" y="0"/>
                        <a:pt x="203" y="17"/>
                      </a:cubicBezTo>
                      <a:cubicBezTo>
                        <a:pt x="251" y="33"/>
                        <a:pt x="304" y="33"/>
                        <a:pt x="336" y="65"/>
                      </a:cubicBezTo>
                      <a:cubicBezTo>
                        <a:pt x="352" y="81"/>
                        <a:pt x="369" y="118"/>
                        <a:pt x="405" y="118"/>
                      </a:cubicBezTo>
                      <a:cubicBezTo>
                        <a:pt x="437" y="134"/>
                        <a:pt x="453" y="134"/>
                        <a:pt x="490" y="134"/>
                      </a:cubicBezTo>
                      <a:cubicBezTo>
                        <a:pt x="506" y="134"/>
                        <a:pt x="538" y="134"/>
                        <a:pt x="538" y="166"/>
                      </a:cubicBezTo>
                      <a:cubicBezTo>
                        <a:pt x="554" y="182"/>
                        <a:pt x="538" y="219"/>
                        <a:pt x="538" y="235"/>
                      </a:cubicBezTo>
                      <a:cubicBezTo>
                        <a:pt x="522" y="251"/>
                        <a:pt x="506" y="283"/>
                        <a:pt x="490" y="283"/>
                      </a:cubicBezTo>
                      <a:cubicBezTo>
                        <a:pt x="470" y="303"/>
                        <a:pt x="437" y="320"/>
                        <a:pt x="421" y="320"/>
                      </a:cubicBezTo>
                      <a:cubicBezTo>
                        <a:pt x="395" y="320"/>
                        <a:pt x="366" y="315"/>
                        <a:pt x="338" y="315"/>
                      </a:cubicBezTo>
                      <a:cubicBezTo>
                        <a:pt x="311" y="315"/>
                        <a:pt x="286" y="320"/>
                        <a:pt x="268" y="336"/>
                      </a:cubicBezTo>
                      <a:cubicBezTo>
                        <a:pt x="235" y="352"/>
                        <a:pt x="219" y="368"/>
                        <a:pt x="219" y="384"/>
                      </a:cubicBezTo>
                      <a:cubicBezTo>
                        <a:pt x="203" y="404"/>
                        <a:pt x="187" y="421"/>
                        <a:pt x="167" y="421"/>
                      </a:cubicBezTo>
                      <a:cubicBezTo>
                        <a:pt x="158" y="429"/>
                        <a:pt x="146" y="433"/>
                        <a:pt x="134" y="433"/>
                      </a:cubicBezTo>
                      <a:cubicBezTo>
                        <a:pt x="122" y="433"/>
                        <a:pt x="110" y="429"/>
                        <a:pt x="102" y="421"/>
                      </a:cubicBezTo>
                      <a:cubicBezTo>
                        <a:pt x="66" y="421"/>
                        <a:pt x="66" y="404"/>
                        <a:pt x="49" y="404"/>
                      </a:cubicBezTo>
                      <a:lnTo>
                        <a:pt x="49" y="368"/>
                      </a:lnTo>
                      <a:lnTo>
                        <a:pt x="33" y="283"/>
                      </a:lnTo>
                      <a:lnTo>
                        <a:pt x="17" y="368"/>
                      </a:lnTo>
                      <a:cubicBezTo>
                        <a:pt x="17" y="384"/>
                        <a:pt x="17" y="384"/>
                        <a:pt x="33" y="421"/>
                      </a:cubicBezTo>
                      <a:cubicBezTo>
                        <a:pt x="33" y="437"/>
                        <a:pt x="49" y="453"/>
                        <a:pt x="86" y="453"/>
                      </a:cubicBezTo>
                      <a:cubicBezTo>
                        <a:pt x="102" y="469"/>
                        <a:pt x="118" y="469"/>
                        <a:pt x="134" y="469"/>
                      </a:cubicBezTo>
                      <a:cubicBezTo>
                        <a:pt x="150" y="469"/>
                        <a:pt x="167" y="469"/>
                        <a:pt x="187" y="453"/>
                      </a:cubicBezTo>
                      <a:cubicBezTo>
                        <a:pt x="219" y="437"/>
                        <a:pt x="251" y="404"/>
                        <a:pt x="288" y="368"/>
                      </a:cubicBezTo>
                      <a:cubicBezTo>
                        <a:pt x="304" y="368"/>
                        <a:pt x="304" y="352"/>
                        <a:pt x="320" y="352"/>
                      </a:cubicBezTo>
                      <a:lnTo>
                        <a:pt x="421" y="352"/>
                      </a:lnTo>
                      <a:cubicBezTo>
                        <a:pt x="453" y="352"/>
                        <a:pt x="490" y="336"/>
                        <a:pt x="506" y="320"/>
                      </a:cubicBezTo>
                      <a:cubicBezTo>
                        <a:pt x="522" y="303"/>
                        <a:pt x="554" y="267"/>
                        <a:pt x="554" y="251"/>
                      </a:cubicBezTo>
                      <a:cubicBezTo>
                        <a:pt x="571" y="219"/>
                        <a:pt x="571" y="182"/>
                        <a:pt x="571" y="150"/>
                      </a:cubicBezTo>
                      <a:cubicBezTo>
                        <a:pt x="554" y="150"/>
                        <a:pt x="554" y="134"/>
                        <a:pt x="554" y="134"/>
                      </a:cubicBezTo>
                      <a:cubicBezTo>
                        <a:pt x="538" y="134"/>
                        <a:pt x="538" y="118"/>
                        <a:pt x="538" y="118"/>
                      </a:cubicBezTo>
                      <a:cubicBezTo>
                        <a:pt x="522" y="101"/>
                        <a:pt x="506" y="101"/>
                        <a:pt x="490" y="101"/>
                      </a:cubicBezTo>
                      <a:lnTo>
                        <a:pt x="405" y="101"/>
                      </a:lnTo>
                      <a:cubicBezTo>
                        <a:pt x="389" y="81"/>
                        <a:pt x="369" y="81"/>
                        <a:pt x="352" y="65"/>
                      </a:cubicBezTo>
                      <a:cubicBezTo>
                        <a:pt x="320" y="49"/>
                        <a:pt x="304" y="33"/>
                        <a:pt x="288" y="17"/>
                      </a:cubicBezTo>
                      <a:cubicBezTo>
                        <a:pt x="251" y="17"/>
                        <a:pt x="235" y="0"/>
                        <a:pt x="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2576717" y="1856182"/>
                  <a:ext cx="30195" cy="9237"/>
                </a:xfrm>
                <a:custGeom>
                  <a:rect b="b" l="l" r="r" t="t"/>
                  <a:pathLst>
                    <a:path extrusionOk="0" h="93" w="304">
                      <a:moveTo>
                        <a:pt x="271" y="8"/>
                      </a:moveTo>
                      <a:lnTo>
                        <a:pt x="287" y="24"/>
                      </a:lnTo>
                      <a:lnTo>
                        <a:pt x="303" y="24"/>
                      </a:lnTo>
                      <a:lnTo>
                        <a:pt x="287" y="8"/>
                      </a:lnTo>
                      <a:close/>
                      <a:moveTo>
                        <a:pt x="250" y="1"/>
                      </a:moveTo>
                      <a:cubicBezTo>
                        <a:pt x="233" y="1"/>
                        <a:pt x="213" y="8"/>
                        <a:pt x="202" y="8"/>
                      </a:cubicBezTo>
                      <a:cubicBezTo>
                        <a:pt x="186" y="8"/>
                        <a:pt x="170" y="24"/>
                        <a:pt x="154" y="24"/>
                      </a:cubicBezTo>
                      <a:lnTo>
                        <a:pt x="118" y="24"/>
                      </a:lnTo>
                      <a:lnTo>
                        <a:pt x="101" y="8"/>
                      </a:lnTo>
                      <a:lnTo>
                        <a:pt x="53" y="8"/>
                      </a:lnTo>
                      <a:cubicBezTo>
                        <a:pt x="37" y="24"/>
                        <a:pt x="17" y="44"/>
                        <a:pt x="0" y="61"/>
                      </a:cubicBezTo>
                      <a:lnTo>
                        <a:pt x="0" y="93"/>
                      </a:lnTo>
                      <a:lnTo>
                        <a:pt x="17" y="93"/>
                      </a:lnTo>
                      <a:lnTo>
                        <a:pt x="17" y="77"/>
                      </a:lnTo>
                      <a:lnTo>
                        <a:pt x="17" y="61"/>
                      </a:lnTo>
                      <a:cubicBezTo>
                        <a:pt x="37" y="61"/>
                        <a:pt x="37" y="44"/>
                        <a:pt x="69" y="44"/>
                      </a:cubicBezTo>
                      <a:lnTo>
                        <a:pt x="85" y="44"/>
                      </a:lnTo>
                      <a:cubicBezTo>
                        <a:pt x="101" y="61"/>
                        <a:pt x="101" y="61"/>
                        <a:pt x="118" y="61"/>
                      </a:cubicBezTo>
                      <a:lnTo>
                        <a:pt x="154" y="61"/>
                      </a:lnTo>
                      <a:cubicBezTo>
                        <a:pt x="170" y="44"/>
                        <a:pt x="202" y="44"/>
                        <a:pt x="219" y="24"/>
                      </a:cubicBezTo>
                      <a:cubicBezTo>
                        <a:pt x="239" y="24"/>
                        <a:pt x="255" y="8"/>
                        <a:pt x="271" y="8"/>
                      </a:cubicBezTo>
                      <a:cubicBezTo>
                        <a:pt x="266" y="3"/>
                        <a:pt x="258"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2538179" y="1875351"/>
                  <a:ext cx="27016" cy="13409"/>
                </a:xfrm>
                <a:custGeom>
                  <a:rect b="b" l="l" r="r" t="t"/>
                  <a:pathLst>
                    <a:path extrusionOk="0" h="135" w="272">
                      <a:moveTo>
                        <a:pt x="271" y="102"/>
                      </a:moveTo>
                      <a:cubicBezTo>
                        <a:pt x="271" y="102"/>
                        <a:pt x="255" y="102"/>
                        <a:pt x="255" y="118"/>
                      </a:cubicBezTo>
                      <a:cubicBezTo>
                        <a:pt x="271" y="118"/>
                        <a:pt x="271" y="102"/>
                        <a:pt x="271" y="102"/>
                      </a:cubicBezTo>
                      <a:close/>
                      <a:moveTo>
                        <a:pt x="69" y="1"/>
                      </a:moveTo>
                      <a:cubicBezTo>
                        <a:pt x="69" y="1"/>
                        <a:pt x="53" y="1"/>
                        <a:pt x="37" y="17"/>
                      </a:cubicBezTo>
                      <a:lnTo>
                        <a:pt x="21" y="33"/>
                      </a:lnTo>
                      <a:cubicBezTo>
                        <a:pt x="21" y="53"/>
                        <a:pt x="1" y="53"/>
                        <a:pt x="21" y="86"/>
                      </a:cubicBezTo>
                      <a:cubicBezTo>
                        <a:pt x="21" y="86"/>
                        <a:pt x="21" y="102"/>
                        <a:pt x="37" y="102"/>
                      </a:cubicBezTo>
                      <a:lnTo>
                        <a:pt x="53" y="118"/>
                      </a:lnTo>
                      <a:cubicBezTo>
                        <a:pt x="64" y="118"/>
                        <a:pt x="75" y="111"/>
                        <a:pt x="85" y="111"/>
                      </a:cubicBezTo>
                      <a:cubicBezTo>
                        <a:pt x="91" y="111"/>
                        <a:pt x="96" y="113"/>
                        <a:pt x="102" y="118"/>
                      </a:cubicBezTo>
                      <a:lnTo>
                        <a:pt x="186" y="118"/>
                      </a:lnTo>
                      <a:cubicBezTo>
                        <a:pt x="203" y="134"/>
                        <a:pt x="223" y="134"/>
                        <a:pt x="223" y="134"/>
                      </a:cubicBezTo>
                      <a:cubicBezTo>
                        <a:pt x="239" y="118"/>
                        <a:pt x="255" y="118"/>
                        <a:pt x="255" y="118"/>
                      </a:cubicBezTo>
                      <a:cubicBezTo>
                        <a:pt x="239" y="118"/>
                        <a:pt x="223" y="118"/>
                        <a:pt x="186" y="102"/>
                      </a:cubicBezTo>
                      <a:lnTo>
                        <a:pt x="154" y="102"/>
                      </a:lnTo>
                      <a:cubicBezTo>
                        <a:pt x="138" y="86"/>
                        <a:pt x="122" y="86"/>
                        <a:pt x="102" y="86"/>
                      </a:cubicBezTo>
                      <a:lnTo>
                        <a:pt x="53" y="86"/>
                      </a:lnTo>
                      <a:lnTo>
                        <a:pt x="37" y="70"/>
                      </a:lnTo>
                      <a:cubicBezTo>
                        <a:pt x="37" y="53"/>
                        <a:pt x="53" y="33"/>
                        <a:pt x="53" y="33"/>
                      </a:cubicBezTo>
                      <a:lnTo>
                        <a:pt x="69" y="17"/>
                      </a:lnTo>
                      <a:lnTo>
                        <a:pt x="85" y="17"/>
                      </a:lnTo>
                      <a:cubicBezTo>
                        <a:pt x="85" y="1"/>
                        <a:pt x="85" y="1"/>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2195508" y="1579661"/>
                  <a:ext cx="3774" cy="56715"/>
                </a:xfrm>
                <a:custGeom>
                  <a:rect b="b" l="l" r="r" t="t"/>
                  <a:pathLst>
                    <a:path extrusionOk="0" h="571" w="38">
                      <a:moveTo>
                        <a:pt x="17" y="1"/>
                      </a:moveTo>
                      <a:lnTo>
                        <a:pt x="1" y="17"/>
                      </a:lnTo>
                      <a:lnTo>
                        <a:pt x="1" y="65"/>
                      </a:lnTo>
                      <a:lnTo>
                        <a:pt x="1" y="150"/>
                      </a:lnTo>
                      <a:lnTo>
                        <a:pt x="1" y="219"/>
                      </a:lnTo>
                      <a:cubicBezTo>
                        <a:pt x="17" y="235"/>
                        <a:pt x="1" y="251"/>
                        <a:pt x="17" y="283"/>
                      </a:cubicBezTo>
                      <a:lnTo>
                        <a:pt x="17" y="421"/>
                      </a:lnTo>
                      <a:cubicBezTo>
                        <a:pt x="17" y="506"/>
                        <a:pt x="37" y="570"/>
                        <a:pt x="37" y="570"/>
                      </a:cubicBezTo>
                      <a:lnTo>
                        <a:pt x="37" y="421"/>
                      </a:lnTo>
                      <a:lnTo>
                        <a:pt x="37" y="283"/>
                      </a:lnTo>
                      <a:lnTo>
                        <a:pt x="37" y="219"/>
                      </a:lnTo>
                      <a:lnTo>
                        <a:pt x="37" y="150"/>
                      </a:lnTo>
                      <a:cubicBezTo>
                        <a:pt x="37" y="118"/>
                        <a:pt x="17" y="81"/>
                        <a:pt x="17" y="65"/>
                      </a:cubicBezTo>
                      <a:lnTo>
                        <a:pt x="17" y="17"/>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1"/>
                <p:cNvSpPr/>
                <p:nvPr/>
              </p:nvSpPr>
              <p:spPr>
                <a:xfrm>
                  <a:off x="2106811" y="1607770"/>
                  <a:ext cx="22249" cy="10131"/>
                </a:xfrm>
                <a:custGeom>
                  <a:rect b="b" l="l" r="r" t="t"/>
                  <a:pathLst>
                    <a:path extrusionOk="0" h="102" w="224">
                      <a:moveTo>
                        <a:pt x="223" y="0"/>
                      </a:moveTo>
                      <a:lnTo>
                        <a:pt x="223" y="0"/>
                      </a:lnTo>
                      <a:cubicBezTo>
                        <a:pt x="223" y="0"/>
                        <a:pt x="203" y="0"/>
                        <a:pt x="171" y="21"/>
                      </a:cubicBezTo>
                      <a:cubicBezTo>
                        <a:pt x="138" y="21"/>
                        <a:pt x="86" y="37"/>
                        <a:pt x="53" y="53"/>
                      </a:cubicBezTo>
                      <a:cubicBezTo>
                        <a:pt x="37" y="53"/>
                        <a:pt x="21" y="69"/>
                        <a:pt x="21" y="69"/>
                      </a:cubicBezTo>
                      <a:lnTo>
                        <a:pt x="1" y="85"/>
                      </a:lnTo>
                      <a:lnTo>
                        <a:pt x="1" y="101"/>
                      </a:lnTo>
                      <a:cubicBezTo>
                        <a:pt x="21" y="101"/>
                        <a:pt x="21" y="85"/>
                        <a:pt x="21" y="85"/>
                      </a:cubicBezTo>
                      <a:cubicBezTo>
                        <a:pt x="37" y="85"/>
                        <a:pt x="53" y="85"/>
                        <a:pt x="70" y="69"/>
                      </a:cubicBezTo>
                      <a:cubicBezTo>
                        <a:pt x="86" y="69"/>
                        <a:pt x="102" y="53"/>
                        <a:pt x="122" y="53"/>
                      </a:cubicBezTo>
                      <a:cubicBezTo>
                        <a:pt x="138" y="37"/>
                        <a:pt x="154" y="37"/>
                        <a:pt x="187" y="21"/>
                      </a:cubicBezTo>
                      <a:cubicBezTo>
                        <a:pt x="203" y="21"/>
                        <a:pt x="223" y="0"/>
                        <a:pt x="2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1"/>
                <p:cNvSpPr/>
                <p:nvPr/>
              </p:nvSpPr>
              <p:spPr>
                <a:xfrm>
                  <a:off x="2254110" y="1581250"/>
                  <a:ext cx="8542" cy="3377"/>
                </a:xfrm>
                <a:custGeom>
                  <a:rect b="b" l="l" r="r" t="t"/>
                  <a:pathLst>
                    <a:path extrusionOk="0" h="34" w="86">
                      <a:moveTo>
                        <a:pt x="33" y="1"/>
                      </a:moveTo>
                      <a:lnTo>
                        <a:pt x="17" y="17"/>
                      </a:lnTo>
                      <a:lnTo>
                        <a:pt x="1" y="17"/>
                      </a:lnTo>
                      <a:lnTo>
                        <a:pt x="17" y="33"/>
                      </a:lnTo>
                      <a:lnTo>
                        <a:pt x="85" y="33"/>
                      </a:lnTo>
                      <a:lnTo>
                        <a:pt x="69" y="17"/>
                      </a:lnTo>
                      <a:lnTo>
                        <a:pt x="53" y="17"/>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2255699" y="1564464"/>
                  <a:ext cx="35459" cy="18474"/>
                </a:xfrm>
                <a:custGeom>
                  <a:rect b="b" l="l" r="r" t="t"/>
                  <a:pathLst>
                    <a:path extrusionOk="0" h="186" w="357">
                      <a:moveTo>
                        <a:pt x="356" y="0"/>
                      </a:moveTo>
                      <a:cubicBezTo>
                        <a:pt x="304" y="0"/>
                        <a:pt x="271" y="16"/>
                        <a:pt x="219" y="32"/>
                      </a:cubicBezTo>
                      <a:cubicBezTo>
                        <a:pt x="203" y="53"/>
                        <a:pt x="187" y="53"/>
                        <a:pt x="170" y="69"/>
                      </a:cubicBezTo>
                      <a:cubicBezTo>
                        <a:pt x="154" y="69"/>
                        <a:pt x="138" y="85"/>
                        <a:pt x="118" y="85"/>
                      </a:cubicBezTo>
                      <a:cubicBezTo>
                        <a:pt x="86" y="101"/>
                        <a:pt x="53" y="117"/>
                        <a:pt x="37" y="133"/>
                      </a:cubicBezTo>
                      <a:cubicBezTo>
                        <a:pt x="17" y="154"/>
                        <a:pt x="17" y="154"/>
                        <a:pt x="1" y="170"/>
                      </a:cubicBezTo>
                      <a:lnTo>
                        <a:pt x="1" y="186"/>
                      </a:lnTo>
                      <a:lnTo>
                        <a:pt x="17" y="186"/>
                      </a:lnTo>
                      <a:cubicBezTo>
                        <a:pt x="37" y="170"/>
                        <a:pt x="69" y="154"/>
                        <a:pt x="138" y="117"/>
                      </a:cubicBezTo>
                      <a:cubicBezTo>
                        <a:pt x="154" y="117"/>
                        <a:pt x="170" y="101"/>
                        <a:pt x="187" y="101"/>
                      </a:cubicBezTo>
                      <a:cubicBezTo>
                        <a:pt x="203" y="85"/>
                        <a:pt x="219" y="69"/>
                        <a:pt x="239" y="69"/>
                      </a:cubicBezTo>
                      <a:cubicBezTo>
                        <a:pt x="271" y="53"/>
                        <a:pt x="320" y="32"/>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2252520" y="1505862"/>
                  <a:ext cx="53437" cy="30195"/>
                </a:xfrm>
                <a:custGeom>
                  <a:rect b="b" l="l" r="r" t="t"/>
                  <a:pathLst>
                    <a:path extrusionOk="0" h="304" w="538">
                      <a:moveTo>
                        <a:pt x="538" y="0"/>
                      </a:moveTo>
                      <a:cubicBezTo>
                        <a:pt x="538" y="0"/>
                        <a:pt x="473" y="37"/>
                        <a:pt x="404" y="85"/>
                      </a:cubicBezTo>
                      <a:cubicBezTo>
                        <a:pt x="352" y="101"/>
                        <a:pt x="319" y="138"/>
                        <a:pt x="271" y="154"/>
                      </a:cubicBezTo>
                      <a:cubicBezTo>
                        <a:pt x="251" y="170"/>
                        <a:pt x="219" y="170"/>
                        <a:pt x="202" y="186"/>
                      </a:cubicBezTo>
                      <a:cubicBezTo>
                        <a:pt x="186" y="186"/>
                        <a:pt x="170" y="202"/>
                        <a:pt x="134" y="202"/>
                      </a:cubicBezTo>
                      <a:cubicBezTo>
                        <a:pt x="101" y="218"/>
                        <a:pt x="69" y="239"/>
                        <a:pt x="49" y="255"/>
                      </a:cubicBezTo>
                      <a:cubicBezTo>
                        <a:pt x="49" y="271"/>
                        <a:pt x="33" y="271"/>
                        <a:pt x="33" y="271"/>
                      </a:cubicBezTo>
                      <a:lnTo>
                        <a:pt x="17" y="287"/>
                      </a:lnTo>
                      <a:cubicBezTo>
                        <a:pt x="0" y="303"/>
                        <a:pt x="17" y="303"/>
                        <a:pt x="17" y="303"/>
                      </a:cubicBezTo>
                      <a:lnTo>
                        <a:pt x="33" y="303"/>
                      </a:lnTo>
                      <a:lnTo>
                        <a:pt x="49" y="287"/>
                      </a:lnTo>
                      <a:lnTo>
                        <a:pt x="69" y="287"/>
                      </a:lnTo>
                      <a:cubicBezTo>
                        <a:pt x="85" y="271"/>
                        <a:pt x="118" y="255"/>
                        <a:pt x="150" y="239"/>
                      </a:cubicBezTo>
                      <a:cubicBezTo>
                        <a:pt x="170" y="239"/>
                        <a:pt x="202" y="218"/>
                        <a:pt x="219" y="218"/>
                      </a:cubicBezTo>
                      <a:cubicBezTo>
                        <a:pt x="235" y="202"/>
                        <a:pt x="271" y="186"/>
                        <a:pt x="287" y="186"/>
                      </a:cubicBezTo>
                      <a:cubicBezTo>
                        <a:pt x="319" y="154"/>
                        <a:pt x="372" y="117"/>
                        <a:pt x="404" y="101"/>
                      </a:cubicBezTo>
                      <a:cubicBezTo>
                        <a:pt x="489" y="53"/>
                        <a:pt x="538" y="0"/>
                        <a:pt x="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2252520" y="1534369"/>
                  <a:ext cx="4867" cy="43405"/>
                </a:xfrm>
                <a:custGeom>
                  <a:rect b="b" l="l" r="r" t="t"/>
                  <a:pathLst>
                    <a:path extrusionOk="0" h="437" w="49">
                      <a:moveTo>
                        <a:pt x="17" y="0"/>
                      </a:moveTo>
                      <a:lnTo>
                        <a:pt x="17" y="16"/>
                      </a:lnTo>
                      <a:cubicBezTo>
                        <a:pt x="17" y="16"/>
                        <a:pt x="17" y="32"/>
                        <a:pt x="0" y="53"/>
                      </a:cubicBezTo>
                      <a:lnTo>
                        <a:pt x="0" y="117"/>
                      </a:lnTo>
                      <a:lnTo>
                        <a:pt x="0" y="170"/>
                      </a:lnTo>
                      <a:cubicBezTo>
                        <a:pt x="0" y="202"/>
                        <a:pt x="17" y="218"/>
                        <a:pt x="17" y="234"/>
                      </a:cubicBezTo>
                      <a:cubicBezTo>
                        <a:pt x="17" y="271"/>
                        <a:pt x="33" y="303"/>
                        <a:pt x="33" y="335"/>
                      </a:cubicBezTo>
                      <a:lnTo>
                        <a:pt x="33" y="388"/>
                      </a:lnTo>
                      <a:cubicBezTo>
                        <a:pt x="33" y="404"/>
                        <a:pt x="49" y="420"/>
                        <a:pt x="49" y="436"/>
                      </a:cubicBezTo>
                      <a:lnTo>
                        <a:pt x="49" y="388"/>
                      </a:lnTo>
                      <a:lnTo>
                        <a:pt x="49" y="335"/>
                      </a:lnTo>
                      <a:cubicBezTo>
                        <a:pt x="49" y="303"/>
                        <a:pt x="33" y="271"/>
                        <a:pt x="33" y="234"/>
                      </a:cubicBezTo>
                      <a:lnTo>
                        <a:pt x="33" y="170"/>
                      </a:lnTo>
                      <a:lnTo>
                        <a:pt x="33" y="117"/>
                      </a:lnTo>
                      <a:lnTo>
                        <a:pt x="33" y="85"/>
                      </a:lnTo>
                      <a:lnTo>
                        <a:pt x="33" y="53"/>
                      </a:lnTo>
                      <a:lnTo>
                        <a:pt x="33" y="16"/>
                      </a:lnTo>
                      <a:cubicBezTo>
                        <a:pt x="33" y="0"/>
                        <a:pt x="33"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2199183" y="1599725"/>
                  <a:ext cx="26520" cy="3278"/>
                </a:xfrm>
                <a:custGeom>
                  <a:rect b="b" l="l" r="r" t="t"/>
                  <a:pathLst>
                    <a:path extrusionOk="0" h="33" w="267">
                      <a:moveTo>
                        <a:pt x="0" y="1"/>
                      </a:moveTo>
                      <a:cubicBezTo>
                        <a:pt x="0" y="1"/>
                        <a:pt x="0" y="17"/>
                        <a:pt x="16" y="17"/>
                      </a:cubicBezTo>
                      <a:lnTo>
                        <a:pt x="101" y="17"/>
                      </a:lnTo>
                      <a:cubicBezTo>
                        <a:pt x="117" y="17"/>
                        <a:pt x="133" y="17"/>
                        <a:pt x="150" y="33"/>
                      </a:cubicBezTo>
                      <a:lnTo>
                        <a:pt x="267" y="33"/>
                      </a:lnTo>
                      <a:cubicBezTo>
                        <a:pt x="251" y="33"/>
                        <a:pt x="234" y="33"/>
                        <a:pt x="218" y="17"/>
                      </a:cubicBezTo>
                      <a:cubicBezTo>
                        <a:pt x="182" y="17"/>
                        <a:pt x="166" y="17"/>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2235635" y="1604591"/>
                  <a:ext cx="30195" cy="3278"/>
                </a:xfrm>
                <a:custGeom>
                  <a:rect b="b" l="l" r="r" t="t"/>
                  <a:pathLst>
                    <a:path extrusionOk="0" h="33" w="304">
                      <a:moveTo>
                        <a:pt x="1" y="0"/>
                      </a:moveTo>
                      <a:cubicBezTo>
                        <a:pt x="1" y="16"/>
                        <a:pt x="17" y="16"/>
                        <a:pt x="69" y="32"/>
                      </a:cubicBezTo>
                      <a:lnTo>
                        <a:pt x="304" y="32"/>
                      </a:lnTo>
                      <a:cubicBezTo>
                        <a:pt x="304" y="32"/>
                        <a:pt x="271" y="16"/>
                        <a:pt x="219" y="16"/>
                      </a:cubicBezTo>
                      <a:lnTo>
                        <a:pt x="154" y="16"/>
                      </a:lnTo>
                      <a:cubicBezTo>
                        <a:pt x="118" y="16"/>
                        <a:pt x="102"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1"/>
                <p:cNvSpPr/>
                <p:nvPr/>
              </p:nvSpPr>
              <p:spPr>
                <a:xfrm>
                  <a:off x="2240899" y="1609756"/>
                  <a:ext cx="18574" cy="16587"/>
                </a:xfrm>
                <a:custGeom>
                  <a:rect b="b" l="l" r="r" t="t"/>
                  <a:pathLst>
                    <a:path extrusionOk="0" h="167" w="187">
                      <a:moveTo>
                        <a:pt x="166" y="1"/>
                      </a:moveTo>
                      <a:cubicBezTo>
                        <a:pt x="150" y="17"/>
                        <a:pt x="150" y="17"/>
                        <a:pt x="134" y="33"/>
                      </a:cubicBezTo>
                      <a:cubicBezTo>
                        <a:pt x="117" y="49"/>
                        <a:pt x="101" y="65"/>
                        <a:pt x="85" y="65"/>
                      </a:cubicBezTo>
                      <a:cubicBezTo>
                        <a:pt x="85" y="81"/>
                        <a:pt x="65" y="102"/>
                        <a:pt x="49" y="118"/>
                      </a:cubicBezTo>
                      <a:cubicBezTo>
                        <a:pt x="16" y="150"/>
                        <a:pt x="0" y="166"/>
                        <a:pt x="0" y="166"/>
                      </a:cubicBezTo>
                      <a:cubicBezTo>
                        <a:pt x="0" y="166"/>
                        <a:pt x="33" y="150"/>
                        <a:pt x="49" y="134"/>
                      </a:cubicBezTo>
                      <a:lnTo>
                        <a:pt x="101" y="81"/>
                      </a:lnTo>
                      <a:cubicBezTo>
                        <a:pt x="117" y="81"/>
                        <a:pt x="134" y="65"/>
                        <a:pt x="150" y="49"/>
                      </a:cubicBezTo>
                      <a:cubicBezTo>
                        <a:pt x="166" y="33"/>
                        <a:pt x="166" y="33"/>
                        <a:pt x="186" y="17"/>
                      </a:cubicBezTo>
                      <a:lnTo>
                        <a:pt x="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1"/>
                <p:cNvSpPr/>
                <p:nvPr/>
              </p:nvSpPr>
              <p:spPr>
                <a:xfrm>
                  <a:off x="2232457" y="1619788"/>
                  <a:ext cx="28606" cy="33373"/>
                </a:xfrm>
                <a:custGeom>
                  <a:rect b="b" l="l" r="r" t="t"/>
                  <a:pathLst>
                    <a:path extrusionOk="0" h="336" w="288">
                      <a:moveTo>
                        <a:pt x="287" y="1"/>
                      </a:moveTo>
                      <a:cubicBezTo>
                        <a:pt x="271" y="1"/>
                        <a:pt x="271" y="1"/>
                        <a:pt x="251" y="17"/>
                      </a:cubicBezTo>
                      <a:lnTo>
                        <a:pt x="202" y="65"/>
                      </a:lnTo>
                      <a:cubicBezTo>
                        <a:pt x="186" y="81"/>
                        <a:pt x="170" y="102"/>
                        <a:pt x="170" y="118"/>
                      </a:cubicBezTo>
                      <a:cubicBezTo>
                        <a:pt x="150" y="118"/>
                        <a:pt x="134" y="134"/>
                        <a:pt x="118" y="150"/>
                      </a:cubicBezTo>
                      <a:cubicBezTo>
                        <a:pt x="101" y="166"/>
                        <a:pt x="101" y="182"/>
                        <a:pt x="85" y="203"/>
                      </a:cubicBezTo>
                      <a:cubicBezTo>
                        <a:pt x="69" y="219"/>
                        <a:pt x="69" y="235"/>
                        <a:pt x="49" y="251"/>
                      </a:cubicBezTo>
                      <a:cubicBezTo>
                        <a:pt x="33" y="283"/>
                        <a:pt x="17" y="304"/>
                        <a:pt x="0" y="336"/>
                      </a:cubicBezTo>
                      <a:cubicBezTo>
                        <a:pt x="17" y="320"/>
                        <a:pt x="33" y="283"/>
                        <a:pt x="69" y="267"/>
                      </a:cubicBezTo>
                      <a:cubicBezTo>
                        <a:pt x="69" y="251"/>
                        <a:pt x="85" y="235"/>
                        <a:pt x="101" y="219"/>
                      </a:cubicBezTo>
                      <a:cubicBezTo>
                        <a:pt x="118" y="203"/>
                        <a:pt x="118" y="182"/>
                        <a:pt x="134" y="166"/>
                      </a:cubicBezTo>
                      <a:cubicBezTo>
                        <a:pt x="150" y="150"/>
                        <a:pt x="170" y="150"/>
                        <a:pt x="186" y="134"/>
                      </a:cubicBezTo>
                      <a:cubicBezTo>
                        <a:pt x="202" y="118"/>
                        <a:pt x="202" y="102"/>
                        <a:pt x="219" y="81"/>
                      </a:cubicBezTo>
                      <a:cubicBezTo>
                        <a:pt x="235" y="65"/>
                        <a:pt x="251" y="49"/>
                        <a:pt x="271" y="33"/>
                      </a:cubicBezTo>
                      <a:cubicBezTo>
                        <a:pt x="287" y="17"/>
                        <a:pt x="287" y="17"/>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2235635" y="1629820"/>
                  <a:ext cx="27016" cy="33373"/>
                </a:xfrm>
                <a:custGeom>
                  <a:rect b="b" l="l" r="r" t="t"/>
                  <a:pathLst>
                    <a:path extrusionOk="0" h="336" w="272">
                      <a:moveTo>
                        <a:pt x="255" y="1"/>
                      </a:moveTo>
                      <a:lnTo>
                        <a:pt x="255" y="17"/>
                      </a:lnTo>
                      <a:cubicBezTo>
                        <a:pt x="271" y="1"/>
                        <a:pt x="271" y="1"/>
                        <a:pt x="255" y="1"/>
                      </a:cubicBezTo>
                      <a:close/>
                      <a:moveTo>
                        <a:pt x="255" y="17"/>
                      </a:moveTo>
                      <a:cubicBezTo>
                        <a:pt x="239" y="17"/>
                        <a:pt x="219" y="33"/>
                        <a:pt x="170" y="81"/>
                      </a:cubicBezTo>
                      <a:cubicBezTo>
                        <a:pt x="154" y="118"/>
                        <a:pt x="138" y="134"/>
                        <a:pt x="102" y="166"/>
                      </a:cubicBezTo>
                      <a:cubicBezTo>
                        <a:pt x="86" y="203"/>
                        <a:pt x="69" y="235"/>
                        <a:pt x="53" y="251"/>
                      </a:cubicBezTo>
                      <a:cubicBezTo>
                        <a:pt x="37" y="267"/>
                        <a:pt x="37" y="283"/>
                        <a:pt x="17" y="304"/>
                      </a:cubicBezTo>
                      <a:cubicBezTo>
                        <a:pt x="37" y="283"/>
                        <a:pt x="37" y="267"/>
                        <a:pt x="53" y="267"/>
                      </a:cubicBezTo>
                      <a:cubicBezTo>
                        <a:pt x="69" y="235"/>
                        <a:pt x="102" y="203"/>
                        <a:pt x="118" y="182"/>
                      </a:cubicBezTo>
                      <a:cubicBezTo>
                        <a:pt x="154" y="150"/>
                        <a:pt x="170" y="118"/>
                        <a:pt x="187" y="102"/>
                      </a:cubicBezTo>
                      <a:lnTo>
                        <a:pt x="239" y="49"/>
                      </a:lnTo>
                      <a:cubicBezTo>
                        <a:pt x="255" y="33"/>
                        <a:pt x="255" y="17"/>
                        <a:pt x="255" y="17"/>
                      </a:cubicBezTo>
                      <a:close/>
                      <a:moveTo>
                        <a:pt x="17" y="304"/>
                      </a:moveTo>
                      <a:cubicBezTo>
                        <a:pt x="17" y="304"/>
                        <a:pt x="1" y="320"/>
                        <a:pt x="1" y="336"/>
                      </a:cubicBezTo>
                      <a:cubicBezTo>
                        <a:pt x="1" y="320"/>
                        <a:pt x="17" y="320"/>
                        <a:pt x="17" y="3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2245667" y="1646010"/>
                  <a:ext cx="16985" cy="17183"/>
                </a:xfrm>
                <a:custGeom>
                  <a:rect b="b" l="l" r="r" t="t"/>
                  <a:pathLst>
                    <a:path extrusionOk="0" h="173" w="171">
                      <a:moveTo>
                        <a:pt x="167" y="1"/>
                      </a:moveTo>
                      <a:cubicBezTo>
                        <a:pt x="163" y="1"/>
                        <a:pt x="150" y="7"/>
                        <a:pt x="118" y="40"/>
                      </a:cubicBezTo>
                      <a:cubicBezTo>
                        <a:pt x="102" y="56"/>
                        <a:pt x="86" y="72"/>
                        <a:pt x="86" y="88"/>
                      </a:cubicBezTo>
                      <a:cubicBezTo>
                        <a:pt x="69" y="88"/>
                        <a:pt x="53" y="104"/>
                        <a:pt x="53" y="120"/>
                      </a:cubicBezTo>
                      <a:lnTo>
                        <a:pt x="1" y="173"/>
                      </a:lnTo>
                      <a:cubicBezTo>
                        <a:pt x="1" y="173"/>
                        <a:pt x="17" y="157"/>
                        <a:pt x="53" y="141"/>
                      </a:cubicBezTo>
                      <a:cubicBezTo>
                        <a:pt x="69" y="120"/>
                        <a:pt x="86" y="104"/>
                        <a:pt x="102" y="88"/>
                      </a:cubicBezTo>
                      <a:cubicBezTo>
                        <a:pt x="102" y="72"/>
                        <a:pt x="118" y="72"/>
                        <a:pt x="138" y="56"/>
                      </a:cubicBezTo>
                      <a:lnTo>
                        <a:pt x="170" y="3"/>
                      </a:lnTo>
                      <a:cubicBezTo>
                        <a:pt x="170" y="3"/>
                        <a:pt x="170"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2254110" y="1655148"/>
                  <a:ext cx="6953" cy="4867"/>
                </a:xfrm>
                <a:custGeom>
                  <a:rect b="b" l="l" r="r" t="t"/>
                  <a:pathLst>
                    <a:path extrusionOk="0" h="49" w="70">
                      <a:moveTo>
                        <a:pt x="53" y="0"/>
                      </a:moveTo>
                      <a:cubicBezTo>
                        <a:pt x="48" y="0"/>
                        <a:pt x="43" y="4"/>
                        <a:pt x="33" y="12"/>
                      </a:cubicBezTo>
                      <a:lnTo>
                        <a:pt x="33" y="28"/>
                      </a:lnTo>
                      <a:lnTo>
                        <a:pt x="53" y="28"/>
                      </a:lnTo>
                      <a:lnTo>
                        <a:pt x="69" y="12"/>
                      </a:lnTo>
                      <a:cubicBezTo>
                        <a:pt x="61" y="4"/>
                        <a:pt x="57" y="0"/>
                        <a:pt x="53" y="0"/>
                      </a:cubicBezTo>
                      <a:close/>
                      <a:moveTo>
                        <a:pt x="17" y="28"/>
                      </a:moveTo>
                      <a:cubicBezTo>
                        <a:pt x="17" y="49"/>
                        <a:pt x="1" y="49"/>
                        <a:pt x="1" y="49"/>
                      </a:cubicBezTo>
                      <a:lnTo>
                        <a:pt x="33" y="49"/>
                      </a:lnTo>
                      <a:lnTo>
                        <a:pt x="33" y="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2693821" y="1574496"/>
                  <a:ext cx="13409" cy="11720"/>
                </a:xfrm>
                <a:custGeom>
                  <a:rect b="b" l="l" r="r" t="t"/>
                  <a:pathLst>
                    <a:path extrusionOk="0" h="118" w="135">
                      <a:moveTo>
                        <a:pt x="118" y="0"/>
                      </a:moveTo>
                      <a:cubicBezTo>
                        <a:pt x="118" y="16"/>
                        <a:pt x="102" y="16"/>
                        <a:pt x="86" y="32"/>
                      </a:cubicBezTo>
                      <a:lnTo>
                        <a:pt x="33" y="85"/>
                      </a:lnTo>
                      <a:lnTo>
                        <a:pt x="1" y="117"/>
                      </a:lnTo>
                      <a:lnTo>
                        <a:pt x="17" y="117"/>
                      </a:lnTo>
                      <a:lnTo>
                        <a:pt x="33" y="101"/>
                      </a:lnTo>
                      <a:lnTo>
                        <a:pt x="49" y="101"/>
                      </a:lnTo>
                      <a:cubicBezTo>
                        <a:pt x="70" y="85"/>
                        <a:pt x="86" y="69"/>
                        <a:pt x="102" y="53"/>
                      </a:cubicBezTo>
                      <a:cubicBezTo>
                        <a:pt x="134" y="16"/>
                        <a:pt x="134" y="16"/>
                        <a:pt x="118" y="16"/>
                      </a:cubicBezTo>
                      <a:lnTo>
                        <a:pt x="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2683889" y="1562776"/>
                  <a:ext cx="23341" cy="25030"/>
                </a:xfrm>
                <a:custGeom>
                  <a:rect b="b" l="l" r="r" t="t"/>
                  <a:pathLst>
                    <a:path extrusionOk="0" h="252" w="235">
                      <a:moveTo>
                        <a:pt x="234" y="1"/>
                      </a:moveTo>
                      <a:cubicBezTo>
                        <a:pt x="234" y="2"/>
                        <a:pt x="234" y="17"/>
                        <a:pt x="218" y="17"/>
                      </a:cubicBezTo>
                      <a:cubicBezTo>
                        <a:pt x="202" y="33"/>
                        <a:pt x="202" y="33"/>
                        <a:pt x="186" y="33"/>
                      </a:cubicBezTo>
                      <a:cubicBezTo>
                        <a:pt x="186" y="49"/>
                        <a:pt x="170" y="49"/>
                        <a:pt x="170" y="70"/>
                      </a:cubicBezTo>
                      <a:cubicBezTo>
                        <a:pt x="186" y="70"/>
                        <a:pt x="186" y="49"/>
                        <a:pt x="202" y="49"/>
                      </a:cubicBezTo>
                      <a:cubicBezTo>
                        <a:pt x="202" y="33"/>
                        <a:pt x="218" y="33"/>
                        <a:pt x="218" y="33"/>
                      </a:cubicBezTo>
                      <a:cubicBezTo>
                        <a:pt x="234" y="18"/>
                        <a:pt x="234" y="2"/>
                        <a:pt x="234" y="1"/>
                      </a:cubicBezTo>
                      <a:close/>
                      <a:moveTo>
                        <a:pt x="170" y="70"/>
                      </a:moveTo>
                      <a:cubicBezTo>
                        <a:pt x="149" y="86"/>
                        <a:pt x="117" y="102"/>
                        <a:pt x="101" y="118"/>
                      </a:cubicBezTo>
                      <a:cubicBezTo>
                        <a:pt x="85" y="134"/>
                        <a:pt x="69" y="150"/>
                        <a:pt x="48" y="171"/>
                      </a:cubicBezTo>
                      <a:cubicBezTo>
                        <a:pt x="16" y="219"/>
                        <a:pt x="0" y="235"/>
                        <a:pt x="0" y="235"/>
                      </a:cubicBezTo>
                      <a:lnTo>
                        <a:pt x="0" y="251"/>
                      </a:lnTo>
                      <a:lnTo>
                        <a:pt x="69" y="187"/>
                      </a:lnTo>
                      <a:cubicBezTo>
                        <a:pt x="85" y="171"/>
                        <a:pt x="101" y="150"/>
                        <a:pt x="117" y="134"/>
                      </a:cubicBezTo>
                      <a:cubicBezTo>
                        <a:pt x="133" y="118"/>
                        <a:pt x="149" y="86"/>
                        <a:pt x="170" y="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2673857" y="1557611"/>
                  <a:ext cx="24931" cy="28606"/>
                </a:xfrm>
                <a:custGeom>
                  <a:rect b="b" l="l" r="r" t="t"/>
                  <a:pathLst>
                    <a:path extrusionOk="0" h="288" w="251">
                      <a:moveTo>
                        <a:pt x="250" y="0"/>
                      </a:moveTo>
                      <a:lnTo>
                        <a:pt x="234" y="21"/>
                      </a:lnTo>
                      <a:cubicBezTo>
                        <a:pt x="234" y="21"/>
                        <a:pt x="218" y="37"/>
                        <a:pt x="202" y="53"/>
                      </a:cubicBezTo>
                      <a:cubicBezTo>
                        <a:pt x="202" y="53"/>
                        <a:pt x="186" y="69"/>
                        <a:pt x="170" y="85"/>
                      </a:cubicBezTo>
                      <a:cubicBezTo>
                        <a:pt x="170" y="101"/>
                        <a:pt x="149" y="122"/>
                        <a:pt x="133" y="122"/>
                      </a:cubicBezTo>
                      <a:cubicBezTo>
                        <a:pt x="117" y="138"/>
                        <a:pt x="117" y="154"/>
                        <a:pt x="101" y="154"/>
                      </a:cubicBezTo>
                      <a:cubicBezTo>
                        <a:pt x="85" y="170"/>
                        <a:pt x="85" y="186"/>
                        <a:pt x="69" y="186"/>
                      </a:cubicBezTo>
                      <a:cubicBezTo>
                        <a:pt x="48" y="223"/>
                        <a:pt x="32" y="239"/>
                        <a:pt x="16" y="239"/>
                      </a:cubicBezTo>
                      <a:cubicBezTo>
                        <a:pt x="16" y="255"/>
                        <a:pt x="0" y="271"/>
                        <a:pt x="0" y="271"/>
                      </a:cubicBezTo>
                      <a:lnTo>
                        <a:pt x="0" y="287"/>
                      </a:lnTo>
                      <a:lnTo>
                        <a:pt x="16" y="271"/>
                      </a:lnTo>
                      <a:lnTo>
                        <a:pt x="32" y="255"/>
                      </a:lnTo>
                      <a:cubicBezTo>
                        <a:pt x="48" y="239"/>
                        <a:pt x="69" y="239"/>
                        <a:pt x="85" y="202"/>
                      </a:cubicBezTo>
                      <a:cubicBezTo>
                        <a:pt x="101" y="202"/>
                        <a:pt x="101" y="186"/>
                        <a:pt x="117" y="170"/>
                      </a:cubicBezTo>
                      <a:cubicBezTo>
                        <a:pt x="133" y="170"/>
                        <a:pt x="133" y="154"/>
                        <a:pt x="149" y="138"/>
                      </a:cubicBezTo>
                      <a:lnTo>
                        <a:pt x="186" y="101"/>
                      </a:lnTo>
                      <a:cubicBezTo>
                        <a:pt x="202" y="85"/>
                        <a:pt x="202" y="69"/>
                        <a:pt x="218" y="53"/>
                      </a:cubicBezTo>
                      <a:cubicBezTo>
                        <a:pt x="234" y="37"/>
                        <a:pt x="234" y="37"/>
                        <a:pt x="250" y="21"/>
                      </a:cubicBezTo>
                      <a:lnTo>
                        <a:pt x="2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1"/>
                <p:cNvSpPr/>
                <p:nvPr/>
              </p:nvSpPr>
              <p:spPr>
                <a:xfrm>
                  <a:off x="2663825" y="1552744"/>
                  <a:ext cx="26917" cy="31089"/>
                </a:xfrm>
                <a:custGeom>
                  <a:rect b="b" l="l" r="r" t="t"/>
                  <a:pathLst>
                    <a:path extrusionOk="0" h="313" w="271">
                      <a:moveTo>
                        <a:pt x="271" y="1"/>
                      </a:moveTo>
                      <a:lnTo>
                        <a:pt x="271" y="1"/>
                      </a:lnTo>
                      <a:cubicBezTo>
                        <a:pt x="270" y="1"/>
                        <a:pt x="234" y="34"/>
                        <a:pt x="186" y="86"/>
                      </a:cubicBezTo>
                      <a:cubicBezTo>
                        <a:pt x="170" y="102"/>
                        <a:pt x="149" y="118"/>
                        <a:pt x="117" y="150"/>
                      </a:cubicBezTo>
                      <a:cubicBezTo>
                        <a:pt x="101" y="171"/>
                        <a:pt x="85" y="203"/>
                        <a:pt x="69" y="219"/>
                      </a:cubicBezTo>
                      <a:cubicBezTo>
                        <a:pt x="0" y="304"/>
                        <a:pt x="0" y="304"/>
                        <a:pt x="16" y="304"/>
                      </a:cubicBezTo>
                      <a:cubicBezTo>
                        <a:pt x="16" y="309"/>
                        <a:pt x="16" y="312"/>
                        <a:pt x="18" y="312"/>
                      </a:cubicBezTo>
                      <a:cubicBezTo>
                        <a:pt x="23" y="312"/>
                        <a:pt x="37" y="294"/>
                        <a:pt x="85" y="235"/>
                      </a:cubicBezTo>
                      <a:cubicBezTo>
                        <a:pt x="101" y="219"/>
                        <a:pt x="117" y="187"/>
                        <a:pt x="133" y="171"/>
                      </a:cubicBezTo>
                      <a:cubicBezTo>
                        <a:pt x="170" y="134"/>
                        <a:pt x="186" y="118"/>
                        <a:pt x="202" y="86"/>
                      </a:cubicBezTo>
                      <a:cubicBezTo>
                        <a:pt x="234" y="34"/>
                        <a:pt x="270"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1"/>
                <p:cNvSpPr/>
                <p:nvPr/>
              </p:nvSpPr>
              <p:spPr>
                <a:xfrm>
                  <a:off x="2693821" y="1537547"/>
                  <a:ext cx="13409" cy="12118"/>
                </a:xfrm>
                <a:custGeom>
                  <a:rect b="b" l="l" r="r" t="t"/>
                  <a:pathLst>
                    <a:path extrusionOk="0" h="122" w="135">
                      <a:moveTo>
                        <a:pt x="134" y="0"/>
                      </a:moveTo>
                      <a:cubicBezTo>
                        <a:pt x="118" y="0"/>
                        <a:pt x="118" y="0"/>
                        <a:pt x="86" y="37"/>
                      </a:cubicBezTo>
                      <a:cubicBezTo>
                        <a:pt x="70" y="37"/>
                        <a:pt x="49" y="69"/>
                        <a:pt x="33" y="85"/>
                      </a:cubicBezTo>
                      <a:cubicBezTo>
                        <a:pt x="17" y="101"/>
                        <a:pt x="1" y="122"/>
                        <a:pt x="1" y="122"/>
                      </a:cubicBezTo>
                      <a:cubicBezTo>
                        <a:pt x="1" y="122"/>
                        <a:pt x="17" y="101"/>
                        <a:pt x="33" y="101"/>
                      </a:cubicBezTo>
                      <a:cubicBezTo>
                        <a:pt x="70" y="85"/>
                        <a:pt x="86" y="53"/>
                        <a:pt x="102" y="53"/>
                      </a:cubicBezTo>
                      <a:cubicBezTo>
                        <a:pt x="134" y="21"/>
                        <a:pt x="134" y="21"/>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2675446" y="1519470"/>
                  <a:ext cx="31784" cy="33373"/>
                </a:xfrm>
                <a:custGeom>
                  <a:rect b="b" l="l" r="r" t="t"/>
                  <a:pathLst>
                    <a:path extrusionOk="0" h="336" w="320">
                      <a:moveTo>
                        <a:pt x="303" y="1"/>
                      </a:moveTo>
                      <a:cubicBezTo>
                        <a:pt x="303" y="17"/>
                        <a:pt x="287" y="17"/>
                        <a:pt x="271" y="33"/>
                      </a:cubicBezTo>
                      <a:cubicBezTo>
                        <a:pt x="271" y="49"/>
                        <a:pt x="234" y="65"/>
                        <a:pt x="218" y="102"/>
                      </a:cubicBezTo>
                      <a:cubicBezTo>
                        <a:pt x="186" y="134"/>
                        <a:pt x="154" y="150"/>
                        <a:pt x="117" y="182"/>
                      </a:cubicBezTo>
                      <a:cubicBezTo>
                        <a:pt x="101" y="203"/>
                        <a:pt x="85" y="219"/>
                        <a:pt x="85" y="235"/>
                      </a:cubicBezTo>
                      <a:cubicBezTo>
                        <a:pt x="69" y="251"/>
                        <a:pt x="53" y="267"/>
                        <a:pt x="32" y="283"/>
                      </a:cubicBezTo>
                      <a:cubicBezTo>
                        <a:pt x="16" y="304"/>
                        <a:pt x="0" y="320"/>
                        <a:pt x="0" y="336"/>
                      </a:cubicBezTo>
                      <a:cubicBezTo>
                        <a:pt x="16" y="336"/>
                        <a:pt x="32" y="320"/>
                        <a:pt x="32" y="304"/>
                      </a:cubicBezTo>
                      <a:cubicBezTo>
                        <a:pt x="53" y="283"/>
                        <a:pt x="69" y="267"/>
                        <a:pt x="85" y="251"/>
                      </a:cubicBezTo>
                      <a:cubicBezTo>
                        <a:pt x="101" y="235"/>
                        <a:pt x="117" y="219"/>
                        <a:pt x="133" y="203"/>
                      </a:cubicBezTo>
                      <a:cubicBezTo>
                        <a:pt x="154" y="203"/>
                        <a:pt x="170" y="182"/>
                        <a:pt x="186" y="166"/>
                      </a:cubicBezTo>
                      <a:lnTo>
                        <a:pt x="234" y="118"/>
                      </a:lnTo>
                      <a:cubicBezTo>
                        <a:pt x="271" y="81"/>
                        <a:pt x="287" y="65"/>
                        <a:pt x="287" y="49"/>
                      </a:cubicBezTo>
                      <a:cubicBezTo>
                        <a:pt x="303" y="33"/>
                        <a:pt x="319" y="17"/>
                        <a:pt x="319" y="17"/>
                      </a:cubicBezTo>
                      <a:lnTo>
                        <a:pt x="3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2653793" y="1569629"/>
                  <a:ext cx="11720" cy="11720"/>
                </a:xfrm>
                <a:custGeom>
                  <a:rect b="b" l="l" r="r" t="t"/>
                  <a:pathLst>
                    <a:path extrusionOk="0" h="118" w="118">
                      <a:moveTo>
                        <a:pt x="117" y="1"/>
                      </a:moveTo>
                      <a:cubicBezTo>
                        <a:pt x="117" y="1"/>
                        <a:pt x="101" y="17"/>
                        <a:pt x="85" y="17"/>
                      </a:cubicBezTo>
                      <a:cubicBezTo>
                        <a:pt x="85" y="33"/>
                        <a:pt x="69" y="49"/>
                        <a:pt x="49" y="49"/>
                      </a:cubicBezTo>
                      <a:cubicBezTo>
                        <a:pt x="49" y="65"/>
                        <a:pt x="32" y="65"/>
                        <a:pt x="16" y="81"/>
                      </a:cubicBezTo>
                      <a:cubicBezTo>
                        <a:pt x="16" y="81"/>
                        <a:pt x="16" y="102"/>
                        <a:pt x="0" y="102"/>
                      </a:cubicBezTo>
                      <a:lnTo>
                        <a:pt x="0" y="118"/>
                      </a:lnTo>
                      <a:cubicBezTo>
                        <a:pt x="0" y="118"/>
                        <a:pt x="16" y="118"/>
                        <a:pt x="32" y="102"/>
                      </a:cubicBezTo>
                      <a:cubicBezTo>
                        <a:pt x="49" y="81"/>
                        <a:pt x="69" y="81"/>
                        <a:pt x="69" y="65"/>
                      </a:cubicBezTo>
                      <a:cubicBezTo>
                        <a:pt x="85" y="49"/>
                        <a:pt x="85" y="49"/>
                        <a:pt x="101" y="33"/>
                      </a:cubicBezTo>
                      <a:cubicBezTo>
                        <a:pt x="101" y="17"/>
                        <a:pt x="117" y="17"/>
                        <a:pt x="1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1"/>
                <p:cNvSpPr/>
                <p:nvPr/>
              </p:nvSpPr>
              <p:spPr>
                <a:xfrm>
                  <a:off x="2670579" y="1500995"/>
                  <a:ext cx="36651" cy="41816"/>
                </a:xfrm>
                <a:custGeom>
                  <a:rect b="b" l="l" r="r" t="t"/>
                  <a:pathLst>
                    <a:path extrusionOk="0" h="421" w="369">
                      <a:moveTo>
                        <a:pt x="368" y="1"/>
                      </a:moveTo>
                      <a:lnTo>
                        <a:pt x="352" y="17"/>
                      </a:lnTo>
                      <a:cubicBezTo>
                        <a:pt x="352" y="17"/>
                        <a:pt x="336" y="17"/>
                        <a:pt x="320" y="33"/>
                      </a:cubicBezTo>
                      <a:cubicBezTo>
                        <a:pt x="304" y="49"/>
                        <a:pt x="283" y="65"/>
                        <a:pt x="251" y="102"/>
                      </a:cubicBezTo>
                      <a:cubicBezTo>
                        <a:pt x="235" y="134"/>
                        <a:pt x="203" y="166"/>
                        <a:pt x="182" y="203"/>
                      </a:cubicBezTo>
                      <a:cubicBezTo>
                        <a:pt x="150" y="235"/>
                        <a:pt x="118" y="288"/>
                        <a:pt x="102" y="320"/>
                      </a:cubicBezTo>
                      <a:cubicBezTo>
                        <a:pt x="134" y="288"/>
                        <a:pt x="166" y="251"/>
                        <a:pt x="182" y="219"/>
                      </a:cubicBezTo>
                      <a:cubicBezTo>
                        <a:pt x="219" y="187"/>
                        <a:pt x="251" y="150"/>
                        <a:pt x="267" y="118"/>
                      </a:cubicBezTo>
                      <a:lnTo>
                        <a:pt x="336" y="49"/>
                      </a:lnTo>
                      <a:cubicBezTo>
                        <a:pt x="352" y="33"/>
                        <a:pt x="352" y="17"/>
                        <a:pt x="368" y="17"/>
                      </a:cubicBezTo>
                      <a:lnTo>
                        <a:pt x="368" y="1"/>
                      </a:lnTo>
                      <a:close/>
                      <a:moveTo>
                        <a:pt x="101" y="320"/>
                      </a:moveTo>
                      <a:lnTo>
                        <a:pt x="101" y="320"/>
                      </a:lnTo>
                      <a:cubicBezTo>
                        <a:pt x="81" y="336"/>
                        <a:pt x="65" y="352"/>
                        <a:pt x="49" y="352"/>
                      </a:cubicBezTo>
                      <a:cubicBezTo>
                        <a:pt x="49" y="368"/>
                        <a:pt x="33" y="389"/>
                        <a:pt x="17" y="405"/>
                      </a:cubicBezTo>
                      <a:lnTo>
                        <a:pt x="1" y="421"/>
                      </a:lnTo>
                      <a:lnTo>
                        <a:pt x="33" y="405"/>
                      </a:lnTo>
                      <a:cubicBezTo>
                        <a:pt x="33" y="389"/>
                        <a:pt x="49" y="389"/>
                        <a:pt x="65" y="368"/>
                      </a:cubicBezTo>
                      <a:cubicBezTo>
                        <a:pt x="65" y="352"/>
                        <a:pt x="81" y="336"/>
                        <a:pt x="101" y="3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1"/>
                <p:cNvSpPr/>
                <p:nvPr/>
              </p:nvSpPr>
              <p:spPr>
                <a:xfrm>
                  <a:off x="2640484" y="1549565"/>
                  <a:ext cx="25030" cy="25030"/>
                </a:xfrm>
                <a:custGeom>
                  <a:rect b="b" l="l" r="r" t="t"/>
                  <a:pathLst>
                    <a:path extrusionOk="0" h="252" w="252">
                      <a:moveTo>
                        <a:pt x="251" y="1"/>
                      </a:moveTo>
                      <a:lnTo>
                        <a:pt x="244" y="7"/>
                      </a:lnTo>
                      <a:lnTo>
                        <a:pt x="244" y="7"/>
                      </a:lnTo>
                      <a:cubicBezTo>
                        <a:pt x="249" y="3"/>
                        <a:pt x="251" y="1"/>
                        <a:pt x="251" y="1"/>
                      </a:cubicBezTo>
                      <a:close/>
                      <a:moveTo>
                        <a:pt x="244" y="7"/>
                      </a:moveTo>
                      <a:cubicBezTo>
                        <a:pt x="232" y="18"/>
                        <a:pt x="205" y="42"/>
                        <a:pt x="166" y="65"/>
                      </a:cubicBezTo>
                      <a:cubicBezTo>
                        <a:pt x="150" y="81"/>
                        <a:pt x="134" y="102"/>
                        <a:pt x="102" y="118"/>
                      </a:cubicBezTo>
                      <a:cubicBezTo>
                        <a:pt x="102" y="134"/>
                        <a:pt x="82" y="134"/>
                        <a:pt x="82" y="150"/>
                      </a:cubicBezTo>
                      <a:cubicBezTo>
                        <a:pt x="102" y="150"/>
                        <a:pt x="102" y="134"/>
                        <a:pt x="118" y="134"/>
                      </a:cubicBezTo>
                      <a:lnTo>
                        <a:pt x="183" y="65"/>
                      </a:lnTo>
                      <a:lnTo>
                        <a:pt x="244" y="7"/>
                      </a:lnTo>
                      <a:close/>
                      <a:moveTo>
                        <a:pt x="82" y="150"/>
                      </a:moveTo>
                      <a:cubicBezTo>
                        <a:pt x="65" y="150"/>
                        <a:pt x="49" y="166"/>
                        <a:pt x="49" y="166"/>
                      </a:cubicBezTo>
                      <a:cubicBezTo>
                        <a:pt x="33" y="203"/>
                        <a:pt x="17" y="203"/>
                        <a:pt x="17" y="219"/>
                      </a:cubicBezTo>
                      <a:cubicBezTo>
                        <a:pt x="17" y="235"/>
                        <a:pt x="1" y="235"/>
                        <a:pt x="1" y="235"/>
                      </a:cubicBezTo>
                      <a:lnTo>
                        <a:pt x="1" y="251"/>
                      </a:lnTo>
                      <a:lnTo>
                        <a:pt x="17" y="251"/>
                      </a:lnTo>
                      <a:cubicBezTo>
                        <a:pt x="17" y="251"/>
                        <a:pt x="17" y="235"/>
                        <a:pt x="33" y="235"/>
                      </a:cubicBezTo>
                      <a:cubicBezTo>
                        <a:pt x="33" y="219"/>
                        <a:pt x="49" y="203"/>
                        <a:pt x="65" y="182"/>
                      </a:cubicBezTo>
                      <a:cubicBezTo>
                        <a:pt x="65" y="182"/>
                        <a:pt x="82" y="166"/>
                        <a:pt x="82" y="1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1"/>
                <p:cNvSpPr/>
                <p:nvPr/>
              </p:nvSpPr>
              <p:spPr>
                <a:xfrm>
                  <a:off x="2668593" y="1482521"/>
                  <a:ext cx="42213" cy="41915"/>
                </a:xfrm>
                <a:custGeom>
                  <a:rect b="b" l="l" r="r" t="t"/>
                  <a:pathLst>
                    <a:path extrusionOk="0" h="422" w="425">
                      <a:moveTo>
                        <a:pt x="404" y="1"/>
                      </a:moveTo>
                      <a:lnTo>
                        <a:pt x="388" y="17"/>
                      </a:lnTo>
                      <a:cubicBezTo>
                        <a:pt x="388" y="17"/>
                        <a:pt x="372" y="17"/>
                        <a:pt x="356" y="33"/>
                      </a:cubicBezTo>
                      <a:lnTo>
                        <a:pt x="324" y="70"/>
                      </a:lnTo>
                      <a:cubicBezTo>
                        <a:pt x="303" y="70"/>
                        <a:pt x="287" y="86"/>
                        <a:pt x="271" y="102"/>
                      </a:cubicBezTo>
                      <a:cubicBezTo>
                        <a:pt x="255" y="118"/>
                        <a:pt x="239" y="134"/>
                        <a:pt x="223" y="150"/>
                      </a:cubicBezTo>
                      <a:cubicBezTo>
                        <a:pt x="202" y="171"/>
                        <a:pt x="186" y="187"/>
                        <a:pt x="170" y="219"/>
                      </a:cubicBezTo>
                      <a:cubicBezTo>
                        <a:pt x="138" y="251"/>
                        <a:pt x="101" y="288"/>
                        <a:pt x="85" y="336"/>
                      </a:cubicBezTo>
                      <a:cubicBezTo>
                        <a:pt x="122" y="304"/>
                        <a:pt x="154" y="272"/>
                        <a:pt x="186" y="219"/>
                      </a:cubicBezTo>
                      <a:cubicBezTo>
                        <a:pt x="202" y="203"/>
                        <a:pt x="223" y="187"/>
                        <a:pt x="239" y="171"/>
                      </a:cubicBezTo>
                      <a:cubicBezTo>
                        <a:pt x="255" y="150"/>
                        <a:pt x="271" y="134"/>
                        <a:pt x="287" y="118"/>
                      </a:cubicBezTo>
                      <a:cubicBezTo>
                        <a:pt x="324" y="86"/>
                        <a:pt x="356" y="70"/>
                        <a:pt x="372" y="49"/>
                      </a:cubicBezTo>
                      <a:cubicBezTo>
                        <a:pt x="388" y="33"/>
                        <a:pt x="388" y="33"/>
                        <a:pt x="404" y="17"/>
                      </a:cubicBezTo>
                      <a:cubicBezTo>
                        <a:pt x="425" y="17"/>
                        <a:pt x="425" y="1"/>
                        <a:pt x="404" y="1"/>
                      </a:cubicBezTo>
                      <a:close/>
                      <a:moveTo>
                        <a:pt x="37" y="389"/>
                      </a:moveTo>
                      <a:lnTo>
                        <a:pt x="37" y="389"/>
                      </a:lnTo>
                      <a:cubicBezTo>
                        <a:pt x="21" y="405"/>
                        <a:pt x="21" y="421"/>
                        <a:pt x="0" y="421"/>
                      </a:cubicBezTo>
                      <a:cubicBezTo>
                        <a:pt x="21" y="421"/>
                        <a:pt x="37" y="405"/>
                        <a:pt x="37" y="3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2673857" y="1474178"/>
                  <a:ext cx="18474" cy="18474"/>
                </a:xfrm>
                <a:custGeom>
                  <a:rect b="b" l="l" r="r" t="t"/>
                  <a:pathLst>
                    <a:path extrusionOk="0" h="186" w="186">
                      <a:moveTo>
                        <a:pt x="186" y="0"/>
                      </a:moveTo>
                      <a:cubicBezTo>
                        <a:pt x="170" y="0"/>
                        <a:pt x="170" y="0"/>
                        <a:pt x="149" y="16"/>
                      </a:cubicBezTo>
                      <a:cubicBezTo>
                        <a:pt x="149" y="16"/>
                        <a:pt x="133" y="16"/>
                        <a:pt x="117" y="32"/>
                      </a:cubicBezTo>
                      <a:cubicBezTo>
                        <a:pt x="101" y="53"/>
                        <a:pt x="85" y="69"/>
                        <a:pt x="85" y="85"/>
                      </a:cubicBezTo>
                      <a:lnTo>
                        <a:pt x="32" y="133"/>
                      </a:lnTo>
                      <a:cubicBezTo>
                        <a:pt x="32" y="146"/>
                        <a:pt x="26" y="157"/>
                        <a:pt x="22" y="163"/>
                      </a:cubicBezTo>
                      <a:lnTo>
                        <a:pt x="22" y="163"/>
                      </a:lnTo>
                      <a:cubicBezTo>
                        <a:pt x="29" y="155"/>
                        <a:pt x="38" y="146"/>
                        <a:pt x="48" y="133"/>
                      </a:cubicBezTo>
                      <a:cubicBezTo>
                        <a:pt x="85" y="117"/>
                        <a:pt x="117" y="69"/>
                        <a:pt x="133" y="53"/>
                      </a:cubicBezTo>
                      <a:cubicBezTo>
                        <a:pt x="149" y="32"/>
                        <a:pt x="149" y="32"/>
                        <a:pt x="170" y="32"/>
                      </a:cubicBezTo>
                      <a:cubicBezTo>
                        <a:pt x="170" y="16"/>
                        <a:pt x="186" y="16"/>
                        <a:pt x="186" y="16"/>
                      </a:cubicBezTo>
                      <a:lnTo>
                        <a:pt x="186" y="0"/>
                      </a:lnTo>
                      <a:close/>
                      <a:moveTo>
                        <a:pt x="22" y="163"/>
                      </a:moveTo>
                      <a:cubicBezTo>
                        <a:pt x="7" y="179"/>
                        <a:pt x="0" y="186"/>
                        <a:pt x="0" y="186"/>
                      </a:cubicBezTo>
                      <a:lnTo>
                        <a:pt x="16" y="170"/>
                      </a:lnTo>
                      <a:cubicBezTo>
                        <a:pt x="16" y="170"/>
                        <a:pt x="19" y="167"/>
                        <a:pt x="22" y="1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2668593" y="1470900"/>
                  <a:ext cx="8542" cy="8542"/>
                </a:xfrm>
                <a:custGeom>
                  <a:rect b="b" l="l" r="r" t="t"/>
                  <a:pathLst>
                    <a:path extrusionOk="0" h="86" w="86">
                      <a:moveTo>
                        <a:pt x="85" y="1"/>
                      </a:moveTo>
                      <a:cubicBezTo>
                        <a:pt x="85" y="1"/>
                        <a:pt x="69" y="1"/>
                        <a:pt x="53" y="17"/>
                      </a:cubicBezTo>
                      <a:cubicBezTo>
                        <a:pt x="37" y="33"/>
                        <a:pt x="37" y="33"/>
                        <a:pt x="21" y="49"/>
                      </a:cubicBezTo>
                      <a:cubicBezTo>
                        <a:pt x="21" y="65"/>
                        <a:pt x="0" y="65"/>
                        <a:pt x="0" y="86"/>
                      </a:cubicBezTo>
                      <a:cubicBezTo>
                        <a:pt x="21" y="86"/>
                        <a:pt x="37" y="65"/>
                        <a:pt x="37" y="65"/>
                      </a:cubicBezTo>
                      <a:lnTo>
                        <a:pt x="69" y="33"/>
                      </a:lnTo>
                      <a:cubicBezTo>
                        <a:pt x="85" y="17"/>
                        <a:pt x="85" y="17"/>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2586749" y="1452525"/>
                  <a:ext cx="53834" cy="11720"/>
                </a:xfrm>
                <a:custGeom>
                  <a:rect b="b" l="l" r="r" t="t"/>
                  <a:pathLst>
                    <a:path extrusionOk="0" h="118" w="542">
                      <a:moveTo>
                        <a:pt x="0" y="0"/>
                      </a:moveTo>
                      <a:lnTo>
                        <a:pt x="0" y="16"/>
                      </a:lnTo>
                      <a:lnTo>
                        <a:pt x="17" y="16"/>
                      </a:lnTo>
                      <a:cubicBezTo>
                        <a:pt x="37" y="16"/>
                        <a:pt x="37" y="32"/>
                        <a:pt x="53" y="32"/>
                      </a:cubicBezTo>
                      <a:cubicBezTo>
                        <a:pt x="85" y="32"/>
                        <a:pt x="101" y="48"/>
                        <a:pt x="138" y="48"/>
                      </a:cubicBezTo>
                      <a:cubicBezTo>
                        <a:pt x="170" y="48"/>
                        <a:pt x="186" y="69"/>
                        <a:pt x="202" y="69"/>
                      </a:cubicBezTo>
                      <a:lnTo>
                        <a:pt x="271" y="69"/>
                      </a:lnTo>
                      <a:cubicBezTo>
                        <a:pt x="303" y="85"/>
                        <a:pt x="356" y="85"/>
                        <a:pt x="404" y="101"/>
                      </a:cubicBezTo>
                      <a:cubicBezTo>
                        <a:pt x="473" y="117"/>
                        <a:pt x="542" y="117"/>
                        <a:pt x="542" y="117"/>
                      </a:cubicBezTo>
                      <a:cubicBezTo>
                        <a:pt x="542" y="117"/>
                        <a:pt x="473" y="101"/>
                        <a:pt x="404" y="85"/>
                      </a:cubicBezTo>
                      <a:cubicBezTo>
                        <a:pt x="356" y="69"/>
                        <a:pt x="320" y="48"/>
                        <a:pt x="271" y="48"/>
                      </a:cubicBezTo>
                      <a:cubicBezTo>
                        <a:pt x="255" y="32"/>
                        <a:pt x="239" y="32"/>
                        <a:pt x="202" y="32"/>
                      </a:cubicBezTo>
                      <a:cubicBezTo>
                        <a:pt x="186" y="16"/>
                        <a:pt x="170" y="16"/>
                        <a:pt x="154" y="16"/>
                      </a:cubicBezTo>
                      <a:cubicBezTo>
                        <a:pt x="118" y="16"/>
                        <a:pt x="85"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1"/>
                <p:cNvSpPr/>
                <p:nvPr/>
              </p:nvSpPr>
              <p:spPr>
                <a:xfrm>
                  <a:off x="2586749" y="1390645"/>
                  <a:ext cx="55423" cy="11820"/>
                </a:xfrm>
                <a:custGeom>
                  <a:rect b="b" l="l" r="r" t="t"/>
                  <a:pathLst>
                    <a:path extrusionOk="0" h="119" w="558">
                      <a:moveTo>
                        <a:pt x="0" y="1"/>
                      </a:moveTo>
                      <a:lnTo>
                        <a:pt x="0" y="17"/>
                      </a:lnTo>
                      <a:cubicBezTo>
                        <a:pt x="17" y="17"/>
                        <a:pt x="17" y="33"/>
                        <a:pt x="53" y="33"/>
                      </a:cubicBezTo>
                      <a:cubicBezTo>
                        <a:pt x="69" y="33"/>
                        <a:pt x="101" y="49"/>
                        <a:pt x="138" y="49"/>
                      </a:cubicBezTo>
                      <a:lnTo>
                        <a:pt x="271" y="49"/>
                      </a:lnTo>
                      <a:cubicBezTo>
                        <a:pt x="287" y="66"/>
                        <a:pt x="320" y="66"/>
                        <a:pt x="340" y="66"/>
                      </a:cubicBezTo>
                      <a:cubicBezTo>
                        <a:pt x="356" y="66"/>
                        <a:pt x="388" y="86"/>
                        <a:pt x="404" y="86"/>
                      </a:cubicBezTo>
                      <a:cubicBezTo>
                        <a:pt x="438" y="86"/>
                        <a:pt x="481" y="99"/>
                        <a:pt x="501" y="102"/>
                      </a:cubicBezTo>
                      <a:lnTo>
                        <a:pt x="501" y="102"/>
                      </a:lnTo>
                      <a:cubicBezTo>
                        <a:pt x="474" y="93"/>
                        <a:pt x="441" y="81"/>
                        <a:pt x="404" y="66"/>
                      </a:cubicBezTo>
                      <a:cubicBezTo>
                        <a:pt x="388" y="66"/>
                        <a:pt x="372" y="49"/>
                        <a:pt x="340" y="49"/>
                      </a:cubicBezTo>
                      <a:cubicBezTo>
                        <a:pt x="320" y="49"/>
                        <a:pt x="303" y="33"/>
                        <a:pt x="271" y="33"/>
                      </a:cubicBezTo>
                      <a:cubicBezTo>
                        <a:pt x="255" y="33"/>
                        <a:pt x="219" y="17"/>
                        <a:pt x="202" y="17"/>
                      </a:cubicBezTo>
                      <a:lnTo>
                        <a:pt x="53" y="17"/>
                      </a:lnTo>
                      <a:cubicBezTo>
                        <a:pt x="37" y="1"/>
                        <a:pt x="17" y="1"/>
                        <a:pt x="17" y="1"/>
                      </a:cubicBezTo>
                      <a:close/>
                      <a:moveTo>
                        <a:pt x="501" y="102"/>
                      </a:moveTo>
                      <a:cubicBezTo>
                        <a:pt x="506" y="103"/>
                        <a:pt x="511" y="105"/>
                        <a:pt x="516" y="106"/>
                      </a:cubicBezTo>
                      <a:lnTo>
                        <a:pt x="516" y="106"/>
                      </a:lnTo>
                      <a:cubicBezTo>
                        <a:pt x="512" y="105"/>
                        <a:pt x="509" y="104"/>
                        <a:pt x="505" y="102"/>
                      </a:cubicBezTo>
                      <a:cubicBezTo>
                        <a:pt x="504" y="102"/>
                        <a:pt x="502" y="102"/>
                        <a:pt x="501" y="102"/>
                      </a:cubicBezTo>
                      <a:close/>
                      <a:moveTo>
                        <a:pt x="516" y="106"/>
                      </a:moveTo>
                      <a:cubicBezTo>
                        <a:pt x="545" y="118"/>
                        <a:pt x="558" y="118"/>
                        <a:pt x="558" y="118"/>
                      </a:cubicBezTo>
                      <a:cubicBezTo>
                        <a:pt x="558" y="118"/>
                        <a:pt x="542" y="114"/>
                        <a:pt x="516" y="1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1"/>
                <p:cNvSpPr/>
                <p:nvPr/>
              </p:nvSpPr>
              <p:spPr>
                <a:xfrm>
                  <a:off x="2932996" y="1435640"/>
                  <a:ext cx="4966" cy="202325"/>
                </a:xfrm>
                <a:custGeom>
                  <a:rect b="b" l="l" r="r" t="t"/>
                  <a:pathLst>
                    <a:path extrusionOk="0" h="2037" w="50">
                      <a:moveTo>
                        <a:pt x="1" y="0"/>
                      </a:moveTo>
                      <a:cubicBezTo>
                        <a:pt x="17" y="17"/>
                        <a:pt x="17" y="17"/>
                        <a:pt x="17" y="53"/>
                      </a:cubicBezTo>
                      <a:cubicBezTo>
                        <a:pt x="17" y="85"/>
                        <a:pt x="33" y="138"/>
                        <a:pt x="33" y="202"/>
                      </a:cubicBezTo>
                      <a:cubicBezTo>
                        <a:pt x="33" y="271"/>
                        <a:pt x="17" y="388"/>
                        <a:pt x="17" y="521"/>
                      </a:cubicBezTo>
                      <a:cubicBezTo>
                        <a:pt x="17" y="808"/>
                        <a:pt x="33" y="1180"/>
                        <a:pt x="33" y="1499"/>
                      </a:cubicBezTo>
                      <a:lnTo>
                        <a:pt x="33" y="2036"/>
                      </a:lnTo>
                      <a:cubicBezTo>
                        <a:pt x="33" y="2036"/>
                        <a:pt x="33" y="1802"/>
                        <a:pt x="49" y="1499"/>
                      </a:cubicBezTo>
                      <a:lnTo>
                        <a:pt x="49" y="521"/>
                      </a:lnTo>
                      <a:lnTo>
                        <a:pt x="49" y="340"/>
                      </a:lnTo>
                      <a:lnTo>
                        <a:pt x="49" y="202"/>
                      </a:lnTo>
                      <a:cubicBezTo>
                        <a:pt x="49" y="118"/>
                        <a:pt x="49" y="85"/>
                        <a:pt x="33" y="53"/>
                      </a:cubicBezTo>
                      <a:cubicBezTo>
                        <a:pt x="33" y="17"/>
                        <a:pt x="1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2735637" y="1139949"/>
                  <a:ext cx="5264" cy="95153"/>
                </a:xfrm>
                <a:custGeom>
                  <a:rect b="b" l="l" r="r" t="t"/>
                  <a:pathLst>
                    <a:path extrusionOk="0" h="958" w="53">
                      <a:moveTo>
                        <a:pt x="0" y="0"/>
                      </a:moveTo>
                      <a:lnTo>
                        <a:pt x="0" y="16"/>
                      </a:lnTo>
                      <a:cubicBezTo>
                        <a:pt x="16" y="49"/>
                        <a:pt x="32" y="101"/>
                        <a:pt x="32" y="234"/>
                      </a:cubicBezTo>
                      <a:cubicBezTo>
                        <a:pt x="16" y="303"/>
                        <a:pt x="16" y="388"/>
                        <a:pt x="16" y="469"/>
                      </a:cubicBezTo>
                      <a:lnTo>
                        <a:pt x="16" y="590"/>
                      </a:lnTo>
                      <a:lnTo>
                        <a:pt x="16" y="707"/>
                      </a:lnTo>
                      <a:lnTo>
                        <a:pt x="16" y="808"/>
                      </a:lnTo>
                      <a:lnTo>
                        <a:pt x="16" y="893"/>
                      </a:lnTo>
                      <a:lnTo>
                        <a:pt x="16" y="958"/>
                      </a:lnTo>
                      <a:cubicBezTo>
                        <a:pt x="16" y="958"/>
                        <a:pt x="32" y="941"/>
                        <a:pt x="32" y="893"/>
                      </a:cubicBezTo>
                      <a:lnTo>
                        <a:pt x="32" y="808"/>
                      </a:lnTo>
                      <a:lnTo>
                        <a:pt x="32" y="707"/>
                      </a:lnTo>
                      <a:lnTo>
                        <a:pt x="32" y="590"/>
                      </a:lnTo>
                      <a:lnTo>
                        <a:pt x="32" y="469"/>
                      </a:lnTo>
                      <a:cubicBezTo>
                        <a:pt x="32" y="388"/>
                        <a:pt x="53" y="303"/>
                        <a:pt x="53" y="234"/>
                      </a:cubicBezTo>
                      <a:lnTo>
                        <a:pt x="53" y="85"/>
                      </a:lnTo>
                      <a:cubicBezTo>
                        <a:pt x="32" y="49"/>
                        <a:pt x="32" y="32"/>
                        <a:pt x="16" y="16"/>
                      </a:cubicBezTo>
                      <a:cubicBezTo>
                        <a:pt x="16" y="0"/>
                        <a:pt x="0"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2735637" y="1133096"/>
                  <a:ext cx="16885" cy="6953"/>
                </a:xfrm>
                <a:custGeom>
                  <a:rect b="b" l="l" r="r" t="t"/>
                  <a:pathLst>
                    <a:path extrusionOk="0" h="70" w="170">
                      <a:moveTo>
                        <a:pt x="117" y="0"/>
                      </a:moveTo>
                      <a:cubicBezTo>
                        <a:pt x="101" y="17"/>
                        <a:pt x="85" y="17"/>
                        <a:pt x="85" y="17"/>
                      </a:cubicBezTo>
                      <a:cubicBezTo>
                        <a:pt x="69" y="33"/>
                        <a:pt x="53" y="33"/>
                        <a:pt x="32" y="33"/>
                      </a:cubicBezTo>
                      <a:lnTo>
                        <a:pt x="16" y="53"/>
                      </a:lnTo>
                      <a:lnTo>
                        <a:pt x="0" y="53"/>
                      </a:lnTo>
                      <a:lnTo>
                        <a:pt x="0" y="69"/>
                      </a:lnTo>
                      <a:lnTo>
                        <a:pt x="16" y="69"/>
                      </a:lnTo>
                      <a:cubicBezTo>
                        <a:pt x="16" y="69"/>
                        <a:pt x="32" y="69"/>
                        <a:pt x="53" y="53"/>
                      </a:cubicBezTo>
                      <a:cubicBezTo>
                        <a:pt x="53" y="53"/>
                        <a:pt x="69" y="53"/>
                        <a:pt x="85" y="33"/>
                      </a:cubicBezTo>
                      <a:cubicBezTo>
                        <a:pt x="101" y="33"/>
                        <a:pt x="117" y="33"/>
                        <a:pt x="117" y="17"/>
                      </a:cubicBezTo>
                      <a:cubicBezTo>
                        <a:pt x="154" y="0"/>
                        <a:pt x="170"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2752423" y="1129917"/>
                  <a:ext cx="3377" cy="88697"/>
                </a:xfrm>
                <a:custGeom>
                  <a:rect b="b" l="l" r="r" t="t"/>
                  <a:pathLst>
                    <a:path extrusionOk="0" h="893" w="34">
                      <a:moveTo>
                        <a:pt x="17" y="0"/>
                      </a:moveTo>
                      <a:cubicBezTo>
                        <a:pt x="17" y="0"/>
                        <a:pt x="1" y="0"/>
                        <a:pt x="1" y="32"/>
                      </a:cubicBezTo>
                      <a:lnTo>
                        <a:pt x="1" y="101"/>
                      </a:lnTo>
                      <a:lnTo>
                        <a:pt x="1" y="251"/>
                      </a:lnTo>
                      <a:cubicBezTo>
                        <a:pt x="1" y="319"/>
                        <a:pt x="17" y="404"/>
                        <a:pt x="17" y="469"/>
                      </a:cubicBezTo>
                      <a:lnTo>
                        <a:pt x="17" y="590"/>
                      </a:lnTo>
                      <a:lnTo>
                        <a:pt x="17" y="707"/>
                      </a:lnTo>
                      <a:lnTo>
                        <a:pt x="17" y="808"/>
                      </a:lnTo>
                      <a:cubicBezTo>
                        <a:pt x="17" y="840"/>
                        <a:pt x="17" y="873"/>
                        <a:pt x="33" y="893"/>
                      </a:cubicBezTo>
                      <a:lnTo>
                        <a:pt x="33" y="808"/>
                      </a:lnTo>
                      <a:lnTo>
                        <a:pt x="33" y="707"/>
                      </a:lnTo>
                      <a:lnTo>
                        <a:pt x="33" y="590"/>
                      </a:lnTo>
                      <a:lnTo>
                        <a:pt x="33" y="469"/>
                      </a:lnTo>
                      <a:lnTo>
                        <a:pt x="33" y="251"/>
                      </a:lnTo>
                      <a:cubicBezTo>
                        <a:pt x="33" y="186"/>
                        <a:pt x="33" y="133"/>
                        <a:pt x="17" y="101"/>
                      </a:cubicBezTo>
                      <a:lnTo>
                        <a:pt x="17" y="32"/>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2733949" y="1228547"/>
                  <a:ext cx="20163" cy="10131"/>
                </a:xfrm>
                <a:custGeom>
                  <a:rect b="b" l="l" r="r" t="t"/>
                  <a:pathLst>
                    <a:path extrusionOk="0" h="102" w="203">
                      <a:moveTo>
                        <a:pt x="187" y="1"/>
                      </a:moveTo>
                      <a:cubicBezTo>
                        <a:pt x="187" y="17"/>
                        <a:pt x="171" y="17"/>
                        <a:pt x="150" y="17"/>
                      </a:cubicBezTo>
                      <a:cubicBezTo>
                        <a:pt x="134" y="17"/>
                        <a:pt x="118" y="17"/>
                        <a:pt x="102" y="33"/>
                      </a:cubicBezTo>
                      <a:cubicBezTo>
                        <a:pt x="86" y="33"/>
                        <a:pt x="70" y="49"/>
                        <a:pt x="49" y="49"/>
                      </a:cubicBezTo>
                      <a:cubicBezTo>
                        <a:pt x="1" y="82"/>
                        <a:pt x="1" y="82"/>
                        <a:pt x="1" y="102"/>
                      </a:cubicBezTo>
                      <a:lnTo>
                        <a:pt x="70" y="82"/>
                      </a:lnTo>
                      <a:cubicBezTo>
                        <a:pt x="86" y="66"/>
                        <a:pt x="102" y="66"/>
                        <a:pt x="118" y="49"/>
                      </a:cubicBezTo>
                      <a:cubicBezTo>
                        <a:pt x="134" y="49"/>
                        <a:pt x="150" y="33"/>
                        <a:pt x="171" y="17"/>
                      </a:cubicBezTo>
                      <a:lnTo>
                        <a:pt x="187" y="17"/>
                      </a:lnTo>
                      <a:cubicBezTo>
                        <a:pt x="203" y="17"/>
                        <a:pt x="203" y="17"/>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1"/>
                <p:cNvSpPr/>
                <p:nvPr/>
              </p:nvSpPr>
              <p:spPr>
                <a:xfrm>
                  <a:off x="2758879" y="1123560"/>
                  <a:ext cx="5264" cy="99921"/>
                </a:xfrm>
                <a:custGeom>
                  <a:rect b="b" l="l" r="r" t="t"/>
                  <a:pathLst>
                    <a:path extrusionOk="0" h="1006" w="53">
                      <a:moveTo>
                        <a:pt x="36" y="1"/>
                      </a:moveTo>
                      <a:cubicBezTo>
                        <a:pt x="34" y="1"/>
                        <a:pt x="30" y="9"/>
                        <a:pt x="21" y="28"/>
                      </a:cubicBezTo>
                      <a:lnTo>
                        <a:pt x="21" y="64"/>
                      </a:lnTo>
                      <a:lnTo>
                        <a:pt x="21" y="113"/>
                      </a:lnTo>
                      <a:cubicBezTo>
                        <a:pt x="0" y="149"/>
                        <a:pt x="21" y="197"/>
                        <a:pt x="21" y="266"/>
                      </a:cubicBezTo>
                      <a:lnTo>
                        <a:pt x="21" y="383"/>
                      </a:lnTo>
                      <a:cubicBezTo>
                        <a:pt x="37" y="399"/>
                        <a:pt x="37" y="416"/>
                        <a:pt x="37" y="432"/>
                      </a:cubicBezTo>
                      <a:lnTo>
                        <a:pt x="37" y="500"/>
                      </a:lnTo>
                      <a:lnTo>
                        <a:pt x="37" y="618"/>
                      </a:lnTo>
                      <a:lnTo>
                        <a:pt x="37" y="735"/>
                      </a:lnTo>
                      <a:lnTo>
                        <a:pt x="37" y="1005"/>
                      </a:lnTo>
                      <a:cubicBezTo>
                        <a:pt x="37" y="1005"/>
                        <a:pt x="53" y="888"/>
                        <a:pt x="53" y="735"/>
                      </a:cubicBezTo>
                      <a:lnTo>
                        <a:pt x="53" y="618"/>
                      </a:lnTo>
                      <a:lnTo>
                        <a:pt x="53" y="500"/>
                      </a:lnTo>
                      <a:lnTo>
                        <a:pt x="53" y="367"/>
                      </a:lnTo>
                      <a:cubicBezTo>
                        <a:pt x="37" y="331"/>
                        <a:pt x="37" y="298"/>
                        <a:pt x="37" y="266"/>
                      </a:cubicBezTo>
                      <a:cubicBezTo>
                        <a:pt x="37" y="197"/>
                        <a:pt x="21" y="149"/>
                        <a:pt x="37" y="113"/>
                      </a:cubicBezTo>
                      <a:lnTo>
                        <a:pt x="37" y="64"/>
                      </a:lnTo>
                      <a:lnTo>
                        <a:pt x="37" y="28"/>
                      </a:lnTo>
                      <a:lnTo>
                        <a:pt x="37" y="12"/>
                      </a:lnTo>
                      <a:cubicBezTo>
                        <a:pt x="37" y="5"/>
                        <a:pt x="37" y="1"/>
                        <a:pt x="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1"/>
                <p:cNvSpPr/>
                <p:nvPr/>
              </p:nvSpPr>
              <p:spPr>
                <a:xfrm>
                  <a:off x="2764044" y="1218515"/>
                  <a:ext cx="16985" cy="6555"/>
                </a:xfrm>
                <a:custGeom>
                  <a:rect b="b" l="l" r="r" t="t"/>
                  <a:pathLst>
                    <a:path extrusionOk="0" h="66" w="171">
                      <a:moveTo>
                        <a:pt x="134" y="1"/>
                      </a:moveTo>
                      <a:cubicBezTo>
                        <a:pt x="102" y="1"/>
                        <a:pt x="70" y="17"/>
                        <a:pt x="33" y="33"/>
                      </a:cubicBezTo>
                      <a:cubicBezTo>
                        <a:pt x="17" y="33"/>
                        <a:pt x="1" y="49"/>
                        <a:pt x="1" y="49"/>
                      </a:cubicBezTo>
                      <a:lnTo>
                        <a:pt x="1" y="66"/>
                      </a:lnTo>
                      <a:lnTo>
                        <a:pt x="17" y="66"/>
                      </a:lnTo>
                      <a:cubicBezTo>
                        <a:pt x="17" y="66"/>
                        <a:pt x="33" y="66"/>
                        <a:pt x="49" y="49"/>
                      </a:cubicBezTo>
                      <a:cubicBezTo>
                        <a:pt x="70" y="33"/>
                        <a:pt x="102" y="17"/>
                        <a:pt x="134" y="17"/>
                      </a:cubicBezTo>
                      <a:cubicBezTo>
                        <a:pt x="150" y="1"/>
                        <a:pt x="150"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1"/>
                <p:cNvSpPr/>
                <p:nvPr/>
              </p:nvSpPr>
              <p:spPr>
                <a:xfrm>
                  <a:off x="2762455" y="1118197"/>
                  <a:ext cx="13409" cy="6555"/>
                </a:xfrm>
                <a:custGeom>
                  <a:rect b="b" l="l" r="r" t="t"/>
                  <a:pathLst>
                    <a:path extrusionOk="0" h="66" w="135">
                      <a:moveTo>
                        <a:pt x="134" y="1"/>
                      </a:moveTo>
                      <a:cubicBezTo>
                        <a:pt x="118" y="1"/>
                        <a:pt x="102" y="1"/>
                        <a:pt x="86" y="17"/>
                      </a:cubicBezTo>
                      <a:cubicBezTo>
                        <a:pt x="65" y="17"/>
                        <a:pt x="49" y="17"/>
                        <a:pt x="33" y="33"/>
                      </a:cubicBezTo>
                      <a:cubicBezTo>
                        <a:pt x="17" y="33"/>
                        <a:pt x="17" y="49"/>
                        <a:pt x="1" y="49"/>
                      </a:cubicBezTo>
                      <a:lnTo>
                        <a:pt x="1" y="66"/>
                      </a:lnTo>
                      <a:lnTo>
                        <a:pt x="17" y="66"/>
                      </a:lnTo>
                      <a:cubicBezTo>
                        <a:pt x="33" y="66"/>
                        <a:pt x="33" y="49"/>
                        <a:pt x="49" y="49"/>
                      </a:cubicBezTo>
                      <a:cubicBezTo>
                        <a:pt x="65" y="33"/>
                        <a:pt x="102" y="17"/>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2778943" y="1114621"/>
                  <a:ext cx="5264" cy="103993"/>
                </a:xfrm>
                <a:custGeom>
                  <a:rect b="b" l="l" r="r" t="t"/>
                  <a:pathLst>
                    <a:path extrusionOk="0" h="1047" w="53">
                      <a:moveTo>
                        <a:pt x="21" y="1"/>
                      </a:moveTo>
                      <a:lnTo>
                        <a:pt x="21" y="37"/>
                      </a:lnTo>
                      <a:cubicBezTo>
                        <a:pt x="37" y="17"/>
                        <a:pt x="37" y="17"/>
                        <a:pt x="37" y="1"/>
                      </a:cubicBezTo>
                      <a:close/>
                      <a:moveTo>
                        <a:pt x="21" y="37"/>
                      </a:moveTo>
                      <a:cubicBezTo>
                        <a:pt x="0" y="53"/>
                        <a:pt x="0" y="69"/>
                        <a:pt x="0" y="102"/>
                      </a:cubicBezTo>
                      <a:lnTo>
                        <a:pt x="0" y="271"/>
                      </a:lnTo>
                      <a:cubicBezTo>
                        <a:pt x="0" y="304"/>
                        <a:pt x="0" y="356"/>
                        <a:pt x="21" y="388"/>
                      </a:cubicBezTo>
                      <a:lnTo>
                        <a:pt x="21" y="506"/>
                      </a:lnTo>
                      <a:cubicBezTo>
                        <a:pt x="21" y="590"/>
                        <a:pt x="37" y="691"/>
                        <a:pt x="37" y="760"/>
                      </a:cubicBezTo>
                      <a:lnTo>
                        <a:pt x="37" y="1047"/>
                      </a:lnTo>
                      <a:cubicBezTo>
                        <a:pt x="37" y="1047"/>
                        <a:pt x="37" y="910"/>
                        <a:pt x="53" y="760"/>
                      </a:cubicBezTo>
                      <a:lnTo>
                        <a:pt x="53" y="506"/>
                      </a:lnTo>
                      <a:cubicBezTo>
                        <a:pt x="53" y="473"/>
                        <a:pt x="37" y="421"/>
                        <a:pt x="37" y="388"/>
                      </a:cubicBezTo>
                      <a:lnTo>
                        <a:pt x="37" y="271"/>
                      </a:lnTo>
                      <a:cubicBezTo>
                        <a:pt x="21" y="203"/>
                        <a:pt x="21" y="154"/>
                        <a:pt x="21" y="102"/>
                      </a:cubicBezTo>
                      <a:lnTo>
                        <a:pt x="21" y="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2787386" y="1109854"/>
                  <a:ext cx="3675" cy="102007"/>
                </a:xfrm>
                <a:custGeom>
                  <a:rect b="b" l="l" r="r" t="t"/>
                  <a:pathLst>
                    <a:path extrusionOk="0" h="1027" w="37">
                      <a:moveTo>
                        <a:pt x="16" y="0"/>
                      </a:moveTo>
                      <a:lnTo>
                        <a:pt x="0" y="32"/>
                      </a:lnTo>
                      <a:lnTo>
                        <a:pt x="0" y="101"/>
                      </a:lnTo>
                      <a:lnTo>
                        <a:pt x="0" y="267"/>
                      </a:lnTo>
                      <a:lnTo>
                        <a:pt x="0" y="505"/>
                      </a:lnTo>
                      <a:cubicBezTo>
                        <a:pt x="16" y="554"/>
                        <a:pt x="16" y="590"/>
                        <a:pt x="16" y="638"/>
                      </a:cubicBezTo>
                      <a:lnTo>
                        <a:pt x="16" y="756"/>
                      </a:lnTo>
                      <a:lnTo>
                        <a:pt x="16" y="1026"/>
                      </a:lnTo>
                      <a:cubicBezTo>
                        <a:pt x="16" y="1026"/>
                        <a:pt x="16" y="909"/>
                        <a:pt x="37" y="756"/>
                      </a:cubicBezTo>
                      <a:lnTo>
                        <a:pt x="37" y="638"/>
                      </a:lnTo>
                      <a:lnTo>
                        <a:pt x="37" y="505"/>
                      </a:lnTo>
                      <a:cubicBezTo>
                        <a:pt x="37" y="420"/>
                        <a:pt x="16" y="335"/>
                        <a:pt x="16" y="267"/>
                      </a:cubicBezTo>
                      <a:lnTo>
                        <a:pt x="16" y="101"/>
                      </a:lnTo>
                      <a:lnTo>
                        <a:pt x="16" y="32"/>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1"/>
                <p:cNvSpPr/>
                <p:nvPr/>
              </p:nvSpPr>
              <p:spPr>
                <a:xfrm>
                  <a:off x="2788975" y="1204908"/>
                  <a:ext cx="15296" cy="8542"/>
                </a:xfrm>
                <a:custGeom>
                  <a:rect b="b" l="l" r="r" t="t"/>
                  <a:pathLst>
                    <a:path extrusionOk="0" h="86" w="154">
                      <a:moveTo>
                        <a:pt x="138" y="1"/>
                      </a:moveTo>
                      <a:cubicBezTo>
                        <a:pt x="122" y="1"/>
                        <a:pt x="101" y="17"/>
                        <a:pt x="85" y="17"/>
                      </a:cubicBezTo>
                      <a:cubicBezTo>
                        <a:pt x="69" y="37"/>
                        <a:pt x="53" y="37"/>
                        <a:pt x="37" y="37"/>
                      </a:cubicBezTo>
                      <a:lnTo>
                        <a:pt x="21" y="53"/>
                      </a:lnTo>
                      <a:lnTo>
                        <a:pt x="0" y="69"/>
                      </a:lnTo>
                      <a:lnTo>
                        <a:pt x="0" y="85"/>
                      </a:lnTo>
                      <a:lnTo>
                        <a:pt x="21" y="85"/>
                      </a:lnTo>
                      <a:cubicBezTo>
                        <a:pt x="37" y="69"/>
                        <a:pt x="37" y="69"/>
                        <a:pt x="53" y="69"/>
                      </a:cubicBezTo>
                      <a:cubicBezTo>
                        <a:pt x="69" y="53"/>
                        <a:pt x="85" y="53"/>
                        <a:pt x="85" y="37"/>
                      </a:cubicBezTo>
                      <a:cubicBezTo>
                        <a:pt x="101" y="37"/>
                        <a:pt x="122" y="17"/>
                        <a:pt x="138" y="17"/>
                      </a:cubicBezTo>
                      <a:lnTo>
                        <a:pt x="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1"/>
                <p:cNvSpPr/>
                <p:nvPr/>
              </p:nvSpPr>
              <p:spPr>
                <a:xfrm>
                  <a:off x="2787386" y="1101411"/>
                  <a:ext cx="20163" cy="8542"/>
                </a:xfrm>
                <a:custGeom>
                  <a:rect b="b" l="l" r="r" t="t"/>
                  <a:pathLst>
                    <a:path extrusionOk="0" h="86" w="203">
                      <a:moveTo>
                        <a:pt x="202" y="0"/>
                      </a:moveTo>
                      <a:cubicBezTo>
                        <a:pt x="202" y="0"/>
                        <a:pt x="186" y="0"/>
                        <a:pt x="154" y="16"/>
                      </a:cubicBezTo>
                      <a:cubicBezTo>
                        <a:pt x="138" y="16"/>
                        <a:pt x="117" y="33"/>
                        <a:pt x="101" y="33"/>
                      </a:cubicBezTo>
                      <a:cubicBezTo>
                        <a:pt x="85" y="49"/>
                        <a:pt x="69" y="49"/>
                        <a:pt x="53" y="49"/>
                      </a:cubicBezTo>
                      <a:cubicBezTo>
                        <a:pt x="16" y="69"/>
                        <a:pt x="16" y="69"/>
                        <a:pt x="0" y="85"/>
                      </a:cubicBezTo>
                      <a:lnTo>
                        <a:pt x="69" y="85"/>
                      </a:lnTo>
                      <a:cubicBezTo>
                        <a:pt x="69" y="69"/>
                        <a:pt x="85" y="69"/>
                        <a:pt x="101" y="49"/>
                      </a:cubicBezTo>
                      <a:cubicBezTo>
                        <a:pt x="117" y="49"/>
                        <a:pt x="138" y="33"/>
                        <a:pt x="154" y="33"/>
                      </a:cubicBezTo>
                      <a:cubicBezTo>
                        <a:pt x="186" y="16"/>
                        <a:pt x="202" y="0"/>
                        <a:pt x="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2805860" y="1099424"/>
                  <a:ext cx="5264" cy="102404"/>
                </a:xfrm>
                <a:custGeom>
                  <a:rect b="b" l="l" r="r" t="t"/>
                  <a:pathLst>
                    <a:path extrusionOk="0" h="1031" w="53">
                      <a:moveTo>
                        <a:pt x="30" y="0"/>
                      </a:moveTo>
                      <a:cubicBezTo>
                        <a:pt x="28" y="0"/>
                        <a:pt x="24" y="4"/>
                        <a:pt x="16" y="20"/>
                      </a:cubicBezTo>
                      <a:cubicBezTo>
                        <a:pt x="16" y="36"/>
                        <a:pt x="16" y="69"/>
                        <a:pt x="0" y="105"/>
                      </a:cubicBezTo>
                      <a:lnTo>
                        <a:pt x="0" y="170"/>
                      </a:lnTo>
                      <a:lnTo>
                        <a:pt x="0" y="222"/>
                      </a:lnTo>
                      <a:lnTo>
                        <a:pt x="0" y="271"/>
                      </a:lnTo>
                      <a:lnTo>
                        <a:pt x="0" y="392"/>
                      </a:lnTo>
                      <a:cubicBezTo>
                        <a:pt x="0" y="424"/>
                        <a:pt x="0" y="473"/>
                        <a:pt x="16" y="525"/>
                      </a:cubicBezTo>
                      <a:lnTo>
                        <a:pt x="16" y="642"/>
                      </a:lnTo>
                      <a:lnTo>
                        <a:pt x="16" y="776"/>
                      </a:lnTo>
                      <a:cubicBezTo>
                        <a:pt x="16" y="812"/>
                        <a:pt x="16" y="844"/>
                        <a:pt x="32" y="877"/>
                      </a:cubicBezTo>
                      <a:lnTo>
                        <a:pt x="32" y="776"/>
                      </a:lnTo>
                      <a:lnTo>
                        <a:pt x="32" y="642"/>
                      </a:lnTo>
                      <a:lnTo>
                        <a:pt x="32" y="525"/>
                      </a:lnTo>
                      <a:lnTo>
                        <a:pt x="32" y="392"/>
                      </a:lnTo>
                      <a:lnTo>
                        <a:pt x="32" y="271"/>
                      </a:lnTo>
                      <a:cubicBezTo>
                        <a:pt x="16" y="238"/>
                        <a:pt x="32" y="206"/>
                        <a:pt x="32" y="170"/>
                      </a:cubicBezTo>
                      <a:lnTo>
                        <a:pt x="32" y="105"/>
                      </a:lnTo>
                      <a:lnTo>
                        <a:pt x="32" y="20"/>
                      </a:lnTo>
                      <a:lnTo>
                        <a:pt x="32" y="4"/>
                      </a:lnTo>
                      <a:cubicBezTo>
                        <a:pt x="32" y="4"/>
                        <a:pt x="32" y="0"/>
                        <a:pt x="30" y="0"/>
                      </a:cubicBezTo>
                      <a:close/>
                      <a:moveTo>
                        <a:pt x="32" y="978"/>
                      </a:moveTo>
                      <a:cubicBezTo>
                        <a:pt x="32" y="998"/>
                        <a:pt x="32" y="1030"/>
                        <a:pt x="53" y="1030"/>
                      </a:cubicBezTo>
                      <a:cubicBezTo>
                        <a:pt x="53" y="1014"/>
                        <a:pt x="32" y="998"/>
                        <a:pt x="32" y="9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2735637" y="1240267"/>
                  <a:ext cx="16885" cy="7946"/>
                </a:xfrm>
                <a:custGeom>
                  <a:rect b="b" l="l" r="r" t="t"/>
                  <a:pathLst>
                    <a:path extrusionOk="0" h="80" w="170">
                      <a:moveTo>
                        <a:pt x="154" y="0"/>
                      </a:moveTo>
                      <a:cubicBezTo>
                        <a:pt x="154" y="0"/>
                        <a:pt x="133" y="0"/>
                        <a:pt x="117" y="16"/>
                      </a:cubicBezTo>
                      <a:cubicBezTo>
                        <a:pt x="101" y="16"/>
                        <a:pt x="69" y="32"/>
                        <a:pt x="53" y="49"/>
                      </a:cubicBezTo>
                      <a:lnTo>
                        <a:pt x="0" y="65"/>
                      </a:lnTo>
                      <a:cubicBezTo>
                        <a:pt x="0" y="75"/>
                        <a:pt x="0" y="80"/>
                        <a:pt x="7" y="80"/>
                      </a:cubicBezTo>
                      <a:cubicBezTo>
                        <a:pt x="13" y="80"/>
                        <a:pt x="26" y="75"/>
                        <a:pt x="53" y="65"/>
                      </a:cubicBezTo>
                      <a:cubicBezTo>
                        <a:pt x="85" y="49"/>
                        <a:pt x="101" y="32"/>
                        <a:pt x="133" y="16"/>
                      </a:cubicBezTo>
                      <a:cubicBezTo>
                        <a:pt x="154" y="16"/>
                        <a:pt x="170"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2754012" y="1238579"/>
                  <a:ext cx="3377" cy="98431"/>
                </a:xfrm>
                <a:custGeom>
                  <a:rect b="b" l="l" r="r" t="t"/>
                  <a:pathLst>
                    <a:path extrusionOk="0" h="991" w="34">
                      <a:moveTo>
                        <a:pt x="17" y="1"/>
                      </a:moveTo>
                      <a:lnTo>
                        <a:pt x="1" y="33"/>
                      </a:lnTo>
                      <a:lnTo>
                        <a:pt x="1" y="102"/>
                      </a:lnTo>
                      <a:lnTo>
                        <a:pt x="1" y="251"/>
                      </a:lnTo>
                      <a:cubicBezTo>
                        <a:pt x="1" y="538"/>
                        <a:pt x="33" y="991"/>
                        <a:pt x="33" y="991"/>
                      </a:cubicBezTo>
                      <a:lnTo>
                        <a:pt x="33" y="251"/>
                      </a:lnTo>
                      <a:lnTo>
                        <a:pt x="33" y="102"/>
                      </a:lnTo>
                      <a:cubicBezTo>
                        <a:pt x="33" y="66"/>
                        <a:pt x="17" y="33"/>
                        <a:pt x="17" y="33"/>
                      </a:cubicBez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2735637" y="1245035"/>
                  <a:ext cx="5264" cy="98828"/>
                </a:xfrm>
                <a:custGeom>
                  <a:rect b="b" l="l" r="r" t="t"/>
                  <a:pathLst>
                    <a:path extrusionOk="0" h="995" w="53">
                      <a:moveTo>
                        <a:pt x="16" y="1"/>
                      </a:moveTo>
                      <a:lnTo>
                        <a:pt x="16" y="37"/>
                      </a:lnTo>
                      <a:cubicBezTo>
                        <a:pt x="16" y="37"/>
                        <a:pt x="0" y="69"/>
                        <a:pt x="0" y="102"/>
                      </a:cubicBezTo>
                      <a:lnTo>
                        <a:pt x="0" y="170"/>
                      </a:lnTo>
                      <a:lnTo>
                        <a:pt x="0" y="255"/>
                      </a:lnTo>
                      <a:cubicBezTo>
                        <a:pt x="0" y="340"/>
                        <a:pt x="16" y="404"/>
                        <a:pt x="16" y="489"/>
                      </a:cubicBezTo>
                      <a:lnTo>
                        <a:pt x="16" y="623"/>
                      </a:lnTo>
                      <a:lnTo>
                        <a:pt x="16" y="744"/>
                      </a:lnTo>
                      <a:lnTo>
                        <a:pt x="16" y="994"/>
                      </a:lnTo>
                      <a:cubicBezTo>
                        <a:pt x="16" y="994"/>
                        <a:pt x="32" y="877"/>
                        <a:pt x="32" y="744"/>
                      </a:cubicBezTo>
                      <a:lnTo>
                        <a:pt x="32" y="623"/>
                      </a:lnTo>
                      <a:cubicBezTo>
                        <a:pt x="53" y="574"/>
                        <a:pt x="53" y="542"/>
                        <a:pt x="32" y="489"/>
                      </a:cubicBezTo>
                      <a:lnTo>
                        <a:pt x="32" y="255"/>
                      </a:lnTo>
                      <a:cubicBezTo>
                        <a:pt x="32" y="219"/>
                        <a:pt x="16" y="202"/>
                        <a:pt x="16" y="170"/>
                      </a:cubicBezTo>
                      <a:lnTo>
                        <a:pt x="16" y="102"/>
                      </a:lnTo>
                      <a:cubicBezTo>
                        <a:pt x="16" y="69"/>
                        <a:pt x="32" y="53"/>
                        <a:pt x="32" y="37"/>
                      </a:cubicBezTo>
                      <a:cubicBezTo>
                        <a:pt x="32" y="1"/>
                        <a:pt x="32"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2738816" y="1335321"/>
                  <a:ext cx="16985" cy="10131"/>
                </a:xfrm>
                <a:custGeom>
                  <a:rect b="b" l="l" r="r" t="t"/>
                  <a:pathLst>
                    <a:path extrusionOk="0" h="102" w="171">
                      <a:moveTo>
                        <a:pt x="170" y="0"/>
                      </a:moveTo>
                      <a:cubicBezTo>
                        <a:pt x="170" y="0"/>
                        <a:pt x="154" y="17"/>
                        <a:pt x="138" y="17"/>
                      </a:cubicBezTo>
                      <a:cubicBezTo>
                        <a:pt x="122" y="17"/>
                        <a:pt x="101" y="37"/>
                        <a:pt x="85" y="37"/>
                      </a:cubicBezTo>
                      <a:cubicBezTo>
                        <a:pt x="69" y="53"/>
                        <a:pt x="53" y="53"/>
                        <a:pt x="53" y="69"/>
                      </a:cubicBezTo>
                      <a:cubicBezTo>
                        <a:pt x="21" y="85"/>
                        <a:pt x="0" y="85"/>
                        <a:pt x="0" y="85"/>
                      </a:cubicBezTo>
                      <a:lnTo>
                        <a:pt x="0" y="101"/>
                      </a:lnTo>
                      <a:cubicBezTo>
                        <a:pt x="21" y="101"/>
                        <a:pt x="37" y="101"/>
                        <a:pt x="53" y="85"/>
                      </a:cubicBezTo>
                      <a:cubicBezTo>
                        <a:pt x="69" y="85"/>
                        <a:pt x="85" y="69"/>
                        <a:pt x="101" y="53"/>
                      </a:cubicBezTo>
                      <a:cubicBezTo>
                        <a:pt x="122" y="53"/>
                        <a:pt x="138" y="37"/>
                        <a:pt x="138" y="37"/>
                      </a:cubicBezTo>
                      <a:cubicBezTo>
                        <a:pt x="154" y="17"/>
                        <a:pt x="170" y="17"/>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1"/>
                <p:cNvSpPr/>
                <p:nvPr/>
              </p:nvSpPr>
              <p:spPr>
                <a:xfrm>
                  <a:off x="2762455" y="1233414"/>
                  <a:ext cx="3377" cy="100418"/>
                </a:xfrm>
                <a:custGeom>
                  <a:rect b="b" l="l" r="r" t="t"/>
                  <a:pathLst>
                    <a:path extrusionOk="0" h="1011" w="34">
                      <a:moveTo>
                        <a:pt x="17" y="0"/>
                      </a:moveTo>
                      <a:cubicBezTo>
                        <a:pt x="17" y="0"/>
                        <a:pt x="1" y="0"/>
                        <a:pt x="1" y="17"/>
                      </a:cubicBezTo>
                      <a:lnTo>
                        <a:pt x="1" y="101"/>
                      </a:lnTo>
                      <a:lnTo>
                        <a:pt x="1" y="271"/>
                      </a:lnTo>
                      <a:lnTo>
                        <a:pt x="1" y="740"/>
                      </a:lnTo>
                      <a:cubicBezTo>
                        <a:pt x="17" y="893"/>
                        <a:pt x="17" y="1010"/>
                        <a:pt x="17" y="1010"/>
                      </a:cubicBezTo>
                      <a:lnTo>
                        <a:pt x="17" y="740"/>
                      </a:lnTo>
                      <a:cubicBezTo>
                        <a:pt x="17" y="590"/>
                        <a:pt x="33" y="404"/>
                        <a:pt x="33" y="271"/>
                      </a:cubicBezTo>
                      <a:cubicBezTo>
                        <a:pt x="33" y="186"/>
                        <a:pt x="17" y="134"/>
                        <a:pt x="17" y="101"/>
                      </a:cubicBezTo>
                      <a:lnTo>
                        <a:pt x="17" y="17"/>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1"/>
                <p:cNvSpPr/>
                <p:nvPr/>
              </p:nvSpPr>
              <p:spPr>
                <a:xfrm>
                  <a:off x="2764044" y="1326879"/>
                  <a:ext cx="16985" cy="8542"/>
                </a:xfrm>
                <a:custGeom>
                  <a:rect b="b" l="l" r="r" t="t"/>
                  <a:pathLst>
                    <a:path extrusionOk="0" h="86" w="171">
                      <a:moveTo>
                        <a:pt x="171" y="1"/>
                      </a:moveTo>
                      <a:cubicBezTo>
                        <a:pt x="150" y="1"/>
                        <a:pt x="150" y="1"/>
                        <a:pt x="134" y="21"/>
                      </a:cubicBezTo>
                      <a:cubicBezTo>
                        <a:pt x="150" y="21"/>
                        <a:pt x="171" y="1"/>
                        <a:pt x="171" y="1"/>
                      </a:cubicBezTo>
                      <a:close/>
                      <a:moveTo>
                        <a:pt x="134" y="21"/>
                      </a:moveTo>
                      <a:cubicBezTo>
                        <a:pt x="102" y="21"/>
                        <a:pt x="70" y="37"/>
                        <a:pt x="33" y="53"/>
                      </a:cubicBezTo>
                      <a:cubicBezTo>
                        <a:pt x="33" y="53"/>
                        <a:pt x="17" y="53"/>
                        <a:pt x="17" y="69"/>
                      </a:cubicBezTo>
                      <a:lnTo>
                        <a:pt x="1" y="69"/>
                      </a:lnTo>
                      <a:lnTo>
                        <a:pt x="1" y="85"/>
                      </a:lnTo>
                      <a:lnTo>
                        <a:pt x="17" y="85"/>
                      </a:lnTo>
                      <a:cubicBezTo>
                        <a:pt x="33" y="85"/>
                        <a:pt x="33" y="69"/>
                        <a:pt x="49" y="69"/>
                      </a:cubicBezTo>
                      <a:cubicBezTo>
                        <a:pt x="86" y="53"/>
                        <a:pt x="118" y="37"/>
                        <a:pt x="134" y="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2762455" y="1224971"/>
                  <a:ext cx="20163" cy="8542"/>
                </a:xfrm>
                <a:custGeom>
                  <a:rect b="b" l="l" r="r" t="t"/>
                  <a:pathLst>
                    <a:path extrusionOk="0" h="86" w="203">
                      <a:moveTo>
                        <a:pt x="203" y="1"/>
                      </a:moveTo>
                      <a:lnTo>
                        <a:pt x="187" y="17"/>
                      </a:lnTo>
                      <a:cubicBezTo>
                        <a:pt x="203" y="17"/>
                        <a:pt x="203" y="1"/>
                        <a:pt x="203" y="1"/>
                      </a:cubicBezTo>
                      <a:close/>
                      <a:moveTo>
                        <a:pt x="150" y="17"/>
                      </a:moveTo>
                      <a:cubicBezTo>
                        <a:pt x="134" y="17"/>
                        <a:pt x="118" y="37"/>
                        <a:pt x="102" y="37"/>
                      </a:cubicBezTo>
                      <a:cubicBezTo>
                        <a:pt x="102" y="53"/>
                        <a:pt x="86" y="53"/>
                        <a:pt x="86" y="53"/>
                      </a:cubicBezTo>
                      <a:lnTo>
                        <a:pt x="49" y="53"/>
                      </a:lnTo>
                      <a:cubicBezTo>
                        <a:pt x="49" y="69"/>
                        <a:pt x="33" y="69"/>
                        <a:pt x="33" y="69"/>
                      </a:cubicBezTo>
                      <a:lnTo>
                        <a:pt x="1" y="69"/>
                      </a:lnTo>
                      <a:cubicBezTo>
                        <a:pt x="1" y="85"/>
                        <a:pt x="1" y="85"/>
                        <a:pt x="17" y="85"/>
                      </a:cubicBezTo>
                      <a:lnTo>
                        <a:pt x="65" y="85"/>
                      </a:lnTo>
                      <a:lnTo>
                        <a:pt x="86" y="69"/>
                      </a:lnTo>
                      <a:cubicBezTo>
                        <a:pt x="102" y="69"/>
                        <a:pt x="102" y="69"/>
                        <a:pt x="118" y="53"/>
                      </a:cubicBezTo>
                      <a:cubicBezTo>
                        <a:pt x="134" y="53"/>
                        <a:pt x="134" y="37"/>
                        <a:pt x="150" y="37"/>
                      </a:cubicBezTo>
                      <a:cubicBezTo>
                        <a:pt x="166" y="37"/>
                        <a:pt x="166" y="17"/>
                        <a:pt x="166"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2777354" y="1224971"/>
                  <a:ext cx="6853" cy="73898"/>
                </a:xfrm>
                <a:custGeom>
                  <a:rect b="b" l="l" r="r" t="t"/>
                  <a:pathLst>
                    <a:path extrusionOk="0" h="744" w="69">
                      <a:moveTo>
                        <a:pt x="37" y="1"/>
                      </a:moveTo>
                      <a:lnTo>
                        <a:pt x="16" y="37"/>
                      </a:lnTo>
                      <a:lnTo>
                        <a:pt x="16" y="102"/>
                      </a:lnTo>
                      <a:cubicBezTo>
                        <a:pt x="16" y="118"/>
                        <a:pt x="0" y="154"/>
                        <a:pt x="16" y="170"/>
                      </a:cubicBezTo>
                      <a:lnTo>
                        <a:pt x="16" y="271"/>
                      </a:lnTo>
                      <a:lnTo>
                        <a:pt x="16" y="372"/>
                      </a:lnTo>
                      <a:cubicBezTo>
                        <a:pt x="37" y="421"/>
                        <a:pt x="37" y="457"/>
                        <a:pt x="37" y="505"/>
                      </a:cubicBezTo>
                      <a:lnTo>
                        <a:pt x="37" y="558"/>
                      </a:lnTo>
                      <a:lnTo>
                        <a:pt x="37" y="623"/>
                      </a:lnTo>
                      <a:cubicBezTo>
                        <a:pt x="37" y="659"/>
                        <a:pt x="53" y="707"/>
                        <a:pt x="53" y="744"/>
                      </a:cubicBezTo>
                      <a:cubicBezTo>
                        <a:pt x="69" y="707"/>
                        <a:pt x="69" y="659"/>
                        <a:pt x="69" y="623"/>
                      </a:cubicBezTo>
                      <a:lnTo>
                        <a:pt x="69" y="558"/>
                      </a:lnTo>
                      <a:cubicBezTo>
                        <a:pt x="69" y="542"/>
                        <a:pt x="53" y="522"/>
                        <a:pt x="53" y="489"/>
                      </a:cubicBezTo>
                      <a:lnTo>
                        <a:pt x="53" y="372"/>
                      </a:lnTo>
                      <a:cubicBezTo>
                        <a:pt x="53" y="340"/>
                        <a:pt x="53" y="304"/>
                        <a:pt x="37" y="271"/>
                      </a:cubicBezTo>
                      <a:lnTo>
                        <a:pt x="37" y="170"/>
                      </a:lnTo>
                      <a:lnTo>
                        <a:pt x="37" y="138"/>
                      </a:lnTo>
                      <a:lnTo>
                        <a:pt x="37" y="102"/>
                      </a:lnTo>
                      <a:lnTo>
                        <a:pt x="37" y="37"/>
                      </a:lnTo>
                      <a:cubicBezTo>
                        <a:pt x="53" y="1"/>
                        <a:pt x="37"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2785796" y="1220204"/>
                  <a:ext cx="3278" cy="102007"/>
                </a:xfrm>
                <a:custGeom>
                  <a:rect b="b" l="l" r="r" t="t"/>
                  <a:pathLst>
                    <a:path extrusionOk="0" h="1027" w="33">
                      <a:moveTo>
                        <a:pt x="32" y="0"/>
                      </a:moveTo>
                      <a:cubicBezTo>
                        <a:pt x="16" y="0"/>
                        <a:pt x="16" y="0"/>
                        <a:pt x="16" y="32"/>
                      </a:cubicBezTo>
                      <a:lnTo>
                        <a:pt x="16" y="101"/>
                      </a:lnTo>
                      <a:cubicBezTo>
                        <a:pt x="16" y="150"/>
                        <a:pt x="0" y="202"/>
                        <a:pt x="0" y="267"/>
                      </a:cubicBezTo>
                      <a:cubicBezTo>
                        <a:pt x="0" y="335"/>
                        <a:pt x="16" y="420"/>
                        <a:pt x="16" y="505"/>
                      </a:cubicBezTo>
                      <a:lnTo>
                        <a:pt x="16" y="755"/>
                      </a:lnTo>
                      <a:cubicBezTo>
                        <a:pt x="32" y="909"/>
                        <a:pt x="32" y="1026"/>
                        <a:pt x="32" y="1026"/>
                      </a:cubicBezTo>
                      <a:lnTo>
                        <a:pt x="32" y="941"/>
                      </a:lnTo>
                      <a:lnTo>
                        <a:pt x="32" y="755"/>
                      </a:lnTo>
                      <a:lnTo>
                        <a:pt x="32" y="267"/>
                      </a:lnTo>
                      <a:lnTo>
                        <a:pt x="32" y="101"/>
                      </a:lnTo>
                      <a:lnTo>
                        <a:pt x="32" y="32"/>
                      </a:ln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2787386" y="1316847"/>
                  <a:ext cx="18574" cy="6953"/>
                </a:xfrm>
                <a:custGeom>
                  <a:rect b="b" l="l" r="r" t="t"/>
                  <a:pathLst>
                    <a:path extrusionOk="0" h="70" w="187">
                      <a:moveTo>
                        <a:pt x="170" y="1"/>
                      </a:moveTo>
                      <a:cubicBezTo>
                        <a:pt x="154" y="1"/>
                        <a:pt x="154" y="1"/>
                        <a:pt x="138" y="21"/>
                      </a:cubicBezTo>
                      <a:cubicBezTo>
                        <a:pt x="117" y="21"/>
                        <a:pt x="85" y="21"/>
                        <a:pt x="53" y="37"/>
                      </a:cubicBezTo>
                      <a:lnTo>
                        <a:pt x="37" y="37"/>
                      </a:lnTo>
                      <a:cubicBezTo>
                        <a:pt x="16" y="37"/>
                        <a:pt x="16" y="37"/>
                        <a:pt x="16" y="53"/>
                      </a:cubicBezTo>
                      <a:cubicBezTo>
                        <a:pt x="16" y="53"/>
                        <a:pt x="0" y="53"/>
                        <a:pt x="16" y="69"/>
                      </a:cubicBezTo>
                      <a:cubicBezTo>
                        <a:pt x="16" y="69"/>
                        <a:pt x="37" y="69"/>
                        <a:pt x="69" y="53"/>
                      </a:cubicBezTo>
                      <a:cubicBezTo>
                        <a:pt x="85" y="53"/>
                        <a:pt x="117" y="37"/>
                        <a:pt x="154" y="21"/>
                      </a:cubicBezTo>
                      <a:lnTo>
                        <a:pt x="186" y="21"/>
                      </a:lnTo>
                      <a:lnTo>
                        <a:pt x="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2787386" y="1214939"/>
                  <a:ext cx="20163" cy="8542"/>
                </a:xfrm>
                <a:custGeom>
                  <a:rect b="b" l="l" r="r" t="t"/>
                  <a:pathLst>
                    <a:path extrusionOk="0" h="86" w="203">
                      <a:moveTo>
                        <a:pt x="170" y="1"/>
                      </a:moveTo>
                      <a:cubicBezTo>
                        <a:pt x="170" y="1"/>
                        <a:pt x="154" y="1"/>
                        <a:pt x="154" y="17"/>
                      </a:cubicBezTo>
                      <a:lnTo>
                        <a:pt x="170" y="17"/>
                      </a:lnTo>
                      <a:cubicBezTo>
                        <a:pt x="186" y="17"/>
                        <a:pt x="186" y="1"/>
                        <a:pt x="202" y="1"/>
                      </a:cubicBezTo>
                      <a:close/>
                      <a:moveTo>
                        <a:pt x="154" y="17"/>
                      </a:moveTo>
                      <a:cubicBezTo>
                        <a:pt x="138" y="17"/>
                        <a:pt x="117" y="17"/>
                        <a:pt x="101" y="37"/>
                      </a:cubicBezTo>
                      <a:cubicBezTo>
                        <a:pt x="85" y="37"/>
                        <a:pt x="69" y="37"/>
                        <a:pt x="53" y="53"/>
                      </a:cubicBezTo>
                      <a:cubicBezTo>
                        <a:pt x="37" y="53"/>
                        <a:pt x="16" y="53"/>
                        <a:pt x="16" y="69"/>
                      </a:cubicBezTo>
                      <a:lnTo>
                        <a:pt x="0" y="69"/>
                      </a:lnTo>
                      <a:lnTo>
                        <a:pt x="0" y="85"/>
                      </a:lnTo>
                      <a:lnTo>
                        <a:pt x="16" y="85"/>
                      </a:lnTo>
                      <a:cubicBezTo>
                        <a:pt x="37" y="85"/>
                        <a:pt x="37" y="69"/>
                        <a:pt x="53" y="69"/>
                      </a:cubicBezTo>
                      <a:cubicBezTo>
                        <a:pt x="69" y="69"/>
                        <a:pt x="85" y="53"/>
                        <a:pt x="101" y="53"/>
                      </a:cubicBezTo>
                      <a:cubicBezTo>
                        <a:pt x="117" y="37"/>
                        <a:pt x="138" y="37"/>
                        <a:pt x="154"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2805860" y="1213350"/>
                  <a:ext cx="3278" cy="103596"/>
                </a:xfrm>
                <a:custGeom>
                  <a:rect b="b" l="l" r="r" t="t"/>
                  <a:pathLst>
                    <a:path extrusionOk="0" h="1043" w="33">
                      <a:moveTo>
                        <a:pt x="32" y="0"/>
                      </a:moveTo>
                      <a:cubicBezTo>
                        <a:pt x="16" y="0"/>
                        <a:pt x="16" y="0"/>
                        <a:pt x="16" y="33"/>
                      </a:cubicBezTo>
                      <a:cubicBezTo>
                        <a:pt x="16" y="53"/>
                        <a:pt x="16" y="69"/>
                        <a:pt x="0" y="101"/>
                      </a:cubicBezTo>
                      <a:lnTo>
                        <a:pt x="0" y="170"/>
                      </a:lnTo>
                      <a:lnTo>
                        <a:pt x="0" y="271"/>
                      </a:lnTo>
                      <a:lnTo>
                        <a:pt x="0" y="388"/>
                      </a:lnTo>
                      <a:lnTo>
                        <a:pt x="0" y="505"/>
                      </a:lnTo>
                      <a:cubicBezTo>
                        <a:pt x="0" y="590"/>
                        <a:pt x="0" y="691"/>
                        <a:pt x="16" y="760"/>
                      </a:cubicBezTo>
                      <a:lnTo>
                        <a:pt x="16" y="962"/>
                      </a:lnTo>
                      <a:cubicBezTo>
                        <a:pt x="32" y="1010"/>
                        <a:pt x="32" y="1043"/>
                        <a:pt x="32" y="1043"/>
                      </a:cubicBezTo>
                      <a:lnTo>
                        <a:pt x="32" y="962"/>
                      </a:lnTo>
                      <a:lnTo>
                        <a:pt x="32" y="760"/>
                      </a:lnTo>
                      <a:cubicBezTo>
                        <a:pt x="16" y="691"/>
                        <a:pt x="16" y="590"/>
                        <a:pt x="16" y="505"/>
                      </a:cubicBezTo>
                      <a:lnTo>
                        <a:pt x="16" y="388"/>
                      </a:lnTo>
                      <a:lnTo>
                        <a:pt x="16" y="271"/>
                      </a:lnTo>
                      <a:cubicBezTo>
                        <a:pt x="16" y="202"/>
                        <a:pt x="16" y="154"/>
                        <a:pt x="32" y="101"/>
                      </a:cubicBezTo>
                      <a:lnTo>
                        <a:pt x="32" y="33"/>
                      </a:ln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1"/>
                <p:cNvSpPr/>
                <p:nvPr/>
              </p:nvSpPr>
              <p:spPr>
                <a:xfrm>
                  <a:off x="2737226" y="1354988"/>
                  <a:ext cx="5264" cy="95948"/>
                </a:xfrm>
                <a:custGeom>
                  <a:rect b="b" l="l" r="r" t="t"/>
                  <a:pathLst>
                    <a:path extrusionOk="0" h="966" w="53">
                      <a:moveTo>
                        <a:pt x="14" y="0"/>
                      </a:moveTo>
                      <a:cubicBezTo>
                        <a:pt x="12" y="0"/>
                        <a:pt x="8" y="4"/>
                        <a:pt x="0" y="4"/>
                      </a:cubicBezTo>
                      <a:lnTo>
                        <a:pt x="0" y="21"/>
                      </a:lnTo>
                      <a:cubicBezTo>
                        <a:pt x="0" y="41"/>
                        <a:pt x="16" y="73"/>
                        <a:pt x="16" y="105"/>
                      </a:cubicBezTo>
                      <a:lnTo>
                        <a:pt x="16" y="174"/>
                      </a:lnTo>
                      <a:lnTo>
                        <a:pt x="16" y="259"/>
                      </a:lnTo>
                      <a:lnTo>
                        <a:pt x="16" y="360"/>
                      </a:lnTo>
                      <a:cubicBezTo>
                        <a:pt x="16" y="408"/>
                        <a:pt x="16" y="445"/>
                        <a:pt x="0" y="477"/>
                      </a:cubicBezTo>
                      <a:lnTo>
                        <a:pt x="0" y="610"/>
                      </a:lnTo>
                      <a:lnTo>
                        <a:pt x="0" y="711"/>
                      </a:lnTo>
                      <a:cubicBezTo>
                        <a:pt x="16" y="764"/>
                        <a:pt x="16" y="796"/>
                        <a:pt x="16" y="829"/>
                      </a:cubicBezTo>
                      <a:lnTo>
                        <a:pt x="16" y="711"/>
                      </a:lnTo>
                      <a:lnTo>
                        <a:pt x="16" y="610"/>
                      </a:lnTo>
                      <a:cubicBezTo>
                        <a:pt x="37" y="562"/>
                        <a:pt x="37" y="526"/>
                        <a:pt x="37" y="477"/>
                      </a:cubicBezTo>
                      <a:lnTo>
                        <a:pt x="37" y="360"/>
                      </a:lnTo>
                      <a:cubicBezTo>
                        <a:pt x="37" y="324"/>
                        <a:pt x="53" y="291"/>
                        <a:pt x="53" y="259"/>
                      </a:cubicBezTo>
                      <a:cubicBezTo>
                        <a:pt x="53" y="190"/>
                        <a:pt x="37" y="142"/>
                        <a:pt x="37" y="105"/>
                      </a:cubicBezTo>
                      <a:cubicBezTo>
                        <a:pt x="37" y="57"/>
                        <a:pt x="16" y="41"/>
                        <a:pt x="16" y="21"/>
                      </a:cubicBezTo>
                      <a:cubicBezTo>
                        <a:pt x="16" y="4"/>
                        <a:pt x="16" y="0"/>
                        <a:pt x="14" y="0"/>
                      </a:cubicBezTo>
                      <a:close/>
                      <a:moveTo>
                        <a:pt x="16" y="897"/>
                      </a:moveTo>
                      <a:cubicBezTo>
                        <a:pt x="16" y="929"/>
                        <a:pt x="0" y="950"/>
                        <a:pt x="0" y="966"/>
                      </a:cubicBezTo>
                      <a:lnTo>
                        <a:pt x="0" y="966"/>
                      </a:lnTo>
                      <a:cubicBezTo>
                        <a:pt x="0" y="950"/>
                        <a:pt x="16" y="929"/>
                        <a:pt x="16" y="913"/>
                      </a:cubicBezTo>
                      <a:lnTo>
                        <a:pt x="16" y="89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1"/>
                <p:cNvSpPr/>
                <p:nvPr/>
              </p:nvSpPr>
              <p:spPr>
                <a:xfrm>
                  <a:off x="2737226" y="1445671"/>
                  <a:ext cx="15296" cy="6953"/>
                </a:xfrm>
                <a:custGeom>
                  <a:rect b="b" l="l" r="r" t="t"/>
                  <a:pathLst>
                    <a:path extrusionOk="0" h="70" w="154">
                      <a:moveTo>
                        <a:pt x="117" y="0"/>
                      </a:moveTo>
                      <a:cubicBezTo>
                        <a:pt x="117" y="17"/>
                        <a:pt x="101" y="17"/>
                        <a:pt x="101" y="17"/>
                      </a:cubicBezTo>
                      <a:lnTo>
                        <a:pt x="85" y="17"/>
                      </a:lnTo>
                      <a:cubicBezTo>
                        <a:pt x="69" y="17"/>
                        <a:pt x="53" y="37"/>
                        <a:pt x="37" y="37"/>
                      </a:cubicBezTo>
                      <a:cubicBezTo>
                        <a:pt x="16" y="53"/>
                        <a:pt x="0" y="53"/>
                        <a:pt x="0" y="53"/>
                      </a:cubicBezTo>
                      <a:lnTo>
                        <a:pt x="0" y="69"/>
                      </a:lnTo>
                      <a:lnTo>
                        <a:pt x="16" y="69"/>
                      </a:lnTo>
                      <a:cubicBezTo>
                        <a:pt x="16" y="69"/>
                        <a:pt x="37" y="69"/>
                        <a:pt x="53" y="53"/>
                      </a:cubicBezTo>
                      <a:cubicBezTo>
                        <a:pt x="69" y="53"/>
                        <a:pt x="69" y="53"/>
                        <a:pt x="85" y="37"/>
                      </a:cubicBezTo>
                      <a:lnTo>
                        <a:pt x="101" y="37"/>
                      </a:lnTo>
                      <a:cubicBezTo>
                        <a:pt x="117" y="37"/>
                        <a:pt x="117" y="17"/>
                        <a:pt x="117" y="17"/>
                      </a:cubicBezTo>
                      <a:lnTo>
                        <a:pt x="154" y="17"/>
                      </a:lnTo>
                      <a:lnTo>
                        <a:pt x="1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2737226" y="1348929"/>
                  <a:ext cx="15296" cy="6555"/>
                </a:xfrm>
                <a:custGeom>
                  <a:rect b="b" l="l" r="r" t="t"/>
                  <a:pathLst>
                    <a:path extrusionOk="0" h="66" w="154">
                      <a:moveTo>
                        <a:pt x="154" y="1"/>
                      </a:moveTo>
                      <a:cubicBezTo>
                        <a:pt x="154" y="1"/>
                        <a:pt x="137" y="17"/>
                        <a:pt x="101" y="17"/>
                      </a:cubicBezTo>
                      <a:cubicBezTo>
                        <a:pt x="101" y="17"/>
                        <a:pt x="85" y="17"/>
                        <a:pt x="69" y="33"/>
                      </a:cubicBezTo>
                      <a:lnTo>
                        <a:pt x="0" y="33"/>
                      </a:lnTo>
                      <a:lnTo>
                        <a:pt x="0" y="49"/>
                      </a:lnTo>
                      <a:cubicBezTo>
                        <a:pt x="0" y="65"/>
                        <a:pt x="16" y="65"/>
                        <a:pt x="16" y="65"/>
                      </a:cubicBezTo>
                      <a:cubicBezTo>
                        <a:pt x="16" y="65"/>
                        <a:pt x="37" y="65"/>
                        <a:pt x="53" y="49"/>
                      </a:cubicBezTo>
                      <a:lnTo>
                        <a:pt x="85" y="49"/>
                      </a:lnTo>
                      <a:cubicBezTo>
                        <a:pt x="101" y="33"/>
                        <a:pt x="101" y="33"/>
                        <a:pt x="117" y="33"/>
                      </a:cubicBezTo>
                      <a:cubicBezTo>
                        <a:pt x="117" y="17"/>
                        <a:pt x="138" y="17"/>
                        <a:pt x="138" y="17"/>
                      </a:cubicBezTo>
                      <a:lnTo>
                        <a:pt x="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2748847" y="1348929"/>
                  <a:ext cx="5264" cy="100418"/>
                </a:xfrm>
                <a:custGeom>
                  <a:rect b="b" l="l" r="r" t="t"/>
                  <a:pathLst>
                    <a:path extrusionOk="0" h="1011" w="53">
                      <a:moveTo>
                        <a:pt x="37" y="1"/>
                      </a:moveTo>
                      <a:lnTo>
                        <a:pt x="37" y="17"/>
                      </a:lnTo>
                      <a:cubicBezTo>
                        <a:pt x="53" y="17"/>
                        <a:pt x="53" y="17"/>
                        <a:pt x="53" y="1"/>
                      </a:cubicBezTo>
                      <a:close/>
                      <a:moveTo>
                        <a:pt x="37" y="17"/>
                      </a:moveTo>
                      <a:cubicBezTo>
                        <a:pt x="21" y="33"/>
                        <a:pt x="21" y="49"/>
                        <a:pt x="21" y="102"/>
                      </a:cubicBezTo>
                      <a:cubicBezTo>
                        <a:pt x="0" y="134"/>
                        <a:pt x="0" y="183"/>
                        <a:pt x="0" y="251"/>
                      </a:cubicBezTo>
                      <a:cubicBezTo>
                        <a:pt x="21" y="336"/>
                        <a:pt x="21" y="405"/>
                        <a:pt x="37" y="486"/>
                      </a:cubicBezTo>
                      <a:lnTo>
                        <a:pt x="37" y="623"/>
                      </a:lnTo>
                      <a:lnTo>
                        <a:pt x="37" y="740"/>
                      </a:lnTo>
                      <a:cubicBezTo>
                        <a:pt x="53" y="890"/>
                        <a:pt x="53" y="1011"/>
                        <a:pt x="53" y="1011"/>
                      </a:cubicBezTo>
                      <a:lnTo>
                        <a:pt x="53" y="740"/>
                      </a:lnTo>
                      <a:lnTo>
                        <a:pt x="53" y="623"/>
                      </a:lnTo>
                      <a:lnTo>
                        <a:pt x="53" y="486"/>
                      </a:lnTo>
                      <a:cubicBezTo>
                        <a:pt x="53" y="405"/>
                        <a:pt x="37" y="320"/>
                        <a:pt x="37" y="251"/>
                      </a:cubicBezTo>
                      <a:lnTo>
                        <a:pt x="37" y="102"/>
                      </a:lnTo>
                      <a:lnTo>
                        <a:pt x="37" y="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1"/>
                <p:cNvSpPr/>
                <p:nvPr/>
              </p:nvSpPr>
              <p:spPr>
                <a:xfrm>
                  <a:off x="2758879" y="1343764"/>
                  <a:ext cx="16985" cy="102007"/>
                </a:xfrm>
                <a:custGeom>
                  <a:rect b="b" l="l" r="r" t="t"/>
                  <a:pathLst>
                    <a:path extrusionOk="0" h="1027" w="171">
                      <a:moveTo>
                        <a:pt x="170" y="962"/>
                      </a:moveTo>
                      <a:cubicBezTo>
                        <a:pt x="154" y="962"/>
                        <a:pt x="138" y="962"/>
                        <a:pt x="122" y="978"/>
                      </a:cubicBezTo>
                      <a:cubicBezTo>
                        <a:pt x="138" y="978"/>
                        <a:pt x="154" y="962"/>
                        <a:pt x="170" y="962"/>
                      </a:cubicBezTo>
                      <a:close/>
                      <a:moveTo>
                        <a:pt x="37" y="0"/>
                      </a:moveTo>
                      <a:cubicBezTo>
                        <a:pt x="21" y="0"/>
                        <a:pt x="21" y="0"/>
                        <a:pt x="21" y="33"/>
                      </a:cubicBezTo>
                      <a:lnTo>
                        <a:pt x="21" y="134"/>
                      </a:lnTo>
                      <a:lnTo>
                        <a:pt x="21" y="336"/>
                      </a:lnTo>
                      <a:cubicBezTo>
                        <a:pt x="0" y="372"/>
                        <a:pt x="0" y="420"/>
                        <a:pt x="0" y="473"/>
                      </a:cubicBezTo>
                      <a:cubicBezTo>
                        <a:pt x="0" y="521"/>
                        <a:pt x="21" y="574"/>
                        <a:pt x="21" y="622"/>
                      </a:cubicBezTo>
                      <a:lnTo>
                        <a:pt x="21" y="942"/>
                      </a:lnTo>
                      <a:lnTo>
                        <a:pt x="21" y="1010"/>
                      </a:lnTo>
                      <a:lnTo>
                        <a:pt x="21" y="1026"/>
                      </a:lnTo>
                      <a:lnTo>
                        <a:pt x="37" y="1026"/>
                      </a:lnTo>
                      <a:cubicBezTo>
                        <a:pt x="53" y="1026"/>
                        <a:pt x="53" y="1010"/>
                        <a:pt x="69" y="1010"/>
                      </a:cubicBezTo>
                      <a:cubicBezTo>
                        <a:pt x="85" y="994"/>
                        <a:pt x="101" y="994"/>
                        <a:pt x="122" y="978"/>
                      </a:cubicBezTo>
                      <a:cubicBezTo>
                        <a:pt x="101" y="978"/>
                        <a:pt x="85" y="994"/>
                        <a:pt x="69" y="994"/>
                      </a:cubicBezTo>
                      <a:cubicBezTo>
                        <a:pt x="53" y="1010"/>
                        <a:pt x="53" y="1010"/>
                        <a:pt x="37" y="1010"/>
                      </a:cubicBezTo>
                      <a:lnTo>
                        <a:pt x="37" y="942"/>
                      </a:lnTo>
                      <a:lnTo>
                        <a:pt x="37" y="622"/>
                      </a:lnTo>
                      <a:lnTo>
                        <a:pt x="37" y="473"/>
                      </a:lnTo>
                      <a:lnTo>
                        <a:pt x="37" y="336"/>
                      </a:lnTo>
                      <a:lnTo>
                        <a:pt x="37" y="134"/>
                      </a:lnTo>
                      <a:lnTo>
                        <a:pt x="37" y="33"/>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1"/>
                <p:cNvSpPr/>
                <p:nvPr/>
              </p:nvSpPr>
              <p:spPr>
                <a:xfrm>
                  <a:off x="2758879" y="1336911"/>
                  <a:ext cx="22149" cy="8542"/>
                </a:xfrm>
                <a:custGeom>
                  <a:rect b="b" l="l" r="r" t="t"/>
                  <a:pathLst>
                    <a:path extrusionOk="0" h="86" w="223">
                      <a:moveTo>
                        <a:pt x="223" y="1"/>
                      </a:moveTo>
                      <a:cubicBezTo>
                        <a:pt x="223" y="1"/>
                        <a:pt x="202" y="1"/>
                        <a:pt x="202" y="21"/>
                      </a:cubicBezTo>
                      <a:lnTo>
                        <a:pt x="223" y="1"/>
                      </a:lnTo>
                      <a:close/>
                      <a:moveTo>
                        <a:pt x="154" y="21"/>
                      </a:moveTo>
                      <a:cubicBezTo>
                        <a:pt x="122" y="37"/>
                        <a:pt x="85" y="53"/>
                        <a:pt x="53" y="53"/>
                      </a:cubicBezTo>
                      <a:cubicBezTo>
                        <a:pt x="53" y="69"/>
                        <a:pt x="37" y="69"/>
                        <a:pt x="37" y="69"/>
                      </a:cubicBezTo>
                      <a:lnTo>
                        <a:pt x="0" y="69"/>
                      </a:lnTo>
                      <a:lnTo>
                        <a:pt x="0" y="85"/>
                      </a:lnTo>
                      <a:lnTo>
                        <a:pt x="69" y="85"/>
                      </a:lnTo>
                      <a:cubicBezTo>
                        <a:pt x="101" y="69"/>
                        <a:pt x="138" y="53"/>
                        <a:pt x="170" y="37"/>
                      </a:cubicBezTo>
                      <a:cubicBezTo>
                        <a:pt x="170" y="37"/>
                        <a:pt x="186" y="21"/>
                        <a:pt x="202" y="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2777354" y="1336613"/>
                  <a:ext cx="5264" cy="99126"/>
                </a:xfrm>
                <a:custGeom>
                  <a:rect b="b" l="l" r="r" t="t"/>
                  <a:pathLst>
                    <a:path extrusionOk="0" h="998" w="53">
                      <a:moveTo>
                        <a:pt x="34" y="0"/>
                      </a:moveTo>
                      <a:cubicBezTo>
                        <a:pt x="32" y="0"/>
                        <a:pt x="27" y="5"/>
                        <a:pt x="16" y="24"/>
                      </a:cubicBezTo>
                      <a:lnTo>
                        <a:pt x="16" y="56"/>
                      </a:lnTo>
                      <a:lnTo>
                        <a:pt x="16" y="88"/>
                      </a:lnTo>
                      <a:cubicBezTo>
                        <a:pt x="0" y="141"/>
                        <a:pt x="0" y="189"/>
                        <a:pt x="16" y="258"/>
                      </a:cubicBezTo>
                      <a:lnTo>
                        <a:pt x="16" y="359"/>
                      </a:lnTo>
                      <a:cubicBezTo>
                        <a:pt x="37" y="408"/>
                        <a:pt x="37" y="444"/>
                        <a:pt x="37" y="476"/>
                      </a:cubicBezTo>
                      <a:lnTo>
                        <a:pt x="37" y="610"/>
                      </a:lnTo>
                      <a:lnTo>
                        <a:pt x="37" y="731"/>
                      </a:lnTo>
                      <a:lnTo>
                        <a:pt x="37" y="832"/>
                      </a:lnTo>
                      <a:lnTo>
                        <a:pt x="37" y="913"/>
                      </a:lnTo>
                      <a:cubicBezTo>
                        <a:pt x="37" y="965"/>
                        <a:pt x="53" y="997"/>
                        <a:pt x="53" y="997"/>
                      </a:cubicBezTo>
                      <a:lnTo>
                        <a:pt x="53" y="913"/>
                      </a:lnTo>
                      <a:lnTo>
                        <a:pt x="53" y="832"/>
                      </a:lnTo>
                      <a:lnTo>
                        <a:pt x="53" y="731"/>
                      </a:lnTo>
                      <a:lnTo>
                        <a:pt x="53" y="610"/>
                      </a:lnTo>
                      <a:lnTo>
                        <a:pt x="53" y="476"/>
                      </a:lnTo>
                      <a:lnTo>
                        <a:pt x="53" y="359"/>
                      </a:lnTo>
                      <a:cubicBezTo>
                        <a:pt x="53" y="327"/>
                        <a:pt x="37" y="290"/>
                        <a:pt x="37" y="258"/>
                      </a:cubicBezTo>
                      <a:lnTo>
                        <a:pt x="37" y="105"/>
                      </a:lnTo>
                      <a:lnTo>
                        <a:pt x="37" y="56"/>
                      </a:lnTo>
                      <a:lnTo>
                        <a:pt x="37" y="24"/>
                      </a:lnTo>
                      <a:lnTo>
                        <a:pt x="37" y="4"/>
                      </a:lnTo>
                      <a:cubicBezTo>
                        <a:pt x="37" y="4"/>
                        <a:pt x="37" y="0"/>
                        <a:pt x="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2787386" y="1333335"/>
                  <a:ext cx="5264" cy="93961"/>
                </a:xfrm>
                <a:custGeom>
                  <a:rect b="b" l="l" r="r" t="t"/>
                  <a:pathLst>
                    <a:path extrusionOk="0" h="946" w="53">
                      <a:moveTo>
                        <a:pt x="32" y="0"/>
                      </a:moveTo>
                      <a:lnTo>
                        <a:pt x="32" y="0"/>
                      </a:lnTo>
                      <a:cubicBezTo>
                        <a:pt x="31" y="0"/>
                        <a:pt x="26" y="4"/>
                        <a:pt x="16" y="4"/>
                      </a:cubicBezTo>
                      <a:lnTo>
                        <a:pt x="16" y="20"/>
                      </a:lnTo>
                      <a:cubicBezTo>
                        <a:pt x="26" y="4"/>
                        <a:pt x="31" y="0"/>
                        <a:pt x="32" y="0"/>
                      </a:cubicBezTo>
                      <a:close/>
                      <a:moveTo>
                        <a:pt x="16" y="20"/>
                      </a:moveTo>
                      <a:cubicBezTo>
                        <a:pt x="0" y="37"/>
                        <a:pt x="0" y="57"/>
                        <a:pt x="0" y="105"/>
                      </a:cubicBezTo>
                      <a:lnTo>
                        <a:pt x="0" y="259"/>
                      </a:lnTo>
                      <a:cubicBezTo>
                        <a:pt x="0" y="340"/>
                        <a:pt x="16" y="424"/>
                        <a:pt x="16" y="509"/>
                      </a:cubicBezTo>
                      <a:cubicBezTo>
                        <a:pt x="16" y="542"/>
                        <a:pt x="16" y="594"/>
                        <a:pt x="37" y="626"/>
                      </a:cubicBezTo>
                      <a:lnTo>
                        <a:pt x="37" y="764"/>
                      </a:lnTo>
                      <a:lnTo>
                        <a:pt x="37" y="865"/>
                      </a:lnTo>
                      <a:lnTo>
                        <a:pt x="37" y="946"/>
                      </a:lnTo>
                      <a:cubicBezTo>
                        <a:pt x="37" y="929"/>
                        <a:pt x="53" y="897"/>
                        <a:pt x="53" y="865"/>
                      </a:cubicBezTo>
                      <a:lnTo>
                        <a:pt x="53" y="764"/>
                      </a:lnTo>
                      <a:lnTo>
                        <a:pt x="53" y="626"/>
                      </a:lnTo>
                      <a:lnTo>
                        <a:pt x="53" y="509"/>
                      </a:lnTo>
                      <a:cubicBezTo>
                        <a:pt x="53" y="424"/>
                        <a:pt x="37" y="340"/>
                        <a:pt x="37" y="259"/>
                      </a:cubicBezTo>
                      <a:cubicBezTo>
                        <a:pt x="16" y="190"/>
                        <a:pt x="16" y="138"/>
                        <a:pt x="16" y="105"/>
                      </a:cubicBezTo>
                      <a:lnTo>
                        <a:pt x="16" y="2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2790961" y="1429183"/>
                  <a:ext cx="18176" cy="6555"/>
                </a:xfrm>
                <a:custGeom>
                  <a:rect b="b" l="l" r="r" t="t"/>
                  <a:pathLst>
                    <a:path extrusionOk="0" h="66" w="183">
                      <a:moveTo>
                        <a:pt x="150" y="1"/>
                      </a:moveTo>
                      <a:cubicBezTo>
                        <a:pt x="150" y="1"/>
                        <a:pt x="134" y="1"/>
                        <a:pt x="134" y="17"/>
                      </a:cubicBezTo>
                      <a:lnTo>
                        <a:pt x="166" y="17"/>
                      </a:lnTo>
                      <a:lnTo>
                        <a:pt x="182" y="1"/>
                      </a:lnTo>
                      <a:close/>
                      <a:moveTo>
                        <a:pt x="134" y="17"/>
                      </a:moveTo>
                      <a:cubicBezTo>
                        <a:pt x="118" y="17"/>
                        <a:pt x="102" y="17"/>
                        <a:pt x="81" y="33"/>
                      </a:cubicBezTo>
                      <a:cubicBezTo>
                        <a:pt x="65" y="33"/>
                        <a:pt x="49" y="33"/>
                        <a:pt x="33" y="49"/>
                      </a:cubicBezTo>
                      <a:lnTo>
                        <a:pt x="17" y="49"/>
                      </a:lnTo>
                      <a:cubicBezTo>
                        <a:pt x="1" y="49"/>
                        <a:pt x="1" y="49"/>
                        <a:pt x="1" y="65"/>
                      </a:cubicBezTo>
                      <a:lnTo>
                        <a:pt x="49" y="65"/>
                      </a:lnTo>
                      <a:cubicBezTo>
                        <a:pt x="65" y="65"/>
                        <a:pt x="81" y="49"/>
                        <a:pt x="81" y="49"/>
                      </a:cubicBezTo>
                      <a:cubicBezTo>
                        <a:pt x="102" y="33"/>
                        <a:pt x="118" y="33"/>
                        <a:pt x="134"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2788975" y="1326879"/>
                  <a:ext cx="15296" cy="6953"/>
                </a:xfrm>
                <a:custGeom>
                  <a:rect b="b" l="l" r="r" t="t"/>
                  <a:pathLst>
                    <a:path extrusionOk="0" h="70" w="154">
                      <a:moveTo>
                        <a:pt x="138" y="1"/>
                      </a:moveTo>
                      <a:cubicBezTo>
                        <a:pt x="122" y="1"/>
                        <a:pt x="101" y="21"/>
                        <a:pt x="85" y="21"/>
                      </a:cubicBezTo>
                      <a:cubicBezTo>
                        <a:pt x="69" y="21"/>
                        <a:pt x="53" y="37"/>
                        <a:pt x="53" y="37"/>
                      </a:cubicBezTo>
                      <a:cubicBezTo>
                        <a:pt x="37" y="37"/>
                        <a:pt x="21" y="53"/>
                        <a:pt x="21" y="53"/>
                      </a:cubicBezTo>
                      <a:lnTo>
                        <a:pt x="0" y="53"/>
                      </a:lnTo>
                      <a:lnTo>
                        <a:pt x="0" y="69"/>
                      </a:lnTo>
                      <a:lnTo>
                        <a:pt x="21" y="69"/>
                      </a:lnTo>
                      <a:cubicBezTo>
                        <a:pt x="37" y="69"/>
                        <a:pt x="37" y="69"/>
                        <a:pt x="53" y="53"/>
                      </a:cubicBezTo>
                      <a:cubicBezTo>
                        <a:pt x="85" y="53"/>
                        <a:pt x="101" y="37"/>
                        <a:pt x="138" y="21"/>
                      </a:cubicBezTo>
                      <a:lnTo>
                        <a:pt x="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2805860" y="1326879"/>
                  <a:ext cx="3278" cy="102404"/>
                </a:xfrm>
                <a:custGeom>
                  <a:rect b="b" l="l" r="r" t="t"/>
                  <a:pathLst>
                    <a:path extrusionOk="0" h="1031" w="33">
                      <a:moveTo>
                        <a:pt x="16" y="1"/>
                      </a:moveTo>
                      <a:cubicBezTo>
                        <a:pt x="0" y="1"/>
                        <a:pt x="0" y="21"/>
                        <a:pt x="0" y="37"/>
                      </a:cubicBezTo>
                      <a:lnTo>
                        <a:pt x="0" y="85"/>
                      </a:lnTo>
                      <a:lnTo>
                        <a:pt x="0" y="255"/>
                      </a:lnTo>
                      <a:lnTo>
                        <a:pt x="0" y="372"/>
                      </a:lnTo>
                      <a:cubicBezTo>
                        <a:pt x="16" y="405"/>
                        <a:pt x="16" y="457"/>
                        <a:pt x="16" y="506"/>
                      </a:cubicBezTo>
                      <a:lnTo>
                        <a:pt x="16" y="542"/>
                      </a:lnTo>
                      <a:lnTo>
                        <a:pt x="16" y="574"/>
                      </a:lnTo>
                      <a:lnTo>
                        <a:pt x="16" y="643"/>
                      </a:lnTo>
                      <a:cubicBezTo>
                        <a:pt x="16" y="675"/>
                        <a:pt x="0" y="728"/>
                        <a:pt x="0" y="760"/>
                      </a:cubicBezTo>
                      <a:lnTo>
                        <a:pt x="0" y="877"/>
                      </a:lnTo>
                      <a:cubicBezTo>
                        <a:pt x="0" y="845"/>
                        <a:pt x="16" y="809"/>
                        <a:pt x="16" y="760"/>
                      </a:cubicBezTo>
                      <a:cubicBezTo>
                        <a:pt x="16" y="728"/>
                        <a:pt x="32" y="675"/>
                        <a:pt x="32" y="643"/>
                      </a:cubicBezTo>
                      <a:lnTo>
                        <a:pt x="32" y="574"/>
                      </a:lnTo>
                      <a:lnTo>
                        <a:pt x="32" y="542"/>
                      </a:lnTo>
                      <a:lnTo>
                        <a:pt x="32" y="506"/>
                      </a:lnTo>
                      <a:lnTo>
                        <a:pt x="32" y="372"/>
                      </a:lnTo>
                      <a:cubicBezTo>
                        <a:pt x="32" y="324"/>
                        <a:pt x="32" y="287"/>
                        <a:pt x="16" y="255"/>
                      </a:cubicBezTo>
                      <a:lnTo>
                        <a:pt x="16" y="85"/>
                      </a:lnTo>
                      <a:lnTo>
                        <a:pt x="16" y="1"/>
                      </a:lnTo>
                      <a:close/>
                      <a:moveTo>
                        <a:pt x="0" y="962"/>
                      </a:moveTo>
                      <a:cubicBezTo>
                        <a:pt x="0" y="994"/>
                        <a:pt x="0" y="1011"/>
                        <a:pt x="16" y="1031"/>
                      </a:cubicBezTo>
                      <a:cubicBezTo>
                        <a:pt x="16" y="1011"/>
                        <a:pt x="0" y="994"/>
                        <a:pt x="0" y="9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1"/>
                <p:cNvSpPr/>
                <p:nvPr/>
              </p:nvSpPr>
              <p:spPr>
                <a:xfrm>
                  <a:off x="2815892" y="1393923"/>
                  <a:ext cx="1689" cy="33373"/>
                </a:xfrm>
                <a:custGeom>
                  <a:rect b="b" l="l" r="r" t="t"/>
                  <a:pathLst>
                    <a:path extrusionOk="0" h="336" w="17">
                      <a:moveTo>
                        <a:pt x="16" y="0"/>
                      </a:moveTo>
                      <a:cubicBezTo>
                        <a:pt x="16" y="0"/>
                        <a:pt x="0" y="0"/>
                        <a:pt x="0" y="16"/>
                      </a:cubicBezTo>
                      <a:lnTo>
                        <a:pt x="0" y="69"/>
                      </a:lnTo>
                      <a:lnTo>
                        <a:pt x="0" y="235"/>
                      </a:lnTo>
                      <a:cubicBezTo>
                        <a:pt x="16" y="287"/>
                        <a:pt x="16" y="336"/>
                        <a:pt x="16" y="336"/>
                      </a:cubicBezTo>
                      <a:lnTo>
                        <a:pt x="16" y="235"/>
                      </a:lnTo>
                      <a:lnTo>
                        <a:pt x="16" y="85"/>
                      </a:lnTo>
                      <a:lnTo>
                        <a:pt x="16" y="16"/>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1"/>
                <p:cNvSpPr/>
                <p:nvPr/>
              </p:nvSpPr>
              <p:spPr>
                <a:xfrm>
                  <a:off x="2817481" y="1419152"/>
                  <a:ext cx="16885" cy="8145"/>
                </a:xfrm>
                <a:custGeom>
                  <a:rect b="b" l="l" r="r" t="t"/>
                  <a:pathLst>
                    <a:path extrusionOk="0" h="82" w="170">
                      <a:moveTo>
                        <a:pt x="138" y="1"/>
                      </a:moveTo>
                      <a:cubicBezTo>
                        <a:pt x="138" y="17"/>
                        <a:pt x="117" y="17"/>
                        <a:pt x="117" y="17"/>
                      </a:cubicBezTo>
                      <a:lnTo>
                        <a:pt x="154" y="17"/>
                      </a:lnTo>
                      <a:lnTo>
                        <a:pt x="170" y="1"/>
                      </a:lnTo>
                      <a:close/>
                      <a:moveTo>
                        <a:pt x="101" y="17"/>
                      </a:moveTo>
                      <a:cubicBezTo>
                        <a:pt x="85" y="17"/>
                        <a:pt x="85" y="33"/>
                        <a:pt x="69" y="33"/>
                      </a:cubicBezTo>
                      <a:cubicBezTo>
                        <a:pt x="69" y="33"/>
                        <a:pt x="53" y="49"/>
                        <a:pt x="37" y="49"/>
                      </a:cubicBezTo>
                      <a:cubicBezTo>
                        <a:pt x="16" y="49"/>
                        <a:pt x="16" y="65"/>
                        <a:pt x="16" y="65"/>
                      </a:cubicBezTo>
                      <a:lnTo>
                        <a:pt x="0" y="65"/>
                      </a:lnTo>
                      <a:lnTo>
                        <a:pt x="0" y="82"/>
                      </a:lnTo>
                      <a:lnTo>
                        <a:pt x="16" y="82"/>
                      </a:lnTo>
                      <a:cubicBezTo>
                        <a:pt x="16" y="82"/>
                        <a:pt x="37" y="65"/>
                        <a:pt x="53" y="65"/>
                      </a:cubicBezTo>
                      <a:cubicBezTo>
                        <a:pt x="69" y="49"/>
                        <a:pt x="101" y="33"/>
                        <a:pt x="117"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2832678" y="1393923"/>
                  <a:ext cx="3377" cy="25328"/>
                </a:xfrm>
                <a:custGeom>
                  <a:rect b="b" l="l" r="r" t="t"/>
                  <a:pathLst>
                    <a:path extrusionOk="0" h="255" w="34">
                      <a:moveTo>
                        <a:pt x="17" y="0"/>
                      </a:moveTo>
                      <a:cubicBezTo>
                        <a:pt x="17" y="16"/>
                        <a:pt x="1" y="33"/>
                        <a:pt x="1" y="53"/>
                      </a:cubicBezTo>
                      <a:lnTo>
                        <a:pt x="1" y="117"/>
                      </a:lnTo>
                      <a:lnTo>
                        <a:pt x="1" y="186"/>
                      </a:lnTo>
                      <a:cubicBezTo>
                        <a:pt x="1" y="202"/>
                        <a:pt x="17" y="218"/>
                        <a:pt x="17" y="235"/>
                      </a:cubicBezTo>
                      <a:lnTo>
                        <a:pt x="17" y="255"/>
                      </a:lnTo>
                      <a:lnTo>
                        <a:pt x="33" y="255"/>
                      </a:lnTo>
                      <a:lnTo>
                        <a:pt x="33" y="235"/>
                      </a:lnTo>
                      <a:cubicBezTo>
                        <a:pt x="33" y="218"/>
                        <a:pt x="33" y="202"/>
                        <a:pt x="17" y="186"/>
                      </a:cubicBezTo>
                      <a:lnTo>
                        <a:pt x="17" y="117"/>
                      </a:lnTo>
                      <a:lnTo>
                        <a:pt x="17" y="53"/>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2842710" y="1393923"/>
                  <a:ext cx="1689" cy="20163"/>
                </a:xfrm>
                <a:custGeom>
                  <a:rect b="b" l="l" r="r" t="t"/>
                  <a:pathLst>
                    <a:path extrusionOk="0" h="203" w="17">
                      <a:moveTo>
                        <a:pt x="17" y="0"/>
                      </a:moveTo>
                      <a:lnTo>
                        <a:pt x="1" y="16"/>
                      </a:lnTo>
                      <a:lnTo>
                        <a:pt x="1" y="53"/>
                      </a:lnTo>
                      <a:lnTo>
                        <a:pt x="1" y="154"/>
                      </a:lnTo>
                      <a:cubicBezTo>
                        <a:pt x="17" y="186"/>
                        <a:pt x="17" y="202"/>
                        <a:pt x="17" y="202"/>
                      </a:cubicBezTo>
                      <a:lnTo>
                        <a:pt x="17" y="154"/>
                      </a:lnTo>
                      <a:lnTo>
                        <a:pt x="17" y="53"/>
                      </a:lnTo>
                      <a:lnTo>
                        <a:pt x="17" y="16"/>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1"/>
                <p:cNvSpPr/>
                <p:nvPr/>
              </p:nvSpPr>
              <p:spPr>
                <a:xfrm>
                  <a:off x="2844299" y="1405544"/>
                  <a:ext cx="25030" cy="10131"/>
                </a:xfrm>
                <a:custGeom>
                  <a:rect b="b" l="l" r="r" t="t"/>
                  <a:pathLst>
                    <a:path extrusionOk="0" h="102" w="252">
                      <a:moveTo>
                        <a:pt x="251" y="0"/>
                      </a:moveTo>
                      <a:cubicBezTo>
                        <a:pt x="251" y="0"/>
                        <a:pt x="219" y="0"/>
                        <a:pt x="187" y="17"/>
                      </a:cubicBezTo>
                      <a:cubicBezTo>
                        <a:pt x="171" y="37"/>
                        <a:pt x="150" y="37"/>
                        <a:pt x="118" y="53"/>
                      </a:cubicBezTo>
                      <a:cubicBezTo>
                        <a:pt x="102" y="53"/>
                        <a:pt x="86" y="69"/>
                        <a:pt x="70" y="69"/>
                      </a:cubicBezTo>
                      <a:lnTo>
                        <a:pt x="1" y="101"/>
                      </a:lnTo>
                      <a:lnTo>
                        <a:pt x="33" y="101"/>
                      </a:lnTo>
                      <a:cubicBezTo>
                        <a:pt x="49" y="101"/>
                        <a:pt x="49" y="101"/>
                        <a:pt x="70" y="85"/>
                      </a:cubicBezTo>
                      <a:cubicBezTo>
                        <a:pt x="86" y="85"/>
                        <a:pt x="118" y="69"/>
                        <a:pt x="134" y="69"/>
                      </a:cubicBezTo>
                      <a:cubicBezTo>
                        <a:pt x="150" y="53"/>
                        <a:pt x="171" y="37"/>
                        <a:pt x="187" y="37"/>
                      </a:cubicBezTo>
                      <a:cubicBezTo>
                        <a:pt x="219" y="17"/>
                        <a:pt x="251"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1"/>
                <p:cNvSpPr/>
                <p:nvPr/>
              </p:nvSpPr>
              <p:spPr>
                <a:xfrm>
                  <a:off x="2866051" y="1392334"/>
                  <a:ext cx="3278" cy="16885"/>
                </a:xfrm>
                <a:custGeom>
                  <a:rect b="b" l="l" r="r" t="t"/>
                  <a:pathLst>
                    <a:path extrusionOk="0" h="170" w="33">
                      <a:moveTo>
                        <a:pt x="16" y="0"/>
                      </a:moveTo>
                      <a:lnTo>
                        <a:pt x="0" y="49"/>
                      </a:lnTo>
                      <a:lnTo>
                        <a:pt x="0" y="85"/>
                      </a:lnTo>
                      <a:lnTo>
                        <a:pt x="0" y="117"/>
                      </a:lnTo>
                      <a:cubicBezTo>
                        <a:pt x="16" y="150"/>
                        <a:pt x="16" y="170"/>
                        <a:pt x="16" y="170"/>
                      </a:cubicBezTo>
                      <a:lnTo>
                        <a:pt x="16" y="117"/>
                      </a:lnTo>
                      <a:lnTo>
                        <a:pt x="16" y="85"/>
                      </a:lnTo>
                      <a:cubicBezTo>
                        <a:pt x="32" y="69"/>
                        <a:pt x="32" y="49"/>
                        <a:pt x="32" y="49"/>
                      </a:cubicBezTo>
                      <a:cubicBezTo>
                        <a:pt x="32" y="0"/>
                        <a:pt x="32"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2733949" y="1465735"/>
                  <a:ext cx="4966" cy="95551"/>
                </a:xfrm>
                <a:custGeom>
                  <a:rect b="b" l="l" r="r" t="t"/>
                  <a:pathLst>
                    <a:path extrusionOk="0" h="962" w="50">
                      <a:moveTo>
                        <a:pt x="17" y="0"/>
                      </a:moveTo>
                      <a:lnTo>
                        <a:pt x="17" y="16"/>
                      </a:lnTo>
                      <a:lnTo>
                        <a:pt x="17" y="53"/>
                      </a:lnTo>
                      <a:cubicBezTo>
                        <a:pt x="17" y="53"/>
                        <a:pt x="1" y="69"/>
                        <a:pt x="1" y="85"/>
                      </a:cubicBezTo>
                      <a:lnTo>
                        <a:pt x="1" y="255"/>
                      </a:lnTo>
                      <a:cubicBezTo>
                        <a:pt x="17" y="319"/>
                        <a:pt x="17" y="388"/>
                        <a:pt x="17" y="473"/>
                      </a:cubicBezTo>
                      <a:lnTo>
                        <a:pt x="17" y="521"/>
                      </a:lnTo>
                      <a:lnTo>
                        <a:pt x="17" y="590"/>
                      </a:lnTo>
                      <a:lnTo>
                        <a:pt x="17" y="707"/>
                      </a:lnTo>
                      <a:lnTo>
                        <a:pt x="17" y="962"/>
                      </a:lnTo>
                      <a:cubicBezTo>
                        <a:pt x="17" y="962"/>
                        <a:pt x="33" y="861"/>
                        <a:pt x="33" y="707"/>
                      </a:cubicBezTo>
                      <a:cubicBezTo>
                        <a:pt x="33" y="675"/>
                        <a:pt x="33" y="622"/>
                        <a:pt x="49" y="590"/>
                      </a:cubicBezTo>
                      <a:lnTo>
                        <a:pt x="49" y="521"/>
                      </a:lnTo>
                      <a:lnTo>
                        <a:pt x="49" y="473"/>
                      </a:lnTo>
                      <a:cubicBezTo>
                        <a:pt x="49" y="388"/>
                        <a:pt x="33" y="303"/>
                        <a:pt x="33" y="239"/>
                      </a:cubicBezTo>
                      <a:lnTo>
                        <a:pt x="33" y="85"/>
                      </a:lnTo>
                      <a:lnTo>
                        <a:pt x="33" y="16"/>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2735637" y="1552744"/>
                  <a:ext cx="21752" cy="10131"/>
                </a:xfrm>
                <a:custGeom>
                  <a:rect b="b" l="l" r="r" t="t"/>
                  <a:pathLst>
                    <a:path extrusionOk="0" h="102" w="219">
                      <a:moveTo>
                        <a:pt x="218" y="1"/>
                      </a:moveTo>
                      <a:cubicBezTo>
                        <a:pt x="218" y="1"/>
                        <a:pt x="186" y="17"/>
                        <a:pt x="154" y="17"/>
                      </a:cubicBezTo>
                      <a:cubicBezTo>
                        <a:pt x="133" y="17"/>
                        <a:pt x="117" y="33"/>
                        <a:pt x="101" y="33"/>
                      </a:cubicBezTo>
                      <a:cubicBezTo>
                        <a:pt x="85" y="33"/>
                        <a:pt x="69" y="49"/>
                        <a:pt x="53" y="49"/>
                      </a:cubicBezTo>
                      <a:cubicBezTo>
                        <a:pt x="32" y="49"/>
                        <a:pt x="16" y="70"/>
                        <a:pt x="16" y="70"/>
                      </a:cubicBezTo>
                      <a:cubicBezTo>
                        <a:pt x="0" y="70"/>
                        <a:pt x="0" y="70"/>
                        <a:pt x="0" y="86"/>
                      </a:cubicBezTo>
                      <a:lnTo>
                        <a:pt x="0" y="102"/>
                      </a:lnTo>
                      <a:cubicBezTo>
                        <a:pt x="16" y="102"/>
                        <a:pt x="16" y="102"/>
                        <a:pt x="32" y="86"/>
                      </a:cubicBezTo>
                      <a:lnTo>
                        <a:pt x="69" y="86"/>
                      </a:lnTo>
                      <a:cubicBezTo>
                        <a:pt x="69" y="70"/>
                        <a:pt x="85" y="70"/>
                        <a:pt x="117" y="49"/>
                      </a:cubicBezTo>
                      <a:cubicBezTo>
                        <a:pt x="133" y="49"/>
                        <a:pt x="154" y="33"/>
                        <a:pt x="170" y="33"/>
                      </a:cubicBezTo>
                      <a:cubicBezTo>
                        <a:pt x="202" y="17"/>
                        <a:pt x="218" y="1"/>
                        <a:pt x="2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1"/>
                <p:cNvSpPr/>
                <p:nvPr/>
              </p:nvSpPr>
              <p:spPr>
                <a:xfrm>
                  <a:off x="2733949" y="1459279"/>
                  <a:ext cx="20163" cy="6555"/>
                </a:xfrm>
                <a:custGeom>
                  <a:rect b="b" l="l" r="r" t="t"/>
                  <a:pathLst>
                    <a:path extrusionOk="0" h="66" w="203">
                      <a:moveTo>
                        <a:pt x="187" y="1"/>
                      </a:moveTo>
                      <a:cubicBezTo>
                        <a:pt x="187" y="1"/>
                        <a:pt x="171" y="17"/>
                        <a:pt x="150" y="17"/>
                      </a:cubicBezTo>
                      <a:cubicBezTo>
                        <a:pt x="134" y="17"/>
                        <a:pt x="118" y="17"/>
                        <a:pt x="102" y="33"/>
                      </a:cubicBezTo>
                      <a:lnTo>
                        <a:pt x="1" y="33"/>
                      </a:lnTo>
                      <a:lnTo>
                        <a:pt x="1" y="49"/>
                      </a:lnTo>
                      <a:lnTo>
                        <a:pt x="1" y="65"/>
                      </a:lnTo>
                      <a:lnTo>
                        <a:pt x="49" y="65"/>
                      </a:lnTo>
                      <a:cubicBezTo>
                        <a:pt x="70" y="65"/>
                        <a:pt x="70" y="65"/>
                        <a:pt x="86" y="49"/>
                      </a:cubicBezTo>
                      <a:lnTo>
                        <a:pt x="102" y="49"/>
                      </a:lnTo>
                      <a:cubicBezTo>
                        <a:pt x="118" y="49"/>
                        <a:pt x="134" y="33"/>
                        <a:pt x="150" y="33"/>
                      </a:cubicBezTo>
                      <a:cubicBezTo>
                        <a:pt x="171" y="17"/>
                        <a:pt x="187" y="17"/>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1"/>
                <p:cNvSpPr/>
                <p:nvPr/>
              </p:nvSpPr>
              <p:spPr>
                <a:xfrm>
                  <a:off x="2750834" y="1457292"/>
                  <a:ext cx="4966" cy="100418"/>
                </a:xfrm>
                <a:custGeom>
                  <a:rect b="b" l="l" r="r" t="t"/>
                  <a:pathLst>
                    <a:path extrusionOk="0" h="1011" w="50">
                      <a:moveTo>
                        <a:pt x="33" y="0"/>
                      </a:moveTo>
                      <a:cubicBezTo>
                        <a:pt x="33" y="0"/>
                        <a:pt x="33" y="21"/>
                        <a:pt x="17" y="21"/>
                      </a:cubicBezTo>
                      <a:cubicBezTo>
                        <a:pt x="17" y="53"/>
                        <a:pt x="17" y="122"/>
                        <a:pt x="1" y="255"/>
                      </a:cubicBezTo>
                      <a:cubicBezTo>
                        <a:pt x="1" y="404"/>
                        <a:pt x="17" y="590"/>
                        <a:pt x="17" y="744"/>
                      </a:cubicBezTo>
                      <a:cubicBezTo>
                        <a:pt x="17" y="893"/>
                        <a:pt x="33" y="1010"/>
                        <a:pt x="33" y="1010"/>
                      </a:cubicBezTo>
                      <a:lnTo>
                        <a:pt x="33" y="930"/>
                      </a:lnTo>
                      <a:lnTo>
                        <a:pt x="33" y="744"/>
                      </a:lnTo>
                      <a:lnTo>
                        <a:pt x="33" y="255"/>
                      </a:lnTo>
                      <a:lnTo>
                        <a:pt x="33" y="37"/>
                      </a:lnTo>
                      <a:lnTo>
                        <a:pt x="33" y="21"/>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2760866" y="1455703"/>
                  <a:ext cx="3278" cy="97140"/>
                </a:xfrm>
                <a:custGeom>
                  <a:rect b="b" l="l" r="r" t="t"/>
                  <a:pathLst>
                    <a:path extrusionOk="0" h="978" w="33">
                      <a:moveTo>
                        <a:pt x="17" y="0"/>
                      </a:moveTo>
                      <a:cubicBezTo>
                        <a:pt x="1" y="16"/>
                        <a:pt x="1" y="53"/>
                        <a:pt x="1" y="85"/>
                      </a:cubicBezTo>
                      <a:lnTo>
                        <a:pt x="1" y="239"/>
                      </a:lnTo>
                      <a:cubicBezTo>
                        <a:pt x="1" y="505"/>
                        <a:pt x="17" y="978"/>
                        <a:pt x="17" y="978"/>
                      </a:cubicBezTo>
                      <a:cubicBezTo>
                        <a:pt x="17" y="978"/>
                        <a:pt x="33" y="505"/>
                        <a:pt x="33" y="239"/>
                      </a:cubicBezTo>
                      <a:lnTo>
                        <a:pt x="33" y="85"/>
                      </a:lnTo>
                      <a:cubicBezTo>
                        <a:pt x="17" y="53"/>
                        <a:pt x="17" y="16"/>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2758879" y="1545990"/>
                  <a:ext cx="23739" cy="9734"/>
                </a:xfrm>
                <a:custGeom>
                  <a:rect b="b" l="l" r="r" t="t"/>
                  <a:pathLst>
                    <a:path extrusionOk="0" h="98" w="239">
                      <a:moveTo>
                        <a:pt x="239" y="0"/>
                      </a:moveTo>
                      <a:lnTo>
                        <a:pt x="239" y="0"/>
                      </a:lnTo>
                      <a:cubicBezTo>
                        <a:pt x="238" y="0"/>
                        <a:pt x="202" y="16"/>
                        <a:pt x="170" y="16"/>
                      </a:cubicBezTo>
                      <a:cubicBezTo>
                        <a:pt x="138" y="37"/>
                        <a:pt x="85" y="37"/>
                        <a:pt x="69" y="53"/>
                      </a:cubicBezTo>
                      <a:cubicBezTo>
                        <a:pt x="0" y="85"/>
                        <a:pt x="21" y="85"/>
                        <a:pt x="21" y="85"/>
                      </a:cubicBezTo>
                      <a:cubicBezTo>
                        <a:pt x="21" y="93"/>
                        <a:pt x="21" y="97"/>
                        <a:pt x="27" y="97"/>
                      </a:cubicBezTo>
                      <a:cubicBezTo>
                        <a:pt x="33" y="97"/>
                        <a:pt x="45" y="93"/>
                        <a:pt x="69" y="85"/>
                      </a:cubicBezTo>
                      <a:cubicBezTo>
                        <a:pt x="101" y="69"/>
                        <a:pt x="138" y="53"/>
                        <a:pt x="170" y="37"/>
                      </a:cubicBezTo>
                      <a:cubicBezTo>
                        <a:pt x="202" y="17"/>
                        <a:pt x="238"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1"/>
                <p:cNvSpPr/>
                <p:nvPr/>
              </p:nvSpPr>
              <p:spPr>
                <a:xfrm>
                  <a:off x="2764044" y="1447261"/>
                  <a:ext cx="14998" cy="6953"/>
                </a:xfrm>
                <a:custGeom>
                  <a:rect b="b" l="l" r="r" t="t"/>
                  <a:pathLst>
                    <a:path extrusionOk="0" h="70" w="151">
                      <a:moveTo>
                        <a:pt x="134" y="1"/>
                      </a:moveTo>
                      <a:lnTo>
                        <a:pt x="118" y="21"/>
                      </a:lnTo>
                      <a:lnTo>
                        <a:pt x="150" y="21"/>
                      </a:lnTo>
                      <a:lnTo>
                        <a:pt x="150" y="1"/>
                      </a:lnTo>
                      <a:close/>
                      <a:moveTo>
                        <a:pt x="70" y="21"/>
                      </a:moveTo>
                      <a:cubicBezTo>
                        <a:pt x="49" y="37"/>
                        <a:pt x="49" y="37"/>
                        <a:pt x="33" y="37"/>
                      </a:cubicBezTo>
                      <a:cubicBezTo>
                        <a:pt x="17" y="53"/>
                        <a:pt x="1" y="53"/>
                        <a:pt x="1" y="53"/>
                      </a:cubicBezTo>
                      <a:lnTo>
                        <a:pt x="1" y="69"/>
                      </a:lnTo>
                      <a:cubicBezTo>
                        <a:pt x="1" y="69"/>
                        <a:pt x="17" y="69"/>
                        <a:pt x="33" y="53"/>
                      </a:cubicBezTo>
                      <a:cubicBezTo>
                        <a:pt x="49" y="53"/>
                        <a:pt x="70" y="53"/>
                        <a:pt x="86" y="37"/>
                      </a:cubicBezTo>
                      <a:cubicBezTo>
                        <a:pt x="86" y="37"/>
                        <a:pt x="102" y="37"/>
                        <a:pt x="118" y="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1"/>
                <p:cNvSpPr/>
                <p:nvPr/>
              </p:nvSpPr>
              <p:spPr>
                <a:xfrm>
                  <a:off x="2778943" y="1446863"/>
                  <a:ext cx="3675" cy="99226"/>
                </a:xfrm>
                <a:custGeom>
                  <a:rect b="b" l="l" r="r" t="t"/>
                  <a:pathLst>
                    <a:path extrusionOk="0" h="999" w="37">
                      <a:moveTo>
                        <a:pt x="23" y="1"/>
                      </a:moveTo>
                      <a:cubicBezTo>
                        <a:pt x="21" y="1"/>
                        <a:pt x="21" y="5"/>
                        <a:pt x="21" y="25"/>
                      </a:cubicBezTo>
                      <a:cubicBezTo>
                        <a:pt x="21" y="41"/>
                        <a:pt x="0" y="57"/>
                        <a:pt x="0" y="105"/>
                      </a:cubicBezTo>
                      <a:lnTo>
                        <a:pt x="0" y="174"/>
                      </a:lnTo>
                      <a:lnTo>
                        <a:pt x="0" y="259"/>
                      </a:lnTo>
                      <a:lnTo>
                        <a:pt x="0" y="493"/>
                      </a:lnTo>
                      <a:lnTo>
                        <a:pt x="0" y="610"/>
                      </a:lnTo>
                      <a:lnTo>
                        <a:pt x="0" y="732"/>
                      </a:lnTo>
                      <a:lnTo>
                        <a:pt x="0" y="780"/>
                      </a:lnTo>
                      <a:cubicBezTo>
                        <a:pt x="21" y="764"/>
                        <a:pt x="21" y="748"/>
                        <a:pt x="21" y="732"/>
                      </a:cubicBezTo>
                      <a:lnTo>
                        <a:pt x="21" y="610"/>
                      </a:lnTo>
                      <a:lnTo>
                        <a:pt x="21" y="493"/>
                      </a:lnTo>
                      <a:lnTo>
                        <a:pt x="21" y="259"/>
                      </a:lnTo>
                      <a:lnTo>
                        <a:pt x="21" y="206"/>
                      </a:lnTo>
                      <a:lnTo>
                        <a:pt x="21" y="174"/>
                      </a:lnTo>
                      <a:lnTo>
                        <a:pt x="21" y="105"/>
                      </a:lnTo>
                      <a:cubicBezTo>
                        <a:pt x="21" y="73"/>
                        <a:pt x="37" y="41"/>
                        <a:pt x="37" y="25"/>
                      </a:cubicBezTo>
                      <a:lnTo>
                        <a:pt x="37" y="5"/>
                      </a:lnTo>
                      <a:cubicBezTo>
                        <a:pt x="29" y="5"/>
                        <a:pt x="25" y="1"/>
                        <a:pt x="23" y="1"/>
                      </a:cubicBezTo>
                      <a:close/>
                      <a:moveTo>
                        <a:pt x="0" y="913"/>
                      </a:moveTo>
                      <a:lnTo>
                        <a:pt x="0" y="934"/>
                      </a:lnTo>
                      <a:cubicBezTo>
                        <a:pt x="20" y="966"/>
                        <a:pt x="21" y="998"/>
                        <a:pt x="21" y="998"/>
                      </a:cubicBezTo>
                      <a:lnTo>
                        <a:pt x="21" y="998"/>
                      </a:lnTo>
                      <a:cubicBezTo>
                        <a:pt x="21" y="998"/>
                        <a:pt x="20" y="965"/>
                        <a:pt x="0" y="9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2787386" y="1444082"/>
                  <a:ext cx="3675" cy="95551"/>
                </a:xfrm>
                <a:custGeom>
                  <a:rect b="b" l="l" r="r" t="t"/>
                  <a:pathLst>
                    <a:path extrusionOk="0" h="962" w="37">
                      <a:moveTo>
                        <a:pt x="37" y="0"/>
                      </a:moveTo>
                      <a:lnTo>
                        <a:pt x="16" y="33"/>
                      </a:lnTo>
                      <a:cubicBezTo>
                        <a:pt x="16" y="53"/>
                        <a:pt x="16" y="69"/>
                        <a:pt x="0" y="101"/>
                      </a:cubicBezTo>
                      <a:lnTo>
                        <a:pt x="0" y="271"/>
                      </a:lnTo>
                      <a:cubicBezTo>
                        <a:pt x="0" y="335"/>
                        <a:pt x="16" y="420"/>
                        <a:pt x="16" y="505"/>
                      </a:cubicBezTo>
                      <a:lnTo>
                        <a:pt x="16" y="638"/>
                      </a:lnTo>
                      <a:lnTo>
                        <a:pt x="16" y="760"/>
                      </a:lnTo>
                      <a:cubicBezTo>
                        <a:pt x="16" y="840"/>
                        <a:pt x="37" y="909"/>
                        <a:pt x="37" y="962"/>
                      </a:cubicBezTo>
                      <a:lnTo>
                        <a:pt x="37" y="760"/>
                      </a:lnTo>
                      <a:lnTo>
                        <a:pt x="37" y="638"/>
                      </a:lnTo>
                      <a:lnTo>
                        <a:pt x="37" y="505"/>
                      </a:lnTo>
                      <a:lnTo>
                        <a:pt x="37" y="271"/>
                      </a:lnTo>
                      <a:cubicBezTo>
                        <a:pt x="16" y="255"/>
                        <a:pt x="16" y="234"/>
                        <a:pt x="16" y="218"/>
                      </a:cubicBezTo>
                      <a:lnTo>
                        <a:pt x="16" y="170"/>
                      </a:lnTo>
                      <a:lnTo>
                        <a:pt x="16" y="101"/>
                      </a:lnTo>
                      <a:cubicBezTo>
                        <a:pt x="37" y="69"/>
                        <a:pt x="37" y="53"/>
                        <a:pt x="37" y="33"/>
                      </a:cubicBez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2790961" y="1539534"/>
                  <a:ext cx="14998" cy="6555"/>
                </a:xfrm>
                <a:custGeom>
                  <a:rect b="b" l="l" r="r" t="t"/>
                  <a:pathLst>
                    <a:path extrusionOk="0" h="66" w="151">
                      <a:moveTo>
                        <a:pt x="134" y="1"/>
                      </a:moveTo>
                      <a:cubicBezTo>
                        <a:pt x="118" y="1"/>
                        <a:pt x="102" y="1"/>
                        <a:pt x="81" y="17"/>
                      </a:cubicBezTo>
                      <a:cubicBezTo>
                        <a:pt x="65" y="17"/>
                        <a:pt x="49" y="17"/>
                        <a:pt x="33" y="33"/>
                      </a:cubicBezTo>
                      <a:cubicBezTo>
                        <a:pt x="17" y="49"/>
                        <a:pt x="1" y="49"/>
                        <a:pt x="1" y="65"/>
                      </a:cubicBezTo>
                      <a:cubicBezTo>
                        <a:pt x="17" y="65"/>
                        <a:pt x="17" y="65"/>
                        <a:pt x="49" y="49"/>
                      </a:cubicBezTo>
                      <a:cubicBezTo>
                        <a:pt x="49" y="33"/>
                        <a:pt x="65" y="33"/>
                        <a:pt x="81" y="33"/>
                      </a:cubicBezTo>
                      <a:cubicBezTo>
                        <a:pt x="102" y="17"/>
                        <a:pt x="118" y="17"/>
                        <a:pt x="134" y="17"/>
                      </a:cubicBezTo>
                      <a:cubicBezTo>
                        <a:pt x="134" y="17"/>
                        <a:pt x="150" y="17"/>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2790961" y="1439215"/>
                  <a:ext cx="13310" cy="6555"/>
                </a:xfrm>
                <a:custGeom>
                  <a:rect b="b" l="l" r="r" t="t"/>
                  <a:pathLst>
                    <a:path extrusionOk="0" h="66" w="134">
                      <a:moveTo>
                        <a:pt x="118" y="1"/>
                      </a:moveTo>
                      <a:cubicBezTo>
                        <a:pt x="81" y="1"/>
                        <a:pt x="65" y="17"/>
                        <a:pt x="33" y="33"/>
                      </a:cubicBezTo>
                      <a:cubicBezTo>
                        <a:pt x="1" y="49"/>
                        <a:pt x="1" y="49"/>
                        <a:pt x="1" y="65"/>
                      </a:cubicBezTo>
                      <a:lnTo>
                        <a:pt x="49" y="49"/>
                      </a:lnTo>
                      <a:cubicBezTo>
                        <a:pt x="65" y="49"/>
                        <a:pt x="65" y="33"/>
                        <a:pt x="81" y="33"/>
                      </a:cubicBezTo>
                      <a:cubicBezTo>
                        <a:pt x="102" y="17"/>
                        <a:pt x="102" y="17"/>
                        <a:pt x="118" y="17"/>
                      </a:cubicBezTo>
                      <a:lnTo>
                        <a:pt x="1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2804171" y="1437229"/>
                  <a:ext cx="4966" cy="102404"/>
                </a:xfrm>
                <a:custGeom>
                  <a:rect b="b" l="l" r="r" t="t"/>
                  <a:pathLst>
                    <a:path extrusionOk="0" h="1031" w="50">
                      <a:moveTo>
                        <a:pt x="33" y="1"/>
                      </a:moveTo>
                      <a:lnTo>
                        <a:pt x="33" y="21"/>
                      </a:lnTo>
                      <a:lnTo>
                        <a:pt x="49" y="1"/>
                      </a:lnTo>
                      <a:close/>
                      <a:moveTo>
                        <a:pt x="33" y="21"/>
                      </a:moveTo>
                      <a:cubicBezTo>
                        <a:pt x="17" y="37"/>
                        <a:pt x="17" y="53"/>
                        <a:pt x="1" y="102"/>
                      </a:cubicBezTo>
                      <a:lnTo>
                        <a:pt x="1" y="271"/>
                      </a:lnTo>
                      <a:cubicBezTo>
                        <a:pt x="17" y="340"/>
                        <a:pt x="17" y="425"/>
                        <a:pt x="33" y="505"/>
                      </a:cubicBezTo>
                      <a:lnTo>
                        <a:pt x="33" y="574"/>
                      </a:lnTo>
                      <a:lnTo>
                        <a:pt x="33" y="643"/>
                      </a:lnTo>
                      <a:lnTo>
                        <a:pt x="33" y="760"/>
                      </a:lnTo>
                      <a:lnTo>
                        <a:pt x="33" y="877"/>
                      </a:lnTo>
                      <a:cubicBezTo>
                        <a:pt x="33" y="845"/>
                        <a:pt x="49" y="808"/>
                        <a:pt x="49" y="776"/>
                      </a:cubicBezTo>
                      <a:lnTo>
                        <a:pt x="49" y="643"/>
                      </a:lnTo>
                      <a:lnTo>
                        <a:pt x="49" y="574"/>
                      </a:lnTo>
                      <a:lnTo>
                        <a:pt x="49" y="505"/>
                      </a:lnTo>
                      <a:cubicBezTo>
                        <a:pt x="49" y="425"/>
                        <a:pt x="33" y="340"/>
                        <a:pt x="33" y="271"/>
                      </a:cubicBezTo>
                      <a:lnTo>
                        <a:pt x="33" y="102"/>
                      </a:lnTo>
                      <a:lnTo>
                        <a:pt x="33" y="21"/>
                      </a:lnTo>
                      <a:close/>
                      <a:moveTo>
                        <a:pt x="33" y="877"/>
                      </a:moveTo>
                      <a:lnTo>
                        <a:pt x="33" y="962"/>
                      </a:lnTo>
                      <a:cubicBezTo>
                        <a:pt x="33" y="994"/>
                        <a:pt x="49" y="1010"/>
                        <a:pt x="49" y="1031"/>
                      </a:cubicBezTo>
                      <a:lnTo>
                        <a:pt x="49" y="962"/>
                      </a:lnTo>
                      <a:cubicBezTo>
                        <a:pt x="33" y="946"/>
                        <a:pt x="33" y="909"/>
                        <a:pt x="33" y="8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2814203" y="1437229"/>
                  <a:ext cx="4966" cy="73898"/>
                </a:xfrm>
                <a:custGeom>
                  <a:rect b="b" l="l" r="r" t="t"/>
                  <a:pathLst>
                    <a:path extrusionOk="0" h="744" w="50">
                      <a:moveTo>
                        <a:pt x="33" y="1"/>
                      </a:moveTo>
                      <a:cubicBezTo>
                        <a:pt x="17" y="21"/>
                        <a:pt x="17" y="37"/>
                        <a:pt x="17" y="85"/>
                      </a:cubicBezTo>
                      <a:cubicBezTo>
                        <a:pt x="1" y="122"/>
                        <a:pt x="1" y="170"/>
                        <a:pt x="1" y="255"/>
                      </a:cubicBezTo>
                      <a:cubicBezTo>
                        <a:pt x="17" y="324"/>
                        <a:pt x="17" y="404"/>
                        <a:pt x="17" y="489"/>
                      </a:cubicBezTo>
                      <a:cubicBezTo>
                        <a:pt x="33" y="542"/>
                        <a:pt x="33" y="574"/>
                        <a:pt x="33" y="627"/>
                      </a:cubicBezTo>
                      <a:lnTo>
                        <a:pt x="33" y="744"/>
                      </a:lnTo>
                      <a:cubicBezTo>
                        <a:pt x="33" y="707"/>
                        <a:pt x="49" y="659"/>
                        <a:pt x="49" y="627"/>
                      </a:cubicBezTo>
                      <a:lnTo>
                        <a:pt x="49" y="489"/>
                      </a:lnTo>
                      <a:cubicBezTo>
                        <a:pt x="33" y="404"/>
                        <a:pt x="33" y="324"/>
                        <a:pt x="33" y="255"/>
                      </a:cubicBezTo>
                      <a:lnTo>
                        <a:pt x="33" y="202"/>
                      </a:lnTo>
                      <a:lnTo>
                        <a:pt x="33" y="154"/>
                      </a:lnTo>
                      <a:lnTo>
                        <a:pt x="33" y="85"/>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2815892" y="1534369"/>
                  <a:ext cx="21752" cy="6853"/>
                </a:xfrm>
                <a:custGeom>
                  <a:rect b="b" l="l" r="r" t="t"/>
                  <a:pathLst>
                    <a:path extrusionOk="0" h="69" w="219">
                      <a:moveTo>
                        <a:pt x="170" y="0"/>
                      </a:moveTo>
                      <a:cubicBezTo>
                        <a:pt x="133" y="16"/>
                        <a:pt x="85" y="16"/>
                        <a:pt x="53" y="32"/>
                      </a:cubicBezTo>
                      <a:cubicBezTo>
                        <a:pt x="32" y="32"/>
                        <a:pt x="32" y="53"/>
                        <a:pt x="16" y="53"/>
                      </a:cubicBezTo>
                      <a:lnTo>
                        <a:pt x="0" y="53"/>
                      </a:lnTo>
                      <a:cubicBezTo>
                        <a:pt x="0" y="69"/>
                        <a:pt x="16" y="69"/>
                        <a:pt x="16" y="69"/>
                      </a:cubicBezTo>
                      <a:cubicBezTo>
                        <a:pt x="32" y="69"/>
                        <a:pt x="53" y="69"/>
                        <a:pt x="69" y="53"/>
                      </a:cubicBezTo>
                      <a:cubicBezTo>
                        <a:pt x="101" y="53"/>
                        <a:pt x="133" y="32"/>
                        <a:pt x="170" y="16"/>
                      </a:cubicBezTo>
                      <a:cubicBezTo>
                        <a:pt x="186" y="16"/>
                        <a:pt x="202"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2817481" y="1427197"/>
                  <a:ext cx="20163" cy="8542"/>
                </a:xfrm>
                <a:custGeom>
                  <a:rect b="b" l="l" r="r" t="t"/>
                  <a:pathLst>
                    <a:path extrusionOk="0" h="86" w="203">
                      <a:moveTo>
                        <a:pt x="170" y="1"/>
                      </a:moveTo>
                      <a:cubicBezTo>
                        <a:pt x="154" y="21"/>
                        <a:pt x="138" y="21"/>
                        <a:pt x="101" y="21"/>
                      </a:cubicBezTo>
                      <a:cubicBezTo>
                        <a:pt x="85" y="37"/>
                        <a:pt x="69" y="37"/>
                        <a:pt x="69" y="37"/>
                      </a:cubicBezTo>
                      <a:cubicBezTo>
                        <a:pt x="0" y="69"/>
                        <a:pt x="0" y="69"/>
                        <a:pt x="16" y="85"/>
                      </a:cubicBezTo>
                      <a:lnTo>
                        <a:pt x="69" y="69"/>
                      </a:lnTo>
                      <a:cubicBezTo>
                        <a:pt x="85" y="69"/>
                        <a:pt x="85" y="53"/>
                        <a:pt x="85" y="53"/>
                      </a:cubicBezTo>
                      <a:cubicBezTo>
                        <a:pt x="101" y="53"/>
                        <a:pt x="101" y="53"/>
                        <a:pt x="117" y="37"/>
                      </a:cubicBezTo>
                      <a:cubicBezTo>
                        <a:pt x="138" y="37"/>
                        <a:pt x="154" y="37"/>
                        <a:pt x="170" y="21"/>
                      </a:cubicBezTo>
                      <a:lnTo>
                        <a:pt x="186" y="21"/>
                      </a:lnTo>
                      <a:lnTo>
                        <a:pt x="2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1"/>
                <p:cNvSpPr/>
                <p:nvPr/>
              </p:nvSpPr>
              <p:spPr>
                <a:xfrm>
                  <a:off x="2834267" y="1425608"/>
                  <a:ext cx="4966" cy="107172"/>
                </a:xfrm>
                <a:custGeom>
                  <a:rect b="b" l="l" r="r" t="t"/>
                  <a:pathLst>
                    <a:path extrusionOk="0" h="1079" w="50">
                      <a:moveTo>
                        <a:pt x="49" y="0"/>
                      </a:moveTo>
                      <a:cubicBezTo>
                        <a:pt x="33" y="0"/>
                        <a:pt x="49" y="0"/>
                        <a:pt x="33" y="37"/>
                      </a:cubicBezTo>
                      <a:lnTo>
                        <a:pt x="49" y="0"/>
                      </a:lnTo>
                      <a:close/>
                      <a:moveTo>
                        <a:pt x="33" y="37"/>
                      </a:moveTo>
                      <a:cubicBezTo>
                        <a:pt x="17" y="53"/>
                        <a:pt x="17" y="69"/>
                        <a:pt x="1" y="118"/>
                      </a:cubicBezTo>
                      <a:lnTo>
                        <a:pt x="1" y="287"/>
                      </a:lnTo>
                      <a:cubicBezTo>
                        <a:pt x="1" y="356"/>
                        <a:pt x="1" y="457"/>
                        <a:pt x="17" y="542"/>
                      </a:cubicBezTo>
                      <a:lnTo>
                        <a:pt x="17" y="675"/>
                      </a:lnTo>
                      <a:cubicBezTo>
                        <a:pt x="1" y="723"/>
                        <a:pt x="1" y="760"/>
                        <a:pt x="1" y="808"/>
                      </a:cubicBezTo>
                      <a:lnTo>
                        <a:pt x="1" y="909"/>
                      </a:lnTo>
                      <a:cubicBezTo>
                        <a:pt x="1" y="877"/>
                        <a:pt x="17" y="845"/>
                        <a:pt x="17" y="808"/>
                      </a:cubicBezTo>
                      <a:cubicBezTo>
                        <a:pt x="17" y="760"/>
                        <a:pt x="17" y="723"/>
                        <a:pt x="33" y="675"/>
                      </a:cubicBezTo>
                      <a:lnTo>
                        <a:pt x="33" y="542"/>
                      </a:lnTo>
                      <a:cubicBezTo>
                        <a:pt x="33" y="457"/>
                        <a:pt x="17" y="356"/>
                        <a:pt x="17" y="287"/>
                      </a:cubicBezTo>
                      <a:cubicBezTo>
                        <a:pt x="17" y="202"/>
                        <a:pt x="17" y="154"/>
                        <a:pt x="33" y="118"/>
                      </a:cubicBezTo>
                      <a:lnTo>
                        <a:pt x="33" y="37"/>
                      </a:lnTo>
                      <a:close/>
                      <a:moveTo>
                        <a:pt x="1" y="1010"/>
                      </a:moveTo>
                      <a:cubicBezTo>
                        <a:pt x="1" y="1047"/>
                        <a:pt x="17" y="1063"/>
                        <a:pt x="17" y="1079"/>
                      </a:cubicBezTo>
                      <a:cubicBezTo>
                        <a:pt x="17" y="1063"/>
                        <a:pt x="17" y="1047"/>
                        <a:pt x="1" y="10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1"/>
                <p:cNvSpPr/>
                <p:nvPr/>
              </p:nvSpPr>
              <p:spPr>
                <a:xfrm>
                  <a:off x="2847577" y="1425210"/>
                  <a:ext cx="1689" cy="104391"/>
                </a:xfrm>
                <a:custGeom>
                  <a:rect b="b" l="l" r="r" t="t"/>
                  <a:pathLst>
                    <a:path extrusionOk="0" h="1051" w="17">
                      <a:moveTo>
                        <a:pt x="2" y="0"/>
                      </a:moveTo>
                      <a:cubicBezTo>
                        <a:pt x="0" y="0"/>
                        <a:pt x="0" y="4"/>
                        <a:pt x="0" y="21"/>
                      </a:cubicBezTo>
                      <a:lnTo>
                        <a:pt x="0" y="105"/>
                      </a:lnTo>
                      <a:lnTo>
                        <a:pt x="0" y="275"/>
                      </a:lnTo>
                      <a:lnTo>
                        <a:pt x="0" y="764"/>
                      </a:lnTo>
                      <a:cubicBezTo>
                        <a:pt x="0" y="913"/>
                        <a:pt x="16" y="1051"/>
                        <a:pt x="16" y="1051"/>
                      </a:cubicBezTo>
                      <a:lnTo>
                        <a:pt x="16" y="764"/>
                      </a:lnTo>
                      <a:lnTo>
                        <a:pt x="16" y="275"/>
                      </a:lnTo>
                      <a:lnTo>
                        <a:pt x="16" y="105"/>
                      </a:lnTo>
                      <a:lnTo>
                        <a:pt x="16" y="21"/>
                      </a:lnTo>
                      <a:lnTo>
                        <a:pt x="16" y="4"/>
                      </a:lnTo>
                      <a:cubicBezTo>
                        <a:pt x="8" y="4"/>
                        <a:pt x="4" y="0"/>
                        <a:pt x="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2849166" y="1524337"/>
                  <a:ext cx="18574" cy="5264"/>
                </a:xfrm>
                <a:custGeom>
                  <a:rect b="b" l="l" r="r" t="t"/>
                  <a:pathLst>
                    <a:path extrusionOk="0" h="53" w="187">
                      <a:moveTo>
                        <a:pt x="138" y="0"/>
                      </a:moveTo>
                      <a:cubicBezTo>
                        <a:pt x="122" y="16"/>
                        <a:pt x="101" y="16"/>
                        <a:pt x="85" y="16"/>
                      </a:cubicBezTo>
                      <a:lnTo>
                        <a:pt x="69" y="16"/>
                      </a:lnTo>
                      <a:cubicBezTo>
                        <a:pt x="53" y="16"/>
                        <a:pt x="53" y="32"/>
                        <a:pt x="53" y="32"/>
                      </a:cubicBezTo>
                      <a:lnTo>
                        <a:pt x="21" y="32"/>
                      </a:lnTo>
                      <a:cubicBezTo>
                        <a:pt x="0" y="32"/>
                        <a:pt x="0" y="32"/>
                        <a:pt x="0" y="53"/>
                      </a:cubicBezTo>
                      <a:lnTo>
                        <a:pt x="69" y="53"/>
                      </a:lnTo>
                      <a:cubicBezTo>
                        <a:pt x="85" y="53"/>
                        <a:pt x="85" y="32"/>
                        <a:pt x="101" y="32"/>
                      </a:cubicBezTo>
                      <a:cubicBezTo>
                        <a:pt x="122" y="32"/>
                        <a:pt x="138" y="32"/>
                        <a:pt x="154" y="16"/>
                      </a:cubicBezTo>
                      <a:cubicBezTo>
                        <a:pt x="154" y="16"/>
                        <a:pt x="170"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2849166" y="1420741"/>
                  <a:ext cx="13707" cy="4966"/>
                </a:xfrm>
                <a:custGeom>
                  <a:rect b="b" l="l" r="r" t="t"/>
                  <a:pathLst>
                    <a:path extrusionOk="0" h="50" w="138">
                      <a:moveTo>
                        <a:pt x="122" y="1"/>
                      </a:moveTo>
                      <a:cubicBezTo>
                        <a:pt x="101" y="1"/>
                        <a:pt x="85" y="1"/>
                        <a:pt x="69" y="17"/>
                      </a:cubicBezTo>
                      <a:lnTo>
                        <a:pt x="37" y="17"/>
                      </a:lnTo>
                      <a:cubicBezTo>
                        <a:pt x="21" y="17"/>
                        <a:pt x="21" y="17"/>
                        <a:pt x="21" y="33"/>
                      </a:cubicBezTo>
                      <a:lnTo>
                        <a:pt x="0" y="33"/>
                      </a:lnTo>
                      <a:lnTo>
                        <a:pt x="0" y="49"/>
                      </a:lnTo>
                      <a:lnTo>
                        <a:pt x="37" y="49"/>
                      </a:lnTo>
                      <a:cubicBezTo>
                        <a:pt x="53" y="33"/>
                        <a:pt x="69" y="33"/>
                        <a:pt x="85" y="33"/>
                      </a:cubicBezTo>
                      <a:cubicBezTo>
                        <a:pt x="85" y="17"/>
                        <a:pt x="101" y="17"/>
                        <a:pt x="122" y="17"/>
                      </a:cubicBezTo>
                      <a:lnTo>
                        <a:pt x="1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2864362" y="1419152"/>
                  <a:ext cx="6953" cy="98431"/>
                </a:xfrm>
                <a:custGeom>
                  <a:rect b="b" l="l" r="r" t="t"/>
                  <a:pathLst>
                    <a:path extrusionOk="0" h="991" w="70">
                      <a:moveTo>
                        <a:pt x="17" y="1"/>
                      </a:moveTo>
                      <a:lnTo>
                        <a:pt x="17" y="17"/>
                      </a:lnTo>
                      <a:cubicBezTo>
                        <a:pt x="17" y="33"/>
                        <a:pt x="1" y="65"/>
                        <a:pt x="1" y="102"/>
                      </a:cubicBezTo>
                      <a:lnTo>
                        <a:pt x="1" y="134"/>
                      </a:lnTo>
                      <a:lnTo>
                        <a:pt x="1" y="166"/>
                      </a:lnTo>
                      <a:lnTo>
                        <a:pt x="1" y="267"/>
                      </a:lnTo>
                      <a:cubicBezTo>
                        <a:pt x="17" y="320"/>
                        <a:pt x="17" y="352"/>
                        <a:pt x="17" y="384"/>
                      </a:cubicBezTo>
                      <a:cubicBezTo>
                        <a:pt x="33" y="437"/>
                        <a:pt x="33" y="485"/>
                        <a:pt x="33" y="522"/>
                      </a:cubicBezTo>
                      <a:lnTo>
                        <a:pt x="33" y="586"/>
                      </a:lnTo>
                      <a:cubicBezTo>
                        <a:pt x="33" y="623"/>
                        <a:pt x="49" y="639"/>
                        <a:pt x="49" y="655"/>
                      </a:cubicBezTo>
                      <a:cubicBezTo>
                        <a:pt x="49" y="708"/>
                        <a:pt x="33" y="740"/>
                        <a:pt x="33" y="788"/>
                      </a:cubicBezTo>
                      <a:lnTo>
                        <a:pt x="33" y="910"/>
                      </a:lnTo>
                      <a:cubicBezTo>
                        <a:pt x="33" y="942"/>
                        <a:pt x="33" y="974"/>
                        <a:pt x="49" y="990"/>
                      </a:cubicBezTo>
                      <a:lnTo>
                        <a:pt x="49" y="910"/>
                      </a:lnTo>
                      <a:lnTo>
                        <a:pt x="49" y="788"/>
                      </a:lnTo>
                      <a:cubicBezTo>
                        <a:pt x="49" y="740"/>
                        <a:pt x="70" y="708"/>
                        <a:pt x="70" y="655"/>
                      </a:cubicBezTo>
                      <a:lnTo>
                        <a:pt x="70" y="586"/>
                      </a:lnTo>
                      <a:lnTo>
                        <a:pt x="70" y="522"/>
                      </a:lnTo>
                      <a:cubicBezTo>
                        <a:pt x="49" y="437"/>
                        <a:pt x="49" y="352"/>
                        <a:pt x="33" y="267"/>
                      </a:cubicBezTo>
                      <a:lnTo>
                        <a:pt x="33" y="166"/>
                      </a:lnTo>
                      <a:lnTo>
                        <a:pt x="33" y="134"/>
                      </a:lnTo>
                      <a:lnTo>
                        <a:pt x="33" y="102"/>
                      </a:lnTo>
                      <a:cubicBezTo>
                        <a:pt x="17" y="65"/>
                        <a:pt x="33" y="33"/>
                        <a:pt x="33" y="17"/>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2876083" y="1415576"/>
                  <a:ext cx="3278" cy="105582"/>
                </a:xfrm>
                <a:custGeom>
                  <a:rect b="b" l="l" r="r" t="t"/>
                  <a:pathLst>
                    <a:path extrusionOk="0" h="1063" w="33">
                      <a:moveTo>
                        <a:pt x="16" y="0"/>
                      </a:moveTo>
                      <a:cubicBezTo>
                        <a:pt x="0" y="0"/>
                        <a:pt x="0" y="0"/>
                        <a:pt x="0" y="17"/>
                      </a:cubicBezTo>
                      <a:lnTo>
                        <a:pt x="0" y="271"/>
                      </a:lnTo>
                      <a:lnTo>
                        <a:pt x="0" y="1063"/>
                      </a:lnTo>
                      <a:cubicBezTo>
                        <a:pt x="0" y="1063"/>
                        <a:pt x="16" y="558"/>
                        <a:pt x="32" y="271"/>
                      </a:cubicBezTo>
                      <a:cubicBezTo>
                        <a:pt x="32" y="118"/>
                        <a:pt x="16" y="53"/>
                        <a:pt x="16" y="17"/>
                      </a:cubicBez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2877672" y="1405544"/>
                  <a:ext cx="18474" cy="9734"/>
                </a:xfrm>
                <a:custGeom>
                  <a:rect b="b" l="l" r="r" t="t"/>
                  <a:pathLst>
                    <a:path extrusionOk="0" h="98" w="186">
                      <a:moveTo>
                        <a:pt x="186" y="0"/>
                      </a:moveTo>
                      <a:cubicBezTo>
                        <a:pt x="186" y="0"/>
                        <a:pt x="170" y="17"/>
                        <a:pt x="138" y="37"/>
                      </a:cubicBezTo>
                      <a:cubicBezTo>
                        <a:pt x="117" y="37"/>
                        <a:pt x="101" y="37"/>
                        <a:pt x="85" y="53"/>
                      </a:cubicBezTo>
                      <a:cubicBezTo>
                        <a:pt x="85" y="53"/>
                        <a:pt x="69" y="69"/>
                        <a:pt x="53" y="69"/>
                      </a:cubicBezTo>
                      <a:lnTo>
                        <a:pt x="0" y="85"/>
                      </a:lnTo>
                      <a:cubicBezTo>
                        <a:pt x="0" y="93"/>
                        <a:pt x="0" y="97"/>
                        <a:pt x="7" y="97"/>
                      </a:cubicBezTo>
                      <a:cubicBezTo>
                        <a:pt x="13" y="97"/>
                        <a:pt x="26" y="93"/>
                        <a:pt x="53" y="85"/>
                      </a:cubicBezTo>
                      <a:cubicBezTo>
                        <a:pt x="69" y="85"/>
                        <a:pt x="85" y="69"/>
                        <a:pt x="101" y="69"/>
                      </a:cubicBezTo>
                      <a:cubicBezTo>
                        <a:pt x="117" y="53"/>
                        <a:pt x="138" y="53"/>
                        <a:pt x="154" y="37"/>
                      </a:cubicBezTo>
                      <a:cubicBezTo>
                        <a:pt x="154" y="37"/>
                        <a:pt x="170" y="17"/>
                        <a:pt x="186" y="17"/>
                      </a:cubicBezTo>
                      <a:lnTo>
                        <a:pt x="1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2894458" y="1406736"/>
                  <a:ext cx="3377" cy="105980"/>
                </a:xfrm>
                <a:custGeom>
                  <a:rect b="b" l="l" r="r" t="t"/>
                  <a:pathLst>
                    <a:path extrusionOk="0" h="1067" w="34">
                      <a:moveTo>
                        <a:pt x="31" y="1"/>
                      </a:moveTo>
                      <a:cubicBezTo>
                        <a:pt x="29" y="1"/>
                        <a:pt x="25" y="5"/>
                        <a:pt x="17" y="5"/>
                      </a:cubicBezTo>
                      <a:lnTo>
                        <a:pt x="17" y="25"/>
                      </a:lnTo>
                      <a:cubicBezTo>
                        <a:pt x="17" y="41"/>
                        <a:pt x="1" y="73"/>
                        <a:pt x="1" y="106"/>
                      </a:cubicBezTo>
                      <a:lnTo>
                        <a:pt x="1" y="142"/>
                      </a:lnTo>
                      <a:lnTo>
                        <a:pt x="1" y="174"/>
                      </a:lnTo>
                      <a:lnTo>
                        <a:pt x="1" y="275"/>
                      </a:lnTo>
                      <a:lnTo>
                        <a:pt x="1" y="392"/>
                      </a:lnTo>
                      <a:cubicBezTo>
                        <a:pt x="1" y="429"/>
                        <a:pt x="17" y="477"/>
                        <a:pt x="17" y="530"/>
                      </a:cubicBezTo>
                      <a:lnTo>
                        <a:pt x="17" y="647"/>
                      </a:lnTo>
                      <a:lnTo>
                        <a:pt x="17" y="780"/>
                      </a:lnTo>
                      <a:lnTo>
                        <a:pt x="17" y="1067"/>
                      </a:lnTo>
                      <a:cubicBezTo>
                        <a:pt x="17" y="1067"/>
                        <a:pt x="17" y="934"/>
                        <a:pt x="33" y="780"/>
                      </a:cubicBezTo>
                      <a:lnTo>
                        <a:pt x="33" y="647"/>
                      </a:lnTo>
                      <a:lnTo>
                        <a:pt x="33" y="530"/>
                      </a:lnTo>
                      <a:lnTo>
                        <a:pt x="33" y="392"/>
                      </a:lnTo>
                      <a:cubicBezTo>
                        <a:pt x="33" y="344"/>
                        <a:pt x="17" y="308"/>
                        <a:pt x="17" y="275"/>
                      </a:cubicBezTo>
                      <a:lnTo>
                        <a:pt x="17" y="174"/>
                      </a:lnTo>
                      <a:lnTo>
                        <a:pt x="17" y="142"/>
                      </a:lnTo>
                      <a:lnTo>
                        <a:pt x="17" y="106"/>
                      </a:lnTo>
                      <a:cubicBezTo>
                        <a:pt x="17" y="73"/>
                        <a:pt x="17" y="41"/>
                        <a:pt x="33" y="25"/>
                      </a:cubicBezTo>
                      <a:cubicBezTo>
                        <a:pt x="33" y="5"/>
                        <a:pt x="33"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2877672" y="1517483"/>
                  <a:ext cx="18474" cy="5264"/>
                </a:xfrm>
                <a:custGeom>
                  <a:rect b="b" l="l" r="r" t="t"/>
                  <a:pathLst>
                    <a:path extrusionOk="0" h="53" w="186">
                      <a:moveTo>
                        <a:pt x="85" y="0"/>
                      </a:moveTo>
                      <a:cubicBezTo>
                        <a:pt x="69" y="21"/>
                        <a:pt x="53" y="21"/>
                        <a:pt x="53" y="21"/>
                      </a:cubicBezTo>
                      <a:cubicBezTo>
                        <a:pt x="16" y="37"/>
                        <a:pt x="16" y="37"/>
                        <a:pt x="0" y="37"/>
                      </a:cubicBezTo>
                      <a:lnTo>
                        <a:pt x="0" y="53"/>
                      </a:lnTo>
                      <a:lnTo>
                        <a:pt x="53" y="53"/>
                      </a:lnTo>
                      <a:cubicBezTo>
                        <a:pt x="69" y="37"/>
                        <a:pt x="85" y="37"/>
                        <a:pt x="101" y="37"/>
                      </a:cubicBezTo>
                      <a:cubicBezTo>
                        <a:pt x="101" y="21"/>
                        <a:pt x="117" y="21"/>
                        <a:pt x="138" y="21"/>
                      </a:cubicBezTo>
                      <a:cubicBezTo>
                        <a:pt x="154" y="0"/>
                        <a:pt x="186"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1"/>
                <p:cNvSpPr/>
                <p:nvPr/>
              </p:nvSpPr>
              <p:spPr>
                <a:xfrm>
                  <a:off x="2737226" y="1567643"/>
                  <a:ext cx="13707" cy="3675"/>
                </a:xfrm>
                <a:custGeom>
                  <a:rect b="b" l="l" r="r" t="t"/>
                  <a:pathLst>
                    <a:path extrusionOk="0" h="37" w="138">
                      <a:moveTo>
                        <a:pt x="37" y="0"/>
                      </a:moveTo>
                      <a:lnTo>
                        <a:pt x="0" y="21"/>
                      </a:lnTo>
                      <a:cubicBezTo>
                        <a:pt x="0" y="37"/>
                        <a:pt x="0" y="37"/>
                        <a:pt x="37" y="37"/>
                      </a:cubicBezTo>
                      <a:cubicBezTo>
                        <a:pt x="69" y="37"/>
                        <a:pt x="85" y="21"/>
                        <a:pt x="101" y="21"/>
                      </a:cubicBezTo>
                      <a:cubicBezTo>
                        <a:pt x="117" y="0"/>
                        <a:pt x="138"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1"/>
                <p:cNvSpPr/>
                <p:nvPr/>
              </p:nvSpPr>
              <p:spPr>
                <a:xfrm>
                  <a:off x="2735637" y="1567643"/>
                  <a:ext cx="5264" cy="92372"/>
                </a:xfrm>
                <a:custGeom>
                  <a:rect b="b" l="l" r="r" t="t"/>
                  <a:pathLst>
                    <a:path extrusionOk="0" h="930" w="53">
                      <a:moveTo>
                        <a:pt x="32" y="0"/>
                      </a:moveTo>
                      <a:lnTo>
                        <a:pt x="16" y="21"/>
                      </a:lnTo>
                      <a:lnTo>
                        <a:pt x="16" y="53"/>
                      </a:lnTo>
                      <a:cubicBezTo>
                        <a:pt x="0" y="69"/>
                        <a:pt x="0" y="85"/>
                        <a:pt x="0" y="101"/>
                      </a:cubicBezTo>
                      <a:lnTo>
                        <a:pt x="0" y="138"/>
                      </a:lnTo>
                      <a:lnTo>
                        <a:pt x="0" y="170"/>
                      </a:lnTo>
                      <a:lnTo>
                        <a:pt x="0" y="255"/>
                      </a:lnTo>
                      <a:cubicBezTo>
                        <a:pt x="0" y="287"/>
                        <a:pt x="0" y="340"/>
                        <a:pt x="16" y="372"/>
                      </a:cubicBezTo>
                      <a:lnTo>
                        <a:pt x="16" y="489"/>
                      </a:lnTo>
                      <a:cubicBezTo>
                        <a:pt x="16" y="542"/>
                        <a:pt x="32" y="574"/>
                        <a:pt x="32" y="627"/>
                      </a:cubicBezTo>
                      <a:lnTo>
                        <a:pt x="32" y="675"/>
                      </a:lnTo>
                      <a:lnTo>
                        <a:pt x="32" y="744"/>
                      </a:lnTo>
                      <a:cubicBezTo>
                        <a:pt x="32" y="808"/>
                        <a:pt x="32" y="877"/>
                        <a:pt x="53" y="930"/>
                      </a:cubicBezTo>
                      <a:lnTo>
                        <a:pt x="53" y="744"/>
                      </a:lnTo>
                      <a:lnTo>
                        <a:pt x="53" y="675"/>
                      </a:lnTo>
                      <a:lnTo>
                        <a:pt x="53" y="627"/>
                      </a:lnTo>
                      <a:lnTo>
                        <a:pt x="53" y="489"/>
                      </a:lnTo>
                      <a:cubicBezTo>
                        <a:pt x="53" y="457"/>
                        <a:pt x="32" y="404"/>
                        <a:pt x="32" y="372"/>
                      </a:cubicBezTo>
                      <a:lnTo>
                        <a:pt x="32" y="255"/>
                      </a:lnTo>
                      <a:cubicBezTo>
                        <a:pt x="32" y="223"/>
                        <a:pt x="16" y="186"/>
                        <a:pt x="16" y="170"/>
                      </a:cubicBezTo>
                      <a:lnTo>
                        <a:pt x="16" y="138"/>
                      </a:lnTo>
                      <a:cubicBezTo>
                        <a:pt x="32" y="122"/>
                        <a:pt x="32" y="122"/>
                        <a:pt x="32" y="101"/>
                      </a:cubicBezTo>
                      <a:lnTo>
                        <a:pt x="32" y="37"/>
                      </a:ln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2750834" y="1564464"/>
                  <a:ext cx="3278" cy="97140"/>
                </a:xfrm>
                <a:custGeom>
                  <a:rect b="b" l="l" r="r" t="t"/>
                  <a:pathLst>
                    <a:path extrusionOk="0" h="978" w="33">
                      <a:moveTo>
                        <a:pt x="17" y="0"/>
                      </a:moveTo>
                      <a:lnTo>
                        <a:pt x="17" y="32"/>
                      </a:lnTo>
                      <a:cubicBezTo>
                        <a:pt x="17" y="53"/>
                        <a:pt x="1" y="69"/>
                        <a:pt x="1" y="101"/>
                      </a:cubicBezTo>
                      <a:lnTo>
                        <a:pt x="1" y="271"/>
                      </a:lnTo>
                      <a:lnTo>
                        <a:pt x="1" y="372"/>
                      </a:lnTo>
                      <a:lnTo>
                        <a:pt x="1" y="489"/>
                      </a:lnTo>
                      <a:cubicBezTo>
                        <a:pt x="1" y="537"/>
                        <a:pt x="17" y="574"/>
                        <a:pt x="17" y="622"/>
                      </a:cubicBezTo>
                      <a:lnTo>
                        <a:pt x="17" y="739"/>
                      </a:lnTo>
                      <a:lnTo>
                        <a:pt x="17" y="840"/>
                      </a:lnTo>
                      <a:lnTo>
                        <a:pt x="17" y="925"/>
                      </a:lnTo>
                      <a:cubicBezTo>
                        <a:pt x="33" y="962"/>
                        <a:pt x="33" y="978"/>
                        <a:pt x="33" y="978"/>
                      </a:cubicBezTo>
                      <a:lnTo>
                        <a:pt x="33" y="925"/>
                      </a:lnTo>
                      <a:lnTo>
                        <a:pt x="33" y="840"/>
                      </a:lnTo>
                      <a:lnTo>
                        <a:pt x="33" y="739"/>
                      </a:lnTo>
                      <a:lnTo>
                        <a:pt x="33" y="622"/>
                      </a:lnTo>
                      <a:lnTo>
                        <a:pt x="33" y="489"/>
                      </a:lnTo>
                      <a:lnTo>
                        <a:pt x="33" y="372"/>
                      </a:lnTo>
                      <a:lnTo>
                        <a:pt x="33" y="271"/>
                      </a:lnTo>
                      <a:lnTo>
                        <a:pt x="33" y="101"/>
                      </a:lnTo>
                      <a:lnTo>
                        <a:pt x="33" y="32"/>
                      </a:lnTo>
                      <a:cubicBezTo>
                        <a:pt x="33" y="0"/>
                        <a:pt x="1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2738816" y="1661505"/>
                  <a:ext cx="16985" cy="6555"/>
                </a:xfrm>
                <a:custGeom>
                  <a:rect b="b" l="l" r="r" t="t"/>
                  <a:pathLst>
                    <a:path extrusionOk="0" h="66" w="171">
                      <a:moveTo>
                        <a:pt x="170" y="1"/>
                      </a:moveTo>
                      <a:cubicBezTo>
                        <a:pt x="170" y="1"/>
                        <a:pt x="154" y="17"/>
                        <a:pt x="122" y="17"/>
                      </a:cubicBezTo>
                      <a:lnTo>
                        <a:pt x="85" y="17"/>
                      </a:lnTo>
                      <a:cubicBezTo>
                        <a:pt x="69" y="17"/>
                        <a:pt x="53" y="33"/>
                        <a:pt x="37" y="33"/>
                      </a:cubicBezTo>
                      <a:cubicBezTo>
                        <a:pt x="0" y="49"/>
                        <a:pt x="0" y="49"/>
                        <a:pt x="0" y="65"/>
                      </a:cubicBezTo>
                      <a:lnTo>
                        <a:pt x="53" y="65"/>
                      </a:lnTo>
                      <a:cubicBezTo>
                        <a:pt x="69" y="49"/>
                        <a:pt x="69" y="49"/>
                        <a:pt x="85" y="49"/>
                      </a:cubicBezTo>
                      <a:cubicBezTo>
                        <a:pt x="101" y="33"/>
                        <a:pt x="122" y="33"/>
                        <a:pt x="122" y="33"/>
                      </a:cubicBezTo>
                      <a:cubicBezTo>
                        <a:pt x="154" y="17"/>
                        <a:pt x="170" y="1"/>
                        <a:pt x="1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1"/>
                <p:cNvSpPr/>
                <p:nvPr/>
              </p:nvSpPr>
              <p:spPr>
                <a:xfrm>
                  <a:off x="2760866" y="1561186"/>
                  <a:ext cx="3278" cy="96842"/>
                </a:xfrm>
                <a:custGeom>
                  <a:rect b="b" l="l" r="r" t="t"/>
                  <a:pathLst>
                    <a:path extrusionOk="0" h="975" w="33">
                      <a:moveTo>
                        <a:pt x="17" y="1"/>
                      </a:moveTo>
                      <a:lnTo>
                        <a:pt x="1" y="33"/>
                      </a:lnTo>
                      <a:lnTo>
                        <a:pt x="1" y="102"/>
                      </a:lnTo>
                      <a:lnTo>
                        <a:pt x="1" y="267"/>
                      </a:lnTo>
                      <a:lnTo>
                        <a:pt x="1" y="490"/>
                      </a:lnTo>
                      <a:cubicBezTo>
                        <a:pt x="17" y="538"/>
                        <a:pt x="17" y="570"/>
                        <a:pt x="17" y="623"/>
                      </a:cubicBezTo>
                      <a:lnTo>
                        <a:pt x="17" y="740"/>
                      </a:lnTo>
                      <a:lnTo>
                        <a:pt x="17" y="841"/>
                      </a:lnTo>
                      <a:lnTo>
                        <a:pt x="17" y="926"/>
                      </a:lnTo>
                      <a:cubicBezTo>
                        <a:pt x="33" y="958"/>
                        <a:pt x="33" y="974"/>
                        <a:pt x="33" y="974"/>
                      </a:cubicBezTo>
                      <a:lnTo>
                        <a:pt x="33" y="926"/>
                      </a:lnTo>
                      <a:lnTo>
                        <a:pt x="33" y="841"/>
                      </a:lnTo>
                      <a:lnTo>
                        <a:pt x="33" y="740"/>
                      </a:lnTo>
                      <a:lnTo>
                        <a:pt x="33" y="623"/>
                      </a:lnTo>
                      <a:lnTo>
                        <a:pt x="33" y="490"/>
                      </a:lnTo>
                      <a:lnTo>
                        <a:pt x="33" y="267"/>
                      </a:lnTo>
                      <a:lnTo>
                        <a:pt x="33" y="102"/>
                      </a:lnTo>
                      <a:cubicBezTo>
                        <a:pt x="33" y="65"/>
                        <a:pt x="33" y="49"/>
                        <a:pt x="17" y="33"/>
                      </a:cubicBez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1"/>
                <p:cNvSpPr/>
                <p:nvPr/>
              </p:nvSpPr>
              <p:spPr>
                <a:xfrm>
                  <a:off x="2760866" y="1556022"/>
                  <a:ext cx="20163" cy="8145"/>
                </a:xfrm>
                <a:custGeom>
                  <a:rect b="b" l="l" r="r" t="t"/>
                  <a:pathLst>
                    <a:path extrusionOk="0" h="82" w="203">
                      <a:moveTo>
                        <a:pt x="166" y="0"/>
                      </a:moveTo>
                      <a:cubicBezTo>
                        <a:pt x="166" y="0"/>
                        <a:pt x="150" y="0"/>
                        <a:pt x="150" y="16"/>
                      </a:cubicBezTo>
                      <a:lnTo>
                        <a:pt x="182" y="16"/>
                      </a:lnTo>
                      <a:cubicBezTo>
                        <a:pt x="203" y="16"/>
                        <a:pt x="203" y="0"/>
                        <a:pt x="203" y="0"/>
                      </a:cubicBezTo>
                      <a:close/>
                      <a:moveTo>
                        <a:pt x="102" y="16"/>
                      </a:moveTo>
                      <a:cubicBezTo>
                        <a:pt x="81" y="37"/>
                        <a:pt x="65" y="37"/>
                        <a:pt x="49" y="53"/>
                      </a:cubicBezTo>
                      <a:lnTo>
                        <a:pt x="1" y="69"/>
                      </a:lnTo>
                      <a:cubicBezTo>
                        <a:pt x="1" y="77"/>
                        <a:pt x="1" y="81"/>
                        <a:pt x="7" y="81"/>
                      </a:cubicBezTo>
                      <a:cubicBezTo>
                        <a:pt x="13" y="81"/>
                        <a:pt x="25" y="77"/>
                        <a:pt x="49" y="69"/>
                      </a:cubicBezTo>
                      <a:cubicBezTo>
                        <a:pt x="65" y="53"/>
                        <a:pt x="81" y="53"/>
                        <a:pt x="102" y="53"/>
                      </a:cubicBezTo>
                      <a:lnTo>
                        <a:pt x="118" y="37"/>
                      </a:lnTo>
                      <a:cubicBezTo>
                        <a:pt x="134" y="37"/>
                        <a:pt x="134" y="37"/>
                        <a:pt x="150" y="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2777354" y="1556022"/>
                  <a:ext cx="5264" cy="102007"/>
                </a:xfrm>
                <a:custGeom>
                  <a:rect b="b" l="l" r="r" t="t"/>
                  <a:pathLst>
                    <a:path extrusionOk="0" h="1027" w="53">
                      <a:moveTo>
                        <a:pt x="37" y="0"/>
                      </a:moveTo>
                      <a:lnTo>
                        <a:pt x="16" y="37"/>
                      </a:lnTo>
                      <a:lnTo>
                        <a:pt x="16" y="53"/>
                      </a:lnTo>
                      <a:cubicBezTo>
                        <a:pt x="16" y="69"/>
                        <a:pt x="16" y="85"/>
                        <a:pt x="0" y="101"/>
                      </a:cubicBezTo>
                      <a:lnTo>
                        <a:pt x="0" y="271"/>
                      </a:lnTo>
                      <a:cubicBezTo>
                        <a:pt x="16" y="303"/>
                        <a:pt x="16" y="340"/>
                        <a:pt x="16" y="388"/>
                      </a:cubicBezTo>
                      <a:lnTo>
                        <a:pt x="16" y="505"/>
                      </a:lnTo>
                      <a:cubicBezTo>
                        <a:pt x="16" y="558"/>
                        <a:pt x="16" y="590"/>
                        <a:pt x="37" y="643"/>
                      </a:cubicBezTo>
                      <a:lnTo>
                        <a:pt x="37" y="760"/>
                      </a:lnTo>
                      <a:lnTo>
                        <a:pt x="37" y="1026"/>
                      </a:lnTo>
                      <a:cubicBezTo>
                        <a:pt x="37" y="1026"/>
                        <a:pt x="37" y="909"/>
                        <a:pt x="53" y="760"/>
                      </a:cubicBezTo>
                      <a:lnTo>
                        <a:pt x="53" y="643"/>
                      </a:lnTo>
                      <a:lnTo>
                        <a:pt x="53" y="505"/>
                      </a:lnTo>
                      <a:lnTo>
                        <a:pt x="53" y="388"/>
                      </a:lnTo>
                      <a:cubicBezTo>
                        <a:pt x="37" y="340"/>
                        <a:pt x="37" y="303"/>
                        <a:pt x="37" y="271"/>
                      </a:cubicBezTo>
                      <a:lnTo>
                        <a:pt x="37" y="101"/>
                      </a:lnTo>
                      <a:lnTo>
                        <a:pt x="37" y="69"/>
                      </a:lnTo>
                      <a:lnTo>
                        <a:pt x="37" y="37"/>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2760866" y="1656340"/>
                  <a:ext cx="18176" cy="7648"/>
                </a:xfrm>
                <a:custGeom>
                  <a:rect b="b" l="l" r="r" t="t"/>
                  <a:pathLst>
                    <a:path extrusionOk="0" h="77" w="183">
                      <a:moveTo>
                        <a:pt x="166" y="0"/>
                      </a:moveTo>
                      <a:cubicBezTo>
                        <a:pt x="150" y="0"/>
                        <a:pt x="150" y="0"/>
                        <a:pt x="150" y="16"/>
                      </a:cubicBezTo>
                      <a:lnTo>
                        <a:pt x="166" y="16"/>
                      </a:lnTo>
                      <a:lnTo>
                        <a:pt x="182" y="0"/>
                      </a:lnTo>
                      <a:close/>
                      <a:moveTo>
                        <a:pt x="150" y="16"/>
                      </a:moveTo>
                      <a:cubicBezTo>
                        <a:pt x="118" y="16"/>
                        <a:pt x="81" y="37"/>
                        <a:pt x="49" y="37"/>
                      </a:cubicBezTo>
                      <a:cubicBezTo>
                        <a:pt x="1" y="69"/>
                        <a:pt x="1" y="69"/>
                        <a:pt x="17" y="69"/>
                      </a:cubicBezTo>
                      <a:cubicBezTo>
                        <a:pt x="17" y="69"/>
                        <a:pt x="17" y="76"/>
                        <a:pt x="31" y="76"/>
                      </a:cubicBezTo>
                      <a:cubicBezTo>
                        <a:pt x="38" y="76"/>
                        <a:pt x="49" y="74"/>
                        <a:pt x="65" y="69"/>
                      </a:cubicBezTo>
                      <a:cubicBezTo>
                        <a:pt x="65" y="53"/>
                        <a:pt x="81" y="53"/>
                        <a:pt x="102" y="53"/>
                      </a:cubicBezTo>
                      <a:cubicBezTo>
                        <a:pt x="118" y="37"/>
                        <a:pt x="134" y="37"/>
                        <a:pt x="150" y="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2787386" y="1554432"/>
                  <a:ext cx="5264" cy="103596"/>
                </a:xfrm>
                <a:custGeom>
                  <a:rect b="b" l="l" r="r" t="t"/>
                  <a:pathLst>
                    <a:path extrusionOk="0" h="1043" w="53">
                      <a:moveTo>
                        <a:pt x="16" y="0"/>
                      </a:moveTo>
                      <a:lnTo>
                        <a:pt x="16" y="32"/>
                      </a:lnTo>
                      <a:cubicBezTo>
                        <a:pt x="16" y="53"/>
                        <a:pt x="16" y="69"/>
                        <a:pt x="0" y="117"/>
                      </a:cubicBezTo>
                      <a:lnTo>
                        <a:pt x="0" y="271"/>
                      </a:lnTo>
                      <a:cubicBezTo>
                        <a:pt x="0" y="356"/>
                        <a:pt x="16" y="436"/>
                        <a:pt x="16" y="521"/>
                      </a:cubicBezTo>
                      <a:lnTo>
                        <a:pt x="16" y="638"/>
                      </a:lnTo>
                      <a:cubicBezTo>
                        <a:pt x="37" y="691"/>
                        <a:pt x="37" y="723"/>
                        <a:pt x="37" y="776"/>
                      </a:cubicBezTo>
                      <a:lnTo>
                        <a:pt x="37" y="877"/>
                      </a:lnTo>
                      <a:cubicBezTo>
                        <a:pt x="37" y="840"/>
                        <a:pt x="53" y="808"/>
                        <a:pt x="53" y="776"/>
                      </a:cubicBezTo>
                      <a:lnTo>
                        <a:pt x="53" y="638"/>
                      </a:lnTo>
                      <a:lnTo>
                        <a:pt x="53" y="521"/>
                      </a:lnTo>
                      <a:cubicBezTo>
                        <a:pt x="37" y="420"/>
                        <a:pt x="37" y="335"/>
                        <a:pt x="37" y="271"/>
                      </a:cubicBezTo>
                      <a:lnTo>
                        <a:pt x="37" y="117"/>
                      </a:lnTo>
                      <a:lnTo>
                        <a:pt x="37" y="32"/>
                      </a:lnTo>
                      <a:cubicBezTo>
                        <a:pt x="37" y="0"/>
                        <a:pt x="37" y="0"/>
                        <a:pt x="16" y="0"/>
                      </a:cubicBezTo>
                      <a:close/>
                      <a:moveTo>
                        <a:pt x="37" y="962"/>
                      </a:moveTo>
                      <a:lnTo>
                        <a:pt x="37" y="962"/>
                      </a:lnTo>
                      <a:cubicBezTo>
                        <a:pt x="16" y="1010"/>
                        <a:pt x="16" y="1042"/>
                        <a:pt x="16" y="1042"/>
                      </a:cubicBezTo>
                      <a:cubicBezTo>
                        <a:pt x="16" y="1042"/>
                        <a:pt x="37" y="1010"/>
                        <a:pt x="37" y="9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2787386" y="1551155"/>
                  <a:ext cx="20163" cy="6555"/>
                </a:xfrm>
                <a:custGeom>
                  <a:rect b="b" l="l" r="r" t="t"/>
                  <a:pathLst>
                    <a:path extrusionOk="0" h="66" w="203">
                      <a:moveTo>
                        <a:pt x="154" y="1"/>
                      </a:moveTo>
                      <a:cubicBezTo>
                        <a:pt x="117" y="17"/>
                        <a:pt x="85" y="33"/>
                        <a:pt x="69" y="33"/>
                      </a:cubicBezTo>
                      <a:cubicBezTo>
                        <a:pt x="53" y="33"/>
                        <a:pt x="37" y="33"/>
                        <a:pt x="37" y="49"/>
                      </a:cubicBezTo>
                      <a:lnTo>
                        <a:pt x="16" y="49"/>
                      </a:lnTo>
                      <a:cubicBezTo>
                        <a:pt x="16" y="49"/>
                        <a:pt x="0" y="49"/>
                        <a:pt x="16" y="65"/>
                      </a:cubicBezTo>
                      <a:lnTo>
                        <a:pt x="37" y="65"/>
                      </a:lnTo>
                      <a:cubicBezTo>
                        <a:pt x="37" y="65"/>
                        <a:pt x="53" y="65"/>
                        <a:pt x="69" y="49"/>
                      </a:cubicBezTo>
                      <a:cubicBezTo>
                        <a:pt x="101" y="49"/>
                        <a:pt x="138" y="33"/>
                        <a:pt x="170" y="17"/>
                      </a:cubicBezTo>
                      <a:cubicBezTo>
                        <a:pt x="170" y="17"/>
                        <a:pt x="186"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2805860" y="1549565"/>
                  <a:ext cx="3278" cy="103596"/>
                </a:xfrm>
                <a:custGeom>
                  <a:rect b="b" l="l" r="r" t="t"/>
                  <a:pathLst>
                    <a:path extrusionOk="0" h="1043" w="33">
                      <a:moveTo>
                        <a:pt x="32" y="1"/>
                      </a:moveTo>
                      <a:lnTo>
                        <a:pt x="16" y="33"/>
                      </a:lnTo>
                      <a:cubicBezTo>
                        <a:pt x="16" y="33"/>
                        <a:pt x="16" y="65"/>
                        <a:pt x="0" y="102"/>
                      </a:cubicBezTo>
                      <a:lnTo>
                        <a:pt x="0" y="134"/>
                      </a:lnTo>
                      <a:lnTo>
                        <a:pt x="0" y="166"/>
                      </a:lnTo>
                      <a:lnTo>
                        <a:pt x="0" y="267"/>
                      </a:lnTo>
                      <a:cubicBezTo>
                        <a:pt x="0" y="336"/>
                        <a:pt x="0" y="421"/>
                        <a:pt x="16" y="506"/>
                      </a:cubicBezTo>
                      <a:lnTo>
                        <a:pt x="16" y="756"/>
                      </a:lnTo>
                      <a:cubicBezTo>
                        <a:pt x="32" y="926"/>
                        <a:pt x="32" y="1043"/>
                        <a:pt x="32" y="1043"/>
                      </a:cubicBezTo>
                      <a:lnTo>
                        <a:pt x="32" y="756"/>
                      </a:lnTo>
                      <a:lnTo>
                        <a:pt x="32" y="506"/>
                      </a:lnTo>
                      <a:lnTo>
                        <a:pt x="32" y="384"/>
                      </a:lnTo>
                      <a:lnTo>
                        <a:pt x="32" y="267"/>
                      </a:lnTo>
                      <a:lnTo>
                        <a:pt x="32" y="166"/>
                      </a:lnTo>
                      <a:lnTo>
                        <a:pt x="32" y="134"/>
                      </a:lnTo>
                      <a:lnTo>
                        <a:pt x="32" y="102"/>
                      </a:lnTo>
                      <a:lnTo>
                        <a:pt x="32" y="33"/>
                      </a:lnTo>
                      <a:lnTo>
                        <a:pt x="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2785796" y="1651473"/>
                  <a:ext cx="21752" cy="6158"/>
                </a:xfrm>
                <a:custGeom>
                  <a:rect b="b" l="l" r="r" t="t"/>
                  <a:pathLst>
                    <a:path extrusionOk="0" h="62" w="219">
                      <a:moveTo>
                        <a:pt x="186" y="1"/>
                      </a:moveTo>
                      <a:cubicBezTo>
                        <a:pt x="170" y="1"/>
                        <a:pt x="133" y="17"/>
                        <a:pt x="117" y="17"/>
                      </a:cubicBezTo>
                      <a:cubicBezTo>
                        <a:pt x="101" y="17"/>
                        <a:pt x="85" y="17"/>
                        <a:pt x="69" y="33"/>
                      </a:cubicBezTo>
                      <a:cubicBezTo>
                        <a:pt x="0" y="49"/>
                        <a:pt x="16" y="49"/>
                        <a:pt x="16" y="49"/>
                      </a:cubicBezTo>
                      <a:cubicBezTo>
                        <a:pt x="16" y="57"/>
                        <a:pt x="16" y="61"/>
                        <a:pt x="23" y="61"/>
                      </a:cubicBezTo>
                      <a:cubicBezTo>
                        <a:pt x="29" y="61"/>
                        <a:pt x="42" y="57"/>
                        <a:pt x="69" y="49"/>
                      </a:cubicBezTo>
                      <a:cubicBezTo>
                        <a:pt x="85" y="49"/>
                        <a:pt x="101" y="33"/>
                        <a:pt x="133" y="33"/>
                      </a:cubicBezTo>
                      <a:cubicBezTo>
                        <a:pt x="154" y="33"/>
                        <a:pt x="170" y="17"/>
                        <a:pt x="186" y="17"/>
                      </a:cubicBezTo>
                      <a:lnTo>
                        <a:pt x="202" y="17"/>
                      </a:lnTo>
                      <a:lnTo>
                        <a:pt x="2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2815892" y="1547579"/>
                  <a:ext cx="3278" cy="103993"/>
                </a:xfrm>
                <a:custGeom>
                  <a:rect b="b" l="l" r="r" t="t"/>
                  <a:pathLst>
                    <a:path extrusionOk="0" h="1047" w="33">
                      <a:moveTo>
                        <a:pt x="32" y="0"/>
                      </a:moveTo>
                      <a:cubicBezTo>
                        <a:pt x="16" y="0"/>
                        <a:pt x="16" y="0"/>
                        <a:pt x="16" y="37"/>
                      </a:cubicBezTo>
                      <a:lnTo>
                        <a:pt x="16" y="122"/>
                      </a:lnTo>
                      <a:cubicBezTo>
                        <a:pt x="16" y="154"/>
                        <a:pt x="0" y="202"/>
                        <a:pt x="0" y="271"/>
                      </a:cubicBezTo>
                      <a:lnTo>
                        <a:pt x="0" y="526"/>
                      </a:lnTo>
                      <a:cubicBezTo>
                        <a:pt x="16" y="606"/>
                        <a:pt x="16" y="691"/>
                        <a:pt x="16" y="776"/>
                      </a:cubicBezTo>
                      <a:cubicBezTo>
                        <a:pt x="16" y="930"/>
                        <a:pt x="32" y="1047"/>
                        <a:pt x="32" y="1047"/>
                      </a:cubicBezTo>
                      <a:lnTo>
                        <a:pt x="32" y="776"/>
                      </a:lnTo>
                      <a:lnTo>
                        <a:pt x="32" y="526"/>
                      </a:lnTo>
                      <a:lnTo>
                        <a:pt x="32" y="271"/>
                      </a:lnTo>
                      <a:lnTo>
                        <a:pt x="32" y="122"/>
                      </a:lnTo>
                      <a:lnTo>
                        <a:pt x="32" y="37"/>
                      </a:ln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1"/>
                <p:cNvSpPr/>
                <p:nvPr/>
              </p:nvSpPr>
              <p:spPr>
                <a:xfrm>
                  <a:off x="2817481" y="1649884"/>
                  <a:ext cx="18574" cy="3278"/>
                </a:xfrm>
                <a:custGeom>
                  <a:rect b="b" l="l" r="r" t="t"/>
                  <a:pathLst>
                    <a:path extrusionOk="0" h="33" w="187">
                      <a:moveTo>
                        <a:pt x="53" y="1"/>
                      </a:moveTo>
                      <a:lnTo>
                        <a:pt x="0" y="17"/>
                      </a:lnTo>
                      <a:cubicBezTo>
                        <a:pt x="0" y="33"/>
                        <a:pt x="0" y="33"/>
                        <a:pt x="53" y="33"/>
                      </a:cubicBezTo>
                      <a:cubicBezTo>
                        <a:pt x="69" y="17"/>
                        <a:pt x="101" y="17"/>
                        <a:pt x="138" y="17"/>
                      </a:cubicBezTo>
                      <a:cubicBezTo>
                        <a:pt x="154" y="1"/>
                        <a:pt x="186"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1"/>
                <p:cNvSpPr/>
                <p:nvPr/>
              </p:nvSpPr>
              <p:spPr>
                <a:xfrm>
                  <a:off x="2819070" y="1544400"/>
                  <a:ext cx="20163" cy="5264"/>
                </a:xfrm>
                <a:custGeom>
                  <a:rect b="b" l="l" r="r" t="t"/>
                  <a:pathLst>
                    <a:path extrusionOk="0" h="53" w="203">
                      <a:moveTo>
                        <a:pt x="202" y="0"/>
                      </a:moveTo>
                      <a:cubicBezTo>
                        <a:pt x="202" y="0"/>
                        <a:pt x="170" y="0"/>
                        <a:pt x="138" y="16"/>
                      </a:cubicBezTo>
                      <a:lnTo>
                        <a:pt x="0" y="16"/>
                      </a:lnTo>
                      <a:lnTo>
                        <a:pt x="0" y="32"/>
                      </a:lnTo>
                      <a:cubicBezTo>
                        <a:pt x="0" y="53"/>
                        <a:pt x="21" y="53"/>
                        <a:pt x="21" y="53"/>
                      </a:cubicBezTo>
                      <a:lnTo>
                        <a:pt x="53" y="53"/>
                      </a:lnTo>
                      <a:cubicBezTo>
                        <a:pt x="85" y="53"/>
                        <a:pt x="122" y="32"/>
                        <a:pt x="154" y="16"/>
                      </a:cubicBezTo>
                      <a:cubicBezTo>
                        <a:pt x="170" y="16"/>
                        <a:pt x="202" y="0"/>
                        <a:pt x="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2834267" y="1542712"/>
                  <a:ext cx="4966" cy="87207"/>
                </a:xfrm>
                <a:custGeom>
                  <a:rect b="b" l="l" r="r" t="t"/>
                  <a:pathLst>
                    <a:path extrusionOk="0" h="878" w="50">
                      <a:moveTo>
                        <a:pt x="33" y="1"/>
                      </a:moveTo>
                      <a:lnTo>
                        <a:pt x="17" y="33"/>
                      </a:lnTo>
                      <a:lnTo>
                        <a:pt x="17" y="49"/>
                      </a:lnTo>
                      <a:cubicBezTo>
                        <a:pt x="17" y="70"/>
                        <a:pt x="17" y="86"/>
                        <a:pt x="1" y="102"/>
                      </a:cubicBezTo>
                      <a:lnTo>
                        <a:pt x="1" y="272"/>
                      </a:lnTo>
                      <a:cubicBezTo>
                        <a:pt x="1" y="304"/>
                        <a:pt x="17" y="352"/>
                        <a:pt x="17" y="389"/>
                      </a:cubicBezTo>
                      <a:lnTo>
                        <a:pt x="17" y="522"/>
                      </a:lnTo>
                      <a:cubicBezTo>
                        <a:pt x="33" y="554"/>
                        <a:pt x="33" y="607"/>
                        <a:pt x="17" y="639"/>
                      </a:cubicBezTo>
                      <a:lnTo>
                        <a:pt x="17" y="777"/>
                      </a:lnTo>
                      <a:lnTo>
                        <a:pt x="17" y="878"/>
                      </a:lnTo>
                      <a:cubicBezTo>
                        <a:pt x="33" y="841"/>
                        <a:pt x="33" y="809"/>
                        <a:pt x="33" y="777"/>
                      </a:cubicBezTo>
                      <a:cubicBezTo>
                        <a:pt x="33" y="724"/>
                        <a:pt x="33" y="692"/>
                        <a:pt x="49" y="639"/>
                      </a:cubicBezTo>
                      <a:lnTo>
                        <a:pt x="49" y="522"/>
                      </a:lnTo>
                      <a:lnTo>
                        <a:pt x="49" y="389"/>
                      </a:lnTo>
                      <a:cubicBezTo>
                        <a:pt x="33" y="336"/>
                        <a:pt x="33" y="304"/>
                        <a:pt x="33" y="272"/>
                      </a:cubicBezTo>
                      <a:lnTo>
                        <a:pt x="33" y="102"/>
                      </a:lnTo>
                      <a:lnTo>
                        <a:pt x="33" y="70"/>
                      </a:lnTo>
                      <a:lnTo>
                        <a:pt x="33" y="33"/>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2844299" y="1541123"/>
                  <a:ext cx="4966" cy="76778"/>
                </a:xfrm>
                <a:custGeom>
                  <a:rect b="b" l="l" r="r" t="t"/>
                  <a:pathLst>
                    <a:path extrusionOk="0" h="773" w="50">
                      <a:moveTo>
                        <a:pt x="17" y="1"/>
                      </a:moveTo>
                      <a:lnTo>
                        <a:pt x="17" y="33"/>
                      </a:lnTo>
                      <a:cubicBezTo>
                        <a:pt x="1" y="49"/>
                        <a:pt x="1" y="65"/>
                        <a:pt x="1" y="118"/>
                      </a:cubicBezTo>
                      <a:lnTo>
                        <a:pt x="1" y="187"/>
                      </a:lnTo>
                      <a:lnTo>
                        <a:pt x="1" y="267"/>
                      </a:lnTo>
                      <a:cubicBezTo>
                        <a:pt x="1" y="320"/>
                        <a:pt x="17" y="352"/>
                        <a:pt x="17" y="389"/>
                      </a:cubicBezTo>
                      <a:lnTo>
                        <a:pt x="17" y="453"/>
                      </a:lnTo>
                      <a:lnTo>
                        <a:pt x="17" y="522"/>
                      </a:lnTo>
                      <a:cubicBezTo>
                        <a:pt x="33" y="554"/>
                        <a:pt x="33" y="607"/>
                        <a:pt x="33" y="639"/>
                      </a:cubicBezTo>
                      <a:lnTo>
                        <a:pt x="33" y="772"/>
                      </a:lnTo>
                      <a:cubicBezTo>
                        <a:pt x="49" y="724"/>
                        <a:pt x="49" y="692"/>
                        <a:pt x="49" y="639"/>
                      </a:cubicBezTo>
                      <a:lnTo>
                        <a:pt x="49" y="522"/>
                      </a:lnTo>
                      <a:lnTo>
                        <a:pt x="49" y="453"/>
                      </a:lnTo>
                      <a:lnTo>
                        <a:pt x="49" y="389"/>
                      </a:lnTo>
                      <a:cubicBezTo>
                        <a:pt x="33" y="352"/>
                        <a:pt x="33" y="304"/>
                        <a:pt x="33" y="267"/>
                      </a:cubicBezTo>
                      <a:cubicBezTo>
                        <a:pt x="33" y="203"/>
                        <a:pt x="17" y="150"/>
                        <a:pt x="33" y="118"/>
                      </a:cubicBezTo>
                      <a:lnTo>
                        <a:pt x="33" y="65"/>
                      </a:lnTo>
                      <a:lnTo>
                        <a:pt x="33" y="33"/>
                      </a:lnTo>
                      <a:cubicBezTo>
                        <a:pt x="33" y="1"/>
                        <a:pt x="33"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2845987" y="1643030"/>
                  <a:ext cx="13310" cy="2980"/>
                </a:xfrm>
                <a:custGeom>
                  <a:rect b="b" l="l" r="r" t="t"/>
                  <a:pathLst>
                    <a:path extrusionOk="0" h="30" w="134">
                      <a:moveTo>
                        <a:pt x="53" y="1"/>
                      </a:moveTo>
                      <a:lnTo>
                        <a:pt x="0" y="17"/>
                      </a:lnTo>
                      <a:cubicBezTo>
                        <a:pt x="8" y="25"/>
                        <a:pt x="8" y="29"/>
                        <a:pt x="13" y="29"/>
                      </a:cubicBezTo>
                      <a:cubicBezTo>
                        <a:pt x="17" y="29"/>
                        <a:pt x="26" y="25"/>
                        <a:pt x="53" y="17"/>
                      </a:cubicBezTo>
                      <a:lnTo>
                        <a:pt x="101" y="17"/>
                      </a:lnTo>
                      <a:cubicBezTo>
                        <a:pt x="101" y="17"/>
                        <a:pt x="117" y="17"/>
                        <a:pt x="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2847577" y="1535958"/>
                  <a:ext cx="21752" cy="6853"/>
                </a:xfrm>
                <a:custGeom>
                  <a:rect b="b" l="l" r="r" t="t"/>
                  <a:pathLst>
                    <a:path extrusionOk="0" h="69" w="219">
                      <a:moveTo>
                        <a:pt x="218" y="0"/>
                      </a:moveTo>
                      <a:cubicBezTo>
                        <a:pt x="218" y="0"/>
                        <a:pt x="186" y="0"/>
                        <a:pt x="154" y="16"/>
                      </a:cubicBezTo>
                      <a:cubicBezTo>
                        <a:pt x="117" y="16"/>
                        <a:pt x="85" y="37"/>
                        <a:pt x="53" y="37"/>
                      </a:cubicBezTo>
                      <a:lnTo>
                        <a:pt x="16" y="37"/>
                      </a:lnTo>
                      <a:lnTo>
                        <a:pt x="0" y="53"/>
                      </a:lnTo>
                      <a:cubicBezTo>
                        <a:pt x="0" y="69"/>
                        <a:pt x="0" y="69"/>
                        <a:pt x="16" y="69"/>
                      </a:cubicBezTo>
                      <a:lnTo>
                        <a:pt x="53" y="69"/>
                      </a:lnTo>
                      <a:cubicBezTo>
                        <a:pt x="85" y="53"/>
                        <a:pt x="138" y="37"/>
                        <a:pt x="170" y="16"/>
                      </a:cubicBezTo>
                      <a:cubicBezTo>
                        <a:pt x="202" y="16"/>
                        <a:pt x="218"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2864362" y="1535958"/>
                  <a:ext cx="3377" cy="100418"/>
                </a:xfrm>
                <a:custGeom>
                  <a:rect b="b" l="l" r="r" t="t"/>
                  <a:pathLst>
                    <a:path extrusionOk="0" h="1011" w="34">
                      <a:moveTo>
                        <a:pt x="33" y="0"/>
                      </a:moveTo>
                      <a:lnTo>
                        <a:pt x="17" y="16"/>
                      </a:lnTo>
                      <a:cubicBezTo>
                        <a:pt x="17" y="37"/>
                        <a:pt x="17" y="53"/>
                        <a:pt x="1" y="53"/>
                      </a:cubicBezTo>
                      <a:lnTo>
                        <a:pt x="1" y="101"/>
                      </a:lnTo>
                      <a:lnTo>
                        <a:pt x="1" y="271"/>
                      </a:lnTo>
                      <a:lnTo>
                        <a:pt x="1" y="388"/>
                      </a:lnTo>
                      <a:cubicBezTo>
                        <a:pt x="1" y="420"/>
                        <a:pt x="17" y="473"/>
                        <a:pt x="17" y="505"/>
                      </a:cubicBezTo>
                      <a:lnTo>
                        <a:pt x="17" y="643"/>
                      </a:lnTo>
                      <a:cubicBezTo>
                        <a:pt x="1" y="675"/>
                        <a:pt x="1" y="723"/>
                        <a:pt x="1" y="760"/>
                      </a:cubicBezTo>
                      <a:lnTo>
                        <a:pt x="1" y="877"/>
                      </a:lnTo>
                      <a:cubicBezTo>
                        <a:pt x="1" y="845"/>
                        <a:pt x="17" y="792"/>
                        <a:pt x="17" y="760"/>
                      </a:cubicBezTo>
                      <a:cubicBezTo>
                        <a:pt x="17" y="723"/>
                        <a:pt x="17" y="675"/>
                        <a:pt x="33" y="643"/>
                      </a:cubicBezTo>
                      <a:lnTo>
                        <a:pt x="33" y="505"/>
                      </a:lnTo>
                      <a:lnTo>
                        <a:pt x="33" y="388"/>
                      </a:lnTo>
                      <a:cubicBezTo>
                        <a:pt x="33" y="340"/>
                        <a:pt x="33" y="303"/>
                        <a:pt x="17" y="271"/>
                      </a:cubicBezTo>
                      <a:lnTo>
                        <a:pt x="17" y="101"/>
                      </a:lnTo>
                      <a:cubicBezTo>
                        <a:pt x="33" y="85"/>
                        <a:pt x="33" y="69"/>
                        <a:pt x="33" y="53"/>
                      </a:cubicBezTo>
                      <a:lnTo>
                        <a:pt x="33" y="37"/>
                      </a:lnTo>
                      <a:lnTo>
                        <a:pt x="33" y="0"/>
                      </a:lnTo>
                      <a:close/>
                      <a:moveTo>
                        <a:pt x="1" y="962"/>
                      </a:moveTo>
                      <a:cubicBezTo>
                        <a:pt x="1" y="978"/>
                        <a:pt x="17" y="994"/>
                        <a:pt x="17" y="1010"/>
                      </a:cubicBezTo>
                      <a:cubicBezTo>
                        <a:pt x="17" y="994"/>
                        <a:pt x="17" y="978"/>
                        <a:pt x="1" y="9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2876083" y="1531091"/>
                  <a:ext cx="3278" cy="108860"/>
                </a:xfrm>
                <a:custGeom>
                  <a:rect b="b" l="l" r="r" t="t"/>
                  <a:pathLst>
                    <a:path extrusionOk="0" h="1096" w="33">
                      <a:moveTo>
                        <a:pt x="32" y="1"/>
                      </a:moveTo>
                      <a:cubicBezTo>
                        <a:pt x="32" y="1"/>
                        <a:pt x="16" y="1"/>
                        <a:pt x="16" y="33"/>
                      </a:cubicBezTo>
                      <a:lnTo>
                        <a:pt x="16" y="118"/>
                      </a:lnTo>
                      <a:cubicBezTo>
                        <a:pt x="0" y="150"/>
                        <a:pt x="0" y="203"/>
                        <a:pt x="0" y="288"/>
                      </a:cubicBezTo>
                      <a:lnTo>
                        <a:pt x="0" y="538"/>
                      </a:lnTo>
                      <a:lnTo>
                        <a:pt x="0" y="809"/>
                      </a:lnTo>
                      <a:cubicBezTo>
                        <a:pt x="16" y="958"/>
                        <a:pt x="16" y="1096"/>
                        <a:pt x="16" y="1096"/>
                      </a:cubicBezTo>
                      <a:lnTo>
                        <a:pt x="16" y="809"/>
                      </a:lnTo>
                      <a:lnTo>
                        <a:pt x="16" y="538"/>
                      </a:lnTo>
                      <a:cubicBezTo>
                        <a:pt x="16" y="453"/>
                        <a:pt x="32" y="352"/>
                        <a:pt x="32" y="288"/>
                      </a:cubicBezTo>
                      <a:lnTo>
                        <a:pt x="32" y="187"/>
                      </a:lnTo>
                      <a:lnTo>
                        <a:pt x="32" y="118"/>
                      </a:lnTo>
                      <a:lnTo>
                        <a:pt x="32" y="33"/>
                      </a:lnTo>
                      <a:lnTo>
                        <a:pt x="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2879261" y="1527515"/>
                  <a:ext cx="16885" cy="5264"/>
                </a:xfrm>
                <a:custGeom>
                  <a:rect b="b" l="l" r="r" t="t"/>
                  <a:pathLst>
                    <a:path extrusionOk="0" h="53" w="170">
                      <a:moveTo>
                        <a:pt x="85" y="0"/>
                      </a:moveTo>
                      <a:cubicBezTo>
                        <a:pt x="85" y="21"/>
                        <a:pt x="69" y="21"/>
                        <a:pt x="53" y="21"/>
                      </a:cubicBezTo>
                      <a:cubicBezTo>
                        <a:pt x="37" y="21"/>
                        <a:pt x="37" y="37"/>
                        <a:pt x="21" y="37"/>
                      </a:cubicBezTo>
                      <a:lnTo>
                        <a:pt x="0" y="53"/>
                      </a:lnTo>
                      <a:lnTo>
                        <a:pt x="53" y="53"/>
                      </a:lnTo>
                      <a:cubicBezTo>
                        <a:pt x="69" y="37"/>
                        <a:pt x="85" y="37"/>
                        <a:pt x="101" y="37"/>
                      </a:cubicBezTo>
                      <a:cubicBezTo>
                        <a:pt x="122" y="21"/>
                        <a:pt x="138" y="21"/>
                        <a:pt x="138" y="21"/>
                      </a:cubicBezTo>
                      <a:cubicBezTo>
                        <a:pt x="154" y="21"/>
                        <a:pt x="154"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1"/>
                <p:cNvSpPr/>
                <p:nvPr/>
              </p:nvSpPr>
              <p:spPr>
                <a:xfrm>
                  <a:off x="2897736" y="1531091"/>
                  <a:ext cx="3675" cy="76778"/>
                </a:xfrm>
                <a:custGeom>
                  <a:rect b="b" l="l" r="r" t="t"/>
                  <a:pathLst>
                    <a:path extrusionOk="0" h="773" w="37">
                      <a:moveTo>
                        <a:pt x="16" y="1"/>
                      </a:moveTo>
                      <a:cubicBezTo>
                        <a:pt x="16" y="17"/>
                        <a:pt x="0" y="33"/>
                        <a:pt x="0" y="86"/>
                      </a:cubicBezTo>
                      <a:lnTo>
                        <a:pt x="0" y="251"/>
                      </a:lnTo>
                      <a:lnTo>
                        <a:pt x="0" y="506"/>
                      </a:lnTo>
                      <a:lnTo>
                        <a:pt x="0" y="772"/>
                      </a:lnTo>
                      <a:cubicBezTo>
                        <a:pt x="16" y="692"/>
                        <a:pt x="16" y="607"/>
                        <a:pt x="16" y="506"/>
                      </a:cubicBezTo>
                      <a:cubicBezTo>
                        <a:pt x="16" y="421"/>
                        <a:pt x="37" y="336"/>
                        <a:pt x="37" y="251"/>
                      </a:cubicBezTo>
                      <a:lnTo>
                        <a:pt x="37" y="86"/>
                      </a:lnTo>
                      <a:cubicBezTo>
                        <a:pt x="37" y="33"/>
                        <a:pt x="37" y="17"/>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1"/>
                <p:cNvSpPr/>
                <p:nvPr/>
              </p:nvSpPr>
              <p:spPr>
                <a:xfrm>
                  <a:off x="2876083" y="1634687"/>
                  <a:ext cx="25328" cy="6853"/>
                </a:xfrm>
                <a:custGeom>
                  <a:rect b="b" l="l" r="r" t="t"/>
                  <a:pathLst>
                    <a:path extrusionOk="0" h="69" w="255">
                      <a:moveTo>
                        <a:pt x="186" y="0"/>
                      </a:moveTo>
                      <a:cubicBezTo>
                        <a:pt x="170" y="0"/>
                        <a:pt x="133" y="16"/>
                        <a:pt x="117" y="16"/>
                      </a:cubicBezTo>
                      <a:cubicBezTo>
                        <a:pt x="101" y="16"/>
                        <a:pt x="85" y="32"/>
                        <a:pt x="69" y="32"/>
                      </a:cubicBezTo>
                      <a:cubicBezTo>
                        <a:pt x="0" y="53"/>
                        <a:pt x="16" y="53"/>
                        <a:pt x="16" y="69"/>
                      </a:cubicBezTo>
                      <a:lnTo>
                        <a:pt x="85" y="53"/>
                      </a:lnTo>
                      <a:cubicBezTo>
                        <a:pt x="133" y="32"/>
                        <a:pt x="255"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2737226" y="1676403"/>
                  <a:ext cx="5264" cy="98729"/>
                </a:xfrm>
                <a:custGeom>
                  <a:rect b="b" l="l" r="r" t="t"/>
                  <a:pathLst>
                    <a:path extrusionOk="0" h="994" w="53">
                      <a:moveTo>
                        <a:pt x="16" y="0"/>
                      </a:moveTo>
                      <a:lnTo>
                        <a:pt x="0" y="16"/>
                      </a:lnTo>
                      <a:lnTo>
                        <a:pt x="0" y="255"/>
                      </a:lnTo>
                      <a:cubicBezTo>
                        <a:pt x="16" y="388"/>
                        <a:pt x="16" y="574"/>
                        <a:pt x="37" y="723"/>
                      </a:cubicBezTo>
                      <a:lnTo>
                        <a:pt x="37" y="994"/>
                      </a:lnTo>
                      <a:cubicBezTo>
                        <a:pt x="37" y="994"/>
                        <a:pt x="37" y="877"/>
                        <a:pt x="53" y="723"/>
                      </a:cubicBezTo>
                      <a:cubicBezTo>
                        <a:pt x="37" y="574"/>
                        <a:pt x="37" y="388"/>
                        <a:pt x="37" y="255"/>
                      </a:cubicBezTo>
                      <a:cubicBezTo>
                        <a:pt x="37" y="117"/>
                        <a:pt x="37" y="53"/>
                        <a:pt x="16" y="16"/>
                      </a:cubicBez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2742391" y="1771855"/>
                  <a:ext cx="10131" cy="2384"/>
                </a:xfrm>
                <a:custGeom>
                  <a:rect b="b" l="l" r="r" t="t"/>
                  <a:pathLst>
                    <a:path extrusionOk="0" h="24" w="102">
                      <a:moveTo>
                        <a:pt x="17" y="1"/>
                      </a:moveTo>
                      <a:cubicBezTo>
                        <a:pt x="1" y="1"/>
                        <a:pt x="1" y="1"/>
                        <a:pt x="1" y="17"/>
                      </a:cubicBezTo>
                      <a:cubicBezTo>
                        <a:pt x="1" y="17"/>
                        <a:pt x="1" y="24"/>
                        <a:pt x="6" y="24"/>
                      </a:cubicBezTo>
                      <a:cubicBezTo>
                        <a:pt x="8" y="24"/>
                        <a:pt x="12" y="22"/>
                        <a:pt x="17" y="17"/>
                      </a:cubicBezTo>
                      <a:lnTo>
                        <a:pt x="86" y="17"/>
                      </a:lnTo>
                      <a:cubicBezTo>
                        <a:pt x="86" y="17"/>
                        <a:pt x="86" y="1"/>
                        <a:pt x="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2737226" y="1673126"/>
                  <a:ext cx="13707" cy="3377"/>
                </a:xfrm>
                <a:custGeom>
                  <a:rect b="b" l="l" r="r" t="t"/>
                  <a:pathLst>
                    <a:path extrusionOk="0" h="34" w="138">
                      <a:moveTo>
                        <a:pt x="117" y="1"/>
                      </a:moveTo>
                      <a:cubicBezTo>
                        <a:pt x="101" y="17"/>
                        <a:pt x="85" y="17"/>
                        <a:pt x="85" y="17"/>
                      </a:cubicBezTo>
                      <a:lnTo>
                        <a:pt x="53" y="17"/>
                      </a:lnTo>
                      <a:cubicBezTo>
                        <a:pt x="0" y="17"/>
                        <a:pt x="0" y="17"/>
                        <a:pt x="0" y="33"/>
                      </a:cubicBezTo>
                      <a:lnTo>
                        <a:pt x="85" y="33"/>
                      </a:lnTo>
                      <a:cubicBezTo>
                        <a:pt x="101" y="33"/>
                        <a:pt x="101" y="33"/>
                        <a:pt x="117" y="17"/>
                      </a:cubicBezTo>
                      <a:lnTo>
                        <a:pt x="138" y="17"/>
                      </a:lnTo>
                      <a:lnTo>
                        <a:pt x="1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1"/>
                <p:cNvSpPr/>
                <p:nvPr/>
              </p:nvSpPr>
              <p:spPr>
                <a:xfrm>
                  <a:off x="2750834" y="1671536"/>
                  <a:ext cx="3278" cy="102007"/>
                </a:xfrm>
                <a:custGeom>
                  <a:rect b="b" l="l" r="r" t="t"/>
                  <a:pathLst>
                    <a:path extrusionOk="0" h="1027" w="33">
                      <a:moveTo>
                        <a:pt x="17" y="1"/>
                      </a:moveTo>
                      <a:lnTo>
                        <a:pt x="17" y="33"/>
                      </a:lnTo>
                      <a:cubicBezTo>
                        <a:pt x="17" y="49"/>
                        <a:pt x="17" y="65"/>
                        <a:pt x="1" y="118"/>
                      </a:cubicBezTo>
                      <a:lnTo>
                        <a:pt x="1" y="187"/>
                      </a:lnTo>
                      <a:lnTo>
                        <a:pt x="1" y="267"/>
                      </a:lnTo>
                      <a:cubicBezTo>
                        <a:pt x="1" y="554"/>
                        <a:pt x="17" y="1027"/>
                        <a:pt x="17" y="1027"/>
                      </a:cubicBezTo>
                      <a:cubicBezTo>
                        <a:pt x="17" y="1027"/>
                        <a:pt x="33" y="554"/>
                        <a:pt x="33" y="267"/>
                      </a:cubicBezTo>
                      <a:lnTo>
                        <a:pt x="33" y="187"/>
                      </a:lnTo>
                      <a:lnTo>
                        <a:pt x="33" y="118"/>
                      </a:lnTo>
                      <a:lnTo>
                        <a:pt x="33" y="33"/>
                      </a:lnTo>
                      <a:cubicBezTo>
                        <a:pt x="33" y="1"/>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1"/>
                <p:cNvSpPr/>
                <p:nvPr/>
              </p:nvSpPr>
              <p:spPr>
                <a:xfrm>
                  <a:off x="2760866" y="1671139"/>
                  <a:ext cx="4966" cy="100815"/>
                </a:xfrm>
                <a:custGeom>
                  <a:rect b="b" l="l" r="r" t="t"/>
                  <a:pathLst>
                    <a:path extrusionOk="0" h="1015" w="50">
                      <a:moveTo>
                        <a:pt x="31" y="1"/>
                      </a:moveTo>
                      <a:cubicBezTo>
                        <a:pt x="29" y="1"/>
                        <a:pt x="25" y="5"/>
                        <a:pt x="17" y="21"/>
                      </a:cubicBezTo>
                      <a:lnTo>
                        <a:pt x="17" y="53"/>
                      </a:lnTo>
                      <a:lnTo>
                        <a:pt x="17" y="106"/>
                      </a:lnTo>
                      <a:cubicBezTo>
                        <a:pt x="1" y="138"/>
                        <a:pt x="1" y="191"/>
                        <a:pt x="1" y="255"/>
                      </a:cubicBezTo>
                      <a:cubicBezTo>
                        <a:pt x="1" y="324"/>
                        <a:pt x="17" y="409"/>
                        <a:pt x="17" y="493"/>
                      </a:cubicBezTo>
                      <a:lnTo>
                        <a:pt x="17" y="627"/>
                      </a:lnTo>
                      <a:lnTo>
                        <a:pt x="17" y="744"/>
                      </a:lnTo>
                      <a:lnTo>
                        <a:pt x="17" y="1015"/>
                      </a:lnTo>
                      <a:cubicBezTo>
                        <a:pt x="17" y="1015"/>
                        <a:pt x="33" y="897"/>
                        <a:pt x="33" y="744"/>
                      </a:cubicBezTo>
                      <a:lnTo>
                        <a:pt x="33" y="627"/>
                      </a:lnTo>
                      <a:lnTo>
                        <a:pt x="33" y="493"/>
                      </a:lnTo>
                      <a:cubicBezTo>
                        <a:pt x="49" y="457"/>
                        <a:pt x="33" y="409"/>
                        <a:pt x="33" y="372"/>
                      </a:cubicBezTo>
                      <a:lnTo>
                        <a:pt x="33" y="255"/>
                      </a:lnTo>
                      <a:lnTo>
                        <a:pt x="33" y="106"/>
                      </a:lnTo>
                      <a:lnTo>
                        <a:pt x="33" y="53"/>
                      </a:lnTo>
                      <a:lnTo>
                        <a:pt x="33" y="21"/>
                      </a:lnTo>
                      <a:lnTo>
                        <a:pt x="33" y="5"/>
                      </a:lnTo>
                      <a:cubicBezTo>
                        <a:pt x="33" y="5"/>
                        <a:pt x="33"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2765733" y="1667961"/>
                  <a:ext cx="13310" cy="5264"/>
                </a:xfrm>
                <a:custGeom>
                  <a:rect b="b" l="l" r="r" t="t"/>
                  <a:pathLst>
                    <a:path extrusionOk="0" h="53" w="134">
                      <a:moveTo>
                        <a:pt x="133" y="0"/>
                      </a:moveTo>
                      <a:cubicBezTo>
                        <a:pt x="133" y="0"/>
                        <a:pt x="117" y="0"/>
                        <a:pt x="85" y="21"/>
                      </a:cubicBezTo>
                      <a:lnTo>
                        <a:pt x="32" y="21"/>
                      </a:lnTo>
                      <a:cubicBezTo>
                        <a:pt x="16" y="37"/>
                        <a:pt x="0" y="37"/>
                        <a:pt x="0" y="37"/>
                      </a:cubicBezTo>
                      <a:lnTo>
                        <a:pt x="0" y="53"/>
                      </a:lnTo>
                      <a:lnTo>
                        <a:pt x="32" y="53"/>
                      </a:lnTo>
                      <a:cubicBezTo>
                        <a:pt x="53" y="53"/>
                        <a:pt x="53" y="37"/>
                        <a:pt x="69" y="37"/>
                      </a:cubicBezTo>
                      <a:cubicBezTo>
                        <a:pt x="85" y="37"/>
                        <a:pt x="85" y="37"/>
                        <a:pt x="101" y="21"/>
                      </a:cubicBezTo>
                      <a:cubicBezTo>
                        <a:pt x="117" y="21"/>
                        <a:pt x="133" y="0"/>
                        <a:pt x="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2775765" y="1666372"/>
                  <a:ext cx="5264" cy="88697"/>
                </a:xfrm>
                <a:custGeom>
                  <a:rect b="b" l="l" r="r" t="t"/>
                  <a:pathLst>
                    <a:path extrusionOk="0" h="893" w="53">
                      <a:moveTo>
                        <a:pt x="32" y="0"/>
                      </a:moveTo>
                      <a:lnTo>
                        <a:pt x="32" y="37"/>
                      </a:lnTo>
                      <a:cubicBezTo>
                        <a:pt x="32" y="37"/>
                        <a:pt x="32" y="53"/>
                        <a:pt x="16" y="69"/>
                      </a:cubicBezTo>
                      <a:lnTo>
                        <a:pt x="16" y="117"/>
                      </a:lnTo>
                      <a:cubicBezTo>
                        <a:pt x="0" y="154"/>
                        <a:pt x="0" y="202"/>
                        <a:pt x="0" y="287"/>
                      </a:cubicBezTo>
                      <a:cubicBezTo>
                        <a:pt x="0" y="356"/>
                        <a:pt x="16" y="440"/>
                        <a:pt x="16" y="521"/>
                      </a:cubicBezTo>
                      <a:cubicBezTo>
                        <a:pt x="32" y="574"/>
                        <a:pt x="32" y="622"/>
                        <a:pt x="32" y="659"/>
                      </a:cubicBezTo>
                      <a:lnTo>
                        <a:pt x="32" y="792"/>
                      </a:lnTo>
                      <a:lnTo>
                        <a:pt x="32" y="893"/>
                      </a:lnTo>
                      <a:cubicBezTo>
                        <a:pt x="32" y="861"/>
                        <a:pt x="32" y="824"/>
                        <a:pt x="53" y="792"/>
                      </a:cubicBezTo>
                      <a:lnTo>
                        <a:pt x="53" y="659"/>
                      </a:lnTo>
                      <a:lnTo>
                        <a:pt x="53" y="521"/>
                      </a:lnTo>
                      <a:cubicBezTo>
                        <a:pt x="53" y="489"/>
                        <a:pt x="53" y="440"/>
                        <a:pt x="32" y="404"/>
                      </a:cubicBezTo>
                      <a:lnTo>
                        <a:pt x="32" y="287"/>
                      </a:lnTo>
                      <a:lnTo>
                        <a:pt x="32" y="117"/>
                      </a:lnTo>
                      <a:cubicBezTo>
                        <a:pt x="32" y="101"/>
                        <a:pt x="32" y="85"/>
                        <a:pt x="53" y="69"/>
                      </a:cubicBezTo>
                      <a:lnTo>
                        <a:pt x="53" y="37"/>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2762455" y="1770266"/>
                  <a:ext cx="14998" cy="6555"/>
                </a:xfrm>
                <a:custGeom>
                  <a:rect b="b" l="l" r="r" t="t"/>
                  <a:pathLst>
                    <a:path extrusionOk="0" h="66" w="151">
                      <a:moveTo>
                        <a:pt x="118" y="0"/>
                      </a:moveTo>
                      <a:cubicBezTo>
                        <a:pt x="102" y="0"/>
                        <a:pt x="86" y="17"/>
                        <a:pt x="86" y="17"/>
                      </a:cubicBezTo>
                      <a:cubicBezTo>
                        <a:pt x="65" y="17"/>
                        <a:pt x="49" y="33"/>
                        <a:pt x="49" y="33"/>
                      </a:cubicBezTo>
                      <a:cubicBezTo>
                        <a:pt x="1" y="49"/>
                        <a:pt x="17" y="49"/>
                        <a:pt x="17" y="65"/>
                      </a:cubicBezTo>
                      <a:lnTo>
                        <a:pt x="49" y="49"/>
                      </a:lnTo>
                      <a:cubicBezTo>
                        <a:pt x="65" y="49"/>
                        <a:pt x="65" y="33"/>
                        <a:pt x="86" y="33"/>
                      </a:cubicBezTo>
                      <a:cubicBezTo>
                        <a:pt x="102" y="33"/>
                        <a:pt x="118" y="17"/>
                        <a:pt x="118" y="17"/>
                      </a:cubicBezTo>
                      <a:lnTo>
                        <a:pt x="134" y="17"/>
                      </a:lnTo>
                      <a:lnTo>
                        <a:pt x="1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2785796" y="1664782"/>
                  <a:ext cx="11720" cy="105582"/>
                </a:xfrm>
                <a:custGeom>
                  <a:rect b="b" l="l" r="r" t="t"/>
                  <a:pathLst>
                    <a:path extrusionOk="0" h="1063" w="118">
                      <a:moveTo>
                        <a:pt x="32" y="0"/>
                      </a:moveTo>
                      <a:lnTo>
                        <a:pt x="32" y="32"/>
                      </a:lnTo>
                      <a:cubicBezTo>
                        <a:pt x="53" y="0"/>
                        <a:pt x="53" y="0"/>
                        <a:pt x="32" y="0"/>
                      </a:cubicBezTo>
                      <a:close/>
                      <a:moveTo>
                        <a:pt x="117" y="1026"/>
                      </a:moveTo>
                      <a:cubicBezTo>
                        <a:pt x="101" y="1026"/>
                        <a:pt x="101" y="1042"/>
                        <a:pt x="85" y="1042"/>
                      </a:cubicBezTo>
                      <a:cubicBezTo>
                        <a:pt x="101" y="1042"/>
                        <a:pt x="117" y="1042"/>
                        <a:pt x="117" y="1026"/>
                      </a:cubicBezTo>
                      <a:close/>
                      <a:moveTo>
                        <a:pt x="32" y="32"/>
                      </a:moveTo>
                      <a:cubicBezTo>
                        <a:pt x="16" y="53"/>
                        <a:pt x="16" y="53"/>
                        <a:pt x="16" y="69"/>
                      </a:cubicBezTo>
                      <a:lnTo>
                        <a:pt x="16" y="133"/>
                      </a:lnTo>
                      <a:cubicBezTo>
                        <a:pt x="0" y="170"/>
                        <a:pt x="0" y="234"/>
                        <a:pt x="16" y="319"/>
                      </a:cubicBezTo>
                      <a:lnTo>
                        <a:pt x="16" y="456"/>
                      </a:lnTo>
                      <a:cubicBezTo>
                        <a:pt x="16" y="489"/>
                        <a:pt x="16" y="505"/>
                        <a:pt x="32" y="537"/>
                      </a:cubicBezTo>
                      <a:lnTo>
                        <a:pt x="32" y="606"/>
                      </a:lnTo>
                      <a:lnTo>
                        <a:pt x="32" y="759"/>
                      </a:lnTo>
                      <a:lnTo>
                        <a:pt x="32" y="909"/>
                      </a:lnTo>
                      <a:lnTo>
                        <a:pt x="32" y="1042"/>
                      </a:lnTo>
                      <a:lnTo>
                        <a:pt x="32" y="1062"/>
                      </a:lnTo>
                      <a:lnTo>
                        <a:pt x="69" y="1062"/>
                      </a:lnTo>
                      <a:lnTo>
                        <a:pt x="85" y="1042"/>
                      </a:lnTo>
                      <a:lnTo>
                        <a:pt x="53" y="1042"/>
                      </a:lnTo>
                      <a:lnTo>
                        <a:pt x="53" y="1026"/>
                      </a:lnTo>
                      <a:lnTo>
                        <a:pt x="53" y="909"/>
                      </a:lnTo>
                      <a:lnTo>
                        <a:pt x="53" y="759"/>
                      </a:lnTo>
                      <a:lnTo>
                        <a:pt x="53" y="606"/>
                      </a:lnTo>
                      <a:lnTo>
                        <a:pt x="53" y="537"/>
                      </a:lnTo>
                      <a:lnTo>
                        <a:pt x="53" y="456"/>
                      </a:lnTo>
                      <a:lnTo>
                        <a:pt x="53" y="319"/>
                      </a:lnTo>
                      <a:cubicBezTo>
                        <a:pt x="32" y="234"/>
                        <a:pt x="32" y="170"/>
                        <a:pt x="32" y="133"/>
                      </a:cubicBezTo>
                      <a:lnTo>
                        <a:pt x="32" y="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2787386" y="1664782"/>
                  <a:ext cx="18574" cy="5264"/>
                </a:xfrm>
                <a:custGeom>
                  <a:rect b="b" l="l" r="r" t="t"/>
                  <a:pathLst>
                    <a:path extrusionOk="0" h="53" w="187">
                      <a:moveTo>
                        <a:pt x="186" y="0"/>
                      </a:moveTo>
                      <a:cubicBezTo>
                        <a:pt x="170" y="0"/>
                        <a:pt x="154" y="0"/>
                        <a:pt x="138" y="16"/>
                      </a:cubicBezTo>
                      <a:lnTo>
                        <a:pt x="16" y="16"/>
                      </a:lnTo>
                      <a:cubicBezTo>
                        <a:pt x="0" y="16"/>
                        <a:pt x="0" y="16"/>
                        <a:pt x="0" y="32"/>
                      </a:cubicBezTo>
                      <a:lnTo>
                        <a:pt x="16" y="32"/>
                      </a:lnTo>
                      <a:lnTo>
                        <a:pt x="16" y="53"/>
                      </a:lnTo>
                      <a:lnTo>
                        <a:pt x="53" y="53"/>
                      </a:lnTo>
                      <a:cubicBezTo>
                        <a:pt x="85" y="53"/>
                        <a:pt x="117" y="32"/>
                        <a:pt x="154" y="16"/>
                      </a:cubicBezTo>
                      <a:cubicBezTo>
                        <a:pt x="154" y="16"/>
                        <a:pt x="170" y="16"/>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2802582" y="1662697"/>
                  <a:ext cx="4966" cy="99226"/>
                </a:xfrm>
                <a:custGeom>
                  <a:rect b="b" l="l" r="r" t="t"/>
                  <a:pathLst>
                    <a:path extrusionOk="0" h="999" w="50">
                      <a:moveTo>
                        <a:pt x="47" y="1"/>
                      </a:moveTo>
                      <a:cubicBezTo>
                        <a:pt x="45" y="1"/>
                        <a:pt x="41" y="5"/>
                        <a:pt x="33" y="21"/>
                      </a:cubicBezTo>
                      <a:cubicBezTo>
                        <a:pt x="33" y="37"/>
                        <a:pt x="33" y="74"/>
                        <a:pt x="17" y="106"/>
                      </a:cubicBezTo>
                      <a:lnTo>
                        <a:pt x="17" y="175"/>
                      </a:lnTo>
                      <a:lnTo>
                        <a:pt x="17" y="255"/>
                      </a:lnTo>
                      <a:lnTo>
                        <a:pt x="17" y="377"/>
                      </a:lnTo>
                      <a:lnTo>
                        <a:pt x="17" y="441"/>
                      </a:lnTo>
                      <a:lnTo>
                        <a:pt x="17" y="510"/>
                      </a:lnTo>
                      <a:lnTo>
                        <a:pt x="17" y="627"/>
                      </a:lnTo>
                      <a:lnTo>
                        <a:pt x="17" y="744"/>
                      </a:lnTo>
                      <a:cubicBezTo>
                        <a:pt x="33" y="712"/>
                        <a:pt x="33" y="679"/>
                        <a:pt x="33" y="627"/>
                      </a:cubicBezTo>
                      <a:cubicBezTo>
                        <a:pt x="33" y="595"/>
                        <a:pt x="49" y="542"/>
                        <a:pt x="49" y="510"/>
                      </a:cubicBezTo>
                      <a:lnTo>
                        <a:pt x="49" y="441"/>
                      </a:lnTo>
                      <a:lnTo>
                        <a:pt x="49" y="377"/>
                      </a:lnTo>
                      <a:lnTo>
                        <a:pt x="49" y="255"/>
                      </a:lnTo>
                      <a:lnTo>
                        <a:pt x="49" y="175"/>
                      </a:lnTo>
                      <a:lnTo>
                        <a:pt x="49" y="106"/>
                      </a:lnTo>
                      <a:lnTo>
                        <a:pt x="49" y="53"/>
                      </a:lnTo>
                      <a:lnTo>
                        <a:pt x="49" y="21"/>
                      </a:lnTo>
                      <a:lnTo>
                        <a:pt x="49" y="5"/>
                      </a:lnTo>
                      <a:cubicBezTo>
                        <a:pt x="49" y="5"/>
                        <a:pt x="49" y="1"/>
                        <a:pt x="47" y="1"/>
                      </a:cubicBezTo>
                      <a:close/>
                      <a:moveTo>
                        <a:pt x="17" y="744"/>
                      </a:moveTo>
                      <a:cubicBezTo>
                        <a:pt x="17" y="760"/>
                        <a:pt x="1" y="797"/>
                        <a:pt x="17" y="813"/>
                      </a:cubicBezTo>
                      <a:lnTo>
                        <a:pt x="17" y="744"/>
                      </a:lnTo>
                      <a:close/>
                      <a:moveTo>
                        <a:pt x="17" y="813"/>
                      </a:moveTo>
                      <a:cubicBezTo>
                        <a:pt x="17" y="829"/>
                        <a:pt x="1" y="845"/>
                        <a:pt x="17" y="861"/>
                      </a:cubicBezTo>
                      <a:lnTo>
                        <a:pt x="17" y="813"/>
                      </a:lnTo>
                      <a:close/>
                      <a:moveTo>
                        <a:pt x="17" y="898"/>
                      </a:moveTo>
                      <a:lnTo>
                        <a:pt x="17" y="914"/>
                      </a:lnTo>
                      <a:lnTo>
                        <a:pt x="17" y="946"/>
                      </a:lnTo>
                      <a:cubicBezTo>
                        <a:pt x="33" y="962"/>
                        <a:pt x="33" y="982"/>
                        <a:pt x="33" y="999"/>
                      </a:cubicBezTo>
                      <a:lnTo>
                        <a:pt x="33" y="946"/>
                      </a:lnTo>
                      <a:cubicBezTo>
                        <a:pt x="33" y="930"/>
                        <a:pt x="17" y="914"/>
                        <a:pt x="17" y="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1"/>
                <p:cNvSpPr/>
                <p:nvPr/>
              </p:nvSpPr>
              <p:spPr>
                <a:xfrm>
                  <a:off x="2815892" y="1661107"/>
                  <a:ext cx="5264" cy="89194"/>
                </a:xfrm>
                <a:custGeom>
                  <a:rect b="b" l="l" r="r" t="t"/>
                  <a:pathLst>
                    <a:path extrusionOk="0" h="898" w="53">
                      <a:moveTo>
                        <a:pt x="48" y="1"/>
                      </a:moveTo>
                      <a:cubicBezTo>
                        <a:pt x="47" y="1"/>
                        <a:pt x="42" y="5"/>
                        <a:pt x="32" y="5"/>
                      </a:cubicBezTo>
                      <a:lnTo>
                        <a:pt x="32" y="21"/>
                      </a:lnTo>
                      <a:cubicBezTo>
                        <a:pt x="42" y="5"/>
                        <a:pt x="47" y="1"/>
                        <a:pt x="48" y="1"/>
                      </a:cubicBezTo>
                      <a:close/>
                      <a:moveTo>
                        <a:pt x="32" y="21"/>
                      </a:moveTo>
                      <a:cubicBezTo>
                        <a:pt x="32" y="37"/>
                        <a:pt x="16" y="37"/>
                        <a:pt x="16" y="53"/>
                      </a:cubicBezTo>
                      <a:lnTo>
                        <a:pt x="16" y="106"/>
                      </a:lnTo>
                      <a:cubicBezTo>
                        <a:pt x="0" y="138"/>
                        <a:pt x="0" y="207"/>
                        <a:pt x="0" y="271"/>
                      </a:cubicBezTo>
                      <a:cubicBezTo>
                        <a:pt x="16" y="308"/>
                        <a:pt x="16" y="356"/>
                        <a:pt x="16" y="393"/>
                      </a:cubicBezTo>
                      <a:lnTo>
                        <a:pt x="16" y="526"/>
                      </a:lnTo>
                      <a:lnTo>
                        <a:pt x="16" y="659"/>
                      </a:lnTo>
                      <a:lnTo>
                        <a:pt x="16" y="776"/>
                      </a:lnTo>
                      <a:lnTo>
                        <a:pt x="16" y="897"/>
                      </a:lnTo>
                      <a:cubicBezTo>
                        <a:pt x="16" y="861"/>
                        <a:pt x="32" y="813"/>
                        <a:pt x="32" y="776"/>
                      </a:cubicBezTo>
                      <a:lnTo>
                        <a:pt x="32" y="659"/>
                      </a:lnTo>
                      <a:cubicBezTo>
                        <a:pt x="53" y="611"/>
                        <a:pt x="53" y="558"/>
                        <a:pt x="53" y="526"/>
                      </a:cubicBezTo>
                      <a:cubicBezTo>
                        <a:pt x="53" y="473"/>
                        <a:pt x="53" y="425"/>
                        <a:pt x="32" y="393"/>
                      </a:cubicBezTo>
                      <a:lnTo>
                        <a:pt x="32" y="271"/>
                      </a:lnTo>
                      <a:lnTo>
                        <a:pt x="32" y="106"/>
                      </a:lnTo>
                      <a:lnTo>
                        <a:pt x="32" y="53"/>
                      </a:lnTo>
                      <a:lnTo>
                        <a:pt x="32" y="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1"/>
                <p:cNvSpPr/>
                <p:nvPr/>
              </p:nvSpPr>
              <p:spPr>
                <a:xfrm>
                  <a:off x="2819070" y="1765001"/>
                  <a:ext cx="20163" cy="3377"/>
                </a:xfrm>
                <a:custGeom>
                  <a:rect b="b" l="l" r="r" t="t"/>
                  <a:pathLst>
                    <a:path extrusionOk="0" h="34" w="203">
                      <a:moveTo>
                        <a:pt x="53" y="1"/>
                      </a:moveTo>
                      <a:cubicBezTo>
                        <a:pt x="21" y="17"/>
                        <a:pt x="21" y="17"/>
                        <a:pt x="0" y="17"/>
                      </a:cubicBezTo>
                      <a:lnTo>
                        <a:pt x="0" y="33"/>
                      </a:lnTo>
                      <a:lnTo>
                        <a:pt x="53" y="33"/>
                      </a:lnTo>
                      <a:cubicBezTo>
                        <a:pt x="85" y="33"/>
                        <a:pt x="122" y="17"/>
                        <a:pt x="154" y="17"/>
                      </a:cubicBezTo>
                      <a:cubicBezTo>
                        <a:pt x="170" y="1"/>
                        <a:pt x="202"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2819070" y="1659915"/>
                  <a:ext cx="12118" cy="3278"/>
                </a:xfrm>
                <a:custGeom>
                  <a:rect b="b" l="l" r="r" t="t"/>
                  <a:pathLst>
                    <a:path extrusionOk="0" h="33" w="122">
                      <a:moveTo>
                        <a:pt x="37" y="1"/>
                      </a:moveTo>
                      <a:cubicBezTo>
                        <a:pt x="21" y="1"/>
                        <a:pt x="21" y="17"/>
                        <a:pt x="0" y="17"/>
                      </a:cubicBezTo>
                      <a:lnTo>
                        <a:pt x="0" y="33"/>
                      </a:lnTo>
                      <a:lnTo>
                        <a:pt x="53" y="33"/>
                      </a:lnTo>
                      <a:cubicBezTo>
                        <a:pt x="69" y="17"/>
                        <a:pt x="101" y="17"/>
                        <a:pt x="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2832678" y="1657929"/>
                  <a:ext cx="6555" cy="108860"/>
                </a:xfrm>
                <a:custGeom>
                  <a:rect b="b" l="l" r="r" t="t"/>
                  <a:pathLst>
                    <a:path extrusionOk="0" h="1096" w="66">
                      <a:moveTo>
                        <a:pt x="49" y="0"/>
                      </a:moveTo>
                      <a:cubicBezTo>
                        <a:pt x="49" y="0"/>
                        <a:pt x="49" y="21"/>
                        <a:pt x="33" y="21"/>
                      </a:cubicBezTo>
                      <a:cubicBezTo>
                        <a:pt x="33" y="37"/>
                        <a:pt x="33" y="53"/>
                        <a:pt x="17" y="53"/>
                      </a:cubicBezTo>
                      <a:lnTo>
                        <a:pt x="17" y="101"/>
                      </a:lnTo>
                      <a:cubicBezTo>
                        <a:pt x="17" y="154"/>
                        <a:pt x="1" y="202"/>
                        <a:pt x="17" y="287"/>
                      </a:cubicBezTo>
                      <a:cubicBezTo>
                        <a:pt x="17" y="356"/>
                        <a:pt x="33" y="441"/>
                        <a:pt x="33" y="542"/>
                      </a:cubicBezTo>
                      <a:cubicBezTo>
                        <a:pt x="49" y="574"/>
                        <a:pt x="49" y="626"/>
                        <a:pt x="49" y="675"/>
                      </a:cubicBezTo>
                      <a:lnTo>
                        <a:pt x="49" y="808"/>
                      </a:lnTo>
                      <a:lnTo>
                        <a:pt x="49" y="1095"/>
                      </a:lnTo>
                      <a:cubicBezTo>
                        <a:pt x="49" y="1095"/>
                        <a:pt x="49" y="962"/>
                        <a:pt x="65" y="808"/>
                      </a:cubicBezTo>
                      <a:lnTo>
                        <a:pt x="65" y="675"/>
                      </a:lnTo>
                      <a:lnTo>
                        <a:pt x="65" y="542"/>
                      </a:lnTo>
                      <a:cubicBezTo>
                        <a:pt x="65" y="441"/>
                        <a:pt x="49" y="356"/>
                        <a:pt x="49" y="287"/>
                      </a:cubicBezTo>
                      <a:cubicBezTo>
                        <a:pt x="33" y="202"/>
                        <a:pt x="33" y="154"/>
                        <a:pt x="33" y="122"/>
                      </a:cubicBezTo>
                      <a:cubicBezTo>
                        <a:pt x="33" y="85"/>
                        <a:pt x="49" y="69"/>
                        <a:pt x="49" y="69"/>
                      </a:cubicBezTo>
                      <a:lnTo>
                        <a:pt x="49" y="37"/>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2845987" y="1654751"/>
                  <a:ext cx="3278" cy="108761"/>
                </a:xfrm>
                <a:custGeom>
                  <a:rect b="b" l="l" r="r" t="t"/>
                  <a:pathLst>
                    <a:path extrusionOk="0" h="1095" w="33">
                      <a:moveTo>
                        <a:pt x="16" y="0"/>
                      </a:moveTo>
                      <a:lnTo>
                        <a:pt x="16" y="16"/>
                      </a:lnTo>
                      <a:cubicBezTo>
                        <a:pt x="16" y="32"/>
                        <a:pt x="16" y="53"/>
                        <a:pt x="0" y="53"/>
                      </a:cubicBezTo>
                      <a:lnTo>
                        <a:pt x="0" y="101"/>
                      </a:lnTo>
                      <a:lnTo>
                        <a:pt x="0" y="287"/>
                      </a:lnTo>
                      <a:lnTo>
                        <a:pt x="0" y="404"/>
                      </a:lnTo>
                      <a:cubicBezTo>
                        <a:pt x="16" y="436"/>
                        <a:pt x="16" y="489"/>
                        <a:pt x="16" y="537"/>
                      </a:cubicBezTo>
                      <a:lnTo>
                        <a:pt x="16" y="792"/>
                      </a:lnTo>
                      <a:lnTo>
                        <a:pt x="16" y="1095"/>
                      </a:lnTo>
                      <a:cubicBezTo>
                        <a:pt x="16" y="1095"/>
                        <a:pt x="32" y="961"/>
                        <a:pt x="32" y="792"/>
                      </a:cubicBezTo>
                      <a:lnTo>
                        <a:pt x="32" y="537"/>
                      </a:lnTo>
                      <a:lnTo>
                        <a:pt x="32" y="404"/>
                      </a:lnTo>
                      <a:lnTo>
                        <a:pt x="32" y="287"/>
                      </a:lnTo>
                      <a:cubicBezTo>
                        <a:pt x="16" y="202"/>
                        <a:pt x="16" y="154"/>
                        <a:pt x="16" y="117"/>
                      </a:cubicBezTo>
                      <a:cubicBezTo>
                        <a:pt x="32" y="69"/>
                        <a:pt x="32" y="53"/>
                        <a:pt x="32" y="32"/>
                      </a:cubicBezTo>
                      <a:lnTo>
                        <a:pt x="32" y="16"/>
                      </a:ln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847577" y="1760234"/>
                  <a:ext cx="11720" cy="3973"/>
                </a:xfrm>
                <a:custGeom>
                  <a:rect b="b" l="l" r="r" t="t"/>
                  <a:pathLst>
                    <a:path extrusionOk="0" h="40" w="118">
                      <a:moveTo>
                        <a:pt x="117" y="0"/>
                      </a:moveTo>
                      <a:cubicBezTo>
                        <a:pt x="101" y="0"/>
                        <a:pt x="69" y="0"/>
                        <a:pt x="37" y="17"/>
                      </a:cubicBezTo>
                      <a:cubicBezTo>
                        <a:pt x="0" y="17"/>
                        <a:pt x="0" y="33"/>
                        <a:pt x="0" y="33"/>
                      </a:cubicBezTo>
                      <a:cubicBezTo>
                        <a:pt x="0" y="33"/>
                        <a:pt x="0" y="40"/>
                        <a:pt x="16" y="40"/>
                      </a:cubicBezTo>
                      <a:cubicBezTo>
                        <a:pt x="24" y="40"/>
                        <a:pt x="35" y="38"/>
                        <a:pt x="53" y="33"/>
                      </a:cubicBezTo>
                      <a:cubicBezTo>
                        <a:pt x="69" y="33"/>
                        <a:pt x="69" y="33"/>
                        <a:pt x="85" y="17"/>
                      </a:cubicBezTo>
                      <a:cubicBezTo>
                        <a:pt x="101" y="17"/>
                        <a:pt x="117" y="17"/>
                        <a:pt x="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849166" y="1653062"/>
                  <a:ext cx="15296" cy="3377"/>
                </a:xfrm>
                <a:custGeom>
                  <a:rect b="b" l="l" r="r" t="t"/>
                  <a:pathLst>
                    <a:path extrusionOk="0" h="34" w="154">
                      <a:moveTo>
                        <a:pt x="37" y="1"/>
                      </a:moveTo>
                      <a:cubicBezTo>
                        <a:pt x="37" y="1"/>
                        <a:pt x="21" y="1"/>
                        <a:pt x="21" y="17"/>
                      </a:cubicBezTo>
                      <a:lnTo>
                        <a:pt x="0" y="17"/>
                      </a:lnTo>
                      <a:lnTo>
                        <a:pt x="0" y="33"/>
                      </a:lnTo>
                      <a:lnTo>
                        <a:pt x="53" y="33"/>
                      </a:lnTo>
                      <a:cubicBezTo>
                        <a:pt x="69" y="33"/>
                        <a:pt x="101" y="33"/>
                        <a:pt x="122" y="17"/>
                      </a:cubicBezTo>
                      <a:lnTo>
                        <a:pt x="154" y="17"/>
                      </a:lnTo>
                      <a:cubicBezTo>
                        <a:pt x="154" y="17"/>
                        <a:pt x="138" y="1"/>
                        <a:pt x="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1"/>
                <p:cNvSpPr/>
                <p:nvPr/>
              </p:nvSpPr>
              <p:spPr>
                <a:xfrm>
                  <a:off x="2862773" y="1654254"/>
                  <a:ext cx="4966" cy="106079"/>
                </a:xfrm>
                <a:custGeom>
                  <a:rect b="b" l="l" r="r" t="t"/>
                  <a:pathLst>
                    <a:path extrusionOk="0" h="1068" w="50">
                      <a:moveTo>
                        <a:pt x="31" y="1"/>
                      </a:moveTo>
                      <a:cubicBezTo>
                        <a:pt x="29" y="1"/>
                        <a:pt x="25" y="5"/>
                        <a:pt x="17" y="21"/>
                      </a:cubicBezTo>
                      <a:cubicBezTo>
                        <a:pt x="17" y="37"/>
                        <a:pt x="1" y="58"/>
                        <a:pt x="1" y="106"/>
                      </a:cubicBezTo>
                      <a:lnTo>
                        <a:pt x="1" y="276"/>
                      </a:lnTo>
                      <a:cubicBezTo>
                        <a:pt x="1" y="340"/>
                        <a:pt x="17" y="425"/>
                        <a:pt x="17" y="526"/>
                      </a:cubicBezTo>
                      <a:cubicBezTo>
                        <a:pt x="17" y="562"/>
                        <a:pt x="17" y="611"/>
                        <a:pt x="33" y="643"/>
                      </a:cubicBezTo>
                      <a:lnTo>
                        <a:pt x="33" y="781"/>
                      </a:lnTo>
                      <a:lnTo>
                        <a:pt x="33" y="1067"/>
                      </a:lnTo>
                      <a:cubicBezTo>
                        <a:pt x="33" y="1067"/>
                        <a:pt x="49" y="946"/>
                        <a:pt x="49" y="781"/>
                      </a:cubicBezTo>
                      <a:lnTo>
                        <a:pt x="49" y="643"/>
                      </a:lnTo>
                      <a:lnTo>
                        <a:pt x="49" y="526"/>
                      </a:lnTo>
                      <a:cubicBezTo>
                        <a:pt x="33" y="425"/>
                        <a:pt x="33" y="340"/>
                        <a:pt x="33" y="276"/>
                      </a:cubicBezTo>
                      <a:cubicBezTo>
                        <a:pt x="17" y="191"/>
                        <a:pt x="17" y="138"/>
                        <a:pt x="33" y="106"/>
                      </a:cubicBezTo>
                      <a:lnTo>
                        <a:pt x="33" y="21"/>
                      </a:lnTo>
                      <a:cubicBezTo>
                        <a:pt x="49" y="5"/>
                        <a:pt x="49" y="5"/>
                        <a:pt x="33" y="5"/>
                      </a:cubicBezTo>
                      <a:cubicBezTo>
                        <a:pt x="33" y="5"/>
                        <a:pt x="33"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1"/>
                <p:cNvSpPr/>
                <p:nvPr/>
              </p:nvSpPr>
              <p:spPr>
                <a:xfrm>
                  <a:off x="2871216" y="1649884"/>
                  <a:ext cx="6555" cy="113628"/>
                </a:xfrm>
                <a:custGeom>
                  <a:rect b="b" l="l" r="r" t="t"/>
                  <a:pathLst>
                    <a:path extrusionOk="0" h="1144" w="66">
                      <a:moveTo>
                        <a:pt x="49" y="1"/>
                      </a:moveTo>
                      <a:lnTo>
                        <a:pt x="33" y="17"/>
                      </a:lnTo>
                      <a:lnTo>
                        <a:pt x="33" y="49"/>
                      </a:lnTo>
                      <a:cubicBezTo>
                        <a:pt x="17" y="65"/>
                        <a:pt x="17" y="81"/>
                        <a:pt x="17" y="102"/>
                      </a:cubicBezTo>
                      <a:cubicBezTo>
                        <a:pt x="17" y="150"/>
                        <a:pt x="1" y="203"/>
                        <a:pt x="17" y="283"/>
                      </a:cubicBezTo>
                      <a:cubicBezTo>
                        <a:pt x="17" y="368"/>
                        <a:pt x="33" y="453"/>
                        <a:pt x="33" y="554"/>
                      </a:cubicBezTo>
                      <a:cubicBezTo>
                        <a:pt x="49" y="606"/>
                        <a:pt x="49" y="655"/>
                        <a:pt x="49" y="687"/>
                      </a:cubicBezTo>
                      <a:lnTo>
                        <a:pt x="49" y="825"/>
                      </a:lnTo>
                      <a:lnTo>
                        <a:pt x="49" y="1144"/>
                      </a:lnTo>
                      <a:cubicBezTo>
                        <a:pt x="49" y="1144"/>
                        <a:pt x="65" y="1010"/>
                        <a:pt x="65" y="825"/>
                      </a:cubicBezTo>
                      <a:lnTo>
                        <a:pt x="65" y="687"/>
                      </a:lnTo>
                      <a:lnTo>
                        <a:pt x="65" y="554"/>
                      </a:lnTo>
                      <a:cubicBezTo>
                        <a:pt x="65" y="453"/>
                        <a:pt x="49" y="368"/>
                        <a:pt x="49" y="283"/>
                      </a:cubicBezTo>
                      <a:cubicBezTo>
                        <a:pt x="33" y="203"/>
                        <a:pt x="33" y="150"/>
                        <a:pt x="49" y="118"/>
                      </a:cubicBezTo>
                      <a:lnTo>
                        <a:pt x="49" y="65"/>
                      </a:lnTo>
                      <a:lnTo>
                        <a:pt x="49" y="33"/>
                      </a:lnTo>
                      <a:cubicBezTo>
                        <a:pt x="49" y="17"/>
                        <a:pt x="65" y="17"/>
                        <a:pt x="65" y="17"/>
                      </a:cubicBezTo>
                      <a:lnTo>
                        <a:pt x="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2874394" y="1646308"/>
                  <a:ext cx="25030" cy="5264"/>
                </a:xfrm>
                <a:custGeom>
                  <a:rect b="b" l="l" r="r" t="t"/>
                  <a:pathLst>
                    <a:path extrusionOk="0" h="53" w="252">
                      <a:moveTo>
                        <a:pt x="187" y="0"/>
                      </a:moveTo>
                      <a:cubicBezTo>
                        <a:pt x="171" y="0"/>
                        <a:pt x="150" y="16"/>
                        <a:pt x="118" y="16"/>
                      </a:cubicBezTo>
                      <a:lnTo>
                        <a:pt x="49" y="16"/>
                      </a:lnTo>
                      <a:lnTo>
                        <a:pt x="33" y="37"/>
                      </a:lnTo>
                      <a:lnTo>
                        <a:pt x="1" y="37"/>
                      </a:lnTo>
                      <a:lnTo>
                        <a:pt x="17" y="53"/>
                      </a:lnTo>
                      <a:lnTo>
                        <a:pt x="70" y="53"/>
                      </a:lnTo>
                      <a:cubicBezTo>
                        <a:pt x="86" y="53"/>
                        <a:pt x="118" y="37"/>
                        <a:pt x="134" y="37"/>
                      </a:cubicBezTo>
                      <a:cubicBezTo>
                        <a:pt x="150" y="37"/>
                        <a:pt x="171" y="16"/>
                        <a:pt x="187" y="16"/>
                      </a:cubicBezTo>
                      <a:cubicBezTo>
                        <a:pt x="219" y="0"/>
                        <a:pt x="251"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2894458" y="1646308"/>
                  <a:ext cx="6953" cy="114025"/>
                </a:xfrm>
                <a:custGeom>
                  <a:rect b="b" l="l" r="r" t="t"/>
                  <a:pathLst>
                    <a:path extrusionOk="0" h="1148" w="70">
                      <a:moveTo>
                        <a:pt x="70" y="0"/>
                      </a:moveTo>
                      <a:cubicBezTo>
                        <a:pt x="70" y="0"/>
                        <a:pt x="49" y="0"/>
                        <a:pt x="49" y="16"/>
                      </a:cubicBezTo>
                      <a:cubicBezTo>
                        <a:pt x="33" y="37"/>
                        <a:pt x="17" y="69"/>
                        <a:pt x="17" y="101"/>
                      </a:cubicBezTo>
                      <a:cubicBezTo>
                        <a:pt x="17" y="154"/>
                        <a:pt x="1" y="202"/>
                        <a:pt x="17" y="287"/>
                      </a:cubicBezTo>
                      <a:cubicBezTo>
                        <a:pt x="17" y="372"/>
                        <a:pt x="17" y="457"/>
                        <a:pt x="33" y="558"/>
                      </a:cubicBezTo>
                      <a:lnTo>
                        <a:pt x="33" y="622"/>
                      </a:lnTo>
                      <a:lnTo>
                        <a:pt x="33" y="691"/>
                      </a:lnTo>
                      <a:lnTo>
                        <a:pt x="33" y="824"/>
                      </a:lnTo>
                      <a:lnTo>
                        <a:pt x="33" y="962"/>
                      </a:lnTo>
                      <a:cubicBezTo>
                        <a:pt x="33" y="909"/>
                        <a:pt x="33" y="877"/>
                        <a:pt x="49" y="824"/>
                      </a:cubicBezTo>
                      <a:lnTo>
                        <a:pt x="49" y="691"/>
                      </a:lnTo>
                      <a:lnTo>
                        <a:pt x="49" y="622"/>
                      </a:lnTo>
                      <a:lnTo>
                        <a:pt x="49" y="558"/>
                      </a:lnTo>
                      <a:cubicBezTo>
                        <a:pt x="49" y="457"/>
                        <a:pt x="49" y="372"/>
                        <a:pt x="33" y="287"/>
                      </a:cubicBezTo>
                      <a:cubicBezTo>
                        <a:pt x="33" y="202"/>
                        <a:pt x="33" y="154"/>
                        <a:pt x="49" y="101"/>
                      </a:cubicBezTo>
                      <a:lnTo>
                        <a:pt x="49" y="37"/>
                      </a:lnTo>
                      <a:lnTo>
                        <a:pt x="70" y="16"/>
                      </a:lnTo>
                      <a:lnTo>
                        <a:pt x="70" y="0"/>
                      </a:lnTo>
                      <a:close/>
                      <a:moveTo>
                        <a:pt x="33" y="1046"/>
                      </a:moveTo>
                      <a:lnTo>
                        <a:pt x="33" y="1111"/>
                      </a:lnTo>
                      <a:cubicBezTo>
                        <a:pt x="49" y="1127"/>
                        <a:pt x="49" y="1147"/>
                        <a:pt x="49" y="1147"/>
                      </a:cubicBezTo>
                      <a:lnTo>
                        <a:pt x="49" y="1111"/>
                      </a:lnTo>
                      <a:cubicBezTo>
                        <a:pt x="33" y="1095"/>
                        <a:pt x="33" y="1079"/>
                        <a:pt x="33" y="10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2876083" y="1756658"/>
                  <a:ext cx="26917" cy="3675"/>
                </a:xfrm>
                <a:custGeom>
                  <a:rect b="b" l="l" r="r" t="t"/>
                  <a:pathLst>
                    <a:path extrusionOk="0" h="37" w="271">
                      <a:moveTo>
                        <a:pt x="69" y="0"/>
                      </a:moveTo>
                      <a:cubicBezTo>
                        <a:pt x="53" y="16"/>
                        <a:pt x="53" y="16"/>
                        <a:pt x="32" y="16"/>
                      </a:cubicBezTo>
                      <a:lnTo>
                        <a:pt x="16" y="16"/>
                      </a:lnTo>
                      <a:lnTo>
                        <a:pt x="0" y="36"/>
                      </a:lnTo>
                      <a:lnTo>
                        <a:pt x="85" y="36"/>
                      </a:lnTo>
                      <a:cubicBezTo>
                        <a:pt x="117" y="36"/>
                        <a:pt x="170" y="16"/>
                        <a:pt x="202" y="16"/>
                      </a:cubicBezTo>
                      <a:cubicBezTo>
                        <a:pt x="234" y="0"/>
                        <a:pt x="271"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2717163" y="1778311"/>
                  <a:ext cx="212357" cy="23739"/>
                </a:xfrm>
                <a:custGeom>
                  <a:rect b="b" l="l" r="r" t="t"/>
                  <a:pathLst>
                    <a:path extrusionOk="0" h="239" w="2138">
                      <a:moveTo>
                        <a:pt x="2004" y="0"/>
                      </a:moveTo>
                      <a:cubicBezTo>
                        <a:pt x="1988" y="0"/>
                        <a:pt x="1955" y="20"/>
                        <a:pt x="1919" y="20"/>
                      </a:cubicBezTo>
                      <a:lnTo>
                        <a:pt x="2004" y="20"/>
                      </a:lnTo>
                      <a:cubicBezTo>
                        <a:pt x="2073" y="0"/>
                        <a:pt x="2105" y="0"/>
                        <a:pt x="2137" y="0"/>
                      </a:cubicBezTo>
                      <a:close/>
                      <a:moveTo>
                        <a:pt x="1818" y="20"/>
                      </a:moveTo>
                      <a:cubicBezTo>
                        <a:pt x="1754" y="37"/>
                        <a:pt x="1685" y="53"/>
                        <a:pt x="1600" y="53"/>
                      </a:cubicBezTo>
                      <a:cubicBezTo>
                        <a:pt x="1515" y="69"/>
                        <a:pt x="1430" y="69"/>
                        <a:pt x="1329" y="85"/>
                      </a:cubicBezTo>
                      <a:cubicBezTo>
                        <a:pt x="1297" y="85"/>
                        <a:pt x="1249" y="101"/>
                        <a:pt x="1196" y="101"/>
                      </a:cubicBezTo>
                      <a:lnTo>
                        <a:pt x="1127" y="121"/>
                      </a:lnTo>
                      <a:lnTo>
                        <a:pt x="1063" y="121"/>
                      </a:lnTo>
                      <a:cubicBezTo>
                        <a:pt x="893" y="138"/>
                        <a:pt x="707" y="154"/>
                        <a:pt x="558" y="170"/>
                      </a:cubicBezTo>
                      <a:cubicBezTo>
                        <a:pt x="404" y="186"/>
                        <a:pt x="303" y="186"/>
                        <a:pt x="218" y="202"/>
                      </a:cubicBezTo>
                      <a:lnTo>
                        <a:pt x="117" y="202"/>
                      </a:lnTo>
                      <a:cubicBezTo>
                        <a:pt x="85" y="202"/>
                        <a:pt x="69" y="202"/>
                        <a:pt x="53" y="222"/>
                      </a:cubicBezTo>
                      <a:lnTo>
                        <a:pt x="0" y="222"/>
                      </a:lnTo>
                      <a:lnTo>
                        <a:pt x="0" y="239"/>
                      </a:lnTo>
                      <a:lnTo>
                        <a:pt x="154" y="239"/>
                      </a:lnTo>
                      <a:cubicBezTo>
                        <a:pt x="170" y="239"/>
                        <a:pt x="202" y="239"/>
                        <a:pt x="218" y="222"/>
                      </a:cubicBezTo>
                      <a:cubicBezTo>
                        <a:pt x="303" y="222"/>
                        <a:pt x="404" y="202"/>
                        <a:pt x="558" y="186"/>
                      </a:cubicBezTo>
                      <a:cubicBezTo>
                        <a:pt x="707" y="186"/>
                        <a:pt x="893" y="154"/>
                        <a:pt x="1063" y="138"/>
                      </a:cubicBezTo>
                      <a:lnTo>
                        <a:pt x="1148" y="138"/>
                      </a:lnTo>
                      <a:lnTo>
                        <a:pt x="1212" y="121"/>
                      </a:lnTo>
                      <a:cubicBezTo>
                        <a:pt x="1249" y="121"/>
                        <a:pt x="1297" y="121"/>
                        <a:pt x="1350" y="101"/>
                      </a:cubicBezTo>
                      <a:cubicBezTo>
                        <a:pt x="1430" y="85"/>
                        <a:pt x="1515" y="85"/>
                        <a:pt x="1600" y="69"/>
                      </a:cubicBezTo>
                      <a:cubicBezTo>
                        <a:pt x="1685" y="53"/>
                        <a:pt x="1754" y="53"/>
                        <a:pt x="1818" y="37"/>
                      </a:cubicBezTo>
                      <a:cubicBezTo>
                        <a:pt x="1871" y="37"/>
                        <a:pt x="1887" y="20"/>
                        <a:pt x="1919" y="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1"/>
                <p:cNvSpPr/>
                <p:nvPr/>
              </p:nvSpPr>
              <p:spPr>
                <a:xfrm>
                  <a:off x="2941439" y="1775033"/>
                  <a:ext cx="51848" cy="5364"/>
                </a:xfrm>
                <a:custGeom>
                  <a:rect b="b" l="l" r="r" t="t"/>
                  <a:pathLst>
                    <a:path extrusionOk="0" h="54" w="522">
                      <a:moveTo>
                        <a:pt x="0" y="17"/>
                      </a:moveTo>
                      <a:cubicBezTo>
                        <a:pt x="0" y="17"/>
                        <a:pt x="0" y="24"/>
                        <a:pt x="5" y="24"/>
                      </a:cubicBezTo>
                      <a:cubicBezTo>
                        <a:pt x="8" y="24"/>
                        <a:pt x="11" y="22"/>
                        <a:pt x="17" y="17"/>
                      </a:cubicBezTo>
                      <a:close/>
                      <a:moveTo>
                        <a:pt x="33" y="1"/>
                      </a:moveTo>
                      <a:cubicBezTo>
                        <a:pt x="17" y="1"/>
                        <a:pt x="17" y="17"/>
                        <a:pt x="17" y="17"/>
                      </a:cubicBezTo>
                      <a:lnTo>
                        <a:pt x="101" y="17"/>
                      </a:lnTo>
                      <a:cubicBezTo>
                        <a:pt x="118" y="17"/>
                        <a:pt x="134" y="17"/>
                        <a:pt x="150" y="33"/>
                      </a:cubicBezTo>
                      <a:cubicBezTo>
                        <a:pt x="202" y="33"/>
                        <a:pt x="251" y="33"/>
                        <a:pt x="303" y="53"/>
                      </a:cubicBezTo>
                      <a:lnTo>
                        <a:pt x="522" y="53"/>
                      </a:lnTo>
                      <a:cubicBezTo>
                        <a:pt x="505" y="53"/>
                        <a:pt x="485" y="53"/>
                        <a:pt x="453" y="33"/>
                      </a:cubicBezTo>
                      <a:lnTo>
                        <a:pt x="384" y="33"/>
                      </a:lnTo>
                      <a:cubicBezTo>
                        <a:pt x="352" y="33"/>
                        <a:pt x="336" y="33"/>
                        <a:pt x="303" y="17"/>
                      </a:cubicBezTo>
                      <a:cubicBezTo>
                        <a:pt x="251" y="17"/>
                        <a:pt x="202" y="1"/>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1"/>
                <p:cNvSpPr/>
                <p:nvPr/>
              </p:nvSpPr>
              <p:spPr>
                <a:xfrm>
                  <a:off x="2976302" y="1035956"/>
                  <a:ext cx="3377" cy="112436"/>
                </a:xfrm>
                <a:custGeom>
                  <a:rect b="b" l="l" r="r" t="t"/>
                  <a:pathLst>
                    <a:path extrusionOk="0" h="1132" w="34">
                      <a:moveTo>
                        <a:pt x="17" y="1"/>
                      </a:moveTo>
                      <a:lnTo>
                        <a:pt x="17" y="37"/>
                      </a:lnTo>
                      <a:lnTo>
                        <a:pt x="17" y="122"/>
                      </a:lnTo>
                      <a:lnTo>
                        <a:pt x="17" y="304"/>
                      </a:lnTo>
                      <a:lnTo>
                        <a:pt x="17" y="441"/>
                      </a:lnTo>
                      <a:lnTo>
                        <a:pt x="17" y="574"/>
                      </a:lnTo>
                      <a:cubicBezTo>
                        <a:pt x="17" y="659"/>
                        <a:pt x="1" y="760"/>
                        <a:pt x="1" y="845"/>
                      </a:cubicBezTo>
                      <a:lnTo>
                        <a:pt x="1" y="978"/>
                      </a:lnTo>
                      <a:cubicBezTo>
                        <a:pt x="1" y="946"/>
                        <a:pt x="17" y="894"/>
                        <a:pt x="17" y="845"/>
                      </a:cubicBezTo>
                      <a:cubicBezTo>
                        <a:pt x="17" y="760"/>
                        <a:pt x="33" y="675"/>
                        <a:pt x="33" y="574"/>
                      </a:cubicBezTo>
                      <a:lnTo>
                        <a:pt x="33" y="441"/>
                      </a:lnTo>
                      <a:lnTo>
                        <a:pt x="33" y="304"/>
                      </a:lnTo>
                      <a:lnTo>
                        <a:pt x="33" y="37"/>
                      </a:lnTo>
                      <a:cubicBezTo>
                        <a:pt x="33" y="1"/>
                        <a:pt x="33" y="1"/>
                        <a:pt x="17" y="1"/>
                      </a:cubicBezTo>
                      <a:close/>
                      <a:moveTo>
                        <a:pt x="1" y="1080"/>
                      </a:moveTo>
                      <a:cubicBezTo>
                        <a:pt x="1" y="1096"/>
                        <a:pt x="17" y="1132"/>
                        <a:pt x="17" y="1132"/>
                      </a:cubicBezTo>
                      <a:cubicBezTo>
                        <a:pt x="17" y="1112"/>
                        <a:pt x="1" y="1096"/>
                        <a:pt x="1" y="10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2977990" y="1149981"/>
                  <a:ext cx="23739" cy="8443"/>
                </a:xfrm>
                <a:custGeom>
                  <a:rect b="b" l="l" r="r" t="t"/>
                  <a:pathLst>
                    <a:path extrusionOk="0" h="85" w="239">
                      <a:moveTo>
                        <a:pt x="16" y="0"/>
                      </a:moveTo>
                      <a:cubicBezTo>
                        <a:pt x="16" y="16"/>
                        <a:pt x="0" y="16"/>
                        <a:pt x="0" y="16"/>
                      </a:cubicBezTo>
                      <a:cubicBezTo>
                        <a:pt x="0" y="32"/>
                        <a:pt x="16" y="32"/>
                        <a:pt x="16" y="32"/>
                      </a:cubicBezTo>
                      <a:lnTo>
                        <a:pt x="85" y="32"/>
                      </a:lnTo>
                      <a:cubicBezTo>
                        <a:pt x="85" y="32"/>
                        <a:pt x="101" y="49"/>
                        <a:pt x="117" y="49"/>
                      </a:cubicBezTo>
                      <a:cubicBezTo>
                        <a:pt x="137" y="49"/>
                        <a:pt x="154" y="49"/>
                        <a:pt x="170" y="65"/>
                      </a:cubicBezTo>
                      <a:cubicBezTo>
                        <a:pt x="202" y="65"/>
                        <a:pt x="238" y="85"/>
                        <a:pt x="238" y="85"/>
                      </a:cubicBezTo>
                      <a:cubicBezTo>
                        <a:pt x="238" y="85"/>
                        <a:pt x="202" y="65"/>
                        <a:pt x="170" y="49"/>
                      </a:cubicBezTo>
                      <a:cubicBezTo>
                        <a:pt x="154" y="32"/>
                        <a:pt x="137" y="32"/>
                        <a:pt x="117" y="16"/>
                      </a:cubicBezTo>
                      <a:lnTo>
                        <a:pt x="69" y="16"/>
                      </a:lnTo>
                      <a:cubicBezTo>
                        <a:pt x="53" y="0"/>
                        <a:pt x="36"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977990" y="1035956"/>
                  <a:ext cx="20163" cy="8542"/>
                </a:xfrm>
                <a:custGeom>
                  <a:rect b="b" l="l" r="r" t="t"/>
                  <a:pathLst>
                    <a:path extrusionOk="0" h="86" w="203">
                      <a:moveTo>
                        <a:pt x="0" y="1"/>
                      </a:moveTo>
                      <a:lnTo>
                        <a:pt x="0" y="21"/>
                      </a:lnTo>
                      <a:lnTo>
                        <a:pt x="16" y="21"/>
                      </a:lnTo>
                      <a:cubicBezTo>
                        <a:pt x="36" y="21"/>
                        <a:pt x="53" y="21"/>
                        <a:pt x="53" y="37"/>
                      </a:cubicBezTo>
                      <a:cubicBezTo>
                        <a:pt x="85" y="37"/>
                        <a:pt x="117" y="53"/>
                        <a:pt x="154" y="70"/>
                      </a:cubicBezTo>
                      <a:cubicBezTo>
                        <a:pt x="170" y="70"/>
                        <a:pt x="186" y="86"/>
                        <a:pt x="202" y="86"/>
                      </a:cubicBezTo>
                      <a:cubicBezTo>
                        <a:pt x="186" y="70"/>
                        <a:pt x="170" y="70"/>
                        <a:pt x="170" y="53"/>
                      </a:cubicBezTo>
                      <a:cubicBezTo>
                        <a:pt x="137" y="37"/>
                        <a:pt x="101" y="21"/>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1"/>
                <p:cNvSpPr/>
                <p:nvPr/>
              </p:nvSpPr>
              <p:spPr>
                <a:xfrm>
                  <a:off x="2999643" y="1045988"/>
                  <a:ext cx="2086" cy="80354"/>
                </a:xfrm>
                <a:custGeom>
                  <a:rect b="b" l="l" r="r" t="t"/>
                  <a:pathLst>
                    <a:path extrusionOk="0" h="809" w="21">
                      <a:moveTo>
                        <a:pt x="20" y="1"/>
                      </a:moveTo>
                      <a:cubicBezTo>
                        <a:pt x="0" y="1"/>
                        <a:pt x="0" y="1"/>
                        <a:pt x="0" y="37"/>
                      </a:cubicBezTo>
                      <a:lnTo>
                        <a:pt x="0" y="122"/>
                      </a:lnTo>
                      <a:lnTo>
                        <a:pt x="0" y="288"/>
                      </a:lnTo>
                      <a:lnTo>
                        <a:pt x="0" y="405"/>
                      </a:lnTo>
                      <a:lnTo>
                        <a:pt x="0" y="542"/>
                      </a:lnTo>
                      <a:lnTo>
                        <a:pt x="0" y="809"/>
                      </a:lnTo>
                      <a:cubicBezTo>
                        <a:pt x="20" y="728"/>
                        <a:pt x="20" y="627"/>
                        <a:pt x="20" y="542"/>
                      </a:cubicBezTo>
                      <a:lnTo>
                        <a:pt x="20" y="405"/>
                      </a:lnTo>
                      <a:lnTo>
                        <a:pt x="20" y="288"/>
                      </a:lnTo>
                      <a:lnTo>
                        <a:pt x="20" y="122"/>
                      </a:lnTo>
                      <a:lnTo>
                        <a:pt x="20" y="37"/>
                      </a:lnTo>
                      <a:lnTo>
                        <a:pt x="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1"/>
                <p:cNvSpPr/>
                <p:nvPr/>
              </p:nvSpPr>
              <p:spPr>
                <a:xfrm>
                  <a:off x="3008086" y="1051252"/>
                  <a:ext cx="3675" cy="110449"/>
                </a:xfrm>
                <a:custGeom>
                  <a:rect b="b" l="l" r="r" t="t"/>
                  <a:pathLst>
                    <a:path extrusionOk="0" h="1112" w="37">
                      <a:moveTo>
                        <a:pt x="0" y="0"/>
                      </a:moveTo>
                      <a:lnTo>
                        <a:pt x="0" y="33"/>
                      </a:lnTo>
                      <a:lnTo>
                        <a:pt x="0" y="117"/>
                      </a:lnTo>
                      <a:lnTo>
                        <a:pt x="0" y="287"/>
                      </a:lnTo>
                      <a:lnTo>
                        <a:pt x="0" y="538"/>
                      </a:lnTo>
                      <a:lnTo>
                        <a:pt x="0" y="606"/>
                      </a:lnTo>
                      <a:cubicBezTo>
                        <a:pt x="16" y="639"/>
                        <a:pt x="0" y="655"/>
                        <a:pt x="0" y="691"/>
                      </a:cubicBezTo>
                      <a:lnTo>
                        <a:pt x="0" y="808"/>
                      </a:lnTo>
                      <a:lnTo>
                        <a:pt x="0" y="925"/>
                      </a:lnTo>
                      <a:lnTo>
                        <a:pt x="0" y="1026"/>
                      </a:lnTo>
                      <a:cubicBezTo>
                        <a:pt x="0" y="1079"/>
                        <a:pt x="16" y="1111"/>
                        <a:pt x="16" y="1111"/>
                      </a:cubicBezTo>
                      <a:lnTo>
                        <a:pt x="16" y="1026"/>
                      </a:lnTo>
                      <a:lnTo>
                        <a:pt x="16" y="925"/>
                      </a:lnTo>
                      <a:lnTo>
                        <a:pt x="16" y="808"/>
                      </a:lnTo>
                      <a:cubicBezTo>
                        <a:pt x="16" y="776"/>
                        <a:pt x="16" y="723"/>
                        <a:pt x="36" y="691"/>
                      </a:cubicBezTo>
                      <a:lnTo>
                        <a:pt x="36" y="606"/>
                      </a:lnTo>
                      <a:lnTo>
                        <a:pt x="36" y="538"/>
                      </a:lnTo>
                      <a:cubicBezTo>
                        <a:pt x="36" y="453"/>
                        <a:pt x="36" y="372"/>
                        <a:pt x="16" y="287"/>
                      </a:cubicBezTo>
                      <a:lnTo>
                        <a:pt x="16" y="117"/>
                      </a:lnTo>
                      <a:lnTo>
                        <a:pt x="16" y="33"/>
                      </a:lnTo>
                      <a:cubicBezTo>
                        <a:pt x="16" y="0"/>
                        <a:pt x="0"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3009675" y="1161602"/>
                  <a:ext cx="20163" cy="6853"/>
                </a:xfrm>
                <a:custGeom>
                  <a:rect b="b" l="l" r="r" t="t"/>
                  <a:pathLst>
                    <a:path extrusionOk="0" h="69" w="203">
                      <a:moveTo>
                        <a:pt x="0" y="0"/>
                      </a:moveTo>
                      <a:lnTo>
                        <a:pt x="0" y="16"/>
                      </a:lnTo>
                      <a:lnTo>
                        <a:pt x="20" y="16"/>
                      </a:lnTo>
                      <a:cubicBezTo>
                        <a:pt x="20" y="33"/>
                        <a:pt x="37" y="33"/>
                        <a:pt x="53" y="33"/>
                      </a:cubicBezTo>
                      <a:cubicBezTo>
                        <a:pt x="53" y="33"/>
                        <a:pt x="69" y="49"/>
                        <a:pt x="85" y="49"/>
                      </a:cubicBezTo>
                      <a:cubicBezTo>
                        <a:pt x="101" y="49"/>
                        <a:pt x="101" y="49"/>
                        <a:pt x="121" y="69"/>
                      </a:cubicBezTo>
                      <a:lnTo>
                        <a:pt x="202" y="69"/>
                      </a:lnTo>
                      <a:cubicBezTo>
                        <a:pt x="202" y="69"/>
                        <a:pt x="170" y="69"/>
                        <a:pt x="154" y="49"/>
                      </a:cubicBezTo>
                      <a:lnTo>
                        <a:pt x="121" y="49"/>
                      </a:lnTo>
                      <a:cubicBezTo>
                        <a:pt x="121" y="33"/>
                        <a:pt x="101" y="33"/>
                        <a:pt x="101" y="33"/>
                      </a:cubicBezTo>
                      <a:cubicBezTo>
                        <a:pt x="85" y="33"/>
                        <a:pt x="85" y="16"/>
                        <a:pt x="69" y="16"/>
                      </a:cubicBezTo>
                      <a:lnTo>
                        <a:pt x="53" y="16"/>
                      </a:lnTo>
                      <a:cubicBezTo>
                        <a:pt x="37" y="16"/>
                        <a:pt x="37" y="0"/>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3006397" y="1049663"/>
                  <a:ext cx="21851" cy="8542"/>
                </a:xfrm>
                <a:custGeom>
                  <a:rect b="b" l="l" r="r" t="t"/>
                  <a:pathLst>
                    <a:path extrusionOk="0" h="86" w="220">
                      <a:moveTo>
                        <a:pt x="17" y="0"/>
                      </a:moveTo>
                      <a:lnTo>
                        <a:pt x="1" y="16"/>
                      </a:lnTo>
                      <a:lnTo>
                        <a:pt x="17" y="16"/>
                      </a:lnTo>
                      <a:cubicBezTo>
                        <a:pt x="33" y="16"/>
                        <a:pt x="33" y="16"/>
                        <a:pt x="53" y="33"/>
                      </a:cubicBezTo>
                      <a:cubicBezTo>
                        <a:pt x="86" y="33"/>
                        <a:pt x="134" y="49"/>
                        <a:pt x="171" y="65"/>
                      </a:cubicBezTo>
                      <a:cubicBezTo>
                        <a:pt x="187" y="65"/>
                        <a:pt x="187" y="65"/>
                        <a:pt x="203" y="85"/>
                      </a:cubicBezTo>
                      <a:lnTo>
                        <a:pt x="219" y="85"/>
                      </a:lnTo>
                      <a:lnTo>
                        <a:pt x="203" y="65"/>
                      </a:lnTo>
                      <a:cubicBezTo>
                        <a:pt x="203" y="65"/>
                        <a:pt x="187" y="65"/>
                        <a:pt x="171" y="49"/>
                      </a:cubicBezTo>
                      <a:cubicBezTo>
                        <a:pt x="134" y="33"/>
                        <a:pt x="102" y="16"/>
                        <a:pt x="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3028149" y="1059297"/>
                  <a:ext cx="3675" cy="105582"/>
                </a:xfrm>
                <a:custGeom>
                  <a:rect b="b" l="l" r="r" t="t"/>
                  <a:pathLst>
                    <a:path extrusionOk="0" h="1063" w="37">
                      <a:moveTo>
                        <a:pt x="19" y="0"/>
                      </a:moveTo>
                      <a:cubicBezTo>
                        <a:pt x="16" y="0"/>
                        <a:pt x="16" y="4"/>
                        <a:pt x="16" y="4"/>
                      </a:cubicBezTo>
                      <a:lnTo>
                        <a:pt x="16" y="20"/>
                      </a:lnTo>
                      <a:lnTo>
                        <a:pt x="16" y="105"/>
                      </a:lnTo>
                      <a:lnTo>
                        <a:pt x="16" y="271"/>
                      </a:lnTo>
                      <a:cubicBezTo>
                        <a:pt x="0" y="574"/>
                        <a:pt x="16" y="1063"/>
                        <a:pt x="16" y="1063"/>
                      </a:cubicBezTo>
                      <a:cubicBezTo>
                        <a:pt x="16" y="1063"/>
                        <a:pt x="36" y="574"/>
                        <a:pt x="36" y="271"/>
                      </a:cubicBezTo>
                      <a:lnTo>
                        <a:pt x="36" y="105"/>
                      </a:lnTo>
                      <a:lnTo>
                        <a:pt x="36" y="20"/>
                      </a:lnTo>
                      <a:cubicBezTo>
                        <a:pt x="26" y="4"/>
                        <a:pt x="21" y="0"/>
                        <a:pt x="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3036493" y="1062873"/>
                  <a:ext cx="1788" cy="108860"/>
                </a:xfrm>
                <a:custGeom>
                  <a:rect b="b" l="l" r="r" t="t"/>
                  <a:pathLst>
                    <a:path extrusionOk="0" h="1096" w="18">
                      <a:moveTo>
                        <a:pt x="17" y="0"/>
                      </a:moveTo>
                      <a:cubicBezTo>
                        <a:pt x="17" y="0"/>
                        <a:pt x="1" y="0"/>
                        <a:pt x="1" y="33"/>
                      </a:cubicBezTo>
                      <a:lnTo>
                        <a:pt x="1" y="118"/>
                      </a:lnTo>
                      <a:lnTo>
                        <a:pt x="1" y="287"/>
                      </a:lnTo>
                      <a:cubicBezTo>
                        <a:pt x="1" y="590"/>
                        <a:pt x="17" y="1095"/>
                        <a:pt x="17" y="1095"/>
                      </a:cubicBezTo>
                      <a:lnTo>
                        <a:pt x="17" y="287"/>
                      </a:lnTo>
                      <a:lnTo>
                        <a:pt x="17" y="118"/>
                      </a:lnTo>
                      <a:lnTo>
                        <a:pt x="17" y="33"/>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3036493" y="1171634"/>
                  <a:ext cx="20163" cy="8542"/>
                </a:xfrm>
                <a:custGeom>
                  <a:rect b="b" l="l" r="r" t="t"/>
                  <a:pathLst>
                    <a:path extrusionOk="0" h="86" w="203">
                      <a:moveTo>
                        <a:pt x="17" y="0"/>
                      </a:moveTo>
                      <a:lnTo>
                        <a:pt x="1" y="16"/>
                      </a:lnTo>
                      <a:cubicBezTo>
                        <a:pt x="17" y="33"/>
                        <a:pt x="33" y="33"/>
                        <a:pt x="53" y="33"/>
                      </a:cubicBezTo>
                      <a:cubicBezTo>
                        <a:pt x="70" y="33"/>
                        <a:pt x="70" y="49"/>
                        <a:pt x="86" y="49"/>
                      </a:cubicBezTo>
                      <a:lnTo>
                        <a:pt x="102" y="49"/>
                      </a:lnTo>
                      <a:cubicBezTo>
                        <a:pt x="118" y="49"/>
                        <a:pt x="134" y="69"/>
                        <a:pt x="154" y="69"/>
                      </a:cubicBezTo>
                      <a:cubicBezTo>
                        <a:pt x="187" y="69"/>
                        <a:pt x="203" y="85"/>
                        <a:pt x="203" y="85"/>
                      </a:cubicBezTo>
                      <a:cubicBezTo>
                        <a:pt x="203" y="85"/>
                        <a:pt x="187" y="69"/>
                        <a:pt x="154" y="49"/>
                      </a:cubicBezTo>
                      <a:cubicBezTo>
                        <a:pt x="154" y="49"/>
                        <a:pt x="134" y="33"/>
                        <a:pt x="118" y="33"/>
                      </a:cubicBezTo>
                      <a:cubicBezTo>
                        <a:pt x="102" y="16"/>
                        <a:pt x="86" y="16"/>
                        <a:pt x="70" y="16"/>
                      </a:cubicBezTo>
                      <a:cubicBezTo>
                        <a:pt x="33" y="0"/>
                        <a:pt x="1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3038181" y="1061284"/>
                  <a:ext cx="20163" cy="11720"/>
                </a:xfrm>
                <a:custGeom>
                  <a:rect b="b" l="l" r="r" t="t"/>
                  <a:pathLst>
                    <a:path extrusionOk="0" h="118" w="203">
                      <a:moveTo>
                        <a:pt x="0" y="0"/>
                      </a:moveTo>
                      <a:lnTo>
                        <a:pt x="0" y="16"/>
                      </a:lnTo>
                      <a:cubicBezTo>
                        <a:pt x="0" y="16"/>
                        <a:pt x="0" y="33"/>
                        <a:pt x="16" y="33"/>
                      </a:cubicBezTo>
                      <a:lnTo>
                        <a:pt x="36" y="49"/>
                      </a:lnTo>
                      <a:cubicBezTo>
                        <a:pt x="53" y="69"/>
                        <a:pt x="69" y="69"/>
                        <a:pt x="85" y="85"/>
                      </a:cubicBezTo>
                      <a:cubicBezTo>
                        <a:pt x="117" y="85"/>
                        <a:pt x="137" y="101"/>
                        <a:pt x="154" y="101"/>
                      </a:cubicBezTo>
                      <a:cubicBezTo>
                        <a:pt x="186" y="117"/>
                        <a:pt x="202" y="117"/>
                        <a:pt x="202" y="117"/>
                      </a:cubicBezTo>
                      <a:cubicBezTo>
                        <a:pt x="202" y="117"/>
                        <a:pt x="186" y="101"/>
                        <a:pt x="154" y="85"/>
                      </a:cubicBezTo>
                      <a:cubicBezTo>
                        <a:pt x="117" y="69"/>
                        <a:pt x="85" y="49"/>
                        <a:pt x="53" y="33"/>
                      </a:cubicBezTo>
                      <a:cubicBezTo>
                        <a:pt x="36" y="16"/>
                        <a:pt x="36" y="16"/>
                        <a:pt x="16" y="16"/>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1"/>
                <p:cNvSpPr/>
                <p:nvPr/>
              </p:nvSpPr>
              <p:spPr>
                <a:xfrm>
                  <a:off x="3054967" y="1074097"/>
                  <a:ext cx="3377" cy="106079"/>
                </a:xfrm>
                <a:custGeom>
                  <a:rect b="b" l="l" r="r" t="t"/>
                  <a:pathLst>
                    <a:path extrusionOk="0" h="1068" w="34">
                      <a:moveTo>
                        <a:pt x="31" y="1"/>
                      </a:moveTo>
                      <a:cubicBezTo>
                        <a:pt x="29" y="1"/>
                        <a:pt x="25" y="5"/>
                        <a:pt x="17" y="21"/>
                      </a:cubicBezTo>
                      <a:lnTo>
                        <a:pt x="17" y="57"/>
                      </a:lnTo>
                      <a:cubicBezTo>
                        <a:pt x="1" y="73"/>
                        <a:pt x="1" y="89"/>
                        <a:pt x="1" y="106"/>
                      </a:cubicBezTo>
                      <a:cubicBezTo>
                        <a:pt x="1" y="142"/>
                        <a:pt x="17" y="207"/>
                        <a:pt x="17" y="275"/>
                      </a:cubicBezTo>
                      <a:lnTo>
                        <a:pt x="17" y="1067"/>
                      </a:lnTo>
                      <a:cubicBezTo>
                        <a:pt x="17" y="1067"/>
                        <a:pt x="33" y="562"/>
                        <a:pt x="33" y="275"/>
                      </a:cubicBezTo>
                      <a:lnTo>
                        <a:pt x="33" y="106"/>
                      </a:lnTo>
                      <a:lnTo>
                        <a:pt x="33" y="57"/>
                      </a:lnTo>
                      <a:lnTo>
                        <a:pt x="33" y="21"/>
                      </a:lnTo>
                      <a:lnTo>
                        <a:pt x="33" y="5"/>
                      </a:lnTo>
                      <a:cubicBezTo>
                        <a:pt x="33" y="5"/>
                        <a:pt x="33"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1"/>
                <p:cNvSpPr/>
                <p:nvPr/>
              </p:nvSpPr>
              <p:spPr>
                <a:xfrm>
                  <a:off x="3068277" y="1076083"/>
                  <a:ext cx="3675" cy="108860"/>
                </a:xfrm>
                <a:custGeom>
                  <a:rect b="b" l="l" r="r" t="t"/>
                  <a:pathLst>
                    <a:path extrusionOk="0" h="1096" w="37">
                      <a:moveTo>
                        <a:pt x="0" y="1"/>
                      </a:moveTo>
                      <a:lnTo>
                        <a:pt x="0" y="37"/>
                      </a:lnTo>
                      <a:lnTo>
                        <a:pt x="0" y="122"/>
                      </a:lnTo>
                      <a:lnTo>
                        <a:pt x="0" y="288"/>
                      </a:lnTo>
                      <a:lnTo>
                        <a:pt x="0" y="405"/>
                      </a:lnTo>
                      <a:cubicBezTo>
                        <a:pt x="16" y="457"/>
                        <a:pt x="16" y="490"/>
                        <a:pt x="16" y="542"/>
                      </a:cubicBezTo>
                      <a:lnTo>
                        <a:pt x="16" y="809"/>
                      </a:lnTo>
                      <a:lnTo>
                        <a:pt x="16" y="1096"/>
                      </a:lnTo>
                      <a:cubicBezTo>
                        <a:pt x="16" y="1096"/>
                        <a:pt x="16" y="978"/>
                        <a:pt x="36" y="809"/>
                      </a:cubicBezTo>
                      <a:lnTo>
                        <a:pt x="36" y="542"/>
                      </a:lnTo>
                      <a:lnTo>
                        <a:pt x="36" y="405"/>
                      </a:lnTo>
                      <a:lnTo>
                        <a:pt x="36" y="288"/>
                      </a:lnTo>
                      <a:cubicBezTo>
                        <a:pt x="16" y="239"/>
                        <a:pt x="16" y="223"/>
                        <a:pt x="16" y="187"/>
                      </a:cubicBezTo>
                      <a:lnTo>
                        <a:pt x="16" y="122"/>
                      </a:lnTo>
                      <a:lnTo>
                        <a:pt x="16" y="3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3069866" y="1184844"/>
                  <a:ext cx="16885" cy="8542"/>
                </a:xfrm>
                <a:custGeom>
                  <a:rect b="b" l="l" r="r" t="t"/>
                  <a:pathLst>
                    <a:path extrusionOk="0" h="86" w="170">
                      <a:moveTo>
                        <a:pt x="0" y="1"/>
                      </a:moveTo>
                      <a:lnTo>
                        <a:pt x="20" y="17"/>
                      </a:lnTo>
                      <a:cubicBezTo>
                        <a:pt x="20" y="17"/>
                        <a:pt x="20" y="37"/>
                        <a:pt x="53" y="37"/>
                      </a:cubicBezTo>
                      <a:cubicBezTo>
                        <a:pt x="53" y="53"/>
                        <a:pt x="69" y="53"/>
                        <a:pt x="85" y="53"/>
                      </a:cubicBezTo>
                      <a:cubicBezTo>
                        <a:pt x="101" y="53"/>
                        <a:pt x="101" y="69"/>
                        <a:pt x="121" y="69"/>
                      </a:cubicBezTo>
                      <a:lnTo>
                        <a:pt x="154" y="69"/>
                      </a:lnTo>
                      <a:lnTo>
                        <a:pt x="138" y="53"/>
                      </a:lnTo>
                      <a:cubicBezTo>
                        <a:pt x="121" y="53"/>
                        <a:pt x="101" y="37"/>
                        <a:pt x="85" y="37"/>
                      </a:cubicBezTo>
                      <a:cubicBezTo>
                        <a:pt x="85" y="17"/>
                        <a:pt x="69" y="17"/>
                        <a:pt x="53" y="17"/>
                      </a:cubicBezTo>
                      <a:cubicBezTo>
                        <a:pt x="37" y="1"/>
                        <a:pt x="20" y="1"/>
                        <a:pt x="20" y="1"/>
                      </a:cubicBezTo>
                      <a:close/>
                      <a:moveTo>
                        <a:pt x="154" y="69"/>
                      </a:moveTo>
                      <a:lnTo>
                        <a:pt x="170" y="85"/>
                      </a:lnTo>
                      <a:cubicBezTo>
                        <a:pt x="170" y="85"/>
                        <a:pt x="170" y="69"/>
                        <a:pt x="154" y="6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3068277" y="1076083"/>
                  <a:ext cx="16885" cy="10131"/>
                </a:xfrm>
                <a:custGeom>
                  <a:rect b="b" l="l" r="r" t="t"/>
                  <a:pathLst>
                    <a:path extrusionOk="0" h="102" w="170">
                      <a:moveTo>
                        <a:pt x="0" y="1"/>
                      </a:moveTo>
                      <a:cubicBezTo>
                        <a:pt x="0" y="21"/>
                        <a:pt x="0" y="21"/>
                        <a:pt x="36" y="37"/>
                      </a:cubicBezTo>
                      <a:cubicBezTo>
                        <a:pt x="69" y="53"/>
                        <a:pt x="101" y="69"/>
                        <a:pt x="117" y="86"/>
                      </a:cubicBezTo>
                      <a:cubicBezTo>
                        <a:pt x="154" y="102"/>
                        <a:pt x="170" y="102"/>
                        <a:pt x="170" y="102"/>
                      </a:cubicBezTo>
                      <a:lnTo>
                        <a:pt x="137" y="69"/>
                      </a:lnTo>
                      <a:cubicBezTo>
                        <a:pt x="101" y="53"/>
                        <a:pt x="69" y="37"/>
                        <a:pt x="53" y="21"/>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1"/>
                <p:cNvSpPr/>
                <p:nvPr/>
              </p:nvSpPr>
              <p:spPr>
                <a:xfrm>
                  <a:off x="3083473" y="1089790"/>
                  <a:ext cx="3278" cy="103596"/>
                </a:xfrm>
                <a:custGeom>
                  <a:rect b="b" l="l" r="r" t="t"/>
                  <a:pathLst>
                    <a:path extrusionOk="0" h="1043" w="33">
                      <a:moveTo>
                        <a:pt x="17" y="0"/>
                      </a:moveTo>
                      <a:cubicBezTo>
                        <a:pt x="17" y="16"/>
                        <a:pt x="1" y="32"/>
                        <a:pt x="1" y="85"/>
                      </a:cubicBezTo>
                      <a:lnTo>
                        <a:pt x="1" y="251"/>
                      </a:lnTo>
                      <a:cubicBezTo>
                        <a:pt x="1" y="537"/>
                        <a:pt x="17" y="1042"/>
                        <a:pt x="17" y="1042"/>
                      </a:cubicBezTo>
                      <a:cubicBezTo>
                        <a:pt x="17" y="1042"/>
                        <a:pt x="33" y="537"/>
                        <a:pt x="33" y="251"/>
                      </a:cubicBezTo>
                      <a:lnTo>
                        <a:pt x="33" y="85"/>
                      </a:lnTo>
                      <a:cubicBezTo>
                        <a:pt x="33" y="32"/>
                        <a:pt x="33" y="16"/>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1"/>
                <p:cNvSpPr/>
                <p:nvPr/>
              </p:nvSpPr>
              <p:spPr>
                <a:xfrm>
                  <a:off x="3093505" y="1089790"/>
                  <a:ext cx="4867" cy="105185"/>
                </a:xfrm>
                <a:custGeom>
                  <a:rect b="b" l="l" r="r" t="t"/>
                  <a:pathLst>
                    <a:path extrusionOk="0" h="1059" w="49">
                      <a:moveTo>
                        <a:pt x="33" y="0"/>
                      </a:moveTo>
                      <a:cubicBezTo>
                        <a:pt x="17" y="0"/>
                        <a:pt x="17" y="0"/>
                        <a:pt x="17" y="16"/>
                      </a:cubicBezTo>
                      <a:cubicBezTo>
                        <a:pt x="1" y="32"/>
                        <a:pt x="1" y="65"/>
                        <a:pt x="1" y="101"/>
                      </a:cubicBezTo>
                      <a:cubicBezTo>
                        <a:pt x="1" y="150"/>
                        <a:pt x="1" y="202"/>
                        <a:pt x="17" y="267"/>
                      </a:cubicBezTo>
                      <a:lnTo>
                        <a:pt x="17" y="335"/>
                      </a:lnTo>
                      <a:lnTo>
                        <a:pt x="17" y="388"/>
                      </a:lnTo>
                      <a:lnTo>
                        <a:pt x="17" y="521"/>
                      </a:lnTo>
                      <a:lnTo>
                        <a:pt x="17" y="655"/>
                      </a:lnTo>
                      <a:lnTo>
                        <a:pt x="17" y="772"/>
                      </a:lnTo>
                      <a:lnTo>
                        <a:pt x="17" y="1059"/>
                      </a:lnTo>
                      <a:cubicBezTo>
                        <a:pt x="17" y="1059"/>
                        <a:pt x="33" y="941"/>
                        <a:pt x="33" y="772"/>
                      </a:cubicBezTo>
                      <a:lnTo>
                        <a:pt x="33" y="655"/>
                      </a:lnTo>
                      <a:lnTo>
                        <a:pt x="33" y="521"/>
                      </a:lnTo>
                      <a:lnTo>
                        <a:pt x="33" y="388"/>
                      </a:lnTo>
                      <a:cubicBezTo>
                        <a:pt x="33" y="352"/>
                        <a:pt x="49" y="303"/>
                        <a:pt x="33" y="267"/>
                      </a:cubicBezTo>
                      <a:cubicBezTo>
                        <a:pt x="33" y="202"/>
                        <a:pt x="17" y="133"/>
                        <a:pt x="17" y="101"/>
                      </a:cubicBezTo>
                      <a:lnTo>
                        <a:pt x="17" y="32"/>
                      </a:lnTo>
                      <a:cubicBezTo>
                        <a:pt x="33" y="16"/>
                        <a:pt x="33" y="0"/>
                        <a:pt x="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3095094" y="1089790"/>
                  <a:ext cx="20163" cy="10131"/>
                </a:xfrm>
                <a:custGeom>
                  <a:rect b="b" l="l" r="r" t="t"/>
                  <a:pathLst>
                    <a:path extrusionOk="0" h="102" w="203">
                      <a:moveTo>
                        <a:pt x="1" y="0"/>
                      </a:moveTo>
                      <a:cubicBezTo>
                        <a:pt x="1" y="16"/>
                        <a:pt x="1" y="16"/>
                        <a:pt x="17" y="16"/>
                      </a:cubicBezTo>
                      <a:cubicBezTo>
                        <a:pt x="17" y="16"/>
                        <a:pt x="33" y="32"/>
                        <a:pt x="49" y="32"/>
                      </a:cubicBezTo>
                      <a:cubicBezTo>
                        <a:pt x="69" y="49"/>
                        <a:pt x="85" y="49"/>
                        <a:pt x="102" y="65"/>
                      </a:cubicBezTo>
                      <a:cubicBezTo>
                        <a:pt x="118" y="65"/>
                        <a:pt x="134" y="65"/>
                        <a:pt x="150" y="85"/>
                      </a:cubicBezTo>
                      <a:lnTo>
                        <a:pt x="170" y="85"/>
                      </a:lnTo>
                      <a:cubicBezTo>
                        <a:pt x="186" y="101"/>
                        <a:pt x="186" y="101"/>
                        <a:pt x="203" y="101"/>
                      </a:cubicBezTo>
                      <a:cubicBezTo>
                        <a:pt x="186" y="101"/>
                        <a:pt x="186" y="85"/>
                        <a:pt x="186" y="85"/>
                      </a:cubicBezTo>
                      <a:cubicBezTo>
                        <a:pt x="170" y="85"/>
                        <a:pt x="170" y="65"/>
                        <a:pt x="150" y="65"/>
                      </a:cubicBezTo>
                      <a:cubicBezTo>
                        <a:pt x="150" y="49"/>
                        <a:pt x="118" y="49"/>
                        <a:pt x="102" y="32"/>
                      </a:cubicBezTo>
                      <a:cubicBezTo>
                        <a:pt x="85" y="32"/>
                        <a:pt x="69" y="16"/>
                        <a:pt x="49" y="16"/>
                      </a:cubicBezTo>
                      <a:cubicBezTo>
                        <a:pt x="33" y="16"/>
                        <a:pt x="33"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3111980" y="1098133"/>
                  <a:ext cx="3278" cy="76778"/>
                </a:xfrm>
                <a:custGeom>
                  <a:rect b="b" l="l" r="r" t="t"/>
                  <a:pathLst>
                    <a:path extrusionOk="0" h="773" w="33">
                      <a:moveTo>
                        <a:pt x="16" y="1"/>
                      </a:moveTo>
                      <a:lnTo>
                        <a:pt x="16" y="33"/>
                      </a:lnTo>
                      <a:lnTo>
                        <a:pt x="16" y="118"/>
                      </a:lnTo>
                      <a:cubicBezTo>
                        <a:pt x="16" y="150"/>
                        <a:pt x="16" y="203"/>
                        <a:pt x="0" y="268"/>
                      </a:cubicBezTo>
                      <a:lnTo>
                        <a:pt x="0" y="522"/>
                      </a:lnTo>
                      <a:cubicBezTo>
                        <a:pt x="16" y="607"/>
                        <a:pt x="16" y="688"/>
                        <a:pt x="16" y="773"/>
                      </a:cubicBezTo>
                      <a:cubicBezTo>
                        <a:pt x="33" y="607"/>
                        <a:pt x="33" y="421"/>
                        <a:pt x="33" y="268"/>
                      </a:cubicBezTo>
                      <a:lnTo>
                        <a:pt x="33" y="118"/>
                      </a:lnTo>
                      <a:lnTo>
                        <a:pt x="33" y="33"/>
                      </a:lnTo>
                      <a:cubicBezTo>
                        <a:pt x="33" y="1"/>
                        <a:pt x="33"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3096684" y="1194181"/>
                  <a:ext cx="18574" cy="6059"/>
                </a:xfrm>
                <a:custGeom>
                  <a:rect b="b" l="l" r="r" t="t"/>
                  <a:pathLst>
                    <a:path extrusionOk="0" h="61" w="187">
                      <a:moveTo>
                        <a:pt x="33" y="0"/>
                      </a:moveTo>
                      <a:cubicBezTo>
                        <a:pt x="17" y="0"/>
                        <a:pt x="17" y="8"/>
                        <a:pt x="17" y="8"/>
                      </a:cubicBezTo>
                      <a:cubicBezTo>
                        <a:pt x="17" y="8"/>
                        <a:pt x="1" y="8"/>
                        <a:pt x="53" y="24"/>
                      </a:cubicBezTo>
                      <a:cubicBezTo>
                        <a:pt x="69" y="44"/>
                        <a:pt x="86" y="44"/>
                        <a:pt x="86" y="44"/>
                      </a:cubicBezTo>
                      <a:cubicBezTo>
                        <a:pt x="102" y="60"/>
                        <a:pt x="118" y="60"/>
                        <a:pt x="134" y="60"/>
                      </a:cubicBezTo>
                      <a:lnTo>
                        <a:pt x="187" y="60"/>
                      </a:lnTo>
                      <a:cubicBezTo>
                        <a:pt x="187" y="60"/>
                        <a:pt x="170" y="60"/>
                        <a:pt x="134" y="44"/>
                      </a:cubicBezTo>
                      <a:cubicBezTo>
                        <a:pt x="134" y="44"/>
                        <a:pt x="118" y="24"/>
                        <a:pt x="102" y="24"/>
                      </a:cubicBezTo>
                      <a:cubicBezTo>
                        <a:pt x="86" y="24"/>
                        <a:pt x="69" y="8"/>
                        <a:pt x="69" y="8"/>
                      </a:cubicBezTo>
                      <a:cubicBezTo>
                        <a:pt x="52" y="2"/>
                        <a:pt x="40" y="0"/>
                        <a:pt x="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3122011" y="1103000"/>
                  <a:ext cx="3278" cy="103596"/>
                </a:xfrm>
                <a:custGeom>
                  <a:rect b="b" l="l" r="r" t="t"/>
                  <a:pathLst>
                    <a:path extrusionOk="0" h="1043" w="33">
                      <a:moveTo>
                        <a:pt x="16" y="0"/>
                      </a:moveTo>
                      <a:cubicBezTo>
                        <a:pt x="16" y="17"/>
                        <a:pt x="16" y="33"/>
                        <a:pt x="0" y="85"/>
                      </a:cubicBezTo>
                      <a:cubicBezTo>
                        <a:pt x="0" y="118"/>
                        <a:pt x="0" y="170"/>
                        <a:pt x="16" y="255"/>
                      </a:cubicBezTo>
                      <a:cubicBezTo>
                        <a:pt x="16" y="538"/>
                        <a:pt x="33" y="1043"/>
                        <a:pt x="33" y="1043"/>
                      </a:cubicBezTo>
                      <a:lnTo>
                        <a:pt x="33" y="255"/>
                      </a:lnTo>
                      <a:lnTo>
                        <a:pt x="33" y="85"/>
                      </a:lnTo>
                      <a:cubicBezTo>
                        <a:pt x="33" y="33"/>
                        <a:pt x="33" y="17"/>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1"/>
                <p:cNvSpPr/>
                <p:nvPr/>
              </p:nvSpPr>
              <p:spPr>
                <a:xfrm>
                  <a:off x="3123601" y="1101411"/>
                  <a:ext cx="18574" cy="8542"/>
                </a:xfrm>
                <a:custGeom>
                  <a:rect b="b" l="l" r="r" t="t"/>
                  <a:pathLst>
                    <a:path extrusionOk="0" h="86" w="187">
                      <a:moveTo>
                        <a:pt x="0" y="0"/>
                      </a:moveTo>
                      <a:lnTo>
                        <a:pt x="0" y="16"/>
                      </a:lnTo>
                      <a:lnTo>
                        <a:pt x="49" y="16"/>
                      </a:lnTo>
                      <a:cubicBezTo>
                        <a:pt x="49" y="16"/>
                        <a:pt x="49" y="33"/>
                        <a:pt x="65" y="33"/>
                      </a:cubicBezTo>
                      <a:lnTo>
                        <a:pt x="85" y="33"/>
                      </a:lnTo>
                      <a:cubicBezTo>
                        <a:pt x="101" y="49"/>
                        <a:pt x="118" y="49"/>
                        <a:pt x="134" y="69"/>
                      </a:cubicBezTo>
                      <a:cubicBezTo>
                        <a:pt x="150" y="85"/>
                        <a:pt x="186" y="85"/>
                        <a:pt x="186" y="85"/>
                      </a:cubicBezTo>
                      <a:cubicBezTo>
                        <a:pt x="186" y="85"/>
                        <a:pt x="166" y="69"/>
                        <a:pt x="134" y="49"/>
                      </a:cubicBezTo>
                      <a:cubicBezTo>
                        <a:pt x="118" y="33"/>
                        <a:pt x="85"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1"/>
                <p:cNvSpPr/>
                <p:nvPr/>
              </p:nvSpPr>
              <p:spPr>
                <a:xfrm>
                  <a:off x="3138400" y="1114621"/>
                  <a:ext cx="5364" cy="78765"/>
                </a:xfrm>
                <a:custGeom>
                  <a:rect b="b" l="l" r="r" t="t"/>
                  <a:pathLst>
                    <a:path extrusionOk="0" h="793" w="54">
                      <a:moveTo>
                        <a:pt x="17" y="1"/>
                      </a:moveTo>
                      <a:cubicBezTo>
                        <a:pt x="1" y="17"/>
                        <a:pt x="1" y="37"/>
                        <a:pt x="1" y="85"/>
                      </a:cubicBezTo>
                      <a:cubicBezTo>
                        <a:pt x="1" y="118"/>
                        <a:pt x="17" y="170"/>
                        <a:pt x="17" y="239"/>
                      </a:cubicBezTo>
                      <a:lnTo>
                        <a:pt x="17" y="340"/>
                      </a:lnTo>
                      <a:lnTo>
                        <a:pt x="17" y="457"/>
                      </a:lnTo>
                      <a:lnTo>
                        <a:pt x="17" y="574"/>
                      </a:lnTo>
                      <a:lnTo>
                        <a:pt x="17" y="691"/>
                      </a:lnTo>
                      <a:lnTo>
                        <a:pt x="17" y="792"/>
                      </a:lnTo>
                      <a:cubicBezTo>
                        <a:pt x="17" y="776"/>
                        <a:pt x="17" y="724"/>
                        <a:pt x="37" y="691"/>
                      </a:cubicBezTo>
                      <a:lnTo>
                        <a:pt x="37" y="574"/>
                      </a:lnTo>
                      <a:cubicBezTo>
                        <a:pt x="37" y="542"/>
                        <a:pt x="53" y="506"/>
                        <a:pt x="53" y="457"/>
                      </a:cubicBezTo>
                      <a:lnTo>
                        <a:pt x="53" y="340"/>
                      </a:lnTo>
                      <a:cubicBezTo>
                        <a:pt x="53" y="304"/>
                        <a:pt x="37" y="271"/>
                        <a:pt x="37" y="239"/>
                      </a:cubicBezTo>
                      <a:lnTo>
                        <a:pt x="37" y="69"/>
                      </a:lnTo>
                      <a:cubicBezTo>
                        <a:pt x="37" y="37"/>
                        <a:pt x="17" y="17"/>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3123601" y="1204908"/>
                  <a:ext cx="16587" cy="5364"/>
                </a:xfrm>
                <a:custGeom>
                  <a:rect b="b" l="l" r="r" t="t"/>
                  <a:pathLst>
                    <a:path extrusionOk="0" h="54" w="167">
                      <a:moveTo>
                        <a:pt x="0" y="1"/>
                      </a:moveTo>
                      <a:lnTo>
                        <a:pt x="17" y="17"/>
                      </a:lnTo>
                      <a:lnTo>
                        <a:pt x="49" y="17"/>
                      </a:lnTo>
                      <a:cubicBezTo>
                        <a:pt x="65" y="37"/>
                        <a:pt x="101" y="37"/>
                        <a:pt x="134" y="37"/>
                      </a:cubicBezTo>
                      <a:cubicBezTo>
                        <a:pt x="101" y="17"/>
                        <a:pt x="85" y="1"/>
                        <a:pt x="49" y="1"/>
                      </a:cubicBezTo>
                      <a:close/>
                      <a:moveTo>
                        <a:pt x="134" y="37"/>
                      </a:moveTo>
                      <a:cubicBezTo>
                        <a:pt x="150" y="53"/>
                        <a:pt x="166" y="53"/>
                        <a:pt x="166" y="53"/>
                      </a:cubicBezTo>
                      <a:cubicBezTo>
                        <a:pt x="166" y="53"/>
                        <a:pt x="150" y="37"/>
                        <a:pt x="134"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2977990" y="1158324"/>
                  <a:ext cx="3675" cy="105284"/>
                </a:xfrm>
                <a:custGeom>
                  <a:rect b="b" l="l" r="r" t="t"/>
                  <a:pathLst>
                    <a:path extrusionOk="0" h="1060" w="37">
                      <a:moveTo>
                        <a:pt x="0" y="1"/>
                      </a:moveTo>
                      <a:lnTo>
                        <a:pt x="0" y="33"/>
                      </a:lnTo>
                      <a:lnTo>
                        <a:pt x="0" y="118"/>
                      </a:lnTo>
                      <a:lnTo>
                        <a:pt x="0" y="304"/>
                      </a:lnTo>
                      <a:cubicBezTo>
                        <a:pt x="0" y="385"/>
                        <a:pt x="16" y="470"/>
                        <a:pt x="16" y="571"/>
                      </a:cubicBezTo>
                      <a:lnTo>
                        <a:pt x="16" y="639"/>
                      </a:lnTo>
                      <a:lnTo>
                        <a:pt x="16" y="708"/>
                      </a:lnTo>
                      <a:lnTo>
                        <a:pt x="16" y="841"/>
                      </a:lnTo>
                      <a:lnTo>
                        <a:pt x="16" y="975"/>
                      </a:lnTo>
                      <a:lnTo>
                        <a:pt x="16" y="1027"/>
                      </a:lnTo>
                      <a:cubicBezTo>
                        <a:pt x="16" y="1043"/>
                        <a:pt x="16" y="1059"/>
                        <a:pt x="36" y="1059"/>
                      </a:cubicBezTo>
                      <a:lnTo>
                        <a:pt x="36" y="1027"/>
                      </a:lnTo>
                      <a:lnTo>
                        <a:pt x="36" y="975"/>
                      </a:lnTo>
                      <a:lnTo>
                        <a:pt x="36" y="841"/>
                      </a:lnTo>
                      <a:lnTo>
                        <a:pt x="36" y="708"/>
                      </a:lnTo>
                      <a:lnTo>
                        <a:pt x="36" y="639"/>
                      </a:lnTo>
                      <a:lnTo>
                        <a:pt x="36" y="571"/>
                      </a:lnTo>
                      <a:lnTo>
                        <a:pt x="36" y="304"/>
                      </a:lnTo>
                      <a:cubicBezTo>
                        <a:pt x="16" y="219"/>
                        <a:pt x="16" y="167"/>
                        <a:pt x="16" y="118"/>
                      </a:cubicBezTo>
                      <a:lnTo>
                        <a:pt x="16" y="33"/>
                      </a:lnTo>
                      <a:cubicBezTo>
                        <a:pt x="16" y="1"/>
                        <a:pt x="16"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2977990" y="1160013"/>
                  <a:ext cx="21752" cy="6456"/>
                </a:xfrm>
                <a:custGeom>
                  <a:rect b="b" l="l" r="r" t="t"/>
                  <a:pathLst>
                    <a:path extrusionOk="0" h="65" w="219">
                      <a:moveTo>
                        <a:pt x="0" y="0"/>
                      </a:moveTo>
                      <a:cubicBezTo>
                        <a:pt x="0" y="16"/>
                        <a:pt x="0" y="16"/>
                        <a:pt x="16" y="16"/>
                      </a:cubicBezTo>
                      <a:lnTo>
                        <a:pt x="69" y="16"/>
                      </a:lnTo>
                      <a:cubicBezTo>
                        <a:pt x="69" y="32"/>
                        <a:pt x="69" y="32"/>
                        <a:pt x="85" y="32"/>
                      </a:cubicBezTo>
                      <a:lnTo>
                        <a:pt x="101" y="32"/>
                      </a:lnTo>
                      <a:cubicBezTo>
                        <a:pt x="117" y="32"/>
                        <a:pt x="137" y="49"/>
                        <a:pt x="154" y="49"/>
                      </a:cubicBezTo>
                      <a:cubicBezTo>
                        <a:pt x="186" y="65"/>
                        <a:pt x="218" y="65"/>
                        <a:pt x="218" y="65"/>
                      </a:cubicBezTo>
                      <a:cubicBezTo>
                        <a:pt x="218" y="65"/>
                        <a:pt x="186" y="49"/>
                        <a:pt x="170" y="32"/>
                      </a:cubicBezTo>
                      <a:cubicBezTo>
                        <a:pt x="154" y="32"/>
                        <a:pt x="137" y="16"/>
                        <a:pt x="117" y="16"/>
                      </a:cubicBezTo>
                      <a:cubicBezTo>
                        <a:pt x="101" y="16"/>
                        <a:pt x="101"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1"/>
                <p:cNvSpPr/>
                <p:nvPr/>
              </p:nvSpPr>
              <p:spPr>
                <a:xfrm>
                  <a:off x="2996365" y="1167859"/>
                  <a:ext cx="5364" cy="110946"/>
                </a:xfrm>
                <a:custGeom>
                  <a:rect b="b" l="l" r="r" t="t"/>
                  <a:pathLst>
                    <a:path extrusionOk="0" h="1117" w="54">
                      <a:moveTo>
                        <a:pt x="31" y="0"/>
                      </a:moveTo>
                      <a:cubicBezTo>
                        <a:pt x="29" y="0"/>
                        <a:pt x="25" y="5"/>
                        <a:pt x="17" y="22"/>
                      </a:cubicBezTo>
                      <a:lnTo>
                        <a:pt x="17" y="54"/>
                      </a:lnTo>
                      <a:cubicBezTo>
                        <a:pt x="17" y="71"/>
                        <a:pt x="17" y="87"/>
                        <a:pt x="1" y="107"/>
                      </a:cubicBezTo>
                      <a:cubicBezTo>
                        <a:pt x="1" y="155"/>
                        <a:pt x="1" y="208"/>
                        <a:pt x="17" y="289"/>
                      </a:cubicBezTo>
                      <a:lnTo>
                        <a:pt x="17" y="410"/>
                      </a:lnTo>
                      <a:cubicBezTo>
                        <a:pt x="17" y="458"/>
                        <a:pt x="33" y="491"/>
                        <a:pt x="33" y="543"/>
                      </a:cubicBezTo>
                      <a:lnTo>
                        <a:pt x="33" y="612"/>
                      </a:lnTo>
                      <a:lnTo>
                        <a:pt x="33" y="677"/>
                      </a:lnTo>
                      <a:lnTo>
                        <a:pt x="33" y="814"/>
                      </a:lnTo>
                      <a:lnTo>
                        <a:pt x="33" y="1117"/>
                      </a:lnTo>
                      <a:cubicBezTo>
                        <a:pt x="33" y="1117"/>
                        <a:pt x="33" y="979"/>
                        <a:pt x="53" y="814"/>
                      </a:cubicBezTo>
                      <a:lnTo>
                        <a:pt x="53" y="677"/>
                      </a:lnTo>
                      <a:lnTo>
                        <a:pt x="53" y="612"/>
                      </a:lnTo>
                      <a:lnTo>
                        <a:pt x="53" y="543"/>
                      </a:lnTo>
                      <a:lnTo>
                        <a:pt x="53" y="410"/>
                      </a:lnTo>
                      <a:cubicBezTo>
                        <a:pt x="33" y="357"/>
                        <a:pt x="33" y="325"/>
                        <a:pt x="33" y="289"/>
                      </a:cubicBezTo>
                      <a:lnTo>
                        <a:pt x="33" y="107"/>
                      </a:lnTo>
                      <a:lnTo>
                        <a:pt x="33" y="54"/>
                      </a:lnTo>
                      <a:lnTo>
                        <a:pt x="33" y="22"/>
                      </a:lnTo>
                      <a:lnTo>
                        <a:pt x="33" y="6"/>
                      </a:lnTo>
                      <a:cubicBezTo>
                        <a:pt x="33" y="6"/>
                        <a:pt x="33" y="0"/>
                        <a:pt x="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1"/>
                <p:cNvSpPr/>
                <p:nvPr/>
              </p:nvSpPr>
              <p:spPr>
                <a:xfrm>
                  <a:off x="2979579" y="1271952"/>
                  <a:ext cx="22149" cy="6853"/>
                </a:xfrm>
                <a:custGeom>
                  <a:rect b="b" l="l" r="r" t="t"/>
                  <a:pathLst>
                    <a:path extrusionOk="0" h="69" w="223">
                      <a:moveTo>
                        <a:pt x="0" y="0"/>
                      </a:moveTo>
                      <a:lnTo>
                        <a:pt x="0" y="16"/>
                      </a:lnTo>
                      <a:lnTo>
                        <a:pt x="69" y="16"/>
                      </a:lnTo>
                      <a:lnTo>
                        <a:pt x="85" y="32"/>
                      </a:lnTo>
                      <a:lnTo>
                        <a:pt x="101" y="32"/>
                      </a:lnTo>
                      <a:cubicBezTo>
                        <a:pt x="138" y="32"/>
                        <a:pt x="154" y="32"/>
                        <a:pt x="170" y="49"/>
                      </a:cubicBezTo>
                      <a:cubicBezTo>
                        <a:pt x="202" y="49"/>
                        <a:pt x="222" y="69"/>
                        <a:pt x="222" y="69"/>
                      </a:cubicBezTo>
                      <a:cubicBezTo>
                        <a:pt x="222" y="69"/>
                        <a:pt x="202" y="49"/>
                        <a:pt x="170" y="32"/>
                      </a:cubicBezTo>
                      <a:cubicBezTo>
                        <a:pt x="154" y="16"/>
                        <a:pt x="138" y="16"/>
                        <a:pt x="121" y="16"/>
                      </a:cubicBezTo>
                      <a:cubicBezTo>
                        <a:pt x="101" y="0"/>
                        <a:pt x="101"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3006397" y="1170045"/>
                  <a:ext cx="3377" cy="110350"/>
                </a:xfrm>
                <a:custGeom>
                  <a:rect b="b" l="l" r="r" t="t"/>
                  <a:pathLst>
                    <a:path extrusionOk="0" h="1111" w="34">
                      <a:moveTo>
                        <a:pt x="17" y="0"/>
                      </a:moveTo>
                      <a:cubicBezTo>
                        <a:pt x="17" y="0"/>
                        <a:pt x="1" y="0"/>
                        <a:pt x="1" y="32"/>
                      </a:cubicBezTo>
                      <a:lnTo>
                        <a:pt x="1" y="117"/>
                      </a:lnTo>
                      <a:lnTo>
                        <a:pt x="1" y="303"/>
                      </a:lnTo>
                      <a:cubicBezTo>
                        <a:pt x="1" y="368"/>
                        <a:pt x="17" y="469"/>
                        <a:pt x="17" y="554"/>
                      </a:cubicBezTo>
                      <a:cubicBezTo>
                        <a:pt x="17" y="606"/>
                        <a:pt x="17" y="655"/>
                        <a:pt x="1" y="707"/>
                      </a:cubicBezTo>
                      <a:lnTo>
                        <a:pt x="1" y="840"/>
                      </a:lnTo>
                      <a:lnTo>
                        <a:pt x="1" y="957"/>
                      </a:lnTo>
                      <a:cubicBezTo>
                        <a:pt x="1" y="994"/>
                        <a:pt x="17" y="1026"/>
                        <a:pt x="17" y="1058"/>
                      </a:cubicBezTo>
                      <a:lnTo>
                        <a:pt x="17" y="957"/>
                      </a:lnTo>
                      <a:lnTo>
                        <a:pt x="17" y="840"/>
                      </a:lnTo>
                      <a:cubicBezTo>
                        <a:pt x="17" y="792"/>
                        <a:pt x="17" y="756"/>
                        <a:pt x="33" y="707"/>
                      </a:cubicBezTo>
                      <a:lnTo>
                        <a:pt x="33" y="554"/>
                      </a:lnTo>
                      <a:lnTo>
                        <a:pt x="33" y="303"/>
                      </a:lnTo>
                      <a:lnTo>
                        <a:pt x="33" y="117"/>
                      </a:lnTo>
                      <a:cubicBezTo>
                        <a:pt x="17" y="85"/>
                        <a:pt x="17" y="49"/>
                        <a:pt x="17" y="32"/>
                      </a:cubicBezTo>
                      <a:lnTo>
                        <a:pt x="17" y="0"/>
                      </a:lnTo>
                      <a:close/>
                      <a:moveTo>
                        <a:pt x="17" y="1095"/>
                      </a:moveTo>
                      <a:cubicBezTo>
                        <a:pt x="17" y="1095"/>
                        <a:pt x="17" y="1111"/>
                        <a:pt x="33" y="1111"/>
                      </a:cubicBezTo>
                      <a:lnTo>
                        <a:pt x="17" y="10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3008086" y="1281984"/>
                  <a:ext cx="23739" cy="6853"/>
                </a:xfrm>
                <a:custGeom>
                  <a:rect b="b" l="l" r="r" t="t"/>
                  <a:pathLst>
                    <a:path extrusionOk="0" h="69" w="239">
                      <a:moveTo>
                        <a:pt x="0" y="0"/>
                      </a:moveTo>
                      <a:lnTo>
                        <a:pt x="0" y="16"/>
                      </a:lnTo>
                      <a:cubicBezTo>
                        <a:pt x="16" y="16"/>
                        <a:pt x="36" y="16"/>
                        <a:pt x="69" y="32"/>
                      </a:cubicBezTo>
                      <a:lnTo>
                        <a:pt x="154" y="32"/>
                      </a:lnTo>
                      <a:cubicBezTo>
                        <a:pt x="154" y="32"/>
                        <a:pt x="170" y="49"/>
                        <a:pt x="186" y="49"/>
                      </a:cubicBezTo>
                      <a:lnTo>
                        <a:pt x="202" y="49"/>
                      </a:lnTo>
                      <a:cubicBezTo>
                        <a:pt x="202" y="32"/>
                        <a:pt x="186" y="32"/>
                        <a:pt x="186" y="32"/>
                      </a:cubicBezTo>
                      <a:cubicBezTo>
                        <a:pt x="170" y="32"/>
                        <a:pt x="170" y="16"/>
                        <a:pt x="154" y="16"/>
                      </a:cubicBezTo>
                      <a:lnTo>
                        <a:pt x="117" y="16"/>
                      </a:lnTo>
                      <a:cubicBezTo>
                        <a:pt x="101" y="0"/>
                        <a:pt x="85" y="0"/>
                        <a:pt x="69" y="0"/>
                      </a:cubicBezTo>
                      <a:close/>
                      <a:moveTo>
                        <a:pt x="202" y="49"/>
                      </a:moveTo>
                      <a:cubicBezTo>
                        <a:pt x="202" y="49"/>
                        <a:pt x="218" y="49"/>
                        <a:pt x="218" y="69"/>
                      </a:cubicBezTo>
                      <a:lnTo>
                        <a:pt x="238" y="69"/>
                      </a:lnTo>
                      <a:lnTo>
                        <a:pt x="218" y="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3006397" y="1170045"/>
                  <a:ext cx="20163" cy="8443"/>
                </a:xfrm>
                <a:custGeom>
                  <a:rect b="b" l="l" r="r" t="t"/>
                  <a:pathLst>
                    <a:path extrusionOk="0" h="85" w="203">
                      <a:moveTo>
                        <a:pt x="17" y="0"/>
                      </a:moveTo>
                      <a:lnTo>
                        <a:pt x="1" y="16"/>
                      </a:lnTo>
                      <a:lnTo>
                        <a:pt x="33" y="16"/>
                      </a:lnTo>
                      <a:cubicBezTo>
                        <a:pt x="33" y="32"/>
                        <a:pt x="53" y="32"/>
                        <a:pt x="70" y="32"/>
                      </a:cubicBezTo>
                      <a:lnTo>
                        <a:pt x="86" y="49"/>
                      </a:lnTo>
                      <a:lnTo>
                        <a:pt x="118" y="49"/>
                      </a:lnTo>
                      <a:cubicBezTo>
                        <a:pt x="134" y="65"/>
                        <a:pt x="154" y="65"/>
                        <a:pt x="171" y="85"/>
                      </a:cubicBezTo>
                      <a:lnTo>
                        <a:pt x="203" y="85"/>
                      </a:lnTo>
                      <a:lnTo>
                        <a:pt x="187" y="65"/>
                      </a:lnTo>
                      <a:cubicBezTo>
                        <a:pt x="171" y="49"/>
                        <a:pt x="134" y="49"/>
                        <a:pt x="118" y="32"/>
                      </a:cubicBezTo>
                      <a:cubicBezTo>
                        <a:pt x="102" y="32"/>
                        <a:pt x="86" y="16"/>
                        <a:pt x="70" y="16"/>
                      </a:cubicBezTo>
                      <a:cubicBezTo>
                        <a:pt x="53" y="0"/>
                        <a:pt x="33" y="0"/>
                        <a:pt x="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3026461" y="1181666"/>
                  <a:ext cx="3377" cy="77076"/>
                </a:xfrm>
                <a:custGeom>
                  <a:rect b="b" l="l" r="r" t="t"/>
                  <a:pathLst>
                    <a:path extrusionOk="0" h="776" w="34">
                      <a:moveTo>
                        <a:pt x="33" y="0"/>
                      </a:moveTo>
                      <a:cubicBezTo>
                        <a:pt x="17" y="0"/>
                        <a:pt x="17" y="16"/>
                        <a:pt x="17" y="33"/>
                      </a:cubicBezTo>
                      <a:lnTo>
                        <a:pt x="17" y="85"/>
                      </a:lnTo>
                      <a:cubicBezTo>
                        <a:pt x="1" y="117"/>
                        <a:pt x="1" y="186"/>
                        <a:pt x="17" y="251"/>
                      </a:cubicBezTo>
                      <a:lnTo>
                        <a:pt x="17" y="372"/>
                      </a:lnTo>
                      <a:lnTo>
                        <a:pt x="17" y="505"/>
                      </a:lnTo>
                      <a:lnTo>
                        <a:pt x="17" y="639"/>
                      </a:lnTo>
                      <a:cubicBezTo>
                        <a:pt x="17" y="691"/>
                        <a:pt x="17" y="740"/>
                        <a:pt x="33" y="776"/>
                      </a:cubicBezTo>
                      <a:lnTo>
                        <a:pt x="33" y="639"/>
                      </a:lnTo>
                      <a:lnTo>
                        <a:pt x="33" y="505"/>
                      </a:lnTo>
                      <a:lnTo>
                        <a:pt x="33" y="372"/>
                      </a:lnTo>
                      <a:lnTo>
                        <a:pt x="33" y="251"/>
                      </a:lnTo>
                      <a:lnTo>
                        <a:pt x="33" y="150"/>
                      </a:lnTo>
                      <a:lnTo>
                        <a:pt x="33" y="85"/>
                      </a:lnTo>
                      <a:lnTo>
                        <a:pt x="33" y="33"/>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1"/>
                <p:cNvSpPr/>
                <p:nvPr/>
              </p:nvSpPr>
              <p:spPr>
                <a:xfrm>
                  <a:off x="3036493" y="1181666"/>
                  <a:ext cx="3377" cy="112039"/>
                </a:xfrm>
                <a:custGeom>
                  <a:rect b="b" l="l" r="r" t="t"/>
                  <a:pathLst>
                    <a:path extrusionOk="0" h="1128" w="34">
                      <a:moveTo>
                        <a:pt x="17" y="0"/>
                      </a:moveTo>
                      <a:cubicBezTo>
                        <a:pt x="17" y="0"/>
                        <a:pt x="1" y="0"/>
                        <a:pt x="1" y="33"/>
                      </a:cubicBezTo>
                      <a:lnTo>
                        <a:pt x="1" y="117"/>
                      </a:lnTo>
                      <a:lnTo>
                        <a:pt x="1" y="287"/>
                      </a:lnTo>
                      <a:cubicBezTo>
                        <a:pt x="1" y="606"/>
                        <a:pt x="17" y="1127"/>
                        <a:pt x="17" y="1127"/>
                      </a:cubicBezTo>
                      <a:cubicBezTo>
                        <a:pt x="17" y="1127"/>
                        <a:pt x="33" y="606"/>
                        <a:pt x="33" y="287"/>
                      </a:cubicBezTo>
                      <a:cubicBezTo>
                        <a:pt x="33" y="218"/>
                        <a:pt x="33" y="150"/>
                        <a:pt x="17" y="117"/>
                      </a:cubicBezTo>
                      <a:lnTo>
                        <a:pt x="17" y="33"/>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1"/>
                <p:cNvSpPr/>
                <p:nvPr/>
              </p:nvSpPr>
              <p:spPr>
                <a:xfrm>
                  <a:off x="3036493" y="1181666"/>
                  <a:ext cx="18574" cy="8542"/>
                </a:xfrm>
                <a:custGeom>
                  <a:rect b="b" l="l" r="r" t="t"/>
                  <a:pathLst>
                    <a:path extrusionOk="0" h="86" w="187">
                      <a:moveTo>
                        <a:pt x="1" y="0"/>
                      </a:moveTo>
                      <a:lnTo>
                        <a:pt x="1" y="16"/>
                      </a:lnTo>
                      <a:cubicBezTo>
                        <a:pt x="17" y="16"/>
                        <a:pt x="33" y="16"/>
                        <a:pt x="53" y="33"/>
                      </a:cubicBezTo>
                      <a:cubicBezTo>
                        <a:pt x="70" y="49"/>
                        <a:pt x="86" y="49"/>
                        <a:pt x="102" y="69"/>
                      </a:cubicBezTo>
                      <a:cubicBezTo>
                        <a:pt x="118" y="69"/>
                        <a:pt x="134" y="69"/>
                        <a:pt x="154" y="85"/>
                      </a:cubicBezTo>
                      <a:lnTo>
                        <a:pt x="187" y="85"/>
                      </a:lnTo>
                      <a:cubicBezTo>
                        <a:pt x="187" y="69"/>
                        <a:pt x="171" y="69"/>
                        <a:pt x="171" y="69"/>
                      </a:cubicBezTo>
                      <a:cubicBezTo>
                        <a:pt x="154" y="69"/>
                        <a:pt x="134" y="49"/>
                        <a:pt x="118" y="33"/>
                      </a:cubicBezTo>
                      <a:cubicBezTo>
                        <a:pt x="102" y="33"/>
                        <a:pt x="86" y="16"/>
                        <a:pt x="70" y="16"/>
                      </a:cubicBezTo>
                      <a:cubicBezTo>
                        <a:pt x="33" y="0"/>
                        <a:pt x="1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3054967" y="1191300"/>
                  <a:ext cx="4966" cy="99126"/>
                </a:xfrm>
                <a:custGeom>
                  <a:rect b="b" l="l" r="r" t="t"/>
                  <a:pathLst>
                    <a:path extrusionOk="0" h="998" w="50">
                      <a:moveTo>
                        <a:pt x="25" y="0"/>
                      </a:moveTo>
                      <a:cubicBezTo>
                        <a:pt x="21" y="0"/>
                        <a:pt x="17" y="4"/>
                        <a:pt x="17" y="20"/>
                      </a:cubicBezTo>
                      <a:lnTo>
                        <a:pt x="17" y="105"/>
                      </a:lnTo>
                      <a:lnTo>
                        <a:pt x="17" y="275"/>
                      </a:lnTo>
                      <a:lnTo>
                        <a:pt x="17" y="525"/>
                      </a:lnTo>
                      <a:cubicBezTo>
                        <a:pt x="33" y="578"/>
                        <a:pt x="33" y="610"/>
                        <a:pt x="17" y="659"/>
                      </a:cubicBezTo>
                      <a:lnTo>
                        <a:pt x="17" y="780"/>
                      </a:lnTo>
                      <a:cubicBezTo>
                        <a:pt x="17" y="828"/>
                        <a:pt x="17" y="861"/>
                        <a:pt x="1" y="897"/>
                      </a:cubicBezTo>
                      <a:cubicBezTo>
                        <a:pt x="1" y="929"/>
                        <a:pt x="17" y="962"/>
                        <a:pt x="17" y="998"/>
                      </a:cubicBezTo>
                      <a:lnTo>
                        <a:pt x="17" y="897"/>
                      </a:lnTo>
                      <a:cubicBezTo>
                        <a:pt x="17" y="861"/>
                        <a:pt x="17" y="828"/>
                        <a:pt x="33" y="796"/>
                      </a:cubicBezTo>
                      <a:cubicBezTo>
                        <a:pt x="33" y="743"/>
                        <a:pt x="33" y="711"/>
                        <a:pt x="49" y="659"/>
                      </a:cubicBezTo>
                      <a:lnTo>
                        <a:pt x="49" y="525"/>
                      </a:lnTo>
                      <a:lnTo>
                        <a:pt x="49" y="275"/>
                      </a:lnTo>
                      <a:lnTo>
                        <a:pt x="49" y="105"/>
                      </a:lnTo>
                      <a:cubicBezTo>
                        <a:pt x="33" y="73"/>
                        <a:pt x="33" y="37"/>
                        <a:pt x="33" y="20"/>
                      </a:cubicBezTo>
                      <a:lnTo>
                        <a:pt x="33" y="4"/>
                      </a:lnTo>
                      <a:cubicBezTo>
                        <a:pt x="33" y="4"/>
                        <a:pt x="29" y="0"/>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3041757" y="1290327"/>
                  <a:ext cx="16587" cy="8542"/>
                </a:xfrm>
                <a:custGeom>
                  <a:rect b="b" l="l" r="r" t="t"/>
                  <a:pathLst>
                    <a:path extrusionOk="0" h="86" w="167">
                      <a:moveTo>
                        <a:pt x="17" y="1"/>
                      </a:moveTo>
                      <a:lnTo>
                        <a:pt x="0" y="17"/>
                      </a:lnTo>
                      <a:lnTo>
                        <a:pt x="0" y="33"/>
                      </a:lnTo>
                      <a:lnTo>
                        <a:pt x="49" y="33"/>
                      </a:lnTo>
                      <a:cubicBezTo>
                        <a:pt x="65" y="33"/>
                        <a:pt x="65" y="49"/>
                        <a:pt x="81" y="49"/>
                      </a:cubicBezTo>
                      <a:cubicBezTo>
                        <a:pt x="101" y="49"/>
                        <a:pt x="101" y="66"/>
                        <a:pt x="118" y="66"/>
                      </a:cubicBezTo>
                      <a:cubicBezTo>
                        <a:pt x="150" y="66"/>
                        <a:pt x="166" y="86"/>
                        <a:pt x="166" y="86"/>
                      </a:cubicBezTo>
                      <a:cubicBezTo>
                        <a:pt x="166" y="86"/>
                        <a:pt x="150" y="66"/>
                        <a:pt x="134" y="49"/>
                      </a:cubicBezTo>
                      <a:cubicBezTo>
                        <a:pt x="118" y="49"/>
                        <a:pt x="101" y="33"/>
                        <a:pt x="81" y="33"/>
                      </a:cubicBezTo>
                      <a:lnTo>
                        <a:pt x="65" y="17"/>
                      </a:lnTo>
                      <a:lnTo>
                        <a:pt x="33" y="17"/>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3064999" y="1193287"/>
                  <a:ext cx="4966" cy="107172"/>
                </a:xfrm>
                <a:custGeom>
                  <a:rect b="b" l="l" r="r" t="t"/>
                  <a:pathLst>
                    <a:path extrusionOk="0" h="1079" w="50">
                      <a:moveTo>
                        <a:pt x="17" y="0"/>
                      </a:moveTo>
                      <a:lnTo>
                        <a:pt x="17" y="33"/>
                      </a:lnTo>
                      <a:cubicBezTo>
                        <a:pt x="1" y="53"/>
                        <a:pt x="1" y="69"/>
                        <a:pt x="1" y="118"/>
                      </a:cubicBezTo>
                      <a:cubicBezTo>
                        <a:pt x="1" y="154"/>
                        <a:pt x="17" y="202"/>
                        <a:pt x="17" y="287"/>
                      </a:cubicBezTo>
                      <a:lnTo>
                        <a:pt x="17" y="404"/>
                      </a:lnTo>
                      <a:lnTo>
                        <a:pt x="17" y="522"/>
                      </a:lnTo>
                      <a:cubicBezTo>
                        <a:pt x="33" y="623"/>
                        <a:pt x="33" y="707"/>
                        <a:pt x="33" y="792"/>
                      </a:cubicBezTo>
                      <a:lnTo>
                        <a:pt x="33" y="1079"/>
                      </a:lnTo>
                      <a:cubicBezTo>
                        <a:pt x="33" y="1079"/>
                        <a:pt x="33" y="942"/>
                        <a:pt x="49" y="792"/>
                      </a:cubicBezTo>
                      <a:lnTo>
                        <a:pt x="49" y="522"/>
                      </a:lnTo>
                      <a:lnTo>
                        <a:pt x="49" y="404"/>
                      </a:lnTo>
                      <a:lnTo>
                        <a:pt x="49" y="271"/>
                      </a:lnTo>
                      <a:cubicBezTo>
                        <a:pt x="33" y="202"/>
                        <a:pt x="33" y="154"/>
                        <a:pt x="33" y="118"/>
                      </a:cubicBezTo>
                      <a:lnTo>
                        <a:pt x="33" y="33"/>
                      </a:lnTo>
                      <a:cubicBezTo>
                        <a:pt x="33" y="0"/>
                        <a:pt x="1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3066588" y="1299664"/>
                  <a:ext cx="18574" cy="4072"/>
                </a:xfrm>
                <a:custGeom>
                  <a:rect b="b" l="l" r="r" t="t"/>
                  <a:pathLst>
                    <a:path extrusionOk="0" h="41" w="187">
                      <a:moveTo>
                        <a:pt x="25" y="1"/>
                      </a:moveTo>
                      <a:cubicBezTo>
                        <a:pt x="10" y="1"/>
                        <a:pt x="17" y="8"/>
                        <a:pt x="17" y="8"/>
                      </a:cubicBezTo>
                      <a:cubicBezTo>
                        <a:pt x="17" y="8"/>
                        <a:pt x="1" y="24"/>
                        <a:pt x="53" y="24"/>
                      </a:cubicBezTo>
                      <a:lnTo>
                        <a:pt x="102" y="24"/>
                      </a:lnTo>
                      <a:cubicBezTo>
                        <a:pt x="118" y="40"/>
                        <a:pt x="134" y="40"/>
                        <a:pt x="154" y="40"/>
                      </a:cubicBezTo>
                      <a:lnTo>
                        <a:pt x="187" y="40"/>
                      </a:lnTo>
                      <a:lnTo>
                        <a:pt x="171" y="24"/>
                      </a:lnTo>
                      <a:lnTo>
                        <a:pt x="154" y="24"/>
                      </a:lnTo>
                      <a:cubicBezTo>
                        <a:pt x="134" y="24"/>
                        <a:pt x="118" y="8"/>
                        <a:pt x="102" y="8"/>
                      </a:cubicBezTo>
                      <a:lnTo>
                        <a:pt x="70" y="8"/>
                      </a:lnTo>
                      <a:cubicBezTo>
                        <a:pt x="47" y="3"/>
                        <a:pt x="33" y="1"/>
                        <a:pt x="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3068277" y="1193287"/>
                  <a:ext cx="18474" cy="6953"/>
                </a:xfrm>
                <a:custGeom>
                  <a:rect b="b" l="l" r="r" t="t"/>
                  <a:pathLst>
                    <a:path extrusionOk="0" h="70" w="186">
                      <a:moveTo>
                        <a:pt x="0" y="0"/>
                      </a:moveTo>
                      <a:cubicBezTo>
                        <a:pt x="0" y="17"/>
                        <a:pt x="16" y="17"/>
                        <a:pt x="36" y="33"/>
                      </a:cubicBezTo>
                      <a:cubicBezTo>
                        <a:pt x="53" y="33"/>
                        <a:pt x="69" y="53"/>
                        <a:pt x="85" y="53"/>
                      </a:cubicBezTo>
                      <a:cubicBezTo>
                        <a:pt x="101" y="53"/>
                        <a:pt x="117" y="53"/>
                        <a:pt x="117" y="69"/>
                      </a:cubicBezTo>
                      <a:lnTo>
                        <a:pt x="186" y="69"/>
                      </a:lnTo>
                      <a:cubicBezTo>
                        <a:pt x="186" y="69"/>
                        <a:pt x="154" y="69"/>
                        <a:pt x="137" y="53"/>
                      </a:cubicBezTo>
                      <a:cubicBezTo>
                        <a:pt x="117" y="53"/>
                        <a:pt x="101" y="33"/>
                        <a:pt x="85" y="33"/>
                      </a:cubicBezTo>
                      <a:cubicBezTo>
                        <a:pt x="69" y="17"/>
                        <a:pt x="53" y="17"/>
                        <a:pt x="53" y="17"/>
                      </a:cubicBezTo>
                      <a:cubicBezTo>
                        <a:pt x="16" y="0"/>
                        <a:pt x="0"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3083473" y="1200140"/>
                  <a:ext cx="4867" cy="105185"/>
                </a:xfrm>
                <a:custGeom>
                  <a:rect b="b" l="l" r="r" t="t"/>
                  <a:pathLst>
                    <a:path extrusionOk="0" h="1059" w="49">
                      <a:moveTo>
                        <a:pt x="33" y="0"/>
                      </a:moveTo>
                      <a:lnTo>
                        <a:pt x="17" y="32"/>
                      </a:lnTo>
                      <a:cubicBezTo>
                        <a:pt x="1" y="65"/>
                        <a:pt x="1" y="133"/>
                        <a:pt x="1" y="287"/>
                      </a:cubicBezTo>
                      <a:cubicBezTo>
                        <a:pt x="17" y="319"/>
                        <a:pt x="17" y="352"/>
                        <a:pt x="17" y="404"/>
                      </a:cubicBezTo>
                      <a:cubicBezTo>
                        <a:pt x="17" y="436"/>
                        <a:pt x="33" y="489"/>
                        <a:pt x="33" y="521"/>
                      </a:cubicBezTo>
                      <a:lnTo>
                        <a:pt x="33" y="654"/>
                      </a:lnTo>
                      <a:lnTo>
                        <a:pt x="33" y="772"/>
                      </a:lnTo>
                      <a:lnTo>
                        <a:pt x="33" y="1058"/>
                      </a:lnTo>
                      <a:cubicBezTo>
                        <a:pt x="33" y="1058"/>
                        <a:pt x="33" y="941"/>
                        <a:pt x="49" y="772"/>
                      </a:cubicBezTo>
                      <a:lnTo>
                        <a:pt x="49" y="654"/>
                      </a:lnTo>
                      <a:lnTo>
                        <a:pt x="49" y="521"/>
                      </a:lnTo>
                      <a:lnTo>
                        <a:pt x="49" y="388"/>
                      </a:lnTo>
                      <a:cubicBezTo>
                        <a:pt x="33" y="352"/>
                        <a:pt x="33" y="319"/>
                        <a:pt x="33" y="267"/>
                      </a:cubicBezTo>
                      <a:lnTo>
                        <a:pt x="33" y="117"/>
                      </a:lnTo>
                      <a:lnTo>
                        <a:pt x="33" y="65"/>
                      </a:lnTo>
                      <a:lnTo>
                        <a:pt x="33" y="32"/>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1"/>
                <p:cNvSpPr/>
                <p:nvPr/>
              </p:nvSpPr>
              <p:spPr>
                <a:xfrm>
                  <a:off x="3093505" y="1204908"/>
                  <a:ext cx="3278" cy="105582"/>
                </a:xfrm>
                <a:custGeom>
                  <a:rect b="b" l="l" r="r" t="t"/>
                  <a:pathLst>
                    <a:path extrusionOk="0" h="1063" w="33">
                      <a:moveTo>
                        <a:pt x="17" y="1"/>
                      </a:moveTo>
                      <a:lnTo>
                        <a:pt x="17" y="37"/>
                      </a:lnTo>
                      <a:cubicBezTo>
                        <a:pt x="17" y="37"/>
                        <a:pt x="1" y="69"/>
                        <a:pt x="1" y="102"/>
                      </a:cubicBezTo>
                      <a:lnTo>
                        <a:pt x="1" y="271"/>
                      </a:lnTo>
                      <a:cubicBezTo>
                        <a:pt x="1" y="574"/>
                        <a:pt x="17" y="1063"/>
                        <a:pt x="17" y="1063"/>
                      </a:cubicBezTo>
                      <a:cubicBezTo>
                        <a:pt x="17" y="1063"/>
                        <a:pt x="33" y="574"/>
                        <a:pt x="33" y="271"/>
                      </a:cubicBezTo>
                      <a:lnTo>
                        <a:pt x="33" y="102"/>
                      </a:lnTo>
                      <a:lnTo>
                        <a:pt x="33" y="37"/>
                      </a:lnTo>
                      <a:cubicBezTo>
                        <a:pt x="33" y="1"/>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1"/>
                <p:cNvSpPr/>
                <p:nvPr/>
              </p:nvSpPr>
              <p:spPr>
                <a:xfrm>
                  <a:off x="3095094" y="1203318"/>
                  <a:ext cx="13310" cy="8542"/>
                </a:xfrm>
                <a:custGeom>
                  <a:rect b="b" l="l" r="r" t="t"/>
                  <a:pathLst>
                    <a:path extrusionOk="0" h="86" w="134">
                      <a:moveTo>
                        <a:pt x="1" y="0"/>
                      </a:moveTo>
                      <a:cubicBezTo>
                        <a:pt x="1" y="17"/>
                        <a:pt x="1" y="17"/>
                        <a:pt x="33" y="33"/>
                      </a:cubicBezTo>
                      <a:cubicBezTo>
                        <a:pt x="49" y="53"/>
                        <a:pt x="69" y="53"/>
                        <a:pt x="69" y="69"/>
                      </a:cubicBezTo>
                      <a:cubicBezTo>
                        <a:pt x="85" y="69"/>
                        <a:pt x="102" y="69"/>
                        <a:pt x="118" y="85"/>
                      </a:cubicBezTo>
                      <a:lnTo>
                        <a:pt x="134" y="85"/>
                      </a:lnTo>
                      <a:lnTo>
                        <a:pt x="118" y="69"/>
                      </a:lnTo>
                      <a:cubicBezTo>
                        <a:pt x="102" y="53"/>
                        <a:pt x="69" y="33"/>
                        <a:pt x="49" y="17"/>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3111980" y="1211761"/>
                  <a:ext cx="3278" cy="102007"/>
                </a:xfrm>
                <a:custGeom>
                  <a:rect b="b" l="l" r="r" t="t"/>
                  <a:pathLst>
                    <a:path extrusionOk="0" h="1027" w="33">
                      <a:moveTo>
                        <a:pt x="16" y="0"/>
                      </a:moveTo>
                      <a:lnTo>
                        <a:pt x="0" y="33"/>
                      </a:lnTo>
                      <a:lnTo>
                        <a:pt x="0" y="117"/>
                      </a:lnTo>
                      <a:lnTo>
                        <a:pt x="0" y="271"/>
                      </a:lnTo>
                      <a:lnTo>
                        <a:pt x="0" y="505"/>
                      </a:lnTo>
                      <a:lnTo>
                        <a:pt x="0" y="756"/>
                      </a:lnTo>
                      <a:cubicBezTo>
                        <a:pt x="0" y="909"/>
                        <a:pt x="16" y="1026"/>
                        <a:pt x="16" y="1026"/>
                      </a:cubicBezTo>
                      <a:lnTo>
                        <a:pt x="16" y="756"/>
                      </a:lnTo>
                      <a:lnTo>
                        <a:pt x="16" y="271"/>
                      </a:lnTo>
                      <a:cubicBezTo>
                        <a:pt x="16" y="202"/>
                        <a:pt x="33" y="150"/>
                        <a:pt x="16" y="117"/>
                      </a:cubicBezTo>
                      <a:lnTo>
                        <a:pt x="16" y="33"/>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3095094" y="1308802"/>
                  <a:ext cx="16985" cy="4966"/>
                </a:xfrm>
                <a:custGeom>
                  <a:rect b="b" l="l" r="r" t="t"/>
                  <a:pathLst>
                    <a:path extrusionOk="0" h="50" w="171">
                      <a:moveTo>
                        <a:pt x="1" y="1"/>
                      </a:moveTo>
                      <a:lnTo>
                        <a:pt x="1" y="17"/>
                      </a:lnTo>
                      <a:lnTo>
                        <a:pt x="17" y="17"/>
                      </a:lnTo>
                      <a:cubicBezTo>
                        <a:pt x="33" y="17"/>
                        <a:pt x="33" y="17"/>
                        <a:pt x="49" y="33"/>
                      </a:cubicBezTo>
                      <a:lnTo>
                        <a:pt x="134" y="33"/>
                      </a:lnTo>
                      <a:cubicBezTo>
                        <a:pt x="118" y="17"/>
                        <a:pt x="85" y="1"/>
                        <a:pt x="49" y="1"/>
                      </a:cubicBezTo>
                      <a:close/>
                      <a:moveTo>
                        <a:pt x="134" y="33"/>
                      </a:moveTo>
                      <a:cubicBezTo>
                        <a:pt x="150" y="49"/>
                        <a:pt x="150" y="49"/>
                        <a:pt x="170" y="49"/>
                      </a:cubicBezTo>
                      <a:cubicBezTo>
                        <a:pt x="170" y="33"/>
                        <a:pt x="150" y="33"/>
                        <a:pt x="134" y="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3120025" y="1214939"/>
                  <a:ext cx="3675" cy="95551"/>
                </a:xfrm>
                <a:custGeom>
                  <a:rect b="b" l="l" r="r" t="t"/>
                  <a:pathLst>
                    <a:path extrusionOk="0" h="962" w="37">
                      <a:moveTo>
                        <a:pt x="20" y="1"/>
                      </a:moveTo>
                      <a:lnTo>
                        <a:pt x="20" y="37"/>
                      </a:lnTo>
                      <a:lnTo>
                        <a:pt x="20" y="102"/>
                      </a:lnTo>
                      <a:lnTo>
                        <a:pt x="20" y="271"/>
                      </a:lnTo>
                      <a:cubicBezTo>
                        <a:pt x="0" y="405"/>
                        <a:pt x="0" y="606"/>
                        <a:pt x="0" y="760"/>
                      </a:cubicBezTo>
                      <a:lnTo>
                        <a:pt x="0" y="877"/>
                      </a:lnTo>
                      <a:lnTo>
                        <a:pt x="0" y="962"/>
                      </a:lnTo>
                      <a:cubicBezTo>
                        <a:pt x="0" y="946"/>
                        <a:pt x="20" y="909"/>
                        <a:pt x="20" y="877"/>
                      </a:cubicBezTo>
                      <a:lnTo>
                        <a:pt x="20" y="760"/>
                      </a:lnTo>
                      <a:cubicBezTo>
                        <a:pt x="20" y="606"/>
                        <a:pt x="36" y="421"/>
                        <a:pt x="36" y="271"/>
                      </a:cubicBezTo>
                      <a:lnTo>
                        <a:pt x="36" y="102"/>
                      </a:lnTo>
                      <a:lnTo>
                        <a:pt x="36" y="37"/>
                      </a:lnTo>
                      <a:cubicBezTo>
                        <a:pt x="36" y="1"/>
                        <a:pt x="36" y="1"/>
                        <a:pt x="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3122011" y="1315258"/>
                  <a:ext cx="14899" cy="6953"/>
                </a:xfrm>
                <a:custGeom>
                  <a:rect b="b" l="l" r="r" t="t"/>
                  <a:pathLst>
                    <a:path extrusionOk="0" h="70" w="150">
                      <a:moveTo>
                        <a:pt x="16" y="0"/>
                      </a:moveTo>
                      <a:cubicBezTo>
                        <a:pt x="0" y="0"/>
                        <a:pt x="0" y="0"/>
                        <a:pt x="0" y="17"/>
                      </a:cubicBezTo>
                      <a:lnTo>
                        <a:pt x="0" y="37"/>
                      </a:lnTo>
                      <a:lnTo>
                        <a:pt x="33" y="37"/>
                      </a:lnTo>
                      <a:cubicBezTo>
                        <a:pt x="49" y="37"/>
                        <a:pt x="49" y="53"/>
                        <a:pt x="65" y="53"/>
                      </a:cubicBezTo>
                      <a:lnTo>
                        <a:pt x="101" y="53"/>
                      </a:lnTo>
                      <a:cubicBezTo>
                        <a:pt x="134" y="53"/>
                        <a:pt x="150" y="69"/>
                        <a:pt x="150" y="69"/>
                      </a:cubicBezTo>
                      <a:cubicBezTo>
                        <a:pt x="150" y="69"/>
                        <a:pt x="150" y="53"/>
                        <a:pt x="134" y="53"/>
                      </a:cubicBezTo>
                      <a:cubicBezTo>
                        <a:pt x="134" y="53"/>
                        <a:pt x="117" y="53"/>
                        <a:pt x="117" y="37"/>
                      </a:cubicBezTo>
                      <a:cubicBezTo>
                        <a:pt x="81" y="37"/>
                        <a:pt x="65" y="17"/>
                        <a:pt x="33" y="17"/>
                      </a:cubicBezTo>
                      <a:cubicBezTo>
                        <a:pt x="33" y="0"/>
                        <a:pt x="16"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3122011" y="1214939"/>
                  <a:ext cx="18176" cy="10131"/>
                </a:xfrm>
                <a:custGeom>
                  <a:rect b="b" l="l" r="r" t="t"/>
                  <a:pathLst>
                    <a:path extrusionOk="0" h="102" w="183">
                      <a:moveTo>
                        <a:pt x="16" y="1"/>
                      </a:moveTo>
                      <a:lnTo>
                        <a:pt x="0" y="17"/>
                      </a:lnTo>
                      <a:lnTo>
                        <a:pt x="16" y="37"/>
                      </a:lnTo>
                      <a:cubicBezTo>
                        <a:pt x="16" y="37"/>
                        <a:pt x="33" y="37"/>
                        <a:pt x="49" y="53"/>
                      </a:cubicBezTo>
                      <a:cubicBezTo>
                        <a:pt x="49" y="53"/>
                        <a:pt x="65" y="69"/>
                        <a:pt x="81" y="69"/>
                      </a:cubicBezTo>
                      <a:cubicBezTo>
                        <a:pt x="101" y="69"/>
                        <a:pt x="117" y="85"/>
                        <a:pt x="134" y="85"/>
                      </a:cubicBezTo>
                      <a:lnTo>
                        <a:pt x="166" y="85"/>
                      </a:lnTo>
                      <a:cubicBezTo>
                        <a:pt x="150" y="85"/>
                        <a:pt x="150" y="85"/>
                        <a:pt x="134" y="69"/>
                      </a:cubicBezTo>
                      <a:cubicBezTo>
                        <a:pt x="117" y="69"/>
                        <a:pt x="101" y="53"/>
                        <a:pt x="101" y="53"/>
                      </a:cubicBezTo>
                      <a:cubicBezTo>
                        <a:pt x="81" y="37"/>
                        <a:pt x="65" y="37"/>
                        <a:pt x="49" y="17"/>
                      </a:cubicBezTo>
                      <a:lnTo>
                        <a:pt x="33" y="17"/>
                      </a:lnTo>
                      <a:lnTo>
                        <a:pt x="16" y="1"/>
                      </a:lnTo>
                      <a:close/>
                      <a:moveTo>
                        <a:pt x="166" y="85"/>
                      </a:moveTo>
                      <a:cubicBezTo>
                        <a:pt x="166" y="102"/>
                        <a:pt x="182" y="102"/>
                        <a:pt x="182" y="102"/>
                      </a:cubicBezTo>
                      <a:lnTo>
                        <a:pt x="166" y="8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1"/>
                <p:cNvSpPr/>
                <p:nvPr/>
              </p:nvSpPr>
              <p:spPr>
                <a:xfrm>
                  <a:off x="3135222" y="1223382"/>
                  <a:ext cx="4966" cy="97140"/>
                </a:xfrm>
                <a:custGeom>
                  <a:rect b="b" l="l" r="r" t="t"/>
                  <a:pathLst>
                    <a:path extrusionOk="0" h="978" w="50">
                      <a:moveTo>
                        <a:pt x="49" y="0"/>
                      </a:moveTo>
                      <a:lnTo>
                        <a:pt x="33" y="33"/>
                      </a:lnTo>
                      <a:cubicBezTo>
                        <a:pt x="33" y="33"/>
                        <a:pt x="33" y="69"/>
                        <a:pt x="17" y="101"/>
                      </a:cubicBezTo>
                      <a:lnTo>
                        <a:pt x="17" y="170"/>
                      </a:lnTo>
                      <a:lnTo>
                        <a:pt x="17" y="255"/>
                      </a:lnTo>
                      <a:cubicBezTo>
                        <a:pt x="17" y="303"/>
                        <a:pt x="33" y="336"/>
                        <a:pt x="33" y="372"/>
                      </a:cubicBezTo>
                      <a:lnTo>
                        <a:pt x="33" y="437"/>
                      </a:lnTo>
                      <a:lnTo>
                        <a:pt x="33" y="489"/>
                      </a:lnTo>
                      <a:lnTo>
                        <a:pt x="33" y="622"/>
                      </a:lnTo>
                      <a:cubicBezTo>
                        <a:pt x="17" y="659"/>
                        <a:pt x="17" y="691"/>
                        <a:pt x="17" y="740"/>
                      </a:cubicBezTo>
                      <a:cubicBezTo>
                        <a:pt x="17" y="776"/>
                        <a:pt x="1" y="808"/>
                        <a:pt x="1" y="841"/>
                      </a:cubicBezTo>
                      <a:lnTo>
                        <a:pt x="1" y="893"/>
                      </a:lnTo>
                      <a:lnTo>
                        <a:pt x="1" y="925"/>
                      </a:lnTo>
                      <a:cubicBezTo>
                        <a:pt x="1" y="942"/>
                        <a:pt x="17" y="962"/>
                        <a:pt x="17" y="978"/>
                      </a:cubicBezTo>
                      <a:lnTo>
                        <a:pt x="17" y="925"/>
                      </a:lnTo>
                      <a:lnTo>
                        <a:pt x="17" y="893"/>
                      </a:lnTo>
                      <a:lnTo>
                        <a:pt x="17" y="841"/>
                      </a:lnTo>
                      <a:cubicBezTo>
                        <a:pt x="17" y="808"/>
                        <a:pt x="17" y="776"/>
                        <a:pt x="33" y="740"/>
                      </a:cubicBezTo>
                      <a:cubicBezTo>
                        <a:pt x="33" y="691"/>
                        <a:pt x="33" y="659"/>
                        <a:pt x="49" y="622"/>
                      </a:cubicBezTo>
                      <a:lnTo>
                        <a:pt x="49" y="489"/>
                      </a:lnTo>
                      <a:lnTo>
                        <a:pt x="49" y="437"/>
                      </a:lnTo>
                      <a:lnTo>
                        <a:pt x="49" y="372"/>
                      </a:lnTo>
                      <a:lnTo>
                        <a:pt x="49" y="255"/>
                      </a:lnTo>
                      <a:lnTo>
                        <a:pt x="49" y="170"/>
                      </a:lnTo>
                      <a:lnTo>
                        <a:pt x="49" y="101"/>
                      </a:lnTo>
                      <a:lnTo>
                        <a:pt x="49" y="53"/>
                      </a:lnTo>
                      <a:lnTo>
                        <a:pt x="49" y="33"/>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1"/>
                <p:cNvSpPr/>
                <p:nvPr/>
              </p:nvSpPr>
              <p:spPr>
                <a:xfrm>
                  <a:off x="2977990" y="1281984"/>
                  <a:ext cx="3675" cy="113628"/>
                </a:xfrm>
                <a:custGeom>
                  <a:rect b="b" l="l" r="r" t="t"/>
                  <a:pathLst>
                    <a:path extrusionOk="0" h="1144" w="37">
                      <a:moveTo>
                        <a:pt x="16" y="0"/>
                      </a:moveTo>
                      <a:lnTo>
                        <a:pt x="16" y="16"/>
                      </a:lnTo>
                      <a:lnTo>
                        <a:pt x="16" y="101"/>
                      </a:lnTo>
                      <a:cubicBezTo>
                        <a:pt x="16" y="150"/>
                        <a:pt x="0" y="202"/>
                        <a:pt x="0" y="287"/>
                      </a:cubicBezTo>
                      <a:cubicBezTo>
                        <a:pt x="0" y="372"/>
                        <a:pt x="0" y="453"/>
                        <a:pt x="16" y="554"/>
                      </a:cubicBezTo>
                      <a:lnTo>
                        <a:pt x="16" y="840"/>
                      </a:lnTo>
                      <a:lnTo>
                        <a:pt x="16" y="1143"/>
                      </a:lnTo>
                      <a:cubicBezTo>
                        <a:pt x="16" y="1143"/>
                        <a:pt x="16" y="1010"/>
                        <a:pt x="36" y="840"/>
                      </a:cubicBezTo>
                      <a:lnTo>
                        <a:pt x="36" y="554"/>
                      </a:lnTo>
                      <a:lnTo>
                        <a:pt x="36" y="287"/>
                      </a:lnTo>
                      <a:lnTo>
                        <a:pt x="36" y="101"/>
                      </a:lnTo>
                      <a:lnTo>
                        <a:pt x="36" y="16"/>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1"/>
                <p:cNvSpPr/>
                <p:nvPr/>
              </p:nvSpPr>
              <p:spPr>
                <a:xfrm>
                  <a:off x="2977990" y="1281984"/>
                  <a:ext cx="23739" cy="6853"/>
                </a:xfrm>
                <a:custGeom>
                  <a:rect b="b" l="l" r="r" t="t"/>
                  <a:pathLst>
                    <a:path extrusionOk="0" h="69" w="239">
                      <a:moveTo>
                        <a:pt x="0" y="0"/>
                      </a:moveTo>
                      <a:cubicBezTo>
                        <a:pt x="0" y="16"/>
                        <a:pt x="0" y="16"/>
                        <a:pt x="16" y="16"/>
                      </a:cubicBezTo>
                      <a:lnTo>
                        <a:pt x="36" y="16"/>
                      </a:lnTo>
                      <a:cubicBezTo>
                        <a:pt x="36" y="16"/>
                        <a:pt x="53" y="32"/>
                        <a:pt x="69" y="32"/>
                      </a:cubicBezTo>
                      <a:cubicBezTo>
                        <a:pt x="85" y="32"/>
                        <a:pt x="101" y="32"/>
                        <a:pt x="117" y="49"/>
                      </a:cubicBezTo>
                      <a:cubicBezTo>
                        <a:pt x="137" y="49"/>
                        <a:pt x="154" y="49"/>
                        <a:pt x="170" y="69"/>
                      </a:cubicBezTo>
                      <a:lnTo>
                        <a:pt x="238" y="69"/>
                      </a:lnTo>
                      <a:cubicBezTo>
                        <a:pt x="238" y="69"/>
                        <a:pt x="202" y="69"/>
                        <a:pt x="170" y="49"/>
                      </a:cubicBezTo>
                      <a:cubicBezTo>
                        <a:pt x="154" y="32"/>
                        <a:pt x="137" y="32"/>
                        <a:pt x="117" y="16"/>
                      </a:cubicBezTo>
                      <a:cubicBezTo>
                        <a:pt x="101" y="16"/>
                        <a:pt x="85" y="16"/>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1"/>
                <p:cNvSpPr/>
                <p:nvPr/>
              </p:nvSpPr>
              <p:spPr>
                <a:xfrm>
                  <a:off x="2998054" y="1288241"/>
                  <a:ext cx="3675" cy="94160"/>
                </a:xfrm>
                <a:custGeom>
                  <a:rect b="b" l="l" r="r" t="t"/>
                  <a:pathLst>
                    <a:path extrusionOk="0" h="948" w="37">
                      <a:moveTo>
                        <a:pt x="33" y="0"/>
                      </a:moveTo>
                      <a:cubicBezTo>
                        <a:pt x="31" y="0"/>
                        <a:pt x="26" y="5"/>
                        <a:pt x="16" y="22"/>
                      </a:cubicBezTo>
                      <a:cubicBezTo>
                        <a:pt x="16" y="38"/>
                        <a:pt x="0" y="70"/>
                        <a:pt x="0" y="123"/>
                      </a:cubicBezTo>
                      <a:lnTo>
                        <a:pt x="0" y="289"/>
                      </a:lnTo>
                      <a:lnTo>
                        <a:pt x="0" y="830"/>
                      </a:lnTo>
                      <a:lnTo>
                        <a:pt x="0" y="947"/>
                      </a:lnTo>
                      <a:cubicBezTo>
                        <a:pt x="16" y="895"/>
                        <a:pt x="16" y="862"/>
                        <a:pt x="16" y="830"/>
                      </a:cubicBezTo>
                      <a:cubicBezTo>
                        <a:pt x="16" y="660"/>
                        <a:pt x="36" y="442"/>
                        <a:pt x="36" y="289"/>
                      </a:cubicBezTo>
                      <a:cubicBezTo>
                        <a:pt x="36" y="208"/>
                        <a:pt x="16" y="155"/>
                        <a:pt x="16" y="123"/>
                      </a:cubicBezTo>
                      <a:lnTo>
                        <a:pt x="16" y="70"/>
                      </a:lnTo>
                      <a:cubicBezTo>
                        <a:pt x="36" y="54"/>
                        <a:pt x="36" y="38"/>
                        <a:pt x="36" y="38"/>
                      </a:cubicBezTo>
                      <a:lnTo>
                        <a:pt x="36" y="6"/>
                      </a:lnTo>
                      <a:cubicBezTo>
                        <a:pt x="36" y="6"/>
                        <a:pt x="36" y="0"/>
                        <a:pt x="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1"/>
                <p:cNvSpPr/>
                <p:nvPr/>
              </p:nvSpPr>
              <p:spPr>
                <a:xfrm>
                  <a:off x="2977990" y="1393923"/>
                  <a:ext cx="20163" cy="6853"/>
                </a:xfrm>
                <a:custGeom>
                  <a:rect b="b" l="l" r="r" t="t"/>
                  <a:pathLst>
                    <a:path extrusionOk="0" h="69" w="203">
                      <a:moveTo>
                        <a:pt x="0" y="0"/>
                      </a:moveTo>
                      <a:lnTo>
                        <a:pt x="0" y="16"/>
                      </a:lnTo>
                      <a:lnTo>
                        <a:pt x="16" y="16"/>
                      </a:lnTo>
                      <a:cubicBezTo>
                        <a:pt x="16" y="16"/>
                        <a:pt x="36" y="33"/>
                        <a:pt x="53" y="33"/>
                      </a:cubicBezTo>
                      <a:cubicBezTo>
                        <a:pt x="69" y="33"/>
                        <a:pt x="85" y="33"/>
                        <a:pt x="101" y="53"/>
                      </a:cubicBezTo>
                      <a:lnTo>
                        <a:pt x="186" y="53"/>
                      </a:lnTo>
                      <a:cubicBezTo>
                        <a:pt x="170" y="53"/>
                        <a:pt x="170" y="33"/>
                        <a:pt x="154" y="33"/>
                      </a:cubicBezTo>
                      <a:cubicBezTo>
                        <a:pt x="137" y="33"/>
                        <a:pt x="117" y="16"/>
                        <a:pt x="101" y="16"/>
                      </a:cubicBezTo>
                      <a:lnTo>
                        <a:pt x="53" y="16"/>
                      </a:lnTo>
                      <a:cubicBezTo>
                        <a:pt x="36" y="0"/>
                        <a:pt x="16" y="0"/>
                        <a:pt x="16" y="0"/>
                      </a:cubicBezTo>
                      <a:close/>
                      <a:moveTo>
                        <a:pt x="186" y="53"/>
                      </a:moveTo>
                      <a:cubicBezTo>
                        <a:pt x="186" y="69"/>
                        <a:pt x="202" y="69"/>
                        <a:pt x="202" y="69"/>
                      </a:cubicBezTo>
                      <a:lnTo>
                        <a:pt x="186" y="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1"/>
                <p:cNvSpPr/>
                <p:nvPr/>
              </p:nvSpPr>
              <p:spPr>
                <a:xfrm>
                  <a:off x="3008086" y="1290327"/>
                  <a:ext cx="3675" cy="110449"/>
                </a:xfrm>
                <a:custGeom>
                  <a:rect b="b" l="l" r="r" t="t"/>
                  <a:pathLst>
                    <a:path extrusionOk="0" h="1112" w="37">
                      <a:moveTo>
                        <a:pt x="0" y="1"/>
                      </a:moveTo>
                      <a:lnTo>
                        <a:pt x="0" y="33"/>
                      </a:lnTo>
                      <a:lnTo>
                        <a:pt x="0" y="304"/>
                      </a:lnTo>
                      <a:lnTo>
                        <a:pt x="0" y="554"/>
                      </a:lnTo>
                      <a:lnTo>
                        <a:pt x="0" y="708"/>
                      </a:lnTo>
                      <a:lnTo>
                        <a:pt x="0" y="841"/>
                      </a:lnTo>
                      <a:lnTo>
                        <a:pt x="0" y="958"/>
                      </a:lnTo>
                      <a:cubicBezTo>
                        <a:pt x="0" y="926"/>
                        <a:pt x="0" y="874"/>
                        <a:pt x="16" y="841"/>
                      </a:cubicBezTo>
                      <a:lnTo>
                        <a:pt x="16" y="708"/>
                      </a:lnTo>
                      <a:cubicBezTo>
                        <a:pt x="16" y="655"/>
                        <a:pt x="36" y="607"/>
                        <a:pt x="16" y="554"/>
                      </a:cubicBezTo>
                      <a:lnTo>
                        <a:pt x="16" y="304"/>
                      </a:lnTo>
                      <a:lnTo>
                        <a:pt x="16" y="33"/>
                      </a:lnTo>
                      <a:cubicBezTo>
                        <a:pt x="16" y="1"/>
                        <a:pt x="0" y="1"/>
                        <a:pt x="0" y="1"/>
                      </a:cubicBezTo>
                      <a:close/>
                      <a:moveTo>
                        <a:pt x="0" y="1043"/>
                      </a:moveTo>
                      <a:cubicBezTo>
                        <a:pt x="0" y="1076"/>
                        <a:pt x="0" y="1096"/>
                        <a:pt x="16" y="1112"/>
                      </a:cubicBezTo>
                      <a:cubicBezTo>
                        <a:pt x="16" y="1096"/>
                        <a:pt x="0" y="1076"/>
                        <a:pt x="0" y="10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1"/>
                <p:cNvSpPr/>
                <p:nvPr/>
              </p:nvSpPr>
              <p:spPr>
                <a:xfrm>
                  <a:off x="3009675" y="1402366"/>
                  <a:ext cx="16885" cy="4867"/>
                </a:xfrm>
                <a:custGeom>
                  <a:rect b="b" l="l" r="r" t="t"/>
                  <a:pathLst>
                    <a:path extrusionOk="0" h="49" w="170">
                      <a:moveTo>
                        <a:pt x="0" y="0"/>
                      </a:moveTo>
                      <a:lnTo>
                        <a:pt x="0" y="16"/>
                      </a:lnTo>
                      <a:lnTo>
                        <a:pt x="37" y="16"/>
                      </a:lnTo>
                      <a:cubicBezTo>
                        <a:pt x="69" y="32"/>
                        <a:pt x="101" y="32"/>
                        <a:pt x="138" y="32"/>
                      </a:cubicBezTo>
                      <a:cubicBezTo>
                        <a:pt x="101" y="16"/>
                        <a:pt x="69" y="0"/>
                        <a:pt x="53" y="0"/>
                      </a:cubicBezTo>
                      <a:close/>
                      <a:moveTo>
                        <a:pt x="138" y="32"/>
                      </a:moveTo>
                      <a:cubicBezTo>
                        <a:pt x="138" y="49"/>
                        <a:pt x="154" y="49"/>
                        <a:pt x="170" y="49"/>
                      </a:cubicBezTo>
                      <a:cubicBezTo>
                        <a:pt x="154" y="32"/>
                        <a:pt x="154" y="32"/>
                        <a:pt x="138" y="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1"/>
                <p:cNvSpPr/>
                <p:nvPr/>
              </p:nvSpPr>
              <p:spPr>
                <a:xfrm>
                  <a:off x="3008086" y="1289930"/>
                  <a:ext cx="18474" cy="8939"/>
                </a:xfrm>
                <a:custGeom>
                  <a:rect b="b" l="l" r="r" t="t"/>
                  <a:pathLst>
                    <a:path extrusionOk="0" h="90" w="186">
                      <a:moveTo>
                        <a:pt x="21" y="1"/>
                      </a:moveTo>
                      <a:cubicBezTo>
                        <a:pt x="16" y="1"/>
                        <a:pt x="16" y="5"/>
                        <a:pt x="16" y="5"/>
                      </a:cubicBezTo>
                      <a:cubicBezTo>
                        <a:pt x="0" y="5"/>
                        <a:pt x="0" y="5"/>
                        <a:pt x="53" y="37"/>
                      </a:cubicBezTo>
                      <a:cubicBezTo>
                        <a:pt x="53" y="37"/>
                        <a:pt x="69" y="53"/>
                        <a:pt x="85" y="53"/>
                      </a:cubicBezTo>
                      <a:cubicBezTo>
                        <a:pt x="101" y="53"/>
                        <a:pt x="101" y="53"/>
                        <a:pt x="101" y="70"/>
                      </a:cubicBezTo>
                      <a:lnTo>
                        <a:pt x="137" y="70"/>
                      </a:lnTo>
                      <a:cubicBezTo>
                        <a:pt x="154" y="70"/>
                        <a:pt x="186" y="90"/>
                        <a:pt x="186" y="90"/>
                      </a:cubicBezTo>
                      <a:cubicBezTo>
                        <a:pt x="186" y="90"/>
                        <a:pt x="170" y="70"/>
                        <a:pt x="137" y="53"/>
                      </a:cubicBezTo>
                      <a:lnTo>
                        <a:pt x="117" y="53"/>
                      </a:lnTo>
                      <a:cubicBezTo>
                        <a:pt x="117" y="37"/>
                        <a:pt x="101" y="37"/>
                        <a:pt x="101" y="37"/>
                      </a:cubicBezTo>
                      <a:cubicBezTo>
                        <a:pt x="85" y="21"/>
                        <a:pt x="69" y="21"/>
                        <a:pt x="53" y="21"/>
                      </a:cubicBezTo>
                      <a:cubicBezTo>
                        <a:pt x="34" y="5"/>
                        <a:pt x="25" y="1"/>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1"/>
                <p:cNvSpPr/>
                <p:nvPr/>
              </p:nvSpPr>
              <p:spPr>
                <a:xfrm>
                  <a:off x="3024872" y="1298770"/>
                  <a:ext cx="4966" cy="108463"/>
                </a:xfrm>
                <a:custGeom>
                  <a:rect b="b" l="l" r="r" t="t"/>
                  <a:pathLst>
                    <a:path extrusionOk="0" h="1092" w="50">
                      <a:moveTo>
                        <a:pt x="33" y="1"/>
                      </a:moveTo>
                      <a:lnTo>
                        <a:pt x="17" y="33"/>
                      </a:lnTo>
                      <a:lnTo>
                        <a:pt x="17" y="65"/>
                      </a:lnTo>
                      <a:lnTo>
                        <a:pt x="17" y="118"/>
                      </a:lnTo>
                      <a:lnTo>
                        <a:pt x="17" y="183"/>
                      </a:lnTo>
                      <a:lnTo>
                        <a:pt x="17" y="284"/>
                      </a:lnTo>
                      <a:lnTo>
                        <a:pt x="17" y="405"/>
                      </a:lnTo>
                      <a:lnTo>
                        <a:pt x="17" y="538"/>
                      </a:lnTo>
                      <a:lnTo>
                        <a:pt x="17" y="809"/>
                      </a:lnTo>
                      <a:cubicBezTo>
                        <a:pt x="33" y="724"/>
                        <a:pt x="49" y="639"/>
                        <a:pt x="49" y="538"/>
                      </a:cubicBezTo>
                      <a:lnTo>
                        <a:pt x="49" y="405"/>
                      </a:lnTo>
                      <a:lnTo>
                        <a:pt x="49" y="284"/>
                      </a:lnTo>
                      <a:cubicBezTo>
                        <a:pt x="49" y="251"/>
                        <a:pt x="49" y="219"/>
                        <a:pt x="33" y="183"/>
                      </a:cubicBezTo>
                      <a:lnTo>
                        <a:pt x="33" y="118"/>
                      </a:lnTo>
                      <a:lnTo>
                        <a:pt x="33" y="65"/>
                      </a:lnTo>
                      <a:lnTo>
                        <a:pt x="33" y="33"/>
                      </a:lnTo>
                      <a:cubicBezTo>
                        <a:pt x="49" y="1"/>
                        <a:pt x="49" y="1"/>
                        <a:pt x="33" y="1"/>
                      </a:cubicBezTo>
                      <a:close/>
                      <a:moveTo>
                        <a:pt x="17" y="809"/>
                      </a:moveTo>
                      <a:cubicBezTo>
                        <a:pt x="17" y="841"/>
                        <a:pt x="1" y="890"/>
                        <a:pt x="17" y="926"/>
                      </a:cubicBezTo>
                      <a:lnTo>
                        <a:pt x="17" y="809"/>
                      </a:lnTo>
                      <a:close/>
                      <a:moveTo>
                        <a:pt x="17" y="1011"/>
                      </a:moveTo>
                      <a:cubicBezTo>
                        <a:pt x="17" y="1043"/>
                        <a:pt x="33" y="1059"/>
                        <a:pt x="33" y="1075"/>
                      </a:cubicBezTo>
                      <a:cubicBezTo>
                        <a:pt x="33" y="1059"/>
                        <a:pt x="33" y="1043"/>
                        <a:pt x="17" y="1011"/>
                      </a:cubicBezTo>
                      <a:close/>
                      <a:moveTo>
                        <a:pt x="33" y="1075"/>
                      </a:moveTo>
                      <a:cubicBezTo>
                        <a:pt x="33" y="1092"/>
                        <a:pt x="49" y="1092"/>
                        <a:pt x="49" y="1092"/>
                      </a:cubicBezTo>
                      <a:lnTo>
                        <a:pt x="33" y="10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1"/>
                <p:cNvSpPr/>
                <p:nvPr/>
              </p:nvSpPr>
              <p:spPr>
                <a:xfrm>
                  <a:off x="3038181" y="1300359"/>
                  <a:ext cx="3675" cy="80354"/>
                </a:xfrm>
                <a:custGeom>
                  <a:rect b="b" l="l" r="r" t="t"/>
                  <a:pathLst>
                    <a:path extrusionOk="0" h="809" w="37">
                      <a:moveTo>
                        <a:pt x="0" y="1"/>
                      </a:moveTo>
                      <a:lnTo>
                        <a:pt x="0" y="17"/>
                      </a:lnTo>
                      <a:lnTo>
                        <a:pt x="0" y="49"/>
                      </a:lnTo>
                      <a:lnTo>
                        <a:pt x="0" y="118"/>
                      </a:lnTo>
                      <a:cubicBezTo>
                        <a:pt x="0" y="150"/>
                        <a:pt x="0" y="203"/>
                        <a:pt x="16" y="288"/>
                      </a:cubicBezTo>
                      <a:lnTo>
                        <a:pt x="16" y="405"/>
                      </a:lnTo>
                      <a:lnTo>
                        <a:pt x="16" y="538"/>
                      </a:lnTo>
                      <a:lnTo>
                        <a:pt x="16" y="809"/>
                      </a:lnTo>
                      <a:cubicBezTo>
                        <a:pt x="36" y="724"/>
                        <a:pt x="36" y="623"/>
                        <a:pt x="36" y="538"/>
                      </a:cubicBezTo>
                      <a:lnTo>
                        <a:pt x="36" y="405"/>
                      </a:lnTo>
                      <a:lnTo>
                        <a:pt x="36" y="288"/>
                      </a:lnTo>
                      <a:cubicBezTo>
                        <a:pt x="36" y="203"/>
                        <a:pt x="16" y="150"/>
                        <a:pt x="16" y="102"/>
                      </a:cubicBezTo>
                      <a:lnTo>
                        <a:pt x="16" y="33"/>
                      </a:lnTo>
                      <a:cubicBezTo>
                        <a:pt x="16" y="1"/>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1"/>
                <p:cNvSpPr/>
                <p:nvPr/>
              </p:nvSpPr>
              <p:spPr>
                <a:xfrm>
                  <a:off x="3039770" y="1408226"/>
                  <a:ext cx="16885" cy="4271"/>
                </a:xfrm>
                <a:custGeom>
                  <a:rect b="b" l="l" r="r" t="t"/>
                  <a:pathLst>
                    <a:path extrusionOk="0" h="43" w="170">
                      <a:moveTo>
                        <a:pt x="16" y="1"/>
                      </a:moveTo>
                      <a:cubicBezTo>
                        <a:pt x="0" y="1"/>
                        <a:pt x="0" y="10"/>
                        <a:pt x="0" y="10"/>
                      </a:cubicBezTo>
                      <a:cubicBezTo>
                        <a:pt x="0" y="10"/>
                        <a:pt x="0" y="26"/>
                        <a:pt x="53" y="26"/>
                      </a:cubicBezTo>
                      <a:cubicBezTo>
                        <a:pt x="69" y="26"/>
                        <a:pt x="101" y="26"/>
                        <a:pt x="138" y="42"/>
                      </a:cubicBezTo>
                      <a:lnTo>
                        <a:pt x="170" y="42"/>
                      </a:lnTo>
                      <a:cubicBezTo>
                        <a:pt x="170" y="42"/>
                        <a:pt x="154" y="26"/>
                        <a:pt x="138" y="26"/>
                      </a:cubicBezTo>
                      <a:cubicBezTo>
                        <a:pt x="121" y="10"/>
                        <a:pt x="69" y="10"/>
                        <a:pt x="53" y="10"/>
                      </a:cubicBezTo>
                      <a:cubicBezTo>
                        <a:pt x="35" y="3"/>
                        <a:pt x="24"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1"/>
                <p:cNvSpPr/>
                <p:nvPr/>
              </p:nvSpPr>
              <p:spPr>
                <a:xfrm>
                  <a:off x="3038181" y="1300359"/>
                  <a:ext cx="16885" cy="8542"/>
                </a:xfrm>
                <a:custGeom>
                  <a:rect b="b" l="l" r="r" t="t"/>
                  <a:pathLst>
                    <a:path extrusionOk="0" h="86" w="170">
                      <a:moveTo>
                        <a:pt x="0" y="1"/>
                      </a:moveTo>
                      <a:lnTo>
                        <a:pt x="0" y="17"/>
                      </a:lnTo>
                      <a:lnTo>
                        <a:pt x="16" y="33"/>
                      </a:lnTo>
                      <a:lnTo>
                        <a:pt x="53" y="33"/>
                      </a:lnTo>
                      <a:lnTo>
                        <a:pt x="69" y="49"/>
                      </a:lnTo>
                      <a:lnTo>
                        <a:pt x="101" y="49"/>
                      </a:lnTo>
                      <a:cubicBezTo>
                        <a:pt x="117" y="66"/>
                        <a:pt x="117" y="66"/>
                        <a:pt x="137" y="66"/>
                      </a:cubicBezTo>
                      <a:cubicBezTo>
                        <a:pt x="137" y="86"/>
                        <a:pt x="154" y="86"/>
                        <a:pt x="170" y="86"/>
                      </a:cubicBezTo>
                      <a:cubicBezTo>
                        <a:pt x="154" y="66"/>
                        <a:pt x="154" y="66"/>
                        <a:pt x="137" y="49"/>
                      </a:cubicBezTo>
                      <a:cubicBezTo>
                        <a:pt x="137" y="49"/>
                        <a:pt x="117" y="49"/>
                        <a:pt x="101" y="33"/>
                      </a:cubicBezTo>
                      <a:cubicBezTo>
                        <a:pt x="101" y="33"/>
                        <a:pt x="85" y="33"/>
                        <a:pt x="85" y="17"/>
                      </a:cubicBezTo>
                      <a:lnTo>
                        <a:pt x="53" y="17"/>
                      </a:lnTo>
                      <a:cubicBezTo>
                        <a:pt x="16" y="1"/>
                        <a:pt x="16"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1"/>
                <p:cNvSpPr/>
                <p:nvPr/>
              </p:nvSpPr>
              <p:spPr>
                <a:xfrm>
                  <a:off x="3053378" y="1308802"/>
                  <a:ext cx="4966" cy="105284"/>
                </a:xfrm>
                <a:custGeom>
                  <a:rect b="b" l="l" r="r" t="t"/>
                  <a:pathLst>
                    <a:path extrusionOk="0" h="1060" w="50">
                      <a:moveTo>
                        <a:pt x="33" y="1"/>
                      </a:moveTo>
                      <a:lnTo>
                        <a:pt x="33" y="17"/>
                      </a:lnTo>
                      <a:cubicBezTo>
                        <a:pt x="33" y="33"/>
                        <a:pt x="17" y="49"/>
                        <a:pt x="17" y="49"/>
                      </a:cubicBezTo>
                      <a:lnTo>
                        <a:pt x="17" y="102"/>
                      </a:lnTo>
                      <a:cubicBezTo>
                        <a:pt x="17" y="150"/>
                        <a:pt x="1" y="203"/>
                        <a:pt x="17" y="284"/>
                      </a:cubicBezTo>
                      <a:lnTo>
                        <a:pt x="17" y="405"/>
                      </a:lnTo>
                      <a:lnTo>
                        <a:pt x="17" y="522"/>
                      </a:lnTo>
                      <a:cubicBezTo>
                        <a:pt x="33" y="623"/>
                        <a:pt x="17" y="708"/>
                        <a:pt x="33" y="789"/>
                      </a:cubicBezTo>
                      <a:cubicBezTo>
                        <a:pt x="33" y="708"/>
                        <a:pt x="49" y="623"/>
                        <a:pt x="49" y="522"/>
                      </a:cubicBezTo>
                      <a:lnTo>
                        <a:pt x="49" y="405"/>
                      </a:lnTo>
                      <a:cubicBezTo>
                        <a:pt x="33" y="352"/>
                        <a:pt x="33" y="320"/>
                        <a:pt x="33" y="267"/>
                      </a:cubicBezTo>
                      <a:lnTo>
                        <a:pt x="33" y="102"/>
                      </a:lnTo>
                      <a:lnTo>
                        <a:pt x="33" y="49"/>
                      </a:lnTo>
                      <a:cubicBezTo>
                        <a:pt x="49" y="49"/>
                        <a:pt x="49" y="33"/>
                        <a:pt x="49" y="33"/>
                      </a:cubicBezTo>
                      <a:cubicBezTo>
                        <a:pt x="49" y="1"/>
                        <a:pt x="49" y="1"/>
                        <a:pt x="33" y="1"/>
                      </a:cubicBezTo>
                      <a:close/>
                      <a:moveTo>
                        <a:pt x="33" y="991"/>
                      </a:moveTo>
                      <a:cubicBezTo>
                        <a:pt x="33" y="1027"/>
                        <a:pt x="49" y="1043"/>
                        <a:pt x="49" y="1059"/>
                      </a:cubicBezTo>
                      <a:cubicBezTo>
                        <a:pt x="49" y="1043"/>
                        <a:pt x="49" y="1027"/>
                        <a:pt x="33" y="9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1"/>
                <p:cNvSpPr/>
                <p:nvPr/>
              </p:nvSpPr>
              <p:spPr>
                <a:xfrm>
                  <a:off x="3066588" y="1308802"/>
                  <a:ext cx="3377" cy="108463"/>
                </a:xfrm>
                <a:custGeom>
                  <a:rect b="b" l="l" r="r" t="t"/>
                  <a:pathLst>
                    <a:path extrusionOk="0" h="1092" w="34">
                      <a:moveTo>
                        <a:pt x="1" y="1"/>
                      </a:moveTo>
                      <a:lnTo>
                        <a:pt x="1" y="33"/>
                      </a:lnTo>
                      <a:lnTo>
                        <a:pt x="1" y="118"/>
                      </a:lnTo>
                      <a:lnTo>
                        <a:pt x="1" y="183"/>
                      </a:lnTo>
                      <a:lnTo>
                        <a:pt x="1" y="284"/>
                      </a:lnTo>
                      <a:cubicBezTo>
                        <a:pt x="1" y="320"/>
                        <a:pt x="1" y="368"/>
                        <a:pt x="17" y="405"/>
                      </a:cubicBezTo>
                      <a:lnTo>
                        <a:pt x="17" y="538"/>
                      </a:lnTo>
                      <a:lnTo>
                        <a:pt x="17" y="671"/>
                      </a:lnTo>
                      <a:lnTo>
                        <a:pt x="17" y="809"/>
                      </a:lnTo>
                      <a:lnTo>
                        <a:pt x="17" y="1092"/>
                      </a:lnTo>
                      <a:cubicBezTo>
                        <a:pt x="17" y="1092"/>
                        <a:pt x="17" y="974"/>
                        <a:pt x="33" y="809"/>
                      </a:cubicBezTo>
                      <a:lnTo>
                        <a:pt x="33" y="671"/>
                      </a:lnTo>
                      <a:lnTo>
                        <a:pt x="33" y="538"/>
                      </a:lnTo>
                      <a:lnTo>
                        <a:pt x="33" y="405"/>
                      </a:lnTo>
                      <a:lnTo>
                        <a:pt x="33" y="284"/>
                      </a:lnTo>
                      <a:cubicBezTo>
                        <a:pt x="17" y="251"/>
                        <a:pt x="17" y="219"/>
                        <a:pt x="17" y="183"/>
                      </a:cubicBezTo>
                      <a:lnTo>
                        <a:pt x="17" y="118"/>
                      </a:lnTo>
                      <a:lnTo>
                        <a:pt x="17" y="33"/>
                      </a:lnTo>
                      <a:cubicBezTo>
                        <a:pt x="17" y="1"/>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1"/>
                <p:cNvSpPr/>
                <p:nvPr/>
              </p:nvSpPr>
              <p:spPr>
                <a:xfrm>
                  <a:off x="3068277" y="1415576"/>
                  <a:ext cx="20064" cy="6953"/>
                </a:xfrm>
                <a:custGeom>
                  <a:rect b="b" l="l" r="r" t="t"/>
                  <a:pathLst>
                    <a:path extrusionOk="0" h="70" w="202">
                      <a:moveTo>
                        <a:pt x="16" y="0"/>
                      </a:moveTo>
                      <a:lnTo>
                        <a:pt x="16" y="17"/>
                      </a:lnTo>
                      <a:lnTo>
                        <a:pt x="0" y="17"/>
                      </a:lnTo>
                      <a:cubicBezTo>
                        <a:pt x="0" y="37"/>
                        <a:pt x="0" y="37"/>
                        <a:pt x="16" y="37"/>
                      </a:cubicBezTo>
                      <a:lnTo>
                        <a:pt x="154" y="37"/>
                      </a:lnTo>
                      <a:cubicBezTo>
                        <a:pt x="154" y="17"/>
                        <a:pt x="137" y="17"/>
                        <a:pt x="137" y="17"/>
                      </a:cubicBezTo>
                      <a:lnTo>
                        <a:pt x="101" y="17"/>
                      </a:lnTo>
                      <a:cubicBezTo>
                        <a:pt x="101" y="0"/>
                        <a:pt x="85" y="0"/>
                        <a:pt x="85" y="0"/>
                      </a:cubicBezTo>
                      <a:close/>
                      <a:moveTo>
                        <a:pt x="154" y="37"/>
                      </a:moveTo>
                      <a:lnTo>
                        <a:pt x="170" y="53"/>
                      </a:lnTo>
                      <a:lnTo>
                        <a:pt x="186" y="53"/>
                      </a:lnTo>
                      <a:lnTo>
                        <a:pt x="170" y="37"/>
                      </a:lnTo>
                      <a:close/>
                      <a:moveTo>
                        <a:pt x="186" y="53"/>
                      </a:moveTo>
                      <a:cubicBezTo>
                        <a:pt x="186" y="69"/>
                        <a:pt x="202" y="69"/>
                        <a:pt x="202" y="69"/>
                      </a:cubicBezTo>
                      <a:lnTo>
                        <a:pt x="186" y="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1"/>
                <p:cNvSpPr/>
                <p:nvPr/>
              </p:nvSpPr>
              <p:spPr>
                <a:xfrm>
                  <a:off x="3066588" y="1308802"/>
                  <a:ext cx="20163" cy="6555"/>
                </a:xfrm>
                <a:custGeom>
                  <a:rect b="b" l="l" r="r" t="t"/>
                  <a:pathLst>
                    <a:path extrusionOk="0" h="66" w="203">
                      <a:moveTo>
                        <a:pt x="1" y="1"/>
                      </a:moveTo>
                      <a:lnTo>
                        <a:pt x="1" y="17"/>
                      </a:lnTo>
                      <a:cubicBezTo>
                        <a:pt x="1" y="17"/>
                        <a:pt x="17" y="33"/>
                        <a:pt x="53" y="33"/>
                      </a:cubicBezTo>
                      <a:cubicBezTo>
                        <a:pt x="70" y="49"/>
                        <a:pt x="118" y="49"/>
                        <a:pt x="154" y="65"/>
                      </a:cubicBezTo>
                      <a:lnTo>
                        <a:pt x="203" y="65"/>
                      </a:lnTo>
                      <a:cubicBezTo>
                        <a:pt x="203" y="65"/>
                        <a:pt x="187" y="65"/>
                        <a:pt x="154" y="49"/>
                      </a:cubicBezTo>
                      <a:cubicBezTo>
                        <a:pt x="118" y="33"/>
                        <a:pt x="86" y="17"/>
                        <a:pt x="53" y="17"/>
                      </a:cubicBezTo>
                      <a:cubicBezTo>
                        <a:pt x="17" y="17"/>
                        <a:pt x="17"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1"/>
                <p:cNvSpPr/>
                <p:nvPr/>
              </p:nvSpPr>
              <p:spPr>
                <a:xfrm>
                  <a:off x="3085063" y="1316847"/>
                  <a:ext cx="1689" cy="105682"/>
                </a:xfrm>
                <a:custGeom>
                  <a:rect b="b" l="l" r="r" t="t"/>
                  <a:pathLst>
                    <a:path extrusionOk="0" h="1064" w="17">
                      <a:moveTo>
                        <a:pt x="17" y="1"/>
                      </a:moveTo>
                      <a:cubicBezTo>
                        <a:pt x="1" y="1"/>
                        <a:pt x="1" y="1"/>
                        <a:pt x="1" y="37"/>
                      </a:cubicBezTo>
                      <a:lnTo>
                        <a:pt x="1" y="271"/>
                      </a:lnTo>
                      <a:cubicBezTo>
                        <a:pt x="1" y="574"/>
                        <a:pt x="17" y="1063"/>
                        <a:pt x="17" y="1063"/>
                      </a:cubicBezTo>
                      <a:lnTo>
                        <a:pt x="17" y="271"/>
                      </a:lnTo>
                      <a:lnTo>
                        <a:pt x="17" y="37"/>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1"/>
                <p:cNvSpPr/>
                <p:nvPr/>
              </p:nvSpPr>
              <p:spPr>
                <a:xfrm>
                  <a:off x="3091916" y="1318833"/>
                  <a:ext cx="6456" cy="90386"/>
                </a:xfrm>
                <a:custGeom>
                  <a:rect b="b" l="l" r="r" t="t"/>
                  <a:pathLst>
                    <a:path extrusionOk="0" h="910" w="65">
                      <a:moveTo>
                        <a:pt x="33" y="1"/>
                      </a:moveTo>
                      <a:lnTo>
                        <a:pt x="33" y="17"/>
                      </a:lnTo>
                      <a:lnTo>
                        <a:pt x="33" y="102"/>
                      </a:lnTo>
                      <a:lnTo>
                        <a:pt x="33" y="183"/>
                      </a:lnTo>
                      <a:lnTo>
                        <a:pt x="33" y="267"/>
                      </a:lnTo>
                      <a:lnTo>
                        <a:pt x="33" y="336"/>
                      </a:lnTo>
                      <a:lnTo>
                        <a:pt x="33" y="405"/>
                      </a:lnTo>
                      <a:lnTo>
                        <a:pt x="33" y="522"/>
                      </a:lnTo>
                      <a:cubicBezTo>
                        <a:pt x="17" y="570"/>
                        <a:pt x="17" y="623"/>
                        <a:pt x="17" y="655"/>
                      </a:cubicBezTo>
                      <a:lnTo>
                        <a:pt x="17" y="789"/>
                      </a:lnTo>
                      <a:cubicBezTo>
                        <a:pt x="33" y="756"/>
                        <a:pt x="33" y="708"/>
                        <a:pt x="33" y="655"/>
                      </a:cubicBezTo>
                      <a:cubicBezTo>
                        <a:pt x="33" y="623"/>
                        <a:pt x="49" y="570"/>
                        <a:pt x="49" y="522"/>
                      </a:cubicBezTo>
                      <a:cubicBezTo>
                        <a:pt x="49" y="486"/>
                        <a:pt x="65" y="437"/>
                        <a:pt x="65" y="405"/>
                      </a:cubicBezTo>
                      <a:lnTo>
                        <a:pt x="65" y="336"/>
                      </a:lnTo>
                      <a:lnTo>
                        <a:pt x="65" y="267"/>
                      </a:lnTo>
                      <a:cubicBezTo>
                        <a:pt x="65" y="235"/>
                        <a:pt x="65" y="203"/>
                        <a:pt x="49" y="166"/>
                      </a:cubicBezTo>
                      <a:lnTo>
                        <a:pt x="49" y="102"/>
                      </a:lnTo>
                      <a:lnTo>
                        <a:pt x="49" y="49"/>
                      </a:lnTo>
                      <a:lnTo>
                        <a:pt x="49" y="17"/>
                      </a:lnTo>
                      <a:lnTo>
                        <a:pt x="49" y="1"/>
                      </a:lnTo>
                      <a:close/>
                      <a:moveTo>
                        <a:pt x="17" y="789"/>
                      </a:moveTo>
                      <a:cubicBezTo>
                        <a:pt x="0" y="825"/>
                        <a:pt x="0" y="873"/>
                        <a:pt x="17" y="910"/>
                      </a:cubicBezTo>
                      <a:lnTo>
                        <a:pt x="17" y="7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1"/>
                <p:cNvSpPr/>
                <p:nvPr/>
              </p:nvSpPr>
              <p:spPr>
                <a:xfrm>
                  <a:off x="3095094" y="1424019"/>
                  <a:ext cx="18574" cy="5264"/>
                </a:xfrm>
                <a:custGeom>
                  <a:rect b="b" l="l" r="r" t="t"/>
                  <a:pathLst>
                    <a:path extrusionOk="0" h="53" w="187">
                      <a:moveTo>
                        <a:pt x="1" y="0"/>
                      </a:moveTo>
                      <a:lnTo>
                        <a:pt x="1" y="16"/>
                      </a:lnTo>
                      <a:lnTo>
                        <a:pt x="49" y="16"/>
                      </a:lnTo>
                      <a:cubicBezTo>
                        <a:pt x="69" y="33"/>
                        <a:pt x="85" y="33"/>
                        <a:pt x="102" y="33"/>
                      </a:cubicBezTo>
                      <a:lnTo>
                        <a:pt x="150" y="33"/>
                      </a:lnTo>
                      <a:lnTo>
                        <a:pt x="134" y="16"/>
                      </a:lnTo>
                      <a:lnTo>
                        <a:pt x="102" y="16"/>
                      </a:lnTo>
                      <a:cubicBezTo>
                        <a:pt x="102" y="0"/>
                        <a:pt x="85" y="0"/>
                        <a:pt x="85" y="0"/>
                      </a:cubicBezTo>
                      <a:close/>
                      <a:moveTo>
                        <a:pt x="150" y="33"/>
                      </a:moveTo>
                      <a:cubicBezTo>
                        <a:pt x="150" y="53"/>
                        <a:pt x="170" y="53"/>
                        <a:pt x="170" y="53"/>
                      </a:cubicBezTo>
                      <a:lnTo>
                        <a:pt x="186" y="53"/>
                      </a:lnTo>
                      <a:lnTo>
                        <a:pt x="170" y="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1"/>
                <p:cNvSpPr/>
                <p:nvPr/>
              </p:nvSpPr>
              <p:spPr>
                <a:xfrm>
                  <a:off x="3096684" y="1316847"/>
                  <a:ext cx="15395" cy="6953"/>
                </a:xfrm>
                <a:custGeom>
                  <a:rect b="b" l="l" r="r" t="t"/>
                  <a:pathLst>
                    <a:path extrusionOk="0" h="70" w="155">
                      <a:moveTo>
                        <a:pt x="1" y="1"/>
                      </a:moveTo>
                      <a:lnTo>
                        <a:pt x="1" y="21"/>
                      </a:lnTo>
                      <a:cubicBezTo>
                        <a:pt x="1" y="21"/>
                        <a:pt x="17" y="37"/>
                        <a:pt x="33" y="37"/>
                      </a:cubicBezTo>
                      <a:cubicBezTo>
                        <a:pt x="53" y="37"/>
                        <a:pt x="69" y="53"/>
                        <a:pt x="69" y="53"/>
                      </a:cubicBezTo>
                      <a:lnTo>
                        <a:pt x="118" y="53"/>
                      </a:lnTo>
                      <a:cubicBezTo>
                        <a:pt x="102" y="37"/>
                        <a:pt x="102" y="37"/>
                        <a:pt x="86" y="37"/>
                      </a:cubicBezTo>
                      <a:cubicBezTo>
                        <a:pt x="69" y="21"/>
                        <a:pt x="53" y="21"/>
                        <a:pt x="33" y="21"/>
                      </a:cubicBezTo>
                      <a:cubicBezTo>
                        <a:pt x="17" y="21"/>
                        <a:pt x="1" y="1"/>
                        <a:pt x="1" y="1"/>
                      </a:cubicBezTo>
                      <a:close/>
                      <a:moveTo>
                        <a:pt x="118" y="53"/>
                      </a:moveTo>
                      <a:cubicBezTo>
                        <a:pt x="134" y="53"/>
                        <a:pt x="134" y="69"/>
                        <a:pt x="154" y="69"/>
                      </a:cubicBezTo>
                      <a:cubicBezTo>
                        <a:pt x="134" y="53"/>
                        <a:pt x="134" y="53"/>
                        <a:pt x="118" y="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1"/>
                <p:cNvSpPr/>
                <p:nvPr/>
              </p:nvSpPr>
              <p:spPr>
                <a:xfrm>
                  <a:off x="3109993" y="1324892"/>
                  <a:ext cx="5264" cy="104391"/>
                </a:xfrm>
                <a:custGeom>
                  <a:rect b="b" l="l" r="r" t="t"/>
                  <a:pathLst>
                    <a:path extrusionOk="0" h="1051" w="53">
                      <a:moveTo>
                        <a:pt x="34" y="0"/>
                      </a:moveTo>
                      <a:cubicBezTo>
                        <a:pt x="32" y="0"/>
                        <a:pt x="28" y="4"/>
                        <a:pt x="20" y="21"/>
                      </a:cubicBezTo>
                      <a:lnTo>
                        <a:pt x="20" y="57"/>
                      </a:lnTo>
                      <a:lnTo>
                        <a:pt x="20" y="105"/>
                      </a:lnTo>
                      <a:cubicBezTo>
                        <a:pt x="20" y="122"/>
                        <a:pt x="20" y="158"/>
                        <a:pt x="0" y="174"/>
                      </a:cubicBezTo>
                      <a:cubicBezTo>
                        <a:pt x="0" y="206"/>
                        <a:pt x="0" y="243"/>
                        <a:pt x="20" y="275"/>
                      </a:cubicBezTo>
                      <a:lnTo>
                        <a:pt x="20" y="392"/>
                      </a:lnTo>
                      <a:lnTo>
                        <a:pt x="20" y="509"/>
                      </a:lnTo>
                      <a:cubicBezTo>
                        <a:pt x="20" y="594"/>
                        <a:pt x="36" y="695"/>
                        <a:pt x="36" y="764"/>
                      </a:cubicBezTo>
                      <a:cubicBezTo>
                        <a:pt x="36" y="930"/>
                        <a:pt x="53" y="1051"/>
                        <a:pt x="53" y="1051"/>
                      </a:cubicBezTo>
                      <a:lnTo>
                        <a:pt x="53" y="764"/>
                      </a:lnTo>
                      <a:lnTo>
                        <a:pt x="53" y="509"/>
                      </a:lnTo>
                      <a:cubicBezTo>
                        <a:pt x="53" y="477"/>
                        <a:pt x="36" y="425"/>
                        <a:pt x="36" y="392"/>
                      </a:cubicBezTo>
                      <a:lnTo>
                        <a:pt x="36" y="275"/>
                      </a:lnTo>
                      <a:lnTo>
                        <a:pt x="36" y="105"/>
                      </a:lnTo>
                      <a:lnTo>
                        <a:pt x="36" y="57"/>
                      </a:lnTo>
                      <a:lnTo>
                        <a:pt x="36" y="21"/>
                      </a:lnTo>
                      <a:lnTo>
                        <a:pt x="36" y="4"/>
                      </a:lnTo>
                      <a:cubicBezTo>
                        <a:pt x="36" y="4"/>
                        <a:pt x="36" y="0"/>
                        <a:pt x="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1"/>
                <p:cNvSpPr/>
                <p:nvPr/>
              </p:nvSpPr>
              <p:spPr>
                <a:xfrm>
                  <a:off x="3122011" y="1326879"/>
                  <a:ext cx="1689" cy="103993"/>
                </a:xfrm>
                <a:custGeom>
                  <a:rect b="b" l="l" r="r" t="t"/>
                  <a:pathLst>
                    <a:path extrusionOk="0" h="1047" w="17">
                      <a:moveTo>
                        <a:pt x="16" y="1"/>
                      </a:moveTo>
                      <a:cubicBezTo>
                        <a:pt x="16" y="1"/>
                        <a:pt x="0" y="1"/>
                        <a:pt x="0" y="21"/>
                      </a:cubicBezTo>
                      <a:lnTo>
                        <a:pt x="0" y="102"/>
                      </a:lnTo>
                      <a:lnTo>
                        <a:pt x="0" y="271"/>
                      </a:lnTo>
                      <a:lnTo>
                        <a:pt x="0" y="1047"/>
                      </a:lnTo>
                      <a:cubicBezTo>
                        <a:pt x="0" y="1047"/>
                        <a:pt x="16" y="558"/>
                        <a:pt x="16" y="271"/>
                      </a:cubicBezTo>
                      <a:lnTo>
                        <a:pt x="16" y="102"/>
                      </a:lnTo>
                      <a:lnTo>
                        <a:pt x="16" y="21"/>
                      </a:ln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1"/>
                <p:cNvSpPr/>
                <p:nvPr/>
              </p:nvSpPr>
              <p:spPr>
                <a:xfrm>
                  <a:off x="3123601" y="1326879"/>
                  <a:ext cx="16587" cy="6953"/>
                </a:xfrm>
                <a:custGeom>
                  <a:rect b="b" l="l" r="r" t="t"/>
                  <a:pathLst>
                    <a:path extrusionOk="0" h="70" w="167">
                      <a:moveTo>
                        <a:pt x="0" y="1"/>
                      </a:moveTo>
                      <a:lnTo>
                        <a:pt x="0" y="21"/>
                      </a:lnTo>
                      <a:lnTo>
                        <a:pt x="49" y="21"/>
                      </a:lnTo>
                      <a:cubicBezTo>
                        <a:pt x="65" y="37"/>
                        <a:pt x="101" y="37"/>
                        <a:pt x="134" y="53"/>
                      </a:cubicBezTo>
                      <a:lnTo>
                        <a:pt x="150" y="53"/>
                      </a:lnTo>
                      <a:lnTo>
                        <a:pt x="134" y="37"/>
                      </a:lnTo>
                      <a:cubicBezTo>
                        <a:pt x="118" y="21"/>
                        <a:pt x="85" y="21"/>
                        <a:pt x="49" y="1"/>
                      </a:cubicBezTo>
                      <a:close/>
                      <a:moveTo>
                        <a:pt x="150" y="53"/>
                      </a:moveTo>
                      <a:lnTo>
                        <a:pt x="166" y="69"/>
                      </a:lnTo>
                      <a:lnTo>
                        <a:pt x="166" y="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1"/>
                <p:cNvSpPr/>
                <p:nvPr/>
              </p:nvSpPr>
              <p:spPr>
                <a:xfrm>
                  <a:off x="3138400" y="1333732"/>
                  <a:ext cx="5364" cy="91975"/>
                </a:xfrm>
                <a:custGeom>
                  <a:rect b="b" l="l" r="r" t="t"/>
                  <a:pathLst>
                    <a:path extrusionOk="0" h="926" w="54">
                      <a:moveTo>
                        <a:pt x="17" y="0"/>
                      </a:moveTo>
                      <a:lnTo>
                        <a:pt x="17" y="33"/>
                      </a:lnTo>
                      <a:lnTo>
                        <a:pt x="37" y="53"/>
                      </a:lnTo>
                      <a:lnTo>
                        <a:pt x="37" y="101"/>
                      </a:lnTo>
                      <a:lnTo>
                        <a:pt x="37" y="170"/>
                      </a:lnTo>
                      <a:cubicBezTo>
                        <a:pt x="17" y="202"/>
                        <a:pt x="17" y="218"/>
                        <a:pt x="17" y="255"/>
                      </a:cubicBezTo>
                      <a:lnTo>
                        <a:pt x="17" y="372"/>
                      </a:lnTo>
                      <a:cubicBezTo>
                        <a:pt x="17" y="404"/>
                        <a:pt x="1" y="457"/>
                        <a:pt x="17" y="489"/>
                      </a:cubicBezTo>
                      <a:lnTo>
                        <a:pt x="17" y="622"/>
                      </a:lnTo>
                      <a:lnTo>
                        <a:pt x="17" y="740"/>
                      </a:lnTo>
                      <a:lnTo>
                        <a:pt x="17" y="841"/>
                      </a:lnTo>
                      <a:lnTo>
                        <a:pt x="17" y="925"/>
                      </a:lnTo>
                      <a:cubicBezTo>
                        <a:pt x="17" y="909"/>
                        <a:pt x="17" y="877"/>
                        <a:pt x="37" y="841"/>
                      </a:cubicBezTo>
                      <a:lnTo>
                        <a:pt x="37" y="740"/>
                      </a:lnTo>
                      <a:lnTo>
                        <a:pt x="37" y="622"/>
                      </a:lnTo>
                      <a:lnTo>
                        <a:pt x="37" y="489"/>
                      </a:lnTo>
                      <a:lnTo>
                        <a:pt x="37" y="372"/>
                      </a:lnTo>
                      <a:cubicBezTo>
                        <a:pt x="37" y="336"/>
                        <a:pt x="53" y="303"/>
                        <a:pt x="53" y="271"/>
                      </a:cubicBezTo>
                      <a:lnTo>
                        <a:pt x="53" y="170"/>
                      </a:lnTo>
                      <a:lnTo>
                        <a:pt x="53" y="101"/>
                      </a:lnTo>
                      <a:lnTo>
                        <a:pt x="53" y="53"/>
                      </a:lnTo>
                      <a:lnTo>
                        <a:pt x="37" y="33"/>
                      </a:lnTo>
                      <a:cubicBezTo>
                        <a:pt x="37" y="0"/>
                        <a:pt x="3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1"/>
                <p:cNvSpPr/>
                <p:nvPr/>
              </p:nvSpPr>
              <p:spPr>
                <a:xfrm>
                  <a:off x="3120025" y="1427197"/>
                  <a:ext cx="18474" cy="5364"/>
                </a:xfrm>
                <a:custGeom>
                  <a:rect b="b" l="l" r="r" t="t"/>
                  <a:pathLst>
                    <a:path extrusionOk="0" h="54" w="186">
                      <a:moveTo>
                        <a:pt x="20" y="1"/>
                      </a:moveTo>
                      <a:cubicBezTo>
                        <a:pt x="0" y="1"/>
                        <a:pt x="36" y="21"/>
                        <a:pt x="36" y="21"/>
                      </a:cubicBezTo>
                      <a:lnTo>
                        <a:pt x="53" y="37"/>
                      </a:lnTo>
                      <a:lnTo>
                        <a:pt x="53" y="21"/>
                      </a:lnTo>
                      <a:cubicBezTo>
                        <a:pt x="53" y="29"/>
                        <a:pt x="53" y="29"/>
                        <a:pt x="55" y="29"/>
                      </a:cubicBezTo>
                      <a:cubicBezTo>
                        <a:pt x="57" y="29"/>
                        <a:pt x="61" y="29"/>
                        <a:pt x="69" y="37"/>
                      </a:cubicBezTo>
                      <a:lnTo>
                        <a:pt x="101" y="37"/>
                      </a:lnTo>
                      <a:cubicBezTo>
                        <a:pt x="121" y="37"/>
                        <a:pt x="137" y="53"/>
                        <a:pt x="154" y="53"/>
                      </a:cubicBezTo>
                      <a:lnTo>
                        <a:pt x="186" y="53"/>
                      </a:lnTo>
                      <a:cubicBezTo>
                        <a:pt x="170" y="53"/>
                        <a:pt x="170" y="37"/>
                        <a:pt x="154" y="37"/>
                      </a:cubicBezTo>
                      <a:cubicBezTo>
                        <a:pt x="137" y="21"/>
                        <a:pt x="121" y="21"/>
                        <a:pt x="121" y="21"/>
                      </a:cubicBezTo>
                      <a:cubicBezTo>
                        <a:pt x="101" y="1"/>
                        <a:pt x="101"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1"/>
                <p:cNvSpPr/>
                <p:nvPr/>
              </p:nvSpPr>
              <p:spPr>
                <a:xfrm>
                  <a:off x="2976302" y="1402068"/>
                  <a:ext cx="3377" cy="113926"/>
                </a:xfrm>
                <a:custGeom>
                  <a:rect b="b" l="l" r="r" t="t"/>
                  <a:pathLst>
                    <a:path extrusionOk="0" h="1147" w="34">
                      <a:moveTo>
                        <a:pt x="30" y="0"/>
                      </a:moveTo>
                      <a:cubicBezTo>
                        <a:pt x="27" y="0"/>
                        <a:pt x="24" y="3"/>
                        <a:pt x="17" y="3"/>
                      </a:cubicBezTo>
                      <a:lnTo>
                        <a:pt x="17" y="19"/>
                      </a:lnTo>
                      <a:lnTo>
                        <a:pt x="17" y="120"/>
                      </a:lnTo>
                      <a:cubicBezTo>
                        <a:pt x="1" y="153"/>
                        <a:pt x="1" y="221"/>
                        <a:pt x="1" y="290"/>
                      </a:cubicBezTo>
                      <a:lnTo>
                        <a:pt x="1" y="556"/>
                      </a:lnTo>
                      <a:cubicBezTo>
                        <a:pt x="1" y="657"/>
                        <a:pt x="17" y="758"/>
                        <a:pt x="17" y="843"/>
                      </a:cubicBezTo>
                      <a:cubicBezTo>
                        <a:pt x="17" y="1013"/>
                        <a:pt x="33" y="1146"/>
                        <a:pt x="33" y="1146"/>
                      </a:cubicBezTo>
                      <a:lnTo>
                        <a:pt x="33" y="843"/>
                      </a:lnTo>
                      <a:lnTo>
                        <a:pt x="33" y="556"/>
                      </a:lnTo>
                      <a:lnTo>
                        <a:pt x="33" y="290"/>
                      </a:lnTo>
                      <a:lnTo>
                        <a:pt x="33" y="120"/>
                      </a:lnTo>
                      <a:lnTo>
                        <a:pt x="33" y="35"/>
                      </a:lnTo>
                      <a:cubicBezTo>
                        <a:pt x="33" y="6"/>
                        <a:pt x="33" y="0"/>
                        <a:pt x="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1"/>
                <p:cNvSpPr/>
                <p:nvPr/>
              </p:nvSpPr>
              <p:spPr>
                <a:xfrm>
                  <a:off x="2977990" y="1402366"/>
                  <a:ext cx="18474" cy="4867"/>
                </a:xfrm>
                <a:custGeom>
                  <a:rect b="b" l="l" r="r" t="t"/>
                  <a:pathLst>
                    <a:path extrusionOk="0" h="49" w="186">
                      <a:moveTo>
                        <a:pt x="0" y="0"/>
                      </a:moveTo>
                      <a:lnTo>
                        <a:pt x="0" y="16"/>
                      </a:lnTo>
                      <a:lnTo>
                        <a:pt x="16" y="16"/>
                      </a:lnTo>
                      <a:cubicBezTo>
                        <a:pt x="36" y="16"/>
                        <a:pt x="53" y="16"/>
                        <a:pt x="53" y="32"/>
                      </a:cubicBezTo>
                      <a:lnTo>
                        <a:pt x="101" y="32"/>
                      </a:lnTo>
                      <a:cubicBezTo>
                        <a:pt x="137" y="32"/>
                        <a:pt x="154" y="49"/>
                        <a:pt x="170" y="49"/>
                      </a:cubicBezTo>
                      <a:lnTo>
                        <a:pt x="186" y="49"/>
                      </a:lnTo>
                      <a:cubicBezTo>
                        <a:pt x="186" y="32"/>
                        <a:pt x="170" y="32"/>
                        <a:pt x="170" y="32"/>
                      </a:cubicBezTo>
                      <a:cubicBezTo>
                        <a:pt x="137" y="16"/>
                        <a:pt x="101"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1"/>
                <p:cNvSpPr/>
                <p:nvPr/>
              </p:nvSpPr>
              <p:spPr>
                <a:xfrm>
                  <a:off x="2998054" y="1407133"/>
                  <a:ext cx="3675" cy="112436"/>
                </a:xfrm>
                <a:custGeom>
                  <a:rect b="b" l="l" r="r" t="t"/>
                  <a:pathLst>
                    <a:path extrusionOk="0" h="1132" w="37">
                      <a:moveTo>
                        <a:pt x="0" y="1"/>
                      </a:moveTo>
                      <a:lnTo>
                        <a:pt x="0" y="37"/>
                      </a:lnTo>
                      <a:lnTo>
                        <a:pt x="0" y="122"/>
                      </a:lnTo>
                      <a:lnTo>
                        <a:pt x="0" y="304"/>
                      </a:lnTo>
                      <a:cubicBezTo>
                        <a:pt x="0" y="372"/>
                        <a:pt x="0" y="473"/>
                        <a:pt x="16" y="558"/>
                      </a:cubicBezTo>
                      <a:lnTo>
                        <a:pt x="16" y="691"/>
                      </a:lnTo>
                      <a:lnTo>
                        <a:pt x="16" y="829"/>
                      </a:lnTo>
                      <a:lnTo>
                        <a:pt x="16" y="1132"/>
                      </a:lnTo>
                      <a:cubicBezTo>
                        <a:pt x="16" y="1132"/>
                        <a:pt x="16" y="994"/>
                        <a:pt x="36" y="829"/>
                      </a:cubicBezTo>
                      <a:lnTo>
                        <a:pt x="36" y="691"/>
                      </a:lnTo>
                      <a:lnTo>
                        <a:pt x="36" y="558"/>
                      </a:lnTo>
                      <a:lnTo>
                        <a:pt x="36" y="304"/>
                      </a:lnTo>
                      <a:cubicBezTo>
                        <a:pt x="16" y="223"/>
                        <a:pt x="16" y="170"/>
                        <a:pt x="16" y="122"/>
                      </a:cubicBezTo>
                      <a:lnTo>
                        <a:pt x="16" y="3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1"/>
                <p:cNvSpPr/>
                <p:nvPr/>
              </p:nvSpPr>
              <p:spPr>
                <a:xfrm>
                  <a:off x="2977990" y="1515894"/>
                  <a:ext cx="23739" cy="5264"/>
                </a:xfrm>
                <a:custGeom>
                  <a:rect b="b" l="l" r="r" t="t"/>
                  <a:pathLst>
                    <a:path extrusionOk="0" h="53" w="239">
                      <a:moveTo>
                        <a:pt x="0" y="0"/>
                      </a:moveTo>
                      <a:cubicBezTo>
                        <a:pt x="16" y="0"/>
                        <a:pt x="16" y="16"/>
                        <a:pt x="16" y="16"/>
                      </a:cubicBezTo>
                      <a:lnTo>
                        <a:pt x="53" y="16"/>
                      </a:lnTo>
                      <a:cubicBezTo>
                        <a:pt x="85" y="37"/>
                        <a:pt x="137" y="37"/>
                        <a:pt x="170" y="37"/>
                      </a:cubicBezTo>
                      <a:cubicBezTo>
                        <a:pt x="137" y="16"/>
                        <a:pt x="101" y="0"/>
                        <a:pt x="69" y="0"/>
                      </a:cubicBezTo>
                      <a:close/>
                      <a:moveTo>
                        <a:pt x="170" y="37"/>
                      </a:moveTo>
                      <a:cubicBezTo>
                        <a:pt x="202" y="53"/>
                        <a:pt x="238" y="53"/>
                        <a:pt x="238" y="53"/>
                      </a:cubicBezTo>
                      <a:cubicBezTo>
                        <a:pt x="238" y="53"/>
                        <a:pt x="202" y="37"/>
                        <a:pt x="17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1"/>
                <p:cNvSpPr/>
                <p:nvPr/>
              </p:nvSpPr>
              <p:spPr>
                <a:xfrm>
                  <a:off x="3006397" y="1410709"/>
                  <a:ext cx="3377" cy="112039"/>
                </a:xfrm>
                <a:custGeom>
                  <a:rect b="b" l="l" r="r" t="t"/>
                  <a:pathLst>
                    <a:path extrusionOk="0" h="1128" w="34">
                      <a:moveTo>
                        <a:pt x="17" y="1"/>
                      </a:moveTo>
                      <a:cubicBezTo>
                        <a:pt x="17" y="1"/>
                        <a:pt x="1" y="1"/>
                        <a:pt x="1" y="33"/>
                      </a:cubicBezTo>
                      <a:lnTo>
                        <a:pt x="1" y="118"/>
                      </a:lnTo>
                      <a:lnTo>
                        <a:pt x="1" y="288"/>
                      </a:lnTo>
                      <a:lnTo>
                        <a:pt x="1" y="554"/>
                      </a:lnTo>
                      <a:lnTo>
                        <a:pt x="1" y="825"/>
                      </a:lnTo>
                      <a:cubicBezTo>
                        <a:pt x="17" y="873"/>
                        <a:pt x="17" y="910"/>
                        <a:pt x="17" y="942"/>
                      </a:cubicBezTo>
                      <a:lnTo>
                        <a:pt x="17" y="825"/>
                      </a:lnTo>
                      <a:lnTo>
                        <a:pt x="17" y="554"/>
                      </a:lnTo>
                      <a:lnTo>
                        <a:pt x="17" y="288"/>
                      </a:lnTo>
                      <a:lnTo>
                        <a:pt x="17" y="118"/>
                      </a:lnTo>
                      <a:lnTo>
                        <a:pt x="17" y="33"/>
                      </a:lnTo>
                      <a:lnTo>
                        <a:pt x="17" y="1"/>
                      </a:lnTo>
                      <a:close/>
                      <a:moveTo>
                        <a:pt x="17" y="942"/>
                      </a:moveTo>
                      <a:lnTo>
                        <a:pt x="17" y="1043"/>
                      </a:lnTo>
                      <a:cubicBezTo>
                        <a:pt x="33" y="1096"/>
                        <a:pt x="33" y="1128"/>
                        <a:pt x="33" y="1128"/>
                      </a:cubicBezTo>
                      <a:lnTo>
                        <a:pt x="33" y="1043"/>
                      </a:lnTo>
                      <a:cubicBezTo>
                        <a:pt x="33" y="1011"/>
                        <a:pt x="33" y="974"/>
                        <a:pt x="17" y="9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1"/>
                <p:cNvSpPr/>
                <p:nvPr/>
              </p:nvSpPr>
              <p:spPr>
                <a:xfrm>
                  <a:off x="3008086" y="1410709"/>
                  <a:ext cx="20163" cy="8542"/>
                </a:xfrm>
                <a:custGeom>
                  <a:rect b="b" l="l" r="r" t="t"/>
                  <a:pathLst>
                    <a:path extrusionOk="0" h="86" w="203">
                      <a:moveTo>
                        <a:pt x="0" y="1"/>
                      </a:moveTo>
                      <a:lnTo>
                        <a:pt x="0" y="17"/>
                      </a:lnTo>
                      <a:lnTo>
                        <a:pt x="16" y="17"/>
                      </a:lnTo>
                      <a:cubicBezTo>
                        <a:pt x="36" y="17"/>
                        <a:pt x="53" y="17"/>
                        <a:pt x="53" y="33"/>
                      </a:cubicBezTo>
                      <a:cubicBezTo>
                        <a:pt x="69" y="33"/>
                        <a:pt x="85" y="33"/>
                        <a:pt x="117" y="49"/>
                      </a:cubicBezTo>
                      <a:lnTo>
                        <a:pt x="137" y="49"/>
                      </a:lnTo>
                      <a:cubicBezTo>
                        <a:pt x="154" y="49"/>
                        <a:pt x="154" y="66"/>
                        <a:pt x="170" y="66"/>
                      </a:cubicBezTo>
                      <a:cubicBezTo>
                        <a:pt x="170" y="66"/>
                        <a:pt x="186" y="66"/>
                        <a:pt x="186" y="86"/>
                      </a:cubicBezTo>
                      <a:lnTo>
                        <a:pt x="202" y="86"/>
                      </a:lnTo>
                      <a:lnTo>
                        <a:pt x="186" y="66"/>
                      </a:lnTo>
                      <a:lnTo>
                        <a:pt x="170" y="49"/>
                      </a:lnTo>
                      <a:cubicBezTo>
                        <a:pt x="170" y="49"/>
                        <a:pt x="154" y="49"/>
                        <a:pt x="154" y="33"/>
                      </a:cubicBezTo>
                      <a:cubicBezTo>
                        <a:pt x="137" y="33"/>
                        <a:pt x="137" y="33"/>
                        <a:pt x="117" y="17"/>
                      </a:cubicBezTo>
                      <a:cubicBezTo>
                        <a:pt x="101" y="17"/>
                        <a:pt x="85" y="1"/>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1"/>
                <p:cNvSpPr/>
                <p:nvPr/>
              </p:nvSpPr>
              <p:spPr>
                <a:xfrm>
                  <a:off x="3026461" y="1417165"/>
                  <a:ext cx="3377" cy="80354"/>
                </a:xfrm>
                <a:custGeom>
                  <a:rect b="b" l="l" r="r" t="t"/>
                  <a:pathLst>
                    <a:path extrusionOk="0" h="809" w="34">
                      <a:moveTo>
                        <a:pt x="1" y="1"/>
                      </a:moveTo>
                      <a:lnTo>
                        <a:pt x="1" y="37"/>
                      </a:lnTo>
                      <a:lnTo>
                        <a:pt x="1" y="122"/>
                      </a:lnTo>
                      <a:lnTo>
                        <a:pt x="1" y="287"/>
                      </a:lnTo>
                      <a:cubicBezTo>
                        <a:pt x="17" y="441"/>
                        <a:pt x="17" y="643"/>
                        <a:pt x="33" y="808"/>
                      </a:cubicBezTo>
                      <a:lnTo>
                        <a:pt x="33" y="287"/>
                      </a:lnTo>
                      <a:cubicBezTo>
                        <a:pt x="33" y="223"/>
                        <a:pt x="33" y="154"/>
                        <a:pt x="17" y="122"/>
                      </a:cubicBezTo>
                      <a:lnTo>
                        <a:pt x="17" y="37"/>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1"/>
                <p:cNvSpPr/>
                <p:nvPr/>
              </p:nvSpPr>
              <p:spPr>
                <a:xfrm>
                  <a:off x="3009675" y="1519470"/>
                  <a:ext cx="18574" cy="4966"/>
                </a:xfrm>
                <a:custGeom>
                  <a:rect b="b" l="l" r="r" t="t"/>
                  <a:pathLst>
                    <a:path extrusionOk="0" h="50" w="187">
                      <a:moveTo>
                        <a:pt x="53" y="1"/>
                      </a:moveTo>
                      <a:cubicBezTo>
                        <a:pt x="37" y="1"/>
                        <a:pt x="20" y="17"/>
                        <a:pt x="0" y="17"/>
                      </a:cubicBezTo>
                      <a:lnTo>
                        <a:pt x="0" y="33"/>
                      </a:lnTo>
                      <a:lnTo>
                        <a:pt x="53" y="33"/>
                      </a:lnTo>
                      <a:cubicBezTo>
                        <a:pt x="85" y="33"/>
                        <a:pt x="121" y="33"/>
                        <a:pt x="154" y="49"/>
                      </a:cubicBezTo>
                      <a:lnTo>
                        <a:pt x="186" y="49"/>
                      </a:lnTo>
                      <a:lnTo>
                        <a:pt x="170" y="33"/>
                      </a:lnTo>
                      <a:lnTo>
                        <a:pt x="154" y="33"/>
                      </a:lnTo>
                      <a:cubicBezTo>
                        <a:pt x="121" y="17"/>
                        <a:pt x="85" y="17"/>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1"/>
                <p:cNvSpPr/>
                <p:nvPr/>
              </p:nvSpPr>
              <p:spPr>
                <a:xfrm>
                  <a:off x="3036493" y="1419152"/>
                  <a:ext cx="5364" cy="110449"/>
                </a:xfrm>
                <a:custGeom>
                  <a:rect b="b" l="l" r="r" t="t"/>
                  <a:pathLst>
                    <a:path extrusionOk="0" h="1112" w="54">
                      <a:moveTo>
                        <a:pt x="17" y="1"/>
                      </a:moveTo>
                      <a:lnTo>
                        <a:pt x="1" y="17"/>
                      </a:lnTo>
                      <a:lnTo>
                        <a:pt x="1" y="118"/>
                      </a:lnTo>
                      <a:lnTo>
                        <a:pt x="1" y="183"/>
                      </a:lnTo>
                      <a:cubicBezTo>
                        <a:pt x="17" y="219"/>
                        <a:pt x="17" y="251"/>
                        <a:pt x="17" y="284"/>
                      </a:cubicBezTo>
                      <a:lnTo>
                        <a:pt x="17" y="538"/>
                      </a:lnTo>
                      <a:cubicBezTo>
                        <a:pt x="17" y="639"/>
                        <a:pt x="33" y="724"/>
                        <a:pt x="33" y="809"/>
                      </a:cubicBezTo>
                      <a:lnTo>
                        <a:pt x="33" y="1112"/>
                      </a:lnTo>
                      <a:cubicBezTo>
                        <a:pt x="33" y="1112"/>
                        <a:pt x="33" y="974"/>
                        <a:pt x="53" y="809"/>
                      </a:cubicBezTo>
                      <a:lnTo>
                        <a:pt x="53" y="538"/>
                      </a:lnTo>
                      <a:lnTo>
                        <a:pt x="53" y="284"/>
                      </a:lnTo>
                      <a:cubicBezTo>
                        <a:pt x="53" y="251"/>
                        <a:pt x="33" y="203"/>
                        <a:pt x="33" y="183"/>
                      </a:cubicBezTo>
                      <a:lnTo>
                        <a:pt x="33" y="102"/>
                      </a:lnTo>
                      <a:cubicBezTo>
                        <a:pt x="17" y="65"/>
                        <a:pt x="17" y="49"/>
                        <a:pt x="17" y="33"/>
                      </a:cubicBez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1"/>
                <p:cNvSpPr/>
                <p:nvPr/>
              </p:nvSpPr>
              <p:spPr>
                <a:xfrm>
                  <a:off x="3039770" y="1525926"/>
                  <a:ext cx="16885" cy="6853"/>
                </a:xfrm>
                <a:custGeom>
                  <a:rect b="b" l="l" r="r" t="t"/>
                  <a:pathLst>
                    <a:path extrusionOk="0" h="69" w="170">
                      <a:moveTo>
                        <a:pt x="20" y="0"/>
                      </a:moveTo>
                      <a:lnTo>
                        <a:pt x="0" y="16"/>
                      </a:lnTo>
                      <a:lnTo>
                        <a:pt x="20" y="16"/>
                      </a:lnTo>
                      <a:cubicBezTo>
                        <a:pt x="20" y="16"/>
                        <a:pt x="37" y="37"/>
                        <a:pt x="53" y="37"/>
                      </a:cubicBezTo>
                      <a:lnTo>
                        <a:pt x="85" y="37"/>
                      </a:lnTo>
                      <a:cubicBezTo>
                        <a:pt x="101" y="37"/>
                        <a:pt x="121" y="37"/>
                        <a:pt x="138" y="53"/>
                      </a:cubicBezTo>
                      <a:lnTo>
                        <a:pt x="154" y="53"/>
                      </a:lnTo>
                      <a:cubicBezTo>
                        <a:pt x="154" y="37"/>
                        <a:pt x="138" y="37"/>
                        <a:pt x="138" y="37"/>
                      </a:cubicBezTo>
                      <a:cubicBezTo>
                        <a:pt x="121" y="37"/>
                        <a:pt x="101" y="16"/>
                        <a:pt x="101" y="16"/>
                      </a:cubicBezTo>
                      <a:cubicBezTo>
                        <a:pt x="85" y="16"/>
                        <a:pt x="69" y="0"/>
                        <a:pt x="53" y="0"/>
                      </a:cubicBezTo>
                      <a:close/>
                      <a:moveTo>
                        <a:pt x="154" y="53"/>
                      </a:moveTo>
                      <a:lnTo>
                        <a:pt x="170" y="69"/>
                      </a:lnTo>
                      <a:lnTo>
                        <a:pt x="170" y="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1"/>
                <p:cNvSpPr/>
                <p:nvPr/>
              </p:nvSpPr>
              <p:spPr>
                <a:xfrm>
                  <a:off x="3038181" y="1419152"/>
                  <a:ext cx="13707" cy="6555"/>
                </a:xfrm>
                <a:custGeom>
                  <a:rect b="b" l="l" r="r" t="t"/>
                  <a:pathLst>
                    <a:path extrusionOk="0" h="66" w="138">
                      <a:moveTo>
                        <a:pt x="0" y="1"/>
                      </a:moveTo>
                      <a:lnTo>
                        <a:pt x="0" y="17"/>
                      </a:lnTo>
                      <a:lnTo>
                        <a:pt x="16" y="33"/>
                      </a:lnTo>
                      <a:lnTo>
                        <a:pt x="36" y="49"/>
                      </a:lnTo>
                      <a:lnTo>
                        <a:pt x="69" y="49"/>
                      </a:lnTo>
                      <a:cubicBezTo>
                        <a:pt x="85" y="65"/>
                        <a:pt x="85" y="65"/>
                        <a:pt x="101" y="65"/>
                      </a:cubicBezTo>
                      <a:lnTo>
                        <a:pt x="137" y="65"/>
                      </a:lnTo>
                      <a:cubicBezTo>
                        <a:pt x="137" y="65"/>
                        <a:pt x="117" y="49"/>
                        <a:pt x="101" y="49"/>
                      </a:cubicBezTo>
                      <a:cubicBezTo>
                        <a:pt x="101" y="49"/>
                        <a:pt x="85" y="49"/>
                        <a:pt x="69" y="33"/>
                      </a:cubicBezTo>
                      <a:lnTo>
                        <a:pt x="53" y="33"/>
                      </a:lnTo>
                      <a:lnTo>
                        <a:pt x="36" y="17"/>
                      </a:lnTo>
                      <a:cubicBezTo>
                        <a:pt x="16" y="17"/>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1"/>
                <p:cNvSpPr/>
                <p:nvPr/>
              </p:nvSpPr>
              <p:spPr>
                <a:xfrm>
                  <a:off x="3053378" y="1425608"/>
                  <a:ext cx="6555" cy="110449"/>
                </a:xfrm>
                <a:custGeom>
                  <a:rect b="b" l="l" r="r" t="t"/>
                  <a:pathLst>
                    <a:path extrusionOk="0" h="1112" w="66">
                      <a:moveTo>
                        <a:pt x="17" y="0"/>
                      </a:moveTo>
                      <a:cubicBezTo>
                        <a:pt x="17" y="0"/>
                        <a:pt x="17" y="17"/>
                        <a:pt x="1" y="37"/>
                      </a:cubicBezTo>
                      <a:lnTo>
                        <a:pt x="1" y="69"/>
                      </a:lnTo>
                      <a:lnTo>
                        <a:pt x="1" y="118"/>
                      </a:lnTo>
                      <a:cubicBezTo>
                        <a:pt x="1" y="138"/>
                        <a:pt x="1" y="170"/>
                        <a:pt x="17" y="186"/>
                      </a:cubicBezTo>
                      <a:lnTo>
                        <a:pt x="17" y="239"/>
                      </a:lnTo>
                      <a:lnTo>
                        <a:pt x="17" y="255"/>
                      </a:lnTo>
                      <a:lnTo>
                        <a:pt x="17" y="287"/>
                      </a:lnTo>
                      <a:cubicBezTo>
                        <a:pt x="33" y="441"/>
                        <a:pt x="33" y="643"/>
                        <a:pt x="49" y="808"/>
                      </a:cubicBezTo>
                      <a:lnTo>
                        <a:pt x="49" y="542"/>
                      </a:lnTo>
                      <a:lnTo>
                        <a:pt x="49" y="287"/>
                      </a:lnTo>
                      <a:lnTo>
                        <a:pt x="49" y="255"/>
                      </a:lnTo>
                      <a:lnTo>
                        <a:pt x="49" y="239"/>
                      </a:lnTo>
                      <a:cubicBezTo>
                        <a:pt x="49" y="219"/>
                        <a:pt x="49" y="202"/>
                        <a:pt x="33" y="186"/>
                      </a:cubicBezTo>
                      <a:lnTo>
                        <a:pt x="33" y="118"/>
                      </a:lnTo>
                      <a:cubicBezTo>
                        <a:pt x="17" y="101"/>
                        <a:pt x="17" y="85"/>
                        <a:pt x="17" y="69"/>
                      </a:cubicBezTo>
                      <a:lnTo>
                        <a:pt x="17" y="37"/>
                      </a:lnTo>
                      <a:lnTo>
                        <a:pt x="17" y="0"/>
                      </a:lnTo>
                      <a:close/>
                      <a:moveTo>
                        <a:pt x="49" y="808"/>
                      </a:moveTo>
                      <a:cubicBezTo>
                        <a:pt x="49" y="978"/>
                        <a:pt x="65" y="1111"/>
                        <a:pt x="65" y="1111"/>
                      </a:cubicBezTo>
                      <a:cubicBezTo>
                        <a:pt x="65" y="1111"/>
                        <a:pt x="65" y="978"/>
                        <a:pt x="49" y="8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1"/>
                <p:cNvSpPr/>
                <p:nvPr/>
              </p:nvSpPr>
              <p:spPr>
                <a:xfrm>
                  <a:off x="3064999" y="1425210"/>
                  <a:ext cx="4966" cy="95948"/>
                </a:xfrm>
                <a:custGeom>
                  <a:rect b="b" l="l" r="r" t="t"/>
                  <a:pathLst>
                    <a:path extrusionOk="0" h="966" w="50">
                      <a:moveTo>
                        <a:pt x="19" y="0"/>
                      </a:moveTo>
                      <a:cubicBezTo>
                        <a:pt x="17" y="0"/>
                        <a:pt x="17" y="4"/>
                        <a:pt x="17" y="21"/>
                      </a:cubicBezTo>
                      <a:cubicBezTo>
                        <a:pt x="17" y="41"/>
                        <a:pt x="1" y="41"/>
                        <a:pt x="1" y="57"/>
                      </a:cubicBezTo>
                      <a:lnTo>
                        <a:pt x="1" y="105"/>
                      </a:lnTo>
                      <a:cubicBezTo>
                        <a:pt x="1" y="122"/>
                        <a:pt x="1" y="158"/>
                        <a:pt x="17" y="190"/>
                      </a:cubicBezTo>
                      <a:lnTo>
                        <a:pt x="17" y="275"/>
                      </a:lnTo>
                      <a:lnTo>
                        <a:pt x="17" y="525"/>
                      </a:lnTo>
                      <a:lnTo>
                        <a:pt x="17" y="663"/>
                      </a:lnTo>
                      <a:lnTo>
                        <a:pt x="17" y="796"/>
                      </a:lnTo>
                      <a:cubicBezTo>
                        <a:pt x="1" y="828"/>
                        <a:pt x="1" y="881"/>
                        <a:pt x="1" y="913"/>
                      </a:cubicBezTo>
                      <a:cubicBezTo>
                        <a:pt x="1" y="929"/>
                        <a:pt x="1" y="950"/>
                        <a:pt x="17" y="966"/>
                      </a:cubicBezTo>
                      <a:lnTo>
                        <a:pt x="17" y="913"/>
                      </a:lnTo>
                      <a:cubicBezTo>
                        <a:pt x="17" y="881"/>
                        <a:pt x="17" y="849"/>
                        <a:pt x="33" y="796"/>
                      </a:cubicBezTo>
                      <a:lnTo>
                        <a:pt x="33" y="663"/>
                      </a:lnTo>
                      <a:cubicBezTo>
                        <a:pt x="49" y="626"/>
                        <a:pt x="49" y="578"/>
                        <a:pt x="49" y="525"/>
                      </a:cubicBezTo>
                      <a:lnTo>
                        <a:pt x="49" y="275"/>
                      </a:lnTo>
                      <a:cubicBezTo>
                        <a:pt x="49" y="243"/>
                        <a:pt x="33" y="206"/>
                        <a:pt x="33" y="174"/>
                      </a:cubicBezTo>
                      <a:lnTo>
                        <a:pt x="33" y="105"/>
                      </a:lnTo>
                      <a:lnTo>
                        <a:pt x="33" y="57"/>
                      </a:lnTo>
                      <a:lnTo>
                        <a:pt x="33" y="21"/>
                      </a:lnTo>
                      <a:lnTo>
                        <a:pt x="33" y="4"/>
                      </a:lnTo>
                      <a:cubicBezTo>
                        <a:pt x="25" y="4"/>
                        <a:pt x="21" y="0"/>
                        <a:pt x="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1"/>
                <p:cNvSpPr/>
                <p:nvPr/>
              </p:nvSpPr>
              <p:spPr>
                <a:xfrm>
                  <a:off x="3068277" y="1532680"/>
                  <a:ext cx="20064" cy="6953"/>
                </a:xfrm>
                <a:custGeom>
                  <a:rect b="b" l="l" r="r" t="t"/>
                  <a:pathLst>
                    <a:path extrusionOk="0" h="70" w="202">
                      <a:moveTo>
                        <a:pt x="0" y="1"/>
                      </a:moveTo>
                      <a:lnTo>
                        <a:pt x="0" y="17"/>
                      </a:lnTo>
                      <a:lnTo>
                        <a:pt x="16" y="17"/>
                      </a:lnTo>
                      <a:cubicBezTo>
                        <a:pt x="16" y="17"/>
                        <a:pt x="36" y="17"/>
                        <a:pt x="53" y="33"/>
                      </a:cubicBezTo>
                      <a:lnTo>
                        <a:pt x="101" y="33"/>
                      </a:lnTo>
                      <a:cubicBezTo>
                        <a:pt x="117" y="33"/>
                        <a:pt x="137" y="33"/>
                        <a:pt x="154" y="49"/>
                      </a:cubicBezTo>
                      <a:lnTo>
                        <a:pt x="186" y="49"/>
                      </a:lnTo>
                      <a:cubicBezTo>
                        <a:pt x="202" y="49"/>
                        <a:pt x="202" y="70"/>
                        <a:pt x="202" y="70"/>
                      </a:cubicBezTo>
                      <a:lnTo>
                        <a:pt x="202" y="49"/>
                      </a:lnTo>
                      <a:cubicBezTo>
                        <a:pt x="186" y="49"/>
                        <a:pt x="186" y="49"/>
                        <a:pt x="186" y="33"/>
                      </a:cubicBezTo>
                      <a:lnTo>
                        <a:pt x="154" y="33"/>
                      </a:lnTo>
                      <a:cubicBezTo>
                        <a:pt x="137" y="17"/>
                        <a:pt x="117" y="17"/>
                        <a:pt x="101" y="17"/>
                      </a:cubicBezTo>
                      <a:cubicBezTo>
                        <a:pt x="85" y="1"/>
                        <a:pt x="69" y="1"/>
                        <a:pt x="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1"/>
                <p:cNvSpPr/>
                <p:nvPr/>
              </p:nvSpPr>
              <p:spPr>
                <a:xfrm>
                  <a:off x="3066588" y="1425608"/>
                  <a:ext cx="18574" cy="8542"/>
                </a:xfrm>
                <a:custGeom>
                  <a:rect b="b" l="l" r="r" t="t"/>
                  <a:pathLst>
                    <a:path extrusionOk="0" h="86" w="187">
                      <a:moveTo>
                        <a:pt x="1" y="0"/>
                      </a:moveTo>
                      <a:lnTo>
                        <a:pt x="1" y="17"/>
                      </a:lnTo>
                      <a:lnTo>
                        <a:pt x="17" y="17"/>
                      </a:lnTo>
                      <a:cubicBezTo>
                        <a:pt x="17" y="37"/>
                        <a:pt x="33" y="37"/>
                        <a:pt x="53" y="37"/>
                      </a:cubicBezTo>
                      <a:cubicBezTo>
                        <a:pt x="70" y="53"/>
                        <a:pt x="102" y="53"/>
                        <a:pt x="134" y="69"/>
                      </a:cubicBezTo>
                      <a:cubicBezTo>
                        <a:pt x="171" y="69"/>
                        <a:pt x="187" y="85"/>
                        <a:pt x="187" y="85"/>
                      </a:cubicBezTo>
                      <a:cubicBezTo>
                        <a:pt x="187" y="85"/>
                        <a:pt x="171" y="69"/>
                        <a:pt x="134" y="53"/>
                      </a:cubicBezTo>
                      <a:cubicBezTo>
                        <a:pt x="118" y="37"/>
                        <a:pt x="86" y="17"/>
                        <a:pt x="53" y="17"/>
                      </a:cubicBezTo>
                      <a:cubicBezTo>
                        <a:pt x="53" y="0"/>
                        <a:pt x="33"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1"/>
                <p:cNvSpPr/>
                <p:nvPr/>
              </p:nvSpPr>
              <p:spPr>
                <a:xfrm>
                  <a:off x="3085063" y="1432461"/>
                  <a:ext cx="3278" cy="103596"/>
                </a:xfrm>
                <a:custGeom>
                  <a:rect b="b" l="l" r="r" t="t"/>
                  <a:pathLst>
                    <a:path extrusionOk="0" h="1043" w="33">
                      <a:moveTo>
                        <a:pt x="17" y="0"/>
                      </a:moveTo>
                      <a:cubicBezTo>
                        <a:pt x="1" y="0"/>
                        <a:pt x="1" y="0"/>
                        <a:pt x="1" y="32"/>
                      </a:cubicBezTo>
                      <a:lnTo>
                        <a:pt x="1" y="117"/>
                      </a:lnTo>
                      <a:lnTo>
                        <a:pt x="1" y="271"/>
                      </a:lnTo>
                      <a:cubicBezTo>
                        <a:pt x="1" y="420"/>
                        <a:pt x="17" y="606"/>
                        <a:pt x="17" y="755"/>
                      </a:cubicBezTo>
                      <a:cubicBezTo>
                        <a:pt x="33" y="925"/>
                        <a:pt x="33" y="1042"/>
                        <a:pt x="33" y="1042"/>
                      </a:cubicBezTo>
                      <a:lnTo>
                        <a:pt x="33" y="755"/>
                      </a:lnTo>
                      <a:lnTo>
                        <a:pt x="33" y="271"/>
                      </a:lnTo>
                      <a:cubicBezTo>
                        <a:pt x="33" y="202"/>
                        <a:pt x="33" y="150"/>
                        <a:pt x="17" y="117"/>
                      </a:cubicBezTo>
                      <a:lnTo>
                        <a:pt x="17" y="32"/>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1"/>
                <p:cNvSpPr/>
                <p:nvPr/>
              </p:nvSpPr>
              <p:spPr>
                <a:xfrm>
                  <a:off x="3091916" y="1432461"/>
                  <a:ext cx="6456" cy="108761"/>
                </a:xfrm>
                <a:custGeom>
                  <a:rect b="b" l="l" r="r" t="t"/>
                  <a:pathLst>
                    <a:path extrusionOk="0" h="1095" w="65">
                      <a:moveTo>
                        <a:pt x="33" y="0"/>
                      </a:moveTo>
                      <a:lnTo>
                        <a:pt x="33" y="16"/>
                      </a:lnTo>
                      <a:lnTo>
                        <a:pt x="17" y="32"/>
                      </a:lnTo>
                      <a:lnTo>
                        <a:pt x="17" y="117"/>
                      </a:lnTo>
                      <a:cubicBezTo>
                        <a:pt x="0" y="150"/>
                        <a:pt x="17" y="218"/>
                        <a:pt x="17" y="287"/>
                      </a:cubicBezTo>
                      <a:cubicBezTo>
                        <a:pt x="17" y="372"/>
                        <a:pt x="33" y="452"/>
                        <a:pt x="33" y="537"/>
                      </a:cubicBezTo>
                      <a:lnTo>
                        <a:pt x="33" y="675"/>
                      </a:lnTo>
                      <a:cubicBezTo>
                        <a:pt x="49" y="723"/>
                        <a:pt x="49" y="755"/>
                        <a:pt x="49" y="808"/>
                      </a:cubicBezTo>
                      <a:lnTo>
                        <a:pt x="49" y="1095"/>
                      </a:lnTo>
                      <a:cubicBezTo>
                        <a:pt x="49" y="1095"/>
                        <a:pt x="49" y="978"/>
                        <a:pt x="65" y="808"/>
                      </a:cubicBezTo>
                      <a:lnTo>
                        <a:pt x="65" y="675"/>
                      </a:lnTo>
                      <a:lnTo>
                        <a:pt x="65" y="537"/>
                      </a:lnTo>
                      <a:cubicBezTo>
                        <a:pt x="49" y="452"/>
                        <a:pt x="49" y="351"/>
                        <a:pt x="49" y="287"/>
                      </a:cubicBezTo>
                      <a:cubicBezTo>
                        <a:pt x="33" y="202"/>
                        <a:pt x="33" y="150"/>
                        <a:pt x="33" y="117"/>
                      </a:cubicBezTo>
                      <a:lnTo>
                        <a:pt x="33" y="32"/>
                      </a:lnTo>
                      <a:cubicBezTo>
                        <a:pt x="49" y="32"/>
                        <a:pt x="49" y="16"/>
                        <a:pt x="49" y="16"/>
                      </a:cubicBez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1"/>
                <p:cNvSpPr/>
                <p:nvPr/>
              </p:nvSpPr>
              <p:spPr>
                <a:xfrm>
                  <a:off x="3096684" y="1537547"/>
                  <a:ext cx="15395" cy="3675"/>
                </a:xfrm>
                <a:custGeom>
                  <a:rect b="b" l="l" r="r" t="t"/>
                  <a:pathLst>
                    <a:path extrusionOk="0" h="37" w="155">
                      <a:moveTo>
                        <a:pt x="53" y="0"/>
                      </a:moveTo>
                      <a:cubicBezTo>
                        <a:pt x="17" y="0"/>
                        <a:pt x="17" y="0"/>
                        <a:pt x="1" y="21"/>
                      </a:cubicBezTo>
                      <a:lnTo>
                        <a:pt x="17" y="21"/>
                      </a:lnTo>
                      <a:cubicBezTo>
                        <a:pt x="33" y="37"/>
                        <a:pt x="33" y="37"/>
                        <a:pt x="53" y="37"/>
                      </a:cubicBezTo>
                      <a:lnTo>
                        <a:pt x="154" y="37"/>
                      </a:lnTo>
                      <a:cubicBezTo>
                        <a:pt x="134" y="37"/>
                        <a:pt x="134" y="21"/>
                        <a:pt x="118" y="21"/>
                      </a:cubicBezTo>
                      <a:cubicBezTo>
                        <a:pt x="102" y="21"/>
                        <a:pt x="69"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1"/>
                <p:cNvSpPr/>
                <p:nvPr/>
              </p:nvSpPr>
              <p:spPr>
                <a:xfrm>
                  <a:off x="3096684" y="1432859"/>
                  <a:ext cx="16985" cy="8045"/>
                </a:xfrm>
                <a:custGeom>
                  <a:rect b="b" l="l" r="r" t="t"/>
                  <a:pathLst>
                    <a:path extrusionOk="0" h="81" w="171">
                      <a:moveTo>
                        <a:pt x="20" y="0"/>
                      </a:moveTo>
                      <a:cubicBezTo>
                        <a:pt x="13" y="0"/>
                        <a:pt x="9" y="4"/>
                        <a:pt x="1" y="12"/>
                      </a:cubicBezTo>
                      <a:cubicBezTo>
                        <a:pt x="1" y="28"/>
                        <a:pt x="17" y="28"/>
                        <a:pt x="33" y="28"/>
                      </a:cubicBezTo>
                      <a:cubicBezTo>
                        <a:pt x="69" y="45"/>
                        <a:pt x="102" y="45"/>
                        <a:pt x="118" y="65"/>
                      </a:cubicBezTo>
                      <a:lnTo>
                        <a:pt x="154" y="65"/>
                      </a:lnTo>
                      <a:lnTo>
                        <a:pt x="134" y="45"/>
                      </a:lnTo>
                      <a:cubicBezTo>
                        <a:pt x="102" y="28"/>
                        <a:pt x="69" y="12"/>
                        <a:pt x="53" y="12"/>
                      </a:cubicBezTo>
                      <a:cubicBezTo>
                        <a:pt x="35" y="4"/>
                        <a:pt x="26" y="0"/>
                        <a:pt x="20" y="0"/>
                      </a:cubicBezTo>
                      <a:close/>
                      <a:moveTo>
                        <a:pt x="154" y="65"/>
                      </a:moveTo>
                      <a:lnTo>
                        <a:pt x="170" y="81"/>
                      </a:lnTo>
                      <a:cubicBezTo>
                        <a:pt x="170" y="81"/>
                        <a:pt x="170" y="65"/>
                        <a:pt x="154" y="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1"/>
                <p:cNvSpPr/>
                <p:nvPr/>
              </p:nvSpPr>
              <p:spPr>
                <a:xfrm>
                  <a:off x="3111980" y="1440407"/>
                  <a:ext cx="3278" cy="102404"/>
                </a:xfrm>
                <a:custGeom>
                  <a:rect b="b" l="l" r="r" t="t"/>
                  <a:pathLst>
                    <a:path extrusionOk="0" h="1031" w="33">
                      <a:moveTo>
                        <a:pt x="14" y="1"/>
                      </a:moveTo>
                      <a:cubicBezTo>
                        <a:pt x="12" y="1"/>
                        <a:pt x="8" y="5"/>
                        <a:pt x="0" y="21"/>
                      </a:cubicBezTo>
                      <a:lnTo>
                        <a:pt x="0" y="106"/>
                      </a:lnTo>
                      <a:lnTo>
                        <a:pt x="0" y="255"/>
                      </a:lnTo>
                      <a:lnTo>
                        <a:pt x="0" y="510"/>
                      </a:lnTo>
                      <a:cubicBezTo>
                        <a:pt x="0" y="595"/>
                        <a:pt x="16" y="675"/>
                        <a:pt x="16" y="744"/>
                      </a:cubicBezTo>
                      <a:cubicBezTo>
                        <a:pt x="16" y="914"/>
                        <a:pt x="33" y="1031"/>
                        <a:pt x="33" y="1031"/>
                      </a:cubicBezTo>
                      <a:lnTo>
                        <a:pt x="33" y="744"/>
                      </a:lnTo>
                      <a:lnTo>
                        <a:pt x="33" y="510"/>
                      </a:lnTo>
                      <a:lnTo>
                        <a:pt x="33" y="255"/>
                      </a:lnTo>
                      <a:lnTo>
                        <a:pt x="33" y="106"/>
                      </a:lnTo>
                      <a:cubicBezTo>
                        <a:pt x="33" y="70"/>
                        <a:pt x="16" y="37"/>
                        <a:pt x="16" y="21"/>
                      </a:cubicBezTo>
                      <a:lnTo>
                        <a:pt x="16" y="5"/>
                      </a:lnTo>
                      <a:cubicBezTo>
                        <a:pt x="16" y="5"/>
                        <a:pt x="16" y="1"/>
                        <a:pt x="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1"/>
                <p:cNvSpPr/>
                <p:nvPr/>
              </p:nvSpPr>
              <p:spPr>
                <a:xfrm>
                  <a:off x="3120025" y="1439215"/>
                  <a:ext cx="6853" cy="105284"/>
                </a:xfrm>
                <a:custGeom>
                  <a:rect b="b" l="l" r="r" t="t"/>
                  <a:pathLst>
                    <a:path extrusionOk="0" h="1060" w="69">
                      <a:moveTo>
                        <a:pt x="36" y="1"/>
                      </a:moveTo>
                      <a:lnTo>
                        <a:pt x="36" y="33"/>
                      </a:lnTo>
                      <a:cubicBezTo>
                        <a:pt x="53" y="1"/>
                        <a:pt x="36" y="17"/>
                        <a:pt x="36" y="1"/>
                      </a:cubicBezTo>
                      <a:close/>
                      <a:moveTo>
                        <a:pt x="36" y="33"/>
                      </a:moveTo>
                      <a:cubicBezTo>
                        <a:pt x="20" y="33"/>
                        <a:pt x="20" y="49"/>
                        <a:pt x="20" y="65"/>
                      </a:cubicBezTo>
                      <a:lnTo>
                        <a:pt x="20" y="118"/>
                      </a:lnTo>
                      <a:cubicBezTo>
                        <a:pt x="0" y="150"/>
                        <a:pt x="0" y="203"/>
                        <a:pt x="0" y="283"/>
                      </a:cubicBezTo>
                      <a:cubicBezTo>
                        <a:pt x="0" y="320"/>
                        <a:pt x="0" y="368"/>
                        <a:pt x="20" y="405"/>
                      </a:cubicBezTo>
                      <a:lnTo>
                        <a:pt x="20" y="538"/>
                      </a:lnTo>
                      <a:cubicBezTo>
                        <a:pt x="36" y="570"/>
                        <a:pt x="36" y="623"/>
                        <a:pt x="36" y="671"/>
                      </a:cubicBezTo>
                      <a:cubicBezTo>
                        <a:pt x="36" y="708"/>
                        <a:pt x="53" y="756"/>
                        <a:pt x="53" y="788"/>
                      </a:cubicBezTo>
                      <a:lnTo>
                        <a:pt x="53" y="857"/>
                      </a:lnTo>
                      <a:cubicBezTo>
                        <a:pt x="53" y="841"/>
                        <a:pt x="69" y="809"/>
                        <a:pt x="69" y="788"/>
                      </a:cubicBezTo>
                      <a:cubicBezTo>
                        <a:pt x="69" y="756"/>
                        <a:pt x="53" y="708"/>
                        <a:pt x="53" y="671"/>
                      </a:cubicBezTo>
                      <a:lnTo>
                        <a:pt x="53" y="538"/>
                      </a:lnTo>
                      <a:cubicBezTo>
                        <a:pt x="36" y="485"/>
                        <a:pt x="36" y="437"/>
                        <a:pt x="36" y="405"/>
                      </a:cubicBezTo>
                      <a:lnTo>
                        <a:pt x="36" y="283"/>
                      </a:lnTo>
                      <a:lnTo>
                        <a:pt x="36" y="118"/>
                      </a:lnTo>
                      <a:lnTo>
                        <a:pt x="36" y="65"/>
                      </a:lnTo>
                      <a:lnTo>
                        <a:pt x="36" y="33"/>
                      </a:lnTo>
                      <a:close/>
                      <a:moveTo>
                        <a:pt x="53" y="958"/>
                      </a:moveTo>
                      <a:cubicBezTo>
                        <a:pt x="53" y="974"/>
                        <a:pt x="36" y="974"/>
                        <a:pt x="36" y="990"/>
                      </a:cubicBezTo>
                      <a:lnTo>
                        <a:pt x="36" y="1059"/>
                      </a:lnTo>
                      <a:cubicBezTo>
                        <a:pt x="36" y="1043"/>
                        <a:pt x="36" y="1027"/>
                        <a:pt x="53" y="990"/>
                      </a:cubicBezTo>
                      <a:lnTo>
                        <a:pt x="53" y="9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1"/>
                <p:cNvSpPr/>
                <p:nvPr/>
              </p:nvSpPr>
              <p:spPr>
                <a:xfrm>
                  <a:off x="3122011" y="1542712"/>
                  <a:ext cx="16488" cy="4966"/>
                </a:xfrm>
                <a:custGeom>
                  <a:rect b="b" l="l" r="r" t="t"/>
                  <a:pathLst>
                    <a:path extrusionOk="0" h="50" w="166">
                      <a:moveTo>
                        <a:pt x="16" y="1"/>
                      </a:moveTo>
                      <a:cubicBezTo>
                        <a:pt x="16" y="17"/>
                        <a:pt x="16" y="17"/>
                        <a:pt x="0" y="17"/>
                      </a:cubicBezTo>
                      <a:lnTo>
                        <a:pt x="0" y="33"/>
                      </a:lnTo>
                      <a:lnTo>
                        <a:pt x="33" y="33"/>
                      </a:lnTo>
                      <a:cubicBezTo>
                        <a:pt x="33" y="17"/>
                        <a:pt x="33" y="17"/>
                        <a:pt x="49" y="17"/>
                      </a:cubicBezTo>
                      <a:cubicBezTo>
                        <a:pt x="81" y="17"/>
                        <a:pt x="101" y="33"/>
                        <a:pt x="134" y="33"/>
                      </a:cubicBezTo>
                      <a:cubicBezTo>
                        <a:pt x="150" y="33"/>
                        <a:pt x="150" y="49"/>
                        <a:pt x="166" y="49"/>
                      </a:cubicBezTo>
                      <a:cubicBezTo>
                        <a:pt x="166" y="33"/>
                        <a:pt x="150" y="33"/>
                        <a:pt x="134" y="17"/>
                      </a:cubicBezTo>
                      <a:cubicBezTo>
                        <a:pt x="117" y="17"/>
                        <a:pt x="81"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1"/>
                <p:cNvSpPr/>
                <p:nvPr/>
              </p:nvSpPr>
              <p:spPr>
                <a:xfrm>
                  <a:off x="3123601" y="1440805"/>
                  <a:ext cx="14899" cy="3377"/>
                </a:xfrm>
                <a:custGeom>
                  <a:rect b="b" l="l" r="r" t="t"/>
                  <a:pathLst>
                    <a:path extrusionOk="0" h="34" w="150">
                      <a:moveTo>
                        <a:pt x="0" y="1"/>
                      </a:moveTo>
                      <a:lnTo>
                        <a:pt x="0" y="17"/>
                      </a:lnTo>
                      <a:cubicBezTo>
                        <a:pt x="17" y="17"/>
                        <a:pt x="17" y="17"/>
                        <a:pt x="33" y="33"/>
                      </a:cubicBezTo>
                      <a:lnTo>
                        <a:pt x="150" y="33"/>
                      </a:lnTo>
                      <a:cubicBezTo>
                        <a:pt x="134" y="33"/>
                        <a:pt x="134" y="33"/>
                        <a:pt x="118" y="17"/>
                      </a:cubicBezTo>
                      <a:cubicBezTo>
                        <a:pt x="85" y="17"/>
                        <a:pt x="65"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1"/>
                <p:cNvSpPr/>
                <p:nvPr/>
              </p:nvSpPr>
              <p:spPr>
                <a:xfrm>
                  <a:off x="3136811" y="1447261"/>
                  <a:ext cx="5364" cy="85519"/>
                </a:xfrm>
                <a:custGeom>
                  <a:rect b="b" l="l" r="r" t="t"/>
                  <a:pathLst>
                    <a:path extrusionOk="0" h="861" w="54">
                      <a:moveTo>
                        <a:pt x="33" y="1"/>
                      </a:moveTo>
                      <a:cubicBezTo>
                        <a:pt x="17" y="1"/>
                        <a:pt x="17" y="1"/>
                        <a:pt x="17" y="21"/>
                      </a:cubicBezTo>
                      <a:lnTo>
                        <a:pt x="17" y="101"/>
                      </a:lnTo>
                      <a:lnTo>
                        <a:pt x="17" y="255"/>
                      </a:lnTo>
                      <a:lnTo>
                        <a:pt x="17" y="505"/>
                      </a:lnTo>
                      <a:cubicBezTo>
                        <a:pt x="17" y="542"/>
                        <a:pt x="17" y="590"/>
                        <a:pt x="1" y="627"/>
                      </a:cubicBezTo>
                      <a:lnTo>
                        <a:pt x="1" y="760"/>
                      </a:lnTo>
                      <a:cubicBezTo>
                        <a:pt x="1" y="792"/>
                        <a:pt x="1" y="829"/>
                        <a:pt x="17" y="861"/>
                      </a:cubicBezTo>
                      <a:lnTo>
                        <a:pt x="17" y="760"/>
                      </a:lnTo>
                      <a:cubicBezTo>
                        <a:pt x="17" y="707"/>
                        <a:pt x="17" y="675"/>
                        <a:pt x="33" y="627"/>
                      </a:cubicBezTo>
                      <a:lnTo>
                        <a:pt x="33" y="505"/>
                      </a:lnTo>
                      <a:lnTo>
                        <a:pt x="33" y="372"/>
                      </a:lnTo>
                      <a:lnTo>
                        <a:pt x="33" y="255"/>
                      </a:lnTo>
                      <a:cubicBezTo>
                        <a:pt x="53" y="186"/>
                        <a:pt x="53" y="138"/>
                        <a:pt x="33" y="101"/>
                      </a:cubicBezTo>
                      <a:lnTo>
                        <a:pt x="33" y="21"/>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1"/>
                <p:cNvSpPr/>
                <p:nvPr/>
              </p:nvSpPr>
              <p:spPr>
                <a:xfrm>
                  <a:off x="2976302" y="1523940"/>
                  <a:ext cx="3377" cy="116012"/>
                </a:xfrm>
                <a:custGeom>
                  <a:rect b="b" l="l" r="r" t="t"/>
                  <a:pathLst>
                    <a:path extrusionOk="0" h="1168" w="34">
                      <a:moveTo>
                        <a:pt x="31" y="0"/>
                      </a:moveTo>
                      <a:cubicBezTo>
                        <a:pt x="29" y="0"/>
                        <a:pt x="25" y="4"/>
                        <a:pt x="17" y="20"/>
                      </a:cubicBezTo>
                      <a:cubicBezTo>
                        <a:pt x="17" y="36"/>
                        <a:pt x="1" y="73"/>
                        <a:pt x="1" y="121"/>
                      </a:cubicBezTo>
                      <a:cubicBezTo>
                        <a:pt x="1" y="158"/>
                        <a:pt x="17" y="222"/>
                        <a:pt x="1" y="307"/>
                      </a:cubicBezTo>
                      <a:lnTo>
                        <a:pt x="1" y="578"/>
                      </a:lnTo>
                      <a:cubicBezTo>
                        <a:pt x="1" y="626"/>
                        <a:pt x="1" y="663"/>
                        <a:pt x="17" y="711"/>
                      </a:cubicBezTo>
                      <a:lnTo>
                        <a:pt x="17" y="844"/>
                      </a:lnTo>
                      <a:cubicBezTo>
                        <a:pt x="33" y="1030"/>
                        <a:pt x="33" y="1168"/>
                        <a:pt x="33" y="1168"/>
                      </a:cubicBezTo>
                      <a:lnTo>
                        <a:pt x="33" y="844"/>
                      </a:lnTo>
                      <a:lnTo>
                        <a:pt x="33" y="711"/>
                      </a:lnTo>
                      <a:lnTo>
                        <a:pt x="33" y="578"/>
                      </a:lnTo>
                      <a:lnTo>
                        <a:pt x="33" y="307"/>
                      </a:lnTo>
                      <a:lnTo>
                        <a:pt x="33" y="190"/>
                      </a:lnTo>
                      <a:lnTo>
                        <a:pt x="33" y="121"/>
                      </a:lnTo>
                      <a:cubicBezTo>
                        <a:pt x="17" y="73"/>
                        <a:pt x="33" y="57"/>
                        <a:pt x="33" y="36"/>
                      </a:cubicBezTo>
                      <a:lnTo>
                        <a:pt x="33" y="4"/>
                      </a:lnTo>
                      <a:cubicBezTo>
                        <a:pt x="33" y="4"/>
                        <a:pt x="33" y="0"/>
                        <a:pt x="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1"/>
                <p:cNvSpPr/>
                <p:nvPr/>
              </p:nvSpPr>
              <p:spPr>
                <a:xfrm>
                  <a:off x="2979579" y="1636276"/>
                  <a:ext cx="20163" cy="5264"/>
                </a:xfrm>
                <a:custGeom>
                  <a:rect b="b" l="l" r="r" t="t"/>
                  <a:pathLst>
                    <a:path extrusionOk="0" h="53" w="203">
                      <a:moveTo>
                        <a:pt x="37" y="0"/>
                      </a:moveTo>
                      <a:lnTo>
                        <a:pt x="20" y="16"/>
                      </a:lnTo>
                      <a:lnTo>
                        <a:pt x="0" y="16"/>
                      </a:lnTo>
                      <a:lnTo>
                        <a:pt x="20" y="37"/>
                      </a:lnTo>
                      <a:lnTo>
                        <a:pt x="154" y="37"/>
                      </a:lnTo>
                      <a:cubicBezTo>
                        <a:pt x="154" y="53"/>
                        <a:pt x="170" y="53"/>
                        <a:pt x="170" y="53"/>
                      </a:cubicBezTo>
                      <a:lnTo>
                        <a:pt x="202" y="53"/>
                      </a:lnTo>
                      <a:cubicBezTo>
                        <a:pt x="202" y="37"/>
                        <a:pt x="186" y="37"/>
                        <a:pt x="186" y="37"/>
                      </a:cubicBezTo>
                      <a:cubicBezTo>
                        <a:pt x="170" y="37"/>
                        <a:pt x="170" y="16"/>
                        <a:pt x="154" y="16"/>
                      </a:cubicBezTo>
                      <a:lnTo>
                        <a:pt x="121" y="16"/>
                      </a:lnTo>
                      <a:cubicBezTo>
                        <a:pt x="121" y="16"/>
                        <a:pt x="101" y="16"/>
                        <a:pt x="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1"/>
                <p:cNvSpPr/>
                <p:nvPr/>
              </p:nvSpPr>
              <p:spPr>
                <a:xfrm>
                  <a:off x="2977990" y="1522648"/>
                  <a:ext cx="20163" cy="4966"/>
                </a:xfrm>
                <a:custGeom>
                  <a:rect b="b" l="l" r="r" t="t"/>
                  <a:pathLst>
                    <a:path extrusionOk="0" h="50" w="203">
                      <a:moveTo>
                        <a:pt x="0" y="1"/>
                      </a:moveTo>
                      <a:lnTo>
                        <a:pt x="0" y="17"/>
                      </a:lnTo>
                      <a:lnTo>
                        <a:pt x="16" y="17"/>
                      </a:lnTo>
                      <a:cubicBezTo>
                        <a:pt x="36" y="17"/>
                        <a:pt x="36" y="33"/>
                        <a:pt x="53" y="33"/>
                      </a:cubicBezTo>
                      <a:lnTo>
                        <a:pt x="186" y="33"/>
                      </a:lnTo>
                      <a:cubicBezTo>
                        <a:pt x="170" y="33"/>
                        <a:pt x="170" y="33"/>
                        <a:pt x="170" y="17"/>
                      </a:cubicBezTo>
                      <a:cubicBezTo>
                        <a:pt x="137" y="17"/>
                        <a:pt x="85" y="1"/>
                        <a:pt x="53" y="1"/>
                      </a:cubicBezTo>
                      <a:close/>
                      <a:moveTo>
                        <a:pt x="186" y="33"/>
                      </a:moveTo>
                      <a:cubicBezTo>
                        <a:pt x="186" y="49"/>
                        <a:pt x="186" y="49"/>
                        <a:pt x="202" y="49"/>
                      </a:cubicBezTo>
                      <a:cubicBezTo>
                        <a:pt x="202" y="33"/>
                        <a:pt x="186" y="33"/>
                        <a:pt x="186" y="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1"/>
                <p:cNvSpPr/>
                <p:nvPr/>
              </p:nvSpPr>
              <p:spPr>
                <a:xfrm>
                  <a:off x="2998054" y="1529502"/>
                  <a:ext cx="5264" cy="102007"/>
                </a:xfrm>
                <a:custGeom>
                  <a:rect b="b" l="l" r="r" t="t"/>
                  <a:pathLst>
                    <a:path extrusionOk="0" h="1027" w="53">
                      <a:moveTo>
                        <a:pt x="16" y="1"/>
                      </a:moveTo>
                      <a:lnTo>
                        <a:pt x="16" y="17"/>
                      </a:lnTo>
                      <a:cubicBezTo>
                        <a:pt x="0" y="33"/>
                        <a:pt x="0" y="65"/>
                        <a:pt x="0" y="118"/>
                      </a:cubicBezTo>
                      <a:cubicBezTo>
                        <a:pt x="0" y="134"/>
                        <a:pt x="0" y="150"/>
                        <a:pt x="16" y="182"/>
                      </a:cubicBezTo>
                      <a:lnTo>
                        <a:pt x="16" y="283"/>
                      </a:lnTo>
                      <a:lnTo>
                        <a:pt x="16" y="554"/>
                      </a:lnTo>
                      <a:lnTo>
                        <a:pt x="16" y="687"/>
                      </a:lnTo>
                      <a:cubicBezTo>
                        <a:pt x="36" y="740"/>
                        <a:pt x="36" y="772"/>
                        <a:pt x="36" y="825"/>
                      </a:cubicBezTo>
                      <a:lnTo>
                        <a:pt x="36" y="942"/>
                      </a:lnTo>
                      <a:lnTo>
                        <a:pt x="36" y="990"/>
                      </a:lnTo>
                      <a:lnTo>
                        <a:pt x="36" y="1027"/>
                      </a:lnTo>
                      <a:cubicBezTo>
                        <a:pt x="36" y="1027"/>
                        <a:pt x="53" y="1011"/>
                        <a:pt x="53" y="990"/>
                      </a:cubicBezTo>
                      <a:lnTo>
                        <a:pt x="53" y="942"/>
                      </a:lnTo>
                      <a:lnTo>
                        <a:pt x="53" y="825"/>
                      </a:lnTo>
                      <a:lnTo>
                        <a:pt x="53" y="687"/>
                      </a:lnTo>
                      <a:cubicBezTo>
                        <a:pt x="53" y="639"/>
                        <a:pt x="36" y="586"/>
                        <a:pt x="36" y="554"/>
                      </a:cubicBezTo>
                      <a:cubicBezTo>
                        <a:pt x="53" y="453"/>
                        <a:pt x="53" y="368"/>
                        <a:pt x="53" y="283"/>
                      </a:cubicBezTo>
                      <a:cubicBezTo>
                        <a:pt x="53" y="251"/>
                        <a:pt x="53" y="219"/>
                        <a:pt x="36" y="182"/>
                      </a:cubicBezTo>
                      <a:lnTo>
                        <a:pt x="36" y="118"/>
                      </a:lnTo>
                      <a:lnTo>
                        <a:pt x="36" y="33"/>
                      </a:lnTo>
                      <a:lnTo>
                        <a:pt x="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1"/>
                <p:cNvSpPr/>
                <p:nvPr/>
              </p:nvSpPr>
              <p:spPr>
                <a:xfrm>
                  <a:off x="3008086" y="1532680"/>
                  <a:ext cx="3675" cy="85221"/>
                </a:xfrm>
                <a:custGeom>
                  <a:rect b="b" l="l" r="r" t="t"/>
                  <a:pathLst>
                    <a:path extrusionOk="0" h="858" w="37">
                      <a:moveTo>
                        <a:pt x="0" y="1"/>
                      </a:moveTo>
                      <a:lnTo>
                        <a:pt x="0" y="17"/>
                      </a:lnTo>
                      <a:lnTo>
                        <a:pt x="0" y="33"/>
                      </a:lnTo>
                      <a:lnTo>
                        <a:pt x="0" y="86"/>
                      </a:lnTo>
                      <a:lnTo>
                        <a:pt x="0" y="219"/>
                      </a:lnTo>
                      <a:lnTo>
                        <a:pt x="0" y="421"/>
                      </a:lnTo>
                      <a:lnTo>
                        <a:pt x="0" y="623"/>
                      </a:lnTo>
                      <a:cubicBezTo>
                        <a:pt x="0" y="655"/>
                        <a:pt x="16" y="692"/>
                        <a:pt x="16" y="724"/>
                      </a:cubicBezTo>
                      <a:lnTo>
                        <a:pt x="16" y="623"/>
                      </a:lnTo>
                      <a:lnTo>
                        <a:pt x="16" y="421"/>
                      </a:lnTo>
                      <a:cubicBezTo>
                        <a:pt x="16" y="352"/>
                        <a:pt x="36" y="272"/>
                        <a:pt x="36" y="219"/>
                      </a:cubicBezTo>
                      <a:cubicBezTo>
                        <a:pt x="36" y="150"/>
                        <a:pt x="36" y="118"/>
                        <a:pt x="16" y="86"/>
                      </a:cubicBezTo>
                      <a:lnTo>
                        <a:pt x="16" y="33"/>
                      </a:lnTo>
                      <a:lnTo>
                        <a:pt x="16" y="17"/>
                      </a:lnTo>
                      <a:lnTo>
                        <a:pt x="0" y="1"/>
                      </a:lnTo>
                      <a:close/>
                      <a:moveTo>
                        <a:pt x="16" y="793"/>
                      </a:moveTo>
                      <a:cubicBezTo>
                        <a:pt x="16" y="841"/>
                        <a:pt x="36" y="857"/>
                        <a:pt x="36" y="857"/>
                      </a:cubicBezTo>
                      <a:cubicBezTo>
                        <a:pt x="36" y="857"/>
                        <a:pt x="36" y="841"/>
                        <a:pt x="16" y="7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1"/>
                <p:cNvSpPr/>
                <p:nvPr/>
              </p:nvSpPr>
              <p:spPr>
                <a:xfrm>
                  <a:off x="3006397" y="1529502"/>
                  <a:ext cx="20163" cy="4966"/>
                </a:xfrm>
                <a:custGeom>
                  <a:rect b="b" l="l" r="r" t="t"/>
                  <a:pathLst>
                    <a:path extrusionOk="0" h="50" w="203">
                      <a:moveTo>
                        <a:pt x="17" y="1"/>
                      </a:moveTo>
                      <a:cubicBezTo>
                        <a:pt x="1" y="1"/>
                        <a:pt x="1" y="17"/>
                        <a:pt x="1" y="17"/>
                      </a:cubicBezTo>
                      <a:cubicBezTo>
                        <a:pt x="17" y="17"/>
                        <a:pt x="17" y="17"/>
                        <a:pt x="17" y="33"/>
                      </a:cubicBezTo>
                      <a:lnTo>
                        <a:pt x="53" y="33"/>
                      </a:lnTo>
                      <a:cubicBezTo>
                        <a:pt x="86" y="33"/>
                        <a:pt x="118" y="49"/>
                        <a:pt x="154" y="49"/>
                      </a:cubicBezTo>
                      <a:lnTo>
                        <a:pt x="203" y="49"/>
                      </a:lnTo>
                      <a:cubicBezTo>
                        <a:pt x="187" y="49"/>
                        <a:pt x="171" y="49"/>
                        <a:pt x="154" y="33"/>
                      </a:cubicBezTo>
                      <a:cubicBezTo>
                        <a:pt x="134" y="33"/>
                        <a:pt x="86" y="17"/>
                        <a:pt x="70" y="17"/>
                      </a:cubicBezTo>
                      <a:cubicBezTo>
                        <a:pt x="53" y="17"/>
                        <a:pt x="33"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1"/>
                <p:cNvSpPr/>
                <p:nvPr/>
              </p:nvSpPr>
              <p:spPr>
                <a:xfrm>
                  <a:off x="3028149" y="1535958"/>
                  <a:ext cx="5264" cy="48669"/>
                </a:xfrm>
                <a:custGeom>
                  <a:rect b="b" l="l" r="r" t="t"/>
                  <a:pathLst>
                    <a:path extrusionOk="0" h="490" w="53">
                      <a:moveTo>
                        <a:pt x="0" y="0"/>
                      </a:moveTo>
                      <a:lnTo>
                        <a:pt x="0" y="16"/>
                      </a:lnTo>
                      <a:lnTo>
                        <a:pt x="0" y="53"/>
                      </a:lnTo>
                      <a:cubicBezTo>
                        <a:pt x="0" y="53"/>
                        <a:pt x="16" y="69"/>
                        <a:pt x="16" y="85"/>
                      </a:cubicBezTo>
                      <a:lnTo>
                        <a:pt x="16" y="138"/>
                      </a:lnTo>
                      <a:lnTo>
                        <a:pt x="16" y="388"/>
                      </a:lnTo>
                      <a:lnTo>
                        <a:pt x="16" y="489"/>
                      </a:lnTo>
                      <a:cubicBezTo>
                        <a:pt x="16" y="457"/>
                        <a:pt x="16" y="420"/>
                        <a:pt x="36" y="388"/>
                      </a:cubicBezTo>
                      <a:cubicBezTo>
                        <a:pt x="36" y="303"/>
                        <a:pt x="53" y="202"/>
                        <a:pt x="53" y="117"/>
                      </a:cubicBezTo>
                      <a:cubicBezTo>
                        <a:pt x="36" y="85"/>
                        <a:pt x="36" y="53"/>
                        <a:pt x="36" y="37"/>
                      </a:cubicBezTo>
                      <a:lnTo>
                        <a:pt x="16" y="16"/>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1"/>
                <p:cNvSpPr/>
                <p:nvPr/>
              </p:nvSpPr>
              <p:spPr>
                <a:xfrm>
                  <a:off x="3036493" y="1537547"/>
                  <a:ext cx="3377" cy="48669"/>
                </a:xfrm>
                <a:custGeom>
                  <a:rect b="b" l="l" r="r" t="t"/>
                  <a:pathLst>
                    <a:path extrusionOk="0" h="490" w="34">
                      <a:moveTo>
                        <a:pt x="17" y="0"/>
                      </a:moveTo>
                      <a:lnTo>
                        <a:pt x="17" y="21"/>
                      </a:lnTo>
                      <a:lnTo>
                        <a:pt x="17" y="69"/>
                      </a:lnTo>
                      <a:cubicBezTo>
                        <a:pt x="1" y="85"/>
                        <a:pt x="1" y="101"/>
                        <a:pt x="1" y="154"/>
                      </a:cubicBezTo>
                      <a:lnTo>
                        <a:pt x="1" y="202"/>
                      </a:lnTo>
                      <a:lnTo>
                        <a:pt x="1" y="271"/>
                      </a:lnTo>
                      <a:lnTo>
                        <a:pt x="1" y="340"/>
                      </a:lnTo>
                      <a:lnTo>
                        <a:pt x="1" y="404"/>
                      </a:lnTo>
                      <a:lnTo>
                        <a:pt x="1" y="473"/>
                      </a:lnTo>
                      <a:lnTo>
                        <a:pt x="17" y="489"/>
                      </a:lnTo>
                      <a:lnTo>
                        <a:pt x="17" y="473"/>
                      </a:lnTo>
                      <a:lnTo>
                        <a:pt x="17" y="404"/>
                      </a:lnTo>
                      <a:lnTo>
                        <a:pt x="17" y="340"/>
                      </a:lnTo>
                      <a:lnTo>
                        <a:pt x="17" y="271"/>
                      </a:lnTo>
                      <a:lnTo>
                        <a:pt x="17" y="202"/>
                      </a:lnTo>
                      <a:lnTo>
                        <a:pt x="17" y="154"/>
                      </a:lnTo>
                      <a:cubicBezTo>
                        <a:pt x="33" y="122"/>
                        <a:pt x="33" y="85"/>
                        <a:pt x="33" y="69"/>
                      </a:cubicBezTo>
                      <a:lnTo>
                        <a:pt x="33" y="21"/>
                      </a:lnTo>
                      <a:cubicBezTo>
                        <a:pt x="33" y="0"/>
                        <a:pt x="33"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1"/>
                <p:cNvSpPr/>
                <p:nvPr/>
              </p:nvSpPr>
              <p:spPr>
                <a:xfrm>
                  <a:off x="3038181" y="1535958"/>
                  <a:ext cx="20163" cy="5264"/>
                </a:xfrm>
                <a:custGeom>
                  <a:rect b="b" l="l" r="r" t="t"/>
                  <a:pathLst>
                    <a:path extrusionOk="0" h="53" w="203">
                      <a:moveTo>
                        <a:pt x="0" y="0"/>
                      </a:moveTo>
                      <a:cubicBezTo>
                        <a:pt x="0" y="16"/>
                        <a:pt x="0" y="16"/>
                        <a:pt x="53" y="37"/>
                      </a:cubicBezTo>
                      <a:lnTo>
                        <a:pt x="101" y="37"/>
                      </a:lnTo>
                      <a:cubicBezTo>
                        <a:pt x="117" y="37"/>
                        <a:pt x="137" y="53"/>
                        <a:pt x="137" y="53"/>
                      </a:cubicBezTo>
                      <a:lnTo>
                        <a:pt x="202" y="53"/>
                      </a:lnTo>
                      <a:cubicBezTo>
                        <a:pt x="202" y="53"/>
                        <a:pt x="170" y="37"/>
                        <a:pt x="154" y="37"/>
                      </a:cubicBezTo>
                      <a:cubicBezTo>
                        <a:pt x="137" y="37"/>
                        <a:pt x="117" y="16"/>
                        <a:pt x="101" y="16"/>
                      </a:cubicBezTo>
                      <a:cubicBezTo>
                        <a:pt x="85" y="16"/>
                        <a:pt x="69" y="16"/>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1"/>
                <p:cNvSpPr/>
                <p:nvPr/>
              </p:nvSpPr>
              <p:spPr>
                <a:xfrm>
                  <a:off x="3056556" y="1541123"/>
                  <a:ext cx="3377" cy="45094"/>
                </a:xfrm>
                <a:custGeom>
                  <a:rect b="b" l="l" r="r" t="t"/>
                  <a:pathLst>
                    <a:path extrusionOk="0" h="454" w="34">
                      <a:moveTo>
                        <a:pt x="17" y="1"/>
                      </a:moveTo>
                      <a:cubicBezTo>
                        <a:pt x="17" y="1"/>
                        <a:pt x="1" y="1"/>
                        <a:pt x="1" y="17"/>
                      </a:cubicBezTo>
                      <a:lnTo>
                        <a:pt x="1" y="49"/>
                      </a:lnTo>
                      <a:lnTo>
                        <a:pt x="1" y="118"/>
                      </a:lnTo>
                      <a:lnTo>
                        <a:pt x="1" y="235"/>
                      </a:lnTo>
                      <a:cubicBezTo>
                        <a:pt x="1" y="267"/>
                        <a:pt x="1" y="320"/>
                        <a:pt x="17" y="352"/>
                      </a:cubicBezTo>
                      <a:lnTo>
                        <a:pt x="17" y="235"/>
                      </a:lnTo>
                      <a:lnTo>
                        <a:pt x="17" y="118"/>
                      </a:lnTo>
                      <a:lnTo>
                        <a:pt x="17" y="1"/>
                      </a:lnTo>
                      <a:close/>
                      <a:moveTo>
                        <a:pt x="17" y="352"/>
                      </a:moveTo>
                      <a:lnTo>
                        <a:pt x="17" y="405"/>
                      </a:lnTo>
                      <a:cubicBezTo>
                        <a:pt x="17" y="421"/>
                        <a:pt x="17" y="437"/>
                        <a:pt x="33" y="453"/>
                      </a:cubicBezTo>
                      <a:lnTo>
                        <a:pt x="33" y="437"/>
                      </a:lnTo>
                      <a:lnTo>
                        <a:pt x="33" y="405"/>
                      </a:lnTo>
                      <a:cubicBezTo>
                        <a:pt x="33" y="389"/>
                        <a:pt x="17" y="368"/>
                        <a:pt x="17" y="3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1"/>
                <p:cNvSpPr/>
                <p:nvPr/>
              </p:nvSpPr>
              <p:spPr>
                <a:xfrm>
                  <a:off x="3066588" y="1544400"/>
                  <a:ext cx="3377" cy="45392"/>
                </a:xfrm>
                <a:custGeom>
                  <a:rect b="b" l="l" r="r" t="t"/>
                  <a:pathLst>
                    <a:path extrusionOk="0" h="457" w="34">
                      <a:moveTo>
                        <a:pt x="17" y="0"/>
                      </a:moveTo>
                      <a:lnTo>
                        <a:pt x="17" y="16"/>
                      </a:lnTo>
                      <a:cubicBezTo>
                        <a:pt x="1" y="32"/>
                        <a:pt x="1" y="53"/>
                        <a:pt x="1" y="117"/>
                      </a:cubicBezTo>
                      <a:lnTo>
                        <a:pt x="1" y="218"/>
                      </a:lnTo>
                      <a:cubicBezTo>
                        <a:pt x="1" y="255"/>
                        <a:pt x="17" y="303"/>
                        <a:pt x="17" y="335"/>
                      </a:cubicBezTo>
                      <a:lnTo>
                        <a:pt x="17" y="388"/>
                      </a:lnTo>
                      <a:lnTo>
                        <a:pt x="17" y="420"/>
                      </a:lnTo>
                      <a:cubicBezTo>
                        <a:pt x="33" y="436"/>
                        <a:pt x="33" y="457"/>
                        <a:pt x="33" y="457"/>
                      </a:cubicBezTo>
                      <a:lnTo>
                        <a:pt x="33" y="420"/>
                      </a:lnTo>
                      <a:lnTo>
                        <a:pt x="33" y="388"/>
                      </a:lnTo>
                      <a:lnTo>
                        <a:pt x="33" y="335"/>
                      </a:lnTo>
                      <a:lnTo>
                        <a:pt x="33" y="218"/>
                      </a:lnTo>
                      <a:lnTo>
                        <a:pt x="33" y="117"/>
                      </a:lnTo>
                      <a:lnTo>
                        <a:pt x="33" y="16"/>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1"/>
                <p:cNvSpPr/>
                <p:nvPr/>
              </p:nvSpPr>
              <p:spPr>
                <a:xfrm>
                  <a:off x="3068277" y="1542712"/>
                  <a:ext cx="18474" cy="6953"/>
                </a:xfrm>
                <a:custGeom>
                  <a:rect b="b" l="l" r="r" t="t"/>
                  <a:pathLst>
                    <a:path extrusionOk="0" h="70" w="186">
                      <a:moveTo>
                        <a:pt x="0" y="1"/>
                      </a:moveTo>
                      <a:lnTo>
                        <a:pt x="0" y="17"/>
                      </a:lnTo>
                      <a:lnTo>
                        <a:pt x="16" y="17"/>
                      </a:lnTo>
                      <a:cubicBezTo>
                        <a:pt x="16" y="17"/>
                        <a:pt x="36" y="33"/>
                        <a:pt x="53" y="33"/>
                      </a:cubicBezTo>
                      <a:lnTo>
                        <a:pt x="69" y="33"/>
                      </a:lnTo>
                      <a:cubicBezTo>
                        <a:pt x="69" y="33"/>
                        <a:pt x="85" y="33"/>
                        <a:pt x="85" y="49"/>
                      </a:cubicBezTo>
                      <a:lnTo>
                        <a:pt x="137" y="49"/>
                      </a:lnTo>
                      <a:cubicBezTo>
                        <a:pt x="170" y="70"/>
                        <a:pt x="186" y="70"/>
                        <a:pt x="186" y="70"/>
                      </a:cubicBezTo>
                      <a:cubicBezTo>
                        <a:pt x="186" y="70"/>
                        <a:pt x="170" y="49"/>
                        <a:pt x="154" y="49"/>
                      </a:cubicBezTo>
                      <a:cubicBezTo>
                        <a:pt x="137" y="33"/>
                        <a:pt x="117" y="33"/>
                        <a:pt x="101" y="17"/>
                      </a:cubicBezTo>
                      <a:cubicBezTo>
                        <a:pt x="85" y="17"/>
                        <a:pt x="85" y="17"/>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1"/>
                <p:cNvSpPr/>
                <p:nvPr/>
              </p:nvSpPr>
              <p:spPr>
                <a:xfrm>
                  <a:off x="3085063" y="1549565"/>
                  <a:ext cx="3278" cy="33373"/>
                </a:xfrm>
                <a:custGeom>
                  <a:rect b="b" l="l" r="r" t="t"/>
                  <a:pathLst>
                    <a:path extrusionOk="0" h="336" w="33">
                      <a:moveTo>
                        <a:pt x="17" y="1"/>
                      </a:moveTo>
                      <a:cubicBezTo>
                        <a:pt x="1" y="1"/>
                        <a:pt x="1" y="1"/>
                        <a:pt x="1" y="17"/>
                      </a:cubicBezTo>
                      <a:lnTo>
                        <a:pt x="1" y="33"/>
                      </a:lnTo>
                      <a:lnTo>
                        <a:pt x="1" y="102"/>
                      </a:lnTo>
                      <a:lnTo>
                        <a:pt x="1" y="203"/>
                      </a:lnTo>
                      <a:cubicBezTo>
                        <a:pt x="1" y="235"/>
                        <a:pt x="17" y="267"/>
                        <a:pt x="17" y="304"/>
                      </a:cubicBezTo>
                      <a:lnTo>
                        <a:pt x="17" y="336"/>
                      </a:lnTo>
                      <a:cubicBezTo>
                        <a:pt x="17" y="336"/>
                        <a:pt x="17" y="320"/>
                        <a:pt x="33" y="304"/>
                      </a:cubicBezTo>
                      <a:lnTo>
                        <a:pt x="33" y="203"/>
                      </a:lnTo>
                      <a:lnTo>
                        <a:pt x="33" y="102"/>
                      </a:lnTo>
                      <a:cubicBezTo>
                        <a:pt x="17" y="81"/>
                        <a:pt x="17" y="49"/>
                        <a:pt x="17" y="33"/>
                      </a:cubicBezTo>
                      <a:lnTo>
                        <a:pt x="17" y="17"/>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1"/>
                <p:cNvSpPr/>
                <p:nvPr/>
              </p:nvSpPr>
              <p:spPr>
                <a:xfrm>
                  <a:off x="3095094" y="1549565"/>
                  <a:ext cx="1689" cy="40227"/>
                </a:xfrm>
                <a:custGeom>
                  <a:rect b="b" l="l" r="r" t="t"/>
                  <a:pathLst>
                    <a:path extrusionOk="0" h="405" w="17">
                      <a:moveTo>
                        <a:pt x="1" y="1"/>
                      </a:moveTo>
                      <a:lnTo>
                        <a:pt x="1" y="17"/>
                      </a:lnTo>
                      <a:lnTo>
                        <a:pt x="1" y="102"/>
                      </a:lnTo>
                      <a:lnTo>
                        <a:pt x="1" y="283"/>
                      </a:lnTo>
                      <a:lnTo>
                        <a:pt x="1" y="405"/>
                      </a:lnTo>
                      <a:cubicBezTo>
                        <a:pt x="1" y="405"/>
                        <a:pt x="17" y="352"/>
                        <a:pt x="17" y="283"/>
                      </a:cubicBezTo>
                      <a:lnTo>
                        <a:pt x="17" y="102"/>
                      </a:lnTo>
                      <a:lnTo>
                        <a:pt x="17" y="17"/>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1"/>
                <p:cNvSpPr/>
                <p:nvPr/>
              </p:nvSpPr>
              <p:spPr>
                <a:xfrm>
                  <a:off x="3095094" y="1547579"/>
                  <a:ext cx="20163" cy="5264"/>
                </a:xfrm>
                <a:custGeom>
                  <a:rect b="b" l="l" r="r" t="t"/>
                  <a:pathLst>
                    <a:path extrusionOk="0" h="53" w="203">
                      <a:moveTo>
                        <a:pt x="33" y="0"/>
                      </a:moveTo>
                      <a:lnTo>
                        <a:pt x="17" y="21"/>
                      </a:lnTo>
                      <a:lnTo>
                        <a:pt x="1" y="21"/>
                      </a:lnTo>
                      <a:lnTo>
                        <a:pt x="1" y="37"/>
                      </a:lnTo>
                      <a:lnTo>
                        <a:pt x="49" y="37"/>
                      </a:lnTo>
                      <a:cubicBezTo>
                        <a:pt x="69" y="37"/>
                        <a:pt x="118" y="37"/>
                        <a:pt x="134" y="53"/>
                      </a:cubicBezTo>
                      <a:lnTo>
                        <a:pt x="203" y="53"/>
                      </a:lnTo>
                      <a:cubicBezTo>
                        <a:pt x="203" y="53"/>
                        <a:pt x="170" y="37"/>
                        <a:pt x="150" y="37"/>
                      </a:cubicBezTo>
                      <a:cubicBezTo>
                        <a:pt x="134" y="21"/>
                        <a:pt x="118" y="21"/>
                        <a:pt x="102" y="21"/>
                      </a:cubicBezTo>
                      <a:cubicBezTo>
                        <a:pt x="85" y="21"/>
                        <a:pt x="69"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1"/>
                <p:cNvSpPr/>
                <p:nvPr/>
              </p:nvSpPr>
              <p:spPr>
                <a:xfrm>
                  <a:off x="3113569" y="1552744"/>
                  <a:ext cx="3278" cy="33473"/>
                </a:xfrm>
                <a:custGeom>
                  <a:rect b="b" l="l" r="r" t="t"/>
                  <a:pathLst>
                    <a:path extrusionOk="0" h="337" w="33">
                      <a:moveTo>
                        <a:pt x="17" y="1"/>
                      </a:moveTo>
                      <a:cubicBezTo>
                        <a:pt x="0" y="1"/>
                        <a:pt x="0" y="1"/>
                        <a:pt x="0" y="17"/>
                      </a:cubicBezTo>
                      <a:lnTo>
                        <a:pt x="0" y="102"/>
                      </a:lnTo>
                      <a:lnTo>
                        <a:pt x="0" y="187"/>
                      </a:lnTo>
                      <a:cubicBezTo>
                        <a:pt x="17" y="219"/>
                        <a:pt x="17" y="235"/>
                        <a:pt x="17" y="272"/>
                      </a:cubicBezTo>
                      <a:cubicBezTo>
                        <a:pt x="17" y="304"/>
                        <a:pt x="17" y="320"/>
                        <a:pt x="33" y="336"/>
                      </a:cubicBezTo>
                      <a:lnTo>
                        <a:pt x="33" y="272"/>
                      </a:lnTo>
                      <a:lnTo>
                        <a:pt x="33" y="187"/>
                      </a:lnTo>
                      <a:lnTo>
                        <a:pt x="33" y="102"/>
                      </a:lnTo>
                      <a:cubicBezTo>
                        <a:pt x="17" y="49"/>
                        <a:pt x="17" y="33"/>
                        <a:pt x="17" y="17"/>
                      </a:cubicBez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1"/>
                <p:cNvSpPr/>
                <p:nvPr/>
              </p:nvSpPr>
              <p:spPr>
                <a:xfrm>
                  <a:off x="3120025" y="1552744"/>
                  <a:ext cx="5264" cy="31883"/>
                </a:xfrm>
                <a:custGeom>
                  <a:rect b="b" l="l" r="r" t="t"/>
                  <a:pathLst>
                    <a:path extrusionOk="0" h="321" w="53">
                      <a:moveTo>
                        <a:pt x="36" y="1"/>
                      </a:moveTo>
                      <a:lnTo>
                        <a:pt x="36" y="17"/>
                      </a:lnTo>
                      <a:cubicBezTo>
                        <a:pt x="53" y="1"/>
                        <a:pt x="36" y="1"/>
                        <a:pt x="36" y="1"/>
                      </a:cubicBezTo>
                      <a:close/>
                      <a:moveTo>
                        <a:pt x="36" y="17"/>
                      </a:moveTo>
                      <a:cubicBezTo>
                        <a:pt x="36" y="17"/>
                        <a:pt x="20" y="17"/>
                        <a:pt x="20" y="33"/>
                      </a:cubicBezTo>
                      <a:cubicBezTo>
                        <a:pt x="20" y="49"/>
                        <a:pt x="20" y="70"/>
                        <a:pt x="0" y="86"/>
                      </a:cubicBezTo>
                      <a:cubicBezTo>
                        <a:pt x="0" y="118"/>
                        <a:pt x="20" y="150"/>
                        <a:pt x="20" y="171"/>
                      </a:cubicBezTo>
                      <a:lnTo>
                        <a:pt x="20" y="251"/>
                      </a:lnTo>
                      <a:cubicBezTo>
                        <a:pt x="36" y="288"/>
                        <a:pt x="36" y="304"/>
                        <a:pt x="36" y="320"/>
                      </a:cubicBezTo>
                      <a:lnTo>
                        <a:pt x="36" y="251"/>
                      </a:lnTo>
                      <a:lnTo>
                        <a:pt x="36" y="171"/>
                      </a:lnTo>
                      <a:lnTo>
                        <a:pt x="36" y="86"/>
                      </a:lnTo>
                      <a:lnTo>
                        <a:pt x="36" y="33"/>
                      </a:lnTo>
                      <a:lnTo>
                        <a:pt x="36" y="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1"/>
                <p:cNvSpPr/>
                <p:nvPr/>
              </p:nvSpPr>
              <p:spPr>
                <a:xfrm>
                  <a:off x="3122011" y="1552744"/>
                  <a:ext cx="20163" cy="3377"/>
                </a:xfrm>
                <a:custGeom>
                  <a:rect b="b" l="l" r="r" t="t"/>
                  <a:pathLst>
                    <a:path extrusionOk="0" h="34" w="203">
                      <a:moveTo>
                        <a:pt x="16" y="1"/>
                      </a:moveTo>
                      <a:cubicBezTo>
                        <a:pt x="0" y="1"/>
                        <a:pt x="0" y="1"/>
                        <a:pt x="0" y="17"/>
                      </a:cubicBezTo>
                      <a:lnTo>
                        <a:pt x="33" y="17"/>
                      </a:lnTo>
                      <a:cubicBezTo>
                        <a:pt x="33" y="33"/>
                        <a:pt x="49" y="33"/>
                        <a:pt x="49" y="33"/>
                      </a:cubicBezTo>
                      <a:lnTo>
                        <a:pt x="202" y="33"/>
                      </a:lnTo>
                      <a:cubicBezTo>
                        <a:pt x="202" y="33"/>
                        <a:pt x="182" y="33"/>
                        <a:pt x="150" y="17"/>
                      </a:cubicBezTo>
                      <a:cubicBezTo>
                        <a:pt x="117" y="17"/>
                        <a:pt x="81"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1"/>
                <p:cNvSpPr/>
                <p:nvPr/>
              </p:nvSpPr>
              <p:spPr>
                <a:xfrm>
                  <a:off x="3140089" y="1556022"/>
                  <a:ext cx="3675" cy="20163"/>
                </a:xfrm>
                <a:custGeom>
                  <a:rect b="b" l="l" r="r" t="t"/>
                  <a:pathLst>
                    <a:path extrusionOk="0" h="203" w="37">
                      <a:moveTo>
                        <a:pt x="20" y="0"/>
                      </a:moveTo>
                      <a:lnTo>
                        <a:pt x="20" y="16"/>
                      </a:lnTo>
                      <a:cubicBezTo>
                        <a:pt x="20" y="16"/>
                        <a:pt x="0" y="16"/>
                        <a:pt x="0" y="37"/>
                      </a:cubicBezTo>
                      <a:lnTo>
                        <a:pt x="0" y="85"/>
                      </a:lnTo>
                      <a:lnTo>
                        <a:pt x="0" y="101"/>
                      </a:lnTo>
                      <a:lnTo>
                        <a:pt x="0" y="138"/>
                      </a:lnTo>
                      <a:cubicBezTo>
                        <a:pt x="0" y="170"/>
                        <a:pt x="0" y="186"/>
                        <a:pt x="20" y="202"/>
                      </a:cubicBezTo>
                      <a:cubicBezTo>
                        <a:pt x="36" y="186"/>
                        <a:pt x="36" y="170"/>
                        <a:pt x="36" y="138"/>
                      </a:cubicBezTo>
                      <a:lnTo>
                        <a:pt x="36" y="85"/>
                      </a:lnTo>
                      <a:lnTo>
                        <a:pt x="36" y="37"/>
                      </a:lnTo>
                      <a:lnTo>
                        <a:pt x="36" y="16"/>
                      </a:lnTo>
                      <a:cubicBezTo>
                        <a:pt x="36" y="8"/>
                        <a:pt x="32" y="8"/>
                        <a:pt x="28" y="8"/>
                      </a:cubicBezTo>
                      <a:cubicBezTo>
                        <a:pt x="24" y="8"/>
                        <a:pt x="20" y="8"/>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1"/>
                <p:cNvSpPr/>
                <p:nvPr/>
              </p:nvSpPr>
              <p:spPr>
                <a:xfrm>
                  <a:off x="2979579" y="1644719"/>
                  <a:ext cx="23739" cy="5264"/>
                </a:xfrm>
                <a:custGeom>
                  <a:rect b="b" l="l" r="r" t="t"/>
                  <a:pathLst>
                    <a:path extrusionOk="0" h="53" w="239">
                      <a:moveTo>
                        <a:pt x="37" y="0"/>
                      </a:moveTo>
                      <a:cubicBezTo>
                        <a:pt x="20" y="16"/>
                        <a:pt x="20" y="16"/>
                        <a:pt x="0" y="16"/>
                      </a:cubicBezTo>
                      <a:lnTo>
                        <a:pt x="20" y="32"/>
                      </a:lnTo>
                      <a:lnTo>
                        <a:pt x="121" y="32"/>
                      </a:lnTo>
                      <a:cubicBezTo>
                        <a:pt x="138" y="32"/>
                        <a:pt x="154" y="32"/>
                        <a:pt x="170" y="53"/>
                      </a:cubicBezTo>
                      <a:lnTo>
                        <a:pt x="239" y="53"/>
                      </a:lnTo>
                      <a:lnTo>
                        <a:pt x="222" y="32"/>
                      </a:lnTo>
                      <a:lnTo>
                        <a:pt x="170" y="32"/>
                      </a:lnTo>
                      <a:cubicBezTo>
                        <a:pt x="154" y="16"/>
                        <a:pt x="138" y="16"/>
                        <a:pt x="121" y="16"/>
                      </a:cubicBezTo>
                      <a:cubicBezTo>
                        <a:pt x="101" y="16"/>
                        <a:pt x="101"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1"/>
                <p:cNvSpPr/>
                <p:nvPr/>
              </p:nvSpPr>
              <p:spPr>
                <a:xfrm>
                  <a:off x="2976302" y="1646308"/>
                  <a:ext cx="3377" cy="112039"/>
                </a:xfrm>
                <a:custGeom>
                  <a:rect b="b" l="l" r="r" t="t"/>
                  <a:pathLst>
                    <a:path extrusionOk="0" h="1128" w="34">
                      <a:moveTo>
                        <a:pt x="17" y="0"/>
                      </a:moveTo>
                      <a:lnTo>
                        <a:pt x="1" y="37"/>
                      </a:lnTo>
                      <a:lnTo>
                        <a:pt x="1" y="117"/>
                      </a:lnTo>
                      <a:lnTo>
                        <a:pt x="1" y="287"/>
                      </a:lnTo>
                      <a:cubicBezTo>
                        <a:pt x="1" y="372"/>
                        <a:pt x="1" y="473"/>
                        <a:pt x="17" y="558"/>
                      </a:cubicBezTo>
                      <a:lnTo>
                        <a:pt x="17" y="824"/>
                      </a:lnTo>
                      <a:lnTo>
                        <a:pt x="17" y="1127"/>
                      </a:lnTo>
                      <a:cubicBezTo>
                        <a:pt x="17" y="1127"/>
                        <a:pt x="33" y="994"/>
                        <a:pt x="33" y="824"/>
                      </a:cubicBezTo>
                      <a:lnTo>
                        <a:pt x="33" y="558"/>
                      </a:lnTo>
                      <a:lnTo>
                        <a:pt x="33" y="287"/>
                      </a:lnTo>
                      <a:lnTo>
                        <a:pt x="33" y="117"/>
                      </a:lnTo>
                      <a:cubicBezTo>
                        <a:pt x="33" y="85"/>
                        <a:pt x="17" y="53"/>
                        <a:pt x="17" y="37"/>
                      </a:cubicBez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1"/>
                <p:cNvSpPr/>
                <p:nvPr/>
              </p:nvSpPr>
              <p:spPr>
                <a:xfrm>
                  <a:off x="2977990" y="1756658"/>
                  <a:ext cx="16885" cy="5264"/>
                </a:xfrm>
                <a:custGeom>
                  <a:rect b="b" l="l" r="r" t="t"/>
                  <a:pathLst>
                    <a:path extrusionOk="0" h="53" w="170">
                      <a:moveTo>
                        <a:pt x="53" y="0"/>
                      </a:moveTo>
                      <a:cubicBezTo>
                        <a:pt x="0" y="0"/>
                        <a:pt x="0" y="0"/>
                        <a:pt x="0" y="16"/>
                      </a:cubicBezTo>
                      <a:lnTo>
                        <a:pt x="53" y="36"/>
                      </a:lnTo>
                      <a:lnTo>
                        <a:pt x="137" y="36"/>
                      </a:lnTo>
                      <a:cubicBezTo>
                        <a:pt x="117" y="16"/>
                        <a:pt x="101" y="16"/>
                        <a:pt x="85" y="16"/>
                      </a:cubicBezTo>
                      <a:cubicBezTo>
                        <a:pt x="85" y="0"/>
                        <a:pt x="69" y="0"/>
                        <a:pt x="53" y="0"/>
                      </a:cubicBezTo>
                      <a:close/>
                      <a:moveTo>
                        <a:pt x="137" y="36"/>
                      </a:moveTo>
                      <a:cubicBezTo>
                        <a:pt x="154" y="53"/>
                        <a:pt x="170" y="53"/>
                        <a:pt x="170" y="53"/>
                      </a:cubicBezTo>
                      <a:cubicBezTo>
                        <a:pt x="170" y="53"/>
                        <a:pt x="154" y="36"/>
                        <a:pt x="137" y="3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1"/>
                <p:cNvSpPr/>
                <p:nvPr/>
              </p:nvSpPr>
              <p:spPr>
                <a:xfrm>
                  <a:off x="2996365" y="1649288"/>
                  <a:ext cx="3377" cy="92571"/>
                </a:xfrm>
                <a:custGeom>
                  <a:rect b="b" l="l" r="r" t="t"/>
                  <a:pathLst>
                    <a:path extrusionOk="0" h="932" w="34">
                      <a:moveTo>
                        <a:pt x="25" y="1"/>
                      </a:moveTo>
                      <a:cubicBezTo>
                        <a:pt x="21" y="1"/>
                        <a:pt x="17" y="5"/>
                        <a:pt x="17" y="23"/>
                      </a:cubicBezTo>
                      <a:lnTo>
                        <a:pt x="17" y="108"/>
                      </a:lnTo>
                      <a:lnTo>
                        <a:pt x="17" y="289"/>
                      </a:lnTo>
                      <a:cubicBezTo>
                        <a:pt x="17" y="358"/>
                        <a:pt x="17" y="459"/>
                        <a:pt x="1" y="544"/>
                      </a:cubicBezTo>
                      <a:cubicBezTo>
                        <a:pt x="17" y="645"/>
                        <a:pt x="1" y="730"/>
                        <a:pt x="1" y="814"/>
                      </a:cubicBezTo>
                      <a:lnTo>
                        <a:pt x="1" y="932"/>
                      </a:lnTo>
                      <a:cubicBezTo>
                        <a:pt x="1" y="895"/>
                        <a:pt x="1" y="863"/>
                        <a:pt x="17" y="814"/>
                      </a:cubicBezTo>
                      <a:lnTo>
                        <a:pt x="17" y="693"/>
                      </a:lnTo>
                      <a:cubicBezTo>
                        <a:pt x="33" y="645"/>
                        <a:pt x="33" y="592"/>
                        <a:pt x="33" y="544"/>
                      </a:cubicBezTo>
                      <a:lnTo>
                        <a:pt x="33" y="289"/>
                      </a:lnTo>
                      <a:lnTo>
                        <a:pt x="33" y="108"/>
                      </a:lnTo>
                      <a:lnTo>
                        <a:pt x="33" y="23"/>
                      </a:lnTo>
                      <a:lnTo>
                        <a:pt x="33" y="7"/>
                      </a:lnTo>
                      <a:cubicBezTo>
                        <a:pt x="33" y="7"/>
                        <a:pt x="29" y="1"/>
                        <a:pt x="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1"/>
                <p:cNvSpPr/>
                <p:nvPr/>
              </p:nvSpPr>
              <p:spPr>
                <a:xfrm>
                  <a:off x="2971534" y="1782780"/>
                  <a:ext cx="33373" cy="22447"/>
                </a:xfrm>
                <a:custGeom>
                  <a:rect b="b" l="l" r="r" t="t"/>
                  <a:pathLst>
                    <a:path extrusionOk="0" h="226" w="336">
                      <a:moveTo>
                        <a:pt x="331" y="1"/>
                      </a:moveTo>
                      <a:cubicBezTo>
                        <a:pt x="329" y="1"/>
                        <a:pt x="325" y="2"/>
                        <a:pt x="320" y="8"/>
                      </a:cubicBezTo>
                      <a:lnTo>
                        <a:pt x="336" y="8"/>
                      </a:lnTo>
                      <a:cubicBezTo>
                        <a:pt x="336" y="8"/>
                        <a:pt x="336" y="1"/>
                        <a:pt x="331" y="1"/>
                      </a:cubicBezTo>
                      <a:close/>
                      <a:moveTo>
                        <a:pt x="283" y="8"/>
                      </a:moveTo>
                      <a:cubicBezTo>
                        <a:pt x="267" y="24"/>
                        <a:pt x="251" y="24"/>
                        <a:pt x="235" y="40"/>
                      </a:cubicBezTo>
                      <a:cubicBezTo>
                        <a:pt x="219" y="40"/>
                        <a:pt x="202" y="56"/>
                        <a:pt x="202" y="56"/>
                      </a:cubicBezTo>
                      <a:cubicBezTo>
                        <a:pt x="182" y="76"/>
                        <a:pt x="166" y="93"/>
                        <a:pt x="150" y="93"/>
                      </a:cubicBezTo>
                      <a:cubicBezTo>
                        <a:pt x="134" y="109"/>
                        <a:pt x="101" y="141"/>
                        <a:pt x="81" y="157"/>
                      </a:cubicBezTo>
                      <a:cubicBezTo>
                        <a:pt x="118" y="141"/>
                        <a:pt x="134" y="125"/>
                        <a:pt x="166" y="109"/>
                      </a:cubicBezTo>
                      <a:cubicBezTo>
                        <a:pt x="182" y="109"/>
                        <a:pt x="202" y="93"/>
                        <a:pt x="202" y="76"/>
                      </a:cubicBezTo>
                      <a:cubicBezTo>
                        <a:pt x="219" y="76"/>
                        <a:pt x="235" y="76"/>
                        <a:pt x="251" y="56"/>
                      </a:cubicBezTo>
                      <a:cubicBezTo>
                        <a:pt x="267" y="40"/>
                        <a:pt x="283" y="40"/>
                        <a:pt x="303" y="24"/>
                      </a:cubicBezTo>
                      <a:lnTo>
                        <a:pt x="320" y="8"/>
                      </a:lnTo>
                      <a:close/>
                      <a:moveTo>
                        <a:pt x="81" y="157"/>
                      </a:moveTo>
                      <a:lnTo>
                        <a:pt x="81" y="157"/>
                      </a:lnTo>
                      <a:cubicBezTo>
                        <a:pt x="49" y="177"/>
                        <a:pt x="33" y="194"/>
                        <a:pt x="17" y="194"/>
                      </a:cubicBezTo>
                      <a:cubicBezTo>
                        <a:pt x="1" y="210"/>
                        <a:pt x="0" y="226"/>
                        <a:pt x="0" y="226"/>
                      </a:cubicBezTo>
                      <a:lnTo>
                        <a:pt x="0" y="226"/>
                      </a:lnTo>
                      <a:cubicBezTo>
                        <a:pt x="0" y="226"/>
                        <a:pt x="1" y="210"/>
                        <a:pt x="17" y="210"/>
                      </a:cubicBezTo>
                      <a:cubicBezTo>
                        <a:pt x="33" y="194"/>
                        <a:pt x="65" y="177"/>
                        <a:pt x="81" y="1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1"/>
                <p:cNvSpPr/>
                <p:nvPr/>
              </p:nvSpPr>
              <p:spPr>
                <a:xfrm>
                  <a:off x="2974713" y="1790329"/>
                  <a:ext cx="35062" cy="26619"/>
                </a:xfrm>
                <a:custGeom>
                  <a:rect b="b" l="l" r="r" t="t"/>
                  <a:pathLst>
                    <a:path extrusionOk="0" h="268" w="353">
                      <a:moveTo>
                        <a:pt x="336" y="0"/>
                      </a:moveTo>
                      <a:cubicBezTo>
                        <a:pt x="320" y="0"/>
                        <a:pt x="320" y="17"/>
                        <a:pt x="304" y="17"/>
                      </a:cubicBezTo>
                      <a:cubicBezTo>
                        <a:pt x="288" y="17"/>
                        <a:pt x="288" y="33"/>
                        <a:pt x="271" y="33"/>
                      </a:cubicBezTo>
                      <a:cubicBezTo>
                        <a:pt x="271" y="33"/>
                        <a:pt x="251" y="49"/>
                        <a:pt x="235" y="65"/>
                      </a:cubicBezTo>
                      <a:cubicBezTo>
                        <a:pt x="219" y="65"/>
                        <a:pt x="203" y="81"/>
                        <a:pt x="203" y="101"/>
                      </a:cubicBezTo>
                      <a:cubicBezTo>
                        <a:pt x="219" y="101"/>
                        <a:pt x="235" y="81"/>
                        <a:pt x="251" y="81"/>
                      </a:cubicBezTo>
                      <a:cubicBezTo>
                        <a:pt x="271" y="49"/>
                        <a:pt x="288" y="49"/>
                        <a:pt x="304" y="33"/>
                      </a:cubicBezTo>
                      <a:cubicBezTo>
                        <a:pt x="320" y="33"/>
                        <a:pt x="336" y="17"/>
                        <a:pt x="336" y="17"/>
                      </a:cubicBezTo>
                      <a:lnTo>
                        <a:pt x="352" y="0"/>
                      </a:lnTo>
                      <a:close/>
                      <a:moveTo>
                        <a:pt x="203" y="101"/>
                      </a:moveTo>
                      <a:cubicBezTo>
                        <a:pt x="187" y="101"/>
                        <a:pt x="170" y="118"/>
                        <a:pt x="150" y="134"/>
                      </a:cubicBezTo>
                      <a:cubicBezTo>
                        <a:pt x="118" y="150"/>
                        <a:pt x="102" y="182"/>
                        <a:pt x="69" y="202"/>
                      </a:cubicBezTo>
                      <a:cubicBezTo>
                        <a:pt x="49" y="219"/>
                        <a:pt x="49" y="235"/>
                        <a:pt x="33" y="235"/>
                      </a:cubicBezTo>
                      <a:lnTo>
                        <a:pt x="1" y="267"/>
                      </a:lnTo>
                      <a:cubicBezTo>
                        <a:pt x="17" y="267"/>
                        <a:pt x="33" y="251"/>
                        <a:pt x="33" y="251"/>
                      </a:cubicBezTo>
                      <a:cubicBezTo>
                        <a:pt x="49" y="235"/>
                        <a:pt x="69" y="235"/>
                        <a:pt x="86" y="219"/>
                      </a:cubicBezTo>
                      <a:cubicBezTo>
                        <a:pt x="102" y="202"/>
                        <a:pt x="134" y="166"/>
                        <a:pt x="170" y="150"/>
                      </a:cubicBezTo>
                      <a:cubicBezTo>
                        <a:pt x="187" y="134"/>
                        <a:pt x="203" y="118"/>
                        <a:pt x="203" y="1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1"/>
                <p:cNvSpPr/>
                <p:nvPr/>
              </p:nvSpPr>
              <p:spPr>
                <a:xfrm>
                  <a:off x="2993187" y="1801950"/>
                  <a:ext cx="18574" cy="13310"/>
                </a:xfrm>
                <a:custGeom>
                  <a:rect b="b" l="l" r="r" t="t"/>
                  <a:pathLst>
                    <a:path extrusionOk="0" h="134" w="187">
                      <a:moveTo>
                        <a:pt x="150" y="1"/>
                      </a:moveTo>
                      <a:cubicBezTo>
                        <a:pt x="150" y="1"/>
                        <a:pt x="134" y="17"/>
                        <a:pt x="118" y="17"/>
                      </a:cubicBezTo>
                      <a:cubicBezTo>
                        <a:pt x="102" y="33"/>
                        <a:pt x="65" y="65"/>
                        <a:pt x="49" y="85"/>
                      </a:cubicBezTo>
                      <a:cubicBezTo>
                        <a:pt x="17" y="118"/>
                        <a:pt x="1" y="134"/>
                        <a:pt x="1" y="134"/>
                      </a:cubicBezTo>
                      <a:cubicBezTo>
                        <a:pt x="1" y="134"/>
                        <a:pt x="17" y="118"/>
                        <a:pt x="49" y="102"/>
                      </a:cubicBezTo>
                      <a:cubicBezTo>
                        <a:pt x="65" y="85"/>
                        <a:pt x="85" y="65"/>
                        <a:pt x="102" y="65"/>
                      </a:cubicBezTo>
                      <a:lnTo>
                        <a:pt x="118" y="49"/>
                      </a:lnTo>
                      <a:lnTo>
                        <a:pt x="134" y="33"/>
                      </a:lnTo>
                      <a:cubicBezTo>
                        <a:pt x="150" y="33"/>
                        <a:pt x="150" y="17"/>
                        <a:pt x="166" y="17"/>
                      </a:cubicBezTo>
                      <a:lnTo>
                        <a:pt x="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1"/>
                <p:cNvSpPr/>
                <p:nvPr/>
              </p:nvSpPr>
              <p:spPr>
                <a:xfrm>
                  <a:off x="2998054" y="1815160"/>
                  <a:ext cx="11720" cy="8542"/>
                </a:xfrm>
                <a:custGeom>
                  <a:rect b="b" l="l" r="r" t="t"/>
                  <a:pathLst>
                    <a:path extrusionOk="0" h="86" w="118">
                      <a:moveTo>
                        <a:pt x="117" y="1"/>
                      </a:moveTo>
                      <a:cubicBezTo>
                        <a:pt x="117" y="1"/>
                        <a:pt x="101" y="1"/>
                        <a:pt x="85" y="17"/>
                      </a:cubicBezTo>
                      <a:cubicBezTo>
                        <a:pt x="69" y="33"/>
                        <a:pt x="69" y="33"/>
                        <a:pt x="53" y="33"/>
                      </a:cubicBezTo>
                      <a:cubicBezTo>
                        <a:pt x="36" y="53"/>
                        <a:pt x="36" y="70"/>
                        <a:pt x="16" y="70"/>
                      </a:cubicBezTo>
                      <a:cubicBezTo>
                        <a:pt x="16" y="70"/>
                        <a:pt x="16" y="86"/>
                        <a:pt x="0" y="86"/>
                      </a:cubicBezTo>
                      <a:cubicBezTo>
                        <a:pt x="16" y="86"/>
                        <a:pt x="16" y="86"/>
                        <a:pt x="36" y="70"/>
                      </a:cubicBezTo>
                      <a:cubicBezTo>
                        <a:pt x="36" y="70"/>
                        <a:pt x="53" y="70"/>
                        <a:pt x="69" y="53"/>
                      </a:cubicBezTo>
                      <a:lnTo>
                        <a:pt x="85" y="33"/>
                      </a:lnTo>
                      <a:cubicBezTo>
                        <a:pt x="101" y="17"/>
                        <a:pt x="117" y="17"/>
                        <a:pt x="117" y="17"/>
                      </a:cubicBezTo>
                      <a:lnTo>
                        <a:pt x="1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1"/>
                <p:cNvSpPr/>
                <p:nvPr/>
              </p:nvSpPr>
              <p:spPr>
                <a:xfrm>
                  <a:off x="3004808" y="1824497"/>
                  <a:ext cx="4966" cy="2483"/>
                </a:xfrm>
                <a:custGeom>
                  <a:rect b="b" l="l" r="r" t="t"/>
                  <a:pathLst>
                    <a:path extrusionOk="0" h="25" w="50">
                      <a:moveTo>
                        <a:pt x="44" y="1"/>
                      </a:moveTo>
                      <a:cubicBezTo>
                        <a:pt x="42" y="1"/>
                        <a:pt x="38" y="2"/>
                        <a:pt x="33" y="8"/>
                      </a:cubicBezTo>
                      <a:cubicBezTo>
                        <a:pt x="17" y="8"/>
                        <a:pt x="17" y="8"/>
                        <a:pt x="1" y="24"/>
                      </a:cubicBezTo>
                      <a:lnTo>
                        <a:pt x="33" y="24"/>
                      </a:lnTo>
                      <a:lnTo>
                        <a:pt x="49" y="8"/>
                      </a:lnTo>
                      <a:cubicBezTo>
                        <a:pt x="49" y="8"/>
                        <a:pt x="49"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1"/>
                <p:cNvSpPr/>
                <p:nvPr/>
              </p:nvSpPr>
              <p:spPr>
                <a:xfrm>
                  <a:off x="3004808" y="1833635"/>
                  <a:ext cx="4966" cy="4966"/>
                </a:xfrm>
                <a:custGeom>
                  <a:rect b="b" l="l" r="r" t="t"/>
                  <a:pathLst>
                    <a:path extrusionOk="0" h="50" w="50">
                      <a:moveTo>
                        <a:pt x="49" y="1"/>
                      </a:moveTo>
                      <a:lnTo>
                        <a:pt x="33" y="17"/>
                      </a:lnTo>
                      <a:cubicBezTo>
                        <a:pt x="17" y="17"/>
                        <a:pt x="17" y="33"/>
                        <a:pt x="1" y="33"/>
                      </a:cubicBezTo>
                      <a:lnTo>
                        <a:pt x="1" y="49"/>
                      </a:lnTo>
                      <a:lnTo>
                        <a:pt x="17" y="33"/>
                      </a:lnTo>
                      <a:cubicBezTo>
                        <a:pt x="17" y="33"/>
                        <a:pt x="33" y="33"/>
                        <a:pt x="49" y="17"/>
                      </a:cubicBezTo>
                      <a:lnTo>
                        <a:pt x="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1"/>
                <p:cNvSpPr/>
                <p:nvPr/>
              </p:nvSpPr>
              <p:spPr>
                <a:xfrm>
                  <a:off x="2947895" y="1825788"/>
                  <a:ext cx="16885" cy="12813"/>
                </a:xfrm>
                <a:custGeom>
                  <a:rect b="b" l="l" r="r" t="t"/>
                  <a:pathLst>
                    <a:path extrusionOk="0" h="129" w="170">
                      <a:moveTo>
                        <a:pt x="151" y="0"/>
                      </a:moveTo>
                      <a:cubicBezTo>
                        <a:pt x="147" y="0"/>
                        <a:pt x="139" y="8"/>
                        <a:pt x="117" y="27"/>
                      </a:cubicBezTo>
                      <a:cubicBezTo>
                        <a:pt x="101" y="27"/>
                        <a:pt x="85" y="47"/>
                        <a:pt x="85" y="64"/>
                      </a:cubicBezTo>
                      <a:cubicBezTo>
                        <a:pt x="69" y="64"/>
                        <a:pt x="53" y="80"/>
                        <a:pt x="36" y="80"/>
                      </a:cubicBezTo>
                      <a:lnTo>
                        <a:pt x="36" y="96"/>
                      </a:lnTo>
                      <a:lnTo>
                        <a:pt x="53" y="96"/>
                      </a:lnTo>
                      <a:cubicBezTo>
                        <a:pt x="69" y="80"/>
                        <a:pt x="101" y="64"/>
                        <a:pt x="117" y="47"/>
                      </a:cubicBezTo>
                      <a:cubicBezTo>
                        <a:pt x="170" y="11"/>
                        <a:pt x="154" y="11"/>
                        <a:pt x="154" y="11"/>
                      </a:cubicBezTo>
                      <a:cubicBezTo>
                        <a:pt x="154" y="4"/>
                        <a:pt x="154" y="0"/>
                        <a:pt x="151" y="0"/>
                      </a:cubicBezTo>
                      <a:close/>
                      <a:moveTo>
                        <a:pt x="16" y="112"/>
                      </a:moveTo>
                      <a:cubicBezTo>
                        <a:pt x="0" y="112"/>
                        <a:pt x="0" y="128"/>
                        <a:pt x="0" y="128"/>
                      </a:cubicBezTo>
                      <a:lnTo>
                        <a:pt x="16" y="1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1"/>
                <p:cNvSpPr/>
                <p:nvPr/>
              </p:nvSpPr>
              <p:spPr>
                <a:xfrm>
                  <a:off x="2977990" y="1820822"/>
                  <a:ext cx="8443" cy="6158"/>
                </a:xfrm>
                <a:custGeom>
                  <a:rect b="b" l="l" r="r" t="t"/>
                  <a:pathLst>
                    <a:path extrusionOk="0" h="62" w="85">
                      <a:moveTo>
                        <a:pt x="69" y="0"/>
                      </a:moveTo>
                      <a:cubicBezTo>
                        <a:pt x="65" y="0"/>
                        <a:pt x="61" y="4"/>
                        <a:pt x="53" y="13"/>
                      </a:cubicBezTo>
                      <a:lnTo>
                        <a:pt x="36" y="29"/>
                      </a:lnTo>
                      <a:lnTo>
                        <a:pt x="16" y="45"/>
                      </a:lnTo>
                      <a:cubicBezTo>
                        <a:pt x="0" y="45"/>
                        <a:pt x="0" y="61"/>
                        <a:pt x="0" y="61"/>
                      </a:cubicBezTo>
                      <a:lnTo>
                        <a:pt x="16" y="61"/>
                      </a:lnTo>
                      <a:cubicBezTo>
                        <a:pt x="36" y="45"/>
                        <a:pt x="36" y="45"/>
                        <a:pt x="53" y="45"/>
                      </a:cubicBezTo>
                      <a:lnTo>
                        <a:pt x="69" y="29"/>
                      </a:lnTo>
                      <a:lnTo>
                        <a:pt x="85" y="13"/>
                      </a:lnTo>
                      <a:cubicBezTo>
                        <a:pt x="77" y="4"/>
                        <a:pt x="73"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1"/>
                <p:cNvSpPr/>
                <p:nvPr/>
              </p:nvSpPr>
              <p:spPr>
                <a:xfrm>
                  <a:off x="2984744" y="1828470"/>
                  <a:ext cx="11720" cy="6853"/>
                </a:xfrm>
                <a:custGeom>
                  <a:rect b="b" l="l" r="r" t="t"/>
                  <a:pathLst>
                    <a:path extrusionOk="0" h="69" w="118">
                      <a:moveTo>
                        <a:pt x="102" y="0"/>
                      </a:moveTo>
                      <a:lnTo>
                        <a:pt x="69" y="20"/>
                      </a:lnTo>
                      <a:cubicBezTo>
                        <a:pt x="49" y="37"/>
                        <a:pt x="1" y="69"/>
                        <a:pt x="1" y="69"/>
                      </a:cubicBezTo>
                      <a:cubicBezTo>
                        <a:pt x="1" y="69"/>
                        <a:pt x="49" y="53"/>
                        <a:pt x="86" y="20"/>
                      </a:cubicBezTo>
                      <a:cubicBezTo>
                        <a:pt x="118" y="0"/>
                        <a:pt x="102" y="0"/>
                        <a:pt x="1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1"/>
                <p:cNvSpPr/>
                <p:nvPr/>
              </p:nvSpPr>
              <p:spPr>
                <a:xfrm>
                  <a:off x="2988022" y="1842078"/>
                  <a:ext cx="13707" cy="10131"/>
                </a:xfrm>
                <a:custGeom>
                  <a:rect b="b" l="l" r="r" t="t"/>
                  <a:pathLst>
                    <a:path extrusionOk="0" h="102" w="138">
                      <a:moveTo>
                        <a:pt x="117" y="1"/>
                      </a:moveTo>
                      <a:lnTo>
                        <a:pt x="101" y="17"/>
                      </a:lnTo>
                      <a:cubicBezTo>
                        <a:pt x="85" y="17"/>
                        <a:pt x="69" y="33"/>
                        <a:pt x="69" y="33"/>
                      </a:cubicBezTo>
                      <a:cubicBezTo>
                        <a:pt x="53" y="49"/>
                        <a:pt x="36" y="49"/>
                        <a:pt x="36" y="65"/>
                      </a:cubicBezTo>
                      <a:cubicBezTo>
                        <a:pt x="53" y="65"/>
                        <a:pt x="69" y="65"/>
                        <a:pt x="69" y="49"/>
                      </a:cubicBezTo>
                      <a:cubicBezTo>
                        <a:pt x="85" y="49"/>
                        <a:pt x="101" y="33"/>
                        <a:pt x="101" y="33"/>
                      </a:cubicBezTo>
                      <a:cubicBezTo>
                        <a:pt x="117" y="17"/>
                        <a:pt x="137" y="17"/>
                        <a:pt x="137" y="17"/>
                      </a:cubicBezTo>
                      <a:lnTo>
                        <a:pt x="137" y="1"/>
                      </a:lnTo>
                      <a:close/>
                      <a:moveTo>
                        <a:pt x="36" y="65"/>
                      </a:moveTo>
                      <a:cubicBezTo>
                        <a:pt x="16" y="65"/>
                        <a:pt x="16" y="85"/>
                        <a:pt x="16" y="85"/>
                      </a:cubicBezTo>
                      <a:cubicBezTo>
                        <a:pt x="16" y="85"/>
                        <a:pt x="36" y="85"/>
                        <a:pt x="36" y="65"/>
                      </a:cubicBezTo>
                      <a:close/>
                      <a:moveTo>
                        <a:pt x="16" y="85"/>
                      </a:moveTo>
                      <a:cubicBezTo>
                        <a:pt x="0" y="85"/>
                        <a:pt x="0" y="102"/>
                        <a:pt x="0" y="102"/>
                      </a:cubicBezTo>
                      <a:lnTo>
                        <a:pt x="16" y="8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1"/>
                <p:cNvSpPr/>
                <p:nvPr/>
              </p:nvSpPr>
              <p:spPr>
                <a:xfrm>
                  <a:off x="2939452" y="1810393"/>
                  <a:ext cx="22149" cy="16587"/>
                </a:xfrm>
                <a:custGeom>
                  <a:rect b="b" l="l" r="r" t="t"/>
                  <a:pathLst>
                    <a:path extrusionOk="0" h="167" w="223">
                      <a:moveTo>
                        <a:pt x="202" y="0"/>
                      </a:moveTo>
                      <a:cubicBezTo>
                        <a:pt x="202" y="0"/>
                        <a:pt x="186" y="17"/>
                        <a:pt x="154" y="33"/>
                      </a:cubicBezTo>
                      <a:cubicBezTo>
                        <a:pt x="138" y="65"/>
                        <a:pt x="101" y="101"/>
                        <a:pt x="69" y="118"/>
                      </a:cubicBezTo>
                      <a:cubicBezTo>
                        <a:pt x="53" y="134"/>
                        <a:pt x="53" y="134"/>
                        <a:pt x="37" y="134"/>
                      </a:cubicBezTo>
                      <a:cubicBezTo>
                        <a:pt x="37" y="150"/>
                        <a:pt x="37" y="150"/>
                        <a:pt x="20" y="150"/>
                      </a:cubicBezTo>
                      <a:cubicBezTo>
                        <a:pt x="20" y="166"/>
                        <a:pt x="0" y="166"/>
                        <a:pt x="0" y="166"/>
                      </a:cubicBezTo>
                      <a:cubicBezTo>
                        <a:pt x="0" y="166"/>
                        <a:pt x="20" y="166"/>
                        <a:pt x="37" y="150"/>
                      </a:cubicBezTo>
                      <a:lnTo>
                        <a:pt x="53" y="150"/>
                      </a:lnTo>
                      <a:cubicBezTo>
                        <a:pt x="53" y="134"/>
                        <a:pt x="69" y="134"/>
                        <a:pt x="69" y="134"/>
                      </a:cubicBezTo>
                      <a:cubicBezTo>
                        <a:pt x="101" y="101"/>
                        <a:pt x="138" y="65"/>
                        <a:pt x="170" y="49"/>
                      </a:cubicBezTo>
                      <a:cubicBezTo>
                        <a:pt x="202" y="33"/>
                        <a:pt x="222" y="17"/>
                        <a:pt x="222" y="17"/>
                      </a:cubicBezTo>
                      <a:lnTo>
                        <a:pt x="2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1"/>
                <p:cNvSpPr/>
                <p:nvPr/>
              </p:nvSpPr>
              <p:spPr>
                <a:xfrm>
                  <a:off x="2943028" y="1781887"/>
                  <a:ext cx="38637" cy="25030"/>
                </a:xfrm>
                <a:custGeom>
                  <a:rect b="b" l="l" r="r" t="t"/>
                  <a:pathLst>
                    <a:path extrusionOk="0" h="252" w="389">
                      <a:moveTo>
                        <a:pt x="352" y="1"/>
                      </a:moveTo>
                      <a:cubicBezTo>
                        <a:pt x="336" y="17"/>
                        <a:pt x="304" y="17"/>
                        <a:pt x="267" y="33"/>
                      </a:cubicBezTo>
                      <a:cubicBezTo>
                        <a:pt x="235" y="65"/>
                        <a:pt x="203" y="85"/>
                        <a:pt x="166" y="118"/>
                      </a:cubicBezTo>
                      <a:cubicBezTo>
                        <a:pt x="134" y="134"/>
                        <a:pt x="102" y="166"/>
                        <a:pt x="85" y="203"/>
                      </a:cubicBezTo>
                      <a:cubicBezTo>
                        <a:pt x="150" y="150"/>
                        <a:pt x="219" y="102"/>
                        <a:pt x="287" y="65"/>
                      </a:cubicBezTo>
                      <a:cubicBezTo>
                        <a:pt x="320" y="49"/>
                        <a:pt x="336" y="33"/>
                        <a:pt x="352" y="17"/>
                      </a:cubicBezTo>
                      <a:cubicBezTo>
                        <a:pt x="368" y="17"/>
                        <a:pt x="388" y="17"/>
                        <a:pt x="388" y="1"/>
                      </a:cubicBezTo>
                      <a:close/>
                      <a:moveTo>
                        <a:pt x="85" y="203"/>
                      </a:moveTo>
                      <a:cubicBezTo>
                        <a:pt x="49" y="219"/>
                        <a:pt x="17" y="235"/>
                        <a:pt x="1" y="251"/>
                      </a:cubicBezTo>
                      <a:cubicBezTo>
                        <a:pt x="33" y="251"/>
                        <a:pt x="49" y="219"/>
                        <a:pt x="85" y="2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1"/>
                <p:cNvSpPr/>
                <p:nvPr/>
              </p:nvSpPr>
              <p:spPr>
                <a:xfrm>
                  <a:off x="2951470" y="1780297"/>
                  <a:ext cx="10131" cy="6555"/>
                </a:xfrm>
                <a:custGeom>
                  <a:rect b="b" l="l" r="r" t="t"/>
                  <a:pathLst>
                    <a:path extrusionOk="0" h="66" w="102">
                      <a:moveTo>
                        <a:pt x="65" y="0"/>
                      </a:moveTo>
                      <a:cubicBezTo>
                        <a:pt x="49" y="17"/>
                        <a:pt x="33" y="17"/>
                        <a:pt x="33" y="33"/>
                      </a:cubicBezTo>
                      <a:cubicBezTo>
                        <a:pt x="17" y="33"/>
                        <a:pt x="0" y="49"/>
                        <a:pt x="0" y="65"/>
                      </a:cubicBezTo>
                      <a:cubicBezTo>
                        <a:pt x="17" y="65"/>
                        <a:pt x="17" y="49"/>
                        <a:pt x="33" y="49"/>
                      </a:cubicBezTo>
                      <a:cubicBezTo>
                        <a:pt x="49" y="33"/>
                        <a:pt x="65" y="33"/>
                        <a:pt x="65" y="17"/>
                      </a:cubicBezTo>
                      <a:cubicBezTo>
                        <a:pt x="81" y="17"/>
                        <a:pt x="101" y="0"/>
                        <a:pt x="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1"/>
                <p:cNvSpPr/>
                <p:nvPr/>
              </p:nvSpPr>
              <p:spPr>
                <a:xfrm>
                  <a:off x="3059834" y="1704810"/>
                  <a:ext cx="3675" cy="43504"/>
                </a:xfrm>
                <a:custGeom>
                  <a:rect b="b" l="l" r="r" t="t"/>
                  <a:pathLst>
                    <a:path extrusionOk="0" h="438" w="37">
                      <a:moveTo>
                        <a:pt x="20" y="1"/>
                      </a:moveTo>
                      <a:cubicBezTo>
                        <a:pt x="0" y="1"/>
                        <a:pt x="0" y="1"/>
                        <a:pt x="0" y="17"/>
                      </a:cubicBezTo>
                      <a:lnTo>
                        <a:pt x="0" y="53"/>
                      </a:lnTo>
                      <a:lnTo>
                        <a:pt x="0" y="118"/>
                      </a:lnTo>
                      <a:lnTo>
                        <a:pt x="0" y="219"/>
                      </a:lnTo>
                      <a:lnTo>
                        <a:pt x="0" y="320"/>
                      </a:lnTo>
                      <a:lnTo>
                        <a:pt x="0" y="373"/>
                      </a:lnTo>
                      <a:lnTo>
                        <a:pt x="0" y="405"/>
                      </a:lnTo>
                      <a:lnTo>
                        <a:pt x="0" y="437"/>
                      </a:lnTo>
                      <a:cubicBezTo>
                        <a:pt x="0" y="437"/>
                        <a:pt x="0" y="421"/>
                        <a:pt x="20" y="405"/>
                      </a:cubicBezTo>
                      <a:lnTo>
                        <a:pt x="20" y="373"/>
                      </a:lnTo>
                      <a:lnTo>
                        <a:pt x="20" y="320"/>
                      </a:lnTo>
                      <a:cubicBezTo>
                        <a:pt x="20" y="288"/>
                        <a:pt x="20" y="255"/>
                        <a:pt x="37" y="219"/>
                      </a:cubicBezTo>
                      <a:lnTo>
                        <a:pt x="37" y="118"/>
                      </a:lnTo>
                      <a:cubicBezTo>
                        <a:pt x="20" y="53"/>
                        <a:pt x="20" y="33"/>
                        <a:pt x="20" y="17"/>
                      </a:cubicBezTo>
                      <a:lnTo>
                        <a:pt x="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1"/>
                <p:cNvSpPr/>
                <p:nvPr/>
              </p:nvSpPr>
              <p:spPr>
                <a:xfrm>
                  <a:off x="3078209" y="1703221"/>
                  <a:ext cx="5364" cy="35062"/>
                </a:xfrm>
                <a:custGeom>
                  <a:rect b="b" l="l" r="r" t="t"/>
                  <a:pathLst>
                    <a:path extrusionOk="0" h="353" w="54">
                      <a:moveTo>
                        <a:pt x="37" y="1"/>
                      </a:moveTo>
                      <a:lnTo>
                        <a:pt x="37" y="17"/>
                      </a:lnTo>
                      <a:lnTo>
                        <a:pt x="17" y="33"/>
                      </a:lnTo>
                      <a:cubicBezTo>
                        <a:pt x="17" y="49"/>
                        <a:pt x="1" y="69"/>
                        <a:pt x="1" y="102"/>
                      </a:cubicBezTo>
                      <a:lnTo>
                        <a:pt x="1" y="187"/>
                      </a:lnTo>
                      <a:lnTo>
                        <a:pt x="1" y="271"/>
                      </a:lnTo>
                      <a:cubicBezTo>
                        <a:pt x="1" y="304"/>
                        <a:pt x="17" y="336"/>
                        <a:pt x="17" y="352"/>
                      </a:cubicBezTo>
                      <a:lnTo>
                        <a:pt x="17" y="271"/>
                      </a:lnTo>
                      <a:lnTo>
                        <a:pt x="17" y="187"/>
                      </a:lnTo>
                      <a:cubicBezTo>
                        <a:pt x="17" y="150"/>
                        <a:pt x="37" y="134"/>
                        <a:pt x="37" y="102"/>
                      </a:cubicBezTo>
                      <a:cubicBezTo>
                        <a:pt x="37" y="49"/>
                        <a:pt x="37" y="33"/>
                        <a:pt x="54" y="17"/>
                      </a:cubicBezTo>
                      <a:cubicBezTo>
                        <a:pt x="54" y="1"/>
                        <a:pt x="54"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1"/>
                <p:cNvSpPr/>
                <p:nvPr/>
              </p:nvSpPr>
              <p:spPr>
                <a:xfrm>
                  <a:off x="3103537" y="1704810"/>
                  <a:ext cx="3278" cy="55523"/>
                </a:xfrm>
                <a:custGeom>
                  <a:rect b="b" l="l" r="r" t="t"/>
                  <a:pathLst>
                    <a:path extrusionOk="0" h="559" w="33">
                      <a:moveTo>
                        <a:pt x="17" y="1"/>
                      </a:moveTo>
                      <a:lnTo>
                        <a:pt x="17" y="17"/>
                      </a:lnTo>
                      <a:cubicBezTo>
                        <a:pt x="17" y="33"/>
                        <a:pt x="0" y="33"/>
                        <a:pt x="0" y="70"/>
                      </a:cubicBezTo>
                      <a:lnTo>
                        <a:pt x="0" y="154"/>
                      </a:lnTo>
                      <a:cubicBezTo>
                        <a:pt x="0" y="219"/>
                        <a:pt x="0" y="320"/>
                        <a:pt x="17" y="405"/>
                      </a:cubicBezTo>
                      <a:lnTo>
                        <a:pt x="17" y="506"/>
                      </a:lnTo>
                      <a:lnTo>
                        <a:pt x="17" y="558"/>
                      </a:lnTo>
                      <a:cubicBezTo>
                        <a:pt x="17" y="558"/>
                        <a:pt x="17" y="304"/>
                        <a:pt x="33" y="154"/>
                      </a:cubicBezTo>
                      <a:cubicBezTo>
                        <a:pt x="33" y="102"/>
                        <a:pt x="17" y="86"/>
                        <a:pt x="17" y="70"/>
                      </a:cubicBezTo>
                      <a:cubicBezTo>
                        <a:pt x="33" y="33"/>
                        <a:pt x="33" y="33"/>
                        <a:pt x="33" y="17"/>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1"/>
                <p:cNvSpPr/>
                <p:nvPr/>
              </p:nvSpPr>
              <p:spPr>
                <a:xfrm>
                  <a:off x="3125190" y="1704810"/>
                  <a:ext cx="3278" cy="33473"/>
                </a:xfrm>
                <a:custGeom>
                  <a:rect b="b" l="l" r="r" t="t"/>
                  <a:pathLst>
                    <a:path extrusionOk="0" h="337" w="33">
                      <a:moveTo>
                        <a:pt x="17" y="1"/>
                      </a:moveTo>
                      <a:cubicBezTo>
                        <a:pt x="1" y="1"/>
                        <a:pt x="1" y="1"/>
                        <a:pt x="1" y="86"/>
                      </a:cubicBezTo>
                      <a:lnTo>
                        <a:pt x="1" y="171"/>
                      </a:lnTo>
                      <a:lnTo>
                        <a:pt x="1" y="255"/>
                      </a:lnTo>
                      <a:lnTo>
                        <a:pt x="1" y="336"/>
                      </a:lnTo>
                      <a:cubicBezTo>
                        <a:pt x="1" y="336"/>
                        <a:pt x="1" y="304"/>
                        <a:pt x="17" y="255"/>
                      </a:cubicBezTo>
                      <a:cubicBezTo>
                        <a:pt x="17" y="203"/>
                        <a:pt x="33" y="134"/>
                        <a:pt x="33" y="86"/>
                      </a:cubicBezTo>
                      <a:cubicBezTo>
                        <a:pt x="33" y="1"/>
                        <a:pt x="17"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1"/>
                <p:cNvSpPr/>
                <p:nvPr/>
              </p:nvSpPr>
              <p:spPr>
                <a:xfrm>
                  <a:off x="3148432" y="1704810"/>
                  <a:ext cx="3774" cy="28606"/>
                </a:xfrm>
                <a:custGeom>
                  <a:rect b="b" l="l" r="r" t="t"/>
                  <a:pathLst>
                    <a:path extrusionOk="0" h="288" w="38">
                      <a:moveTo>
                        <a:pt x="17" y="1"/>
                      </a:moveTo>
                      <a:lnTo>
                        <a:pt x="17" y="17"/>
                      </a:lnTo>
                      <a:lnTo>
                        <a:pt x="17" y="33"/>
                      </a:lnTo>
                      <a:cubicBezTo>
                        <a:pt x="17" y="53"/>
                        <a:pt x="1" y="86"/>
                        <a:pt x="17" y="102"/>
                      </a:cubicBezTo>
                      <a:lnTo>
                        <a:pt x="17" y="187"/>
                      </a:lnTo>
                      <a:cubicBezTo>
                        <a:pt x="17" y="219"/>
                        <a:pt x="17" y="255"/>
                        <a:pt x="37" y="288"/>
                      </a:cubicBezTo>
                      <a:lnTo>
                        <a:pt x="37" y="187"/>
                      </a:lnTo>
                      <a:lnTo>
                        <a:pt x="37" y="102"/>
                      </a:lnTo>
                      <a:lnTo>
                        <a:pt x="37" y="53"/>
                      </a:lnTo>
                      <a:lnTo>
                        <a:pt x="37" y="33"/>
                      </a:lnTo>
                      <a:lnTo>
                        <a:pt x="37" y="17"/>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1"/>
                <p:cNvSpPr/>
                <p:nvPr/>
              </p:nvSpPr>
              <p:spPr>
                <a:xfrm>
                  <a:off x="3008086" y="1609756"/>
                  <a:ext cx="90286" cy="9039"/>
                </a:xfrm>
                <a:custGeom>
                  <a:rect b="b" l="l" r="r" t="t"/>
                  <a:pathLst>
                    <a:path extrusionOk="0" h="91" w="909">
                      <a:moveTo>
                        <a:pt x="760" y="1"/>
                      </a:moveTo>
                      <a:cubicBezTo>
                        <a:pt x="723" y="1"/>
                        <a:pt x="691" y="17"/>
                        <a:pt x="659" y="17"/>
                      </a:cubicBezTo>
                      <a:lnTo>
                        <a:pt x="558" y="17"/>
                      </a:lnTo>
                      <a:cubicBezTo>
                        <a:pt x="521" y="33"/>
                        <a:pt x="473" y="33"/>
                        <a:pt x="440" y="33"/>
                      </a:cubicBezTo>
                      <a:cubicBezTo>
                        <a:pt x="404" y="33"/>
                        <a:pt x="372" y="49"/>
                        <a:pt x="339" y="49"/>
                      </a:cubicBezTo>
                      <a:lnTo>
                        <a:pt x="238" y="49"/>
                      </a:lnTo>
                      <a:cubicBezTo>
                        <a:pt x="226" y="54"/>
                        <a:pt x="215" y="56"/>
                        <a:pt x="204" y="56"/>
                      </a:cubicBezTo>
                      <a:cubicBezTo>
                        <a:pt x="182" y="56"/>
                        <a:pt x="164" y="49"/>
                        <a:pt x="154" y="49"/>
                      </a:cubicBezTo>
                      <a:lnTo>
                        <a:pt x="85" y="49"/>
                      </a:lnTo>
                      <a:cubicBezTo>
                        <a:pt x="53" y="49"/>
                        <a:pt x="36" y="49"/>
                        <a:pt x="16" y="65"/>
                      </a:cubicBezTo>
                      <a:lnTo>
                        <a:pt x="0" y="65"/>
                      </a:lnTo>
                      <a:cubicBezTo>
                        <a:pt x="0" y="81"/>
                        <a:pt x="16" y="81"/>
                        <a:pt x="16" y="81"/>
                      </a:cubicBezTo>
                      <a:lnTo>
                        <a:pt x="154" y="81"/>
                      </a:lnTo>
                      <a:cubicBezTo>
                        <a:pt x="164" y="81"/>
                        <a:pt x="182" y="90"/>
                        <a:pt x="204" y="90"/>
                      </a:cubicBezTo>
                      <a:cubicBezTo>
                        <a:pt x="215" y="90"/>
                        <a:pt x="226" y="88"/>
                        <a:pt x="238" y="81"/>
                      </a:cubicBezTo>
                      <a:lnTo>
                        <a:pt x="339" y="81"/>
                      </a:lnTo>
                      <a:cubicBezTo>
                        <a:pt x="372" y="81"/>
                        <a:pt x="404" y="65"/>
                        <a:pt x="440" y="65"/>
                      </a:cubicBezTo>
                      <a:cubicBezTo>
                        <a:pt x="489" y="65"/>
                        <a:pt x="521" y="49"/>
                        <a:pt x="558" y="49"/>
                      </a:cubicBezTo>
                      <a:cubicBezTo>
                        <a:pt x="590" y="33"/>
                        <a:pt x="622" y="33"/>
                        <a:pt x="659" y="33"/>
                      </a:cubicBezTo>
                      <a:cubicBezTo>
                        <a:pt x="691" y="33"/>
                        <a:pt x="723" y="17"/>
                        <a:pt x="760" y="17"/>
                      </a:cubicBezTo>
                      <a:lnTo>
                        <a:pt x="824" y="17"/>
                      </a:lnTo>
                      <a:cubicBezTo>
                        <a:pt x="877" y="1"/>
                        <a:pt x="909"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1"/>
                <p:cNvSpPr/>
                <p:nvPr/>
              </p:nvSpPr>
              <p:spPr>
                <a:xfrm>
                  <a:off x="3008086" y="1616212"/>
                  <a:ext cx="3675" cy="41816"/>
                </a:xfrm>
                <a:custGeom>
                  <a:rect b="b" l="l" r="r" t="t"/>
                  <a:pathLst>
                    <a:path extrusionOk="0" h="421" w="37">
                      <a:moveTo>
                        <a:pt x="0" y="0"/>
                      </a:moveTo>
                      <a:lnTo>
                        <a:pt x="0" y="16"/>
                      </a:lnTo>
                      <a:lnTo>
                        <a:pt x="0" y="53"/>
                      </a:lnTo>
                      <a:lnTo>
                        <a:pt x="0" y="117"/>
                      </a:lnTo>
                      <a:cubicBezTo>
                        <a:pt x="0" y="170"/>
                        <a:pt x="0" y="255"/>
                        <a:pt x="16" y="319"/>
                      </a:cubicBezTo>
                      <a:cubicBezTo>
                        <a:pt x="16" y="372"/>
                        <a:pt x="36" y="420"/>
                        <a:pt x="36" y="420"/>
                      </a:cubicBezTo>
                      <a:lnTo>
                        <a:pt x="36" y="319"/>
                      </a:lnTo>
                      <a:lnTo>
                        <a:pt x="36" y="117"/>
                      </a:lnTo>
                      <a:lnTo>
                        <a:pt x="36" y="53"/>
                      </a:lnTo>
                      <a:cubicBezTo>
                        <a:pt x="16" y="37"/>
                        <a:pt x="16" y="16"/>
                        <a:pt x="16" y="16"/>
                      </a:cubicBez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1"/>
                <p:cNvSpPr/>
                <p:nvPr/>
              </p:nvSpPr>
              <p:spPr>
                <a:xfrm>
                  <a:off x="3028149" y="1589693"/>
                  <a:ext cx="81943" cy="3278"/>
                </a:xfrm>
                <a:custGeom>
                  <a:rect b="b" l="l" r="r" t="t"/>
                  <a:pathLst>
                    <a:path extrusionOk="0" h="33" w="825">
                      <a:moveTo>
                        <a:pt x="85" y="1"/>
                      </a:moveTo>
                      <a:cubicBezTo>
                        <a:pt x="53" y="1"/>
                        <a:pt x="36" y="1"/>
                        <a:pt x="36" y="17"/>
                      </a:cubicBezTo>
                      <a:lnTo>
                        <a:pt x="0" y="17"/>
                      </a:lnTo>
                      <a:lnTo>
                        <a:pt x="16" y="33"/>
                      </a:lnTo>
                      <a:lnTo>
                        <a:pt x="404" y="33"/>
                      </a:lnTo>
                      <a:cubicBezTo>
                        <a:pt x="473" y="17"/>
                        <a:pt x="541" y="17"/>
                        <a:pt x="606" y="17"/>
                      </a:cubicBezTo>
                      <a:cubicBezTo>
                        <a:pt x="723" y="1"/>
                        <a:pt x="824" y="1"/>
                        <a:pt x="8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1"/>
                <p:cNvSpPr/>
                <p:nvPr/>
              </p:nvSpPr>
              <p:spPr>
                <a:xfrm>
                  <a:off x="3029739" y="1597738"/>
                  <a:ext cx="65455" cy="3675"/>
                </a:xfrm>
                <a:custGeom>
                  <a:rect b="b" l="l" r="r" t="t"/>
                  <a:pathLst>
                    <a:path extrusionOk="0" h="37" w="659">
                      <a:moveTo>
                        <a:pt x="170" y="0"/>
                      </a:moveTo>
                      <a:cubicBezTo>
                        <a:pt x="121" y="21"/>
                        <a:pt x="85" y="21"/>
                        <a:pt x="69" y="21"/>
                      </a:cubicBezTo>
                      <a:lnTo>
                        <a:pt x="20" y="21"/>
                      </a:lnTo>
                      <a:lnTo>
                        <a:pt x="0" y="37"/>
                      </a:lnTo>
                      <a:lnTo>
                        <a:pt x="255" y="37"/>
                      </a:lnTo>
                      <a:cubicBezTo>
                        <a:pt x="271" y="37"/>
                        <a:pt x="303" y="21"/>
                        <a:pt x="323" y="21"/>
                      </a:cubicBezTo>
                      <a:lnTo>
                        <a:pt x="659" y="21"/>
                      </a:lnTo>
                      <a:cubicBezTo>
                        <a:pt x="659" y="21"/>
                        <a:pt x="643"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1"/>
                <p:cNvSpPr/>
                <p:nvPr/>
              </p:nvSpPr>
              <p:spPr>
                <a:xfrm>
                  <a:off x="3029739" y="1606578"/>
                  <a:ext cx="22149" cy="3278"/>
                </a:xfrm>
                <a:custGeom>
                  <a:rect b="b" l="l" r="r" t="t"/>
                  <a:pathLst>
                    <a:path extrusionOk="0" h="33" w="223">
                      <a:moveTo>
                        <a:pt x="94" y="0"/>
                      </a:moveTo>
                      <a:cubicBezTo>
                        <a:pt x="85" y="0"/>
                        <a:pt x="77" y="4"/>
                        <a:pt x="69" y="12"/>
                      </a:cubicBezTo>
                      <a:lnTo>
                        <a:pt x="0" y="12"/>
                      </a:lnTo>
                      <a:cubicBezTo>
                        <a:pt x="0" y="33"/>
                        <a:pt x="0" y="33"/>
                        <a:pt x="69" y="33"/>
                      </a:cubicBezTo>
                      <a:lnTo>
                        <a:pt x="170" y="33"/>
                      </a:lnTo>
                      <a:cubicBezTo>
                        <a:pt x="202" y="12"/>
                        <a:pt x="222" y="12"/>
                        <a:pt x="222" y="12"/>
                      </a:cubicBezTo>
                      <a:lnTo>
                        <a:pt x="121" y="12"/>
                      </a:lnTo>
                      <a:cubicBezTo>
                        <a:pt x="111" y="4"/>
                        <a:pt x="102"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1"/>
                <p:cNvSpPr/>
                <p:nvPr/>
              </p:nvSpPr>
              <p:spPr>
                <a:xfrm>
                  <a:off x="3061821" y="1605485"/>
                  <a:ext cx="8145" cy="2384"/>
                </a:xfrm>
                <a:custGeom>
                  <a:rect b="b" l="l" r="r" t="t"/>
                  <a:pathLst>
                    <a:path extrusionOk="0" h="24" w="82">
                      <a:moveTo>
                        <a:pt x="65" y="0"/>
                      </a:moveTo>
                      <a:cubicBezTo>
                        <a:pt x="54" y="0"/>
                        <a:pt x="43" y="7"/>
                        <a:pt x="33" y="7"/>
                      </a:cubicBezTo>
                      <a:cubicBezTo>
                        <a:pt x="0" y="7"/>
                        <a:pt x="0" y="7"/>
                        <a:pt x="0" y="23"/>
                      </a:cubicBezTo>
                      <a:lnTo>
                        <a:pt x="33" y="23"/>
                      </a:lnTo>
                      <a:cubicBezTo>
                        <a:pt x="49" y="23"/>
                        <a:pt x="65" y="7"/>
                        <a:pt x="81" y="7"/>
                      </a:cubicBezTo>
                      <a:cubicBezTo>
                        <a:pt x="76" y="2"/>
                        <a:pt x="70" y="0"/>
                        <a:pt x="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1"/>
                <p:cNvSpPr/>
                <p:nvPr/>
              </p:nvSpPr>
              <p:spPr>
                <a:xfrm>
                  <a:off x="3103537" y="1596149"/>
                  <a:ext cx="23341" cy="2582"/>
                </a:xfrm>
                <a:custGeom>
                  <a:rect b="b" l="l" r="r" t="t"/>
                  <a:pathLst>
                    <a:path extrusionOk="0" h="26" w="235">
                      <a:moveTo>
                        <a:pt x="49" y="0"/>
                      </a:moveTo>
                      <a:cubicBezTo>
                        <a:pt x="17" y="0"/>
                        <a:pt x="0" y="0"/>
                        <a:pt x="0" y="16"/>
                      </a:cubicBezTo>
                      <a:cubicBezTo>
                        <a:pt x="0" y="16"/>
                        <a:pt x="0" y="25"/>
                        <a:pt x="15" y="25"/>
                      </a:cubicBezTo>
                      <a:cubicBezTo>
                        <a:pt x="22" y="25"/>
                        <a:pt x="33" y="23"/>
                        <a:pt x="49" y="16"/>
                      </a:cubicBezTo>
                      <a:lnTo>
                        <a:pt x="166" y="16"/>
                      </a:lnTo>
                      <a:cubicBezTo>
                        <a:pt x="202" y="0"/>
                        <a:pt x="235" y="0"/>
                        <a:pt x="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1"/>
                <p:cNvSpPr/>
                <p:nvPr/>
              </p:nvSpPr>
              <p:spPr>
                <a:xfrm>
                  <a:off x="3345890" y="1616212"/>
                  <a:ext cx="115217" cy="3675"/>
                </a:xfrm>
                <a:custGeom>
                  <a:rect b="b" l="l" r="r" t="t"/>
                  <a:pathLst>
                    <a:path extrusionOk="0" h="37" w="1160">
                      <a:moveTo>
                        <a:pt x="118" y="0"/>
                      </a:moveTo>
                      <a:cubicBezTo>
                        <a:pt x="85" y="0"/>
                        <a:pt x="49" y="0"/>
                        <a:pt x="33" y="16"/>
                      </a:cubicBezTo>
                      <a:lnTo>
                        <a:pt x="0" y="16"/>
                      </a:lnTo>
                      <a:lnTo>
                        <a:pt x="33" y="37"/>
                      </a:lnTo>
                      <a:lnTo>
                        <a:pt x="857" y="37"/>
                      </a:lnTo>
                      <a:cubicBezTo>
                        <a:pt x="1027" y="37"/>
                        <a:pt x="1160" y="16"/>
                        <a:pt x="1160" y="16"/>
                      </a:cubicBezTo>
                      <a:lnTo>
                        <a:pt x="857" y="16"/>
                      </a:lnTo>
                      <a:cubicBezTo>
                        <a:pt x="691" y="16"/>
                        <a:pt x="473"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1"/>
                <p:cNvSpPr/>
                <p:nvPr/>
              </p:nvSpPr>
              <p:spPr>
                <a:xfrm>
                  <a:off x="3362775" y="1591282"/>
                  <a:ext cx="95153" cy="3377"/>
                </a:xfrm>
                <a:custGeom>
                  <a:rect b="b" l="l" r="r" t="t"/>
                  <a:pathLst>
                    <a:path extrusionOk="0" h="34" w="958">
                      <a:moveTo>
                        <a:pt x="16" y="1"/>
                      </a:moveTo>
                      <a:cubicBezTo>
                        <a:pt x="16" y="1"/>
                        <a:pt x="0" y="1"/>
                        <a:pt x="32" y="17"/>
                      </a:cubicBezTo>
                      <a:cubicBezTo>
                        <a:pt x="49" y="17"/>
                        <a:pt x="65" y="17"/>
                        <a:pt x="101" y="33"/>
                      </a:cubicBezTo>
                      <a:lnTo>
                        <a:pt x="352" y="33"/>
                      </a:lnTo>
                      <a:cubicBezTo>
                        <a:pt x="404" y="17"/>
                        <a:pt x="436" y="17"/>
                        <a:pt x="469" y="17"/>
                      </a:cubicBezTo>
                      <a:lnTo>
                        <a:pt x="707" y="17"/>
                      </a:lnTo>
                      <a:cubicBezTo>
                        <a:pt x="840" y="1"/>
                        <a:pt x="958" y="1"/>
                        <a:pt x="9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1"/>
                <p:cNvSpPr/>
                <p:nvPr/>
              </p:nvSpPr>
              <p:spPr>
                <a:xfrm>
                  <a:off x="3738720" y="1586117"/>
                  <a:ext cx="5264" cy="26917"/>
                </a:xfrm>
                <a:custGeom>
                  <a:rect b="b" l="l" r="r" t="t"/>
                  <a:pathLst>
                    <a:path extrusionOk="0" h="271" w="53">
                      <a:moveTo>
                        <a:pt x="33" y="0"/>
                      </a:moveTo>
                      <a:cubicBezTo>
                        <a:pt x="33" y="0"/>
                        <a:pt x="33" y="37"/>
                        <a:pt x="16" y="69"/>
                      </a:cubicBezTo>
                      <a:lnTo>
                        <a:pt x="16" y="138"/>
                      </a:lnTo>
                      <a:cubicBezTo>
                        <a:pt x="0" y="154"/>
                        <a:pt x="0" y="186"/>
                        <a:pt x="0" y="202"/>
                      </a:cubicBezTo>
                      <a:cubicBezTo>
                        <a:pt x="16" y="218"/>
                        <a:pt x="16" y="239"/>
                        <a:pt x="16" y="239"/>
                      </a:cubicBezTo>
                      <a:lnTo>
                        <a:pt x="16" y="255"/>
                      </a:lnTo>
                      <a:lnTo>
                        <a:pt x="33" y="271"/>
                      </a:lnTo>
                      <a:lnTo>
                        <a:pt x="33" y="255"/>
                      </a:lnTo>
                      <a:lnTo>
                        <a:pt x="53" y="255"/>
                      </a:lnTo>
                      <a:cubicBezTo>
                        <a:pt x="33" y="255"/>
                        <a:pt x="33" y="239"/>
                        <a:pt x="33" y="239"/>
                      </a:cubicBezTo>
                      <a:lnTo>
                        <a:pt x="33" y="202"/>
                      </a:lnTo>
                      <a:lnTo>
                        <a:pt x="33" y="69"/>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1"/>
                <p:cNvSpPr/>
                <p:nvPr/>
              </p:nvSpPr>
              <p:spPr>
                <a:xfrm>
                  <a:off x="3688561" y="1586117"/>
                  <a:ext cx="57013" cy="3675"/>
                </a:xfrm>
                <a:custGeom>
                  <a:rect b="b" l="l" r="r" t="t"/>
                  <a:pathLst>
                    <a:path extrusionOk="0" h="37" w="574">
                      <a:moveTo>
                        <a:pt x="0" y="0"/>
                      </a:moveTo>
                      <a:lnTo>
                        <a:pt x="0" y="16"/>
                      </a:lnTo>
                      <a:lnTo>
                        <a:pt x="53" y="16"/>
                      </a:lnTo>
                      <a:cubicBezTo>
                        <a:pt x="69" y="37"/>
                        <a:pt x="101" y="37"/>
                        <a:pt x="154" y="37"/>
                      </a:cubicBezTo>
                      <a:cubicBezTo>
                        <a:pt x="186" y="37"/>
                        <a:pt x="235" y="37"/>
                        <a:pt x="271" y="16"/>
                      </a:cubicBezTo>
                      <a:lnTo>
                        <a:pt x="356" y="16"/>
                      </a:lnTo>
                      <a:cubicBezTo>
                        <a:pt x="372" y="16"/>
                        <a:pt x="388" y="37"/>
                        <a:pt x="420" y="37"/>
                      </a:cubicBezTo>
                      <a:lnTo>
                        <a:pt x="574" y="37"/>
                      </a:lnTo>
                      <a:cubicBezTo>
                        <a:pt x="574" y="37"/>
                        <a:pt x="558" y="37"/>
                        <a:pt x="521" y="16"/>
                      </a:cubicBezTo>
                      <a:lnTo>
                        <a:pt x="420" y="16"/>
                      </a:lnTo>
                      <a:cubicBezTo>
                        <a:pt x="388" y="0"/>
                        <a:pt x="372"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1"/>
                <p:cNvSpPr/>
                <p:nvPr/>
              </p:nvSpPr>
              <p:spPr>
                <a:xfrm>
                  <a:off x="3670087" y="1584528"/>
                  <a:ext cx="71911" cy="5264"/>
                </a:xfrm>
                <a:custGeom>
                  <a:rect b="b" l="l" r="r" t="t"/>
                  <a:pathLst>
                    <a:path extrusionOk="0" h="53" w="724">
                      <a:moveTo>
                        <a:pt x="154" y="0"/>
                      </a:moveTo>
                      <a:cubicBezTo>
                        <a:pt x="118" y="16"/>
                        <a:pt x="102" y="16"/>
                        <a:pt x="69" y="16"/>
                      </a:cubicBezTo>
                      <a:cubicBezTo>
                        <a:pt x="53" y="16"/>
                        <a:pt x="17" y="16"/>
                        <a:pt x="1" y="32"/>
                      </a:cubicBezTo>
                      <a:lnTo>
                        <a:pt x="69" y="32"/>
                      </a:lnTo>
                      <a:cubicBezTo>
                        <a:pt x="102" y="32"/>
                        <a:pt x="118" y="16"/>
                        <a:pt x="154" y="16"/>
                      </a:cubicBezTo>
                      <a:lnTo>
                        <a:pt x="255" y="16"/>
                      </a:lnTo>
                      <a:cubicBezTo>
                        <a:pt x="287" y="32"/>
                        <a:pt x="320" y="32"/>
                        <a:pt x="340" y="32"/>
                      </a:cubicBezTo>
                      <a:lnTo>
                        <a:pt x="522" y="32"/>
                      </a:lnTo>
                      <a:cubicBezTo>
                        <a:pt x="574" y="53"/>
                        <a:pt x="623" y="53"/>
                        <a:pt x="659" y="53"/>
                      </a:cubicBezTo>
                      <a:lnTo>
                        <a:pt x="724" y="53"/>
                      </a:lnTo>
                      <a:cubicBezTo>
                        <a:pt x="724" y="53"/>
                        <a:pt x="724" y="32"/>
                        <a:pt x="707" y="32"/>
                      </a:cubicBezTo>
                      <a:cubicBezTo>
                        <a:pt x="707" y="32"/>
                        <a:pt x="691" y="32"/>
                        <a:pt x="659" y="16"/>
                      </a:cubicBezTo>
                      <a:lnTo>
                        <a:pt x="606" y="16"/>
                      </a:lnTo>
                      <a:cubicBezTo>
                        <a:pt x="590" y="16"/>
                        <a:pt x="558" y="16"/>
                        <a:pt x="5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1"/>
                <p:cNvSpPr/>
                <p:nvPr/>
              </p:nvSpPr>
              <p:spPr>
                <a:xfrm>
                  <a:off x="3765538" y="1616808"/>
                  <a:ext cx="4966" cy="93366"/>
                </a:xfrm>
                <a:custGeom>
                  <a:rect b="b" l="l" r="r" t="t"/>
                  <a:pathLst>
                    <a:path extrusionOk="0" h="940" w="50">
                      <a:moveTo>
                        <a:pt x="18" y="0"/>
                      </a:moveTo>
                      <a:cubicBezTo>
                        <a:pt x="17" y="0"/>
                        <a:pt x="17" y="4"/>
                        <a:pt x="17" y="10"/>
                      </a:cubicBezTo>
                      <a:cubicBezTo>
                        <a:pt x="1" y="10"/>
                        <a:pt x="1" y="10"/>
                        <a:pt x="1" y="31"/>
                      </a:cubicBezTo>
                      <a:lnTo>
                        <a:pt x="17" y="47"/>
                      </a:lnTo>
                      <a:lnTo>
                        <a:pt x="17" y="63"/>
                      </a:lnTo>
                      <a:lnTo>
                        <a:pt x="17" y="95"/>
                      </a:lnTo>
                      <a:cubicBezTo>
                        <a:pt x="17" y="132"/>
                        <a:pt x="17" y="180"/>
                        <a:pt x="1" y="249"/>
                      </a:cubicBezTo>
                      <a:lnTo>
                        <a:pt x="1" y="350"/>
                      </a:lnTo>
                      <a:lnTo>
                        <a:pt x="1" y="467"/>
                      </a:lnTo>
                      <a:cubicBezTo>
                        <a:pt x="17" y="536"/>
                        <a:pt x="17" y="616"/>
                        <a:pt x="17" y="685"/>
                      </a:cubicBezTo>
                      <a:cubicBezTo>
                        <a:pt x="33" y="818"/>
                        <a:pt x="33" y="939"/>
                        <a:pt x="33" y="939"/>
                      </a:cubicBezTo>
                      <a:lnTo>
                        <a:pt x="33" y="685"/>
                      </a:lnTo>
                      <a:lnTo>
                        <a:pt x="33" y="467"/>
                      </a:lnTo>
                      <a:lnTo>
                        <a:pt x="33" y="350"/>
                      </a:lnTo>
                      <a:lnTo>
                        <a:pt x="33" y="249"/>
                      </a:lnTo>
                      <a:cubicBezTo>
                        <a:pt x="49" y="180"/>
                        <a:pt x="49" y="132"/>
                        <a:pt x="33" y="95"/>
                      </a:cubicBezTo>
                      <a:lnTo>
                        <a:pt x="33" y="47"/>
                      </a:lnTo>
                      <a:lnTo>
                        <a:pt x="33" y="31"/>
                      </a:lnTo>
                      <a:cubicBezTo>
                        <a:pt x="24" y="9"/>
                        <a:pt x="20" y="0"/>
                        <a:pt x="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1"/>
                <p:cNvSpPr/>
                <p:nvPr/>
              </p:nvSpPr>
              <p:spPr>
                <a:xfrm>
                  <a:off x="3217066" y="1836416"/>
                  <a:ext cx="11720" cy="8939"/>
                </a:xfrm>
                <a:custGeom>
                  <a:rect b="b" l="l" r="r" t="t"/>
                  <a:pathLst>
                    <a:path extrusionOk="0" h="90" w="118">
                      <a:moveTo>
                        <a:pt x="100" y="1"/>
                      </a:moveTo>
                      <a:cubicBezTo>
                        <a:pt x="94" y="1"/>
                        <a:pt x="86" y="5"/>
                        <a:pt x="69" y="21"/>
                      </a:cubicBezTo>
                      <a:lnTo>
                        <a:pt x="53" y="41"/>
                      </a:lnTo>
                      <a:lnTo>
                        <a:pt x="17" y="74"/>
                      </a:lnTo>
                      <a:lnTo>
                        <a:pt x="1" y="90"/>
                      </a:lnTo>
                      <a:lnTo>
                        <a:pt x="1" y="90"/>
                      </a:lnTo>
                      <a:lnTo>
                        <a:pt x="33" y="74"/>
                      </a:lnTo>
                      <a:lnTo>
                        <a:pt x="53" y="58"/>
                      </a:lnTo>
                      <a:cubicBezTo>
                        <a:pt x="69" y="41"/>
                        <a:pt x="86" y="41"/>
                        <a:pt x="86" y="41"/>
                      </a:cubicBezTo>
                      <a:lnTo>
                        <a:pt x="118" y="5"/>
                      </a:lnTo>
                      <a:cubicBezTo>
                        <a:pt x="110" y="5"/>
                        <a:pt x="106" y="1"/>
                        <a:pt x="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1"/>
                <p:cNvSpPr/>
                <p:nvPr/>
              </p:nvSpPr>
              <p:spPr>
                <a:xfrm>
                  <a:off x="3222330" y="1840488"/>
                  <a:ext cx="14899" cy="10826"/>
                </a:xfrm>
                <a:custGeom>
                  <a:rect b="b" l="l" r="r" t="t"/>
                  <a:pathLst>
                    <a:path extrusionOk="0" h="109" w="150">
                      <a:moveTo>
                        <a:pt x="150" y="0"/>
                      </a:moveTo>
                      <a:cubicBezTo>
                        <a:pt x="134" y="0"/>
                        <a:pt x="117" y="17"/>
                        <a:pt x="81" y="17"/>
                      </a:cubicBezTo>
                      <a:lnTo>
                        <a:pt x="49" y="49"/>
                      </a:lnTo>
                      <a:cubicBezTo>
                        <a:pt x="33" y="65"/>
                        <a:pt x="16" y="65"/>
                        <a:pt x="16" y="81"/>
                      </a:cubicBezTo>
                      <a:cubicBezTo>
                        <a:pt x="0" y="81"/>
                        <a:pt x="0" y="101"/>
                        <a:pt x="0" y="101"/>
                      </a:cubicBezTo>
                      <a:cubicBezTo>
                        <a:pt x="0" y="101"/>
                        <a:pt x="0" y="109"/>
                        <a:pt x="5" y="109"/>
                      </a:cubicBezTo>
                      <a:cubicBezTo>
                        <a:pt x="7" y="109"/>
                        <a:pt x="11" y="107"/>
                        <a:pt x="16" y="101"/>
                      </a:cubicBezTo>
                      <a:cubicBezTo>
                        <a:pt x="33" y="81"/>
                        <a:pt x="33" y="81"/>
                        <a:pt x="49" y="65"/>
                      </a:cubicBezTo>
                      <a:cubicBezTo>
                        <a:pt x="65" y="49"/>
                        <a:pt x="81" y="49"/>
                        <a:pt x="101" y="33"/>
                      </a:cubicBezTo>
                      <a:cubicBezTo>
                        <a:pt x="117" y="17"/>
                        <a:pt x="134" y="17"/>
                        <a:pt x="1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1"/>
                <p:cNvSpPr/>
                <p:nvPr/>
              </p:nvSpPr>
              <p:spPr>
                <a:xfrm>
                  <a:off x="3245572" y="1834529"/>
                  <a:ext cx="11720" cy="7648"/>
                </a:xfrm>
                <a:custGeom>
                  <a:rect b="b" l="l" r="r" t="t"/>
                  <a:pathLst>
                    <a:path extrusionOk="0" h="77" w="118">
                      <a:moveTo>
                        <a:pt x="108" y="1"/>
                      </a:moveTo>
                      <a:cubicBezTo>
                        <a:pt x="103" y="1"/>
                        <a:pt x="96" y="2"/>
                        <a:pt x="85" y="8"/>
                      </a:cubicBezTo>
                      <a:cubicBezTo>
                        <a:pt x="85" y="24"/>
                        <a:pt x="69" y="24"/>
                        <a:pt x="49" y="24"/>
                      </a:cubicBezTo>
                      <a:cubicBezTo>
                        <a:pt x="49" y="40"/>
                        <a:pt x="33" y="40"/>
                        <a:pt x="33" y="40"/>
                      </a:cubicBezTo>
                      <a:lnTo>
                        <a:pt x="1" y="77"/>
                      </a:lnTo>
                      <a:cubicBezTo>
                        <a:pt x="1" y="77"/>
                        <a:pt x="17" y="60"/>
                        <a:pt x="33" y="60"/>
                      </a:cubicBezTo>
                      <a:cubicBezTo>
                        <a:pt x="49" y="60"/>
                        <a:pt x="49" y="40"/>
                        <a:pt x="69" y="40"/>
                      </a:cubicBezTo>
                      <a:cubicBezTo>
                        <a:pt x="69" y="40"/>
                        <a:pt x="85" y="24"/>
                        <a:pt x="102" y="24"/>
                      </a:cubicBezTo>
                      <a:lnTo>
                        <a:pt x="118" y="8"/>
                      </a:lnTo>
                      <a:cubicBezTo>
                        <a:pt x="118" y="8"/>
                        <a:pt x="118"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1"/>
                <p:cNvSpPr/>
                <p:nvPr/>
              </p:nvSpPr>
              <p:spPr>
                <a:xfrm>
                  <a:off x="3252425" y="1833635"/>
                  <a:ext cx="18077" cy="11720"/>
                </a:xfrm>
                <a:custGeom>
                  <a:rect b="b" l="l" r="r" t="t"/>
                  <a:pathLst>
                    <a:path extrusionOk="0" h="118" w="182">
                      <a:moveTo>
                        <a:pt x="166" y="1"/>
                      </a:moveTo>
                      <a:lnTo>
                        <a:pt x="150" y="17"/>
                      </a:lnTo>
                      <a:cubicBezTo>
                        <a:pt x="150" y="17"/>
                        <a:pt x="134" y="17"/>
                        <a:pt x="117" y="33"/>
                      </a:cubicBezTo>
                      <a:cubicBezTo>
                        <a:pt x="101" y="33"/>
                        <a:pt x="65" y="69"/>
                        <a:pt x="33" y="86"/>
                      </a:cubicBezTo>
                      <a:lnTo>
                        <a:pt x="0" y="118"/>
                      </a:lnTo>
                      <a:cubicBezTo>
                        <a:pt x="16" y="118"/>
                        <a:pt x="33" y="102"/>
                        <a:pt x="49" y="102"/>
                      </a:cubicBezTo>
                      <a:cubicBezTo>
                        <a:pt x="65" y="86"/>
                        <a:pt x="101" y="69"/>
                        <a:pt x="134" y="49"/>
                      </a:cubicBezTo>
                      <a:cubicBezTo>
                        <a:pt x="150" y="33"/>
                        <a:pt x="150" y="33"/>
                        <a:pt x="166" y="33"/>
                      </a:cubicBezTo>
                      <a:lnTo>
                        <a:pt x="166" y="17"/>
                      </a:lnTo>
                      <a:lnTo>
                        <a:pt x="182" y="17"/>
                      </a:lnTo>
                      <a:cubicBezTo>
                        <a:pt x="182" y="17"/>
                        <a:pt x="182" y="1"/>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1"/>
                <p:cNvSpPr/>
                <p:nvPr/>
              </p:nvSpPr>
              <p:spPr>
                <a:xfrm>
                  <a:off x="3267225" y="1833635"/>
                  <a:ext cx="16985" cy="11720"/>
                </a:xfrm>
                <a:custGeom>
                  <a:rect b="b" l="l" r="r" t="t"/>
                  <a:pathLst>
                    <a:path extrusionOk="0" h="118" w="171">
                      <a:moveTo>
                        <a:pt x="170" y="1"/>
                      </a:moveTo>
                      <a:cubicBezTo>
                        <a:pt x="170" y="1"/>
                        <a:pt x="154" y="1"/>
                        <a:pt x="118" y="17"/>
                      </a:cubicBezTo>
                      <a:cubicBezTo>
                        <a:pt x="102" y="33"/>
                        <a:pt x="86" y="49"/>
                        <a:pt x="69" y="49"/>
                      </a:cubicBezTo>
                      <a:lnTo>
                        <a:pt x="33" y="86"/>
                      </a:lnTo>
                      <a:lnTo>
                        <a:pt x="1" y="118"/>
                      </a:lnTo>
                      <a:cubicBezTo>
                        <a:pt x="1" y="118"/>
                        <a:pt x="17" y="102"/>
                        <a:pt x="33" y="102"/>
                      </a:cubicBezTo>
                      <a:cubicBezTo>
                        <a:pt x="53" y="86"/>
                        <a:pt x="69" y="86"/>
                        <a:pt x="86" y="69"/>
                      </a:cubicBezTo>
                      <a:cubicBezTo>
                        <a:pt x="102" y="49"/>
                        <a:pt x="118" y="49"/>
                        <a:pt x="118" y="33"/>
                      </a:cubicBezTo>
                      <a:cubicBezTo>
                        <a:pt x="154" y="17"/>
                        <a:pt x="170" y="17"/>
                        <a:pt x="170" y="17"/>
                      </a:cubicBezTo>
                      <a:lnTo>
                        <a:pt x="1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1"/>
                <p:cNvSpPr/>
                <p:nvPr/>
              </p:nvSpPr>
              <p:spPr>
                <a:xfrm>
                  <a:off x="3254014" y="1835224"/>
                  <a:ext cx="44994" cy="33473"/>
                </a:xfrm>
                <a:custGeom>
                  <a:rect b="b" l="l" r="r" t="t"/>
                  <a:pathLst>
                    <a:path extrusionOk="0" h="337" w="453">
                      <a:moveTo>
                        <a:pt x="437" y="1"/>
                      </a:moveTo>
                      <a:cubicBezTo>
                        <a:pt x="437" y="17"/>
                        <a:pt x="437" y="17"/>
                        <a:pt x="420" y="17"/>
                      </a:cubicBezTo>
                      <a:lnTo>
                        <a:pt x="404" y="17"/>
                      </a:lnTo>
                      <a:cubicBezTo>
                        <a:pt x="388" y="33"/>
                        <a:pt x="352" y="33"/>
                        <a:pt x="320" y="70"/>
                      </a:cubicBezTo>
                      <a:cubicBezTo>
                        <a:pt x="303" y="70"/>
                        <a:pt x="287" y="86"/>
                        <a:pt x="267" y="102"/>
                      </a:cubicBezTo>
                      <a:cubicBezTo>
                        <a:pt x="251" y="102"/>
                        <a:pt x="235" y="118"/>
                        <a:pt x="219" y="134"/>
                      </a:cubicBezTo>
                      <a:cubicBezTo>
                        <a:pt x="186" y="171"/>
                        <a:pt x="150" y="203"/>
                        <a:pt x="118" y="235"/>
                      </a:cubicBezTo>
                      <a:cubicBezTo>
                        <a:pt x="150" y="203"/>
                        <a:pt x="186" y="187"/>
                        <a:pt x="235" y="154"/>
                      </a:cubicBezTo>
                      <a:cubicBezTo>
                        <a:pt x="251" y="134"/>
                        <a:pt x="267" y="118"/>
                        <a:pt x="287" y="118"/>
                      </a:cubicBezTo>
                      <a:cubicBezTo>
                        <a:pt x="303" y="102"/>
                        <a:pt x="320" y="86"/>
                        <a:pt x="336" y="86"/>
                      </a:cubicBezTo>
                      <a:cubicBezTo>
                        <a:pt x="368" y="53"/>
                        <a:pt x="388" y="53"/>
                        <a:pt x="404" y="33"/>
                      </a:cubicBezTo>
                      <a:cubicBezTo>
                        <a:pt x="420" y="33"/>
                        <a:pt x="420" y="33"/>
                        <a:pt x="437" y="17"/>
                      </a:cubicBezTo>
                      <a:lnTo>
                        <a:pt x="453" y="17"/>
                      </a:lnTo>
                      <a:cubicBezTo>
                        <a:pt x="453" y="1"/>
                        <a:pt x="453" y="1"/>
                        <a:pt x="437" y="1"/>
                      </a:cubicBezTo>
                      <a:close/>
                      <a:moveTo>
                        <a:pt x="118" y="235"/>
                      </a:moveTo>
                      <a:cubicBezTo>
                        <a:pt x="86" y="260"/>
                        <a:pt x="58" y="283"/>
                        <a:pt x="38" y="301"/>
                      </a:cubicBezTo>
                      <a:lnTo>
                        <a:pt x="38" y="301"/>
                      </a:lnTo>
                      <a:cubicBezTo>
                        <a:pt x="67" y="286"/>
                        <a:pt x="87" y="270"/>
                        <a:pt x="118" y="235"/>
                      </a:cubicBezTo>
                      <a:close/>
                      <a:moveTo>
                        <a:pt x="38" y="301"/>
                      </a:moveTo>
                      <a:cubicBezTo>
                        <a:pt x="36" y="302"/>
                        <a:pt x="34" y="303"/>
                        <a:pt x="33" y="304"/>
                      </a:cubicBezTo>
                      <a:lnTo>
                        <a:pt x="0" y="336"/>
                      </a:lnTo>
                      <a:cubicBezTo>
                        <a:pt x="0" y="336"/>
                        <a:pt x="14" y="322"/>
                        <a:pt x="38" y="3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1"/>
                <p:cNvSpPr/>
                <p:nvPr/>
              </p:nvSpPr>
              <p:spPr>
                <a:xfrm>
                  <a:off x="3230375" y="1876941"/>
                  <a:ext cx="10131" cy="6059"/>
                </a:xfrm>
                <a:custGeom>
                  <a:rect b="b" l="l" r="r" t="t"/>
                  <a:pathLst>
                    <a:path extrusionOk="0" h="61" w="102">
                      <a:moveTo>
                        <a:pt x="101" y="1"/>
                      </a:moveTo>
                      <a:cubicBezTo>
                        <a:pt x="101" y="1"/>
                        <a:pt x="85" y="1"/>
                        <a:pt x="69" y="17"/>
                      </a:cubicBezTo>
                      <a:cubicBezTo>
                        <a:pt x="69" y="17"/>
                        <a:pt x="53" y="17"/>
                        <a:pt x="36" y="37"/>
                      </a:cubicBezTo>
                      <a:cubicBezTo>
                        <a:pt x="0" y="54"/>
                        <a:pt x="20" y="54"/>
                        <a:pt x="20" y="54"/>
                      </a:cubicBezTo>
                      <a:cubicBezTo>
                        <a:pt x="20" y="54"/>
                        <a:pt x="20" y="61"/>
                        <a:pt x="25" y="61"/>
                      </a:cubicBezTo>
                      <a:cubicBezTo>
                        <a:pt x="27" y="61"/>
                        <a:pt x="31" y="59"/>
                        <a:pt x="36" y="54"/>
                      </a:cubicBezTo>
                      <a:cubicBezTo>
                        <a:pt x="53" y="37"/>
                        <a:pt x="69" y="37"/>
                        <a:pt x="85" y="17"/>
                      </a:cubicBezTo>
                      <a:cubicBezTo>
                        <a:pt x="85" y="1"/>
                        <a:pt x="101" y="1"/>
                        <a:pt x="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1"/>
                <p:cNvSpPr/>
                <p:nvPr/>
              </p:nvSpPr>
              <p:spPr>
                <a:xfrm>
                  <a:off x="3297320" y="1833635"/>
                  <a:ext cx="21752" cy="13409"/>
                </a:xfrm>
                <a:custGeom>
                  <a:rect b="b" l="l" r="r" t="t"/>
                  <a:pathLst>
                    <a:path extrusionOk="0" h="135" w="219">
                      <a:moveTo>
                        <a:pt x="219" y="1"/>
                      </a:moveTo>
                      <a:cubicBezTo>
                        <a:pt x="203" y="1"/>
                        <a:pt x="186" y="1"/>
                        <a:pt x="154" y="17"/>
                      </a:cubicBezTo>
                      <a:cubicBezTo>
                        <a:pt x="134" y="33"/>
                        <a:pt x="118" y="49"/>
                        <a:pt x="102" y="49"/>
                      </a:cubicBezTo>
                      <a:cubicBezTo>
                        <a:pt x="85" y="69"/>
                        <a:pt x="53" y="86"/>
                        <a:pt x="33" y="102"/>
                      </a:cubicBezTo>
                      <a:cubicBezTo>
                        <a:pt x="33" y="102"/>
                        <a:pt x="17" y="102"/>
                        <a:pt x="17" y="118"/>
                      </a:cubicBezTo>
                      <a:cubicBezTo>
                        <a:pt x="33" y="118"/>
                        <a:pt x="33" y="102"/>
                        <a:pt x="53" y="102"/>
                      </a:cubicBezTo>
                      <a:cubicBezTo>
                        <a:pt x="69" y="102"/>
                        <a:pt x="85" y="86"/>
                        <a:pt x="102" y="69"/>
                      </a:cubicBezTo>
                      <a:cubicBezTo>
                        <a:pt x="134" y="69"/>
                        <a:pt x="154" y="49"/>
                        <a:pt x="170" y="49"/>
                      </a:cubicBezTo>
                      <a:cubicBezTo>
                        <a:pt x="203" y="17"/>
                        <a:pt x="219" y="17"/>
                        <a:pt x="219" y="1"/>
                      </a:cubicBezTo>
                      <a:close/>
                      <a:moveTo>
                        <a:pt x="17" y="118"/>
                      </a:moveTo>
                      <a:cubicBezTo>
                        <a:pt x="17" y="118"/>
                        <a:pt x="1" y="118"/>
                        <a:pt x="1" y="134"/>
                      </a:cubicBezTo>
                      <a:lnTo>
                        <a:pt x="17" y="1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1"/>
                <p:cNvSpPr/>
                <p:nvPr/>
              </p:nvSpPr>
              <p:spPr>
                <a:xfrm>
                  <a:off x="3320562" y="1834827"/>
                  <a:ext cx="10131" cy="7350"/>
                </a:xfrm>
                <a:custGeom>
                  <a:rect b="b" l="l" r="r" t="t"/>
                  <a:pathLst>
                    <a:path extrusionOk="0" h="74" w="102">
                      <a:moveTo>
                        <a:pt x="82" y="1"/>
                      </a:moveTo>
                      <a:cubicBezTo>
                        <a:pt x="78" y="1"/>
                        <a:pt x="70" y="5"/>
                        <a:pt x="53" y="21"/>
                      </a:cubicBezTo>
                      <a:lnTo>
                        <a:pt x="37" y="21"/>
                      </a:lnTo>
                      <a:cubicBezTo>
                        <a:pt x="37" y="37"/>
                        <a:pt x="37" y="37"/>
                        <a:pt x="21" y="37"/>
                      </a:cubicBezTo>
                      <a:cubicBezTo>
                        <a:pt x="1" y="57"/>
                        <a:pt x="1" y="74"/>
                        <a:pt x="1" y="74"/>
                      </a:cubicBezTo>
                      <a:cubicBezTo>
                        <a:pt x="1" y="74"/>
                        <a:pt x="21" y="57"/>
                        <a:pt x="37" y="57"/>
                      </a:cubicBezTo>
                      <a:cubicBezTo>
                        <a:pt x="37" y="57"/>
                        <a:pt x="53" y="57"/>
                        <a:pt x="53" y="37"/>
                      </a:cubicBezTo>
                      <a:lnTo>
                        <a:pt x="70" y="37"/>
                      </a:lnTo>
                      <a:cubicBezTo>
                        <a:pt x="102" y="5"/>
                        <a:pt x="86" y="5"/>
                        <a:pt x="86" y="5"/>
                      </a:cubicBezTo>
                      <a:cubicBezTo>
                        <a:pt x="86" y="5"/>
                        <a:pt x="86" y="1"/>
                        <a:pt x="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1"/>
                <p:cNvSpPr/>
                <p:nvPr/>
              </p:nvSpPr>
              <p:spPr>
                <a:xfrm>
                  <a:off x="3339037" y="1833635"/>
                  <a:ext cx="13806" cy="8542"/>
                </a:xfrm>
                <a:custGeom>
                  <a:rect b="b" l="l" r="r" t="t"/>
                  <a:pathLst>
                    <a:path extrusionOk="0" h="86" w="139">
                      <a:moveTo>
                        <a:pt x="118" y="1"/>
                      </a:moveTo>
                      <a:cubicBezTo>
                        <a:pt x="118" y="1"/>
                        <a:pt x="102" y="1"/>
                        <a:pt x="86" y="17"/>
                      </a:cubicBezTo>
                      <a:cubicBezTo>
                        <a:pt x="69" y="17"/>
                        <a:pt x="69" y="17"/>
                        <a:pt x="53" y="33"/>
                      </a:cubicBezTo>
                      <a:cubicBezTo>
                        <a:pt x="37" y="33"/>
                        <a:pt x="37" y="49"/>
                        <a:pt x="17" y="49"/>
                      </a:cubicBezTo>
                      <a:cubicBezTo>
                        <a:pt x="17" y="69"/>
                        <a:pt x="1" y="69"/>
                        <a:pt x="1" y="86"/>
                      </a:cubicBezTo>
                      <a:cubicBezTo>
                        <a:pt x="17" y="86"/>
                        <a:pt x="17" y="69"/>
                        <a:pt x="37" y="69"/>
                      </a:cubicBezTo>
                      <a:cubicBezTo>
                        <a:pt x="37" y="69"/>
                        <a:pt x="53" y="49"/>
                        <a:pt x="69" y="49"/>
                      </a:cubicBezTo>
                      <a:cubicBezTo>
                        <a:pt x="69" y="33"/>
                        <a:pt x="86" y="33"/>
                        <a:pt x="86" y="33"/>
                      </a:cubicBezTo>
                      <a:cubicBezTo>
                        <a:pt x="138" y="17"/>
                        <a:pt x="118" y="1"/>
                        <a:pt x="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1"/>
                <p:cNvSpPr/>
                <p:nvPr/>
              </p:nvSpPr>
              <p:spPr>
                <a:xfrm>
                  <a:off x="3352743" y="1833635"/>
                  <a:ext cx="14899" cy="8542"/>
                </a:xfrm>
                <a:custGeom>
                  <a:rect b="b" l="l" r="r" t="t"/>
                  <a:pathLst>
                    <a:path extrusionOk="0" h="86" w="150">
                      <a:moveTo>
                        <a:pt x="117" y="1"/>
                      </a:moveTo>
                      <a:cubicBezTo>
                        <a:pt x="117" y="1"/>
                        <a:pt x="101" y="17"/>
                        <a:pt x="81" y="17"/>
                      </a:cubicBezTo>
                      <a:cubicBezTo>
                        <a:pt x="65" y="17"/>
                        <a:pt x="49" y="33"/>
                        <a:pt x="32" y="49"/>
                      </a:cubicBezTo>
                      <a:cubicBezTo>
                        <a:pt x="16" y="49"/>
                        <a:pt x="16" y="69"/>
                        <a:pt x="0" y="86"/>
                      </a:cubicBezTo>
                      <a:cubicBezTo>
                        <a:pt x="16" y="86"/>
                        <a:pt x="32" y="69"/>
                        <a:pt x="49" y="69"/>
                      </a:cubicBezTo>
                      <a:cubicBezTo>
                        <a:pt x="65" y="49"/>
                        <a:pt x="81" y="49"/>
                        <a:pt x="101" y="33"/>
                      </a:cubicBezTo>
                      <a:cubicBezTo>
                        <a:pt x="101" y="33"/>
                        <a:pt x="117" y="17"/>
                        <a:pt x="133" y="17"/>
                      </a:cubicBezTo>
                      <a:lnTo>
                        <a:pt x="1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1"/>
                <p:cNvSpPr/>
                <p:nvPr/>
              </p:nvSpPr>
              <p:spPr>
                <a:xfrm>
                  <a:off x="3364364" y="1832046"/>
                  <a:ext cx="23341" cy="14998"/>
                </a:xfrm>
                <a:custGeom>
                  <a:rect b="b" l="l" r="r" t="t"/>
                  <a:pathLst>
                    <a:path extrusionOk="0" h="151" w="235">
                      <a:moveTo>
                        <a:pt x="235" y="1"/>
                      </a:moveTo>
                      <a:cubicBezTo>
                        <a:pt x="218" y="1"/>
                        <a:pt x="218" y="1"/>
                        <a:pt x="202" y="17"/>
                      </a:cubicBezTo>
                      <a:cubicBezTo>
                        <a:pt x="202" y="17"/>
                        <a:pt x="186" y="17"/>
                        <a:pt x="166" y="33"/>
                      </a:cubicBezTo>
                      <a:cubicBezTo>
                        <a:pt x="134" y="49"/>
                        <a:pt x="101" y="85"/>
                        <a:pt x="65" y="118"/>
                      </a:cubicBezTo>
                      <a:cubicBezTo>
                        <a:pt x="101" y="102"/>
                        <a:pt x="150" y="65"/>
                        <a:pt x="186" y="49"/>
                      </a:cubicBezTo>
                      <a:cubicBezTo>
                        <a:pt x="202" y="49"/>
                        <a:pt x="218" y="33"/>
                        <a:pt x="218" y="33"/>
                      </a:cubicBezTo>
                      <a:lnTo>
                        <a:pt x="235" y="17"/>
                      </a:lnTo>
                      <a:lnTo>
                        <a:pt x="235" y="1"/>
                      </a:lnTo>
                      <a:close/>
                      <a:moveTo>
                        <a:pt x="65" y="118"/>
                      </a:moveTo>
                      <a:cubicBezTo>
                        <a:pt x="49" y="118"/>
                        <a:pt x="33" y="134"/>
                        <a:pt x="16" y="134"/>
                      </a:cubicBezTo>
                      <a:lnTo>
                        <a:pt x="0" y="150"/>
                      </a:lnTo>
                      <a:lnTo>
                        <a:pt x="16" y="150"/>
                      </a:lnTo>
                      <a:cubicBezTo>
                        <a:pt x="33" y="134"/>
                        <a:pt x="49" y="134"/>
                        <a:pt x="65" y="11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1"/>
                <p:cNvSpPr/>
                <p:nvPr/>
              </p:nvSpPr>
              <p:spPr>
                <a:xfrm>
                  <a:off x="3347479" y="1853699"/>
                  <a:ext cx="8542" cy="4966"/>
                </a:xfrm>
                <a:custGeom>
                  <a:rect b="b" l="l" r="r" t="t"/>
                  <a:pathLst>
                    <a:path extrusionOk="0" h="50" w="86">
                      <a:moveTo>
                        <a:pt x="69" y="1"/>
                      </a:moveTo>
                      <a:cubicBezTo>
                        <a:pt x="53" y="17"/>
                        <a:pt x="33" y="17"/>
                        <a:pt x="17" y="17"/>
                      </a:cubicBezTo>
                      <a:cubicBezTo>
                        <a:pt x="1" y="33"/>
                        <a:pt x="1" y="33"/>
                        <a:pt x="1" y="49"/>
                      </a:cubicBezTo>
                      <a:lnTo>
                        <a:pt x="33" y="33"/>
                      </a:lnTo>
                      <a:cubicBezTo>
                        <a:pt x="33" y="33"/>
                        <a:pt x="53" y="17"/>
                        <a:pt x="69" y="17"/>
                      </a:cubicBezTo>
                      <a:lnTo>
                        <a:pt x="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1"/>
                <p:cNvSpPr/>
                <p:nvPr/>
              </p:nvSpPr>
              <p:spPr>
                <a:xfrm>
                  <a:off x="3389196" y="1832046"/>
                  <a:ext cx="16985" cy="11720"/>
                </a:xfrm>
                <a:custGeom>
                  <a:rect b="b" l="l" r="r" t="t"/>
                  <a:pathLst>
                    <a:path extrusionOk="0" h="118" w="171">
                      <a:moveTo>
                        <a:pt x="170" y="1"/>
                      </a:moveTo>
                      <a:cubicBezTo>
                        <a:pt x="154" y="1"/>
                        <a:pt x="138" y="1"/>
                        <a:pt x="118" y="17"/>
                      </a:cubicBezTo>
                      <a:cubicBezTo>
                        <a:pt x="102" y="33"/>
                        <a:pt x="86" y="33"/>
                        <a:pt x="69" y="49"/>
                      </a:cubicBezTo>
                      <a:lnTo>
                        <a:pt x="37" y="85"/>
                      </a:lnTo>
                      <a:cubicBezTo>
                        <a:pt x="37" y="85"/>
                        <a:pt x="17" y="102"/>
                        <a:pt x="1" y="102"/>
                      </a:cubicBezTo>
                      <a:lnTo>
                        <a:pt x="1" y="118"/>
                      </a:lnTo>
                      <a:lnTo>
                        <a:pt x="17" y="102"/>
                      </a:lnTo>
                      <a:cubicBezTo>
                        <a:pt x="17" y="102"/>
                        <a:pt x="37" y="102"/>
                        <a:pt x="53" y="85"/>
                      </a:cubicBezTo>
                      <a:cubicBezTo>
                        <a:pt x="53" y="85"/>
                        <a:pt x="69" y="65"/>
                        <a:pt x="86" y="65"/>
                      </a:cubicBezTo>
                      <a:cubicBezTo>
                        <a:pt x="102" y="49"/>
                        <a:pt x="118" y="49"/>
                        <a:pt x="118" y="33"/>
                      </a:cubicBezTo>
                      <a:lnTo>
                        <a:pt x="154" y="33"/>
                      </a:lnTo>
                      <a:cubicBezTo>
                        <a:pt x="154" y="17"/>
                        <a:pt x="170" y="17"/>
                        <a:pt x="170" y="17"/>
                      </a:cubicBezTo>
                      <a:lnTo>
                        <a:pt x="1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1"/>
                <p:cNvSpPr/>
                <p:nvPr/>
              </p:nvSpPr>
              <p:spPr>
                <a:xfrm>
                  <a:off x="3407670" y="1832046"/>
                  <a:ext cx="15395" cy="10131"/>
                </a:xfrm>
                <a:custGeom>
                  <a:rect b="b" l="l" r="r" t="t"/>
                  <a:pathLst>
                    <a:path extrusionOk="0" h="102" w="155">
                      <a:moveTo>
                        <a:pt x="154" y="1"/>
                      </a:moveTo>
                      <a:cubicBezTo>
                        <a:pt x="154" y="1"/>
                        <a:pt x="134" y="17"/>
                        <a:pt x="118" y="33"/>
                      </a:cubicBezTo>
                      <a:cubicBezTo>
                        <a:pt x="102" y="33"/>
                        <a:pt x="85" y="33"/>
                        <a:pt x="69" y="49"/>
                      </a:cubicBezTo>
                      <a:cubicBezTo>
                        <a:pt x="69" y="49"/>
                        <a:pt x="53" y="65"/>
                        <a:pt x="33" y="65"/>
                      </a:cubicBezTo>
                      <a:cubicBezTo>
                        <a:pt x="17" y="85"/>
                        <a:pt x="1" y="102"/>
                        <a:pt x="1" y="102"/>
                      </a:cubicBezTo>
                      <a:cubicBezTo>
                        <a:pt x="1" y="102"/>
                        <a:pt x="17" y="102"/>
                        <a:pt x="53" y="85"/>
                      </a:cubicBezTo>
                      <a:cubicBezTo>
                        <a:pt x="53" y="85"/>
                        <a:pt x="69" y="65"/>
                        <a:pt x="85" y="65"/>
                      </a:cubicBezTo>
                      <a:cubicBezTo>
                        <a:pt x="102" y="65"/>
                        <a:pt x="118" y="49"/>
                        <a:pt x="118" y="49"/>
                      </a:cubicBezTo>
                      <a:cubicBezTo>
                        <a:pt x="154" y="33"/>
                        <a:pt x="154" y="17"/>
                        <a:pt x="154" y="17"/>
                      </a:cubicBezTo>
                      <a:lnTo>
                        <a:pt x="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1"/>
                <p:cNvSpPr/>
                <p:nvPr/>
              </p:nvSpPr>
              <p:spPr>
                <a:xfrm>
                  <a:off x="3454651" y="1832046"/>
                  <a:ext cx="14899" cy="13310"/>
                </a:xfrm>
                <a:custGeom>
                  <a:rect b="b" l="l" r="r" t="t"/>
                  <a:pathLst>
                    <a:path extrusionOk="0" h="134" w="150">
                      <a:moveTo>
                        <a:pt x="150" y="1"/>
                      </a:moveTo>
                      <a:cubicBezTo>
                        <a:pt x="150" y="1"/>
                        <a:pt x="134" y="17"/>
                        <a:pt x="101" y="33"/>
                      </a:cubicBezTo>
                      <a:cubicBezTo>
                        <a:pt x="101" y="33"/>
                        <a:pt x="85" y="49"/>
                        <a:pt x="65" y="49"/>
                      </a:cubicBezTo>
                      <a:cubicBezTo>
                        <a:pt x="49" y="65"/>
                        <a:pt x="49" y="85"/>
                        <a:pt x="33" y="102"/>
                      </a:cubicBezTo>
                      <a:lnTo>
                        <a:pt x="16" y="118"/>
                      </a:lnTo>
                      <a:lnTo>
                        <a:pt x="0" y="134"/>
                      </a:lnTo>
                      <a:cubicBezTo>
                        <a:pt x="0" y="134"/>
                        <a:pt x="16" y="118"/>
                        <a:pt x="49" y="102"/>
                      </a:cubicBezTo>
                      <a:cubicBezTo>
                        <a:pt x="49" y="85"/>
                        <a:pt x="65" y="85"/>
                        <a:pt x="85" y="65"/>
                      </a:cubicBezTo>
                      <a:cubicBezTo>
                        <a:pt x="101" y="65"/>
                        <a:pt x="101" y="49"/>
                        <a:pt x="117" y="49"/>
                      </a:cubicBezTo>
                      <a:lnTo>
                        <a:pt x="150" y="17"/>
                      </a:lnTo>
                      <a:lnTo>
                        <a:pt x="1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1"/>
                <p:cNvSpPr/>
                <p:nvPr/>
              </p:nvSpPr>
              <p:spPr>
                <a:xfrm>
                  <a:off x="3437766" y="1850520"/>
                  <a:ext cx="11720" cy="10131"/>
                </a:xfrm>
                <a:custGeom>
                  <a:rect b="b" l="l" r="r" t="t"/>
                  <a:pathLst>
                    <a:path extrusionOk="0" h="102" w="118">
                      <a:moveTo>
                        <a:pt x="118" y="0"/>
                      </a:moveTo>
                      <a:cubicBezTo>
                        <a:pt x="118" y="0"/>
                        <a:pt x="102" y="17"/>
                        <a:pt x="85" y="33"/>
                      </a:cubicBezTo>
                      <a:cubicBezTo>
                        <a:pt x="69" y="33"/>
                        <a:pt x="53" y="49"/>
                        <a:pt x="33" y="65"/>
                      </a:cubicBezTo>
                      <a:cubicBezTo>
                        <a:pt x="1" y="81"/>
                        <a:pt x="1" y="81"/>
                        <a:pt x="1" y="101"/>
                      </a:cubicBezTo>
                      <a:lnTo>
                        <a:pt x="33" y="81"/>
                      </a:lnTo>
                      <a:cubicBezTo>
                        <a:pt x="53" y="65"/>
                        <a:pt x="85" y="49"/>
                        <a:pt x="102" y="33"/>
                      </a:cubicBezTo>
                      <a:cubicBezTo>
                        <a:pt x="118" y="17"/>
                        <a:pt x="118" y="0"/>
                        <a:pt x="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1"/>
                <p:cNvSpPr/>
                <p:nvPr/>
              </p:nvSpPr>
              <p:spPr>
                <a:xfrm>
                  <a:off x="3467861" y="1833635"/>
                  <a:ext cx="20163" cy="14998"/>
                </a:xfrm>
                <a:custGeom>
                  <a:rect b="b" l="l" r="r" t="t"/>
                  <a:pathLst>
                    <a:path extrusionOk="0" h="151" w="203">
                      <a:moveTo>
                        <a:pt x="186" y="1"/>
                      </a:moveTo>
                      <a:lnTo>
                        <a:pt x="134" y="33"/>
                      </a:lnTo>
                      <a:cubicBezTo>
                        <a:pt x="118" y="49"/>
                        <a:pt x="102" y="49"/>
                        <a:pt x="85" y="69"/>
                      </a:cubicBezTo>
                      <a:cubicBezTo>
                        <a:pt x="69" y="86"/>
                        <a:pt x="69" y="102"/>
                        <a:pt x="53" y="102"/>
                      </a:cubicBezTo>
                      <a:cubicBezTo>
                        <a:pt x="17" y="134"/>
                        <a:pt x="1" y="150"/>
                        <a:pt x="1" y="150"/>
                      </a:cubicBezTo>
                      <a:cubicBezTo>
                        <a:pt x="1" y="150"/>
                        <a:pt x="17" y="134"/>
                        <a:pt x="53" y="118"/>
                      </a:cubicBezTo>
                      <a:cubicBezTo>
                        <a:pt x="69" y="102"/>
                        <a:pt x="85" y="102"/>
                        <a:pt x="102" y="86"/>
                      </a:cubicBezTo>
                      <a:cubicBezTo>
                        <a:pt x="118" y="69"/>
                        <a:pt x="134" y="69"/>
                        <a:pt x="154" y="49"/>
                      </a:cubicBezTo>
                      <a:cubicBezTo>
                        <a:pt x="203" y="17"/>
                        <a:pt x="186" y="17"/>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1"/>
                <p:cNvSpPr/>
                <p:nvPr/>
              </p:nvSpPr>
              <p:spPr>
                <a:xfrm>
                  <a:off x="3489514" y="1836913"/>
                  <a:ext cx="11720" cy="8443"/>
                </a:xfrm>
                <a:custGeom>
                  <a:rect b="b" l="l" r="r" t="t"/>
                  <a:pathLst>
                    <a:path extrusionOk="0" h="85" w="118">
                      <a:moveTo>
                        <a:pt x="118" y="0"/>
                      </a:moveTo>
                      <a:cubicBezTo>
                        <a:pt x="102" y="0"/>
                        <a:pt x="85" y="16"/>
                        <a:pt x="69" y="16"/>
                      </a:cubicBezTo>
                      <a:cubicBezTo>
                        <a:pt x="53" y="36"/>
                        <a:pt x="53" y="36"/>
                        <a:pt x="37" y="53"/>
                      </a:cubicBezTo>
                      <a:cubicBezTo>
                        <a:pt x="53" y="53"/>
                        <a:pt x="69" y="36"/>
                        <a:pt x="85" y="36"/>
                      </a:cubicBezTo>
                      <a:lnTo>
                        <a:pt x="118" y="0"/>
                      </a:lnTo>
                      <a:close/>
                      <a:moveTo>
                        <a:pt x="37" y="53"/>
                      </a:moveTo>
                      <a:cubicBezTo>
                        <a:pt x="17" y="53"/>
                        <a:pt x="1" y="69"/>
                        <a:pt x="1" y="69"/>
                      </a:cubicBezTo>
                      <a:lnTo>
                        <a:pt x="1" y="85"/>
                      </a:lnTo>
                      <a:cubicBezTo>
                        <a:pt x="17" y="85"/>
                        <a:pt x="17" y="69"/>
                        <a:pt x="37" y="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1"/>
                <p:cNvSpPr/>
                <p:nvPr/>
              </p:nvSpPr>
              <p:spPr>
                <a:xfrm>
                  <a:off x="3484746" y="1832940"/>
                  <a:ext cx="30195" cy="27712"/>
                </a:xfrm>
                <a:custGeom>
                  <a:rect b="b" l="l" r="r" t="t"/>
                  <a:pathLst>
                    <a:path extrusionOk="0" h="279" w="304">
                      <a:moveTo>
                        <a:pt x="298" y="1"/>
                      </a:moveTo>
                      <a:cubicBezTo>
                        <a:pt x="296" y="1"/>
                        <a:pt x="292" y="2"/>
                        <a:pt x="287" y="8"/>
                      </a:cubicBezTo>
                      <a:cubicBezTo>
                        <a:pt x="287" y="8"/>
                        <a:pt x="267" y="40"/>
                        <a:pt x="218" y="76"/>
                      </a:cubicBezTo>
                      <a:cubicBezTo>
                        <a:pt x="202" y="93"/>
                        <a:pt x="166" y="125"/>
                        <a:pt x="133" y="141"/>
                      </a:cubicBezTo>
                      <a:cubicBezTo>
                        <a:pt x="117" y="177"/>
                        <a:pt x="85" y="194"/>
                        <a:pt x="65" y="226"/>
                      </a:cubicBezTo>
                      <a:cubicBezTo>
                        <a:pt x="85" y="226"/>
                        <a:pt x="101" y="210"/>
                        <a:pt x="117" y="194"/>
                      </a:cubicBezTo>
                      <a:lnTo>
                        <a:pt x="150" y="157"/>
                      </a:lnTo>
                      <a:cubicBezTo>
                        <a:pt x="186" y="141"/>
                        <a:pt x="202" y="109"/>
                        <a:pt x="234" y="93"/>
                      </a:cubicBezTo>
                      <a:cubicBezTo>
                        <a:pt x="267" y="40"/>
                        <a:pt x="287" y="24"/>
                        <a:pt x="303" y="8"/>
                      </a:cubicBezTo>
                      <a:cubicBezTo>
                        <a:pt x="303" y="8"/>
                        <a:pt x="303" y="1"/>
                        <a:pt x="298" y="1"/>
                      </a:cubicBezTo>
                      <a:close/>
                      <a:moveTo>
                        <a:pt x="65" y="226"/>
                      </a:moveTo>
                      <a:cubicBezTo>
                        <a:pt x="49" y="226"/>
                        <a:pt x="33" y="242"/>
                        <a:pt x="33" y="242"/>
                      </a:cubicBezTo>
                      <a:cubicBezTo>
                        <a:pt x="16" y="258"/>
                        <a:pt x="0" y="278"/>
                        <a:pt x="0" y="278"/>
                      </a:cubicBezTo>
                      <a:cubicBezTo>
                        <a:pt x="16" y="278"/>
                        <a:pt x="16" y="258"/>
                        <a:pt x="33" y="258"/>
                      </a:cubicBezTo>
                      <a:cubicBezTo>
                        <a:pt x="49" y="242"/>
                        <a:pt x="49" y="242"/>
                        <a:pt x="65" y="2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1"/>
                <p:cNvSpPr/>
                <p:nvPr/>
              </p:nvSpPr>
              <p:spPr>
                <a:xfrm>
                  <a:off x="3516431" y="1833635"/>
                  <a:ext cx="16885" cy="13409"/>
                </a:xfrm>
                <a:custGeom>
                  <a:rect b="b" l="l" r="r" t="t"/>
                  <a:pathLst>
                    <a:path extrusionOk="0" h="135" w="170">
                      <a:moveTo>
                        <a:pt x="150" y="1"/>
                      </a:moveTo>
                      <a:cubicBezTo>
                        <a:pt x="150" y="1"/>
                        <a:pt x="134" y="1"/>
                        <a:pt x="117" y="17"/>
                      </a:cubicBezTo>
                      <a:cubicBezTo>
                        <a:pt x="117" y="17"/>
                        <a:pt x="101" y="17"/>
                        <a:pt x="101" y="33"/>
                      </a:cubicBezTo>
                      <a:cubicBezTo>
                        <a:pt x="85" y="33"/>
                        <a:pt x="85" y="49"/>
                        <a:pt x="69" y="49"/>
                      </a:cubicBezTo>
                      <a:cubicBezTo>
                        <a:pt x="69" y="69"/>
                        <a:pt x="49" y="86"/>
                        <a:pt x="33" y="102"/>
                      </a:cubicBezTo>
                      <a:cubicBezTo>
                        <a:pt x="16" y="102"/>
                        <a:pt x="16" y="118"/>
                        <a:pt x="0" y="134"/>
                      </a:cubicBezTo>
                      <a:cubicBezTo>
                        <a:pt x="0" y="134"/>
                        <a:pt x="16" y="118"/>
                        <a:pt x="49" y="102"/>
                      </a:cubicBezTo>
                      <a:cubicBezTo>
                        <a:pt x="49" y="86"/>
                        <a:pt x="69" y="86"/>
                        <a:pt x="85" y="69"/>
                      </a:cubicBezTo>
                      <a:lnTo>
                        <a:pt x="101" y="49"/>
                      </a:lnTo>
                      <a:cubicBezTo>
                        <a:pt x="117" y="33"/>
                        <a:pt x="117" y="33"/>
                        <a:pt x="134" y="33"/>
                      </a:cubicBezTo>
                      <a:cubicBezTo>
                        <a:pt x="134" y="17"/>
                        <a:pt x="150" y="17"/>
                        <a:pt x="150" y="17"/>
                      </a:cubicBezTo>
                      <a:cubicBezTo>
                        <a:pt x="170" y="17"/>
                        <a:pt x="170" y="17"/>
                        <a:pt x="1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1"/>
                <p:cNvSpPr/>
                <p:nvPr/>
              </p:nvSpPr>
              <p:spPr>
                <a:xfrm>
                  <a:off x="3528052" y="1835025"/>
                  <a:ext cx="21752" cy="15594"/>
                </a:xfrm>
                <a:custGeom>
                  <a:rect b="b" l="l" r="r" t="t"/>
                  <a:pathLst>
                    <a:path extrusionOk="0" h="157" w="219">
                      <a:moveTo>
                        <a:pt x="199" y="0"/>
                      </a:moveTo>
                      <a:cubicBezTo>
                        <a:pt x="195" y="0"/>
                        <a:pt x="183" y="6"/>
                        <a:pt x="154" y="35"/>
                      </a:cubicBezTo>
                      <a:cubicBezTo>
                        <a:pt x="134" y="35"/>
                        <a:pt x="118" y="55"/>
                        <a:pt x="101" y="72"/>
                      </a:cubicBezTo>
                      <a:cubicBezTo>
                        <a:pt x="85" y="88"/>
                        <a:pt x="69" y="104"/>
                        <a:pt x="53" y="104"/>
                      </a:cubicBezTo>
                      <a:lnTo>
                        <a:pt x="0" y="156"/>
                      </a:lnTo>
                      <a:cubicBezTo>
                        <a:pt x="0" y="156"/>
                        <a:pt x="33" y="136"/>
                        <a:pt x="69" y="120"/>
                      </a:cubicBezTo>
                      <a:cubicBezTo>
                        <a:pt x="85" y="104"/>
                        <a:pt x="101" y="88"/>
                        <a:pt x="118" y="88"/>
                      </a:cubicBezTo>
                      <a:lnTo>
                        <a:pt x="154" y="55"/>
                      </a:lnTo>
                      <a:cubicBezTo>
                        <a:pt x="219" y="3"/>
                        <a:pt x="219" y="3"/>
                        <a:pt x="202" y="3"/>
                      </a:cubicBezTo>
                      <a:cubicBezTo>
                        <a:pt x="202" y="3"/>
                        <a:pt x="202" y="0"/>
                        <a:pt x="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1"/>
                <p:cNvSpPr/>
                <p:nvPr/>
              </p:nvSpPr>
              <p:spPr>
                <a:xfrm>
                  <a:off x="3563312" y="1833635"/>
                  <a:ext cx="3377" cy="80354"/>
                </a:xfrm>
                <a:custGeom>
                  <a:rect b="b" l="l" r="r" t="t"/>
                  <a:pathLst>
                    <a:path extrusionOk="0" h="809" w="34">
                      <a:moveTo>
                        <a:pt x="17" y="1"/>
                      </a:moveTo>
                      <a:lnTo>
                        <a:pt x="17" y="17"/>
                      </a:lnTo>
                      <a:cubicBezTo>
                        <a:pt x="1" y="33"/>
                        <a:pt x="1" y="49"/>
                        <a:pt x="1" y="86"/>
                      </a:cubicBezTo>
                      <a:lnTo>
                        <a:pt x="1" y="203"/>
                      </a:lnTo>
                      <a:lnTo>
                        <a:pt x="1" y="304"/>
                      </a:lnTo>
                      <a:cubicBezTo>
                        <a:pt x="1" y="336"/>
                        <a:pt x="17" y="372"/>
                        <a:pt x="17" y="405"/>
                      </a:cubicBezTo>
                      <a:lnTo>
                        <a:pt x="17" y="591"/>
                      </a:lnTo>
                      <a:cubicBezTo>
                        <a:pt x="33" y="708"/>
                        <a:pt x="33" y="809"/>
                        <a:pt x="33" y="809"/>
                      </a:cubicBezTo>
                      <a:lnTo>
                        <a:pt x="33" y="591"/>
                      </a:lnTo>
                      <a:lnTo>
                        <a:pt x="33" y="389"/>
                      </a:lnTo>
                      <a:lnTo>
                        <a:pt x="33" y="304"/>
                      </a:lnTo>
                      <a:lnTo>
                        <a:pt x="33" y="203"/>
                      </a:lnTo>
                      <a:lnTo>
                        <a:pt x="33" y="86"/>
                      </a:lnTo>
                      <a:lnTo>
                        <a:pt x="33" y="17"/>
                      </a:lnTo>
                      <a:cubicBezTo>
                        <a:pt x="33" y="1"/>
                        <a:pt x="33"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1"/>
                <p:cNvSpPr/>
                <p:nvPr/>
              </p:nvSpPr>
              <p:spPr>
                <a:xfrm>
                  <a:off x="3207034" y="1836913"/>
                  <a:ext cx="3377" cy="40127"/>
                </a:xfrm>
                <a:custGeom>
                  <a:rect b="b" l="l" r="r" t="t"/>
                  <a:pathLst>
                    <a:path extrusionOk="0" h="404" w="34">
                      <a:moveTo>
                        <a:pt x="17" y="0"/>
                      </a:moveTo>
                      <a:lnTo>
                        <a:pt x="17" y="16"/>
                      </a:lnTo>
                      <a:lnTo>
                        <a:pt x="17" y="53"/>
                      </a:lnTo>
                      <a:cubicBezTo>
                        <a:pt x="1" y="69"/>
                        <a:pt x="1" y="85"/>
                        <a:pt x="1" y="117"/>
                      </a:cubicBezTo>
                      <a:lnTo>
                        <a:pt x="1" y="218"/>
                      </a:lnTo>
                      <a:cubicBezTo>
                        <a:pt x="17" y="255"/>
                        <a:pt x="17" y="287"/>
                        <a:pt x="17" y="319"/>
                      </a:cubicBezTo>
                      <a:lnTo>
                        <a:pt x="17" y="372"/>
                      </a:lnTo>
                      <a:cubicBezTo>
                        <a:pt x="17" y="372"/>
                        <a:pt x="17" y="388"/>
                        <a:pt x="33" y="404"/>
                      </a:cubicBezTo>
                      <a:lnTo>
                        <a:pt x="33" y="372"/>
                      </a:lnTo>
                      <a:lnTo>
                        <a:pt x="33" y="319"/>
                      </a:lnTo>
                      <a:lnTo>
                        <a:pt x="33" y="218"/>
                      </a:lnTo>
                      <a:lnTo>
                        <a:pt x="33" y="117"/>
                      </a:lnTo>
                      <a:lnTo>
                        <a:pt x="33" y="53"/>
                      </a:lnTo>
                      <a:lnTo>
                        <a:pt x="33" y="16"/>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1"/>
                <p:cNvSpPr/>
                <p:nvPr/>
              </p:nvSpPr>
              <p:spPr>
                <a:xfrm>
                  <a:off x="3197002" y="1833635"/>
                  <a:ext cx="100418" cy="3377"/>
                </a:xfrm>
                <a:custGeom>
                  <a:rect b="b" l="l" r="r" t="t"/>
                  <a:pathLst>
                    <a:path extrusionOk="0" h="34" w="1011">
                      <a:moveTo>
                        <a:pt x="102" y="1"/>
                      </a:moveTo>
                      <a:cubicBezTo>
                        <a:pt x="69" y="17"/>
                        <a:pt x="33" y="17"/>
                        <a:pt x="17" y="17"/>
                      </a:cubicBezTo>
                      <a:cubicBezTo>
                        <a:pt x="1" y="17"/>
                        <a:pt x="1" y="17"/>
                        <a:pt x="1" y="33"/>
                      </a:cubicBezTo>
                      <a:lnTo>
                        <a:pt x="255" y="33"/>
                      </a:lnTo>
                      <a:cubicBezTo>
                        <a:pt x="405" y="33"/>
                        <a:pt x="591" y="33"/>
                        <a:pt x="740" y="17"/>
                      </a:cubicBezTo>
                      <a:cubicBezTo>
                        <a:pt x="894" y="17"/>
                        <a:pt x="1011" y="1"/>
                        <a:pt x="10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1"/>
                <p:cNvSpPr/>
                <p:nvPr/>
              </p:nvSpPr>
              <p:spPr>
                <a:xfrm>
                  <a:off x="3197002" y="1806817"/>
                  <a:ext cx="113628" cy="3675"/>
                </a:xfrm>
                <a:custGeom>
                  <a:rect b="b" l="l" r="r" t="t"/>
                  <a:pathLst>
                    <a:path extrusionOk="0" h="37" w="1144">
                      <a:moveTo>
                        <a:pt x="304" y="0"/>
                      </a:moveTo>
                      <a:cubicBezTo>
                        <a:pt x="154" y="0"/>
                        <a:pt x="69" y="16"/>
                        <a:pt x="33" y="16"/>
                      </a:cubicBezTo>
                      <a:lnTo>
                        <a:pt x="1" y="16"/>
                      </a:lnTo>
                      <a:lnTo>
                        <a:pt x="1" y="36"/>
                      </a:lnTo>
                      <a:lnTo>
                        <a:pt x="841" y="36"/>
                      </a:lnTo>
                      <a:cubicBezTo>
                        <a:pt x="1011" y="16"/>
                        <a:pt x="1144" y="16"/>
                        <a:pt x="1144" y="16"/>
                      </a:cubicBezTo>
                      <a:lnTo>
                        <a:pt x="841" y="16"/>
                      </a:lnTo>
                      <a:cubicBezTo>
                        <a:pt x="675" y="0"/>
                        <a:pt x="457" y="0"/>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1"/>
                <p:cNvSpPr/>
                <p:nvPr/>
              </p:nvSpPr>
              <p:spPr>
                <a:xfrm>
                  <a:off x="3489514" y="1808406"/>
                  <a:ext cx="83930" cy="3675"/>
                </a:xfrm>
                <a:custGeom>
                  <a:rect b="b" l="l" r="r" t="t"/>
                  <a:pathLst>
                    <a:path extrusionOk="0" h="37" w="845">
                      <a:moveTo>
                        <a:pt x="441" y="0"/>
                      </a:moveTo>
                      <a:cubicBezTo>
                        <a:pt x="372" y="0"/>
                        <a:pt x="287" y="0"/>
                        <a:pt x="239" y="20"/>
                      </a:cubicBezTo>
                      <a:lnTo>
                        <a:pt x="1" y="20"/>
                      </a:lnTo>
                      <a:cubicBezTo>
                        <a:pt x="1" y="20"/>
                        <a:pt x="102" y="20"/>
                        <a:pt x="239" y="37"/>
                      </a:cubicBezTo>
                      <a:lnTo>
                        <a:pt x="760" y="37"/>
                      </a:lnTo>
                      <a:cubicBezTo>
                        <a:pt x="792" y="37"/>
                        <a:pt x="825" y="37"/>
                        <a:pt x="825" y="20"/>
                      </a:cubicBezTo>
                      <a:lnTo>
                        <a:pt x="845" y="20"/>
                      </a:lnTo>
                      <a:lnTo>
                        <a:pt x="8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1"/>
                <p:cNvSpPr/>
                <p:nvPr/>
              </p:nvSpPr>
              <p:spPr>
                <a:xfrm>
                  <a:off x="3489514" y="1832046"/>
                  <a:ext cx="85618" cy="3278"/>
                </a:xfrm>
                <a:custGeom>
                  <a:rect b="b" l="l" r="r" t="t"/>
                  <a:pathLst>
                    <a:path extrusionOk="0" h="33" w="862">
                      <a:moveTo>
                        <a:pt x="643" y="1"/>
                      </a:moveTo>
                      <a:cubicBezTo>
                        <a:pt x="574" y="1"/>
                        <a:pt x="506" y="1"/>
                        <a:pt x="441" y="17"/>
                      </a:cubicBezTo>
                      <a:lnTo>
                        <a:pt x="1" y="17"/>
                      </a:lnTo>
                      <a:cubicBezTo>
                        <a:pt x="1" y="17"/>
                        <a:pt x="102" y="17"/>
                        <a:pt x="239" y="33"/>
                      </a:cubicBezTo>
                      <a:lnTo>
                        <a:pt x="776" y="33"/>
                      </a:lnTo>
                      <a:cubicBezTo>
                        <a:pt x="809" y="33"/>
                        <a:pt x="825" y="17"/>
                        <a:pt x="845" y="17"/>
                      </a:cubicBezTo>
                      <a:lnTo>
                        <a:pt x="861" y="17"/>
                      </a:lnTo>
                      <a:cubicBezTo>
                        <a:pt x="861" y="1"/>
                        <a:pt x="861" y="1"/>
                        <a:pt x="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1"/>
                <p:cNvSpPr/>
                <p:nvPr/>
              </p:nvSpPr>
              <p:spPr>
                <a:xfrm>
                  <a:off x="3533217" y="1825192"/>
                  <a:ext cx="40227" cy="3377"/>
                </a:xfrm>
                <a:custGeom>
                  <a:rect b="b" l="l" r="r" t="t"/>
                  <a:pathLst>
                    <a:path extrusionOk="0" h="34" w="405">
                      <a:moveTo>
                        <a:pt x="304" y="1"/>
                      </a:moveTo>
                      <a:cubicBezTo>
                        <a:pt x="284" y="1"/>
                        <a:pt x="251" y="1"/>
                        <a:pt x="219" y="17"/>
                      </a:cubicBezTo>
                      <a:lnTo>
                        <a:pt x="1" y="17"/>
                      </a:lnTo>
                      <a:cubicBezTo>
                        <a:pt x="1" y="17"/>
                        <a:pt x="49" y="33"/>
                        <a:pt x="118" y="33"/>
                      </a:cubicBezTo>
                      <a:lnTo>
                        <a:pt x="405" y="33"/>
                      </a:lnTo>
                      <a:lnTo>
                        <a:pt x="405" y="17"/>
                      </a:lnTo>
                      <a:cubicBezTo>
                        <a:pt x="385" y="17"/>
                        <a:pt x="369" y="1"/>
                        <a:pt x="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1"/>
                <p:cNvSpPr/>
                <p:nvPr/>
              </p:nvSpPr>
              <p:spPr>
                <a:xfrm>
                  <a:off x="3549705" y="1820425"/>
                  <a:ext cx="25427" cy="2880"/>
                </a:xfrm>
                <a:custGeom>
                  <a:rect b="b" l="l" r="r" t="t"/>
                  <a:pathLst>
                    <a:path extrusionOk="0" h="29" w="256">
                      <a:moveTo>
                        <a:pt x="69" y="0"/>
                      </a:moveTo>
                      <a:cubicBezTo>
                        <a:pt x="37" y="17"/>
                        <a:pt x="1" y="17"/>
                        <a:pt x="1" y="17"/>
                      </a:cubicBezTo>
                      <a:lnTo>
                        <a:pt x="118" y="17"/>
                      </a:lnTo>
                      <a:cubicBezTo>
                        <a:pt x="136" y="25"/>
                        <a:pt x="149" y="29"/>
                        <a:pt x="160" y="29"/>
                      </a:cubicBezTo>
                      <a:cubicBezTo>
                        <a:pt x="170" y="29"/>
                        <a:pt x="178" y="25"/>
                        <a:pt x="186" y="17"/>
                      </a:cubicBezTo>
                      <a:lnTo>
                        <a:pt x="255" y="17"/>
                      </a:lnTo>
                      <a:cubicBezTo>
                        <a:pt x="255" y="0"/>
                        <a:pt x="255"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1"/>
                <p:cNvSpPr/>
                <p:nvPr/>
              </p:nvSpPr>
              <p:spPr>
                <a:xfrm>
                  <a:off x="3565001" y="1813571"/>
                  <a:ext cx="10131" cy="3377"/>
                </a:xfrm>
                <a:custGeom>
                  <a:rect b="b" l="l" r="r" t="t"/>
                  <a:pathLst>
                    <a:path extrusionOk="0" h="34" w="102">
                      <a:moveTo>
                        <a:pt x="65" y="1"/>
                      </a:moveTo>
                      <a:cubicBezTo>
                        <a:pt x="49" y="1"/>
                        <a:pt x="16" y="17"/>
                        <a:pt x="0" y="17"/>
                      </a:cubicBezTo>
                      <a:cubicBezTo>
                        <a:pt x="16" y="33"/>
                        <a:pt x="49" y="33"/>
                        <a:pt x="65" y="33"/>
                      </a:cubicBezTo>
                      <a:cubicBezTo>
                        <a:pt x="101" y="33"/>
                        <a:pt x="101" y="17"/>
                        <a:pt x="101" y="17"/>
                      </a:cubicBezTo>
                      <a:cubicBezTo>
                        <a:pt x="101" y="17"/>
                        <a:pt x="101"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1"/>
                <p:cNvSpPr/>
                <p:nvPr/>
              </p:nvSpPr>
              <p:spPr>
                <a:xfrm>
                  <a:off x="3195413" y="1826881"/>
                  <a:ext cx="48669" cy="3675"/>
                </a:xfrm>
                <a:custGeom>
                  <a:rect b="b" l="l" r="r" t="t"/>
                  <a:pathLst>
                    <a:path extrusionOk="0" h="37" w="490">
                      <a:moveTo>
                        <a:pt x="17" y="0"/>
                      </a:moveTo>
                      <a:lnTo>
                        <a:pt x="1" y="16"/>
                      </a:lnTo>
                      <a:lnTo>
                        <a:pt x="17" y="36"/>
                      </a:lnTo>
                      <a:lnTo>
                        <a:pt x="118" y="36"/>
                      </a:lnTo>
                      <a:cubicBezTo>
                        <a:pt x="170" y="36"/>
                        <a:pt x="203" y="36"/>
                        <a:pt x="235" y="16"/>
                      </a:cubicBezTo>
                      <a:lnTo>
                        <a:pt x="489" y="16"/>
                      </a:lnTo>
                      <a:lnTo>
                        <a:pt x="4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1"/>
                <p:cNvSpPr/>
                <p:nvPr/>
              </p:nvSpPr>
              <p:spPr>
                <a:xfrm>
                  <a:off x="3197002" y="1820425"/>
                  <a:ext cx="11720" cy="3278"/>
                </a:xfrm>
                <a:custGeom>
                  <a:rect b="b" l="l" r="r" t="t"/>
                  <a:pathLst>
                    <a:path extrusionOk="0" h="33" w="118">
                      <a:moveTo>
                        <a:pt x="53" y="0"/>
                      </a:moveTo>
                      <a:cubicBezTo>
                        <a:pt x="33" y="0"/>
                        <a:pt x="17" y="17"/>
                        <a:pt x="17" y="17"/>
                      </a:cubicBezTo>
                      <a:lnTo>
                        <a:pt x="1" y="17"/>
                      </a:lnTo>
                      <a:lnTo>
                        <a:pt x="17" y="33"/>
                      </a:lnTo>
                      <a:lnTo>
                        <a:pt x="53" y="33"/>
                      </a:lnTo>
                      <a:cubicBezTo>
                        <a:pt x="69" y="33"/>
                        <a:pt x="102" y="33"/>
                        <a:pt x="118" y="17"/>
                      </a:cubicBezTo>
                      <a:cubicBezTo>
                        <a:pt x="102" y="0"/>
                        <a:pt x="69"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1"/>
                <p:cNvSpPr/>
                <p:nvPr/>
              </p:nvSpPr>
              <p:spPr>
                <a:xfrm>
                  <a:off x="3198591" y="1816849"/>
                  <a:ext cx="10131" cy="1689"/>
                </a:xfrm>
                <a:custGeom>
                  <a:rect b="b" l="l" r="r" t="t"/>
                  <a:pathLst>
                    <a:path extrusionOk="0" h="17" w="102">
                      <a:moveTo>
                        <a:pt x="1" y="0"/>
                      </a:moveTo>
                      <a:lnTo>
                        <a:pt x="1" y="16"/>
                      </a:lnTo>
                      <a:lnTo>
                        <a:pt x="102" y="16"/>
                      </a:lnTo>
                      <a:cubicBezTo>
                        <a:pt x="102" y="16"/>
                        <a:pt x="86" y="16"/>
                        <a:pt x="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1"/>
                <p:cNvSpPr/>
                <p:nvPr/>
              </p:nvSpPr>
              <p:spPr>
                <a:xfrm>
                  <a:off x="3300499" y="1876941"/>
                  <a:ext cx="3774" cy="65554"/>
                </a:xfrm>
                <a:custGeom>
                  <a:rect b="b" l="l" r="r" t="t"/>
                  <a:pathLst>
                    <a:path extrusionOk="0" h="660" w="38">
                      <a:moveTo>
                        <a:pt x="21" y="1"/>
                      </a:moveTo>
                      <a:lnTo>
                        <a:pt x="21" y="17"/>
                      </a:lnTo>
                      <a:cubicBezTo>
                        <a:pt x="1" y="17"/>
                        <a:pt x="1" y="37"/>
                        <a:pt x="1" y="70"/>
                      </a:cubicBezTo>
                      <a:lnTo>
                        <a:pt x="1" y="171"/>
                      </a:lnTo>
                      <a:lnTo>
                        <a:pt x="1" y="239"/>
                      </a:lnTo>
                      <a:lnTo>
                        <a:pt x="1" y="320"/>
                      </a:lnTo>
                      <a:lnTo>
                        <a:pt x="1" y="474"/>
                      </a:lnTo>
                      <a:cubicBezTo>
                        <a:pt x="1" y="575"/>
                        <a:pt x="21" y="659"/>
                        <a:pt x="21" y="659"/>
                      </a:cubicBezTo>
                      <a:lnTo>
                        <a:pt x="21" y="474"/>
                      </a:lnTo>
                      <a:cubicBezTo>
                        <a:pt x="21" y="421"/>
                        <a:pt x="37" y="373"/>
                        <a:pt x="37" y="320"/>
                      </a:cubicBezTo>
                      <a:lnTo>
                        <a:pt x="37" y="239"/>
                      </a:lnTo>
                      <a:lnTo>
                        <a:pt x="37" y="171"/>
                      </a:lnTo>
                      <a:lnTo>
                        <a:pt x="37" y="70"/>
                      </a:lnTo>
                      <a:lnTo>
                        <a:pt x="37" y="17"/>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1"/>
                <p:cNvSpPr/>
                <p:nvPr/>
              </p:nvSpPr>
              <p:spPr>
                <a:xfrm>
                  <a:off x="3300499" y="1873762"/>
                  <a:ext cx="77176" cy="4966"/>
                </a:xfrm>
                <a:custGeom>
                  <a:rect b="b" l="l" r="r" t="t"/>
                  <a:pathLst>
                    <a:path extrusionOk="0" h="50" w="777">
                      <a:moveTo>
                        <a:pt x="239" y="1"/>
                      </a:moveTo>
                      <a:cubicBezTo>
                        <a:pt x="171" y="17"/>
                        <a:pt x="122" y="17"/>
                        <a:pt x="86" y="17"/>
                      </a:cubicBezTo>
                      <a:cubicBezTo>
                        <a:pt x="53" y="33"/>
                        <a:pt x="37" y="33"/>
                        <a:pt x="21" y="33"/>
                      </a:cubicBezTo>
                      <a:cubicBezTo>
                        <a:pt x="1" y="33"/>
                        <a:pt x="1" y="33"/>
                        <a:pt x="1" y="17"/>
                      </a:cubicBezTo>
                      <a:lnTo>
                        <a:pt x="1" y="33"/>
                      </a:lnTo>
                      <a:lnTo>
                        <a:pt x="21" y="49"/>
                      </a:lnTo>
                      <a:lnTo>
                        <a:pt x="239" y="49"/>
                      </a:lnTo>
                      <a:cubicBezTo>
                        <a:pt x="272" y="33"/>
                        <a:pt x="304" y="33"/>
                        <a:pt x="340" y="33"/>
                      </a:cubicBezTo>
                      <a:lnTo>
                        <a:pt x="457" y="33"/>
                      </a:lnTo>
                      <a:cubicBezTo>
                        <a:pt x="490" y="17"/>
                        <a:pt x="526" y="17"/>
                        <a:pt x="558" y="17"/>
                      </a:cubicBezTo>
                      <a:lnTo>
                        <a:pt x="777" y="17"/>
                      </a:lnTo>
                      <a:cubicBezTo>
                        <a:pt x="744" y="1"/>
                        <a:pt x="708" y="1"/>
                        <a:pt x="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1"/>
                <p:cNvSpPr/>
                <p:nvPr/>
              </p:nvSpPr>
              <p:spPr>
                <a:xfrm>
                  <a:off x="3410849" y="1873762"/>
                  <a:ext cx="58701" cy="3278"/>
                </a:xfrm>
                <a:custGeom>
                  <a:rect b="b" l="l" r="r" t="t"/>
                  <a:pathLst>
                    <a:path extrusionOk="0" h="33" w="591">
                      <a:moveTo>
                        <a:pt x="239" y="1"/>
                      </a:moveTo>
                      <a:cubicBezTo>
                        <a:pt x="203" y="1"/>
                        <a:pt x="187" y="17"/>
                        <a:pt x="171" y="17"/>
                      </a:cubicBezTo>
                      <a:lnTo>
                        <a:pt x="53" y="17"/>
                      </a:lnTo>
                      <a:cubicBezTo>
                        <a:pt x="21" y="33"/>
                        <a:pt x="1" y="33"/>
                        <a:pt x="1" y="33"/>
                      </a:cubicBezTo>
                      <a:lnTo>
                        <a:pt x="591" y="33"/>
                      </a:lnTo>
                      <a:lnTo>
                        <a:pt x="591" y="17"/>
                      </a:lnTo>
                      <a:cubicBezTo>
                        <a:pt x="575" y="17"/>
                        <a:pt x="558" y="1"/>
                        <a:pt x="5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1"/>
                <p:cNvSpPr/>
                <p:nvPr/>
              </p:nvSpPr>
              <p:spPr>
                <a:xfrm>
                  <a:off x="3467861" y="1876941"/>
                  <a:ext cx="3278" cy="47080"/>
                </a:xfrm>
                <a:custGeom>
                  <a:rect b="b" l="l" r="r" t="t"/>
                  <a:pathLst>
                    <a:path extrusionOk="0" h="474" w="33">
                      <a:moveTo>
                        <a:pt x="1" y="1"/>
                      </a:moveTo>
                      <a:lnTo>
                        <a:pt x="1" y="37"/>
                      </a:lnTo>
                      <a:lnTo>
                        <a:pt x="1" y="118"/>
                      </a:lnTo>
                      <a:lnTo>
                        <a:pt x="1" y="219"/>
                      </a:lnTo>
                      <a:cubicBezTo>
                        <a:pt x="1" y="272"/>
                        <a:pt x="17" y="304"/>
                        <a:pt x="17" y="340"/>
                      </a:cubicBezTo>
                      <a:lnTo>
                        <a:pt x="17" y="474"/>
                      </a:lnTo>
                      <a:cubicBezTo>
                        <a:pt x="17" y="474"/>
                        <a:pt x="17" y="421"/>
                        <a:pt x="33" y="340"/>
                      </a:cubicBezTo>
                      <a:lnTo>
                        <a:pt x="33" y="219"/>
                      </a:lnTo>
                      <a:lnTo>
                        <a:pt x="33" y="118"/>
                      </a:lnTo>
                      <a:lnTo>
                        <a:pt x="33" y="37"/>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1"/>
                <p:cNvSpPr/>
                <p:nvPr/>
              </p:nvSpPr>
              <p:spPr>
                <a:xfrm>
                  <a:off x="3382839" y="1876941"/>
                  <a:ext cx="3278" cy="60290"/>
                </a:xfrm>
                <a:custGeom>
                  <a:rect b="b" l="l" r="r" t="t"/>
                  <a:pathLst>
                    <a:path extrusionOk="0" h="607" w="33">
                      <a:moveTo>
                        <a:pt x="16" y="1"/>
                      </a:moveTo>
                      <a:lnTo>
                        <a:pt x="16" y="17"/>
                      </a:lnTo>
                      <a:lnTo>
                        <a:pt x="0" y="17"/>
                      </a:lnTo>
                      <a:lnTo>
                        <a:pt x="0" y="70"/>
                      </a:lnTo>
                      <a:lnTo>
                        <a:pt x="0" y="171"/>
                      </a:lnTo>
                      <a:lnTo>
                        <a:pt x="0" y="320"/>
                      </a:lnTo>
                      <a:lnTo>
                        <a:pt x="0" y="405"/>
                      </a:lnTo>
                      <a:lnTo>
                        <a:pt x="0" y="490"/>
                      </a:lnTo>
                      <a:lnTo>
                        <a:pt x="0" y="607"/>
                      </a:lnTo>
                      <a:cubicBezTo>
                        <a:pt x="0" y="575"/>
                        <a:pt x="0" y="542"/>
                        <a:pt x="16" y="490"/>
                      </a:cubicBezTo>
                      <a:lnTo>
                        <a:pt x="16" y="405"/>
                      </a:lnTo>
                      <a:cubicBezTo>
                        <a:pt x="32" y="389"/>
                        <a:pt x="32" y="356"/>
                        <a:pt x="32" y="320"/>
                      </a:cubicBezTo>
                      <a:lnTo>
                        <a:pt x="32" y="171"/>
                      </a:lnTo>
                      <a:lnTo>
                        <a:pt x="32" y="118"/>
                      </a:lnTo>
                      <a:lnTo>
                        <a:pt x="32" y="70"/>
                      </a:lnTo>
                      <a:lnTo>
                        <a:pt x="32" y="17"/>
                      </a:ln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1"/>
                <p:cNvSpPr/>
                <p:nvPr/>
              </p:nvSpPr>
              <p:spPr>
                <a:xfrm>
                  <a:off x="3384428" y="1878629"/>
                  <a:ext cx="3278" cy="32181"/>
                </a:xfrm>
                <a:custGeom>
                  <a:rect b="b" l="l" r="r" t="t"/>
                  <a:pathLst>
                    <a:path extrusionOk="0" h="324" w="33">
                      <a:moveTo>
                        <a:pt x="16" y="0"/>
                      </a:moveTo>
                      <a:cubicBezTo>
                        <a:pt x="0" y="0"/>
                        <a:pt x="0" y="20"/>
                        <a:pt x="0" y="69"/>
                      </a:cubicBezTo>
                      <a:cubicBezTo>
                        <a:pt x="0" y="121"/>
                        <a:pt x="16" y="170"/>
                        <a:pt x="16" y="222"/>
                      </a:cubicBezTo>
                      <a:lnTo>
                        <a:pt x="16" y="323"/>
                      </a:lnTo>
                      <a:cubicBezTo>
                        <a:pt x="16" y="323"/>
                        <a:pt x="16" y="271"/>
                        <a:pt x="33" y="222"/>
                      </a:cubicBezTo>
                      <a:lnTo>
                        <a:pt x="33" y="69"/>
                      </a:lnTo>
                      <a:cubicBezTo>
                        <a:pt x="33" y="20"/>
                        <a:pt x="33"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1"/>
                <p:cNvSpPr/>
                <p:nvPr/>
              </p:nvSpPr>
              <p:spPr>
                <a:xfrm>
                  <a:off x="3302584" y="1903858"/>
                  <a:ext cx="11720" cy="11720"/>
                </a:xfrm>
                <a:custGeom>
                  <a:rect b="b" l="l" r="r" t="t"/>
                  <a:pathLst>
                    <a:path extrusionOk="0" h="118" w="118">
                      <a:moveTo>
                        <a:pt x="117" y="1"/>
                      </a:moveTo>
                      <a:lnTo>
                        <a:pt x="117" y="1"/>
                      </a:lnTo>
                      <a:cubicBezTo>
                        <a:pt x="81" y="17"/>
                        <a:pt x="49" y="49"/>
                        <a:pt x="32" y="69"/>
                      </a:cubicBezTo>
                      <a:cubicBezTo>
                        <a:pt x="16" y="85"/>
                        <a:pt x="0" y="102"/>
                        <a:pt x="0" y="118"/>
                      </a:cubicBezTo>
                      <a:lnTo>
                        <a:pt x="16" y="118"/>
                      </a:lnTo>
                      <a:lnTo>
                        <a:pt x="16" y="102"/>
                      </a:lnTo>
                      <a:cubicBezTo>
                        <a:pt x="32" y="102"/>
                        <a:pt x="32" y="85"/>
                        <a:pt x="49" y="85"/>
                      </a:cubicBezTo>
                      <a:cubicBezTo>
                        <a:pt x="65" y="69"/>
                        <a:pt x="101" y="33"/>
                        <a:pt x="1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1"/>
                <p:cNvSpPr/>
                <p:nvPr/>
              </p:nvSpPr>
              <p:spPr>
                <a:xfrm>
                  <a:off x="3322648" y="1876941"/>
                  <a:ext cx="11720" cy="15395"/>
                </a:xfrm>
                <a:custGeom>
                  <a:rect b="b" l="l" r="r" t="t"/>
                  <a:pathLst>
                    <a:path extrusionOk="0" h="155" w="118">
                      <a:moveTo>
                        <a:pt x="117" y="1"/>
                      </a:moveTo>
                      <a:lnTo>
                        <a:pt x="101" y="17"/>
                      </a:lnTo>
                      <a:cubicBezTo>
                        <a:pt x="101" y="17"/>
                        <a:pt x="81" y="17"/>
                        <a:pt x="81" y="37"/>
                      </a:cubicBezTo>
                      <a:cubicBezTo>
                        <a:pt x="65" y="54"/>
                        <a:pt x="65" y="54"/>
                        <a:pt x="49" y="70"/>
                      </a:cubicBezTo>
                      <a:cubicBezTo>
                        <a:pt x="49" y="86"/>
                        <a:pt x="32" y="102"/>
                        <a:pt x="32" y="102"/>
                      </a:cubicBezTo>
                      <a:cubicBezTo>
                        <a:pt x="16" y="138"/>
                        <a:pt x="0" y="155"/>
                        <a:pt x="0" y="155"/>
                      </a:cubicBezTo>
                      <a:cubicBezTo>
                        <a:pt x="0" y="155"/>
                        <a:pt x="16" y="138"/>
                        <a:pt x="32" y="118"/>
                      </a:cubicBezTo>
                      <a:cubicBezTo>
                        <a:pt x="49" y="102"/>
                        <a:pt x="65" y="86"/>
                        <a:pt x="65" y="86"/>
                      </a:cubicBezTo>
                      <a:cubicBezTo>
                        <a:pt x="81" y="70"/>
                        <a:pt x="81" y="54"/>
                        <a:pt x="101" y="54"/>
                      </a:cubicBezTo>
                      <a:cubicBezTo>
                        <a:pt x="101" y="37"/>
                        <a:pt x="117" y="37"/>
                        <a:pt x="117" y="17"/>
                      </a:cubicBezTo>
                      <a:lnTo>
                        <a:pt x="1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1"/>
                <p:cNvSpPr/>
                <p:nvPr/>
              </p:nvSpPr>
              <p:spPr>
                <a:xfrm>
                  <a:off x="3352743" y="1873762"/>
                  <a:ext cx="8045" cy="8542"/>
                </a:xfrm>
                <a:custGeom>
                  <a:rect b="b" l="l" r="r" t="t"/>
                  <a:pathLst>
                    <a:path extrusionOk="0" h="86" w="81">
                      <a:moveTo>
                        <a:pt x="81" y="1"/>
                      </a:moveTo>
                      <a:lnTo>
                        <a:pt x="65" y="17"/>
                      </a:lnTo>
                      <a:lnTo>
                        <a:pt x="49" y="33"/>
                      </a:lnTo>
                      <a:cubicBezTo>
                        <a:pt x="32" y="33"/>
                        <a:pt x="32" y="33"/>
                        <a:pt x="16" y="49"/>
                      </a:cubicBezTo>
                      <a:cubicBezTo>
                        <a:pt x="16" y="69"/>
                        <a:pt x="0" y="69"/>
                        <a:pt x="0" y="86"/>
                      </a:cubicBezTo>
                      <a:cubicBezTo>
                        <a:pt x="16" y="86"/>
                        <a:pt x="16" y="69"/>
                        <a:pt x="32" y="69"/>
                      </a:cubicBezTo>
                      <a:cubicBezTo>
                        <a:pt x="49" y="69"/>
                        <a:pt x="49" y="49"/>
                        <a:pt x="65" y="49"/>
                      </a:cubicBezTo>
                      <a:cubicBezTo>
                        <a:pt x="81" y="33"/>
                        <a:pt x="81" y="33"/>
                        <a:pt x="81" y="17"/>
                      </a:cubicBezTo>
                      <a:lnTo>
                        <a:pt x="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1"/>
                <p:cNvSpPr/>
                <p:nvPr/>
              </p:nvSpPr>
              <p:spPr>
                <a:xfrm>
                  <a:off x="3302584" y="1892237"/>
                  <a:ext cx="41816" cy="39829"/>
                </a:xfrm>
                <a:custGeom>
                  <a:rect b="b" l="l" r="r" t="t"/>
                  <a:pathLst>
                    <a:path extrusionOk="0" h="401" w="421">
                      <a:moveTo>
                        <a:pt x="420" y="1"/>
                      </a:moveTo>
                      <a:cubicBezTo>
                        <a:pt x="420" y="1"/>
                        <a:pt x="404" y="1"/>
                        <a:pt x="368" y="17"/>
                      </a:cubicBezTo>
                      <a:cubicBezTo>
                        <a:pt x="368" y="33"/>
                        <a:pt x="352" y="33"/>
                        <a:pt x="335" y="49"/>
                      </a:cubicBezTo>
                      <a:cubicBezTo>
                        <a:pt x="352" y="49"/>
                        <a:pt x="368" y="33"/>
                        <a:pt x="368" y="33"/>
                      </a:cubicBezTo>
                      <a:cubicBezTo>
                        <a:pt x="404" y="17"/>
                        <a:pt x="420" y="1"/>
                        <a:pt x="420" y="1"/>
                      </a:cubicBezTo>
                      <a:close/>
                      <a:moveTo>
                        <a:pt x="335" y="49"/>
                      </a:moveTo>
                      <a:cubicBezTo>
                        <a:pt x="319" y="65"/>
                        <a:pt x="303" y="85"/>
                        <a:pt x="283" y="85"/>
                      </a:cubicBezTo>
                      <a:cubicBezTo>
                        <a:pt x="267" y="101"/>
                        <a:pt x="251" y="118"/>
                        <a:pt x="234" y="134"/>
                      </a:cubicBezTo>
                      <a:cubicBezTo>
                        <a:pt x="218" y="150"/>
                        <a:pt x="202" y="166"/>
                        <a:pt x="182" y="186"/>
                      </a:cubicBezTo>
                      <a:cubicBezTo>
                        <a:pt x="150" y="219"/>
                        <a:pt x="117" y="251"/>
                        <a:pt x="101" y="287"/>
                      </a:cubicBezTo>
                      <a:cubicBezTo>
                        <a:pt x="32" y="336"/>
                        <a:pt x="16" y="368"/>
                        <a:pt x="0" y="388"/>
                      </a:cubicBezTo>
                      <a:cubicBezTo>
                        <a:pt x="0" y="396"/>
                        <a:pt x="0" y="400"/>
                        <a:pt x="2" y="400"/>
                      </a:cubicBezTo>
                      <a:cubicBezTo>
                        <a:pt x="4" y="400"/>
                        <a:pt x="8" y="396"/>
                        <a:pt x="16" y="388"/>
                      </a:cubicBezTo>
                      <a:cubicBezTo>
                        <a:pt x="16" y="388"/>
                        <a:pt x="32" y="368"/>
                        <a:pt x="49" y="368"/>
                      </a:cubicBezTo>
                      <a:cubicBezTo>
                        <a:pt x="65" y="352"/>
                        <a:pt x="81" y="336"/>
                        <a:pt x="117" y="303"/>
                      </a:cubicBezTo>
                      <a:cubicBezTo>
                        <a:pt x="133" y="267"/>
                        <a:pt x="166" y="235"/>
                        <a:pt x="202" y="202"/>
                      </a:cubicBezTo>
                      <a:cubicBezTo>
                        <a:pt x="218" y="186"/>
                        <a:pt x="234" y="166"/>
                        <a:pt x="251" y="150"/>
                      </a:cubicBezTo>
                      <a:cubicBezTo>
                        <a:pt x="267" y="134"/>
                        <a:pt x="283" y="118"/>
                        <a:pt x="303" y="101"/>
                      </a:cubicBezTo>
                      <a:cubicBezTo>
                        <a:pt x="319" y="85"/>
                        <a:pt x="319" y="65"/>
                        <a:pt x="335" y="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1"/>
                <p:cNvSpPr/>
                <p:nvPr/>
              </p:nvSpPr>
              <p:spPr>
                <a:xfrm>
                  <a:off x="3369132" y="1908725"/>
                  <a:ext cx="6953" cy="6853"/>
                </a:xfrm>
                <a:custGeom>
                  <a:rect b="b" l="l" r="r" t="t"/>
                  <a:pathLst>
                    <a:path extrusionOk="0" h="69" w="70">
                      <a:moveTo>
                        <a:pt x="17" y="0"/>
                      </a:moveTo>
                      <a:cubicBezTo>
                        <a:pt x="17" y="0"/>
                        <a:pt x="1" y="0"/>
                        <a:pt x="1" y="20"/>
                      </a:cubicBezTo>
                      <a:lnTo>
                        <a:pt x="1" y="53"/>
                      </a:lnTo>
                      <a:cubicBezTo>
                        <a:pt x="1" y="53"/>
                        <a:pt x="1" y="69"/>
                        <a:pt x="17" y="69"/>
                      </a:cubicBezTo>
                      <a:lnTo>
                        <a:pt x="53" y="69"/>
                      </a:lnTo>
                      <a:lnTo>
                        <a:pt x="69" y="53"/>
                      </a:lnTo>
                      <a:lnTo>
                        <a:pt x="69" y="20"/>
                      </a:lnTo>
                      <a:cubicBezTo>
                        <a:pt x="53" y="0"/>
                        <a:pt x="37" y="0"/>
                        <a:pt x="17" y="0"/>
                      </a:cubicBezTo>
                      <a:cubicBezTo>
                        <a:pt x="37" y="0"/>
                        <a:pt x="53" y="20"/>
                        <a:pt x="53" y="20"/>
                      </a:cubicBezTo>
                      <a:lnTo>
                        <a:pt x="53" y="36"/>
                      </a:lnTo>
                      <a:cubicBezTo>
                        <a:pt x="53" y="53"/>
                        <a:pt x="53" y="53"/>
                        <a:pt x="37" y="53"/>
                      </a:cubicBezTo>
                      <a:lnTo>
                        <a:pt x="17" y="53"/>
                      </a:lnTo>
                      <a:lnTo>
                        <a:pt x="17" y="20"/>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1"/>
                <p:cNvSpPr/>
                <p:nvPr/>
              </p:nvSpPr>
              <p:spPr>
                <a:xfrm>
                  <a:off x="3390785" y="1908725"/>
                  <a:ext cx="8542" cy="8045"/>
                </a:xfrm>
                <a:custGeom>
                  <a:rect b="b" l="l" r="r" t="t"/>
                  <a:pathLst>
                    <a:path extrusionOk="0" h="81" w="86">
                      <a:moveTo>
                        <a:pt x="37" y="0"/>
                      </a:moveTo>
                      <a:cubicBezTo>
                        <a:pt x="37" y="0"/>
                        <a:pt x="21" y="0"/>
                        <a:pt x="21" y="20"/>
                      </a:cubicBezTo>
                      <a:lnTo>
                        <a:pt x="1" y="36"/>
                      </a:lnTo>
                      <a:lnTo>
                        <a:pt x="21" y="53"/>
                      </a:lnTo>
                      <a:lnTo>
                        <a:pt x="37" y="69"/>
                      </a:lnTo>
                      <a:lnTo>
                        <a:pt x="21" y="69"/>
                      </a:lnTo>
                      <a:cubicBezTo>
                        <a:pt x="29" y="77"/>
                        <a:pt x="37" y="81"/>
                        <a:pt x="43" y="81"/>
                      </a:cubicBezTo>
                      <a:cubicBezTo>
                        <a:pt x="49" y="81"/>
                        <a:pt x="53" y="77"/>
                        <a:pt x="53" y="69"/>
                      </a:cubicBezTo>
                      <a:cubicBezTo>
                        <a:pt x="70" y="69"/>
                        <a:pt x="70" y="69"/>
                        <a:pt x="86" y="53"/>
                      </a:cubicBezTo>
                      <a:lnTo>
                        <a:pt x="86" y="36"/>
                      </a:lnTo>
                      <a:cubicBezTo>
                        <a:pt x="86" y="36"/>
                        <a:pt x="86" y="20"/>
                        <a:pt x="70" y="20"/>
                      </a:cubicBezTo>
                      <a:lnTo>
                        <a:pt x="70" y="53"/>
                      </a:lnTo>
                      <a:lnTo>
                        <a:pt x="37" y="53"/>
                      </a:lnTo>
                      <a:lnTo>
                        <a:pt x="37" y="36"/>
                      </a:lnTo>
                      <a:lnTo>
                        <a:pt x="37" y="20"/>
                      </a:lnTo>
                      <a:lnTo>
                        <a:pt x="70" y="20"/>
                      </a:lnTo>
                      <a:lnTo>
                        <a:pt x="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1"/>
                <p:cNvSpPr/>
                <p:nvPr/>
              </p:nvSpPr>
              <p:spPr>
                <a:xfrm>
                  <a:off x="3412934" y="1876941"/>
                  <a:ext cx="20163" cy="27016"/>
                </a:xfrm>
                <a:custGeom>
                  <a:rect b="b" l="l" r="r" t="t"/>
                  <a:pathLst>
                    <a:path extrusionOk="0" h="272" w="203">
                      <a:moveTo>
                        <a:pt x="202" y="1"/>
                      </a:moveTo>
                      <a:cubicBezTo>
                        <a:pt x="182" y="1"/>
                        <a:pt x="182" y="1"/>
                        <a:pt x="166" y="17"/>
                      </a:cubicBezTo>
                      <a:lnTo>
                        <a:pt x="150" y="37"/>
                      </a:lnTo>
                      <a:lnTo>
                        <a:pt x="133" y="54"/>
                      </a:lnTo>
                      <a:cubicBezTo>
                        <a:pt x="117" y="70"/>
                        <a:pt x="117" y="86"/>
                        <a:pt x="101" y="86"/>
                      </a:cubicBezTo>
                      <a:cubicBezTo>
                        <a:pt x="101" y="102"/>
                        <a:pt x="81" y="118"/>
                        <a:pt x="81" y="138"/>
                      </a:cubicBezTo>
                      <a:cubicBezTo>
                        <a:pt x="65" y="155"/>
                        <a:pt x="49" y="187"/>
                        <a:pt x="32" y="203"/>
                      </a:cubicBezTo>
                      <a:cubicBezTo>
                        <a:pt x="16" y="239"/>
                        <a:pt x="0" y="255"/>
                        <a:pt x="0" y="272"/>
                      </a:cubicBezTo>
                      <a:cubicBezTo>
                        <a:pt x="16" y="272"/>
                        <a:pt x="32" y="239"/>
                        <a:pt x="49" y="219"/>
                      </a:cubicBezTo>
                      <a:cubicBezTo>
                        <a:pt x="49" y="187"/>
                        <a:pt x="81" y="171"/>
                        <a:pt x="101" y="138"/>
                      </a:cubicBezTo>
                      <a:cubicBezTo>
                        <a:pt x="101" y="138"/>
                        <a:pt x="117" y="118"/>
                        <a:pt x="117" y="102"/>
                      </a:cubicBezTo>
                      <a:cubicBezTo>
                        <a:pt x="133" y="86"/>
                        <a:pt x="133" y="86"/>
                        <a:pt x="150" y="70"/>
                      </a:cubicBezTo>
                      <a:cubicBezTo>
                        <a:pt x="166" y="54"/>
                        <a:pt x="182" y="37"/>
                        <a:pt x="182" y="17"/>
                      </a:cubicBezTo>
                      <a:cubicBezTo>
                        <a:pt x="202" y="17"/>
                        <a:pt x="202" y="17"/>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1"/>
                <p:cNvSpPr/>
                <p:nvPr/>
              </p:nvSpPr>
              <p:spPr>
                <a:xfrm>
                  <a:off x="3387607" y="1915479"/>
                  <a:ext cx="20163" cy="25427"/>
                </a:xfrm>
                <a:custGeom>
                  <a:rect b="b" l="l" r="r" t="t"/>
                  <a:pathLst>
                    <a:path extrusionOk="0" h="256" w="203">
                      <a:moveTo>
                        <a:pt x="203" y="1"/>
                      </a:moveTo>
                      <a:lnTo>
                        <a:pt x="203" y="1"/>
                      </a:lnTo>
                      <a:cubicBezTo>
                        <a:pt x="202" y="1"/>
                        <a:pt x="186" y="33"/>
                        <a:pt x="154" y="69"/>
                      </a:cubicBezTo>
                      <a:cubicBezTo>
                        <a:pt x="134" y="86"/>
                        <a:pt x="118" y="102"/>
                        <a:pt x="102" y="134"/>
                      </a:cubicBezTo>
                      <a:cubicBezTo>
                        <a:pt x="85" y="134"/>
                        <a:pt x="85" y="154"/>
                        <a:pt x="69" y="154"/>
                      </a:cubicBezTo>
                      <a:cubicBezTo>
                        <a:pt x="69" y="170"/>
                        <a:pt x="53" y="170"/>
                        <a:pt x="53" y="187"/>
                      </a:cubicBezTo>
                      <a:cubicBezTo>
                        <a:pt x="33" y="203"/>
                        <a:pt x="17" y="203"/>
                        <a:pt x="17" y="219"/>
                      </a:cubicBezTo>
                      <a:cubicBezTo>
                        <a:pt x="1" y="219"/>
                        <a:pt x="1" y="235"/>
                        <a:pt x="1" y="235"/>
                      </a:cubicBezTo>
                      <a:lnTo>
                        <a:pt x="1" y="255"/>
                      </a:lnTo>
                      <a:cubicBezTo>
                        <a:pt x="17" y="235"/>
                        <a:pt x="17" y="235"/>
                        <a:pt x="33" y="235"/>
                      </a:cubicBezTo>
                      <a:cubicBezTo>
                        <a:pt x="33" y="219"/>
                        <a:pt x="53" y="219"/>
                        <a:pt x="69" y="203"/>
                      </a:cubicBezTo>
                      <a:cubicBezTo>
                        <a:pt x="69" y="187"/>
                        <a:pt x="85" y="187"/>
                        <a:pt x="85" y="170"/>
                      </a:cubicBezTo>
                      <a:cubicBezTo>
                        <a:pt x="102" y="170"/>
                        <a:pt x="102" y="154"/>
                        <a:pt x="118" y="134"/>
                      </a:cubicBezTo>
                      <a:cubicBezTo>
                        <a:pt x="134" y="118"/>
                        <a:pt x="154" y="102"/>
                        <a:pt x="154" y="86"/>
                      </a:cubicBezTo>
                      <a:cubicBezTo>
                        <a:pt x="186" y="34"/>
                        <a:pt x="202"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1"/>
                <p:cNvSpPr/>
                <p:nvPr/>
              </p:nvSpPr>
              <p:spPr>
                <a:xfrm>
                  <a:off x="3430912" y="1876941"/>
                  <a:ext cx="22249" cy="30195"/>
                </a:xfrm>
                <a:custGeom>
                  <a:rect b="b" l="l" r="r" t="t"/>
                  <a:pathLst>
                    <a:path extrusionOk="0" h="304" w="224">
                      <a:moveTo>
                        <a:pt x="203" y="1"/>
                      </a:moveTo>
                      <a:cubicBezTo>
                        <a:pt x="203" y="1"/>
                        <a:pt x="187" y="1"/>
                        <a:pt x="187" y="17"/>
                      </a:cubicBezTo>
                      <a:cubicBezTo>
                        <a:pt x="171" y="17"/>
                        <a:pt x="154" y="37"/>
                        <a:pt x="138" y="54"/>
                      </a:cubicBezTo>
                      <a:cubicBezTo>
                        <a:pt x="138" y="70"/>
                        <a:pt x="122" y="86"/>
                        <a:pt x="102" y="86"/>
                      </a:cubicBezTo>
                      <a:cubicBezTo>
                        <a:pt x="102" y="102"/>
                        <a:pt x="86" y="118"/>
                        <a:pt x="86" y="138"/>
                      </a:cubicBezTo>
                      <a:cubicBezTo>
                        <a:pt x="70" y="155"/>
                        <a:pt x="53" y="187"/>
                        <a:pt x="37" y="219"/>
                      </a:cubicBezTo>
                      <a:cubicBezTo>
                        <a:pt x="37" y="239"/>
                        <a:pt x="21" y="255"/>
                        <a:pt x="21" y="271"/>
                      </a:cubicBezTo>
                      <a:lnTo>
                        <a:pt x="21" y="271"/>
                      </a:lnTo>
                      <a:cubicBezTo>
                        <a:pt x="30" y="258"/>
                        <a:pt x="41" y="240"/>
                        <a:pt x="53" y="219"/>
                      </a:cubicBezTo>
                      <a:cubicBezTo>
                        <a:pt x="70" y="187"/>
                        <a:pt x="86" y="171"/>
                        <a:pt x="102" y="138"/>
                      </a:cubicBezTo>
                      <a:cubicBezTo>
                        <a:pt x="122" y="138"/>
                        <a:pt x="122" y="118"/>
                        <a:pt x="138" y="102"/>
                      </a:cubicBezTo>
                      <a:cubicBezTo>
                        <a:pt x="138" y="86"/>
                        <a:pt x="154" y="86"/>
                        <a:pt x="154" y="70"/>
                      </a:cubicBezTo>
                      <a:cubicBezTo>
                        <a:pt x="171" y="54"/>
                        <a:pt x="187" y="37"/>
                        <a:pt x="187" y="37"/>
                      </a:cubicBezTo>
                      <a:cubicBezTo>
                        <a:pt x="203" y="17"/>
                        <a:pt x="203" y="17"/>
                        <a:pt x="223" y="17"/>
                      </a:cubicBezTo>
                      <a:lnTo>
                        <a:pt x="223" y="1"/>
                      </a:lnTo>
                      <a:close/>
                      <a:moveTo>
                        <a:pt x="21" y="271"/>
                      </a:moveTo>
                      <a:lnTo>
                        <a:pt x="21" y="271"/>
                      </a:lnTo>
                      <a:cubicBezTo>
                        <a:pt x="21" y="272"/>
                        <a:pt x="21" y="272"/>
                        <a:pt x="21" y="272"/>
                      </a:cubicBezTo>
                      <a:lnTo>
                        <a:pt x="21" y="272"/>
                      </a:lnTo>
                      <a:cubicBezTo>
                        <a:pt x="21" y="272"/>
                        <a:pt x="21" y="272"/>
                        <a:pt x="21" y="272"/>
                      </a:cubicBezTo>
                      <a:cubicBezTo>
                        <a:pt x="21" y="272"/>
                        <a:pt x="21" y="272"/>
                        <a:pt x="21" y="271"/>
                      </a:cubicBezTo>
                      <a:close/>
                      <a:moveTo>
                        <a:pt x="21" y="272"/>
                      </a:moveTo>
                      <a:lnTo>
                        <a:pt x="21" y="272"/>
                      </a:lnTo>
                      <a:cubicBezTo>
                        <a:pt x="1" y="288"/>
                        <a:pt x="1" y="304"/>
                        <a:pt x="1" y="304"/>
                      </a:cubicBezTo>
                      <a:cubicBezTo>
                        <a:pt x="1" y="304"/>
                        <a:pt x="8" y="292"/>
                        <a:pt x="21" y="2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1"/>
                <p:cNvSpPr/>
                <p:nvPr/>
              </p:nvSpPr>
              <p:spPr>
                <a:xfrm>
                  <a:off x="3402903" y="1910711"/>
                  <a:ext cx="24931" cy="31784"/>
                </a:xfrm>
                <a:custGeom>
                  <a:rect b="b" l="l" r="r" t="t"/>
                  <a:pathLst>
                    <a:path extrusionOk="0" h="320" w="251">
                      <a:moveTo>
                        <a:pt x="250" y="1"/>
                      </a:moveTo>
                      <a:lnTo>
                        <a:pt x="218" y="33"/>
                      </a:lnTo>
                      <a:lnTo>
                        <a:pt x="182" y="65"/>
                      </a:lnTo>
                      <a:cubicBezTo>
                        <a:pt x="166" y="81"/>
                        <a:pt x="150" y="117"/>
                        <a:pt x="117" y="150"/>
                      </a:cubicBezTo>
                      <a:cubicBezTo>
                        <a:pt x="117" y="166"/>
                        <a:pt x="101" y="182"/>
                        <a:pt x="101" y="182"/>
                      </a:cubicBezTo>
                      <a:cubicBezTo>
                        <a:pt x="81" y="202"/>
                        <a:pt x="65" y="218"/>
                        <a:pt x="65" y="235"/>
                      </a:cubicBezTo>
                      <a:lnTo>
                        <a:pt x="16" y="283"/>
                      </a:lnTo>
                      <a:lnTo>
                        <a:pt x="0" y="303"/>
                      </a:lnTo>
                      <a:lnTo>
                        <a:pt x="0" y="319"/>
                      </a:lnTo>
                      <a:lnTo>
                        <a:pt x="16" y="319"/>
                      </a:lnTo>
                      <a:cubicBezTo>
                        <a:pt x="16" y="303"/>
                        <a:pt x="16" y="303"/>
                        <a:pt x="32" y="283"/>
                      </a:cubicBezTo>
                      <a:cubicBezTo>
                        <a:pt x="49" y="283"/>
                        <a:pt x="65" y="267"/>
                        <a:pt x="81" y="251"/>
                      </a:cubicBezTo>
                      <a:cubicBezTo>
                        <a:pt x="101" y="235"/>
                        <a:pt x="101" y="218"/>
                        <a:pt x="117" y="202"/>
                      </a:cubicBezTo>
                      <a:cubicBezTo>
                        <a:pt x="117" y="182"/>
                        <a:pt x="133" y="182"/>
                        <a:pt x="150" y="166"/>
                      </a:cubicBezTo>
                      <a:cubicBezTo>
                        <a:pt x="166" y="134"/>
                        <a:pt x="182" y="101"/>
                        <a:pt x="202" y="65"/>
                      </a:cubicBezTo>
                      <a:cubicBezTo>
                        <a:pt x="218" y="65"/>
                        <a:pt x="218" y="49"/>
                        <a:pt x="234" y="33"/>
                      </a:cubicBezTo>
                      <a:cubicBezTo>
                        <a:pt x="234" y="17"/>
                        <a:pt x="234" y="16"/>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1"/>
                <p:cNvSpPr/>
                <p:nvPr/>
              </p:nvSpPr>
              <p:spPr>
                <a:xfrm>
                  <a:off x="3205444" y="1292016"/>
                  <a:ext cx="4966" cy="133691"/>
                </a:xfrm>
                <a:custGeom>
                  <a:rect b="b" l="l" r="r" t="t"/>
                  <a:pathLst>
                    <a:path extrusionOk="0" h="1346" w="50">
                      <a:moveTo>
                        <a:pt x="49" y="0"/>
                      </a:moveTo>
                      <a:cubicBezTo>
                        <a:pt x="49" y="0"/>
                        <a:pt x="33" y="0"/>
                        <a:pt x="33" y="32"/>
                      </a:cubicBezTo>
                      <a:cubicBezTo>
                        <a:pt x="33" y="49"/>
                        <a:pt x="33" y="69"/>
                        <a:pt x="17" y="85"/>
                      </a:cubicBezTo>
                      <a:lnTo>
                        <a:pt x="17" y="150"/>
                      </a:lnTo>
                      <a:lnTo>
                        <a:pt x="17" y="388"/>
                      </a:lnTo>
                      <a:lnTo>
                        <a:pt x="17" y="537"/>
                      </a:lnTo>
                      <a:lnTo>
                        <a:pt x="17" y="622"/>
                      </a:lnTo>
                      <a:lnTo>
                        <a:pt x="17" y="723"/>
                      </a:lnTo>
                      <a:cubicBezTo>
                        <a:pt x="17" y="776"/>
                        <a:pt x="1" y="840"/>
                        <a:pt x="1" y="909"/>
                      </a:cubicBezTo>
                      <a:lnTo>
                        <a:pt x="1" y="1079"/>
                      </a:lnTo>
                      <a:lnTo>
                        <a:pt x="1" y="1228"/>
                      </a:lnTo>
                      <a:cubicBezTo>
                        <a:pt x="17" y="1281"/>
                        <a:pt x="17" y="1313"/>
                        <a:pt x="17" y="1345"/>
                      </a:cubicBezTo>
                      <a:lnTo>
                        <a:pt x="17" y="1228"/>
                      </a:lnTo>
                      <a:lnTo>
                        <a:pt x="17" y="1079"/>
                      </a:lnTo>
                      <a:lnTo>
                        <a:pt x="17" y="909"/>
                      </a:lnTo>
                      <a:cubicBezTo>
                        <a:pt x="33" y="840"/>
                        <a:pt x="33" y="776"/>
                        <a:pt x="33" y="723"/>
                      </a:cubicBezTo>
                      <a:cubicBezTo>
                        <a:pt x="33" y="691"/>
                        <a:pt x="49" y="655"/>
                        <a:pt x="49" y="638"/>
                      </a:cubicBezTo>
                      <a:lnTo>
                        <a:pt x="49" y="537"/>
                      </a:lnTo>
                      <a:lnTo>
                        <a:pt x="49" y="388"/>
                      </a:lnTo>
                      <a:cubicBezTo>
                        <a:pt x="33" y="287"/>
                        <a:pt x="33" y="202"/>
                        <a:pt x="49" y="150"/>
                      </a:cubicBezTo>
                      <a:lnTo>
                        <a:pt x="49" y="85"/>
                      </a:lnTo>
                      <a:lnTo>
                        <a:pt x="49" y="32"/>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1"/>
                <p:cNvSpPr/>
                <p:nvPr/>
              </p:nvSpPr>
              <p:spPr>
                <a:xfrm>
                  <a:off x="3205444" y="1429183"/>
                  <a:ext cx="28606" cy="10131"/>
                </a:xfrm>
                <a:custGeom>
                  <a:rect b="b" l="l" r="r" t="t"/>
                  <a:pathLst>
                    <a:path extrusionOk="0" h="102" w="288">
                      <a:moveTo>
                        <a:pt x="219" y="1"/>
                      </a:moveTo>
                      <a:cubicBezTo>
                        <a:pt x="203" y="1"/>
                        <a:pt x="170" y="17"/>
                        <a:pt x="134" y="17"/>
                      </a:cubicBezTo>
                      <a:cubicBezTo>
                        <a:pt x="118" y="17"/>
                        <a:pt x="85" y="33"/>
                        <a:pt x="69" y="33"/>
                      </a:cubicBezTo>
                      <a:cubicBezTo>
                        <a:pt x="33" y="49"/>
                        <a:pt x="33" y="49"/>
                        <a:pt x="17" y="65"/>
                      </a:cubicBezTo>
                      <a:lnTo>
                        <a:pt x="1" y="82"/>
                      </a:lnTo>
                      <a:lnTo>
                        <a:pt x="1" y="102"/>
                      </a:lnTo>
                      <a:lnTo>
                        <a:pt x="17" y="102"/>
                      </a:lnTo>
                      <a:cubicBezTo>
                        <a:pt x="17" y="102"/>
                        <a:pt x="17" y="82"/>
                        <a:pt x="33" y="82"/>
                      </a:cubicBezTo>
                      <a:cubicBezTo>
                        <a:pt x="33" y="82"/>
                        <a:pt x="49" y="65"/>
                        <a:pt x="69" y="65"/>
                      </a:cubicBezTo>
                      <a:cubicBezTo>
                        <a:pt x="102" y="49"/>
                        <a:pt x="118" y="49"/>
                        <a:pt x="150" y="33"/>
                      </a:cubicBezTo>
                      <a:cubicBezTo>
                        <a:pt x="170" y="33"/>
                        <a:pt x="203" y="33"/>
                        <a:pt x="219" y="17"/>
                      </a:cubicBezTo>
                      <a:lnTo>
                        <a:pt x="287" y="17"/>
                      </a:lnTo>
                      <a:cubicBezTo>
                        <a:pt x="271" y="1"/>
                        <a:pt x="251" y="1"/>
                        <a:pt x="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1"/>
                <p:cNvSpPr/>
                <p:nvPr/>
              </p:nvSpPr>
              <p:spPr>
                <a:xfrm>
                  <a:off x="3205444" y="1288738"/>
                  <a:ext cx="27016" cy="6555"/>
                </a:xfrm>
                <a:custGeom>
                  <a:rect b="b" l="l" r="r" t="t"/>
                  <a:pathLst>
                    <a:path extrusionOk="0" h="66" w="272">
                      <a:moveTo>
                        <a:pt x="134" y="1"/>
                      </a:moveTo>
                      <a:cubicBezTo>
                        <a:pt x="118" y="1"/>
                        <a:pt x="102" y="17"/>
                        <a:pt x="102" y="17"/>
                      </a:cubicBezTo>
                      <a:lnTo>
                        <a:pt x="69" y="17"/>
                      </a:lnTo>
                      <a:cubicBezTo>
                        <a:pt x="49" y="33"/>
                        <a:pt x="33" y="33"/>
                        <a:pt x="17" y="33"/>
                      </a:cubicBezTo>
                      <a:cubicBezTo>
                        <a:pt x="17" y="49"/>
                        <a:pt x="17" y="49"/>
                        <a:pt x="1" y="49"/>
                      </a:cubicBezTo>
                      <a:lnTo>
                        <a:pt x="1" y="65"/>
                      </a:lnTo>
                      <a:lnTo>
                        <a:pt x="17" y="65"/>
                      </a:lnTo>
                      <a:lnTo>
                        <a:pt x="33" y="49"/>
                      </a:lnTo>
                      <a:cubicBezTo>
                        <a:pt x="33" y="49"/>
                        <a:pt x="49" y="49"/>
                        <a:pt x="69" y="33"/>
                      </a:cubicBezTo>
                      <a:lnTo>
                        <a:pt x="102" y="33"/>
                      </a:lnTo>
                      <a:cubicBezTo>
                        <a:pt x="118" y="33"/>
                        <a:pt x="118" y="33"/>
                        <a:pt x="134" y="17"/>
                      </a:cubicBezTo>
                      <a:lnTo>
                        <a:pt x="203" y="17"/>
                      </a:lnTo>
                      <a:cubicBezTo>
                        <a:pt x="235" y="1"/>
                        <a:pt x="271"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1"/>
                <p:cNvSpPr/>
                <p:nvPr/>
              </p:nvSpPr>
              <p:spPr>
                <a:xfrm>
                  <a:off x="3227097" y="1286751"/>
                  <a:ext cx="5364" cy="120481"/>
                </a:xfrm>
                <a:custGeom>
                  <a:rect b="b" l="l" r="r" t="t"/>
                  <a:pathLst>
                    <a:path extrusionOk="0" h="1213" w="54">
                      <a:moveTo>
                        <a:pt x="53" y="1"/>
                      </a:moveTo>
                      <a:lnTo>
                        <a:pt x="33" y="37"/>
                      </a:lnTo>
                      <a:cubicBezTo>
                        <a:pt x="33" y="53"/>
                        <a:pt x="17" y="69"/>
                        <a:pt x="17" y="85"/>
                      </a:cubicBezTo>
                      <a:cubicBezTo>
                        <a:pt x="17" y="102"/>
                        <a:pt x="17" y="122"/>
                        <a:pt x="1" y="154"/>
                      </a:cubicBezTo>
                      <a:lnTo>
                        <a:pt x="1" y="372"/>
                      </a:lnTo>
                      <a:cubicBezTo>
                        <a:pt x="1" y="425"/>
                        <a:pt x="1" y="489"/>
                        <a:pt x="17" y="542"/>
                      </a:cubicBezTo>
                      <a:lnTo>
                        <a:pt x="17" y="708"/>
                      </a:lnTo>
                      <a:cubicBezTo>
                        <a:pt x="33" y="829"/>
                        <a:pt x="17" y="962"/>
                        <a:pt x="17" y="1063"/>
                      </a:cubicBezTo>
                      <a:cubicBezTo>
                        <a:pt x="17" y="1112"/>
                        <a:pt x="17" y="1164"/>
                        <a:pt x="33" y="1213"/>
                      </a:cubicBezTo>
                      <a:lnTo>
                        <a:pt x="33" y="1063"/>
                      </a:lnTo>
                      <a:cubicBezTo>
                        <a:pt x="33" y="962"/>
                        <a:pt x="53" y="829"/>
                        <a:pt x="53" y="708"/>
                      </a:cubicBezTo>
                      <a:cubicBezTo>
                        <a:pt x="53" y="659"/>
                        <a:pt x="53" y="590"/>
                        <a:pt x="33" y="542"/>
                      </a:cubicBezTo>
                      <a:lnTo>
                        <a:pt x="33" y="372"/>
                      </a:lnTo>
                      <a:lnTo>
                        <a:pt x="33" y="154"/>
                      </a:lnTo>
                      <a:lnTo>
                        <a:pt x="33" y="85"/>
                      </a:lnTo>
                      <a:cubicBezTo>
                        <a:pt x="33" y="69"/>
                        <a:pt x="53" y="53"/>
                        <a:pt x="53" y="53"/>
                      </a:cubicBez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1"/>
                <p:cNvSpPr/>
                <p:nvPr/>
              </p:nvSpPr>
              <p:spPr>
                <a:xfrm>
                  <a:off x="3207034" y="1439215"/>
                  <a:ext cx="21752" cy="4966"/>
                </a:xfrm>
                <a:custGeom>
                  <a:rect b="b" l="l" r="r" t="t"/>
                  <a:pathLst>
                    <a:path extrusionOk="0" h="50" w="219">
                      <a:moveTo>
                        <a:pt x="219" y="1"/>
                      </a:moveTo>
                      <a:cubicBezTo>
                        <a:pt x="203" y="1"/>
                        <a:pt x="187" y="1"/>
                        <a:pt x="170" y="17"/>
                      </a:cubicBezTo>
                      <a:cubicBezTo>
                        <a:pt x="203" y="17"/>
                        <a:pt x="203" y="17"/>
                        <a:pt x="219" y="1"/>
                      </a:cubicBezTo>
                      <a:close/>
                      <a:moveTo>
                        <a:pt x="53" y="17"/>
                      </a:moveTo>
                      <a:cubicBezTo>
                        <a:pt x="33" y="17"/>
                        <a:pt x="17" y="33"/>
                        <a:pt x="17" y="33"/>
                      </a:cubicBezTo>
                      <a:lnTo>
                        <a:pt x="1" y="33"/>
                      </a:lnTo>
                      <a:lnTo>
                        <a:pt x="1" y="49"/>
                      </a:lnTo>
                      <a:lnTo>
                        <a:pt x="69" y="49"/>
                      </a:lnTo>
                      <a:cubicBezTo>
                        <a:pt x="102" y="49"/>
                        <a:pt x="134" y="33"/>
                        <a:pt x="170"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1"/>
                <p:cNvSpPr/>
                <p:nvPr/>
              </p:nvSpPr>
              <p:spPr>
                <a:xfrm>
                  <a:off x="3232362" y="1439215"/>
                  <a:ext cx="3278" cy="70322"/>
                </a:xfrm>
                <a:custGeom>
                  <a:rect b="b" l="l" r="r" t="t"/>
                  <a:pathLst>
                    <a:path extrusionOk="0" h="708" w="33">
                      <a:moveTo>
                        <a:pt x="0" y="1"/>
                      </a:moveTo>
                      <a:lnTo>
                        <a:pt x="0" y="17"/>
                      </a:lnTo>
                      <a:lnTo>
                        <a:pt x="0" y="82"/>
                      </a:lnTo>
                      <a:lnTo>
                        <a:pt x="0" y="182"/>
                      </a:lnTo>
                      <a:cubicBezTo>
                        <a:pt x="0" y="384"/>
                        <a:pt x="16" y="708"/>
                        <a:pt x="16" y="708"/>
                      </a:cubicBezTo>
                      <a:cubicBezTo>
                        <a:pt x="16" y="708"/>
                        <a:pt x="33" y="384"/>
                        <a:pt x="16" y="182"/>
                      </a:cubicBezTo>
                      <a:lnTo>
                        <a:pt x="16" y="82"/>
                      </a:lnTo>
                      <a:lnTo>
                        <a:pt x="16" y="17"/>
                      </a:lnTo>
                      <a:cubicBezTo>
                        <a:pt x="16" y="1"/>
                        <a:pt x="16"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1"/>
                <p:cNvSpPr/>
                <p:nvPr/>
              </p:nvSpPr>
              <p:spPr>
                <a:xfrm>
                  <a:off x="3203855" y="1445671"/>
                  <a:ext cx="3278" cy="63866"/>
                </a:xfrm>
                <a:custGeom>
                  <a:rect b="b" l="l" r="r" t="t"/>
                  <a:pathLst>
                    <a:path extrusionOk="0" h="643" w="33">
                      <a:moveTo>
                        <a:pt x="17" y="0"/>
                      </a:moveTo>
                      <a:cubicBezTo>
                        <a:pt x="0" y="37"/>
                        <a:pt x="0" y="69"/>
                        <a:pt x="0" y="170"/>
                      </a:cubicBezTo>
                      <a:cubicBezTo>
                        <a:pt x="17" y="218"/>
                        <a:pt x="17" y="271"/>
                        <a:pt x="17" y="340"/>
                      </a:cubicBezTo>
                      <a:lnTo>
                        <a:pt x="17" y="505"/>
                      </a:lnTo>
                      <a:lnTo>
                        <a:pt x="17" y="574"/>
                      </a:lnTo>
                      <a:lnTo>
                        <a:pt x="17" y="606"/>
                      </a:lnTo>
                      <a:cubicBezTo>
                        <a:pt x="17" y="622"/>
                        <a:pt x="33" y="622"/>
                        <a:pt x="33" y="643"/>
                      </a:cubicBezTo>
                      <a:lnTo>
                        <a:pt x="33" y="606"/>
                      </a:lnTo>
                      <a:lnTo>
                        <a:pt x="33" y="574"/>
                      </a:lnTo>
                      <a:lnTo>
                        <a:pt x="33" y="505"/>
                      </a:lnTo>
                      <a:lnTo>
                        <a:pt x="33" y="340"/>
                      </a:lnTo>
                      <a:lnTo>
                        <a:pt x="33" y="255"/>
                      </a:lnTo>
                      <a:lnTo>
                        <a:pt x="33" y="170"/>
                      </a:lnTo>
                      <a:lnTo>
                        <a:pt x="33" y="17"/>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1"/>
                <p:cNvSpPr/>
                <p:nvPr/>
              </p:nvSpPr>
              <p:spPr>
                <a:xfrm>
                  <a:off x="3208623" y="1509438"/>
                  <a:ext cx="23838" cy="6555"/>
                </a:xfrm>
                <a:custGeom>
                  <a:rect b="b" l="l" r="r" t="t"/>
                  <a:pathLst>
                    <a:path extrusionOk="0" h="66" w="240">
                      <a:moveTo>
                        <a:pt x="171" y="1"/>
                      </a:moveTo>
                      <a:cubicBezTo>
                        <a:pt x="154" y="17"/>
                        <a:pt x="154" y="17"/>
                        <a:pt x="138" y="17"/>
                      </a:cubicBezTo>
                      <a:cubicBezTo>
                        <a:pt x="118" y="17"/>
                        <a:pt x="86" y="33"/>
                        <a:pt x="70" y="33"/>
                      </a:cubicBezTo>
                      <a:cubicBezTo>
                        <a:pt x="53" y="33"/>
                        <a:pt x="37" y="49"/>
                        <a:pt x="37" y="49"/>
                      </a:cubicBezTo>
                      <a:lnTo>
                        <a:pt x="1" y="49"/>
                      </a:lnTo>
                      <a:lnTo>
                        <a:pt x="1" y="65"/>
                      </a:lnTo>
                      <a:lnTo>
                        <a:pt x="37" y="65"/>
                      </a:lnTo>
                      <a:cubicBezTo>
                        <a:pt x="37" y="65"/>
                        <a:pt x="53" y="65"/>
                        <a:pt x="70" y="49"/>
                      </a:cubicBezTo>
                      <a:cubicBezTo>
                        <a:pt x="102" y="49"/>
                        <a:pt x="118" y="49"/>
                        <a:pt x="138" y="33"/>
                      </a:cubicBezTo>
                      <a:cubicBezTo>
                        <a:pt x="154" y="33"/>
                        <a:pt x="171" y="33"/>
                        <a:pt x="171" y="17"/>
                      </a:cubicBezTo>
                      <a:lnTo>
                        <a:pt x="203" y="17"/>
                      </a:lnTo>
                      <a:cubicBezTo>
                        <a:pt x="219" y="17"/>
                        <a:pt x="219" y="17"/>
                        <a:pt x="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1"/>
                <p:cNvSpPr/>
                <p:nvPr/>
              </p:nvSpPr>
              <p:spPr>
                <a:xfrm>
                  <a:off x="3203855" y="1514305"/>
                  <a:ext cx="28606" cy="8443"/>
                </a:xfrm>
                <a:custGeom>
                  <a:rect b="b" l="l" r="r" t="t"/>
                  <a:pathLst>
                    <a:path extrusionOk="0" h="85" w="288">
                      <a:moveTo>
                        <a:pt x="267" y="0"/>
                      </a:moveTo>
                      <a:cubicBezTo>
                        <a:pt x="251" y="0"/>
                        <a:pt x="235" y="16"/>
                        <a:pt x="219" y="16"/>
                      </a:cubicBezTo>
                      <a:cubicBezTo>
                        <a:pt x="166" y="16"/>
                        <a:pt x="118" y="32"/>
                        <a:pt x="65" y="53"/>
                      </a:cubicBezTo>
                      <a:cubicBezTo>
                        <a:pt x="49" y="53"/>
                        <a:pt x="33" y="53"/>
                        <a:pt x="33" y="69"/>
                      </a:cubicBezTo>
                      <a:lnTo>
                        <a:pt x="17" y="69"/>
                      </a:lnTo>
                      <a:lnTo>
                        <a:pt x="0" y="85"/>
                      </a:lnTo>
                      <a:lnTo>
                        <a:pt x="33" y="85"/>
                      </a:lnTo>
                      <a:cubicBezTo>
                        <a:pt x="49" y="85"/>
                        <a:pt x="65" y="69"/>
                        <a:pt x="85" y="69"/>
                      </a:cubicBezTo>
                      <a:cubicBezTo>
                        <a:pt x="118" y="53"/>
                        <a:pt x="166" y="32"/>
                        <a:pt x="219" y="32"/>
                      </a:cubicBezTo>
                      <a:cubicBezTo>
                        <a:pt x="235" y="16"/>
                        <a:pt x="251" y="16"/>
                        <a:pt x="267" y="16"/>
                      </a:cubicBezTo>
                      <a:lnTo>
                        <a:pt x="287" y="16"/>
                      </a:lnTo>
                      <a:lnTo>
                        <a:pt x="2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1"/>
                <p:cNvSpPr/>
                <p:nvPr/>
              </p:nvSpPr>
              <p:spPr>
                <a:xfrm>
                  <a:off x="3228687" y="1515894"/>
                  <a:ext cx="5364" cy="67044"/>
                </a:xfrm>
                <a:custGeom>
                  <a:rect b="b" l="l" r="r" t="t"/>
                  <a:pathLst>
                    <a:path extrusionOk="0" h="675" w="54">
                      <a:moveTo>
                        <a:pt x="53" y="0"/>
                      </a:moveTo>
                      <a:cubicBezTo>
                        <a:pt x="37" y="0"/>
                        <a:pt x="37" y="0"/>
                        <a:pt x="37" y="16"/>
                      </a:cubicBezTo>
                      <a:cubicBezTo>
                        <a:pt x="37" y="16"/>
                        <a:pt x="37" y="37"/>
                        <a:pt x="17" y="37"/>
                      </a:cubicBezTo>
                      <a:lnTo>
                        <a:pt x="17" y="69"/>
                      </a:lnTo>
                      <a:cubicBezTo>
                        <a:pt x="17" y="101"/>
                        <a:pt x="1" y="138"/>
                        <a:pt x="17" y="186"/>
                      </a:cubicBezTo>
                      <a:cubicBezTo>
                        <a:pt x="17" y="239"/>
                        <a:pt x="17" y="303"/>
                        <a:pt x="37" y="356"/>
                      </a:cubicBezTo>
                      <a:lnTo>
                        <a:pt x="37" y="457"/>
                      </a:lnTo>
                      <a:lnTo>
                        <a:pt x="37" y="542"/>
                      </a:lnTo>
                      <a:cubicBezTo>
                        <a:pt x="53" y="590"/>
                        <a:pt x="53" y="643"/>
                        <a:pt x="53" y="675"/>
                      </a:cubicBezTo>
                      <a:lnTo>
                        <a:pt x="53" y="542"/>
                      </a:lnTo>
                      <a:lnTo>
                        <a:pt x="53" y="457"/>
                      </a:lnTo>
                      <a:lnTo>
                        <a:pt x="53" y="356"/>
                      </a:lnTo>
                      <a:cubicBezTo>
                        <a:pt x="53" y="303"/>
                        <a:pt x="37" y="239"/>
                        <a:pt x="37" y="186"/>
                      </a:cubicBezTo>
                      <a:lnTo>
                        <a:pt x="37" y="69"/>
                      </a:lnTo>
                      <a:lnTo>
                        <a:pt x="37" y="37"/>
                      </a:lnTo>
                      <a:cubicBezTo>
                        <a:pt x="37" y="37"/>
                        <a:pt x="53" y="37"/>
                        <a:pt x="53" y="16"/>
                      </a:cubicBez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1"/>
                <p:cNvSpPr/>
                <p:nvPr/>
              </p:nvSpPr>
              <p:spPr>
                <a:xfrm>
                  <a:off x="3203855" y="1522648"/>
                  <a:ext cx="6555" cy="63568"/>
                </a:xfrm>
                <a:custGeom>
                  <a:rect b="b" l="l" r="r" t="t"/>
                  <a:pathLst>
                    <a:path extrusionOk="0" h="640" w="66">
                      <a:moveTo>
                        <a:pt x="17" y="1"/>
                      </a:moveTo>
                      <a:cubicBezTo>
                        <a:pt x="0" y="17"/>
                        <a:pt x="0" y="33"/>
                        <a:pt x="0" y="49"/>
                      </a:cubicBezTo>
                      <a:lnTo>
                        <a:pt x="0" y="150"/>
                      </a:lnTo>
                      <a:cubicBezTo>
                        <a:pt x="0" y="203"/>
                        <a:pt x="17" y="251"/>
                        <a:pt x="17" y="304"/>
                      </a:cubicBezTo>
                      <a:cubicBezTo>
                        <a:pt x="17" y="336"/>
                        <a:pt x="33" y="352"/>
                        <a:pt x="33" y="389"/>
                      </a:cubicBezTo>
                      <a:lnTo>
                        <a:pt x="33" y="474"/>
                      </a:lnTo>
                      <a:cubicBezTo>
                        <a:pt x="33" y="490"/>
                        <a:pt x="49" y="506"/>
                        <a:pt x="49" y="538"/>
                      </a:cubicBezTo>
                      <a:lnTo>
                        <a:pt x="49" y="453"/>
                      </a:lnTo>
                      <a:lnTo>
                        <a:pt x="49" y="389"/>
                      </a:lnTo>
                      <a:lnTo>
                        <a:pt x="49" y="304"/>
                      </a:lnTo>
                      <a:cubicBezTo>
                        <a:pt x="33" y="251"/>
                        <a:pt x="33" y="203"/>
                        <a:pt x="33" y="150"/>
                      </a:cubicBezTo>
                      <a:cubicBezTo>
                        <a:pt x="33" y="102"/>
                        <a:pt x="17" y="86"/>
                        <a:pt x="17" y="49"/>
                      </a:cubicBezTo>
                      <a:lnTo>
                        <a:pt x="17" y="1"/>
                      </a:lnTo>
                      <a:close/>
                      <a:moveTo>
                        <a:pt x="49" y="554"/>
                      </a:moveTo>
                      <a:lnTo>
                        <a:pt x="49" y="591"/>
                      </a:lnTo>
                      <a:cubicBezTo>
                        <a:pt x="65" y="623"/>
                        <a:pt x="65" y="639"/>
                        <a:pt x="65" y="639"/>
                      </a:cubicBezTo>
                      <a:lnTo>
                        <a:pt x="65" y="591"/>
                      </a:lnTo>
                      <a:cubicBezTo>
                        <a:pt x="65" y="575"/>
                        <a:pt x="49" y="575"/>
                        <a:pt x="49" y="5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1"/>
                <p:cNvSpPr/>
                <p:nvPr/>
              </p:nvSpPr>
              <p:spPr>
                <a:xfrm>
                  <a:off x="3240407" y="1499406"/>
                  <a:ext cx="55423" cy="14998"/>
                </a:xfrm>
                <a:custGeom>
                  <a:rect b="b" l="l" r="r" t="t"/>
                  <a:pathLst>
                    <a:path extrusionOk="0" h="151" w="558">
                      <a:moveTo>
                        <a:pt x="489" y="1"/>
                      </a:moveTo>
                      <a:cubicBezTo>
                        <a:pt x="473" y="1"/>
                        <a:pt x="457" y="17"/>
                        <a:pt x="440" y="17"/>
                      </a:cubicBezTo>
                      <a:cubicBezTo>
                        <a:pt x="404" y="17"/>
                        <a:pt x="388" y="17"/>
                        <a:pt x="356" y="33"/>
                      </a:cubicBezTo>
                      <a:cubicBezTo>
                        <a:pt x="339" y="33"/>
                        <a:pt x="303" y="33"/>
                        <a:pt x="287" y="49"/>
                      </a:cubicBezTo>
                      <a:cubicBezTo>
                        <a:pt x="238" y="49"/>
                        <a:pt x="186" y="65"/>
                        <a:pt x="154" y="81"/>
                      </a:cubicBezTo>
                      <a:cubicBezTo>
                        <a:pt x="101" y="102"/>
                        <a:pt x="69" y="102"/>
                        <a:pt x="53" y="118"/>
                      </a:cubicBezTo>
                      <a:cubicBezTo>
                        <a:pt x="36" y="118"/>
                        <a:pt x="20" y="134"/>
                        <a:pt x="20" y="134"/>
                      </a:cubicBezTo>
                      <a:lnTo>
                        <a:pt x="0" y="150"/>
                      </a:lnTo>
                      <a:lnTo>
                        <a:pt x="20" y="150"/>
                      </a:lnTo>
                      <a:cubicBezTo>
                        <a:pt x="20" y="150"/>
                        <a:pt x="36" y="150"/>
                        <a:pt x="69" y="134"/>
                      </a:cubicBezTo>
                      <a:cubicBezTo>
                        <a:pt x="85" y="134"/>
                        <a:pt x="121" y="118"/>
                        <a:pt x="154" y="118"/>
                      </a:cubicBezTo>
                      <a:cubicBezTo>
                        <a:pt x="186" y="102"/>
                        <a:pt x="238" y="81"/>
                        <a:pt x="287" y="65"/>
                      </a:cubicBezTo>
                      <a:cubicBezTo>
                        <a:pt x="323" y="65"/>
                        <a:pt x="339" y="49"/>
                        <a:pt x="372" y="49"/>
                      </a:cubicBezTo>
                      <a:cubicBezTo>
                        <a:pt x="388" y="33"/>
                        <a:pt x="404" y="33"/>
                        <a:pt x="440" y="33"/>
                      </a:cubicBezTo>
                      <a:cubicBezTo>
                        <a:pt x="457" y="17"/>
                        <a:pt x="473" y="17"/>
                        <a:pt x="505" y="17"/>
                      </a:cubicBezTo>
                      <a:lnTo>
                        <a:pt x="525" y="17"/>
                      </a:lnTo>
                      <a:cubicBezTo>
                        <a:pt x="541" y="1"/>
                        <a:pt x="541" y="1"/>
                        <a:pt x="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1"/>
                <p:cNvSpPr/>
                <p:nvPr/>
              </p:nvSpPr>
              <p:spPr>
                <a:xfrm>
                  <a:off x="3237129" y="1514305"/>
                  <a:ext cx="5364" cy="78665"/>
                </a:xfrm>
                <a:custGeom>
                  <a:rect b="b" l="l" r="r" t="t"/>
                  <a:pathLst>
                    <a:path extrusionOk="0" h="792" w="54">
                      <a:moveTo>
                        <a:pt x="17" y="0"/>
                      </a:moveTo>
                      <a:cubicBezTo>
                        <a:pt x="1" y="0"/>
                        <a:pt x="1" y="0"/>
                        <a:pt x="1" y="32"/>
                      </a:cubicBezTo>
                      <a:cubicBezTo>
                        <a:pt x="1" y="32"/>
                        <a:pt x="17" y="53"/>
                        <a:pt x="17" y="85"/>
                      </a:cubicBezTo>
                      <a:lnTo>
                        <a:pt x="17" y="202"/>
                      </a:lnTo>
                      <a:cubicBezTo>
                        <a:pt x="17" y="271"/>
                        <a:pt x="1" y="335"/>
                        <a:pt x="1" y="388"/>
                      </a:cubicBezTo>
                      <a:lnTo>
                        <a:pt x="1" y="489"/>
                      </a:lnTo>
                      <a:lnTo>
                        <a:pt x="1" y="590"/>
                      </a:lnTo>
                      <a:lnTo>
                        <a:pt x="1" y="638"/>
                      </a:lnTo>
                      <a:cubicBezTo>
                        <a:pt x="1" y="638"/>
                        <a:pt x="1" y="659"/>
                        <a:pt x="17" y="675"/>
                      </a:cubicBezTo>
                      <a:lnTo>
                        <a:pt x="17" y="638"/>
                      </a:lnTo>
                      <a:lnTo>
                        <a:pt x="17" y="590"/>
                      </a:lnTo>
                      <a:lnTo>
                        <a:pt x="17" y="489"/>
                      </a:lnTo>
                      <a:cubicBezTo>
                        <a:pt x="17" y="457"/>
                        <a:pt x="33" y="436"/>
                        <a:pt x="33" y="404"/>
                      </a:cubicBezTo>
                      <a:lnTo>
                        <a:pt x="33" y="202"/>
                      </a:lnTo>
                      <a:cubicBezTo>
                        <a:pt x="53" y="154"/>
                        <a:pt x="33" y="117"/>
                        <a:pt x="33" y="85"/>
                      </a:cubicBezTo>
                      <a:cubicBezTo>
                        <a:pt x="33" y="53"/>
                        <a:pt x="33" y="32"/>
                        <a:pt x="17" y="16"/>
                      </a:cubicBezTo>
                      <a:lnTo>
                        <a:pt x="17" y="0"/>
                      </a:lnTo>
                      <a:close/>
                      <a:moveTo>
                        <a:pt x="17" y="707"/>
                      </a:moveTo>
                      <a:lnTo>
                        <a:pt x="17" y="739"/>
                      </a:lnTo>
                      <a:cubicBezTo>
                        <a:pt x="33" y="760"/>
                        <a:pt x="33" y="776"/>
                        <a:pt x="33" y="792"/>
                      </a:cubicBezTo>
                      <a:lnTo>
                        <a:pt x="33" y="739"/>
                      </a:lnTo>
                      <a:cubicBezTo>
                        <a:pt x="33" y="723"/>
                        <a:pt x="17" y="723"/>
                        <a:pt x="17" y="7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1"/>
                <p:cNvSpPr/>
                <p:nvPr/>
              </p:nvSpPr>
              <p:spPr>
                <a:xfrm>
                  <a:off x="3297320" y="1499406"/>
                  <a:ext cx="8542" cy="90386"/>
                </a:xfrm>
                <a:custGeom>
                  <a:rect b="b" l="l" r="r" t="t"/>
                  <a:pathLst>
                    <a:path extrusionOk="0" h="910" w="86">
                      <a:moveTo>
                        <a:pt x="33" y="1"/>
                      </a:moveTo>
                      <a:lnTo>
                        <a:pt x="33" y="33"/>
                      </a:lnTo>
                      <a:cubicBezTo>
                        <a:pt x="33" y="33"/>
                        <a:pt x="33" y="49"/>
                        <a:pt x="53" y="49"/>
                      </a:cubicBezTo>
                      <a:lnTo>
                        <a:pt x="53" y="102"/>
                      </a:lnTo>
                      <a:lnTo>
                        <a:pt x="53" y="166"/>
                      </a:lnTo>
                      <a:lnTo>
                        <a:pt x="53" y="251"/>
                      </a:lnTo>
                      <a:cubicBezTo>
                        <a:pt x="53" y="283"/>
                        <a:pt x="53" y="320"/>
                        <a:pt x="33" y="352"/>
                      </a:cubicBezTo>
                      <a:lnTo>
                        <a:pt x="33" y="469"/>
                      </a:lnTo>
                      <a:cubicBezTo>
                        <a:pt x="17" y="554"/>
                        <a:pt x="1" y="623"/>
                        <a:pt x="1" y="708"/>
                      </a:cubicBezTo>
                      <a:lnTo>
                        <a:pt x="1" y="756"/>
                      </a:lnTo>
                      <a:cubicBezTo>
                        <a:pt x="1" y="772"/>
                        <a:pt x="1" y="788"/>
                        <a:pt x="17" y="809"/>
                      </a:cubicBezTo>
                      <a:lnTo>
                        <a:pt x="17" y="756"/>
                      </a:lnTo>
                      <a:lnTo>
                        <a:pt x="17" y="708"/>
                      </a:lnTo>
                      <a:cubicBezTo>
                        <a:pt x="17" y="623"/>
                        <a:pt x="33" y="554"/>
                        <a:pt x="53" y="469"/>
                      </a:cubicBezTo>
                      <a:cubicBezTo>
                        <a:pt x="53" y="437"/>
                        <a:pt x="69" y="384"/>
                        <a:pt x="69" y="352"/>
                      </a:cubicBezTo>
                      <a:cubicBezTo>
                        <a:pt x="69" y="320"/>
                        <a:pt x="85" y="283"/>
                        <a:pt x="85" y="251"/>
                      </a:cubicBezTo>
                      <a:lnTo>
                        <a:pt x="85" y="150"/>
                      </a:lnTo>
                      <a:cubicBezTo>
                        <a:pt x="85" y="134"/>
                        <a:pt x="85" y="118"/>
                        <a:pt x="69" y="102"/>
                      </a:cubicBezTo>
                      <a:lnTo>
                        <a:pt x="69" y="49"/>
                      </a:lnTo>
                      <a:cubicBezTo>
                        <a:pt x="53" y="33"/>
                        <a:pt x="53" y="33"/>
                        <a:pt x="53" y="17"/>
                      </a:cubicBezTo>
                      <a:lnTo>
                        <a:pt x="33" y="1"/>
                      </a:lnTo>
                      <a:close/>
                      <a:moveTo>
                        <a:pt x="17" y="841"/>
                      </a:moveTo>
                      <a:lnTo>
                        <a:pt x="17" y="889"/>
                      </a:lnTo>
                      <a:lnTo>
                        <a:pt x="33" y="910"/>
                      </a:lnTo>
                      <a:lnTo>
                        <a:pt x="33" y="889"/>
                      </a:lnTo>
                      <a:cubicBezTo>
                        <a:pt x="17" y="873"/>
                        <a:pt x="17" y="857"/>
                        <a:pt x="17" y="8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1"/>
                <p:cNvSpPr/>
                <p:nvPr/>
              </p:nvSpPr>
              <p:spPr>
                <a:xfrm>
                  <a:off x="3305763" y="1499406"/>
                  <a:ext cx="3278" cy="80354"/>
                </a:xfrm>
                <a:custGeom>
                  <a:rect b="b" l="l" r="r" t="t"/>
                  <a:pathLst>
                    <a:path extrusionOk="0" h="809" w="33">
                      <a:moveTo>
                        <a:pt x="33" y="1"/>
                      </a:moveTo>
                      <a:cubicBezTo>
                        <a:pt x="17" y="17"/>
                        <a:pt x="17" y="49"/>
                        <a:pt x="17" y="81"/>
                      </a:cubicBezTo>
                      <a:lnTo>
                        <a:pt x="17" y="235"/>
                      </a:lnTo>
                      <a:lnTo>
                        <a:pt x="17" y="336"/>
                      </a:lnTo>
                      <a:cubicBezTo>
                        <a:pt x="17" y="384"/>
                        <a:pt x="0" y="421"/>
                        <a:pt x="0" y="469"/>
                      </a:cubicBezTo>
                      <a:cubicBezTo>
                        <a:pt x="17" y="506"/>
                        <a:pt x="17" y="538"/>
                        <a:pt x="17" y="586"/>
                      </a:cubicBezTo>
                      <a:lnTo>
                        <a:pt x="17" y="708"/>
                      </a:lnTo>
                      <a:cubicBezTo>
                        <a:pt x="17" y="740"/>
                        <a:pt x="17" y="772"/>
                        <a:pt x="33" y="809"/>
                      </a:cubicBezTo>
                      <a:lnTo>
                        <a:pt x="33" y="708"/>
                      </a:lnTo>
                      <a:lnTo>
                        <a:pt x="33" y="586"/>
                      </a:lnTo>
                      <a:lnTo>
                        <a:pt x="33" y="469"/>
                      </a:lnTo>
                      <a:lnTo>
                        <a:pt x="33" y="336"/>
                      </a:lnTo>
                      <a:lnTo>
                        <a:pt x="33" y="235"/>
                      </a:lnTo>
                      <a:lnTo>
                        <a:pt x="33" y="81"/>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1"/>
                <p:cNvSpPr/>
                <p:nvPr/>
              </p:nvSpPr>
              <p:spPr>
                <a:xfrm>
                  <a:off x="3307352" y="1482521"/>
                  <a:ext cx="63469" cy="16985"/>
                </a:xfrm>
                <a:custGeom>
                  <a:rect b="b" l="l" r="r" t="t"/>
                  <a:pathLst>
                    <a:path extrusionOk="0" h="171" w="639">
                      <a:moveTo>
                        <a:pt x="639" y="1"/>
                      </a:moveTo>
                      <a:cubicBezTo>
                        <a:pt x="623" y="1"/>
                        <a:pt x="590" y="1"/>
                        <a:pt x="574" y="17"/>
                      </a:cubicBezTo>
                      <a:cubicBezTo>
                        <a:pt x="590" y="17"/>
                        <a:pt x="623" y="1"/>
                        <a:pt x="639" y="1"/>
                      </a:cubicBezTo>
                      <a:close/>
                      <a:moveTo>
                        <a:pt x="506" y="17"/>
                      </a:moveTo>
                      <a:cubicBezTo>
                        <a:pt x="457" y="33"/>
                        <a:pt x="388" y="49"/>
                        <a:pt x="336" y="49"/>
                      </a:cubicBezTo>
                      <a:cubicBezTo>
                        <a:pt x="271" y="70"/>
                        <a:pt x="219" y="86"/>
                        <a:pt x="170" y="102"/>
                      </a:cubicBezTo>
                      <a:cubicBezTo>
                        <a:pt x="85" y="134"/>
                        <a:pt x="33" y="134"/>
                        <a:pt x="17" y="150"/>
                      </a:cubicBezTo>
                      <a:cubicBezTo>
                        <a:pt x="1" y="150"/>
                        <a:pt x="1" y="150"/>
                        <a:pt x="1" y="171"/>
                      </a:cubicBezTo>
                      <a:lnTo>
                        <a:pt x="186" y="118"/>
                      </a:lnTo>
                      <a:cubicBezTo>
                        <a:pt x="235" y="102"/>
                        <a:pt x="287" y="102"/>
                        <a:pt x="336" y="86"/>
                      </a:cubicBezTo>
                      <a:cubicBezTo>
                        <a:pt x="388" y="70"/>
                        <a:pt x="457" y="49"/>
                        <a:pt x="506" y="33"/>
                      </a:cubicBezTo>
                      <a:cubicBezTo>
                        <a:pt x="522" y="33"/>
                        <a:pt x="558" y="17"/>
                        <a:pt x="574"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1"/>
                <p:cNvSpPr/>
                <p:nvPr/>
              </p:nvSpPr>
              <p:spPr>
                <a:xfrm>
                  <a:off x="3372807" y="1484210"/>
                  <a:ext cx="4867" cy="88697"/>
                </a:xfrm>
                <a:custGeom>
                  <a:rect b="b" l="l" r="r" t="t"/>
                  <a:pathLst>
                    <a:path extrusionOk="0" h="893" w="49">
                      <a:moveTo>
                        <a:pt x="0" y="0"/>
                      </a:moveTo>
                      <a:lnTo>
                        <a:pt x="0" y="32"/>
                      </a:lnTo>
                      <a:lnTo>
                        <a:pt x="0" y="117"/>
                      </a:lnTo>
                      <a:cubicBezTo>
                        <a:pt x="0" y="154"/>
                        <a:pt x="16" y="202"/>
                        <a:pt x="16" y="271"/>
                      </a:cubicBezTo>
                      <a:lnTo>
                        <a:pt x="16" y="521"/>
                      </a:lnTo>
                      <a:lnTo>
                        <a:pt x="16" y="659"/>
                      </a:lnTo>
                      <a:cubicBezTo>
                        <a:pt x="32" y="691"/>
                        <a:pt x="32" y="739"/>
                        <a:pt x="32" y="776"/>
                      </a:cubicBezTo>
                      <a:cubicBezTo>
                        <a:pt x="32" y="824"/>
                        <a:pt x="32" y="861"/>
                        <a:pt x="49" y="893"/>
                      </a:cubicBezTo>
                      <a:lnTo>
                        <a:pt x="49" y="776"/>
                      </a:lnTo>
                      <a:cubicBezTo>
                        <a:pt x="49" y="739"/>
                        <a:pt x="32" y="691"/>
                        <a:pt x="32" y="659"/>
                      </a:cubicBezTo>
                      <a:lnTo>
                        <a:pt x="32" y="521"/>
                      </a:lnTo>
                      <a:lnTo>
                        <a:pt x="32" y="271"/>
                      </a:lnTo>
                      <a:lnTo>
                        <a:pt x="32" y="101"/>
                      </a:lnTo>
                      <a:cubicBezTo>
                        <a:pt x="32" y="69"/>
                        <a:pt x="16" y="53"/>
                        <a:pt x="16" y="32"/>
                      </a:cubicBez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1"/>
                <p:cNvSpPr/>
                <p:nvPr/>
              </p:nvSpPr>
              <p:spPr>
                <a:xfrm>
                  <a:off x="3382839" y="1474178"/>
                  <a:ext cx="34962" cy="8443"/>
                </a:xfrm>
                <a:custGeom>
                  <a:rect b="b" l="l" r="r" t="t"/>
                  <a:pathLst>
                    <a:path extrusionOk="0" h="85" w="352">
                      <a:moveTo>
                        <a:pt x="352" y="0"/>
                      </a:moveTo>
                      <a:cubicBezTo>
                        <a:pt x="351" y="0"/>
                        <a:pt x="319" y="16"/>
                        <a:pt x="251" y="16"/>
                      </a:cubicBezTo>
                      <a:cubicBezTo>
                        <a:pt x="234" y="16"/>
                        <a:pt x="202" y="16"/>
                        <a:pt x="166" y="32"/>
                      </a:cubicBezTo>
                      <a:cubicBezTo>
                        <a:pt x="133" y="32"/>
                        <a:pt x="117" y="32"/>
                        <a:pt x="81" y="53"/>
                      </a:cubicBezTo>
                      <a:lnTo>
                        <a:pt x="32" y="53"/>
                      </a:lnTo>
                      <a:lnTo>
                        <a:pt x="16" y="69"/>
                      </a:lnTo>
                      <a:cubicBezTo>
                        <a:pt x="0" y="69"/>
                        <a:pt x="0" y="69"/>
                        <a:pt x="0" y="85"/>
                      </a:cubicBezTo>
                      <a:lnTo>
                        <a:pt x="32" y="85"/>
                      </a:lnTo>
                      <a:cubicBezTo>
                        <a:pt x="49" y="85"/>
                        <a:pt x="65" y="69"/>
                        <a:pt x="101" y="69"/>
                      </a:cubicBezTo>
                      <a:cubicBezTo>
                        <a:pt x="117" y="69"/>
                        <a:pt x="150" y="69"/>
                        <a:pt x="182" y="53"/>
                      </a:cubicBezTo>
                      <a:cubicBezTo>
                        <a:pt x="202" y="53"/>
                        <a:pt x="234" y="32"/>
                        <a:pt x="267" y="32"/>
                      </a:cubicBezTo>
                      <a:cubicBezTo>
                        <a:pt x="319" y="16"/>
                        <a:pt x="351" y="0"/>
                        <a:pt x="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1"/>
                <p:cNvSpPr/>
                <p:nvPr/>
              </p:nvSpPr>
              <p:spPr>
                <a:xfrm>
                  <a:off x="3412934" y="1475767"/>
                  <a:ext cx="3278" cy="107172"/>
                </a:xfrm>
                <a:custGeom>
                  <a:rect b="b" l="l" r="r" t="t"/>
                  <a:pathLst>
                    <a:path extrusionOk="0" h="1079" w="33">
                      <a:moveTo>
                        <a:pt x="16" y="0"/>
                      </a:moveTo>
                      <a:lnTo>
                        <a:pt x="16" y="37"/>
                      </a:lnTo>
                      <a:lnTo>
                        <a:pt x="16" y="117"/>
                      </a:lnTo>
                      <a:lnTo>
                        <a:pt x="16" y="303"/>
                      </a:lnTo>
                      <a:cubicBezTo>
                        <a:pt x="16" y="473"/>
                        <a:pt x="16" y="691"/>
                        <a:pt x="0" y="861"/>
                      </a:cubicBezTo>
                      <a:lnTo>
                        <a:pt x="0" y="994"/>
                      </a:lnTo>
                      <a:cubicBezTo>
                        <a:pt x="16" y="1026"/>
                        <a:pt x="16" y="1063"/>
                        <a:pt x="16" y="1079"/>
                      </a:cubicBezTo>
                      <a:lnTo>
                        <a:pt x="16" y="861"/>
                      </a:lnTo>
                      <a:cubicBezTo>
                        <a:pt x="16" y="776"/>
                        <a:pt x="32" y="675"/>
                        <a:pt x="32" y="574"/>
                      </a:cubicBezTo>
                      <a:lnTo>
                        <a:pt x="32" y="303"/>
                      </a:lnTo>
                      <a:lnTo>
                        <a:pt x="32" y="117"/>
                      </a:lnTo>
                      <a:lnTo>
                        <a:pt x="32" y="37"/>
                      </a:lnTo>
                      <a:cubicBezTo>
                        <a:pt x="32" y="0"/>
                        <a:pt x="32"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1"/>
                <p:cNvSpPr/>
                <p:nvPr/>
              </p:nvSpPr>
              <p:spPr>
                <a:xfrm>
                  <a:off x="3380753" y="1482521"/>
                  <a:ext cx="3774" cy="112138"/>
                </a:xfrm>
                <a:custGeom>
                  <a:rect b="b" l="l" r="r" t="t"/>
                  <a:pathLst>
                    <a:path extrusionOk="0" h="1129" w="38">
                      <a:moveTo>
                        <a:pt x="21" y="1"/>
                      </a:moveTo>
                      <a:lnTo>
                        <a:pt x="21" y="33"/>
                      </a:lnTo>
                      <a:lnTo>
                        <a:pt x="21" y="118"/>
                      </a:lnTo>
                      <a:cubicBezTo>
                        <a:pt x="21" y="150"/>
                        <a:pt x="1" y="219"/>
                        <a:pt x="1" y="288"/>
                      </a:cubicBezTo>
                      <a:cubicBezTo>
                        <a:pt x="1" y="373"/>
                        <a:pt x="21" y="453"/>
                        <a:pt x="21" y="554"/>
                      </a:cubicBezTo>
                      <a:lnTo>
                        <a:pt x="21" y="825"/>
                      </a:lnTo>
                      <a:cubicBezTo>
                        <a:pt x="21" y="995"/>
                        <a:pt x="37" y="1128"/>
                        <a:pt x="37" y="1128"/>
                      </a:cubicBezTo>
                      <a:lnTo>
                        <a:pt x="37" y="825"/>
                      </a:lnTo>
                      <a:lnTo>
                        <a:pt x="37" y="554"/>
                      </a:lnTo>
                      <a:lnTo>
                        <a:pt x="37" y="288"/>
                      </a:lnTo>
                      <a:lnTo>
                        <a:pt x="37" y="118"/>
                      </a:lnTo>
                      <a:lnTo>
                        <a:pt x="37" y="33"/>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1"/>
                <p:cNvSpPr/>
                <p:nvPr/>
              </p:nvSpPr>
              <p:spPr>
                <a:xfrm>
                  <a:off x="3235540" y="1437229"/>
                  <a:ext cx="3278" cy="68733"/>
                </a:xfrm>
                <a:custGeom>
                  <a:rect b="b" l="l" r="r" t="t"/>
                  <a:pathLst>
                    <a:path extrusionOk="0" h="692" w="33">
                      <a:moveTo>
                        <a:pt x="33" y="1"/>
                      </a:moveTo>
                      <a:cubicBezTo>
                        <a:pt x="17" y="1"/>
                        <a:pt x="17" y="1"/>
                        <a:pt x="17" y="21"/>
                      </a:cubicBezTo>
                      <a:lnTo>
                        <a:pt x="17" y="69"/>
                      </a:lnTo>
                      <a:lnTo>
                        <a:pt x="17" y="170"/>
                      </a:lnTo>
                      <a:cubicBezTo>
                        <a:pt x="1" y="372"/>
                        <a:pt x="17" y="691"/>
                        <a:pt x="17" y="691"/>
                      </a:cubicBezTo>
                      <a:cubicBezTo>
                        <a:pt x="17" y="691"/>
                        <a:pt x="33" y="372"/>
                        <a:pt x="33" y="170"/>
                      </a:cubicBezTo>
                      <a:lnTo>
                        <a:pt x="33" y="69"/>
                      </a:lnTo>
                      <a:lnTo>
                        <a:pt x="33" y="21"/>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1"/>
                <p:cNvSpPr/>
                <p:nvPr/>
              </p:nvSpPr>
              <p:spPr>
                <a:xfrm>
                  <a:off x="3238718" y="1490964"/>
                  <a:ext cx="60290" cy="14998"/>
                </a:xfrm>
                <a:custGeom>
                  <a:rect b="b" l="l" r="r" t="t"/>
                  <a:pathLst>
                    <a:path extrusionOk="0" h="151" w="607">
                      <a:moveTo>
                        <a:pt x="558" y="1"/>
                      </a:moveTo>
                      <a:cubicBezTo>
                        <a:pt x="522" y="17"/>
                        <a:pt x="506" y="17"/>
                        <a:pt x="474" y="17"/>
                      </a:cubicBezTo>
                      <a:cubicBezTo>
                        <a:pt x="389" y="33"/>
                        <a:pt x="255" y="65"/>
                        <a:pt x="171" y="102"/>
                      </a:cubicBezTo>
                      <a:cubicBezTo>
                        <a:pt x="138" y="102"/>
                        <a:pt x="102" y="118"/>
                        <a:pt x="70" y="118"/>
                      </a:cubicBezTo>
                      <a:cubicBezTo>
                        <a:pt x="53" y="118"/>
                        <a:pt x="37" y="134"/>
                        <a:pt x="17" y="134"/>
                      </a:cubicBezTo>
                      <a:cubicBezTo>
                        <a:pt x="1" y="134"/>
                        <a:pt x="1" y="134"/>
                        <a:pt x="1" y="150"/>
                      </a:cubicBezTo>
                      <a:lnTo>
                        <a:pt x="17" y="150"/>
                      </a:lnTo>
                      <a:cubicBezTo>
                        <a:pt x="37" y="150"/>
                        <a:pt x="53" y="150"/>
                        <a:pt x="70" y="134"/>
                      </a:cubicBezTo>
                      <a:cubicBezTo>
                        <a:pt x="102" y="134"/>
                        <a:pt x="138" y="134"/>
                        <a:pt x="187" y="118"/>
                      </a:cubicBezTo>
                      <a:cubicBezTo>
                        <a:pt x="272" y="102"/>
                        <a:pt x="389" y="65"/>
                        <a:pt x="490" y="33"/>
                      </a:cubicBezTo>
                      <a:cubicBezTo>
                        <a:pt x="506" y="33"/>
                        <a:pt x="522" y="17"/>
                        <a:pt x="558" y="17"/>
                      </a:cubicBezTo>
                      <a:cubicBezTo>
                        <a:pt x="574" y="17"/>
                        <a:pt x="591" y="1"/>
                        <a:pt x="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1"/>
                <p:cNvSpPr/>
                <p:nvPr/>
              </p:nvSpPr>
              <p:spPr>
                <a:xfrm>
                  <a:off x="3297320" y="1422429"/>
                  <a:ext cx="5364" cy="51848"/>
                </a:xfrm>
                <a:custGeom>
                  <a:rect b="b" l="l" r="r" t="t"/>
                  <a:pathLst>
                    <a:path extrusionOk="0" h="522" w="54">
                      <a:moveTo>
                        <a:pt x="33" y="0"/>
                      </a:moveTo>
                      <a:lnTo>
                        <a:pt x="17" y="16"/>
                      </a:lnTo>
                      <a:cubicBezTo>
                        <a:pt x="17" y="32"/>
                        <a:pt x="17" y="49"/>
                        <a:pt x="1" y="69"/>
                      </a:cubicBezTo>
                      <a:lnTo>
                        <a:pt x="1" y="186"/>
                      </a:lnTo>
                      <a:lnTo>
                        <a:pt x="1" y="351"/>
                      </a:lnTo>
                      <a:lnTo>
                        <a:pt x="1" y="436"/>
                      </a:lnTo>
                      <a:cubicBezTo>
                        <a:pt x="17" y="473"/>
                        <a:pt x="17" y="489"/>
                        <a:pt x="17" y="521"/>
                      </a:cubicBezTo>
                      <a:cubicBezTo>
                        <a:pt x="33" y="489"/>
                        <a:pt x="33" y="473"/>
                        <a:pt x="33" y="436"/>
                      </a:cubicBezTo>
                      <a:lnTo>
                        <a:pt x="33" y="351"/>
                      </a:lnTo>
                      <a:cubicBezTo>
                        <a:pt x="33" y="287"/>
                        <a:pt x="17" y="234"/>
                        <a:pt x="17" y="186"/>
                      </a:cubicBezTo>
                      <a:cubicBezTo>
                        <a:pt x="17" y="133"/>
                        <a:pt x="17" y="101"/>
                        <a:pt x="33" y="69"/>
                      </a:cubicBezTo>
                      <a:lnTo>
                        <a:pt x="33" y="16"/>
                      </a:lnTo>
                      <a:cubicBezTo>
                        <a:pt x="53" y="0"/>
                        <a:pt x="33" y="0"/>
                        <a:pt x="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1"/>
                <p:cNvSpPr/>
                <p:nvPr/>
              </p:nvSpPr>
              <p:spPr>
                <a:xfrm>
                  <a:off x="3237129" y="1422429"/>
                  <a:ext cx="60290" cy="17581"/>
                </a:xfrm>
                <a:custGeom>
                  <a:rect b="b" l="l" r="r" t="t"/>
                  <a:pathLst>
                    <a:path extrusionOk="0" h="177" w="607">
                      <a:moveTo>
                        <a:pt x="538" y="0"/>
                      </a:moveTo>
                      <a:cubicBezTo>
                        <a:pt x="522" y="0"/>
                        <a:pt x="506" y="16"/>
                        <a:pt x="473" y="16"/>
                      </a:cubicBezTo>
                      <a:cubicBezTo>
                        <a:pt x="421" y="16"/>
                        <a:pt x="372" y="32"/>
                        <a:pt x="320" y="49"/>
                      </a:cubicBezTo>
                      <a:cubicBezTo>
                        <a:pt x="255" y="69"/>
                        <a:pt x="203" y="85"/>
                        <a:pt x="170" y="101"/>
                      </a:cubicBezTo>
                      <a:cubicBezTo>
                        <a:pt x="69" y="133"/>
                        <a:pt x="33" y="150"/>
                        <a:pt x="17" y="170"/>
                      </a:cubicBezTo>
                      <a:cubicBezTo>
                        <a:pt x="33" y="170"/>
                        <a:pt x="86" y="150"/>
                        <a:pt x="170" y="133"/>
                      </a:cubicBezTo>
                      <a:cubicBezTo>
                        <a:pt x="219" y="117"/>
                        <a:pt x="271" y="101"/>
                        <a:pt x="320" y="69"/>
                      </a:cubicBezTo>
                      <a:cubicBezTo>
                        <a:pt x="372" y="49"/>
                        <a:pt x="421" y="32"/>
                        <a:pt x="473" y="32"/>
                      </a:cubicBezTo>
                      <a:cubicBezTo>
                        <a:pt x="506" y="16"/>
                        <a:pt x="522" y="16"/>
                        <a:pt x="538" y="16"/>
                      </a:cubicBezTo>
                      <a:cubicBezTo>
                        <a:pt x="574" y="16"/>
                        <a:pt x="590" y="0"/>
                        <a:pt x="607" y="0"/>
                      </a:cubicBezTo>
                      <a:close/>
                      <a:moveTo>
                        <a:pt x="1" y="170"/>
                      </a:moveTo>
                      <a:cubicBezTo>
                        <a:pt x="1" y="170"/>
                        <a:pt x="1" y="177"/>
                        <a:pt x="5" y="177"/>
                      </a:cubicBezTo>
                      <a:cubicBezTo>
                        <a:pt x="8" y="177"/>
                        <a:pt x="11" y="175"/>
                        <a:pt x="17" y="1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1"/>
                <p:cNvSpPr/>
                <p:nvPr/>
              </p:nvSpPr>
              <p:spPr>
                <a:xfrm>
                  <a:off x="3305763" y="1419152"/>
                  <a:ext cx="4867" cy="71911"/>
                </a:xfrm>
                <a:custGeom>
                  <a:rect b="b" l="l" r="r" t="t"/>
                  <a:pathLst>
                    <a:path extrusionOk="0" h="724" w="49">
                      <a:moveTo>
                        <a:pt x="33" y="1"/>
                      </a:moveTo>
                      <a:cubicBezTo>
                        <a:pt x="33" y="1"/>
                        <a:pt x="17" y="1"/>
                        <a:pt x="17" y="17"/>
                      </a:cubicBezTo>
                      <a:cubicBezTo>
                        <a:pt x="17" y="33"/>
                        <a:pt x="17" y="49"/>
                        <a:pt x="0" y="65"/>
                      </a:cubicBezTo>
                      <a:lnTo>
                        <a:pt x="0" y="118"/>
                      </a:lnTo>
                      <a:lnTo>
                        <a:pt x="0" y="183"/>
                      </a:lnTo>
                      <a:lnTo>
                        <a:pt x="0" y="267"/>
                      </a:lnTo>
                      <a:lnTo>
                        <a:pt x="0" y="352"/>
                      </a:lnTo>
                      <a:cubicBezTo>
                        <a:pt x="0" y="384"/>
                        <a:pt x="0" y="421"/>
                        <a:pt x="17" y="453"/>
                      </a:cubicBezTo>
                      <a:lnTo>
                        <a:pt x="17" y="538"/>
                      </a:lnTo>
                      <a:cubicBezTo>
                        <a:pt x="33" y="639"/>
                        <a:pt x="49" y="724"/>
                        <a:pt x="49" y="724"/>
                      </a:cubicBezTo>
                      <a:lnTo>
                        <a:pt x="49" y="671"/>
                      </a:lnTo>
                      <a:cubicBezTo>
                        <a:pt x="49" y="639"/>
                        <a:pt x="33" y="586"/>
                        <a:pt x="33" y="538"/>
                      </a:cubicBezTo>
                      <a:lnTo>
                        <a:pt x="33" y="437"/>
                      </a:lnTo>
                      <a:cubicBezTo>
                        <a:pt x="33" y="421"/>
                        <a:pt x="17" y="384"/>
                        <a:pt x="17" y="352"/>
                      </a:cubicBezTo>
                      <a:lnTo>
                        <a:pt x="17" y="267"/>
                      </a:lnTo>
                      <a:lnTo>
                        <a:pt x="17" y="183"/>
                      </a:lnTo>
                      <a:lnTo>
                        <a:pt x="17" y="118"/>
                      </a:lnTo>
                      <a:lnTo>
                        <a:pt x="17" y="65"/>
                      </a:lnTo>
                      <a:cubicBezTo>
                        <a:pt x="33" y="49"/>
                        <a:pt x="33" y="33"/>
                        <a:pt x="33" y="17"/>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1"/>
                <p:cNvSpPr/>
                <p:nvPr/>
              </p:nvSpPr>
              <p:spPr>
                <a:xfrm>
                  <a:off x="3314205" y="1399088"/>
                  <a:ext cx="61879" cy="18176"/>
                </a:xfrm>
                <a:custGeom>
                  <a:rect b="b" l="l" r="r" t="t"/>
                  <a:pathLst>
                    <a:path extrusionOk="0" h="183" w="623">
                      <a:moveTo>
                        <a:pt x="622" y="1"/>
                      </a:moveTo>
                      <a:lnTo>
                        <a:pt x="622" y="1"/>
                      </a:lnTo>
                      <a:cubicBezTo>
                        <a:pt x="622" y="1"/>
                        <a:pt x="538" y="17"/>
                        <a:pt x="453" y="49"/>
                      </a:cubicBezTo>
                      <a:cubicBezTo>
                        <a:pt x="404" y="65"/>
                        <a:pt x="336" y="82"/>
                        <a:pt x="287" y="102"/>
                      </a:cubicBezTo>
                      <a:cubicBezTo>
                        <a:pt x="235" y="118"/>
                        <a:pt x="186" y="134"/>
                        <a:pt x="150" y="134"/>
                      </a:cubicBezTo>
                      <a:cubicBezTo>
                        <a:pt x="101" y="150"/>
                        <a:pt x="65" y="150"/>
                        <a:pt x="49" y="166"/>
                      </a:cubicBezTo>
                      <a:cubicBezTo>
                        <a:pt x="16" y="166"/>
                        <a:pt x="0" y="166"/>
                        <a:pt x="0" y="183"/>
                      </a:cubicBezTo>
                      <a:lnTo>
                        <a:pt x="49" y="183"/>
                      </a:lnTo>
                      <a:cubicBezTo>
                        <a:pt x="65" y="183"/>
                        <a:pt x="101" y="166"/>
                        <a:pt x="150" y="166"/>
                      </a:cubicBezTo>
                      <a:cubicBezTo>
                        <a:pt x="202" y="150"/>
                        <a:pt x="251" y="134"/>
                        <a:pt x="303" y="118"/>
                      </a:cubicBezTo>
                      <a:cubicBezTo>
                        <a:pt x="352" y="102"/>
                        <a:pt x="404" y="82"/>
                        <a:pt x="453" y="65"/>
                      </a:cubicBezTo>
                      <a:cubicBezTo>
                        <a:pt x="538" y="33"/>
                        <a:pt x="622" y="1"/>
                        <a:pt x="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1"/>
                <p:cNvSpPr/>
                <p:nvPr/>
              </p:nvSpPr>
              <p:spPr>
                <a:xfrm>
                  <a:off x="3370721" y="1402366"/>
                  <a:ext cx="3774" cy="63469"/>
                </a:xfrm>
                <a:custGeom>
                  <a:rect b="b" l="l" r="r" t="t"/>
                  <a:pathLst>
                    <a:path extrusionOk="0" h="639" w="38">
                      <a:moveTo>
                        <a:pt x="21" y="0"/>
                      </a:moveTo>
                      <a:lnTo>
                        <a:pt x="21" y="16"/>
                      </a:lnTo>
                      <a:cubicBezTo>
                        <a:pt x="21" y="32"/>
                        <a:pt x="1" y="85"/>
                        <a:pt x="1" y="186"/>
                      </a:cubicBezTo>
                      <a:lnTo>
                        <a:pt x="1" y="335"/>
                      </a:lnTo>
                      <a:lnTo>
                        <a:pt x="1" y="436"/>
                      </a:lnTo>
                      <a:cubicBezTo>
                        <a:pt x="1" y="453"/>
                        <a:pt x="1" y="489"/>
                        <a:pt x="21" y="521"/>
                      </a:cubicBezTo>
                      <a:lnTo>
                        <a:pt x="21" y="590"/>
                      </a:lnTo>
                      <a:lnTo>
                        <a:pt x="21" y="622"/>
                      </a:lnTo>
                      <a:lnTo>
                        <a:pt x="37" y="638"/>
                      </a:lnTo>
                      <a:lnTo>
                        <a:pt x="37" y="622"/>
                      </a:lnTo>
                      <a:lnTo>
                        <a:pt x="37" y="590"/>
                      </a:lnTo>
                      <a:cubicBezTo>
                        <a:pt x="21" y="574"/>
                        <a:pt x="21" y="537"/>
                        <a:pt x="21" y="505"/>
                      </a:cubicBezTo>
                      <a:lnTo>
                        <a:pt x="21" y="436"/>
                      </a:lnTo>
                      <a:lnTo>
                        <a:pt x="21" y="335"/>
                      </a:lnTo>
                      <a:cubicBezTo>
                        <a:pt x="21" y="319"/>
                        <a:pt x="21" y="287"/>
                        <a:pt x="37" y="251"/>
                      </a:cubicBezTo>
                      <a:lnTo>
                        <a:pt x="37" y="186"/>
                      </a:lnTo>
                      <a:lnTo>
                        <a:pt x="37" y="16"/>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1"/>
                <p:cNvSpPr/>
                <p:nvPr/>
              </p:nvSpPr>
              <p:spPr>
                <a:xfrm>
                  <a:off x="3312616" y="1472589"/>
                  <a:ext cx="60290" cy="14899"/>
                </a:xfrm>
                <a:custGeom>
                  <a:rect b="b" l="l" r="r" t="t"/>
                  <a:pathLst>
                    <a:path extrusionOk="0" h="150" w="607">
                      <a:moveTo>
                        <a:pt x="606" y="0"/>
                      </a:moveTo>
                      <a:lnTo>
                        <a:pt x="606" y="0"/>
                      </a:lnTo>
                      <a:cubicBezTo>
                        <a:pt x="605" y="0"/>
                        <a:pt x="537" y="16"/>
                        <a:pt x="436" y="32"/>
                      </a:cubicBezTo>
                      <a:cubicBezTo>
                        <a:pt x="352" y="48"/>
                        <a:pt x="234" y="69"/>
                        <a:pt x="150" y="85"/>
                      </a:cubicBezTo>
                      <a:cubicBezTo>
                        <a:pt x="65" y="101"/>
                        <a:pt x="32" y="117"/>
                        <a:pt x="16" y="133"/>
                      </a:cubicBezTo>
                      <a:cubicBezTo>
                        <a:pt x="0" y="133"/>
                        <a:pt x="0" y="133"/>
                        <a:pt x="0" y="149"/>
                      </a:cubicBezTo>
                      <a:lnTo>
                        <a:pt x="16" y="149"/>
                      </a:lnTo>
                      <a:cubicBezTo>
                        <a:pt x="32" y="133"/>
                        <a:pt x="65" y="133"/>
                        <a:pt x="150" y="117"/>
                      </a:cubicBezTo>
                      <a:cubicBezTo>
                        <a:pt x="234" y="101"/>
                        <a:pt x="352" y="69"/>
                        <a:pt x="453" y="32"/>
                      </a:cubicBezTo>
                      <a:cubicBezTo>
                        <a:pt x="537" y="16"/>
                        <a:pt x="605"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1"/>
                <p:cNvSpPr/>
                <p:nvPr/>
              </p:nvSpPr>
              <p:spPr>
                <a:xfrm>
                  <a:off x="3379164" y="1399088"/>
                  <a:ext cx="5364" cy="70322"/>
                </a:xfrm>
                <a:custGeom>
                  <a:rect b="b" l="l" r="r" t="t"/>
                  <a:pathLst>
                    <a:path extrusionOk="0" h="708" w="54">
                      <a:moveTo>
                        <a:pt x="53" y="1"/>
                      </a:moveTo>
                      <a:cubicBezTo>
                        <a:pt x="37" y="1"/>
                        <a:pt x="37" y="1"/>
                        <a:pt x="37" y="17"/>
                      </a:cubicBezTo>
                      <a:cubicBezTo>
                        <a:pt x="17" y="17"/>
                        <a:pt x="17" y="49"/>
                        <a:pt x="17" y="65"/>
                      </a:cubicBezTo>
                      <a:cubicBezTo>
                        <a:pt x="17" y="102"/>
                        <a:pt x="1" y="134"/>
                        <a:pt x="17" y="203"/>
                      </a:cubicBezTo>
                      <a:lnTo>
                        <a:pt x="17" y="284"/>
                      </a:lnTo>
                      <a:lnTo>
                        <a:pt x="17" y="368"/>
                      </a:lnTo>
                      <a:lnTo>
                        <a:pt x="17" y="554"/>
                      </a:lnTo>
                      <a:lnTo>
                        <a:pt x="17" y="639"/>
                      </a:lnTo>
                      <a:cubicBezTo>
                        <a:pt x="17" y="671"/>
                        <a:pt x="37" y="687"/>
                        <a:pt x="37" y="708"/>
                      </a:cubicBezTo>
                      <a:lnTo>
                        <a:pt x="37" y="639"/>
                      </a:lnTo>
                      <a:lnTo>
                        <a:pt x="37" y="554"/>
                      </a:lnTo>
                      <a:lnTo>
                        <a:pt x="37" y="368"/>
                      </a:lnTo>
                      <a:lnTo>
                        <a:pt x="37" y="284"/>
                      </a:lnTo>
                      <a:lnTo>
                        <a:pt x="37" y="203"/>
                      </a:lnTo>
                      <a:lnTo>
                        <a:pt x="37" y="65"/>
                      </a:lnTo>
                      <a:cubicBezTo>
                        <a:pt x="37" y="49"/>
                        <a:pt x="37" y="33"/>
                        <a:pt x="53" y="17"/>
                      </a:cubicBez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1"/>
                <p:cNvSpPr/>
                <p:nvPr/>
              </p:nvSpPr>
              <p:spPr>
                <a:xfrm>
                  <a:off x="3382839" y="1390645"/>
                  <a:ext cx="34962" cy="9635"/>
                </a:xfrm>
                <a:custGeom>
                  <a:rect b="b" l="l" r="r" t="t"/>
                  <a:pathLst>
                    <a:path extrusionOk="0" h="97" w="352">
                      <a:moveTo>
                        <a:pt x="352" y="1"/>
                      </a:moveTo>
                      <a:cubicBezTo>
                        <a:pt x="352" y="1"/>
                        <a:pt x="303" y="1"/>
                        <a:pt x="251" y="17"/>
                      </a:cubicBezTo>
                      <a:cubicBezTo>
                        <a:pt x="218" y="17"/>
                        <a:pt x="202" y="17"/>
                        <a:pt x="166" y="33"/>
                      </a:cubicBezTo>
                      <a:cubicBezTo>
                        <a:pt x="133" y="33"/>
                        <a:pt x="117" y="33"/>
                        <a:pt x="81" y="49"/>
                      </a:cubicBezTo>
                      <a:lnTo>
                        <a:pt x="0" y="86"/>
                      </a:lnTo>
                      <a:cubicBezTo>
                        <a:pt x="0" y="92"/>
                        <a:pt x="0" y="96"/>
                        <a:pt x="7" y="96"/>
                      </a:cubicBezTo>
                      <a:cubicBezTo>
                        <a:pt x="16" y="96"/>
                        <a:pt x="41" y="87"/>
                        <a:pt x="101" y="66"/>
                      </a:cubicBezTo>
                      <a:cubicBezTo>
                        <a:pt x="117" y="66"/>
                        <a:pt x="150" y="49"/>
                        <a:pt x="166" y="49"/>
                      </a:cubicBezTo>
                      <a:cubicBezTo>
                        <a:pt x="202" y="33"/>
                        <a:pt x="234" y="33"/>
                        <a:pt x="251" y="33"/>
                      </a:cubicBezTo>
                      <a:cubicBezTo>
                        <a:pt x="303" y="17"/>
                        <a:pt x="352" y="1"/>
                        <a:pt x="3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1"/>
                <p:cNvSpPr/>
                <p:nvPr/>
              </p:nvSpPr>
              <p:spPr>
                <a:xfrm>
                  <a:off x="3412934" y="1390645"/>
                  <a:ext cx="4867" cy="72011"/>
                </a:xfrm>
                <a:custGeom>
                  <a:rect b="b" l="l" r="r" t="t"/>
                  <a:pathLst>
                    <a:path extrusionOk="0" h="725" w="49">
                      <a:moveTo>
                        <a:pt x="32" y="1"/>
                      </a:moveTo>
                      <a:lnTo>
                        <a:pt x="16" y="17"/>
                      </a:lnTo>
                      <a:lnTo>
                        <a:pt x="16" y="49"/>
                      </a:lnTo>
                      <a:lnTo>
                        <a:pt x="16" y="86"/>
                      </a:lnTo>
                      <a:cubicBezTo>
                        <a:pt x="0" y="102"/>
                        <a:pt x="0" y="150"/>
                        <a:pt x="16" y="203"/>
                      </a:cubicBezTo>
                      <a:lnTo>
                        <a:pt x="16" y="268"/>
                      </a:lnTo>
                      <a:cubicBezTo>
                        <a:pt x="16" y="304"/>
                        <a:pt x="32" y="336"/>
                        <a:pt x="32" y="369"/>
                      </a:cubicBezTo>
                      <a:lnTo>
                        <a:pt x="32" y="453"/>
                      </a:lnTo>
                      <a:lnTo>
                        <a:pt x="32" y="538"/>
                      </a:lnTo>
                      <a:cubicBezTo>
                        <a:pt x="49" y="639"/>
                        <a:pt x="49" y="724"/>
                        <a:pt x="49" y="724"/>
                      </a:cubicBezTo>
                      <a:lnTo>
                        <a:pt x="49" y="538"/>
                      </a:lnTo>
                      <a:lnTo>
                        <a:pt x="49" y="453"/>
                      </a:lnTo>
                      <a:lnTo>
                        <a:pt x="49" y="352"/>
                      </a:lnTo>
                      <a:lnTo>
                        <a:pt x="49" y="268"/>
                      </a:lnTo>
                      <a:cubicBezTo>
                        <a:pt x="32" y="251"/>
                        <a:pt x="32" y="219"/>
                        <a:pt x="32" y="187"/>
                      </a:cubicBezTo>
                      <a:lnTo>
                        <a:pt x="32" y="134"/>
                      </a:lnTo>
                      <a:lnTo>
                        <a:pt x="32" y="86"/>
                      </a:lnTo>
                      <a:lnTo>
                        <a:pt x="32" y="49"/>
                      </a:lnTo>
                      <a:lnTo>
                        <a:pt x="32" y="33"/>
                      </a:lnTo>
                      <a:lnTo>
                        <a:pt x="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1"/>
                <p:cNvSpPr/>
                <p:nvPr/>
              </p:nvSpPr>
              <p:spPr>
                <a:xfrm>
                  <a:off x="3380753" y="1464146"/>
                  <a:ext cx="37048" cy="8542"/>
                </a:xfrm>
                <a:custGeom>
                  <a:rect b="b" l="l" r="r" t="t"/>
                  <a:pathLst>
                    <a:path extrusionOk="0" h="86" w="373">
                      <a:moveTo>
                        <a:pt x="373" y="0"/>
                      </a:moveTo>
                      <a:cubicBezTo>
                        <a:pt x="373" y="0"/>
                        <a:pt x="324" y="0"/>
                        <a:pt x="272" y="16"/>
                      </a:cubicBezTo>
                      <a:cubicBezTo>
                        <a:pt x="223" y="16"/>
                        <a:pt x="154" y="32"/>
                        <a:pt x="102" y="53"/>
                      </a:cubicBezTo>
                      <a:lnTo>
                        <a:pt x="53" y="53"/>
                      </a:lnTo>
                      <a:cubicBezTo>
                        <a:pt x="37" y="69"/>
                        <a:pt x="21" y="69"/>
                        <a:pt x="21" y="69"/>
                      </a:cubicBezTo>
                      <a:lnTo>
                        <a:pt x="1" y="69"/>
                      </a:lnTo>
                      <a:lnTo>
                        <a:pt x="21" y="85"/>
                      </a:lnTo>
                      <a:cubicBezTo>
                        <a:pt x="37" y="85"/>
                        <a:pt x="53" y="85"/>
                        <a:pt x="102" y="69"/>
                      </a:cubicBezTo>
                      <a:cubicBezTo>
                        <a:pt x="154" y="69"/>
                        <a:pt x="223" y="53"/>
                        <a:pt x="272" y="32"/>
                      </a:cubicBezTo>
                      <a:cubicBezTo>
                        <a:pt x="340" y="16"/>
                        <a:pt x="373" y="0"/>
                        <a:pt x="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1"/>
                <p:cNvSpPr/>
                <p:nvPr/>
              </p:nvSpPr>
              <p:spPr>
                <a:xfrm>
                  <a:off x="3233951" y="1281686"/>
                  <a:ext cx="6555" cy="147597"/>
                </a:xfrm>
                <a:custGeom>
                  <a:rect b="b" l="l" r="r" t="t"/>
                  <a:pathLst>
                    <a:path extrusionOk="0" h="1486" w="66">
                      <a:moveTo>
                        <a:pt x="61" y="1"/>
                      </a:moveTo>
                      <a:cubicBezTo>
                        <a:pt x="59" y="1"/>
                        <a:pt x="55" y="3"/>
                        <a:pt x="49" y="3"/>
                      </a:cubicBezTo>
                      <a:lnTo>
                        <a:pt x="49" y="35"/>
                      </a:lnTo>
                      <a:cubicBezTo>
                        <a:pt x="59" y="6"/>
                        <a:pt x="62" y="1"/>
                        <a:pt x="61" y="1"/>
                      </a:cubicBezTo>
                      <a:close/>
                      <a:moveTo>
                        <a:pt x="49" y="35"/>
                      </a:moveTo>
                      <a:cubicBezTo>
                        <a:pt x="33" y="52"/>
                        <a:pt x="33" y="88"/>
                        <a:pt x="17" y="153"/>
                      </a:cubicBezTo>
                      <a:cubicBezTo>
                        <a:pt x="17" y="205"/>
                        <a:pt x="17" y="290"/>
                        <a:pt x="0" y="391"/>
                      </a:cubicBezTo>
                      <a:cubicBezTo>
                        <a:pt x="0" y="439"/>
                        <a:pt x="0" y="492"/>
                        <a:pt x="17" y="557"/>
                      </a:cubicBezTo>
                      <a:lnTo>
                        <a:pt x="17" y="742"/>
                      </a:lnTo>
                      <a:cubicBezTo>
                        <a:pt x="33" y="860"/>
                        <a:pt x="33" y="997"/>
                        <a:pt x="49" y="1114"/>
                      </a:cubicBezTo>
                      <a:lnTo>
                        <a:pt x="49" y="1264"/>
                      </a:lnTo>
                      <a:cubicBezTo>
                        <a:pt x="65" y="1316"/>
                        <a:pt x="65" y="1348"/>
                        <a:pt x="65" y="1401"/>
                      </a:cubicBezTo>
                      <a:lnTo>
                        <a:pt x="65" y="1264"/>
                      </a:lnTo>
                      <a:lnTo>
                        <a:pt x="65" y="1098"/>
                      </a:lnTo>
                      <a:cubicBezTo>
                        <a:pt x="65" y="997"/>
                        <a:pt x="49" y="860"/>
                        <a:pt x="49" y="742"/>
                      </a:cubicBezTo>
                      <a:cubicBezTo>
                        <a:pt x="49" y="678"/>
                        <a:pt x="33" y="609"/>
                        <a:pt x="33" y="557"/>
                      </a:cubicBezTo>
                      <a:lnTo>
                        <a:pt x="33" y="391"/>
                      </a:lnTo>
                      <a:cubicBezTo>
                        <a:pt x="33" y="290"/>
                        <a:pt x="33" y="205"/>
                        <a:pt x="49" y="153"/>
                      </a:cubicBezTo>
                      <a:lnTo>
                        <a:pt x="49" y="88"/>
                      </a:lnTo>
                      <a:lnTo>
                        <a:pt x="49" y="35"/>
                      </a:lnTo>
                      <a:close/>
                      <a:moveTo>
                        <a:pt x="65" y="1401"/>
                      </a:moveTo>
                      <a:cubicBezTo>
                        <a:pt x="65" y="1433"/>
                        <a:pt x="49" y="1449"/>
                        <a:pt x="49" y="1486"/>
                      </a:cubicBezTo>
                      <a:cubicBezTo>
                        <a:pt x="65" y="1449"/>
                        <a:pt x="65" y="1433"/>
                        <a:pt x="65" y="14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1"/>
                <p:cNvSpPr/>
                <p:nvPr/>
              </p:nvSpPr>
              <p:spPr>
                <a:xfrm>
                  <a:off x="3240407" y="1413987"/>
                  <a:ext cx="52245" cy="13310"/>
                </a:xfrm>
                <a:custGeom>
                  <a:rect b="b" l="l" r="r" t="t"/>
                  <a:pathLst>
                    <a:path extrusionOk="0" h="134" w="526">
                      <a:moveTo>
                        <a:pt x="404" y="0"/>
                      </a:moveTo>
                      <a:cubicBezTo>
                        <a:pt x="372" y="0"/>
                        <a:pt x="323" y="16"/>
                        <a:pt x="271" y="16"/>
                      </a:cubicBezTo>
                      <a:cubicBezTo>
                        <a:pt x="238" y="33"/>
                        <a:pt x="222" y="33"/>
                        <a:pt x="202" y="33"/>
                      </a:cubicBezTo>
                      <a:cubicBezTo>
                        <a:pt x="170" y="53"/>
                        <a:pt x="154" y="53"/>
                        <a:pt x="137" y="53"/>
                      </a:cubicBezTo>
                      <a:cubicBezTo>
                        <a:pt x="101" y="69"/>
                        <a:pt x="69" y="85"/>
                        <a:pt x="53" y="85"/>
                      </a:cubicBezTo>
                      <a:cubicBezTo>
                        <a:pt x="36" y="101"/>
                        <a:pt x="20" y="101"/>
                        <a:pt x="20" y="117"/>
                      </a:cubicBezTo>
                      <a:lnTo>
                        <a:pt x="0" y="134"/>
                      </a:lnTo>
                      <a:lnTo>
                        <a:pt x="20" y="134"/>
                      </a:lnTo>
                      <a:cubicBezTo>
                        <a:pt x="36" y="117"/>
                        <a:pt x="36" y="117"/>
                        <a:pt x="53" y="117"/>
                      </a:cubicBezTo>
                      <a:cubicBezTo>
                        <a:pt x="85" y="101"/>
                        <a:pt x="101" y="85"/>
                        <a:pt x="154" y="85"/>
                      </a:cubicBezTo>
                      <a:cubicBezTo>
                        <a:pt x="222" y="53"/>
                        <a:pt x="323" y="33"/>
                        <a:pt x="404" y="16"/>
                      </a:cubicBezTo>
                      <a:cubicBezTo>
                        <a:pt x="457" y="16"/>
                        <a:pt x="489" y="0"/>
                        <a:pt x="5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1"/>
                <p:cNvSpPr/>
                <p:nvPr/>
              </p:nvSpPr>
              <p:spPr>
                <a:xfrm>
                  <a:off x="3238718" y="1261920"/>
                  <a:ext cx="60290" cy="20163"/>
                </a:xfrm>
                <a:custGeom>
                  <a:rect b="b" l="l" r="r" t="t"/>
                  <a:pathLst>
                    <a:path extrusionOk="0" h="203" w="607">
                      <a:moveTo>
                        <a:pt x="607" y="0"/>
                      </a:moveTo>
                      <a:lnTo>
                        <a:pt x="607" y="0"/>
                      </a:lnTo>
                      <a:cubicBezTo>
                        <a:pt x="606" y="0"/>
                        <a:pt x="542" y="16"/>
                        <a:pt x="441" y="32"/>
                      </a:cubicBezTo>
                      <a:cubicBezTo>
                        <a:pt x="389" y="32"/>
                        <a:pt x="340" y="49"/>
                        <a:pt x="288" y="69"/>
                      </a:cubicBezTo>
                      <a:cubicBezTo>
                        <a:pt x="272" y="69"/>
                        <a:pt x="239" y="69"/>
                        <a:pt x="219" y="85"/>
                      </a:cubicBezTo>
                      <a:cubicBezTo>
                        <a:pt x="187" y="85"/>
                        <a:pt x="171" y="101"/>
                        <a:pt x="154" y="101"/>
                      </a:cubicBezTo>
                      <a:cubicBezTo>
                        <a:pt x="102" y="117"/>
                        <a:pt x="86" y="133"/>
                        <a:pt x="53" y="150"/>
                      </a:cubicBezTo>
                      <a:cubicBezTo>
                        <a:pt x="37" y="170"/>
                        <a:pt x="37" y="186"/>
                        <a:pt x="17" y="186"/>
                      </a:cubicBezTo>
                      <a:cubicBezTo>
                        <a:pt x="1" y="202"/>
                        <a:pt x="17" y="202"/>
                        <a:pt x="17" y="202"/>
                      </a:cubicBezTo>
                      <a:lnTo>
                        <a:pt x="37" y="202"/>
                      </a:lnTo>
                      <a:cubicBezTo>
                        <a:pt x="37" y="186"/>
                        <a:pt x="53" y="186"/>
                        <a:pt x="70" y="170"/>
                      </a:cubicBezTo>
                      <a:cubicBezTo>
                        <a:pt x="86" y="170"/>
                        <a:pt x="118" y="150"/>
                        <a:pt x="154" y="133"/>
                      </a:cubicBezTo>
                      <a:cubicBezTo>
                        <a:pt x="171" y="117"/>
                        <a:pt x="203" y="117"/>
                        <a:pt x="219" y="101"/>
                      </a:cubicBezTo>
                      <a:cubicBezTo>
                        <a:pt x="255" y="101"/>
                        <a:pt x="272" y="85"/>
                        <a:pt x="288" y="85"/>
                      </a:cubicBezTo>
                      <a:cubicBezTo>
                        <a:pt x="340" y="69"/>
                        <a:pt x="389" y="49"/>
                        <a:pt x="441" y="49"/>
                      </a:cubicBezTo>
                      <a:cubicBezTo>
                        <a:pt x="542" y="16"/>
                        <a:pt x="606" y="0"/>
                        <a:pt x="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1"/>
                <p:cNvSpPr/>
                <p:nvPr/>
              </p:nvSpPr>
              <p:spPr>
                <a:xfrm>
                  <a:off x="3294142" y="1261622"/>
                  <a:ext cx="4867" cy="149186"/>
                </a:xfrm>
                <a:custGeom>
                  <a:rect b="b" l="l" r="r" t="t"/>
                  <a:pathLst>
                    <a:path extrusionOk="0" h="1502" w="49">
                      <a:moveTo>
                        <a:pt x="32" y="1"/>
                      </a:moveTo>
                      <a:cubicBezTo>
                        <a:pt x="30" y="1"/>
                        <a:pt x="26" y="6"/>
                        <a:pt x="16" y="35"/>
                      </a:cubicBezTo>
                      <a:lnTo>
                        <a:pt x="16" y="153"/>
                      </a:lnTo>
                      <a:cubicBezTo>
                        <a:pt x="16" y="205"/>
                        <a:pt x="16" y="290"/>
                        <a:pt x="33" y="391"/>
                      </a:cubicBezTo>
                      <a:lnTo>
                        <a:pt x="33" y="557"/>
                      </a:lnTo>
                      <a:lnTo>
                        <a:pt x="33" y="742"/>
                      </a:lnTo>
                      <a:cubicBezTo>
                        <a:pt x="33" y="811"/>
                        <a:pt x="16" y="880"/>
                        <a:pt x="16" y="944"/>
                      </a:cubicBezTo>
                      <a:cubicBezTo>
                        <a:pt x="16" y="997"/>
                        <a:pt x="0" y="1062"/>
                        <a:pt x="0" y="1114"/>
                      </a:cubicBezTo>
                      <a:lnTo>
                        <a:pt x="0" y="1284"/>
                      </a:lnTo>
                      <a:cubicBezTo>
                        <a:pt x="0" y="1231"/>
                        <a:pt x="16" y="1183"/>
                        <a:pt x="16" y="1130"/>
                      </a:cubicBezTo>
                      <a:cubicBezTo>
                        <a:pt x="16" y="1062"/>
                        <a:pt x="33" y="997"/>
                        <a:pt x="33" y="944"/>
                      </a:cubicBezTo>
                      <a:cubicBezTo>
                        <a:pt x="33" y="880"/>
                        <a:pt x="49" y="811"/>
                        <a:pt x="49" y="759"/>
                      </a:cubicBezTo>
                      <a:lnTo>
                        <a:pt x="49" y="557"/>
                      </a:lnTo>
                      <a:lnTo>
                        <a:pt x="49" y="391"/>
                      </a:lnTo>
                      <a:lnTo>
                        <a:pt x="49" y="153"/>
                      </a:lnTo>
                      <a:cubicBezTo>
                        <a:pt x="49" y="104"/>
                        <a:pt x="33" y="52"/>
                        <a:pt x="33" y="35"/>
                      </a:cubicBezTo>
                      <a:lnTo>
                        <a:pt x="33" y="3"/>
                      </a:lnTo>
                      <a:cubicBezTo>
                        <a:pt x="33" y="3"/>
                        <a:pt x="33" y="1"/>
                        <a:pt x="32" y="1"/>
                      </a:cubicBezTo>
                      <a:close/>
                      <a:moveTo>
                        <a:pt x="0" y="1284"/>
                      </a:moveTo>
                      <a:lnTo>
                        <a:pt x="0" y="1417"/>
                      </a:lnTo>
                      <a:cubicBezTo>
                        <a:pt x="16" y="1449"/>
                        <a:pt x="16" y="1486"/>
                        <a:pt x="16" y="1502"/>
                      </a:cubicBezTo>
                      <a:lnTo>
                        <a:pt x="16" y="1417"/>
                      </a:lnTo>
                      <a:cubicBezTo>
                        <a:pt x="0" y="1385"/>
                        <a:pt x="0" y="1332"/>
                        <a:pt x="0" y="12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1"/>
                <p:cNvSpPr/>
                <p:nvPr/>
              </p:nvSpPr>
              <p:spPr>
                <a:xfrm>
                  <a:off x="3307352" y="1258642"/>
                  <a:ext cx="3278" cy="150577"/>
                </a:xfrm>
                <a:custGeom>
                  <a:rect b="b" l="l" r="r" t="t"/>
                  <a:pathLst>
                    <a:path extrusionOk="0" h="1516" w="33">
                      <a:moveTo>
                        <a:pt x="1" y="1"/>
                      </a:moveTo>
                      <a:lnTo>
                        <a:pt x="1" y="49"/>
                      </a:lnTo>
                      <a:lnTo>
                        <a:pt x="1" y="166"/>
                      </a:lnTo>
                      <a:lnTo>
                        <a:pt x="1" y="405"/>
                      </a:lnTo>
                      <a:cubicBezTo>
                        <a:pt x="1" y="607"/>
                        <a:pt x="17" y="890"/>
                        <a:pt x="17" y="1112"/>
                      </a:cubicBezTo>
                      <a:cubicBezTo>
                        <a:pt x="33" y="1330"/>
                        <a:pt x="33" y="1516"/>
                        <a:pt x="33" y="1516"/>
                      </a:cubicBezTo>
                      <a:lnTo>
                        <a:pt x="33" y="1112"/>
                      </a:lnTo>
                      <a:cubicBezTo>
                        <a:pt x="33" y="890"/>
                        <a:pt x="33" y="607"/>
                        <a:pt x="17" y="405"/>
                      </a:cubicBezTo>
                      <a:lnTo>
                        <a:pt x="17" y="166"/>
                      </a:lnTo>
                      <a:lnTo>
                        <a:pt x="17" y="49"/>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1"/>
                <p:cNvSpPr/>
                <p:nvPr/>
              </p:nvSpPr>
              <p:spPr>
                <a:xfrm>
                  <a:off x="3308941" y="1390645"/>
                  <a:ext cx="71911" cy="21454"/>
                </a:xfrm>
                <a:custGeom>
                  <a:rect b="b" l="l" r="r" t="t"/>
                  <a:pathLst>
                    <a:path extrusionOk="0" h="216" w="724">
                      <a:moveTo>
                        <a:pt x="724" y="1"/>
                      </a:moveTo>
                      <a:cubicBezTo>
                        <a:pt x="724" y="1"/>
                        <a:pt x="708" y="1"/>
                        <a:pt x="675" y="17"/>
                      </a:cubicBezTo>
                      <a:cubicBezTo>
                        <a:pt x="708" y="17"/>
                        <a:pt x="724" y="1"/>
                        <a:pt x="724" y="1"/>
                      </a:cubicBezTo>
                      <a:close/>
                      <a:moveTo>
                        <a:pt x="675" y="17"/>
                      </a:moveTo>
                      <a:cubicBezTo>
                        <a:pt x="623" y="17"/>
                        <a:pt x="574" y="33"/>
                        <a:pt x="522" y="49"/>
                      </a:cubicBezTo>
                      <a:cubicBezTo>
                        <a:pt x="591" y="49"/>
                        <a:pt x="643" y="33"/>
                        <a:pt x="675" y="17"/>
                      </a:cubicBezTo>
                      <a:close/>
                      <a:moveTo>
                        <a:pt x="522" y="49"/>
                      </a:moveTo>
                      <a:cubicBezTo>
                        <a:pt x="473" y="49"/>
                        <a:pt x="405" y="66"/>
                        <a:pt x="340" y="66"/>
                      </a:cubicBezTo>
                      <a:cubicBezTo>
                        <a:pt x="288" y="86"/>
                        <a:pt x="219" y="102"/>
                        <a:pt x="170" y="118"/>
                      </a:cubicBezTo>
                      <a:cubicBezTo>
                        <a:pt x="118" y="134"/>
                        <a:pt x="86" y="150"/>
                        <a:pt x="53" y="167"/>
                      </a:cubicBezTo>
                      <a:lnTo>
                        <a:pt x="37" y="187"/>
                      </a:lnTo>
                      <a:cubicBezTo>
                        <a:pt x="17" y="187"/>
                        <a:pt x="17" y="187"/>
                        <a:pt x="1" y="203"/>
                      </a:cubicBezTo>
                      <a:cubicBezTo>
                        <a:pt x="1" y="211"/>
                        <a:pt x="1" y="215"/>
                        <a:pt x="3" y="215"/>
                      </a:cubicBezTo>
                      <a:cubicBezTo>
                        <a:pt x="5" y="215"/>
                        <a:pt x="9" y="211"/>
                        <a:pt x="17" y="203"/>
                      </a:cubicBezTo>
                      <a:lnTo>
                        <a:pt x="37" y="203"/>
                      </a:lnTo>
                      <a:cubicBezTo>
                        <a:pt x="53" y="187"/>
                        <a:pt x="53" y="187"/>
                        <a:pt x="69" y="187"/>
                      </a:cubicBezTo>
                      <a:cubicBezTo>
                        <a:pt x="86" y="167"/>
                        <a:pt x="138" y="150"/>
                        <a:pt x="187" y="134"/>
                      </a:cubicBezTo>
                      <a:cubicBezTo>
                        <a:pt x="239" y="134"/>
                        <a:pt x="288" y="118"/>
                        <a:pt x="356" y="102"/>
                      </a:cubicBezTo>
                      <a:cubicBezTo>
                        <a:pt x="405" y="86"/>
                        <a:pt x="473" y="66"/>
                        <a:pt x="522" y="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1"/>
                <p:cNvSpPr/>
                <p:nvPr/>
              </p:nvSpPr>
              <p:spPr>
                <a:xfrm>
                  <a:off x="3305763" y="1238579"/>
                  <a:ext cx="68733" cy="21355"/>
                </a:xfrm>
                <a:custGeom>
                  <a:rect b="b" l="l" r="r" t="t"/>
                  <a:pathLst>
                    <a:path extrusionOk="0" h="215" w="692">
                      <a:moveTo>
                        <a:pt x="623" y="1"/>
                      </a:moveTo>
                      <a:cubicBezTo>
                        <a:pt x="623" y="1"/>
                        <a:pt x="606" y="1"/>
                        <a:pt x="606" y="17"/>
                      </a:cubicBezTo>
                      <a:lnTo>
                        <a:pt x="623" y="17"/>
                      </a:lnTo>
                      <a:cubicBezTo>
                        <a:pt x="655" y="1"/>
                        <a:pt x="691" y="1"/>
                        <a:pt x="691" y="1"/>
                      </a:cubicBezTo>
                      <a:close/>
                      <a:moveTo>
                        <a:pt x="574" y="17"/>
                      </a:moveTo>
                      <a:cubicBezTo>
                        <a:pt x="554" y="17"/>
                        <a:pt x="522" y="33"/>
                        <a:pt x="505" y="33"/>
                      </a:cubicBezTo>
                      <a:cubicBezTo>
                        <a:pt x="473" y="49"/>
                        <a:pt x="437" y="49"/>
                        <a:pt x="421" y="66"/>
                      </a:cubicBezTo>
                      <a:cubicBezTo>
                        <a:pt x="388" y="82"/>
                        <a:pt x="372" y="82"/>
                        <a:pt x="336" y="102"/>
                      </a:cubicBezTo>
                      <a:cubicBezTo>
                        <a:pt x="303" y="102"/>
                        <a:pt x="287" y="118"/>
                        <a:pt x="251" y="118"/>
                      </a:cubicBezTo>
                      <a:cubicBezTo>
                        <a:pt x="219" y="118"/>
                        <a:pt x="202" y="134"/>
                        <a:pt x="170" y="134"/>
                      </a:cubicBezTo>
                      <a:cubicBezTo>
                        <a:pt x="134" y="150"/>
                        <a:pt x="101" y="150"/>
                        <a:pt x="69" y="167"/>
                      </a:cubicBezTo>
                      <a:cubicBezTo>
                        <a:pt x="49" y="167"/>
                        <a:pt x="49" y="183"/>
                        <a:pt x="33" y="183"/>
                      </a:cubicBezTo>
                      <a:cubicBezTo>
                        <a:pt x="33" y="183"/>
                        <a:pt x="17" y="183"/>
                        <a:pt x="17" y="203"/>
                      </a:cubicBezTo>
                      <a:lnTo>
                        <a:pt x="0" y="203"/>
                      </a:lnTo>
                      <a:cubicBezTo>
                        <a:pt x="9" y="211"/>
                        <a:pt x="9" y="215"/>
                        <a:pt x="11" y="215"/>
                      </a:cubicBezTo>
                      <a:cubicBezTo>
                        <a:pt x="13" y="215"/>
                        <a:pt x="17" y="211"/>
                        <a:pt x="33" y="203"/>
                      </a:cubicBezTo>
                      <a:lnTo>
                        <a:pt x="49" y="203"/>
                      </a:lnTo>
                      <a:cubicBezTo>
                        <a:pt x="49" y="203"/>
                        <a:pt x="69" y="203"/>
                        <a:pt x="85" y="183"/>
                      </a:cubicBezTo>
                      <a:cubicBezTo>
                        <a:pt x="101" y="183"/>
                        <a:pt x="134" y="167"/>
                        <a:pt x="186" y="167"/>
                      </a:cubicBezTo>
                      <a:cubicBezTo>
                        <a:pt x="202" y="150"/>
                        <a:pt x="235" y="150"/>
                        <a:pt x="251" y="134"/>
                      </a:cubicBezTo>
                      <a:cubicBezTo>
                        <a:pt x="287" y="134"/>
                        <a:pt x="320" y="134"/>
                        <a:pt x="336" y="118"/>
                      </a:cubicBezTo>
                      <a:cubicBezTo>
                        <a:pt x="372" y="102"/>
                        <a:pt x="404" y="102"/>
                        <a:pt x="421" y="82"/>
                      </a:cubicBezTo>
                      <a:cubicBezTo>
                        <a:pt x="453" y="66"/>
                        <a:pt x="473" y="66"/>
                        <a:pt x="505" y="49"/>
                      </a:cubicBezTo>
                      <a:cubicBezTo>
                        <a:pt x="522" y="49"/>
                        <a:pt x="554" y="33"/>
                        <a:pt x="574" y="33"/>
                      </a:cubicBezTo>
                      <a:cubicBezTo>
                        <a:pt x="590" y="17"/>
                        <a:pt x="590" y="17"/>
                        <a:pt x="606"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1"/>
                <p:cNvSpPr/>
                <p:nvPr/>
              </p:nvSpPr>
              <p:spPr>
                <a:xfrm>
                  <a:off x="3370721" y="1238281"/>
                  <a:ext cx="8542" cy="140843"/>
                </a:xfrm>
                <a:custGeom>
                  <a:rect b="b" l="l" r="r" t="t"/>
                  <a:pathLst>
                    <a:path extrusionOk="0" h="1418" w="86">
                      <a:moveTo>
                        <a:pt x="9" y="0"/>
                      </a:moveTo>
                      <a:cubicBezTo>
                        <a:pt x="5" y="0"/>
                        <a:pt x="1" y="4"/>
                        <a:pt x="1" y="4"/>
                      </a:cubicBezTo>
                      <a:lnTo>
                        <a:pt x="1" y="36"/>
                      </a:lnTo>
                      <a:lnTo>
                        <a:pt x="1" y="153"/>
                      </a:lnTo>
                      <a:lnTo>
                        <a:pt x="1" y="388"/>
                      </a:lnTo>
                      <a:cubicBezTo>
                        <a:pt x="21" y="610"/>
                        <a:pt x="53" y="893"/>
                        <a:pt x="70" y="1115"/>
                      </a:cubicBezTo>
                      <a:lnTo>
                        <a:pt x="70" y="1280"/>
                      </a:lnTo>
                      <a:cubicBezTo>
                        <a:pt x="86" y="1333"/>
                        <a:pt x="86" y="1365"/>
                        <a:pt x="86" y="1418"/>
                      </a:cubicBezTo>
                      <a:lnTo>
                        <a:pt x="86" y="1280"/>
                      </a:lnTo>
                      <a:lnTo>
                        <a:pt x="86" y="1115"/>
                      </a:lnTo>
                      <a:cubicBezTo>
                        <a:pt x="70" y="893"/>
                        <a:pt x="53" y="610"/>
                        <a:pt x="37" y="388"/>
                      </a:cubicBezTo>
                      <a:cubicBezTo>
                        <a:pt x="37" y="287"/>
                        <a:pt x="21" y="206"/>
                        <a:pt x="21" y="153"/>
                      </a:cubicBezTo>
                      <a:lnTo>
                        <a:pt x="21" y="36"/>
                      </a:lnTo>
                      <a:cubicBezTo>
                        <a:pt x="21" y="7"/>
                        <a:pt x="15" y="0"/>
                        <a:pt x="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1"/>
                <p:cNvSpPr/>
                <p:nvPr/>
              </p:nvSpPr>
              <p:spPr>
                <a:xfrm>
                  <a:off x="3380753" y="1236592"/>
                  <a:ext cx="5364" cy="148988"/>
                </a:xfrm>
                <a:custGeom>
                  <a:rect b="b" l="l" r="r" t="t"/>
                  <a:pathLst>
                    <a:path extrusionOk="0" h="1500" w="54">
                      <a:moveTo>
                        <a:pt x="37" y="1"/>
                      </a:moveTo>
                      <a:cubicBezTo>
                        <a:pt x="21" y="37"/>
                        <a:pt x="21" y="69"/>
                        <a:pt x="21" y="138"/>
                      </a:cubicBezTo>
                      <a:lnTo>
                        <a:pt x="21" y="388"/>
                      </a:lnTo>
                      <a:lnTo>
                        <a:pt x="21" y="760"/>
                      </a:lnTo>
                      <a:lnTo>
                        <a:pt x="21" y="962"/>
                      </a:lnTo>
                      <a:cubicBezTo>
                        <a:pt x="21" y="1031"/>
                        <a:pt x="1" y="1095"/>
                        <a:pt x="1" y="1148"/>
                      </a:cubicBezTo>
                      <a:lnTo>
                        <a:pt x="1" y="1233"/>
                      </a:lnTo>
                      <a:lnTo>
                        <a:pt x="1" y="1314"/>
                      </a:lnTo>
                      <a:cubicBezTo>
                        <a:pt x="1" y="1350"/>
                        <a:pt x="21" y="1366"/>
                        <a:pt x="21" y="1398"/>
                      </a:cubicBezTo>
                      <a:lnTo>
                        <a:pt x="21" y="1314"/>
                      </a:lnTo>
                      <a:lnTo>
                        <a:pt x="21" y="1233"/>
                      </a:lnTo>
                      <a:lnTo>
                        <a:pt x="21" y="1148"/>
                      </a:lnTo>
                      <a:cubicBezTo>
                        <a:pt x="21" y="1095"/>
                        <a:pt x="21" y="1031"/>
                        <a:pt x="37" y="962"/>
                      </a:cubicBezTo>
                      <a:lnTo>
                        <a:pt x="37" y="760"/>
                      </a:lnTo>
                      <a:lnTo>
                        <a:pt x="37" y="388"/>
                      </a:lnTo>
                      <a:cubicBezTo>
                        <a:pt x="53" y="271"/>
                        <a:pt x="53" y="187"/>
                        <a:pt x="53" y="138"/>
                      </a:cubicBezTo>
                      <a:cubicBezTo>
                        <a:pt x="37" y="69"/>
                        <a:pt x="37" y="37"/>
                        <a:pt x="37" y="1"/>
                      </a:cubicBezTo>
                      <a:close/>
                      <a:moveTo>
                        <a:pt x="21" y="1451"/>
                      </a:moveTo>
                      <a:lnTo>
                        <a:pt x="21" y="1483"/>
                      </a:lnTo>
                      <a:lnTo>
                        <a:pt x="37" y="1499"/>
                      </a:lnTo>
                      <a:lnTo>
                        <a:pt x="37" y="1483"/>
                      </a:lnTo>
                      <a:cubicBezTo>
                        <a:pt x="37" y="1483"/>
                        <a:pt x="21" y="1467"/>
                        <a:pt x="21" y="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1"/>
                <p:cNvSpPr/>
                <p:nvPr/>
              </p:nvSpPr>
              <p:spPr>
                <a:xfrm>
                  <a:off x="3380753" y="1224971"/>
                  <a:ext cx="28606" cy="8542"/>
                </a:xfrm>
                <a:custGeom>
                  <a:rect b="b" l="l" r="r" t="t"/>
                  <a:pathLst>
                    <a:path extrusionOk="0" h="86" w="288">
                      <a:moveTo>
                        <a:pt x="255" y="1"/>
                      </a:moveTo>
                      <a:cubicBezTo>
                        <a:pt x="223" y="1"/>
                        <a:pt x="203" y="17"/>
                        <a:pt x="171" y="17"/>
                      </a:cubicBezTo>
                      <a:cubicBezTo>
                        <a:pt x="138" y="37"/>
                        <a:pt x="122" y="37"/>
                        <a:pt x="86" y="53"/>
                      </a:cubicBezTo>
                      <a:cubicBezTo>
                        <a:pt x="70" y="53"/>
                        <a:pt x="53" y="53"/>
                        <a:pt x="37" y="69"/>
                      </a:cubicBezTo>
                      <a:lnTo>
                        <a:pt x="21" y="69"/>
                      </a:lnTo>
                      <a:lnTo>
                        <a:pt x="1" y="85"/>
                      </a:lnTo>
                      <a:lnTo>
                        <a:pt x="21" y="85"/>
                      </a:lnTo>
                      <a:cubicBezTo>
                        <a:pt x="37" y="85"/>
                        <a:pt x="53" y="85"/>
                        <a:pt x="102" y="69"/>
                      </a:cubicBezTo>
                      <a:cubicBezTo>
                        <a:pt x="122" y="69"/>
                        <a:pt x="154" y="53"/>
                        <a:pt x="171" y="37"/>
                      </a:cubicBezTo>
                      <a:cubicBezTo>
                        <a:pt x="203" y="37"/>
                        <a:pt x="239" y="17"/>
                        <a:pt x="255" y="17"/>
                      </a:cubicBezTo>
                      <a:cubicBezTo>
                        <a:pt x="272" y="17"/>
                        <a:pt x="272"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1"/>
                <p:cNvSpPr/>
                <p:nvPr/>
              </p:nvSpPr>
              <p:spPr>
                <a:xfrm>
                  <a:off x="3410849" y="1224971"/>
                  <a:ext cx="3774" cy="148988"/>
                </a:xfrm>
                <a:custGeom>
                  <a:rect b="b" l="l" r="r" t="t"/>
                  <a:pathLst>
                    <a:path extrusionOk="0" h="1500" w="38">
                      <a:moveTo>
                        <a:pt x="37" y="1"/>
                      </a:moveTo>
                      <a:cubicBezTo>
                        <a:pt x="37" y="1"/>
                        <a:pt x="37" y="17"/>
                        <a:pt x="21" y="17"/>
                      </a:cubicBezTo>
                      <a:lnTo>
                        <a:pt x="21" y="138"/>
                      </a:lnTo>
                      <a:lnTo>
                        <a:pt x="21" y="372"/>
                      </a:lnTo>
                      <a:cubicBezTo>
                        <a:pt x="1" y="590"/>
                        <a:pt x="1" y="877"/>
                        <a:pt x="1" y="1095"/>
                      </a:cubicBezTo>
                      <a:lnTo>
                        <a:pt x="1" y="1499"/>
                      </a:lnTo>
                      <a:cubicBezTo>
                        <a:pt x="1" y="1499"/>
                        <a:pt x="1" y="1330"/>
                        <a:pt x="21" y="1095"/>
                      </a:cubicBezTo>
                      <a:cubicBezTo>
                        <a:pt x="21" y="877"/>
                        <a:pt x="37" y="590"/>
                        <a:pt x="37" y="372"/>
                      </a:cubicBezTo>
                      <a:lnTo>
                        <a:pt x="37" y="138"/>
                      </a:lnTo>
                      <a:lnTo>
                        <a:pt x="37" y="17"/>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1"/>
                <p:cNvSpPr/>
                <p:nvPr/>
              </p:nvSpPr>
              <p:spPr>
                <a:xfrm>
                  <a:off x="3384428" y="1380614"/>
                  <a:ext cx="28606" cy="8542"/>
                </a:xfrm>
                <a:custGeom>
                  <a:rect b="b" l="l" r="r" t="t"/>
                  <a:pathLst>
                    <a:path extrusionOk="0" h="86" w="288">
                      <a:moveTo>
                        <a:pt x="287" y="1"/>
                      </a:moveTo>
                      <a:lnTo>
                        <a:pt x="287" y="1"/>
                      </a:lnTo>
                      <a:cubicBezTo>
                        <a:pt x="287" y="1"/>
                        <a:pt x="272" y="8"/>
                        <a:pt x="252" y="17"/>
                      </a:cubicBezTo>
                      <a:lnTo>
                        <a:pt x="267" y="17"/>
                      </a:lnTo>
                      <a:lnTo>
                        <a:pt x="287" y="1"/>
                      </a:lnTo>
                      <a:close/>
                      <a:moveTo>
                        <a:pt x="218" y="17"/>
                      </a:moveTo>
                      <a:cubicBezTo>
                        <a:pt x="166" y="17"/>
                        <a:pt x="117" y="33"/>
                        <a:pt x="65" y="49"/>
                      </a:cubicBezTo>
                      <a:lnTo>
                        <a:pt x="33" y="49"/>
                      </a:lnTo>
                      <a:lnTo>
                        <a:pt x="16" y="66"/>
                      </a:lnTo>
                      <a:lnTo>
                        <a:pt x="0" y="66"/>
                      </a:lnTo>
                      <a:cubicBezTo>
                        <a:pt x="0" y="86"/>
                        <a:pt x="0" y="86"/>
                        <a:pt x="16" y="86"/>
                      </a:cubicBezTo>
                      <a:lnTo>
                        <a:pt x="33" y="86"/>
                      </a:lnTo>
                      <a:cubicBezTo>
                        <a:pt x="49" y="86"/>
                        <a:pt x="65" y="66"/>
                        <a:pt x="85" y="66"/>
                      </a:cubicBezTo>
                      <a:cubicBezTo>
                        <a:pt x="117" y="66"/>
                        <a:pt x="166" y="49"/>
                        <a:pt x="218" y="33"/>
                      </a:cubicBezTo>
                      <a:cubicBezTo>
                        <a:pt x="230" y="28"/>
                        <a:pt x="241" y="22"/>
                        <a:pt x="252"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1"/>
                <p:cNvSpPr/>
                <p:nvPr/>
              </p:nvSpPr>
              <p:spPr>
                <a:xfrm>
                  <a:off x="3178527" y="1238579"/>
                  <a:ext cx="3774" cy="45094"/>
                </a:xfrm>
                <a:custGeom>
                  <a:rect b="b" l="l" r="r" t="t"/>
                  <a:pathLst>
                    <a:path extrusionOk="0" h="454" w="38">
                      <a:moveTo>
                        <a:pt x="17" y="1"/>
                      </a:moveTo>
                      <a:lnTo>
                        <a:pt x="17" y="17"/>
                      </a:lnTo>
                      <a:cubicBezTo>
                        <a:pt x="1" y="33"/>
                        <a:pt x="1" y="49"/>
                        <a:pt x="1" y="66"/>
                      </a:cubicBezTo>
                      <a:lnTo>
                        <a:pt x="1" y="167"/>
                      </a:lnTo>
                      <a:cubicBezTo>
                        <a:pt x="1" y="251"/>
                        <a:pt x="1" y="368"/>
                        <a:pt x="17" y="453"/>
                      </a:cubicBezTo>
                      <a:cubicBezTo>
                        <a:pt x="37" y="368"/>
                        <a:pt x="37" y="251"/>
                        <a:pt x="37" y="167"/>
                      </a:cubicBezTo>
                      <a:lnTo>
                        <a:pt x="37" y="66"/>
                      </a:lnTo>
                      <a:lnTo>
                        <a:pt x="37" y="17"/>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1"/>
                <p:cNvSpPr/>
                <p:nvPr/>
              </p:nvSpPr>
              <p:spPr>
                <a:xfrm>
                  <a:off x="3464683" y="1126044"/>
                  <a:ext cx="6456" cy="99027"/>
                </a:xfrm>
                <a:custGeom>
                  <a:rect b="b" l="l" r="r" t="t"/>
                  <a:pathLst>
                    <a:path extrusionOk="0" h="997" w="65">
                      <a:moveTo>
                        <a:pt x="53" y="0"/>
                      </a:moveTo>
                      <a:cubicBezTo>
                        <a:pt x="49" y="0"/>
                        <a:pt x="49" y="7"/>
                        <a:pt x="49" y="39"/>
                      </a:cubicBezTo>
                      <a:cubicBezTo>
                        <a:pt x="49" y="55"/>
                        <a:pt x="33" y="88"/>
                        <a:pt x="33" y="140"/>
                      </a:cubicBezTo>
                      <a:cubicBezTo>
                        <a:pt x="33" y="156"/>
                        <a:pt x="16" y="189"/>
                        <a:pt x="16" y="225"/>
                      </a:cubicBezTo>
                      <a:lnTo>
                        <a:pt x="16" y="342"/>
                      </a:lnTo>
                      <a:cubicBezTo>
                        <a:pt x="0" y="391"/>
                        <a:pt x="0" y="443"/>
                        <a:pt x="0" y="492"/>
                      </a:cubicBezTo>
                      <a:lnTo>
                        <a:pt x="0" y="661"/>
                      </a:lnTo>
                      <a:cubicBezTo>
                        <a:pt x="0" y="778"/>
                        <a:pt x="0" y="896"/>
                        <a:pt x="16" y="997"/>
                      </a:cubicBezTo>
                      <a:cubicBezTo>
                        <a:pt x="16" y="896"/>
                        <a:pt x="16" y="778"/>
                        <a:pt x="33" y="661"/>
                      </a:cubicBezTo>
                      <a:lnTo>
                        <a:pt x="33" y="492"/>
                      </a:lnTo>
                      <a:lnTo>
                        <a:pt x="33" y="358"/>
                      </a:lnTo>
                      <a:cubicBezTo>
                        <a:pt x="33" y="306"/>
                        <a:pt x="49" y="257"/>
                        <a:pt x="49" y="225"/>
                      </a:cubicBezTo>
                      <a:lnTo>
                        <a:pt x="49" y="140"/>
                      </a:lnTo>
                      <a:cubicBezTo>
                        <a:pt x="65" y="88"/>
                        <a:pt x="65" y="55"/>
                        <a:pt x="65" y="39"/>
                      </a:cubicBezTo>
                      <a:lnTo>
                        <a:pt x="65" y="3"/>
                      </a:lnTo>
                      <a:cubicBezTo>
                        <a:pt x="59" y="3"/>
                        <a:pt x="55"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1"/>
                <p:cNvSpPr/>
                <p:nvPr/>
              </p:nvSpPr>
              <p:spPr>
                <a:xfrm>
                  <a:off x="3463094" y="1467324"/>
                  <a:ext cx="6456" cy="118892"/>
                </a:xfrm>
                <a:custGeom>
                  <a:rect b="b" l="l" r="r" t="t"/>
                  <a:pathLst>
                    <a:path extrusionOk="0" h="1197" w="65">
                      <a:moveTo>
                        <a:pt x="49" y="0"/>
                      </a:moveTo>
                      <a:lnTo>
                        <a:pt x="49" y="154"/>
                      </a:lnTo>
                      <a:cubicBezTo>
                        <a:pt x="49" y="202"/>
                        <a:pt x="32" y="271"/>
                        <a:pt x="32" y="324"/>
                      </a:cubicBezTo>
                      <a:lnTo>
                        <a:pt x="32" y="505"/>
                      </a:lnTo>
                      <a:cubicBezTo>
                        <a:pt x="32" y="526"/>
                        <a:pt x="32" y="558"/>
                        <a:pt x="16" y="590"/>
                      </a:cubicBezTo>
                      <a:lnTo>
                        <a:pt x="16" y="675"/>
                      </a:lnTo>
                      <a:cubicBezTo>
                        <a:pt x="16" y="728"/>
                        <a:pt x="16" y="776"/>
                        <a:pt x="0" y="829"/>
                      </a:cubicBezTo>
                      <a:cubicBezTo>
                        <a:pt x="0" y="930"/>
                        <a:pt x="0" y="994"/>
                        <a:pt x="16" y="1063"/>
                      </a:cubicBezTo>
                      <a:lnTo>
                        <a:pt x="16" y="1132"/>
                      </a:lnTo>
                      <a:cubicBezTo>
                        <a:pt x="16" y="1148"/>
                        <a:pt x="32" y="1148"/>
                        <a:pt x="32" y="1164"/>
                      </a:cubicBezTo>
                      <a:lnTo>
                        <a:pt x="32" y="1180"/>
                      </a:lnTo>
                      <a:lnTo>
                        <a:pt x="32" y="1196"/>
                      </a:lnTo>
                      <a:lnTo>
                        <a:pt x="49" y="1196"/>
                      </a:lnTo>
                      <a:lnTo>
                        <a:pt x="49" y="1180"/>
                      </a:lnTo>
                      <a:lnTo>
                        <a:pt x="49" y="1164"/>
                      </a:lnTo>
                      <a:cubicBezTo>
                        <a:pt x="49" y="1148"/>
                        <a:pt x="32" y="1132"/>
                        <a:pt x="32" y="1111"/>
                      </a:cubicBezTo>
                      <a:lnTo>
                        <a:pt x="32" y="1063"/>
                      </a:lnTo>
                      <a:lnTo>
                        <a:pt x="32" y="829"/>
                      </a:lnTo>
                      <a:cubicBezTo>
                        <a:pt x="32" y="776"/>
                        <a:pt x="32" y="728"/>
                        <a:pt x="49" y="675"/>
                      </a:cubicBezTo>
                      <a:lnTo>
                        <a:pt x="49" y="590"/>
                      </a:lnTo>
                      <a:lnTo>
                        <a:pt x="49" y="505"/>
                      </a:lnTo>
                      <a:cubicBezTo>
                        <a:pt x="49" y="441"/>
                        <a:pt x="65" y="388"/>
                        <a:pt x="65" y="324"/>
                      </a:cubicBezTo>
                      <a:lnTo>
                        <a:pt x="65" y="154"/>
                      </a:lnTo>
                      <a:cubicBezTo>
                        <a:pt x="49" y="101"/>
                        <a:pt x="49" y="53"/>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1"/>
                <p:cNvSpPr/>
                <p:nvPr/>
              </p:nvSpPr>
              <p:spPr>
                <a:xfrm>
                  <a:off x="3176938" y="1487388"/>
                  <a:ext cx="5364" cy="100418"/>
                </a:xfrm>
                <a:custGeom>
                  <a:rect b="b" l="l" r="r" t="t"/>
                  <a:pathLst>
                    <a:path extrusionOk="0" h="1011" w="54">
                      <a:moveTo>
                        <a:pt x="1" y="0"/>
                      </a:moveTo>
                      <a:lnTo>
                        <a:pt x="1" y="0"/>
                      </a:lnTo>
                      <a:cubicBezTo>
                        <a:pt x="1" y="2"/>
                        <a:pt x="17" y="123"/>
                        <a:pt x="17" y="271"/>
                      </a:cubicBezTo>
                      <a:lnTo>
                        <a:pt x="17" y="505"/>
                      </a:lnTo>
                      <a:lnTo>
                        <a:pt x="17" y="643"/>
                      </a:lnTo>
                      <a:lnTo>
                        <a:pt x="17" y="744"/>
                      </a:lnTo>
                      <a:lnTo>
                        <a:pt x="17" y="845"/>
                      </a:lnTo>
                      <a:lnTo>
                        <a:pt x="17" y="909"/>
                      </a:lnTo>
                      <a:cubicBezTo>
                        <a:pt x="17" y="930"/>
                        <a:pt x="33" y="946"/>
                        <a:pt x="33" y="962"/>
                      </a:cubicBezTo>
                      <a:lnTo>
                        <a:pt x="33" y="978"/>
                      </a:lnTo>
                      <a:lnTo>
                        <a:pt x="53" y="1010"/>
                      </a:lnTo>
                      <a:lnTo>
                        <a:pt x="53" y="978"/>
                      </a:lnTo>
                      <a:lnTo>
                        <a:pt x="53" y="962"/>
                      </a:lnTo>
                      <a:lnTo>
                        <a:pt x="53" y="909"/>
                      </a:lnTo>
                      <a:lnTo>
                        <a:pt x="53" y="744"/>
                      </a:lnTo>
                      <a:lnTo>
                        <a:pt x="53" y="643"/>
                      </a:lnTo>
                      <a:lnTo>
                        <a:pt x="53" y="505"/>
                      </a:lnTo>
                      <a:cubicBezTo>
                        <a:pt x="33" y="425"/>
                        <a:pt x="33" y="340"/>
                        <a:pt x="33" y="271"/>
                      </a:cubicBezTo>
                      <a:cubicBezTo>
                        <a:pt x="17" y="123"/>
                        <a:pt x="1" y="2"/>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1"/>
                <p:cNvSpPr/>
                <p:nvPr/>
              </p:nvSpPr>
              <p:spPr>
                <a:xfrm>
                  <a:off x="3655287" y="1221495"/>
                  <a:ext cx="4867" cy="145610"/>
                </a:xfrm>
                <a:custGeom>
                  <a:rect b="b" l="l" r="r" t="t"/>
                  <a:pathLst>
                    <a:path extrusionOk="0" h="1466" w="49">
                      <a:moveTo>
                        <a:pt x="31" y="1"/>
                      </a:moveTo>
                      <a:cubicBezTo>
                        <a:pt x="30" y="1"/>
                        <a:pt x="26" y="6"/>
                        <a:pt x="16" y="36"/>
                      </a:cubicBezTo>
                      <a:lnTo>
                        <a:pt x="16" y="153"/>
                      </a:lnTo>
                      <a:lnTo>
                        <a:pt x="16" y="375"/>
                      </a:lnTo>
                      <a:cubicBezTo>
                        <a:pt x="0" y="476"/>
                        <a:pt x="0" y="593"/>
                        <a:pt x="0" y="726"/>
                      </a:cubicBezTo>
                      <a:lnTo>
                        <a:pt x="0" y="896"/>
                      </a:lnTo>
                      <a:cubicBezTo>
                        <a:pt x="16" y="961"/>
                        <a:pt x="16" y="1013"/>
                        <a:pt x="16" y="1082"/>
                      </a:cubicBezTo>
                      <a:lnTo>
                        <a:pt x="16" y="1466"/>
                      </a:lnTo>
                      <a:cubicBezTo>
                        <a:pt x="16" y="1466"/>
                        <a:pt x="16" y="1300"/>
                        <a:pt x="32" y="1082"/>
                      </a:cubicBezTo>
                      <a:lnTo>
                        <a:pt x="32" y="726"/>
                      </a:lnTo>
                      <a:lnTo>
                        <a:pt x="32" y="375"/>
                      </a:lnTo>
                      <a:cubicBezTo>
                        <a:pt x="32" y="274"/>
                        <a:pt x="49" y="205"/>
                        <a:pt x="49" y="153"/>
                      </a:cubicBezTo>
                      <a:cubicBezTo>
                        <a:pt x="49" y="88"/>
                        <a:pt x="32" y="52"/>
                        <a:pt x="32" y="36"/>
                      </a:cubicBezTo>
                      <a:lnTo>
                        <a:pt x="32" y="3"/>
                      </a:lnTo>
                      <a:cubicBezTo>
                        <a:pt x="32" y="3"/>
                        <a:pt x="32"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1"/>
                <p:cNvSpPr/>
                <p:nvPr/>
              </p:nvSpPr>
              <p:spPr>
                <a:xfrm>
                  <a:off x="3656877" y="1457292"/>
                  <a:ext cx="4867" cy="132500"/>
                </a:xfrm>
                <a:custGeom>
                  <a:rect b="b" l="l" r="r" t="t"/>
                  <a:pathLst>
                    <a:path extrusionOk="0" h="1334" w="49">
                      <a:moveTo>
                        <a:pt x="16" y="0"/>
                      </a:moveTo>
                      <a:cubicBezTo>
                        <a:pt x="16" y="0"/>
                        <a:pt x="0" y="154"/>
                        <a:pt x="0" y="356"/>
                      </a:cubicBezTo>
                      <a:lnTo>
                        <a:pt x="0" y="675"/>
                      </a:lnTo>
                      <a:lnTo>
                        <a:pt x="0" y="978"/>
                      </a:lnTo>
                      <a:cubicBezTo>
                        <a:pt x="0" y="1079"/>
                        <a:pt x="16" y="1148"/>
                        <a:pt x="16" y="1196"/>
                      </a:cubicBezTo>
                      <a:lnTo>
                        <a:pt x="16" y="1297"/>
                      </a:lnTo>
                      <a:lnTo>
                        <a:pt x="33" y="1313"/>
                      </a:lnTo>
                      <a:lnTo>
                        <a:pt x="33" y="1297"/>
                      </a:lnTo>
                      <a:cubicBezTo>
                        <a:pt x="33" y="1281"/>
                        <a:pt x="33" y="1249"/>
                        <a:pt x="49" y="1196"/>
                      </a:cubicBezTo>
                      <a:cubicBezTo>
                        <a:pt x="49" y="1148"/>
                        <a:pt x="33" y="1079"/>
                        <a:pt x="33" y="978"/>
                      </a:cubicBezTo>
                      <a:lnTo>
                        <a:pt x="33" y="845"/>
                      </a:lnTo>
                      <a:lnTo>
                        <a:pt x="33" y="675"/>
                      </a:lnTo>
                      <a:cubicBezTo>
                        <a:pt x="33" y="558"/>
                        <a:pt x="33" y="457"/>
                        <a:pt x="16" y="356"/>
                      </a:cubicBezTo>
                      <a:lnTo>
                        <a:pt x="16" y="0"/>
                      </a:lnTo>
                      <a:close/>
                      <a:moveTo>
                        <a:pt x="33" y="1313"/>
                      </a:moveTo>
                      <a:lnTo>
                        <a:pt x="33" y="1334"/>
                      </a:lnTo>
                      <a:lnTo>
                        <a:pt x="49" y="1334"/>
                      </a:lnTo>
                      <a:lnTo>
                        <a:pt x="49"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1"/>
                <p:cNvSpPr/>
                <p:nvPr/>
              </p:nvSpPr>
              <p:spPr>
                <a:xfrm>
                  <a:off x="3257193" y="1261920"/>
                  <a:ext cx="38637" cy="75090"/>
                </a:xfrm>
                <a:custGeom>
                  <a:rect b="b" l="l" r="r" t="t"/>
                  <a:pathLst>
                    <a:path extrusionOk="0" h="756" w="389">
                      <a:moveTo>
                        <a:pt x="388" y="0"/>
                      </a:moveTo>
                      <a:lnTo>
                        <a:pt x="372" y="16"/>
                      </a:lnTo>
                      <a:cubicBezTo>
                        <a:pt x="372" y="32"/>
                        <a:pt x="356" y="49"/>
                        <a:pt x="336" y="85"/>
                      </a:cubicBezTo>
                      <a:cubicBezTo>
                        <a:pt x="320" y="101"/>
                        <a:pt x="304" y="150"/>
                        <a:pt x="288" y="202"/>
                      </a:cubicBezTo>
                      <a:cubicBezTo>
                        <a:pt x="255" y="251"/>
                        <a:pt x="219" y="303"/>
                        <a:pt x="187" y="372"/>
                      </a:cubicBezTo>
                      <a:cubicBezTo>
                        <a:pt x="154" y="436"/>
                        <a:pt x="134" y="489"/>
                        <a:pt x="102" y="554"/>
                      </a:cubicBezTo>
                      <a:cubicBezTo>
                        <a:pt x="134" y="505"/>
                        <a:pt x="170" y="436"/>
                        <a:pt x="203" y="388"/>
                      </a:cubicBezTo>
                      <a:cubicBezTo>
                        <a:pt x="235" y="319"/>
                        <a:pt x="271" y="251"/>
                        <a:pt x="304" y="202"/>
                      </a:cubicBezTo>
                      <a:cubicBezTo>
                        <a:pt x="320" y="150"/>
                        <a:pt x="336" y="117"/>
                        <a:pt x="356" y="85"/>
                      </a:cubicBezTo>
                      <a:cubicBezTo>
                        <a:pt x="372" y="69"/>
                        <a:pt x="372" y="32"/>
                        <a:pt x="388" y="32"/>
                      </a:cubicBezTo>
                      <a:lnTo>
                        <a:pt x="388" y="0"/>
                      </a:lnTo>
                      <a:close/>
                      <a:moveTo>
                        <a:pt x="102" y="554"/>
                      </a:moveTo>
                      <a:cubicBezTo>
                        <a:pt x="33" y="655"/>
                        <a:pt x="1" y="756"/>
                        <a:pt x="1" y="756"/>
                      </a:cubicBezTo>
                      <a:cubicBezTo>
                        <a:pt x="1" y="756"/>
                        <a:pt x="53" y="675"/>
                        <a:pt x="102" y="5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1"/>
                <p:cNvSpPr/>
                <p:nvPr/>
              </p:nvSpPr>
              <p:spPr>
                <a:xfrm>
                  <a:off x="3238718" y="1348929"/>
                  <a:ext cx="10131" cy="13409"/>
                </a:xfrm>
                <a:custGeom>
                  <a:rect b="b" l="l" r="r" t="t"/>
                  <a:pathLst>
                    <a:path extrusionOk="0" h="135" w="102">
                      <a:moveTo>
                        <a:pt x="102" y="1"/>
                      </a:moveTo>
                      <a:cubicBezTo>
                        <a:pt x="102" y="1"/>
                        <a:pt x="86" y="17"/>
                        <a:pt x="70" y="33"/>
                      </a:cubicBezTo>
                      <a:cubicBezTo>
                        <a:pt x="70" y="33"/>
                        <a:pt x="53" y="49"/>
                        <a:pt x="53" y="65"/>
                      </a:cubicBezTo>
                      <a:cubicBezTo>
                        <a:pt x="70" y="65"/>
                        <a:pt x="70" y="49"/>
                        <a:pt x="86" y="33"/>
                      </a:cubicBezTo>
                      <a:cubicBezTo>
                        <a:pt x="86" y="17"/>
                        <a:pt x="102" y="1"/>
                        <a:pt x="102" y="1"/>
                      </a:cubicBezTo>
                      <a:close/>
                      <a:moveTo>
                        <a:pt x="53" y="65"/>
                      </a:moveTo>
                      <a:cubicBezTo>
                        <a:pt x="37" y="65"/>
                        <a:pt x="37" y="82"/>
                        <a:pt x="17" y="102"/>
                      </a:cubicBezTo>
                      <a:cubicBezTo>
                        <a:pt x="17" y="118"/>
                        <a:pt x="1" y="134"/>
                        <a:pt x="1" y="134"/>
                      </a:cubicBezTo>
                      <a:lnTo>
                        <a:pt x="17" y="134"/>
                      </a:lnTo>
                      <a:cubicBezTo>
                        <a:pt x="17" y="134"/>
                        <a:pt x="37" y="118"/>
                        <a:pt x="37" y="102"/>
                      </a:cubicBezTo>
                      <a:cubicBezTo>
                        <a:pt x="53" y="102"/>
                        <a:pt x="53" y="82"/>
                        <a:pt x="53" y="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1"/>
                <p:cNvSpPr/>
                <p:nvPr/>
              </p:nvSpPr>
              <p:spPr>
                <a:xfrm>
                  <a:off x="3257193" y="1300359"/>
                  <a:ext cx="38637" cy="80354"/>
                </a:xfrm>
                <a:custGeom>
                  <a:rect b="b" l="l" r="r" t="t"/>
                  <a:pathLst>
                    <a:path extrusionOk="0" h="809" w="389">
                      <a:moveTo>
                        <a:pt x="388" y="1"/>
                      </a:moveTo>
                      <a:lnTo>
                        <a:pt x="372" y="17"/>
                      </a:lnTo>
                      <a:cubicBezTo>
                        <a:pt x="372" y="33"/>
                        <a:pt x="356" y="49"/>
                        <a:pt x="336" y="86"/>
                      </a:cubicBezTo>
                      <a:cubicBezTo>
                        <a:pt x="320" y="118"/>
                        <a:pt x="304" y="150"/>
                        <a:pt x="271" y="203"/>
                      </a:cubicBezTo>
                      <a:cubicBezTo>
                        <a:pt x="235" y="268"/>
                        <a:pt x="219" y="336"/>
                        <a:pt x="187" y="405"/>
                      </a:cubicBezTo>
                      <a:cubicBezTo>
                        <a:pt x="154" y="470"/>
                        <a:pt x="118" y="538"/>
                        <a:pt x="102" y="591"/>
                      </a:cubicBezTo>
                      <a:cubicBezTo>
                        <a:pt x="53" y="685"/>
                        <a:pt x="23" y="756"/>
                        <a:pt x="9" y="788"/>
                      </a:cubicBezTo>
                      <a:lnTo>
                        <a:pt x="9" y="788"/>
                      </a:lnTo>
                      <a:cubicBezTo>
                        <a:pt x="14" y="780"/>
                        <a:pt x="21" y="770"/>
                        <a:pt x="33" y="756"/>
                      </a:cubicBezTo>
                      <a:cubicBezTo>
                        <a:pt x="33" y="740"/>
                        <a:pt x="53" y="708"/>
                        <a:pt x="69" y="692"/>
                      </a:cubicBezTo>
                      <a:cubicBezTo>
                        <a:pt x="69" y="655"/>
                        <a:pt x="86" y="623"/>
                        <a:pt x="102" y="607"/>
                      </a:cubicBezTo>
                      <a:cubicBezTo>
                        <a:pt x="134" y="538"/>
                        <a:pt x="170" y="470"/>
                        <a:pt x="203" y="405"/>
                      </a:cubicBezTo>
                      <a:cubicBezTo>
                        <a:pt x="219" y="336"/>
                        <a:pt x="255" y="268"/>
                        <a:pt x="288" y="219"/>
                      </a:cubicBezTo>
                      <a:cubicBezTo>
                        <a:pt x="320" y="150"/>
                        <a:pt x="336" y="118"/>
                        <a:pt x="356" y="86"/>
                      </a:cubicBezTo>
                      <a:cubicBezTo>
                        <a:pt x="372" y="66"/>
                        <a:pt x="372" y="33"/>
                        <a:pt x="388" y="33"/>
                      </a:cubicBezTo>
                      <a:lnTo>
                        <a:pt x="388" y="1"/>
                      </a:lnTo>
                      <a:close/>
                      <a:moveTo>
                        <a:pt x="9" y="788"/>
                      </a:moveTo>
                      <a:cubicBezTo>
                        <a:pt x="1" y="802"/>
                        <a:pt x="1" y="809"/>
                        <a:pt x="1" y="809"/>
                      </a:cubicBezTo>
                      <a:cubicBezTo>
                        <a:pt x="1" y="809"/>
                        <a:pt x="3" y="802"/>
                        <a:pt x="9" y="7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1"/>
                <p:cNvSpPr/>
                <p:nvPr/>
              </p:nvSpPr>
              <p:spPr>
                <a:xfrm>
                  <a:off x="3314205" y="1246326"/>
                  <a:ext cx="53437" cy="105980"/>
                </a:xfrm>
                <a:custGeom>
                  <a:rect b="b" l="l" r="r" t="t"/>
                  <a:pathLst>
                    <a:path extrusionOk="0" h="1067" w="538">
                      <a:moveTo>
                        <a:pt x="536" y="0"/>
                      </a:moveTo>
                      <a:cubicBezTo>
                        <a:pt x="534" y="0"/>
                        <a:pt x="530" y="5"/>
                        <a:pt x="521" y="24"/>
                      </a:cubicBezTo>
                      <a:cubicBezTo>
                        <a:pt x="505" y="40"/>
                        <a:pt x="489" y="72"/>
                        <a:pt x="469" y="105"/>
                      </a:cubicBezTo>
                      <a:cubicBezTo>
                        <a:pt x="437" y="141"/>
                        <a:pt x="420" y="206"/>
                        <a:pt x="388" y="274"/>
                      </a:cubicBezTo>
                      <a:cubicBezTo>
                        <a:pt x="368" y="327"/>
                        <a:pt x="352" y="359"/>
                        <a:pt x="336" y="408"/>
                      </a:cubicBezTo>
                      <a:cubicBezTo>
                        <a:pt x="319" y="444"/>
                        <a:pt x="303" y="492"/>
                        <a:pt x="267" y="545"/>
                      </a:cubicBezTo>
                      <a:cubicBezTo>
                        <a:pt x="251" y="577"/>
                        <a:pt x="218" y="630"/>
                        <a:pt x="202" y="662"/>
                      </a:cubicBezTo>
                      <a:cubicBezTo>
                        <a:pt x="166" y="711"/>
                        <a:pt x="150" y="747"/>
                        <a:pt x="134" y="795"/>
                      </a:cubicBezTo>
                      <a:cubicBezTo>
                        <a:pt x="166" y="763"/>
                        <a:pt x="186" y="711"/>
                        <a:pt x="218" y="678"/>
                      </a:cubicBezTo>
                      <a:cubicBezTo>
                        <a:pt x="235" y="630"/>
                        <a:pt x="267" y="593"/>
                        <a:pt x="287" y="545"/>
                      </a:cubicBezTo>
                      <a:cubicBezTo>
                        <a:pt x="319" y="492"/>
                        <a:pt x="336" y="460"/>
                        <a:pt x="352" y="408"/>
                      </a:cubicBezTo>
                      <a:cubicBezTo>
                        <a:pt x="368" y="375"/>
                        <a:pt x="388" y="327"/>
                        <a:pt x="404" y="290"/>
                      </a:cubicBezTo>
                      <a:cubicBezTo>
                        <a:pt x="437" y="206"/>
                        <a:pt x="453" y="157"/>
                        <a:pt x="489" y="105"/>
                      </a:cubicBezTo>
                      <a:cubicBezTo>
                        <a:pt x="505" y="72"/>
                        <a:pt x="521" y="40"/>
                        <a:pt x="521" y="40"/>
                      </a:cubicBezTo>
                      <a:lnTo>
                        <a:pt x="538" y="4"/>
                      </a:lnTo>
                      <a:cubicBezTo>
                        <a:pt x="538" y="4"/>
                        <a:pt x="538" y="0"/>
                        <a:pt x="536" y="0"/>
                      </a:cubicBezTo>
                      <a:close/>
                      <a:moveTo>
                        <a:pt x="134" y="795"/>
                      </a:moveTo>
                      <a:cubicBezTo>
                        <a:pt x="101" y="832"/>
                        <a:pt x="85" y="864"/>
                        <a:pt x="65" y="896"/>
                      </a:cubicBezTo>
                      <a:cubicBezTo>
                        <a:pt x="49" y="933"/>
                        <a:pt x="33" y="965"/>
                        <a:pt x="16" y="997"/>
                      </a:cubicBezTo>
                      <a:cubicBezTo>
                        <a:pt x="33" y="965"/>
                        <a:pt x="49" y="949"/>
                        <a:pt x="65" y="913"/>
                      </a:cubicBezTo>
                      <a:cubicBezTo>
                        <a:pt x="85" y="880"/>
                        <a:pt x="117" y="832"/>
                        <a:pt x="134" y="795"/>
                      </a:cubicBezTo>
                      <a:close/>
                      <a:moveTo>
                        <a:pt x="16" y="997"/>
                      </a:moveTo>
                      <a:cubicBezTo>
                        <a:pt x="16" y="1014"/>
                        <a:pt x="0" y="1050"/>
                        <a:pt x="0" y="1066"/>
                      </a:cubicBezTo>
                      <a:cubicBezTo>
                        <a:pt x="0" y="1050"/>
                        <a:pt x="16" y="1034"/>
                        <a:pt x="16" y="9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1"/>
                <p:cNvSpPr/>
                <p:nvPr/>
              </p:nvSpPr>
              <p:spPr>
                <a:xfrm>
                  <a:off x="3307352" y="1308901"/>
                  <a:ext cx="43405" cy="73500"/>
                </a:xfrm>
                <a:custGeom>
                  <a:rect b="b" l="l" r="r" t="t"/>
                  <a:pathLst>
                    <a:path extrusionOk="0" h="740" w="437">
                      <a:moveTo>
                        <a:pt x="437" y="0"/>
                      </a:moveTo>
                      <a:cubicBezTo>
                        <a:pt x="421" y="16"/>
                        <a:pt x="405" y="48"/>
                        <a:pt x="388" y="64"/>
                      </a:cubicBezTo>
                      <a:cubicBezTo>
                        <a:pt x="372" y="101"/>
                        <a:pt x="356" y="117"/>
                        <a:pt x="336" y="149"/>
                      </a:cubicBezTo>
                      <a:cubicBezTo>
                        <a:pt x="304" y="218"/>
                        <a:pt x="271" y="266"/>
                        <a:pt x="219" y="335"/>
                      </a:cubicBezTo>
                      <a:cubicBezTo>
                        <a:pt x="186" y="404"/>
                        <a:pt x="134" y="468"/>
                        <a:pt x="118" y="521"/>
                      </a:cubicBezTo>
                      <a:cubicBezTo>
                        <a:pt x="85" y="569"/>
                        <a:pt x="69" y="622"/>
                        <a:pt x="53" y="654"/>
                      </a:cubicBezTo>
                      <a:cubicBezTo>
                        <a:pt x="33" y="670"/>
                        <a:pt x="17" y="707"/>
                        <a:pt x="17" y="707"/>
                      </a:cubicBezTo>
                      <a:cubicBezTo>
                        <a:pt x="1" y="739"/>
                        <a:pt x="17" y="739"/>
                        <a:pt x="17" y="739"/>
                      </a:cubicBezTo>
                      <a:lnTo>
                        <a:pt x="33" y="723"/>
                      </a:lnTo>
                      <a:cubicBezTo>
                        <a:pt x="33" y="707"/>
                        <a:pt x="53" y="687"/>
                        <a:pt x="69" y="654"/>
                      </a:cubicBezTo>
                      <a:cubicBezTo>
                        <a:pt x="69" y="622"/>
                        <a:pt x="102" y="586"/>
                        <a:pt x="134" y="537"/>
                      </a:cubicBezTo>
                      <a:cubicBezTo>
                        <a:pt x="154" y="505"/>
                        <a:pt x="170" y="468"/>
                        <a:pt x="186" y="452"/>
                      </a:cubicBezTo>
                      <a:cubicBezTo>
                        <a:pt x="203" y="420"/>
                        <a:pt x="219" y="384"/>
                        <a:pt x="235" y="351"/>
                      </a:cubicBezTo>
                      <a:cubicBezTo>
                        <a:pt x="271" y="283"/>
                        <a:pt x="320" y="218"/>
                        <a:pt x="356" y="149"/>
                      </a:cubicBezTo>
                      <a:cubicBezTo>
                        <a:pt x="372" y="133"/>
                        <a:pt x="388" y="101"/>
                        <a:pt x="405" y="64"/>
                      </a:cubicBezTo>
                      <a:cubicBezTo>
                        <a:pt x="405" y="48"/>
                        <a:pt x="421" y="16"/>
                        <a:pt x="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1"/>
                <p:cNvSpPr/>
                <p:nvPr/>
              </p:nvSpPr>
              <p:spPr>
                <a:xfrm>
                  <a:off x="3265635" y="1430773"/>
                  <a:ext cx="30195" cy="51848"/>
                </a:xfrm>
                <a:custGeom>
                  <a:rect b="b" l="l" r="r" t="t"/>
                  <a:pathLst>
                    <a:path extrusionOk="0" h="522" w="304">
                      <a:moveTo>
                        <a:pt x="303" y="1"/>
                      </a:moveTo>
                      <a:cubicBezTo>
                        <a:pt x="287" y="1"/>
                        <a:pt x="287" y="1"/>
                        <a:pt x="287" y="17"/>
                      </a:cubicBezTo>
                      <a:cubicBezTo>
                        <a:pt x="287" y="17"/>
                        <a:pt x="271" y="33"/>
                        <a:pt x="271" y="49"/>
                      </a:cubicBezTo>
                      <a:cubicBezTo>
                        <a:pt x="271" y="66"/>
                        <a:pt x="251" y="86"/>
                        <a:pt x="251" y="102"/>
                      </a:cubicBezTo>
                      <a:cubicBezTo>
                        <a:pt x="251" y="102"/>
                        <a:pt x="235" y="118"/>
                        <a:pt x="235" y="134"/>
                      </a:cubicBezTo>
                      <a:cubicBezTo>
                        <a:pt x="219" y="167"/>
                        <a:pt x="203" y="187"/>
                        <a:pt x="203" y="203"/>
                      </a:cubicBezTo>
                      <a:cubicBezTo>
                        <a:pt x="186" y="219"/>
                        <a:pt x="170" y="235"/>
                        <a:pt x="150" y="267"/>
                      </a:cubicBezTo>
                      <a:cubicBezTo>
                        <a:pt x="134" y="304"/>
                        <a:pt x="102" y="352"/>
                        <a:pt x="85" y="389"/>
                      </a:cubicBezTo>
                      <a:cubicBezTo>
                        <a:pt x="69" y="421"/>
                        <a:pt x="33" y="453"/>
                        <a:pt x="17" y="490"/>
                      </a:cubicBezTo>
                      <a:cubicBezTo>
                        <a:pt x="17" y="506"/>
                        <a:pt x="1" y="522"/>
                        <a:pt x="1" y="522"/>
                      </a:cubicBezTo>
                      <a:cubicBezTo>
                        <a:pt x="1" y="522"/>
                        <a:pt x="17" y="522"/>
                        <a:pt x="33" y="490"/>
                      </a:cubicBezTo>
                      <a:cubicBezTo>
                        <a:pt x="49" y="469"/>
                        <a:pt x="69" y="437"/>
                        <a:pt x="102" y="389"/>
                      </a:cubicBezTo>
                      <a:cubicBezTo>
                        <a:pt x="118" y="352"/>
                        <a:pt x="150" y="320"/>
                        <a:pt x="170" y="267"/>
                      </a:cubicBezTo>
                      <a:cubicBezTo>
                        <a:pt x="186" y="251"/>
                        <a:pt x="203" y="235"/>
                        <a:pt x="219" y="219"/>
                      </a:cubicBezTo>
                      <a:cubicBezTo>
                        <a:pt x="235" y="187"/>
                        <a:pt x="235" y="167"/>
                        <a:pt x="251" y="150"/>
                      </a:cubicBezTo>
                      <a:cubicBezTo>
                        <a:pt x="251" y="134"/>
                        <a:pt x="271" y="118"/>
                        <a:pt x="271" y="102"/>
                      </a:cubicBezTo>
                      <a:cubicBezTo>
                        <a:pt x="271" y="86"/>
                        <a:pt x="287" y="66"/>
                        <a:pt x="287" y="66"/>
                      </a:cubicBezTo>
                      <a:cubicBezTo>
                        <a:pt x="287" y="33"/>
                        <a:pt x="303" y="33"/>
                        <a:pt x="303" y="17"/>
                      </a:cubicBezTo>
                      <a:lnTo>
                        <a:pt x="3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1"/>
                <p:cNvSpPr/>
                <p:nvPr/>
              </p:nvSpPr>
              <p:spPr>
                <a:xfrm>
                  <a:off x="3245572" y="1515894"/>
                  <a:ext cx="37048" cy="50258"/>
                </a:xfrm>
                <a:custGeom>
                  <a:rect b="b" l="l" r="r" t="t"/>
                  <a:pathLst>
                    <a:path extrusionOk="0" h="506" w="373">
                      <a:moveTo>
                        <a:pt x="372" y="0"/>
                      </a:moveTo>
                      <a:lnTo>
                        <a:pt x="352" y="37"/>
                      </a:lnTo>
                      <a:cubicBezTo>
                        <a:pt x="372" y="16"/>
                        <a:pt x="372" y="0"/>
                        <a:pt x="372" y="0"/>
                      </a:cubicBezTo>
                      <a:close/>
                      <a:moveTo>
                        <a:pt x="352" y="37"/>
                      </a:moveTo>
                      <a:lnTo>
                        <a:pt x="352" y="37"/>
                      </a:lnTo>
                      <a:cubicBezTo>
                        <a:pt x="336" y="53"/>
                        <a:pt x="320" y="53"/>
                        <a:pt x="320" y="69"/>
                      </a:cubicBezTo>
                      <a:cubicBezTo>
                        <a:pt x="304" y="85"/>
                        <a:pt x="287" y="101"/>
                        <a:pt x="271" y="138"/>
                      </a:cubicBezTo>
                      <a:cubicBezTo>
                        <a:pt x="251" y="170"/>
                        <a:pt x="219" y="202"/>
                        <a:pt x="186" y="255"/>
                      </a:cubicBezTo>
                      <a:cubicBezTo>
                        <a:pt x="150" y="303"/>
                        <a:pt x="118" y="340"/>
                        <a:pt x="102" y="372"/>
                      </a:cubicBezTo>
                      <a:cubicBezTo>
                        <a:pt x="49" y="441"/>
                        <a:pt x="17" y="473"/>
                        <a:pt x="17" y="489"/>
                      </a:cubicBezTo>
                      <a:lnTo>
                        <a:pt x="1" y="505"/>
                      </a:lnTo>
                      <a:lnTo>
                        <a:pt x="17" y="505"/>
                      </a:lnTo>
                      <a:cubicBezTo>
                        <a:pt x="33" y="489"/>
                        <a:pt x="33" y="489"/>
                        <a:pt x="49" y="457"/>
                      </a:cubicBezTo>
                      <a:lnTo>
                        <a:pt x="118" y="388"/>
                      </a:lnTo>
                      <a:cubicBezTo>
                        <a:pt x="134" y="356"/>
                        <a:pt x="170" y="303"/>
                        <a:pt x="203" y="271"/>
                      </a:cubicBezTo>
                      <a:cubicBezTo>
                        <a:pt x="235" y="218"/>
                        <a:pt x="251" y="170"/>
                        <a:pt x="287" y="138"/>
                      </a:cubicBezTo>
                      <a:cubicBezTo>
                        <a:pt x="304" y="117"/>
                        <a:pt x="304" y="101"/>
                        <a:pt x="320" y="85"/>
                      </a:cubicBezTo>
                      <a:cubicBezTo>
                        <a:pt x="336" y="69"/>
                        <a:pt x="336" y="53"/>
                        <a:pt x="352"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1"/>
                <p:cNvSpPr/>
                <p:nvPr/>
              </p:nvSpPr>
              <p:spPr>
                <a:xfrm>
                  <a:off x="3310530" y="1435640"/>
                  <a:ext cx="30195" cy="41915"/>
                </a:xfrm>
                <a:custGeom>
                  <a:rect b="b" l="l" r="r" t="t"/>
                  <a:pathLst>
                    <a:path extrusionOk="0" h="422" w="304">
                      <a:moveTo>
                        <a:pt x="304" y="0"/>
                      </a:moveTo>
                      <a:lnTo>
                        <a:pt x="304" y="0"/>
                      </a:lnTo>
                      <a:cubicBezTo>
                        <a:pt x="272" y="53"/>
                        <a:pt x="239" y="85"/>
                        <a:pt x="203" y="138"/>
                      </a:cubicBezTo>
                      <a:cubicBezTo>
                        <a:pt x="171" y="186"/>
                        <a:pt x="138" y="239"/>
                        <a:pt x="122" y="271"/>
                      </a:cubicBezTo>
                      <a:cubicBezTo>
                        <a:pt x="1" y="420"/>
                        <a:pt x="21" y="420"/>
                        <a:pt x="21" y="420"/>
                      </a:cubicBezTo>
                      <a:cubicBezTo>
                        <a:pt x="21" y="420"/>
                        <a:pt x="21" y="421"/>
                        <a:pt x="22" y="421"/>
                      </a:cubicBezTo>
                      <a:cubicBezTo>
                        <a:pt x="25" y="421"/>
                        <a:pt x="44" y="408"/>
                        <a:pt x="138" y="271"/>
                      </a:cubicBezTo>
                      <a:cubicBezTo>
                        <a:pt x="154" y="239"/>
                        <a:pt x="187" y="186"/>
                        <a:pt x="223" y="154"/>
                      </a:cubicBezTo>
                      <a:cubicBezTo>
                        <a:pt x="255" y="101"/>
                        <a:pt x="288" y="53"/>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1"/>
                <p:cNvSpPr/>
                <p:nvPr/>
              </p:nvSpPr>
              <p:spPr>
                <a:xfrm>
                  <a:off x="3489514" y="1224971"/>
                  <a:ext cx="144121" cy="47080"/>
                </a:xfrm>
                <a:custGeom>
                  <a:rect b="b" l="l" r="r" t="t"/>
                  <a:pathLst>
                    <a:path extrusionOk="0" h="474" w="1451">
                      <a:moveTo>
                        <a:pt x="1" y="1"/>
                      </a:moveTo>
                      <a:lnTo>
                        <a:pt x="1" y="17"/>
                      </a:lnTo>
                      <a:lnTo>
                        <a:pt x="37" y="17"/>
                      </a:lnTo>
                      <a:cubicBezTo>
                        <a:pt x="53" y="37"/>
                        <a:pt x="102" y="37"/>
                        <a:pt x="154" y="69"/>
                      </a:cubicBezTo>
                      <a:cubicBezTo>
                        <a:pt x="186" y="69"/>
                        <a:pt x="219" y="85"/>
                        <a:pt x="255" y="102"/>
                      </a:cubicBezTo>
                      <a:cubicBezTo>
                        <a:pt x="271" y="102"/>
                        <a:pt x="304" y="118"/>
                        <a:pt x="320" y="118"/>
                      </a:cubicBezTo>
                      <a:cubicBezTo>
                        <a:pt x="356" y="118"/>
                        <a:pt x="372" y="138"/>
                        <a:pt x="405" y="138"/>
                      </a:cubicBezTo>
                      <a:cubicBezTo>
                        <a:pt x="457" y="154"/>
                        <a:pt x="522" y="170"/>
                        <a:pt x="574" y="186"/>
                      </a:cubicBezTo>
                      <a:cubicBezTo>
                        <a:pt x="643" y="203"/>
                        <a:pt x="708" y="239"/>
                        <a:pt x="776" y="255"/>
                      </a:cubicBezTo>
                      <a:cubicBezTo>
                        <a:pt x="910" y="287"/>
                        <a:pt x="1027" y="340"/>
                        <a:pt x="1164" y="372"/>
                      </a:cubicBezTo>
                      <a:cubicBezTo>
                        <a:pt x="1213" y="388"/>
                        <a:pt x="1265" y="404"/>
                        <a:pt x="1314" y="421"/>
                      </a:cubicBezTo>
                      <a:cubicBezTo>
                        <a:pt x="1366" y="441"/>
                        <a:pt x="1415" y="457"/>
                        <a:pt x="1451" y="473"/>
                      </a:cubicBezTo>
                      <a:cubicBezTo>
                        <a:pt x="1415" y="457"/>
                        <a:pt x="1382" y="441"/>
                        <a:pt x="1330" y="421"/>
                      </a:cubicBezTo>
                      <a:cubicBezTo>
                        <a:pt x="1281" y="404"/>
                        <a:pt x="1213" y="372"/>
                        <a:pt x="1164" y="356"/>
                      </a:cubicBezTo>
                      <a:cubicBezTo>
                        <a:pt x="1047" y="320"/>
                        <a:pt x="910" y="271"/>
                        <a:pt x="776" y="219"/>
                      </a:cubicBezTo>
                      <a:cubicBezTo>
                        <a:pt x="708" y="203"/>
                        <a:pt x="659" y="186"/>
                        <a:pt x="590" y="170"/>
                      </a:cubicBezTo>
                      <a:cubicBezTo>
                        <a:pt x="522" y="138"/>
                        <a:pt x="473" y="118"/>
                        <a:pt x="405" y="118"/>
                      </a:cubicBezTo>
                      <a:cubicBezTo>
                        <a:pt x="356" y="102"/>
                        <a:pt x="304" y="85"/>
                        <a:pt x="271" y="69"/>
                      </a:cubicBezTo>
                      <a:cubicBezTo>
                        <a:pt x="219" y="53"/>
                        <a:pt x="186" y="53"/>
                        <a:pt x="154" y="37"/>
                      </a:cubicBezTo>
                      <a:cubicBezTo>
                        <a:pt x="102" y="17"/>
                        <a:pt x="69" y="17"/>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1"/>
                <p:cNvSpPr/>
                <p:nvPr/>
              </p:nvSpPr>
              <p:spPr>
                <a:xfrm>
                  <a:off x="3639991" y="1283573"/>
                  <a:ext cx="6953" cy="163787"/>
                </a:xfrm>
                <a:custGeom>
                  <a:rect b="b" l="l" r="r" t="t"/>
                  <a:pathLst>
                    <a:path extrusionOk="0" h="1649" w="70">
                      <a:moveTo>
                        <a:pt x="69" y="0"/>
                      </a:moveTo>
                      <a:cubicBezTo>
                        <a:pt x="53" y="16"/>
                        <a:pt x="53" y="33"/>
                        <a:pt x="53" y="53"/>
                      </a:cubicBezTo>
                      <a:cubicBezTo>
                        <a:pt x="37" y="85"/>
                        <a:pt x="37" y="117"/>
                        <a:pt x="37" y="154"/>
                      </a:cubicBezTo>
                      <a:cubicBezTo>
                        <a:pt x="17" y="218"/>
                        <a:pt x="17" y="336"/>
                        <a:pt x="17" y="473"/>
                      </a:cubicBezTo>
                      <a:cubicBezTo>
                        <a:pt x="17" y="538"/>
                        <a:pt x="37" y="622"/>
                        <a:pt x="37" y="691"/>
                      </a:cubicBezTo>
                      <a:lnTo>
                        <a:pt x="37" y="942"/>
                      </a:lnTo>
                      <a:cubicBezTo>
                        <a:pt x="37" y="1111"/>
                        <a:pt x="17" y="1281"/>
                        <a:pt x="17" y="1447"/>
                      </a:cubicBezTo>
                      <a:cubicBezTo>
                        <a:pt x="1" y="1515"/>
                        <a:pt x="17" y="1584"/>
                        <a:pt x="17" y="1649"/>
                      </a:cubicBezTo>
                      <a:cubicBezTo>
                        <a:pt x="17" y="1584"/>
                        <a:pt x="17" y="1515"/>
                        <a:pt x="37" y="1447"/>
                      </a:cubicBezTo>
                      <a:lnTo>
                        <a:pt x="37" y="1196"/>
                      </a:lnTo>
                      <a:cubicBezTo>
                        <a:pt x="53" y="1111"/>
                        <a:pt x="53" y="1026"/>
                        <a:pt x="53" y="942"/>
                      </a:cubicBezTo>
                      <a:cubicBezTo>
                        <a:pt x="69" y="861"/>
                        <a:pt x="69" y="776"/>
                        <a:pt x="53" y="691"/>
                      </a:cubicBezTo>
                      <a:lnTo>
                        <a:pt x="53" y="473"/>
                      </a:lnTo>
                      <a:lnTo>
                        <a:pt x="53" y="154"/>
                      </a:lnTo>
                      <a:cubicBezTo>
                        <a:pt x="53" y="117"/>
                        <a:pt x="69" y="85"/>
                        <a:pt x="69" y="53"/>
                      </a:cubicBezTo>
                      <a:lnTo>
                        <a:pt x="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1"/>
                <p:cNvSpPr/>
                <p:nvPr/>
              </p:nvSpPr>
              <p:spPr>
                <a:xfrm>
                  <a:off x="3483157" y="1231825"/>
                  <a:ext cx="4867" cy="182261"/>
                </a:xfrm>
                <a:custGeom>
                  <a:rect b="b" l="l" r="r" t="t"/>
                  <a:pathLst>
                    <a:path extrusionOk="0" h="1835" w="49">
                      <a:moveTo>
                        <a:pt x="16" y="0"/>
                      </a:moveTo>
                      <a:cubicBezTo>
                        <a:pt x="0" y="0"/>
                        <a:pt x="0" y="16"/>
                        <a:pt x="0" y="49"/>
                      </a:cubicBezTo>
                      <a:cubicBezTo>
                        <a:pt x="0" y="85"/>
                        <a:pt x="0" y="134"/>
                        <a:pt x="16" y="218"/>
                      </a:cubicBezTo>
                      <a:lnTo>
                        <a:pt x="16" y="352"/>
                      </a:lnTo>
                      <a:cubicBezTo>
                        <a:pt x="16" y="388"/>
                        <a:pt x="32" y="420"/>
                        <a:pt x="32" y="453"/>
                      </a:cubicBezTo>
                      <a:lnTo>
                        <a:pt x="32" y="505"/>
                      </a:lnTo>
                      <a:lnTo>
                        <a:pt x="32" y="554"/>
                      </a:lnTo>
                      <a:cubicBezTo>
                        <a:pt x="16" y="707"/>
                        <a:pt x="16" y="893"/>
                        <a:pt x="16" y="1059"/>
                      </a:cubicBezTo>
                      <a:lnTo>
                        <a:pt x="16" y="1600"/>
                      </a:lnTo>
                      <a:cubicBezTo>
                        <a:pt x="32" y="1261"/>
                        <a:pt x="49" y="857"/>
                        <a:pt x="49" y="554"/>
                      </a:cubicBezTo>
                      <a:lnTo>
                        <a:pt x="49" y="505"/>
                      </a:lnTo>
                      <a:lnTo>
                        <a:pt x="49" y="453"/>
                      </a:lnTo>
                      <a:lnTo>
                        <a:pt x="49" y="352"/>
                      </a:lnTo>
                      <a:cubicBezTo>
                        <a:pt x="49" y="303"/>
                        <a:pt x="32" y="251"/>
                        <a:pt x="32" y="218"/>
                      </a:cubicBezTo>
                      <a:cubicBezTo>
                        <a:pt x="32" y="134"/>
                        <a:pt x="16" y="85"/>
                        <a:pt x="16" y="49"/>
                      </a:cubicBezTo>
                      <a:lnTo>
                        <a:pt x="16" y="16"/>
                      </a:lnTo>
                      <a:lnTo>
                        <a:pt x="16" y="0"/>
                      </a:lnTo>
                      <a:close/>
                      <a:moveTo>
                        <a:pt x="16" y="1600"/>
                      </a:moveTo>
                      <a:cubicBezTo>
                        <a:pt x="0" y="1685"/>
                        <a:pt x="16" y="1749"/>
                        <a:pt x="16" y="1834"/>
                      </a:cubicBezTo>
                      <a:lnTo>
                        <a:pt x="16" y="160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1"/>
                <p:cNvSpPr/>
                <p:nvPr/>
              </p:nvSpPr>
              <p:spPr>
                <a:xfrm>
                  <a:off x="3483157" y="1449247"/>
                  <a:ext cx="148491" cy="40227"/>
                </a:xfrm>
                <a:custGeom>
                  <a:rect b="b" l="l" r="r" t="t"/>
                  <a:pathLst>
                    <a:path extrusionOk="0" h="405" w="1495">
                      <a:moveTo>
                        <a:pt x="0" y="1"/>
                      </a:moveTo>
                      <a:lnTo>
                        <a:pt x="0" y="17"/>
                      </a:lnTo>
                      <a:cubicBezTo>
                        <a:pt x="16" y="17"/>
                        <a:pt x="16" y="17"/>
                        <a:pt x="32" y="49"/>
                      </a:cubicBezTo>
                      <a:cubicBezTo>
                        <a:pt x="49" y="49"/>
                        <a:pt x="81" y="81"/>
                        <a:pt x="149" y="102"/>
                      </a:cubicBezTo>
                      <a:cubicBezTo>
                        <a:pt x="182" y="102"/>
                        <a:pt x="218" y="118"/>
                        <a:pt x="267" y="118"/>
                      </a:cubicBezTo>
                      <a:cubicBezTo>
                        <a:pt x="303" y="134"/>
                        <a:pt x="351" y="134"/>
                        <a:pt x="404" y="150"/>
                      </a:cubicBezTo>
                      <a:cubicBezTo>
                        <a:pt x="469" y="166"/>
                        <a:pt x="521" y="182"/>
                        <a:pt x="586" y="203"/>
                      </a:cubicBezTo>
                      <a:cubicBezTo>
                        <a:pt x="654" y="219"/>
                        <a:pt x="723" y="235"/>
                        <a:pt x="788" y="267"/>
                      </a:cubicBezTo>
                      <a:cubicBezTo>
                        <a:pt x="856" y="283"/>
                        <a:pt x="925" y="304"/>
                        <a:pt x="974" y="320"/>
                      </a:cubicBezTo>
                      <a:cubicBezTo>
                        <a:pt x="990" y="320"/>
                        <a:pt x="1010" y="336"/>
                        <a:pt x="1026" y="336"/>
                      </a:cubicBezTo>
                      <a:lnTo>
                        <a:pt x="1075" y="336"/>
                      </a:lnTo>
                      <a:cubicBezTo>
                        <a:pt x="1111" y="352"/>
                        <a:pt x="1143" y="352"/>
                        <a:pt x="1176" y="352"/>
                      </a:cubicBezTo>
                      <a:cubicBezTo>
                        <a:pt x="1143" y="336"/>
                        <a:pt x="1127" y="336"/>
                        <a:pt x="1091" y="320"/>
                      </a:cubicBezTo>
                      <a:lnTo>
                        <a:pt x="1042" y="320"/>
                      </a:lnTo>
                      <a:cubicBezTo>
                        <a:pt x="1026" y="304"/>
                        <a:pt x="1010" y="304"/>
                        <a:pt x="990" y="304"/>
                      </a:cubicBezTo>
                      <a:cubicBezTo>
                        <a:pt x="925" y="283"/>
                        <a:pt x="856" y="251"/>
                        <a:pt x="788" y="235"/>
                      </a:cubicBezTo>
                      <a:cubicBezTo>
                        <a:pt x="723" y="219"/>
                        <a:pt x="654" y="203"/>
                        <a:pt x="586" y="182"/>
                      </a:cubicBezTo>
                      <a:cubicBezTo>
                        <a:pt x="537" y="150"/>
                        <a:pt x="469" y="134"/>
                        <a:pt x="420" y="134"/>
                      </a:cubicBezTo>
                      <a:cubicBezTo>
                        <a:pt x="351" y="102"/>
                        <a:pt x="303" y="102"/>
                        <a:pt x="267" y="102"/>
                      </a:cubicBezTo>
                      <a:cubicBezTo>
                        <a:pt x="218" y="81"/>
                        <a:pt x="182" y="81"/>
                        <a:pt x="149" y="65"/>
                      </a:cubicBezTo>
                      <a:cubicBezTo>
                        <a:pt x="101" y="65"/>
                        <a:pt x="65" y="49"/>
                        <a:pt x="49" y="33"/>
                      </a:cubicBezTo>
                      <a:cubicBezTo>
                        <a:pt x="16" y="17"/>
                        <a:pt x="16" y="1"/>
                        <a:pt x="16" y="1"/>
                      </a:cubicBezTo>
                      <a:close/>
                      <a:moveTo>
                        <a:pt x="1176" y="352"/>
                      </a:moveTo>
                      <a:cubicBezTo>
                        <a:pt x="1212" y="368"/>
                        <a:pt x="1244" y="368"/>
                        <a:pt x="1277" y="368"/>
                      </a:cubicBezTo>
                      <a:cubicBezTo>
                        <a:pt x="1244" y="352"/>
                        <a:pt x="1212" y="352"/>
                        <a:pt x="1176" y="352"/>
                      </a:cubicBezTo>
                      <a:close/>
                      <a:moveTo>
                        <a:pt x="1277" y="368"/>
                      </a:moveTo>
                      <a:cubicBezTo>
                        <a:pt x="1293" y="384"/>
                        <a:pt x="1329" y="384"/>
                        <a:pt x="1361" y="384"/>
                      </a:cubicBezTo>
                      <a:cubicBezTo>
                        <a:pt x="1378" y="384"/>
                        <a:pt x="1414" y="384"/>
                        <a:pt x="1430" y="405"/>
                      </a:cubicBezTo>
                      <a:lnTo>
                        <a:pt x="1495" y="405"/>
                      </a:lnTo>
                      <a:cubicBezTo>
                        <a:pt x="1479" y="384"/>
                        <a:pt x="1446" y="384"/>
                        <a:pt x="1430" y="384"/>
                      </a:cubicBezTo>
                      <a:cubicBezTo>
                        <a:pt x="1414" y="384"/>
                        <a:pt x="1378" y="384"/>
                        <a:pt x="1361" y="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1"/>
                <p:cNvSpPr/>
                <p:nvPr/>
              </p:nvSpPr>
              <p:spPr>
                <a:xfrm>
                  <a:off x="3656877" y="1439215"/>
                  <a:ext cx="102007" cy="20163"/>
                </a:xfrm>
                <a:custGeom>
                  <a:rect b="b" l="l" r="r" t="t"/>
                  <a:pathLst>
                    <a:path extrusionOk="0" h="203" w="1027">
                      <a:moveTo>
                        <a:pt x="1026" y="1"/>
                      </a:moveTo>
                      <a:cubicBezTo>
                        <a:pt x="1010" y="1"/>
                        <a:pt x="994" y="1"/>
                        <a:pt x="958" y="17"/>
                      </a:cubicBezTo>
                      <a:cubicBezTo>
                        <a:pt x="994" y="17"/>
                        <a:pt x="1010" y="1"/>
                        <a:pt x="1026" y="1"/>
                      </a:cubicBezTo>
                      <a:close/>
                      <a:moveTo>
                        <a:pt x="958" y="17"/>
                      </a:moveTo>
                      <a:cubicBezTo>
                        <a:pt x="941" y="17"/>
                        <a:pt x="909" y="17"/>
                        <a:pt x="877" y="33"/>
                      </a:cubicBezTo>
                      <a:cubicBezTo>
                        <a:pt x="909" y="33"/>
                        <a:pt x="941" y="17"/>
                        <a:pt x="958" y="17"/>
                      </a:cubicBezTo>
                      <a:close/>
                      <a:moveTo>
                        <a:pt x="877" y="33"/>
                      </a:moveTo>
                      <a:cubicBezTo>
                        <a:pt x="840" y="33"/>
                        <a:pt x="808" y="33"/>
                        <a:pt x="756" y="49"/>
                      </a:cubicBezTo>
                      <a:cubicBezTo>
                        <a:pt x="723" y="65"/>
                        <a:pt x="691" y="65"/>
                        <a:pt x="638" y="65"/>
                      </a:cubicBezTo>
                      <a:cubicBezTo>
                        <a:pt x="606" y="82"/>
                        <a:pt x="554" y="82"/>
                        <a:pt x="521" y="82"/>
                      </a:cubicBezTo>
                      <a:cubicBezTo>
                        <a:pt x="473" y="102"/>
                        <a:pt x="420" y="102"/>
                        <a:pt x="388" y="102"/>
                      </a:cubicBezTo>
                      <a:cubicBezTo>
                        <a:pt x="352" y="102"/>
                        <a:pt x="303" y="102"/>
                        <a:pt x="271" y="118"/>
                      </a:cubicBezTo>
                      <a:cubicBezTo>
                        <a:pt x="202" y="118"/>
                        <a:pt x="150" y="134"/>
                        <a:pt x="101" y="134"/>
                      </a:cubicBezTo>
                      <a:cubicBezTo>
                        <a:pt x="69" y="150"/>
                        <a:pt x="49" y="166"/>
                        <a:pt x="33" y="166"/>
                      </a:cubicBezTo>
                      <a:cubicBezTo>
                        <a:pt x="16" y="166"/>
                        <a:pt x="16" y="182"/>
                        <a:pt x="16" y="182"/>
                      </a:cubicBezTo>
                      <a:lnTo>
                        <a:pt x="0" y="182"/>
                      </a:lnTo>
                      <a:lnTo>
                        <a:pt x="16" y="203"/>
                      </a:lnTo>
                      <a:cubicBezTo>
                        <a:pt x="33" y="203"/>
                        <a:pt x="33" y="203"/>
                        <a:pt x="33" y="182"/>
                      </a:cubicBezTo>
                      <a:lnTo>
                        <a:pt x="117" y="182"/>
                      </a:lnTo>
                      <a:cubicBezTo>
                        <a:pt x="150" y="166"/>
                        <a:pt x="202" y="166"/>
                        <a:pt x="271" y="150"/>
                      </a:cubicBezTo>
                      <a:cubicBezTo>
                        <a:pt x="319" y="150"/>
                        <a:pt x="352" y="150"/>
                        <a:pt x="388" y="134"/>
                      </a:cubicBezTo>
                      <a:lnTo>
                        <a:pt x="521" y="134"/>
                      </a:lnTo>
                      <a:cubicBezTo>
                        <a:pt x="554" y="118"/>
                        <a:pt x="606" y="118"/>
                        <a:pt x="655" y="102"/>
                      </a:cubicBezTo>
                      <a:cubicBezTo>
                        <a:pt x="691" y="102"/>
                        <a:pt x="723" y="82"/>
                        <a:pt x="776" y="65"/>
                      </a:cubicBezTo>
                      <a:cubicBezTo>
                        <a:pt x="808" y="65"/>
                        <a:pt x="840" y="49"/>
                        <a:pt x="877" y="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1"/>
                <p:cNvSpPr/>
                <p:nvPr/>
              </p:nvSpPr>
              <p:spPr>
                <a:xfrm>
                  <a:off x="3818975" y="1429183"/>
                  <a:ext cx="5264" cy="70322"/>
                </a:xfrm>
                <a:custGeom>
                  <a:rect b="b" l="l" r="r" t="t"/>
                  <a:pathLst>
                    <a:path extrusionOk="0" h="708" w="53">
                      <a:moveTo>
                        <a:pt x="16" y="1"/>
                      </a:moveTo>
                      <a:lnTo>
                        <a:pt x="16" y="17"/>
                      </a:lnTo>
                      <a:cubicBezTo>
                        <a:pt x="0" y="33"/>
                        <a:pt x="0" y="49"/>
                        <a:pt x="0" y="65"/>
                      </a:cubicBezTo>
                      <a:lnTo>
                        <a:pt x="0" y="183"/>
                      </a:lnTo>
                      <a:lnTo>
                        <a:pt x="0" y="251"/>
                      </a:lnTo>
                      <a:lnTo>
                        <a:pt x="0" y="336"/>
                      </a:lnTo>
                      <a:cubicBezTo>
                        <a:pt x="0" y="368"/>
                        <a:pt x="0" y="405"/>
                        <a:pt x="16" y="437"/>
                      </a:cubicBezTo>
                      <a:lnTo>
                        <a:pt x="16" y="522"/>
                      </a:lnTo>
                      <a:lnTo>
                        <a:pt x="16" y="708"/>
                      </a:lnTo>
                      <a:cubicBezTo>
                        <a:pt x="16" y="708"/>
                        <a:pt x="16" y="623"/>
                        <a:pt x="33" y="522"/>
                      </a:cubicBezTo>
                      <a:lnTo>
                        <a:pt x="33" y="437"/>
                      </a:lnTo>
                      <a:lnTo>
                        <a:pt x="33" y="336"/>
                      </a:lnTo>
                      <a:lnTo>
                        <a:pt x="33" y="251"/>
                      </a:lnTo>
                      <a:cubicBezTo>
                        <a:pt x="53" y="235"/>
                        <a:pt x="53" y="203"/>
                        <a:pt x="53" y="183"/>
                      </a:cubicBezTo>
                      <a:cubicBezTo>
                        <a:pt x="33" y="134"/>
                        <a:pt x="33" y="102"/>
                        <a:pt x="33" y="65"/>
                      </a:cubicBezTo>
                      <a:lnTo>
                        <a:pt x="33" y="17"/>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1"/>
                <p:cNvSpPr/>
                <p:nvPr/>
              </p:nvSpPr>
              <p:spPr>
                <a:xfrm>
                  <a:off x="3820564" y="1427197"/>
                  <a:ext cx="83930" cy="25427"/>
                </a:xfrm>
                <a:custGeom>
                  <a:rect b="b" l="l" r="r" t="t"/>
                  <a:pathLst>
                    <a:path extrusionOk="0" h="256" w="845">
                      <a:moveTo>
                        <a:pt x="0" y="1"/>
                      </a:moveTo>
                      <a:lnTo>
                        <a:pt x="0" y="21"/>
                      </a:lnTo>
                      <a:lnTo>
                        <a:pt x="17" y="21"/>
                      </a:lnTo>
                      <a:cubicBezTo>
                        <a:pt x="37" y="37"/>
                        <a:pt x="53" y="37"/>
                        <a:pt x="85" y="53"/>
                      </a:cubicBezTo>
                      <a:cubicBezTo>
                        <a:pt x="118" y="69"/>
                        <a:pt x="154" y="69"/>
                        <a:pt x="219" y="85"/>
                      </a:cubicBezTo>
                      <a:cubicBezTo>
                        <a:pt x="255" y="102"/>
                        <a:pt x="287" y="102"/>
                        <a:pt x="320" y="122"/>
                      </a:cubicBezTo>
                      <a:cubicBezTo>
                        <a:pt x="340" y="122"/>
                        <a:pt x="372" y="138"/>
                        <a:pt x="421" y="138"/>
                      </a:cubicBezTo>
                      <a:cubicBezTo>
                        <a:pt x="457" y="154"/>
                        <a:pt x="489" y="154"/>
                        <a:pt x="522" y="170"/>
                      </a:cubicBezTo>
                      <a:cubicBezTo>
                        <a:pt x="558" y="170"/>
                        <a:pt x="590" y="186"/>
                        <a:pt x="622" y="203"/>
                      </a:cubicBezTo>
                      <a:cubicBezTo>
                        <a:pt x="675" y="223"/>
                        <a:pt x="744" y="223"/>
                        <a:pt x="776" y="239"/>
                      </a:cubicBezTo>
                      <a:cubicBezTo>
                        <a:pt x="744" y="223"/>
                        <a:pt x="691" y="203"/>
                        <a:pt x="622" y="170"/>
                      </a:cubicBezTo>
                      <a:cubicBezTo>
                        <a:pt x="590" y="170"/>
                        <a:pt x="558" y="154"/>
                        <a:pt x="522" y="138"/>
                      </a:cubicBezTo>
                      <a:cubicBezTo>
                        <a:pt x="489" y="138"/>
                        <a:pt x="457" y="122"/>
                        <a:pt x="421" y="102"/>
                      </a:cubicBezTo>
                      <a:cubicBezTo>
                        <a:pt x="388" y="102"/>
                        <a:pt x="356" y="85"/>
                        <a:pt x="320" y="69"/>
                      </a:cubicBezTo>
                      <a:cubicBezTo>
                        <a:pt x="287" y="69"/>
                        <a:pt x="255" y="53"/>
                        <a:pt x="239" y="53"/>
                      </a:cubicBezTo>
                      <a:cubicBezTo>
                        <a:pt x="170" y="37"/>
                        <a:pt x="138" y="21"/>
                        <a:pt x="101" y="21"/>
                      </a:cubicBezTo>
                      <a:cubicBezTo>
                        <a:pt x="69" y="1"/>
                        <a:pt x="53" y="1"/>
                        <a:pt x="37" y="1"/>
                      </a:cubicBezTo>
                      <a:close/>
                      <a:moveTo>
                        <a:pt x="776" y="239"/>
                      </a:moveTo>
                      <a:lnTo>
                        <a:pt x="776" y="239"/>
                      </a:lnTo>
                      <a:cubicBezTo>
                        <a:pt x="808" y="255"/>
                        <a:pt x="845" y="255"/>
                        <a:pt x="845" y="255"/>
                      </a:cubicBezTo>
                      <a:cubicBezTo>
                        <a:pt x="845" y="255"/>
                        <a:pt x="824" y="255"/>
                        <a:pt x="776" y="23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1"/>
                <p:cNvSpPr/>
                <p:nvPr/>
              </p:nvSpPr>
              <p:spPr>
                <a:xfrm>
                  <a:off x="3656877" y="1452525"/>
                  <a:ext cx="112039" cy="16885"/>
                </a:xfrm>
                <a:custGeom>
                  <a:rect b="b" l="l" r="r" t="t"/>
                  <a:pathLst>
                    <a:path extrusionOk="0" h="170" w="1128">
                      <a:moveTo>
                        <a:pt x="1010" y="0"/>
                      </a:moveTo>
                      <a:cubicBezTo>
                        <a:pt x="978" y="0"/>
                        <a:pt x="941" y="0"/>
                        <a:pt x="893" y="16"/>
                      </a:cubicBezTo>
                      <a:cubicBezTo>
                        <a:pt x="840" y="16"/>
                        <a:pt x="792" y="16"/>
                        <a:pt x="739" y="32"/>
                      </a:cubicBezTo>
                      <a:cubicBezTo>
                        <a:pt x="707" y="32"/>
                        <a:pt x="655" y="48"/>
                        <a:pt x="606" y="48"/>
                      </a:cubicBezTo>
                      <a:cubicBezTo>
                        <a:pt x="574" y="48"/>
                        <a:pt x="554" y="69"/>
                        <a:pt x="521" y="69"/>
                      </a:cubicBezTo>
                      <a:lnTo>
                        <a:pt x="453" y="69"/>
                      </a:lnTo>
                      <a:cubicBezTo>
                        <a:pt x="404" y="85"/>
                        <a:pt x="372" y="85"/>
                        <a:pt x="319" y="85"/>
                      </a:cubicBezTo>
                      <a:cubicBezTo>
                        <a:pt x="235" y="101"/>
                        <a:pt x="186" y="101"/>
                        <a:pt x="134" y="117"/>
                      </a:cubicBezTo>
                      <a:cubicBezTo>
                        <a:pt x="117" y="117"/>
                        <a:pt x="101" y="117"/>
                        <a:pt x="85" y="133"/>
                      </a:cubicBezTo>
                      <a:lnTo>
                        <a:pt x="49" y="133"/>
                      </a:lnTo>
                      <a:cubicBezTo>
                        <a:pt x="0" y="149"/>
                        <a:pt x="16" y="149"/>
                        <a:pt x="16" y="149"/>
                      </a:cubicBezTo>
                      <a:cubicBezTo>
                        <a:pt x="16" y="170"/>
                        <a:pt x="16" y="170"/>
                        <a:pt x="49" y="170"/>
                      </a:cubicBezTo>
                      <a:cubicBezTo>
                        <a:pt x="49" y="149"/>
                        <a:pt x="69" y="149"/>
                        <a:pt x="85" y="149"/>
                      </a:cubicBezTo>
                      <a:lnTo>
                        <a:pt x="134" y="149"/>
                      </a:lnTo>
                      <a:cubicBezTo>
                        <a:pt x="186" y="133"/>
                        <a:pt x="235" y="133"/>
                        <a:pt x="319" y="117"/>
                      </a:cubicBezTo>
                      <a:cubicBezTo>
                        <a:pt x="372" y="117"/>
                        <a:pt x="420" y="117"/>
                        <a:pt x="453" y="101"/>
                      </a:cubicBezTo>
                      <a:lnTo>
                        <a:pt x="537" y="101"/>
                      </a:lnTo>
                      <a:cubicBezTo>
                        <a:pt x="554" y="101"/>
                        <a:pt x="574" y="85"/>
                        <a:pt x="606" y="85"/>
                      </a:cubicBezTo>
                      <a:cubicBezTo>
                        <a:pt x="655" y="69"/>
                        <a:pt x="707" y="69"/>
                        <a:pt x="756" y="48"/>
                      </a:cubicBezTo>
                      <a:cubicBezTo>
                        <a:pt x="808" y="48"/>
                        <a:pt x="840" y="32"/>
                        <a:pt x="893" y="32"/>
                      </a:cubicBezTo>
                      <a:cubicBezTo>
                        <a:pt x="941" y="16"/>
                        <a:pt x="978" y="16"/>
                        <a:pt x="1010" y="16"/>
                      </a:cubicBezTo>
                      <a:cubicBezTo>
                        <a:pt x="1059" y="0"/>
                        <a:pt x="1095" y="0"/>
                        <a:pt x="1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1"/>
                <p:cNvSpPr/>
                <p:nvPr/>
              </p:nvSpPr>
              <p:spPr>
                <a:xfrm>
                  <a:off x="3656877" y="1467324"/>
                  <a:ext cx="83532" cy="13707"/>
                </a:xfrm>
                <a:custGeom>
                  <a:rect b="b" l="l" r="r" t="t"/>
                  <a:pathLst>
                    <a:path extrusionOk="0" h="138" w="841">
                      <a:moveTo>
                        <a:pt x="776" y="0"/>
                      </a:moveTo>
                      <a:cubicBezTo>
                        <a:pt x="739" y="0"/>
                        <a:pt x="707" y="21"/>
                        <a:pt x="675" y="21"/>
                      </a:cubicBezTo>
                      <a:cubicBezTo>
                        <a:pt x="638" y="21"/>
                        <a:pt x="606" y="21"/>
                        <a:pt x="574" y="37"/>
                      </a:cubicBezTo>
                      <a:cubicBezTo>
                        <a:pt x="521" y="37"/>
                        <a:pt x="489" y="37"/>
                        <a:pt x="453" y="53"/>
                      </a:cubicBezTo>
                      <a:lnTo>
                        <a:pt x="335" y="53"/>
                      </a:lnTo>
                      <a:cubicBezTo>
                        <a:pt x="319" y="69"/>
                        <a:pt x="303" y="69"/>
                        <a:pt x="287" y="69"/>
                      </a:cubicBezTo>
                      <a:lnTo>
                        <a:pt x="235" y="69"/>
                      </a:lnTo>
                      <a:cubicBezTo>
                        <a:pt x="170" y="85"/>
                        <a:pt x="134" y="101"/>
                        <a:pt x="101" y="122"/>
                      </a:cubicBezTo>
                      <a:lnTo>
                        <a:pt x="33" y="122"/>
                      </a:lnTo>
                      <a:cubicBezTo>
                        <a:pt x="0" y="122"/>
                        <a:pt x="0" y="122"/>
                        <a:pt x="0" y="138"/>
                      </a:cubicBezTo>
                      <a:lnTo>
                        <a:pt x="101" y="138"/>
                      </a:lnTo>
                      <a:cubicBezTo>
                        <a:pt x="134" y="138"/>
                        <a:pt x="186" y="122"/>
                        <a:pt x="251" y="101"/>
                      </a:cubicBezTo>
                      <a:lnTo>
                        <a:pt x="287" y="101"/>
                      </a:lnTo>
                      <a:cubicBezTo>
                        <a:pt x="303" y="101"/>
                        <a:pt x="319" y="85"/>
                        <a:pt x="335" y="85"/>
                      </a:cubicBezTo>
                      <a:cubicBezTo>
                        <a:pt x="388" y="85"/>
                        <a:pt x="420" y="85"/>
                        <a:pt x="453" y="69"/>
                      </a:cubicBezTo>
                      <a:cubicBezTo>
                        <a:pt x="489" y="69"/>
                        <a:pt x="537" y="53"/>
                        <a:pt x="574" y="53"/>
                      </a:cubicBezTo>
                      <a:cubicBezTo>
                        <a:pt x="606" y="37"/>
                        <a:pt x="638" y="37"/>
                        <a:pt x="675" y="37"/>
                      </a:cubicBezTo>
                      <a:cubicBezTo>
                        <a:pt x="707" y="37"/>
                        <a:pt x="739" y="21"/>
                        <a:pt x="776" y="21"/>
                      </a:cubicBezTo>
                      <a:cubicBezTo>
                        <a:pt x="808" y="21"/>
                        <a:pt x="824" y="21"/>
                        <a:pt x="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1"/>
                <p:cNvSpPr/>
                <p:nvPr/>
              </p:nvSpPr>
              <p:spPr>
                <a:xfrm>
                  <a:off x="3656877" y="1485799"/>
                  <a:ext cx="50258" cy="8542"/>
                </a:xfrm>
                <a:custGeom>
                  <a:rect b="b" l="l" r="r" t="t"/>
                  <a:pathLst>
                    <a:path extrusionOk="0" h="86" w="506">
                      <a:moveTo>
                        <a:pt x="473" y="0"/>
                      </a:moveTo>
                      <a:cubicBezTo>
                        <a:pt x="436" y="16"/>
                        <a:pt x="404" y="16"/>
                        <a:pt x="372" y="16"/>
                      </a:cubicBezTo>
                      <a:cubicBezTo>
                        <a:pt x="303" y="37"/>
                        <a:pt x="202" y="37"/>
                        <a:pt x="134" y="53"/>
                      </a:cubicBezTo>
                      <a:lnTo>
                        <a:pt x="49" y="53"/>
                      </a:lnTo>
                      <a:cubicBezTo>
                        <a:pt x="33" y="69"/>
                        <a:pt x="33" y="69"/>
                        <a:pt x="16" y="69"/>
                      </a:cubicBezTo>
                      <a:lnTo>
                        <a:pt x="0" y="69"/>
                      </a:lnTo>
                      <a:cubicBezTo>
                        <a:pt x="0" y="69"/>
                        <a:pt x="0" y="85"/>
                        <a:pt x="16" y="85"/>
                      </a:cubicBezTo>
                      <a:lnTo>
                        <a:pt x="134" y="85"/>
                      </a:lnTo>
                      <a:cubicBezTo>
                        <a:pt x="150" y="85"/>
                        <a:pt x="170" y="85"/>
                        <a:pt x="202" y="69"/>
                      </a:cubicBezTo>
                      <a:lnTo>
                        <a:pt x="251" y="69"/>
                      </a:lnTo>
                      <a:cubicBezTo>
                        <a:pt x="303" y="53"/>
                        <a:pt x="335" y="53"/>
                        <a:pt x="372" y="37"/>
                      </a:cubicBezTo>
                      <a:cubicBezTo>
                        <a:pt x="404" y="37"/>
                        <a:pt x="436" y="16"/>
                        <a:pt x="473" y="16"/>
                      </a:cubicBezTo>
                      <a:cubicBezTo>
                        <a:pt x="489" y="0"/>
                        <a:pt x="505" y="0"/>
                        <a:pt x="5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1"/>
                <p:cNvSpPr/>
                <p:nvPr/>
              </p:nvSpPr>
              <p:spPr>
                <a:xfrm>
                  <a:off x="3658466" y="1502585"/>
                  <a:ext cx="28606" cy="4569"/>
                </a:xfrm>
                <a:custGeom>
                  <a:rect b="b" l="l" r="r" t="t"/>
                  <a:pathLst>
                    <a:path extrusionOk="0" h="46" w="288">
                      <a:moveTo>
                        <a:pt x="69" y="1"/>
                      </a:moveTo>
                      <a:cubicBezTo>
                        <a:pt x="33" y="17"/>
                        <a:pt x="17" y="17"/>
                        <a:pt x="0" y="17"/>
                      </a:cubicBezTo>
                      <a:lnTo>
                        <a:pt x="0" y="33"/>
                      </a:lnTo>
                      <a:cubicBezTo>
                        <a:pt x="8" y="41"/>
                        <a:pt x="17" y="45"/>
                        <a:pt x="29" y="45"/>
                      </a:cubicBezTo>
                      <a:cubicBezTo>
                        <a:pt x="42" y="45"/>
                        <a:pt x="59" y="41"/>
                        <a:pt x="85" y="33"/>
                      </a:cubicBezTo>
                      <a:cubicBezTo>
                        <a:pt x="118" y="33"/>
                        <a:pt x="186" y="17"/>
                        <a:pt x="235" y="17"/>
                      </a:cubicBezTo>
                      <a:cubicBezTo>
                        <a:pt x="255" y="1"/>
                        <a:pt x="271"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1"/>
                <p:cNvSpPr/>
                <p:nvPr/>
              </p:nvSpPr>
              <p:spPr>
                <a:xfrm>
                  <a:off x="3658466" y="1514305"/>
                  <a:ext cx="18574" cy="3278"/>
                </a:xfrm>
                <a:custGeom>
                  <a:rect b="b" l="l" r="r" t="t"/>
                  <a:pathLst>
                    <a:path extrusionOk="0" h="33" w="187">
                      <a:moveTo>
                        <a:pt x="69" y="0"/>
                      </a:moveTo>
                      <a:cubicBezTo>
                        <a:pt x="53" y="16"/>
                        <a:pt x="33" y="16"/>
                        <a:pt x="33" y="16"/>
                      </a:cubicBezTo>
                      <a:lnTo>
                        <a:pt x="17" y="16"/>
                      </a:lnTo>
                      <a:cubicBezTo>
                        <a:pt x="0" y="16"/>
                        <a:pt x="0" y="32"/>
                        <a:pt x="0" y="32"/>
                      </a:cubicBezTo>
                      <a:lnTo>
                        <a:pt x="69" y="32"/>
                      </a:lnTo>
                      <a:cubicBezTo>
                        <a:pt x="85" y="32"/>
                        <a:pt x="118" y="32"/>
                        <a:pt x="134" y="16"/>
                      </a:cubicBezTo>
                      <a:cubicBezTo>
                        <a:pt x="154" y="16"/>
                        <a:pt x="170" y="16"/>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1"/>
                <p:cNvSpPr/>
                <p:nvPr/>
              </p:nvSpPr>
              <p:spPr>
                <a:xfrm>
                  <a:off x="3658466" y="1531091"/>
                  <a:ext cx="20163" cy="3377"/>
                </a:xfrm>
                <a:custGeom>
                  <a:rect b="b" l="l" r="r" t="t"/>
                  <a:pathLst>
                    <a:path extrusionOk="0" h="34" w="203">
                      <a:moveTo>
                        <a:pt x="53" y="1"/>
                      </a:moveTo>
                      <a:cubicBezTo>
                        <a:pt x="33" y="17"/>
                        <a:pt x="33" y="17"/>
                        <a:pt x="17" y="17"/>
                      </a:cubicBezTo>
                      <a:lnTo>
                        <a:pt x="0" y="17"/>
                      </a:lnTo>
                      <a:lnTo>
                        <a:pt x="0" y="33"/>
                      </a:lnTo>
                      <a:lnTo>
                        <a:pt x="101" y="33"/>
                      </a:lnTo>
                      <a:cubicBezTo>
                        <a:pt x="118" y="33"/>
                        <a:pt x="134" y="17"/>
                        <a:pt x="154" y="17"/>
                      </a:cubicBezTo>
                      <a:cubicBezTo>
                        <a:pt x="186" y="1"/>
                        <a:pt x="202"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1"/>
                <p:cNvSpPr/>
                <p:nvPr/>
              </p:nvSpPr>
              <p:spPr>
                <a:xfrm>
                  <a:off x="3660055" y="1544400"/>
                  <a:ext cx="8542" cy="3278"/>
                </a:xfrm>
                <a:custGeom>
                  <a:rect b="b" l="l" r="r" t="t"/>
                  <a:pathLst>
                    <a:path extrusionOk="0" h="33" w="86">
                      <a:moveTo>
                        <a:pt x="17" y="0"/>
                      </a:moveTo>
                      <a:lnTo>
                        <a:pt x="1" y="16"/>
                      </a:lnTo>
                      <a:cubicBezTo>
                        <a:pt x="1" y="32"/>
                        <a:pt x="1" y="32"/>
                        <a:pt x="17" y="32"/>
                      </a:cubicBezTo>
                      <a:cubicBezTo>
                        <a:pt x="37" y="32"/>
                        <a:pt x="69" y="32"/>
                        <a:pt x="85" y="16"/>
                      </a:cubicBezTo>
                      <a:cubicBezTo>
                        <a:pt x="69" y="0"/>
                        <a:pt x="37"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1"/>
                <p:cNvSpPr/>
                <p:nvPr/>
              </p:nvSpPr>
              <p:spPr>
                <a:xfrm>
                  <a:off x="3658466" y="1557611"/>
                  <a:ext cx="5264" cy="2086"/>
                </a:xfrm>
                <a:custGeom>
                  <a:rect b="b" l="l" r="r" t="t"/>
                  <a:pathLst>
                    <a:path extrusionOk="0" h="21" w="53">
                      <a:moveTo>
                        <a:pt x="0" y="0"/>
                      </a:moveTo>
                      <a:lnTo>
                        <a:pt x="0" y="21"/>
                      </a:lnTo>
                      <a:lnTo>
                        <a:pt x="33" y="21"/>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1"/>
                <p:cNvSpPr/>
                <p:nvPr/>
              </p:nvSpPr>
              <p:spPr>
                <a:xfrm>
                  <a:off x="3792058" y="1447261"/>
                  <a:ext cx="8542" cy="2086"/>
                </a:xfrm>
                <a:custGeom>
                  <a:rect b="b" l="l" r="r" t="t"/>
                  <a:pathLst>
                    <a:path extrusionOk="0" h="21" w="86">
                      <a:moveTo>
                        <a:pt x="53" y="1"/>
                      </a:moveTo>
                      <a:cubicBezTo>
                        <a:pt x="53" y="1"/>
                        <a:pt x="21" y="1"/>
                        <a:pt x="1" y="21"/>
                      </a:cubicBezTo>
                      <a:lnTo>
                        <a:pt x="69" y="21"/>
                      </a:lnTo>
                      <a:cubicBezTo>
                        <a:pt x="85" y="21"/>
                        <a:pt x="85" y="2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1"/>
                <p:cNvSpPr/>
                <p:nvPr/>
              </p:nvSpPr>
              <p:spPr>
                <a:xfrm>
                  <a:off x="3751931" y="1464146"/>
                  <a:ext cx="23739" cy="5264"/>
                </a:xfrm>
                <a:custGeom>
                  <a:rect b="b" l="l" r="r" t="t"/>
                  <a:pathLst>
                    <a:path extrusionOk="0" h="53" w="239">
                      <a:moveTo>
                        <a:pt x="239" y="0"/>
                      </a:moveTo>
                      <a:cubicBezTo>
                        <a:pt x="223" y="0"/>
                        <a:pt x="203" y="0"/>
                        <a:pt x="186" y="16"/>
                      </a:cubicBezTo>
                      <a:lnTo>
                        <a:pt x="122" y="16"/>
                      </a:lnTo>
                      <a:cubicBezTo>
                        <a:pt x="102" y="16"/>
                        <a:pt x="85" y="32"/>
                        <a:pt x="69" y="32"/>
                      </a:cubicBezTo>
                      <a:lnTo>
                        <a:pt x="186" y="32"/>
                      </a:lnTo>
                      <a:cubicBezTo>
                        <a:pt x="203" y="16"/>
                        <a:pt x="203" y="16"/>
                        <a:pt x="223" y="16"/>
                      </a:cubicBezTo>
                      <a:lnTo>
                        <a:pt x="239" y="16"/>
                      </a:lnTo>
                      <a:lnTo>
                        <a:pt x="239" y="0"/>
                      </a:lnTo>
                      <a:close/>
                      <a:moveTo>
                        <a:pt x="69" y="32"/>
                      </a:moveTo>
                      <a:cubicBezTo>
                        <a:pt x="37" y="32"/>
                        <a:pt x="1" y="53"/>
                        <a:pt x="1" y="53"/>
                      </a:cubicBezTo>
                      <a:cubicBezTo>
                        <a:pt x="1" y="53"/>
                        <a:pt x="37" y="53"/>
                        <a:pt x="69" y="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1"/>
                <p:cNvSpPr/>
                <p:nvPr/>
              </p:nvSpPr>
              <p:spPr>
                <a:xfrm>
                  <a:off x="3707036" y="1484210"/>
                  <a:ext cx="21752" cy="3278"/>
                </a:xfrm>
                <a:custGeom>
                  <a:rect b="b" l="l" r="r" t="t"/>
                  <a:pathLst>
                    <a:path extrusionOk="0" h="33" w="219">
                      <a:moveTo>
                        <a:pt x="150" y="0"/>
                      </a:moveTo>
                      <a:cubicBezTo>
                        <a:pt x="150" y="0"/>
                        <a:pt x="133" y="0"/>
                        <a:pt x="101" y="16"/>
                      </a:cubicBezTo>
                      <a:lnTo>
                        <a:pt x="69" y="16"/>
                      </a:lnTo>
                      <a:cubicBezTo>
                        <a:pt x="32" y="32"/>
                        <a:pt x="0" y="32"/>
                        <a:pt x="0" y="32"/>
                      </a:cubicBezTo>
                      <a:lnTo>
                        <a:pt x="69" y="32"/>
                      </a:lnTo>
                      <a:cubicBezTo>
                        <a:pt x="85" y="32"/>
                        <a:pt x="101" y="32"/>
                        <a:pt x="117" y="16"/>
                      </a:cubicBezTo>
                      <a:lnTo>
                        <a:pt x="150" y="16"/>
                      </a:lnTo>
                      <a:cubicBezTo>
                        <a:pt x="218" y="16"/>
                        <a:pt x="218" y="16"/>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1"/>
                <p:cNvSpPr/>
                <p:nvPr/>
              </p:nvSpPr>
              <p:spPr>
                <a:xfrm>
                  <a:off x="3693726" y="1497420"/>
                  <a:ext cx="20163" cy="5264"/>
                </a:xfrm>
                <a:custGeom>
                  <a:rect b="b" l="l" r="r" t="t"/>
                  <a:pathLst>
                    <a:path extrusionOk="0" h="53" w="203">
                      <a:moveTo>
                        <a:pt x="150" y="0"/>
                      </a:moveTo>
                      <a:cubicBezTo>
                        <a:pt x="134" y="0"/>
                        <a:pt x="118" y="21"/>
                        <a:pt x="102" y="21"/>
                      </a:cubicBezTo>
                      <a:cubicBezTo>
                        <a:pt x="82" y="21"/>
                        <a:pt x="65" y="21"/>
                        <a:pt x="49" y="37"/>
                      </a:cubicBezTo>
                      <a:lnTo>
                        <a:pt x="150" y="37"/>
                      </a:lnTo>
                      <a:cubicBezTo>
                        <a:pt x="166" y="21"/>
                        <a:pt x="183" y="21"/>
                        <a:pt x="183" y="21"/>
                      </a:cubicBezTo>
                      <a:lnTo>
                        <a:pt x="203" y="21"/>
                      </a:lnTo>
                      <a:cubicBezTo>
                        <a:pt x="203" y="21"/>
                        <a:pt x="203" y="0"/>
                        <a:pt x="183" y="0"/>
                      </a:cubicBezTo>
                      <a:close/>
                      <a:moveTo>
                        <a:pt x="49" y="37"/>
                      </a:moveTo>
                      <a:cubicBezTo>
                        <a:pt x="17" y="37"/>
                        <a:pt x="1" y="53"/>
                        <a:pt x="1" y="53"/>
                      </a:cubicBezTo>
                      <a:cubicBezTo>
                        <a:pt x="1" y="53"/>
                        <a:pt x="17" y="53"/>
                        <a:pt x="49"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1"/>
                <p:cNvSpPr/>
                <p:nvPr/>
              </p:nvSpPr>
              <p:spPr>
                <a:xfrm>
                  <a:off x="3685383" y="1514305"/>
                  <a:ext cx="8443" cy="1689"/>
                </a:xfrm>
                <a:custGeom>
                  <a:rect b="b" l="l" r="r" t="t"/>
                  <a:pathLst>
                    <a:path extrusionOk="0" h="17" w="85">
                      <a:moveTo>
                        <a:pt x="32" y="0"/>
                      </a:moveTo>
                      <a:cubicBezTo>
                        <a:pt x="16" y="16"/>
                        <a:pt x="0" y="16"/>
                        <a:pt x="0" y="16"/>
                      </a:cubicBezTo>
                      <a:lnTo>
                        <a:pt x="65" y="16"/>
                      </a:lnTo>
                      <a:cubicBezTo>
                        <a:pt x="85" y="16"/>
                        <a:pt x="85" y="16"/>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1"/>
                <p:cNvSpPr/>
                <p:nvPr/>
              </p:nvSpPr>
              <p:spPr>
                <a:xfrm>
                  <a:off x="3681708" y="1529502"/>
                  <a:ext cx="6953" cy="3278"/>
                </a:xfrm>
                <a:custGeom>
                  <a:rect b="b" l="l" r="r" t="t"/>
                  <a:pathLst>
                    <a:path extrusionOk="0" h="33" w="70">
                      <a:moveTo>
                        <a:pt x="37" y="1"/>
                      </a:moveTo>
                      <a:cubicBezTo>
                        <a:pt x="21" y="1"/>
                        <a:pt x="21" y="17"/>
                        <a:pt x="21" y="17"/>
                      </a:cubicBezTo>
                      <a:lnTo>
                        <a:pt x="53" y="17"/>
                      </a:lnTo>
                      <a:cubicBezTo>
                        <a:pt x="69" y="17"/>
                        <a:pt x="69" y="17"/>
                        <a:pt x="69" y="1"/>
                      </a:cubicBezTo>
                      <a:close/>
                      <a:moveTo>
                        <a:pt x="21" y="17"/>
                      </a:moveTo>
                      <a:cubicBezTo>
                        <a:pt x="1" y="17"/>
                        <a:pt x="1" y="33"/>
                        <a:pt x="1" y="33"/>
                      </a:cubicBezTo>
                      <a:lnTo>
                        <a:pt x="21" y="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1"/>
                <p:cNvSpPr/>
                <p:nvPr/>
              </p:nvSpPr>
              <p:spPr>
                <a:xfrm>
                  <a:off x="3671676" y="1544400"/>
                  <a:ext cx="28606" cy="5264"/>
                </a:xfrm>
                <a:custGeom>
                  <a:rect b="b" l="l" r="r" t="t"/>
                  <a:pathLst>
                    <a:path extrusionOk="0" h="53" w="288">
                      <a:moveTo>
                        <a:pt x="203" y="0"/>
                      </a:moveTo>
                      <a:cubicBezTo>
                        <a:pt x="170" y="0"/>
                        <a:pt x="154" y="0"/>
                        <a:pt x="122" y="16"/>
                      </a:cubicBezTo>
                      <a:cubicBezTo>
                        <a:pt x="102" y="16"/>
                        <a:pt x="69" y="32"/>
                        <a:pt x="53" y="32"/>
                      </a:cubicBezTo>
                      <a:cubicBezTo>
                        <a:pt x="37" y="32"/>
                        <a:pt x="21" y="32"/>
                        <a:pt x="1" y="53"/>
                      </a:cubicBezTo>
                      <a:lnTo>
                        <a:pt x="53" y="53"/>
                      </a:lnTo>
                      <a:cubicBezTo>
                        <a:pt x="69" y="53"/>
                        <a:pt x="102" y="32"/>
                        <a:pt x="122" y="32"/>
                      </a:cubicBezTo>
                      <a:cubicBezTo>
                        <a:pt x="154" y="32"/>
                        <a:pt x="186" y="16"/>
                        <a:pt x="203" y="16"/>
                      </a:cubicBezTo>
                      <a:lnTo>
                        <a:pt x="255" y="16"/>
                      </a:lnTo>
                      <a:cubicBezTo>
                        <a:pt x="271" y="0"/>
                        <a:pt x="271"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1"/>
                <p:cNvSpPr/>
                <p:nvPr/>
              </p:nvSpPr>
              <p:spPr>
                <a:xfrm>
                  <a:off x="3673663" y="1557611"/>
                  <a:ext cx="8145" cy="2086"/>
                </a:xfrm>
                <a:custGeom>
                  <a:rect b="b" l="l" r="r" t="t"/>
                  <a:pathLst>
                    <a:path extrusionOk="0" h="21" w="82">
                      <a:moveTo>
                        <a:pt x="49" y="0"/>
                      </a:moveTo>
                      <a:cubicBezTo>
                        <a:pt x="33" y="0"/>
                        <a:pt x="17" y="0"/>
                        <a:pt x="1" y="21"/>
                      </a:cubicBezTo>
                      <a:lnTo>
                        <a:pt x="82" y="21"/>
                      </a:lnTo>
                      <a:cubicBezTo>
                        <a:pt x="82" y="0"/>
                        <a:pt x="82"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1"/>
                <p:cNvSpPr/>
                <p:nvPr/>
              </p:nvSpPr>
              <p:spPr>
                <a:xfrm>
                  <a:off x="3767227" y="1646308"/>
                  <a:ext cx="26917" cy="6853"/>
                </a:xfrm>
                <a:custGeom>
                  <a:rect b="b" l="l" r="r" t="t"/>
                  <a:pathLst>
                    <a:path extrusionOk="0" h="69" w="271">
                      <a:moveTo>
                        <a:pt x="271" y="0"/>
                      </a:moveTo>
                      <a:cubicBezTo>
                        <a:pt x="271" y="0"/>
                        <a:pt x="234" y="0"/>
                        <a:pt x="202" y="16"/>
                      </a:cubicBezTo>
                      <a:lnTo>
                        <a:pt x="133" y="16"/>
                      </a:lnTo>
                      <a:cubicBezTo>
                        <a:pt x="117" y="37"/>
                        <a:pt x="101" y="37"/>
                        <a:pt x="101" y="37"/>
                      </a:cubicBezTo>
                      <a:lnTo>
                        <a:pt x="69" y="37"/>
                      </a:lnTo>
                      <a:cubicBezTo>
                        <a:pt x="49" y="37"/>
                        <a:pt x="32" y="53"/>
                        <a:pt x="16" y="53"/>
                      </a:cubicBezTo>
                      <a:lnTo>
                        <a:pt x="0" y="53"/>
                      </a:lnTo>
                      <a:lnTo>
                        <a:pt x="0" y="69"/>
                      </a:lnTo>
                      <a:lnTo>
                        <a:pt x="69" y="69"/>
                      </a:lnTo>
                      <a:cubicBezTo>
                        <a:pt x="101" y="69"/>
                        <a:pt x="117" y="53"/>
                        <a:pt x="133" y="53"/>
                      </a:cubicBezTo>
                      <a:cubicBezTo>
                        <a:pt x="170" y="53"/>
                        <a:pt x="186" y="37"/>
                        <a:pt x="202" y="37"/>
                      </a:cubicBezTo>
                      <a:cubicBezTo>
                        <a:pt x="251" y="16"/>
                        <a:pt x="271"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1"/>
                <p:cNvSpPr/>
                <p:nvPr/>
              </p:nvSpPr>
              <p:spPr>
                <a:xfrm>
                  <a:off x="3767227" y="1659915"/>
                  <a:ext cx="14899" cy="4966"/>
                </a:xfrm>
                <a:custGeom>
                  <a:rect b="b" l="l" r="r" t="t"/>
                  <a:pathLst>
                    <a:path extrusionOk="0" h="50" w="150">
                      <a:moveTo>
                        <a:pt x="150" y="1"/>
                      </a:moveTo>
                      <a:cubicBezTo>
                        <a:pt x="149" y="1"/>
                        <a:pt x="133" y="17"/>
                        <a:pt x="101" y="17"/>
                      </a:cubicBezTo>
                      <a:cubicBezTo>
                        <a:pt x="85" y="17"/>
                        <a:pt x="69" y="17"/>
                        <a:pt x="32" y="33"/>
                      </a:cubicBezTo>
                      <a:lnTo>
                        <a:pt x="16" y="33"/>
                      </a:lnTo>
                      <a:lnTo>
                        <a:pt x="0" y="49"/>
                      </a:lnTo>
                      <a:lnTo>
                        <a:pt x="85" y="49"/>
                      </a:lnTo>
                      <a:cubicBezTo>
                        <a:pt x="85" y="33"/>
                        <a:pt x="101" y="33"/>
                        <a:pt x="117" y="33"/>
                      </a:cubicBezTo>
                      <a:cubicBezTo>
                        <a:pt x="117" y="17"/>
                        <a:pt x="133" y="17"/>
                        <a:pt x="133" y="17"/>
                      </a:cubicBezTo>
                      <a:lnTo>
                        <a:pt x="1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1"/>
                <p:cNvSpPr/>
                <p:nvPr/>
              </p:nvSpPr>
              <p:spPr>
                <a:xfrm>
                  <a:off x="3767227" y="1671536"/>
                  <a:ext cx="10131" cy="4966"/>
                </a:xfrm>
                <a:custGeom>
                  <a:rect b="b" l="l" r="r" t="t"/>
                  <a:pathLst>
                    <a:path extrusionOk="0" h="50" w="102">
                      <a:moveTo>
                        <a:pt x="69" y="1"/>
                      </a:moveTo>
                      <a:cubicBezTo>
                        <a:pt x="49" y="17"/>
                        <a:pt x="32" y="17"/>
                        <a:pt x="16" y="17"/>
                      </a:cubicBezTo>
                      <a:cubicBezTo>
                        <a:pt x="8" y="25"/>
                        <a:pt x="4" y="25"/>
                        <a:pt x="2" y="25"/>
                      </a:cubicBezTo>
                      <a:cubicBezTo>
                        <a:pt x="0" y="25"/>
                        <a:pt x="0" y="25"/>
                        <a:pt x="0" y="33"/>
                      </a:cubicBezTo>
                      <a:lnTo>
                        <a:pt x="0" y="49"/>
                      </a:lnTo>
                      <a:lnTo>
                        <a:pt x="32" y="49"/>
                      </a:lnTo>
                      <a:cubicBezTo>
                        <a:pt x="49" y="33"/>
                        <a:pt x="69" y="33"/>
                        <a:pt x="69" y="17"/>
                      </a:cubicBezTo>
                      <a:cubicBezTo>
                        <a:pt x="85" y="17"/>
                        <a:pt x="101" y="1"/>
                        <a:pt x="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1"/>
                <p:cNvSpPr/>
                <p:nvPr/>
              </p:nvSpPr>
              <p:spPr>
                <a:xfrm>
                  <a:off x="3768816" y="1681568"/>
                  <a:ext cx="13310" cy="4966"/>
                </a:xfrm>
                <a:custGeom>
                  <a:rect b="b" l="l" r="r" t="t"/>
                  <a:pathLst>
                    <a:path extrusionOk="0" h="50" w="134">
                      <a:moveTo>
                        <a:pt x="101" y="1"/>
                      </a:moveTo>
                      <a:cubicBezTo>
                        <a:pt x="85" y="1"/>
                        <a:pt x="85" y="17"/>
                        <a:pt x="69" y="17"/>
                      </a:cubicBezTo>
                      <a:lnTo>
                        <a:pt x="33" y="17"/>
                      </a:lnTo>
                      <a:cubicBezTo>
                        <a:pt x="16" y="17"/>
                        <a:pt x="16" y="33"/>
                        <a:pt x="16" y="33"/>
                      </a:cubicBezTo>
                      <a:lnTo>
                        <a:pt x="0" y="33"/>
                      </a:lnTo>
                      <a:lnTo>
                        <a:pt x="16" y="49"/>
                      </a:lnTo>
                      <a:lnTo>
                        <a:pt x="53" y="49"/>
                      </a:lnTo>
                      <a:cubicBezTo>
                        <a:pt x="69" y="33"/>
                        <a:pt x="85" y="33"/>
                        <a:pt x="101" y="17"/>
                      </a:cubicBezTo>
                      <a:cubicBezTo>
                        <a:pt x="117" y="17"/>
                        <a:pt x="134"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1"/>
                <p:cNvSpPr/>
                <p:nvPr/>
              </p:nvSpPr>
              <p:spPr>
                <a:xfrm>
                  <a:off x="3770405" y="1688024"/>
                  <a:ext cx="25328" cy="8542"/>
                </a:xfrm>
                <a:custGeom>
                  <a:rect b="b" l="l" r="r" t="t"/>
                  <a:pathLst>
                    <a:path extrusionOk="0" h="86" w="255">
                      <a:moveTo>
                        <a:pt x="239" y="0"/>
                      </a:moveTo>
                      <a:cubicBezTo>
                        <a:pt x="219" y="21"/>
                        <a:pt x="202" y="21"/>
                        <a:pt x="186" y="21"/>
                      </a:cubicBezTo>
                      <a:cubicBezTo>
                        <a:pt x="138" y="37"/>
                        <a:pt x="101" y="53"/>
                        <a:pt x="69" y="53"/>
                      </a:cubicBezTo>
                      <a:cubicBezTo>
                        <a:pt x="53" y="53"/>
                        <a:pt x="37" y="69"/>
                        <a:pt x="17" y="69"/>
                      </a:cubicBezTo>
                      <a:lnTo>
                        <a:pt x="0" y="69"/>
                      </a:lnTo>
                      <a:lnTo>
                        <a:pt x="0" y="85"/>
                      </a:lnTo>
                      <a:lnTo>
                        <a:pt x="69" y="85"/>
                      </a:lnTo>
                      <a:cubicBezTo>
                        <a:pt x="101" y="69"/>
                        <a:pt x="154" y="53"/>
                        <a:pt x="186" y="37"/>
                      </a:cubicBezTo>
                      <a:cubicBezTo>
                        <a:pt x="202" y="21"/>
                        <a:pt x="219" y="21"/>
                        <a:pt x="239" y="21"/>
                      </a:cubicBezTo>
                      <a:cubicBezTo>
                        <a:pt x="239" y="0"/>
                        <a:pt x="255"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1"/>
                <p:cNvSpPr/>
                <p:nvPr/>
              </p:nvSpPr>
              <p:spPr>
                <a:xfrm>
                  <a:off x="3767227" y="1700043"/>
                  <a:ext cx="26917" cy="8145"/>
                </a:xfrm>
                <a:custGeom>
                  <a:rect b="b" l="l" r="r" t="t"/>
                  <a:pathLst>
                    <a:path extrusionOk="0" h="82" w="271">
                      <a:moveTo>
                        <a:pt x="271" y="1"/>
                      </a:moveTo>
                      <a:cubicBezTo>
                        <a:pt x="270" y="1"/>
                        <a:pt x="234" y="17"/>
                        <a:pt x="202" y="17"/>
                      </a:cubicBezTo>
                      <a:cubicBezTo>
                        <a:pt x="186" y="17"/>
                        <a:pt x="150" y="17"/>
                        <a:pt x="133" y="33"/>
                      </a:cubicBezTo>
                      <a:cubicBezTo>
                        <a:pt x="117" y="33"/>
                        <a:pt x="85" y="33"/>
                        <a:pt x="69" y="49"/>
                      </a:cubicBezTo>
                      <a:cubicBezTo>
                        <a:pt x="32" y="49"/>
                        <a:pt x="16" y="65"/>
                        <a:pt x="16" y="65"/>
                      </a:cubicBezTo>
                      <a:cubicBezTo>
                        <a:pt x="0" y="81"/>
                        <a:pt x="16" y="81"/>
                        <a:pt x="16" y="81"/>
                      </a:cubicBezTo>
                      <a:cubicBezTo>
                        <a:pt x="32" y="81"/>
                        <a:pt x="49" y="81"/>
                        <a:pt x="85" y="65"/>
                      </a:cubicBezTo>
                      <a:cubicBezTo>
                        <a:pt x="101" y="65"/>
                        <a:pt x="117" y="49"/>
                        <a:pt x="133" y="49"/>
                      </a:cubicBezTo>
                      <a:cubicBezTo>
                        <a:pt x="150" y="49"/>
                        <a:pt x="186" y="33"/>
                        <a:pt x="202" y="33"/>
                      </a:cubicBezTo>
                      <a:cubicBezTo>
                        <a:pt x="234" y="17"/>
                        <a:pt x="270"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1"/>
                <p:cNvSpPr/>
                <p:nvPr/>
              </p:nvSpPr>
              <p:spPr>
                <a:xfrm>
                  <a:off x="3771994" y="1714842"/>
                  <a:ext cx="6953" cy="3377"/>
                </a:xfrm>
                <a:custGeom>
                  <a:rect b="b" l="l" r="r" t="t"/>
                  <a:pathLst>
                    <a:path extrusionOk="0" h="34" w="70">
                      <a:moveTo>
                        <a:pt x="69" y="1"/>
                      </a:moveTo>
                      <a:lnTo>
                        <a:pt x="53" y="17"/>
                      </a:lnTo>
                      <a:lnTo>
                        <a:pt x="69" y="17"/>
                      </a:lnTo>
                      <a:lnTo>
                        <a:pt x="69" y="1"/>
                      </a:lnTo>
                      <a:close/>
                      <a:moveTo>
                        <a:pt x="1" y="17"/>
                      </a:moveTo>
                      <a:lnTo>
                        <a:pt x="1" y="33"/>
                      </a:lnTo>
                      <a:lnTo>
                        <a:pt x="37" y="33"/>
                      </a:lnTo>
                      <a:lnTo>
                        <a:pt x="53" y="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1"/>
                <p:cNvSpPr/>
                <p:nvPr/>
              </p:nvSpPr>
              <p:spPr>
                <a:xfrm>
                  <a:off x="3770405" y="1724874"/>
                  <a:ext cx="20163" cy="6953"/>
                </a:xfrm>
                <a:custGeom>
                  <a:rect b="b" l="l" r="r" t="t"/>
                  <a:pathLst>
                    <a:path extrusionOk="0" h="70" w="203">
                      <a:moveTo>
                        <a:pt x="202" y="1"/>
                      </a:moveTo>
                      <a:cubicBezTo>
                        <a:pt x="202" y="1"/>
                        <a:pt x="186" y="17"/>
                        <a:pt x="154" y="17"/>
                      </a:cubicBezTo>
                      <a:cubicBezTo>
                        <a:pt x="118" y="17"/>
                        <a:pt x="85" y="33"/>
                        <a:pt x="53" y="53"/>
                      </a:cubicBezTo>
                      <a:lnTo>
                        <a:pt x="17" y="53"/>
                      </a:lnTo>
                      <a:lnTo>
                        <a:pt x="0" y="70"/>
                      </a:lnTo>
                      <a:lnTo>
                        <a:pt x="69" y="70"/>
                      </a:lnTo>
                      <a:cubicBezTo>
                        <a:pt x="85" y="70"/>
                        <a:pt x="118" y="53"/>
                        <a:pt x="154" y="33"/>
                      </a:cubicBezTo>
                      <a:cubicBezTo>
                        <a:pt x="186" y="17"/>
                        <a:pt x="202"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1"/>
                <p:cNvSpPr/>
                <p:nvPr/>
              </p:nvSpPr>
              <p:spPr>
                <a:xfrm>
                  <a:off x="3770405" y="1740170"/>
                  <a:ext cx="10131" cy="3278"/>
                </a:xfrm>
                <a:custGeom>
                  <a:rect b="b" l="l" r="r" t="t"/>
                  <a:pathLst>
                    <a:path extrusionOk="0" h="33" w="102">
                      <a:moveTo>
                        <a:pt x="69" y="0"/>
                      </a:moveTo>
                      <a:cubicBezTo>
                        <a:pt x="53" y="0"/>
                        <a:pt x="37" y="0"/>
                        <a:pt x="17" y="17"/>
                      </a:cubicBezTo>
                      <a:lnTo>
                        <a:pt x="0" y="17"/>
                      </a:lnTo>
                      <a:lnTo>
                        <a:pt x="0" y="33"/>
                      </a:lnTo>
                      <a:lnTo>
                        <a:pt x="37" y="33"/>
                      </a:lnTo>
                      <a:cubicBezTo>
                        <a:pt x="37" y="33"/>
                        <a:pt x="53" y="33"/>
                        <a:pt x="53" y="17"/>
                      </a:cubicBezTo>
                      <a:lnTo>
                        <a:pt x="85" y="17"/>
                      </a:lnTo>
                      <a:cubicBezTo>
                        <a:pt x="85" y="0"/>
                        <a:pt x="85" y="0"/>
                        <a:pt x="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1"/>
                <p:cNvSpPr/>
                <p:nvPr/>
              </p:nvSpPr>
              <p:spPr>
                <a:xfrm>
                  <a:off x="3770405" y="1744938"/>
                  <a:ext cx="25328" cy="8542"/>
                </a:xfrm>
                <a:custGeom>
                  <a:rect b="b" l="l" r="r" t="t"/>
                  <a:pathLst>
                    <a:path extrusionOk="0" h="86" w="255">
                      <a:moveTo>
                        <a:pt x="255" y="1"/>
                      </a:moveTo>
                      <a:cubicBezTo>
                        <a:pt x="255" y="1"/>
                        <a:pt x="248" y="1"/>
                        <a:pt x="243" y="6"/>
                      </a:cubicBezTo>
                      <a:lnTo>
                        <a:pt x="243" y="6"/>
                      </a:lnTo>
                      <a:cubicBezTo>
                        <a:pt x="250" y="3"/>
                        <a:pt x="255" y="1"/>
                        <a:pt x="255" y="1"/>
                      </a:cubicBezTo>
                      <a:close/>
                      <a:moveTo>
                        <a:pt x="243" y="6"/>
                      </a:moveTo>
                      <a:cubicBezTo>
                        <a:pt x="230" y="10"/>
                        <a:pt x="207" y="17"/>
                        <a:pt x="186" y="17"/>
                      </a:cubicBezTo>
                      <a:cubicBezTo>
                        <a:pt x="138" y="33"/>
                        <a:pt x="101" y="33"/>
                        <a:pt x="69" y="53"/>
                      </a:cubicBezTo>
                      <a:lnTo>
                        <a:pt x="0" y="53"/>
                      </a:lnTo>
                      <a:lnTo>
                        <a:pt x="0" y="70"/>
                      </a:lnTo>
                      <a:cubicBezTo>
                        <a:pt x="17" y="70"/>
                        <a:pt x="17" y="86"/>
                        <a:pt x="37" y="86"/>
                      </a:cubicBezTo>
                      <a:cubicBezTo>
                        <a:pt x="37" y="86"/>
                        <a:pt x="53" y="86"/>
                        <a:pt x="69" y="70"/>
                      </a:cubicBezTo>
                      <a:cubicBezTo>
                        <a:pt x="101" y="70"/>
                        <a:pt x="154" y="53"/>
                        <a:pt x="186" y="33"/>
                      </a:cubicBezTo>
                      <a:cubicBezTo>
                        <a:pt x="202" y="17"/>
                        <a:pt x="219" y="17"/>
                        <a:pt x="239" y="17"/>
                      </a:cubicBezTo>
                      <a:cubicBezTo>
                        <a:pt x="239" y="12"/>
                        <a:pt x="241" y="8"/>
                        <a:pt x="243" y="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1"/>
                <p:cNvSpPr/>
                <p:nvPr/>
              </p:nvSpPr>
              <p:spPr>
                <a:xfrm>
                  <a:off x="3770405" y="1756658"/>
                  <a:ext cx="37048" cy="10131"/>
                </a:xfrm>
                <a:custGeom>
                  <a:rect b="b" l="l" r="r" t="t"/>
                  <a:pathLst>
                    <a:path extrusionOk="0" h="102" w="373">
                      <a:moveTo>
                        <a:pt x="372" y="0"/>
                      </a:moveTo>
                      <a:cubicBezTo>
                        <a:pt x="372" y="0"/>
                        <a:pt x="319" y="16"/>
                        <a:pt x="271" y="16"/>
                      </a:cubicBezTo>
                      <a:cubicBezTo>
                        <a:pt x="239" y="16"/>
                        <a:pt x="202" y="36"/>
                        <a:pt x="170" y="36"/>
                      </a:cubicBezTo>
                      <a:lnTo>
                        <a:pt x="154" y="36"/>
                      </a:lnTo>
                      <a:cubicBezTo>
                        <a:pt x="138" y="36"/>
                        <a:pt x="138" y="53"/>
                        <a:pt x="118" y="53"/>
                      </a:cubicBezTo>
                      <a:lnTo>
                        <a:pt x="85" y="53"/>
                      </a:lnTo>
                      <a:cubicBezTo>
                        <a:pt x="53" y="69"/>
                        <a:pt x="37" y="69"/>
                        <a:pt x="17" y="85"/>
                      </a:cubicBezTo>
                      <a:lnTo>
                        <a:pt x="0" y="85"/>
                      </a:lnTo>
                      <a:lnTo>
                        <a:pt x="0" y="101"/>
                      </a:lnTo>
                      <a:lnTo>
                        <a:pt x="37" y="101"/>
                      </a:lnTo>
                      <a:cubicBezTo>
                        <a:pt x="53" y="101"/>
                        <a:pt x="69" y="85"/>
                        <a:pt x="85" y="85"/>
                      </a:cubicBezTo>
                      <a:cubicBezTo>
                        <a:pt x="101" y="85"/>
                        <a:pt x="118" y="69"/>
                        <a:pt x="138" y="69"/>
                      </a:cubicBezTo>
                      <a:lnTo>
                        <a:pt x="154" y="69"/>
                      </a:lnTo>
                      <a:lnTo>
                        <a:pt x="170" y="53"/>
                      </a:lnTo>
                      <a:cubicBezTo>
                        <a:pt x="202" y="53"/>
                        <a:pt x="239" y="36"/>
                        <a:pt x="271" y="36"/>
                      </a:cubicBezTo>
                      <a:cubicBezTo>
                        <a:pt x="319" y="16"/>
                        <a:pt x="372" y="0"/>
                        <a:pt x="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1"/>
                <p:cNvSpPr/>
                <p:nvPr/>
              </p:nvSpPr>
              <p:spPr>
                <a:xfrm>
                  <a:off x="3770405" y="1768279"/>
                  <a:ext cx="28606" cy="8542"/>
                </a:xfrm>
                <a:custGeom>
                  <a:rect b="b" l="l" r="r" t="t"/>
                  <a:pathLst>
                    <a:path extrusionOk="0" h="86" w="288">
                      <a:moveTo>
                        <a:pt x="287" y="0"/>
                      </a:moveTo>
                      <a:cubicBezTo>
                        <a:pt x="271" y="0"/>
                        <a:pt x="255" y="20"/>
                        <a:pt x="239" y="20"/>
                      </a:cubicBezTo>
                      <a:cubicBezTo>
                        <a:pt x="202" y="20"/>
                        <a:pt x="186" y="37"/>
                        <a:pt x="154" y="37"/>
                      </a:cubicBezTo>
                      <a:cubicBezTo>
                        <a:pt x="138" y="37"/>
                        <a:pt x="138" y="37"/>
                        <a:pt x="118" y="53"/>
                      </a:cubicBezTo>
                      <a:lnTo>
                        <a:pt x="85" y="53"/>
                      </a:lnTo>
                      <a:cubicBezTo>
                        <a:pt x="53" y="69"/>
                        <a:pt x="17" y="69"/>
                        <a:pt x="17" y="69"/>
                      </a:cubicBezTo>
                      <a:lnTo>
                        <a:pt x="0" y="85"/>
                      </a:lnTo>
                      <a:lnTo>
                        <a:pt x="85" y="85"/>
                      </a:lnTo>
                      <a:cubicBezTo>
                        <a:pt x="101" y="85"/>
                        <a:pt x="118" y="69"/>
                        <a:pt x="118" y="69"/>
                      </a:cubicBezTo>
                      <a:cubicBezTo>
                        <a:pt x="138" y="69"/>
                        <a:pt x="154" y="69"/>
                        <a:pt x="170" y="53"/>
                      </a:cubicBezTo>
                      <a:cubicBezTo>
                        <a:pt x="186" y="53"/>
                        <a:pt x="219" y="37"/>
                        <a:pt x="239" y="37"/>
                      </a:cubicBezTo>
                      <a:cubicBezTo>
                        <a:pt x="255" y="20"/>
                        <a:pt x="271" y="2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1"/>
                <p:cNvSpPr/>
                <p:nvPr/>
              </p:nvSpPr>
              <p:spPr>
                <a:xfrm>
                  <a:off x="3771994" y="1780297"/>
                  <a:ext cx="33771" cy="8145"/>
                </a:xfrm>
                <a:custGeom>
                  <a:rect b="b" l="l" r="r" t="t"/>
                  <a:pathLst>
                    <a:path extrusionOk="0" h="82" w="340">
                      <a:moveTo>
                        <a:pt x="223" y="0"/>
                      </a:moveTo>
                      <a:cubicBezTo>
                        <a:pt x="203" y="0"/>
                        <a:pt x="203" y="0"/>
                        <a:pt x="186" y="17"/>
                      </a:cubicBezTo>
                      <a:cubicBezTo>
                        <a:pt x="154" y="17"/>
                        <a:pt x="122" y="33"/>
                        <a:pt x="102" y="33"/>
                      </a:cubicBezTo>
                      <a:cubicBezTo>
                        <a:pt x="53" y="49"/>
                        <a:pt x="21" y="65"/>
                        <a:pt x="1" y="65"/>
                      </a:cubicBezTo>
                      <a:lnTo>
                        <a:pt x="1" y="81"/>
                      </a:lnTo>
                      <a:cubicBezTo>
                        <a:pt x="21" y="81"/>
                        <a:pt x="53" y="81"/>
                        <a:pt x="102" y="65"/>
                      </a:cubicBezTo>
                      <a:cubicBezTo>
                        <a:pt x="138" y="49"/>
                        <a:pt x="170" y="49"/>
                        <a:pt x="203" y="33"/>
                      </a:cubicBezTo>
                      <a:lnTo>
                        <a:pt x="223" y="33"/>
                      </a:lnTo>
                      <a:cubicBezTo>
                        <a:pt x="239" y="17"/>
                        <a:pt x="239" y="17"/>
                        <a:pt x="255" y="17"/>
                      </a:cubicBezTo>
                      <a:lnTo>
                        <a:pt x="304" y="17"/>
                      </a:lnTo>
                      <a:cubicBezTo>
                        <a:pt x="304" y="0"/>
                        <a:pt x="324"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1"/>
                <p:cNvSpPr/>
                <p:nvPr/>
              </p:nvSpPr>
              <p:spPr>
                <a:xfrm>
                  <a:off x="3767227" y="1825192"/>
                  <a:ext cx="4867" cy="117501"/>
                </a:xfrm>
                <a:custGeom>
                  <a:rect b="b" l="l" r="r" t="t"/>
                  <a:pathLst>
                    <a:path extrusionOk="0" h="1183" w="49">
                      <a:moveTo>
                        <a:pt x="49" y="1"/>
                      </a:moveTo>
                      <a:cubicBezTo>
                        <a:pt x="49" y="1"/>
                        <a:pt x="32" y="134"/>
                        <a:pt x="32" y="320"/>
                      </a:cubicBezTo>
                      <a:cubicBezTo>
                        <a:pt x="32" y="405"/>
                        <a:pt x="16" y="506"/>
                        <a:pt x="16" y="607"/>
                      </a:cubicBezTo>
                      <a:lnTo>
                        <a:pt x="16" y="740"/>
                      </a:lnTo>
                      <a:cubicBezTo>
                        <a:pt x="0" y="793"/>
                        <a:pt x="0" y="841"/>
                        <a:pt x="0" y="877"/>
                      </a:cubicBezTo>
                      <a:lnTo>
                        <a:pt x="0" y="1063"/>
                      </a:lnTo>
                      <a:lnTo>
                        <a:pt x="0" y="1128"/>
                      </a:lnTo>
                      <a:cubicBezTo>
                        <a:pt x="0" y="1128"/>
                        <a:pt x="16" y="1144"/>
                        <a:pt x="16" y="1164"/>
                      </a:cubicBezTo>
                      <a:lnTo>
                        <a:pt x="16" y="1180"/>
                      </a:lnTo>
                      <a:cubicBezTo>
                        <a:pt x="22" y="1180"/>
                        <a:pt x="26" y="1183"/>
                        <a:pt x="29" y="1183"/>
                      </a:cubicBezTo>
                      <a:cubicBezTo>
                        <a:pt x="32" y="1183"/>
                        <a:pt x="32" y="1177"/>
                        <a:pt x="32" y="1144"/>
                      </a:cubicBezTo>
                      <a:lnTo>
                        <a:pt x="32" y="1112"/>
                      </a:lnTo>
                      <a:lnTo>
                        <a:pt x="32" y="1063"/>
                      </a:lnTo>
                      <a:lnTo>
                        <a:pt x="32" y="877"/>
                      </a:lnTo>
                      <a:lnTo>
                        <a:pt x="32" y="740"/>
                      </a:lnTo>
                      <a:cubicBezTo>
                        <a:pt x="49" y="708"/>
                        <a:pt x="49" y="659"/>
                        <a:pt x="49" y="607"/>
                      </a:cubicBezTo>
                      <a:lnTo>
                        <a:pt x="49" y="320"/>
                      </a:lnTo>
                      <a:lnTo>
                        <a:pt x="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1"/>
                <p:cNvSpPr/>
                <p:nvPr/>
              </p:nvSpPr>
              <p:spPr>
                <a:xfrm>
                  <a:off x="3817386" y="1785065"/>
                  <a:ext cx="4867" cy="137366"/>
                </a:xfrm>
                <a:custGeom>
                  <a:rect b="b" l="l" r="r" t="t"/>
                  <a:pathLst>
                    <a:path extrusionOk="0" h="1383" w="49">
                      <a:moveTo>
                        <a:pt x="32" y="1"/>
                      </a:moveTo>
                      <a:lnTo>
                        <a:pt x="32" y="33"/>
                      </a:lnTo>
                      <a:cubicBezTo>
                        <a:pt x="16" y="53"/>
                        <a:pt x="16" y="102"/>
                        <a:pt x="16" y="154"/>
                      </a:cubicBezTo>
                      <a:lnTo>
                        <a:pt x="16" y="389"/>
                      </a:lnTo>
                      <a:cubicBezTo>
                        <a:pt x="0" y="490"/>
                        <a:pt x="0" y="607"/>
                        <a:pt x="0" y="724"/>
                      </a:cubicBezTo>
                      <a:lnTo>
                        <a:pt x="0" y="910"/>
                      </a:lnTo>
                      <a:lnTo>
                        <a:pt x="0" y="1096"/>
                      </a:lnTo>
                      <a:lnTo>
                        <a:pt x="0" y="1245"/>
                      </a:lnTo>
                      <a:lnTo>
                        <a:pt x="0" y="1382"/>
                      </a:lnTo>
                      <a:cubicBezTo>
                        <a:pt x="0" y="1346"/>
                        <a:pt x="16" y="1298"/>
                        <a:pt x="16" y="1245"/>
                      </a:cubicBezTo>
                      <a:lnTo>
                        <a:pt x="16" y="1096"/>
                      </a:lnTo>
                      <a:cubicBezTo>
                        <a:pt x="16" y="1043"/>
                        <a:pt x="16" y="979"/>
                        <a:pt x="32" y="910"/>
                      </a:cubicBezTo>
                      <a:lnTo>
                        <a:pt x="32" y="724"/>
                      </a:lnTo>
                      <a:lnTo>
                        <a:pt x="32" y="389"/>
                      </a:lnTo>
                      <a:cubicBezTo>
                        <a:pt x="49" y="288"/>
                        <a:pt x="49" y="203"/>
                        <a:pt x="49" y="154"/>
                      </a:cubicBezTo>
                      <a:lnTo>
                        <a:pt x="49" y="33"/>
                      </a:lnTo>
                      <a:cubicBezTo>
                        <a:pt x="49" y="17"/>
                        <a:pt x="32" y="1"/>
                        <a:pt x="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1"/>
                <p:cNvSpPr/>
                <p:nvPr/>
              </p:nvSpPr>
              <p:spPr>
                <a:xfrm>
                  <a:off x="3817386" y="1855288"/>
                  <a:ext cx="4867" cy="89194"/>
                </a:xfrm>
                <a:custGeom>
                  <a:rect b="b" l="l" r="r" t="t"/>
                  <a:pathLst>
                    <a:path extrusionOk="0" h="898" w="49">
                      <a:moveTo>
                        <a:pt x="16" y="1"/>
                      </a:moveTo>
                      <a:lnTo>
                        <a:pt x="16" y="235"/>
                      </a:lnTo>
                      <a:lnTo>
                        <a:pt x="16" y="288"/>
                      </a:lnTo>
                      <a:lnTo>
                        <a:pt x="16" y="356"/>
                      </a:lnTo>
                      <a:lnTo>
                        <a:pt x="16" y="457"/>
                      </a:lnTo>
                      <a:lnTo>
                        <a:pt x="16" y="574"/>
                      </a:lnTo>
                      <a:cubicBezTo>
                        <a:pt x="16" y="607"/>
                        <a:pt x="16" y="639"/>
                        <a:pt x="0" y="659"/>
                      </a:cubicBezTo>
                      <a:lnTo>
                        <a:pt x="0" y="809"/>
                      </a:lnTo>
                      <a:cubicBezTo>
                        <a:pt x="16" y="825"/>
                        <a:pt x="16" y="841"/>
                        <a:pt x="16" y="861"/>
                      </a:cubicBezTo>
                      <a:lnTo>
                        <a:pt x="16" y="877"/>
                      </a:lnTo>
                      <a:cubicBezTo>
                        <a:pt x="24" y="894"/>
                        <a:pt x="28" y="898"/>
                        <a:pt x="30" y="898"/>
                      </a:cubicBezTo>
                      <a:cubicBezTo>
                        <a:pt x="32" y="898"/>
                        <a:pt x="32" y="894"/>
                        <a:pt x="32" y="894"/>
                      </a:cubicBezTo>
                      <a:cubicBezTo>
                        <a:pt x="49" y="894"/>
                        <a:pt x="49" y="894"/>
                        <a:pt x="49" y="877"/>
                      </a:cubicBezTo>
                      <a:cubicBezTo>
                        <a:pt x="32" y="861"/>
                        <a:pt x="32" y="861"/>
                        <a:pt x="32" y="841"/>
                      </a:cubicBezTo>
                      <a:lnTo>
                        <a:pt x="32" y="809"/>
                      </a:lnTo>
                      <a:lnTo>
                        <a:pt x="32" y="776"/>
                      </a:lnTo>
                      <a:lnTo>
                        <a:pt x="32" y="740"/>
                      </a:lnTo>
                      <a:lnTo>
                        <a:pt x="32" y="675"/>
                      </a:lnTo>
                      <a:cubicBezTo>
                        <a:pt x="49" y="639"/>
                        <a:pt x="49" y="607"/>
                        <a:pt x="49" y="574"/>
                      </a:cubicBezTo>
                      <a:cubicBezTo>
                        <a:pt x="49" y="538"/>
                        <a:pt x="49" y="490"/>
                        <a:pt x="32" y="457"/>
                      </a:cubicBezTo>
                      <a:lnTo>
                        <a:pt x="32" y="356"/>
                      </a:lnTo>
                      <a:lnTo>
                        <a:pt x="32" y="288"/>
                      </a:lnTo>
                      <a:lnTo>
                        <a:pt x="32" y="235"/>
                      </a:lnTo>
                      <a:cubicBezTo>
                        <a:pt x="16" y="102"/>
                        <a:pt x="16"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1"/>
                <p:cNvSpPr/>
                <p:nvPr/>
              </p:nvSpPr>
              <p:spPr>
                <a:xfrm>
                  <a:off x="3771696" y="1800361"/>
                  <a:ext cx="28904" cy="7549"/>
                </a:xfrm>
                <a:custGeom>
                  <a:rect b="b" l="l" r="r" t="t"/>
                  <a:pathLst>
                    <a:path extrusionOk="0" h="76" w="291">
                      <a:moveTo>
                        <a:pt x="226" y="0"/>
                      </a:moveTo>
                      <a:cubicBezTo>
                        <a:pt x="206" y="0"/>
                        <a:pt x="173" y="17"/>
                        <a:pt x="157" y="17"/>
                      </a:cubicBezTo>
                      <a:cubicBezTo>
                        <a:pt x="125" y="17"/>
                        <a:pt x="105" y="33"/>
                        <a:pt x="72" y="33"/>
                      </a:cubicBezTo>
                      <a:cubicBezTo>
                        <a:pt x="40" y="49"/>
                        <a:pt x="4" y="65"/>
                        <a:pt x="4" y="65"/>
                      </a:cubicBezTo>
                      <a:cubicBezTo>
                        <a:pt x="4" y="72"/>
                        <a:pt x="1" y="76"/>
                        <a:pt x="5" y="76"/>
                      </a:cubicBezTo>
                      <a:cubicBezTo>
                        <a:pt x="10" y="76"/>
                        <a:pt x="29" y="68"/>
                        <a:pt x="88" y="49"/>
                      </a:cubicBezTo>
                      <a:cubicBezTo>
                        <a:pt x="105" y="49"/>
                        <a:pt x="125" y="49"/>
                        <a:pt x="157" y="33"/>
                      </a:cubicBezTo>
                      <a:cubicBezTo>
                        <a:pt x="189" y="33"/>
                        <a:pt x="206" y="17"/>
                        <a:pt x="242" y="17"/>
                      </a:cubicBezTo>
                      <a:cubicBezTo>
                        <a:pt x="258" y="17"/>
                        <a:pt x="274"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1"/>
                <p:cNvSpPr/>
                <p:nvPr/>
              </p:nvSpPr>
              <p:spPr>
                <a:xfrm>
                  <a:off x="3771994" y="1813571"/>
                  <a:ext cx="16985" cy="4966"/>
                </a:xfrm>
                <a:custGeom>
                  <a:rect b="b" l="l" r="r" t="t"/>
                  <a:pathLst>
                    <a:path extrusionOk="0" h="50" w="171">
                      <a:moveTo>
                        <a:pt x="154" y="1"/>
                      </a:moveTo>
                      <a:cubicBezTo>
                        <a:pt x="138" y="1"/>
                        <a:pt x="122" y="17"/>
                        <a:pt x="102" y="17"/>
                      </a:cubicBezTo>
                      <a:lnTo>
                        <a:pt x="53" y="17"/>
                      </a:lnTo>
                      <a:cubicBezTo>
                        <a:pt x="37" y="17"/>
                        <a:pt x="21" y="33"/>
                        <a:pt x="21" y="33"/>
                      </a:cubicBezTo>
                      <a:lnTo>
                        <a:pt x="1" y="33"/>
                      </a:lnTo>
                      <a:lnTo>
                        <a:pt x="1" y="49"/>
                      </a:lnTo>
                      <a:lnTo>
                        <a:pt x="53" y="49"/>
                      </a:lnTo>
                      <a:cubicBezTo>
                        <a:pt x="69" y="49"/>
                        <a:pt x="69" y="33"/>
                        <a:pt x="85" y="33"/>
                      </a:cubicBezTo>
                      <a:lnTo>
                        <a:pt x="102" y="33"/>
                      </a:lnTo>
                      <a:cubicBezTo>
                        <a:pt x="122" y="33"/>
                        <a:pt x="138" y="33"/>
                        <a:pt x="154" y="17"/>
                      </a:cubicBezTo>
                      <a:lnTo>
                        <a:pt x="170" y="17"/>
                      </a:lnTo>
                      <a:lnTo>
                        <a:pt x="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1"/>
                <p:cNvSpPr/>
                <p:nvPr/>
              </p:nvSpPr>
              <p:spPr>
                <a:xfrm>
                  <a:off x="3770405" y="1825192"/>
                  <a:ext cx="33771" cy="6059"/>
                </a:xfrm>
                <a:custGeom>
                  <a:rect b="b" l="l" r="r" t="t"/>
                  <a:pathLst>
                    <a:path extrusionOk="0" h="61" w="340">
                      <a:moveTo>
                        <a:pt x="340" y="1"/>
                      </a:moveTo>
                      <a:cubicBezTo>
                        <a:pt x="271" y="1"/>
                        <a:pt x="186" y="17"/>
                        <a:pt x="118" y="17"/>
                      </a:cubicBezTo>
                      <a:lnTo>
                        <a:pt x="0" y="53"/>
                      </a:lnTo>
                      <a:cubicBezTo>
                        <a:pt x="0" y="53"/>
                        <a:pt x="0" y="61"/>
                        <a:pt x="35" y="61"/>
                      </a:cubicBezTo>
                      <a:cubicBezTo>
                        <a:pt x="52" y="61"/>
                        <a:pt x="79" y="59"/>
                        <a:pt x="118" y="53"/>
                      </a:cubicBezTo>
                      <a:cubicBezTo>
                        <a:pt x="186" y="33"/>
                        <a:pt x="271" y="17"/>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1"/>
                <p:cNvSpPr/>
                <p:nvPr/>
              </p:nvSpPr>
              <p:spPr>
                <a:xfrm>
                  <a:off x="3770405" y="1837807"/>
                  <a:ext cx="20163" cy="4370"/>
                </a:xfrm>
                <a:custGeom>
                  <a:rect b="b" l="l" r="r" t="t"/>
                  <a:pathLst>
                    <a:path extrusionOk="0" h="44" w="203">
                      <a:moveTo>
                        <a:pt x="170" y="0"/>
                      </a:moveTo>
                      <a:cubicBezTo>
                        <a:pt x="165" y="0"/>
                        <a:pt x="159" y="2"/>
                        <a:pt x="154" y="7"/>
                      </a:cubicBezTo>
                      <a:lnTo>
                        <a:pt x="53" y="7"/>
                      </a:lnTo>
                      <a:cubicBezTo>
                        <a:pt x="17" y="27"/>
                        <a:pt x="0" y="27"/>
                        <a:pt x="0" y="44"/>
                      </a:cubicBezTo>
                      <a:lnTo>
                        <a:pt x="53" y="44"/>
                      </a:lnTo>
                      <a:cubicBezTo>
                        <a:pt x="69" y="44"/>
                        <a:pt x="85" y="27"/>
                        <a:pt x="101" y="27"/>
                      </a:cubicBezTo>
                      <a:cubicBezTo>
                        <a:pt x="118" y="27"/>
                        <a:pt x="154" y="27"/>
                        <a:pt x="170" y="7"/>
                      </a:cubicBezTo>
                      <a:lnTo>
                        <a:pt x="202" y="7"/>
                      </a:lnTo>
                      <a:cubicBezTo>
                        <a:pt x="192" y="7"/>
                        <a:pt x="181"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1"/>
                <p:cNvSpPr/>
                <p:nvPr/>
              </p:nvSpPr>
              <p:spPr>
                <a:xfrm>
                  <a:off x="3798911" y="1835224"/>
                  <a:ext cx="8542" cy="2980"/>
                </a:xfrm>
                <a:custGeom>
                  <a:rect b="b" l="l" r="r" t="t"/>
                  <a:pathLst>
                    <a:path extrusionOk="0" h="30" w="86">
                      <a:moveTo>
                        <a:pt x="53" y="1"/>
                      </a:moveTo>
                      <a:cubicBezTo>
                        <a:pt x="33" y="1"/>
                        <a:pt x="16" y="1"/>
                        <a:pt x="0" y="17"/>
                      </a:cubicBezTo>
                      <a:cubicBezTo>
                        <a:pt x="8" y="25"/>
                        <a:pt x="16" y="29"/>
                        <a:pt x="25" y="29"/>
                      </a:cubicBezTo>
                      <a:cubicBezTo>
                        <a:pt x="34" y="29"/>
                        <a:pt x="43" y="25"/>
                        <a:pt x="53" y="17"/>
                      </a:cubicBezTo>
                      <a:lnTo>
                        <a:pt x="85" y="17"/>
                      </a:lnTo>
                      <a:lnTo>
                        <a:pt x="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1"/>
                <p:cNvSpPr/>
                <p:nvPr/>
              </p:nvSpPr>
              <p:spPr>
                <a:xfrm>
                  <a:off x="3771994" y="1850520"/>
                  <a:ext cx="13707" cy="3278"/>
                </a:xfrm>
                <a:custGeom>
                  <a:rect b="b" l="l" r="r" t="t"/>
                  <a:pathLst>
                    <a:path extrusionOk="0" h="33" w="138">
                      <a:moveTo>
                        <a:pt x="69" y="0"/>
                      </a:moveTo>
                      <a:cubicBezTo>
                        <a:pt x="53" y="0"/>
                        <a:pt x="37" y="0"/>
                        <a:pt x="37" y="17"/>
                      </a:cubicBezTo>
                      <a:cubicBezTo>
                        <a:pt x="1" y="17"/>
                        <a:pt x="1" y="17"/>
                        <a:pt x="1" y="33"/>
                      </a:cubicBezTo>
                      <a:lnTo>
                        <a:pt x="37" y="33"/>
                      </a:lnTo>
                      <a:cubicBezTo>
                        <a:pt x="53" y="33"/>
                        <a:pt x="53" y="33"/>
                        <a:pt x="69" y="17"/>
                      </a:cubicBezTo>
                      <a:lnTo>
                        <a:pt x="102" y="17"/>
                      </a:lnTo>
                      <a:cubicBezTo>
                        <a:pt x="122" y="0"/>
                        <a:pt x="138"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1"/>
                <p:cNvSpPr/>
                <p:nvPr/>
              </p:nvSpPr>
              <p:spPr>
                <a:xfrm>
                  <a:off x="3770405" y="1860552"/>
                  <a:ext cx="13707" cy="4867"/>
                </a:xfrm>
                <a:custGeom>
                  <a:rect b="b" l="l" r="r" t="t"/>
                  <a:pathLst>
                    <a:path extrusionOk="0" h="49" w="138">
                      <a:moveTo>
                        <a:pt x="101" y="0"/>
                      </a:moveTo>
                      <a:cubicBezTo>
                        <a:pt x="85" y="17"/>
                        <a:pt x="85" y="17"/>
                        <a:pt x="69" y="17"/>
                      </a:cubicBezTo>
                      <a:cubicBezTo>
                        <a:pt x="53" y="17"/>
                        <a:pt x="53" y="17"/>
                        <a:pt x="37" y="33"/>
                      </a:cubicBezTo>
                      <a:lnTo>
                        <a:pt x="0" y="33"/>
                      </a:lnTo>
                      <a:lnTo>
                        <a:pt x="0" y="49"/>
                      </a:lnTo>
                      <a:lnTo>
                        <a:pt x="53" y="49"/>
                      </a:lnTo>
                      <a:lnTo>
                        <a:pt x="69" y="33"/>
                      </a:lnTo>
                      <a:cubicBezTo>
                        <a:pt x="85" y="33"/>
                        <a:pt x="101" y="17"/>
                        <a:pt x="101" y="17"/>
                      </a:cubicBezTo>
                      <a:cubicBezTo>
                        <a:pt x="118" y="17"/>
                        <a:pt x="118" y="17"/>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1"/>
                <p:cNvSpPr/>
                <p:nvPr/>
              </p:nvSpPr>
              <p:spPr>
                <a:xfrm>
                  <a:off x="3804076" y="1853699"/>
                  <a:ext cx="10131" cy="3377"/>
                </a:xfrm>
                <a:custGeom>
                  <a:rect b="b" l="l" r="r" t="t"/>
                  <a:pathLst>
                    <a:path extrusionOk="0" h="34" w="102">
                      <a:moveTo>
                        <a:pt x="65" y="1"/>
                      </a:moveTo>
                      <a:cubicBezTo>
                        <a:pt x="49" y="17"/>
                        <a:pt x="49" y="17"/>
                        <a:pt x="33" y="17"/>
                      </a:cubicBezTo>
                      <a:cubicBezTo>
                        <a:pt x="17" y="17"/>
                        <a:pt x="17" y="17"/>
                        <a:pt x="1" y="33"/>
                      </a:cubicBezTo>
                      <a:cubicBezTo>
                        <a:pt x="33" y="33"/>
                        <a:pt x="49" y="33"/>
                        <a:pt x="65" y="17"/>
                      </a:cubicBezTo>
                      <a:lnTo>
                        <a:pt x="102" y="17"/>
                      </a:lnTo>
                      <a:lnTo>
                        <a:pt x="1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1"/>
                <p:cNvSpPr/>
                <p:nvPr/>
              </p:nvSpPr>
              <p:spPr>
                <a:xfrm>
                  <a:off x="3770405" y="1872173"/>
                  <a:ext cx="11720" cy="3278"/>
                </a:xfrm>
                <a:custGeom>
                  <a:rect b="b" l="l" r="r" t="t"/>
                  <a:pathLst>
                    <a:path extrusionOk="0" h="33" w="118">
                      <a:moveTo>
                        <a:pt x="37" y="1"/>
                      </a:moveTo>
                      <a:cubicBezTo>
                        <a:pt x="37" y="17"/>
                        <a:pt x="17" y="17"/>
                        <a:pt x="17" y="17"/>
                      </a:cubicBezTo>
                      <a:lnTo>
                        <a:pt x="0" y="17"/>
                      </a:lnTo>
                      <a:lnTo>
                        <a:pt x="0" y="33"/>
                      </a:lnTo>
                      <a:lnTo>
                        <a:pt x="37" y="33"/>
                      </a:lnTo>
                      <a:cubicBezTo>
                        <a:pt x="53" y="33"/>
                        <a:pt x="53" y="33"/>
                        <a:pt x="69" y="17"/>
                      </a:cubicBezTo>
                      <a:lnTo>
                        <a:pt x="101" y="17"/>
                      </a:lnTo>
                      <a:lnTo>
                        <a:pt x="1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1"/>
                <p:cNvSpPr/>
                <p:nvPr/>
              </p:nvSpPr>
              <p:spPr>
                <a:xfrm>
                  <a:off x="3770405" y="1880616"/>
                  <a:ext cx="27016" cy="6456"/>
                </a:xfrm>
                <a:custGeom>
                  <a:rect b="b" l="l" r="r" t="t"/>
                  <a:pathLst>
                    <a:path extrusionOk="0" h="65" w="272">
                      <a:moveTo>
                        <a:pt x="219" y="0"/>
                      </a:moveTo>
                      <a:cubicBezTo>
                        <a:pt x="186" y="0"/>
                        <a:pt x="170" y="0"/>
                        <a:pt x="154" y="17"/>
                      </a:cubicBezTo>
                      <a:cubicBezTo>
                        <a:pt x="118" y="17"/>
                        <a:pt x="101" y="17"/>
                        <a:pt x="85" y="33"/>
                      </a:cubicBezTo>
                      <a:cubicBezTo>
                        <a:pt x="53" y="33"/>
                        <a:pt x="53" y="33"/>
                        <a:pt x="37" y="49"/>
                      </a:cubicBezTo>
                      <a:lnTo>
                        <a:pt x="17" y="49"/>
                      </a:lnTo>
                      <a:cubicBezTo>
                        <a:pt x="0" y="65"/>
                        <a:pt x="17" y="65"/>
                        <a:pt x="17" y="65"/>
                      </a:cubicBezTo>
                      <a:lnTo>
                        <a:pt x="37" y="65"/>
                      </a:lnTo>
                      <a:cubicBezTo>
                        <a:pt x="53" y="65"/>
                        <a:pt x="69" y="49"/>
                        <a:pt x="85" y="49"/>
                      </a:cubicBezTo>
                      <a:cubicBezTo>
                        <a:pt x="101" y="49"/>
                        <a:pt x="118" y="33"/>
                        <a:pt x="154" y="33"/>
                      </a:cubicBezTo>
                      <a:cubicBezTo>
                        <a:pt x="170" y="33"/>
                        <a:pt x="170" y="33"/>
                        <a:pt x="186" y="17"/>
                      </a:cubicBezTo>
                      <a:lnTo>
                        <a:pt x="255" y="17"/>
                      </a:lnTo>
                      <a:cubicBezTo>
                        <a:pt x="255" y="0"/>
                        <a:pt x="271"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1"/>
                <p:cNvSpPr/>
                <p:nvPr/>
              </p:nvSpPr>
              <p:spPr>
                <a:xfrm>
                  <a:off x="3771994" y="1895415"/>
                  <a:ext cx="16985" cy="5364"/>
                </a:xfrm>
                <a:custGeom>
                  <a:rect b="b" l="l" r="r" t="t"/>
                  <a:pathLst>
                    <a:path extrusionOk="0" h="54" w="171">
                      <a:moveTo>
                        <a:pt x="122" y="1"/>
                      </a:moveTo>
                      <a:cubicBezTo>
                        <a:pt x="102" y="1"/>
                        <a:pt x="69" y="17"/>
                        <a:pt x="37" y="17"/>
                      </a:cubicBezTo>
                      <a:cubicBezTo>
                        <a:pt x="21" y="33"/>
                        <a:pt x="1" y="33"/>
                        <a:pt x="1" y="33"/>
                      </a:cubicBezTo>
                      <a:lnTo>
                        <a:pt x="1" y="53"/>
                      </a:lnTo>
                      <a:lnTo>
                        <a:pt x="53" y="53"/>
                      </a:lnTo>
                      <a:cubicBezTo>
                        <a:pt x="53" y="33"/>
                        <a:pt x="69" y="33"/>
                        <a:pt x="85" y="33"/>
                      </a:cubicBezTo>
                      <a:cubicBezTo>
                        <a:pt x="102" y="33"/>
                        <a:pt x="122" y="17"/>
                        <a:pt x="122" y="17"/>
                      </a:cubicBezTo>
                      <a:lnTo>
                        <a:pt x="170" y="17"/>
                      </a:lnTo>
                      <a:lnTo>
                        <a:pt x="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1"/>
                <p:cNvSpPr/>
                <p:nvPr/>
              </p:nvSpPr>
              <p:spPr>
                <a:xfrm>
                  <a:off x="3770405" y="1908725"/>
                  <a:ext cx="16985" cy="3675"/>
                </a:xfrm>
                <a:custGeom>
                  <a:rect b="b" l="l" r="r" t="t"/>
                  <a:pathLst>
                    <a:path extrusionOk="0" h="37" w="171">
                      <a:moveTo>
                        <a:pt x="138" y="0"/>
                      </a:moveTo>
                      <a:cubicBezTo>
                        <a:pt x="118" y="0"/>
                        <a:pt x="101" y="20"/>
                        <a:pt x="85" y="20"/>
                      </a:cubicBezTo>
                      <a:lnTo>
                        <a:pt x="17" y="20"/>
                      </a:lnTo>
                      <a:cubicBezTo>
                        <a:pt x="0" y="20"/>
                        <a:pt x="0" y="20"/>
                        <a:pt x="0" y="36"/>
                      </a:cubicBezTo>
                      <a:lnTo>
                        <a:pt x="85" y="36"/>
                      </a:lnTo>
                      <a:cubicBezTo>
                        <a:pt x="101" y="36"/>
                        <a:pt x="118" y="20"/>
                        <a:pt x="138" y="20"/>
                      </a:cubicBezTo>
                      <a:lnTo>
                        <a:pt x="170" y="20"/>
                      </a:lnTo>
                      <a:cubicBezTo>
                        <a:pt x="154" y="20"/>
                        <a:pt x="154"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1"/>
                <p:cNvSpPr/>
                <p:nvPr/>
              </p:nvSpPr>
              <p:spPr>
                <a:xfrm>
                  <a:off x="3768816" y="1922332"/>
                  <a:ext cx="20163" cy="3973"/>
                </a:xfrm>
                <a:custGeom>
                  <a:rect b="b" l="l" r="r" t="t"/>
                  <a:pathLst>
                    <a:path extrusionOk="0" h="40" w="203">
                      <a:moveTo>
                        <a:pt x="154" y="0"/>
                      </a:moveTo>
                      <a:cubicBezTo>
                        <a:pt x="134" y="0"/>
                        <a:pt x="117" y="17"/>
                        <a:pt x="101" y="17"/>
                      </a:cubicBezTo>
                      <a:lnTo>
                        <a:pt x="53" y="17"/>
                      </a:lnTo>
                      <a:cubicBezTo>
                        <a:pt x="0" y="17"/>
                        <a:pt x="0" y="33"/>
                        <a:pt x="0" y="33"/>
                      </a:cubicBezTo>
                      <a:cubicBezTo>
                        <a:pt x="0" y="33"/>
                        <a:pt x="0" y="40"/>
                        <a:pt x="16" y="40"/>
                      </a:cubicBezTo>
                      <a:cubicBezTo>
                        <a:pt x="24" y="40"/>
                        <a:pt x="35" y="38"/>
                        <a:pt x="53" y="33"/>
                      </a:cubicBezTo>
                      <a:cubicBezTo>
                        <a:pt x="85" y="33"/>
                        <a:pt x="134" y="33"/>
                        <a:pt x="170" y="17"/>
                      </a:cubicBezTo>
                      <a:lnTo>
                        <a:pt x="202" y="17"/>
                      </a:lnTo>
                      <a:cubicBezTo>
                        <a:pt x="186" y="17"/>
                        <a:pt x="170"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1"/>
                <p:cNvSpPr/>
                <p:nvPr/>
              </p:nvSpPr>
              <p:spPr>
                <a:xfrm>
                  <a:off x="3795634" y="1922332"/>
                  <a:ext cx="11820" cy="3278"/>
                </a:xfrm>
                <a:custGeom>
                  <a:rect b="b" l="l" r="r" t="t"/>
                  <a:pathLst>
                    <a:path extrusionOk="0" h="33" w="119">
                      <a:moveTo>
                        <a:pt x="86" y="0"/>
                      </a:moveTo>
                      <a:cubicBezTo>
                        <a:pt x="66" y="17"/>
                        <a:pt x="66" y="17"/>
                        <a:pt x="49" y="17"/>
                      </a:cubicBezTo>
                      <a:lnTo>
                        <a:pt x="17" y="17"/>
                      </a:lnTo>
                      <a:cubicBezTo>
                        <a:pt x="17" y="17"/>
                        <a:pt x="17" y="33"/>
                        <a:pt x="1" y="33"/>
                      </a:cubicBezTo>
                      <a:lnTo>
                        <a:pt x="86" y="33"/>
                      </a:lnTo>
                      <a:lnTo>
                        <a:pt x="118" y="17"/>
                      </a:lnTo>
                      <a:cubicBezTo>
                        <a:pt x="118" y="17"/>
                        <a:pt x="118"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1"/>
                <p:cNvSpPr/>
                <p:nvPr/>
              </p:nvSpPr>
              <p:spPr>
                <a:xfrm>
                  <a:off x="3770405" y="1933953"/>
                  <a:ext cx="18574" cy="2384"/>
                </a:xfrm>
                <a:custGeom>
                  <a:rect b="b" l="l" r="r" t="t"/>
                  <a:pathLst>
                    <a:path extrusionOk="0" h="24" w="187">
                      <a:moveTo>
                        <a:pt x="69" y="1"/>
                      </a:moveTo>
                      <a:lnTo>
                        <a:pt x="0" y="17"/>
                      </a:lnTo>
                      <a:cubicBezTo>
                        <a:pt x="0" y="17"/>
                        <a:pt x="0" y="24"/>
                        <a:pt x="21" y="24"/>
                      </a:cubicBezTo>
                      <a:cubicBezTo>
                        <a:pt x="31" y="24"/>
                        <a:pt x="46" y="22"/>
                        <a:pt x="69" y="17"/>
                      </a:cubicBezTo>
                      <a:lnTo>
                        <a:pt x="118" y="17"/>
                      </a:lnTo>
                      <a:cubicBezTo>
                        <a:pt x="138" y="17"/>
                        <a:pt x="170"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1"/>
                <p:cNvSpPr/>
                <p:nvPr/>
              </p:nvSpPr>
              <p:spPr>
                <a:xfrm>
                  <a:off x="3817386" y="1686435"/>
                  <a:ext cx="6853" cy="98729"/>
                </a:xfrm>
                <a:custGeom>
                  <a:rect b="b" l="l" r="r" t="t"/>
                  <a:pathLst>
                    <a:path extrusionOk="0" h="994" w="69">
                      <a:moveTo>
                        <a:pt x="32" y="0"/>
                      </a:moveTo>
                      <a:lnTo>
                        <a:pt x="32" y="255"/>
                      </a:lnTo>
                      <a:lnTo>
                        <a:pt x="32" y="505"/>
                      </a:lnTo>
                      <a:lnTo>
                        <a:pt x="32" y="558"/>
                      </a:lnTo>
                      <a:lnTo>
                        <a:pt x="32" y="590"/>
                      </a:lnTo>
                      <a:lnTo>
                        <a:pt x="32" y="622"/>
                      </a:lnTo>
                      <a:cubicBezTo>
                        <a:pt x="32" y="659"/>
                        <a:pt x="16" y="691"/>
                        <a:pt x="16" y="723"/>
                      </a:cubicBezTo>
                      <a:cubicBezTo>
                        <a:pt x="16" y="792"/>
                        <a:pt x="0" y="844"/>
                        <a:pt x="16" y="893"/>
                      </a:cubicBezTo>
                      <a:lnTo>
                        <a:pt x="16" y="962"/>
                      </a:lnTo>
                      <a:cubicBezTo>
                        <a:pt x="16" y="978"/>
                        <a:pt x="32" y="978"/>
                        <a:pt x="32" y="978"/>
                      </a:cubicBezTo>
                      <a:lnTo>
                        <a:pt x="32" y="994"/>
                      </a:lnTo>
                      <a:lnTo>
                        <a:pt x="49" y="978"/>
                      </a:lnTo>
                      <a:lnTo>
                        <a:pt x="32" y="962"/>
                      </a:lnTo>
                      <a:lnTo>
                        <a:pt x="32" y="893"/>
                      </a:lnTo>
                      <a:cubicBezTo>
                        <a:pt x="32" y="861"/>
                        <a:pt x="49" y="808"/>
                        <a:pt x="49" y="743"/>
                      </a:cubicBezTo>
                      <a:cubicBezTo>
                        <a:pt x="49" y="707"/>
                        <a:pt x="69" y="659"/>
                        <a:pt x="69" y="622"/>
                      </a:cubicBezTo>
                      <a:lnTo>
                        <a:pt x="69" y="590"/>
                      </a:lnTo>
                      <a:lnTo>
                        <a:pt x="69" y="558"/>
                      </a:lnTo>
                      <a:lnTo>
                        <a:pt x="69" y="505"/>
                      </a:lnTo>
                      <a:cubicBezTo>
                        <a:pt x="69" y="420"/>
                        <a:pt x="49" y="339"/>
                        <a:pt x="49" y="255"/>
                      </a:cubicBezTo>
                      <a:cubicBezTo>
                        <a:pt x="49" y="117"/>
                        <a:pt x="32" y="0"/>
                        <a:pt x="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1"/>
                <p:cNvSpPr/>
                <p:nvPr/>
              </p:nvSpPr>
              <p:spPr>
                <a:xfrm>
                  <a:off x="3875888" y="1442493"/>
                  <a:ext cx="1788" cy="13310"/>
                </a:xfrm>
                <a:custGeom>
                  <a:rect b="b" l="l" r="r" t="t"/>
                  <a:pathLst>
                    <a:path extrusionOk="0" h="134" w="18">
                      <a:moveTo>
                        <a:pt x="17" y="0"/>
                      </a:moveTo>
                      <a:cubicBezTo>
                        <a:pt x="17" y="0"/>
                        <a:pt x="1" y="0"/>
                        <a:pt x="1" y="32"/>
                      </a:cubicBezTo>
                      <a:lnTo>
                        <a:pt x="1" y="101"/>
                      </a:lnTo>
                      <a:lnTo>
                        <a:pt x="1" y="133"/>
                      </a:lnTo>
                      <a:cubicBezTo>
                        <a:pt x="1" y="133"/>
                        <a:pt x="17" y="117"/>
                        <a:pt x="17" y="101"/>
                      </a:cubicBezTo>
                      <a:lnTo>
                        <a:pt x="17" y="69"/>
                      </a:lnTo>
                      <a:lnTo>
                        <a:pt x="17" y="32"/>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1"/>
                <p:cNvSpPr/>
                <p:nvPr/>
              </p:nvSpPr>
              <p:spPr>
                <a:xfrm>
                  <a:off x="4032822" y="1816849"/>
                  <a:ext cx="97140" cy="6853"/>
                </a:xfrm>
                <a:custGeom>
                  <a:rect b="b" l="l" r="r" t="t"/>
                  <a:pathLst>
                    <a:path extrusionOk="0" h="69" w="978">
                      <a:moveTo>
                        <a:pt x="0" y="0"/>
                      </a:moveTo>
                      <a:cubicBezTo>
                        <a:pt x="0" y="0"/>
                        <a:pt x="122" y="16"/>
                        <a:pt x="271" y="16"/>
                      </a:cubicBezTo>
                      <a:cubicBezTo>
                        <a:pt x="340" y="36"/>
                        <a:pt x="425" y="36"/>
                        <a:pt x="489" y="36"/>
                      </a:cubicBezTo>
                      <a:cubicBezTo>
                        <a:pt x="542" y="53"/>
                        <a:pt x="574" y="53"/>
                        <a:pt x="606" y="53"/>
                      </a:cubicBezTo>
                      <a:lnTo>
                        <a:pt x="728" y="53"/>
                      </a:lnTo>
                      <a:cubicBezTo>
                        <a:pt x="792" y="53"/>
                        <a:pt x="845" y="53"/>
                        <a:pt x="877" y="69"/>
                      </a:cubicBezTo>
                      <a:lnTo>
                        <a:pt x="978" y="69"/>
                      </a:lnTo>
                      <a:cubicBezTo>
                        <a:pt x="978" y="69"/>
                        <a:pt x="978" y="53"/>
                        <a:pt x="946" y="53"/>
                      </a:cubicBezTo>
                      <a:cubicBezTo>
                        <a:pt x="946" y="36"/>
                        <a:pt x="929" y="36"/>
                        <a:pt x="929" y="36"/>
                      </a:cubicBezTo>
                      <a:lnTo>
                        <a:pt x="877" y="36"/>
                      </a:lnTo>
                      <a:cubicBezTo>
                        <a:pt x="845" y="16"/>
                        <a:pt x="792" y="16"/>
                        <a:pt x="728" y="16"/>
                      </a:cubicBezTo>
                      <a:lnTo>
                        <a:pt x="505" y="16"/>
                      </a:lnTo>
                      <a:cubicBezTo>
                        <a:pt x="425" y="0"/>
                        <a:pt x="340"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1"/>
                <p:cNvSpPr/>
                <p:nvPr/>
              </p:nvSpPr>
              <p:spPr>
                <a:xfrm>
                  <a:off x="3818975" y="1783476"/>
                  <a:ext cx="105582" cy="14998"/>
                </a:xfrm>
                <a:custGeom>
                  <a:rect b="b" l="l" r="r" t="t"/>
                  <a:pathLst>
                    <a:path extrusionOk="0" h="151" w="1063">
                      <a:moveTo>
                        <a:pt x="33" y="1"/>
                      </a:moveTo>
                      <a:cubicBezTo>
                        <a:pt x="33" y="17"/>
                        <a:pt x="16" y="17"/>
                        <a:pt x="16" y="17"/>
                      </a:cubicBezTo>
                      <a:lnTo>
                        <a:pt x="0" y="17"/>
                      </a:lnTo>
                      <a:lnTo>
                        <a:pt x="0" y="33"/>
                      </a:lnTo>
                      <a:lnTo>
                        <a:pt x="202" y="33"/>
                      </a:lnTo>
                      <a:cubicBezTo>
                        <a:pt x="218" y="33"/>
                        <a:pt x="255" y="33"/>
                        <a:pt x="271" y="49"/>
                      </a:cubicBezTo>
                      <a:cubicBezTo>
                        <a:pt x="303" y="49"/>
                        <a:pt x="356" y="49"/>
                        <a:pt x="388" y="69"/>
                      </a:cubicBezTo>
                      <a:cubicBezTo>
                        <a:pt x="437" y="69"/>
                        <a:pt x="473" y="69"/>
                        <a:pt x="521" y="86"/>
                      </a:cubicBezTo>
                      <a:cubicBezTo>
                        <a:pt x="606" y="86"/>
                        <a:pt x="691" y="102"/>
                        <a:pt x="776" y="118"/>
                      </a:cubicBezTo>
                      <a:cubicBezTo>
                        <a:pt x="941" y="134"/>
                        <a:pt x="1063" y="150"/>
                        <a:pt x="1063" y="150"/>
                      </a:cubicBezTo>
                      <a:cubicBezTo>
                        <a:pt x="1063" y="150"/>
                        <a:pt x="941" y="118"/>
                        <a:pt x="776" y="102"/>
                      </a:cubicBezTo>
                      <a:cubicBezTo>
                        <a:pt x="691" y="86"/>
                        <a:pt x="606" y="69"/>
                        <a:pt x="521" y="49"/>
                      </a:cubicBezTo>
                      <a:cubicBezTo>
                        <a:pt x="473" y="33"/>
                        <a:pt x="437" y="33"/>
                        <a:pt x="388" y="33"/>
                      </a:cubicBezTo>
                      <a:cubicBezTo>
                        <a:pt x="356" y="17"/>
                        <a:pt x="319" y="17"/>
                        <a:pt x="271" y="17"/>
                      </a:cubicBezTo>
                      <a:cubicBezTo>
                        <a:pt x="255" y="1"/>
                        <a:pt x="218"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1"/>
                <p:cNvSpPr/>
                <p:nvPr/>
              </p:nvSpPr>
              <p:spPr>
                <a:xfrm>
                  <a:off x="4111487" y="1823206"/>
                  <a:ext cx="3675" cy="93961"/>
                </a:xfrm>
                <a:custGeom>
                  <a:rect b="b" l="l" r="r" t="t"/>
                  <a:pathLst>
                    <a:path extrusionOk="0" h="946" w="37">
                      <a:moveTo>
                        <a:pt x="19" y="1"/>
                      </a:moveTo>
                      <a:cubicBezTo>
                        <a:pt x="16" y="1"/>
                        <a:pt x="16" y="5"/>
                        <a:pt x="16" y="21"/>
                      </a:cubicBezTo>
                      <a:lnTo>
                        <a:pt x="16" y="90"/>
                      </a:lnTo>
                      <a:cubicBezTo>
                        <a:pt x="16" y="122"/>
                        <a:pt x="0" y="174"/>
                        <a:pt x="0" y="239"/>
                      </a:cubicBezTo>
                      <a:cubicBezTo>
                        <a:pt x="0" y="376"/>
                        <a:pt x="16" y="542"/>
                        <a:pt x="16" y="696"/>
                      </a:cubicBezTo>
                      <a:lnTo>
                        <a:pt x="16" y="946"/>
                      </a:lnTo>
                      <a:cubicBezTo>
                        <a:pt x="16" y="946"/>
                        <a:pt x="37" y="845"/>
                        <a:pt x="37" y="696"/>
                      </a:cubicBezTo>
                      <a:lnTo>
                        <a:pt x="37" y="239"/>
                      </a:lnTo>
                      <a:lnTo>
                        <a:pt x="37" y="90"/>
                      </a:lnTo>
                      <a:lnTo>
                        <a:pt x="37" y="21"/>
                      </a:lnTo>
                      <a:lnTo>
                        <a:pt x="37" y="5"/>
                      </a:lnTo>
                      <a:cubicBezTo>
                        <a:pt x="26" y="5"/>
                        <a:pt x="21" y="1"/>
                        <a:pt x="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1"/>
                <p:cNvSpPr/>
                <p:nvPr/>
              </p:nvSpPr>
              <p:spPr>
                <a:xfrm>
                  <a:off x="4111487" y="1892237"/>
                  <a:ext cx="3675" cy="44994"/>
                </a:xfrm>
                <a:custGeom>
                  <a:rect b="b" l="l" r="r" t="t"/>
                  <a:pathLst>
                    <a:path extrusionOk="0" h="453" w="37">
                      <a:moveTo>
                        <a:pt x="16" y="1"/>
                      </a:moveTo>
                      <a:cubicBezTo>
                        <a:pt x="16" y="1"/>
                        <a:pt x="16" y="49"/>
                        <a:pt x="0" y="118"/>
                      </a:cubicBezTo>
                      <a:lnTo>
                        <a:pt x="0" y="235"/>
                      </a:lnTo>
                      <a:lnTo>
                        <a:pt x="0" y="336"/>
                      </a:lnTo>
                      <a:lnTo>
                        <a:pt x="0" y="404"/>
                      </a:lnTo>
                      <a:lnTo>
                        <a:pt x="0" y="437"/>
                      </a:lnTo>
                      <a:lnTo>
                        <a:pt x="16" y="453"/>
                      </a:lnTo>
                      <a:lnTo>
                        <a:pt x="37" y="437"/>
                      </a:lnTo>
                      <a:lnTo>
                        <a:pt x="37" y="404"/>
                      </a:lnTo>
                      <a:lnTo>
                        <a:pt x="37" y="336"/>
                      </a:lnTo>
                      <a:lnTo>
                        <a:pt x="37" y="235"/>
                      </a:lnTo>
                      <a:cubicBezTo>
                        <a:pt x="37" y="202"/>
                        <a:pt x="37" y="150"/>
                        <a:pt x="16" y="118"/>
                      </a:cubicBez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1"/>
                <p:cNvSpPr/>
                <p:nvPr/>
              </p:nvSpPr>
              <p:spPr>
                <a:xfrm>
                  <a:off x="4126684" y="1710075"/>
                  <a:ext cx="4966" cy="113628"/>
                </a:xfrm>
                <a:custGeom>
                  <a:rect b="b" l="l" r="r" t="t"/>
                  <a:pathLst>
                    <a:path extrusionOk="0" h="1144" w="50">
                      <a:moveTo>
                        <a:pt x="49" y="0"/>
                      </a:moveTo>
                      <a:cubicBezTo>
                        <a:pt x="49" y="33"/>
                        <a:pt x="49" y="65"/>
                        <a:pt x="33" y="101"/>
                      </a:cubicBezTo>
                      <a:lnTo>
                        <a:pt x="33" y="235"/>
                      </a:lnTo>
                      <a:cubicBezTo>
                        <a:pt x="33" y="320"/>
                        <a:pt x="17" y="437"/>
                        <a:pt x="17" y="538"/>
                      </a:cubicBezTo>
                      <a:lnTo>
                        <a:pt x="17" y="671"/>
                      </a:lnTo>
                      <a:cubicBezTo>
                        <a:pt x="17" y="724"/>
                        <a:pt x="1" y="772"/>
                        <a:pt x="1" y="825"/>
                      </a:cubicBezTo>
                      <a:lnTo>
                        <a:pt x="1" y="926"/>
                      </a:lnTo>
                      <a:lnTo>
                        <a:pt x="1" y="1010"/>
                      </a:lnTo>
                      <a:lnTo>
                        <a:pt x="1" y="1111"/>
                      </a:lnTo>
                      <a:lnTo>
                        <a:pt x="1" y="1128"/>
                      </a:lnTo>
                      <a:lnTo>
                        <a:pt x="17" y="1144"/>
                      </a:lnTo>
                      <a:lnTo>
                        <a:pt x="17" y="1128"/>
                      </a:lnTo>
                      <a:lnTo>
                        <a:pt x="17" y="1111"/>
                      </a:lnTo>
                      <a:cubicBezTo>
                        <a:pt x="17" y="1091"/>
                        <a:pt x="33" y="1059"/>
                        <a:pt x="33" y="1010"/>
                      </a:cubicBezTo>
                      <a:lnTo>
                        <a:pt x="33" y="926"/>
                      </a:lnTo>
                      <a:lnTo>
                        <a:pt x="33" y="825"/>
                      </a:lnTo>
                      <a:cubicBezTo>
                        <a:pt x="33" y="772"/>
                        <a:pt x="33" y="724"/>
                        <a:pt x="49" y="687"/>
                      </a:cubicBezTo>
                      <a:lnTo>
                        <a:pt x="49" y="538"/>
                      </a:lnTo>
                      <a:lnTo>
                        <a:pt x="49" y="235"/>
                      </a:lnTo>
                      <a:lnTo>
                        <a:pt x="49" y="101"/>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1"/>
                <p:cNvSpPr/>
                <p:nvPr/>
              </p:nvSpPr>
              <p:spPr>
                <a:xfrm>
                  <a:off x="3912440" y="1830456"/>
                  <a:ext cx="3675" cy="40227"/>
                </a:xfrm>
                <a:custGeom>
                  <a:rect b="b" l="l" r="r" t="t"/>
                  <a:pathLst>
                    <a:path extrusionOk="0" h="405" w="37">
                      <a:moveTo>
                        <a:pt x="0" y="0"/>
                      </a:moveTo>
                      <a:lnTo>
                        <a:pt x="0" y="17"/>
                      </a:lnTo>
                      <a:lnTo>
                        <a:pt x="0" y="49"/>
                      </a:lnTo>
                      <a:lnTo>
                        <a:pt x="0" y="65"/>
                      </a:lnTo>
                      <a:lnTo>
                        <a:pt x="0" y="81"/>
                      </a:lnTo>
                      <a:lnTo>
                        <a:pt x="0" y="118"/>
                      </a:lnTo>
                      <a:lnTo>
                        <a:pt x="0" y="320"/>
                      </a:lnTo>
                      <a:cubicBezTo>
                        <a:pt x="0" y="352"/>
                        <a:pt x="21" y="384"/>
                        <a:pt x="21" y="404"/>
                      </a:cubicBezTo>
                      <a:lnTo>
                        <a:pt x="21" y="320"/>
                      </a:lnTo>
                      <a:cubicBezTo>
                        <a:pt x="37" y="251"/>
                        <a:pt x="37" y="166"/>
                        <a:pt x="37" y="118"/>
                      </a:cubicBezTo>
                      <a:lnTo>
                        <a:pt x="37" y="81"/>
                      </a:lnTo>
                      <a:lnTo>
                        <a:pt x="37" y="65"/>
                      </a:lnTo>
                      <a:cubicBezTo>
                        <a:pt x="37" y="49"/>
                        <a:pt x="37" y="49"/>
                        <a:pt x="21" y="33"/>
                      </a:cubicBezTo>
                      <a:lnTo>
                        <a:pt x="21" y="17"/>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1"/>
                <p:cNvSpPr/>
                <p:nvPr/>
              </p:nvSpPr>
              <p:spPr>
                <a:xfrm>
                  <a:off x="3912440" y="1830456"/>
                  <a:ext cx="28606" cy="4867"/>
                </a:xfrm>
                <a:custGeom>
                  <a:rect b="b" l="l" r="r" t="t"/>
                  <a:pathLst>
                    <a:path extrusionOk="0" h="49" w="288">
                      <a:moveTo>
                        <a:pt x="37" y="0"/>
                      </a:moveTo>
                      <a:cubicBezTo>
                        <a:pt x="21" y="0"/>
                        <a:pt x="21" y="17"/>
                        <a:pt x="21" y="17"/>
                      </a:cubicBezTo>
                      <a:lnTo>
                        <a:pt x="0" y="17"/>
                      </a:lnTo>
                      <a:lnTo>
                        <a:pt x="21" y="33"/>
                      </a:lnTo>
                      <a:lnTo>
                        <a:pt x="138" y="33"/>
                      </a:lnTo>
                      <a:cubicBezTo>
                        <a:pt x="170" y="49"/>
                        <a:pt x="186" y="49"/>
                        <a:pt x="202" y="49"/>
                      </a:cubicBezTo>
                      <a:cubicBezTo>
                        <a:pt x="255" y="49"/>
                        <a:pt x="287" y="33"/>
                        <a:pt x="287" y="33"/>
                      </a:cubicBezTo>
                      <a:lnTo>
                        <a:pt x="202" y="33"/>
                      </a:lnTo>
                      <a:cubicBezTo>
                        <a:pt x="186" y="17"/>
                        <a:pt x="170" y="17"/>
                        <a:pt x="138" y="17"/>
                      </a:cubicBezTo>
                      <a:cubicBezTo>
                        <a:pt x="122" y="0"/>
                        <a:pt x="101"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1"/>
                <p:cNvSpPr/>
                <p:nvPr/>
              </p:nvSpPr>
              <p:spPr>
                <a:xfrm>
                  <a:off x="4027955" y="1845256"/>
                  <a:ext cx="3377" cy="47080"/>
                </a:xfrm>
                <a:custGeom>
                  <a:rect b="b" l="l" r="r" t="t"/>
                  <a:pathLst>
                    <a:path extrusionOk="0" h="474" w="34">
                      <a:moveTo>
                        <a:pt x="17" y="1"/>
                      </a:moveTo>
                      <a:lnTo>
                        <a:pt x="17" y="17"/>
                      </a:lnTo>
                      <a:cubicBezTo>
                        <a:pt x="17" y="33"/>
                        <a:pt x="1" y="70"/>
                        <a:pt x="1" y="134"/>
                      </a:cubicBezTo>
                      <a:lnTo>
                        <a:pt x="1" y="235"/>
                      </a:lnTo>
                      <a:cubicBezTo>
                        <a:pt x="17" y="272"/>
                        <a:pt x="17" y="320"/>
                        <a:pt x="17" y="356"/>
                      </a:cubicBezTo>
                      <a:lnTo>
                        <a:pt x="17" y="474"/>
                      </a:lnTo>
                      <a:cubicBezTo>
                        <a:pt x="17" y="474"/>
                        <a:pt x="17" y="421"/>
                        <a:pt x="33" y="356"/>
                      </a:cubicBezTo>
                      <a:lnTo>
                        <a:pt x="33" y="235"/>
                      </a:lnTo>
                      <a:lnTo>
                        <a:pt x="33" y="134"/>
                      </a:lnTo>
                      <a:lnTo>
                        <a:pt x="33" y="17"/>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1"/>
                <p:cNvSpPr/>
                <p:nvPr/>
              </p:nvSpPr>
              <p:spPr>
                <a:xfrm>
                  <a:off x="3976206" y="1836913"/>
                  <a:ext cx="3377" cy="53834"/>
                </a:xfrm>
                <a:custGeom>
                  <a:rect b="b" l="l" r="r" t="t"/>
                  <a:pathLst>
                    <a:path extrusionOk="0" h="542" w="34">
                      <a:moveTo>
                        <a:pt x="17" y="0"/>
                      </a:moveTo>
                      <a:lnTo>
                        <a:pt x="1" y="16"/>
                      </a:lnTo>
                      <a:lnTo>
                        <a:pt x="1" y="53"/>
                      </a:lnTo>
                      <a:lnTo>
                        <a:pt x="1" y="137"/>
                      </a:lnTo>
                      <a:cubicBezTo>
                        <a:pt x="1" y="218"/>
                        <a:pt x="1" y="303"/>
                        <a:pt x="17" y="388"/>
                      </a:cubicBezTo>
                      <a:lnTo>
                        <a:pt x="17" y="541"/>
                      </a:lnTo>
                      <a:cubicBezTo>
                        <a:pt x="17" y="541"/>
                        <a:pt x="17" y="473"/>
                        <a:pt x="33" y="388"/>
                      </a:cubicBezTo>
                      <a:lnTo>
                        <a:pt x="33" y="137"/>
                      </a:lnTo>
                      <a:lnTo>
                        <a:pt x="33" y="53"/>
                      </a:lnTo>
                      <a:lnTo>
                        <a:pt x="33" y="16"/>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1"/>
                <p:cNvSpPr/>
                <p:nvPr/>
              </p:nvSpPr>
              <p:spPr>
                <a:xfrm>
                  <a:off x="3910851" y="1900679"/>
                  <a:ext cx="3675" cy="36651"/>
                </a:xfrm>
                <a:custGeom>
                  <a:rect b="b" l="l" r="r" t="t"/>
                  <a:pathLst>
                    <a:path extrusionOk="0" h="369" w="37">
                      <a:moveTo>
                        <a:pt x="0" y="0"/>
                      </a:moveTo>
                      <a:lnTo>
                        <a:pt x="0" y="81"/>
                      </a:lnTo>
                      <a:lnTo>
                        <a:pt x="0" y="166"/>
                      </a:lnTo>
                      <a:lnTo>
                        <a:pt x="0" y="267"/>
                      </a:lnTo>
                      <a:cubicBezTo>
                        <a:pt x="13" y="359"/>
                        <a:pt x="16" y="369"/>
                        <a:pt x="16" y="369"/>
                      </a:cubicBezTo>
                      <a:cubicBezTo>
                        <a:pt x="16" y="369"/>
                        <a:pt x="16" y="368"/>
                        <a:pt x="16" y="368"/>
                      </a:cubicBezTo>
                      <a:lnTo>
                        <a:pt x="37" y="368"/>
                      </a:lnTo>
                      <a:lnTo>
                        <a:pt x="37" y="267"/>
                      </a:lnTo>
                      <a:lnTo>
                        <a:pt x="37" y="166"/>
                      </a:lnTo>
                      <a:cubicBezTo>
                        <a:pt x="16" y="134"/>
                        <a:pt x="16" y="101"/>
                        <a:pt x="16" y="81"/>
                      </a:cubicBezTo>
                      <a:lnTo>
                        <a:pt x="16" y="33"/>
                      </a:lnTo>
                      <a:cubicBezTo>
                        <a:pt x="16" y="16"/>
                        <a:pt x="0" y="16"/>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1"/>
                <p:cNvSpPr/>
                <p:nvPr/>
              </p:nvSpPr>
              <p:spPr>
                <a:xfrm>
                  <a:off x="4031233" y="1888661"/>
                  <a:ext cx="3675" cy="46981"/>
                </a:xfrm>
                <a:custGeom>
                  <a:rect b="b" l="l" r="r" t="t"/>
                  <a:pathLst>
                    <a:path extrusionOk="0" h="473" w="37">
                      <a:moveTo>
                        <a:pt x="37" y="0"/>
                      </a:moveTo>
                      <a:cubicBezTo>
                        <a:pt x="37" y="20"/>
                        <a:pt x="16" y="53"/>
                        <a:pt x="16" y="101"/>
                      </a:cubicBezTo>
                      <a:cubicBezTo>
                        <a:pt x="16" y="137"/>
                        <a:pt x="0" y="186"/>
                        <a:pt x="0" y="222"/>
                      </a:cubicBezTo>
                      <a:lnTo>
                        <a:pt x="0" y="287"/>
                      </a:lnTo>
                      <a:lnTo>
                        <a:pt x="0" y="339"/>
                      </a:lnTo>
                      <a:lnTo>
                        <a:pt x="0" y="388"/>
                      </a:lnTo>
                      <a:lnTo>
                        <a:pt x="0" y="424"/>
                      </a:lnTo>
                      <a:cubicBezTo>
                        <a:pt x="0" y="440"/>
                        <a:pt x="16" y="457"/>
                        <a:pt x="16" y="457"/>
                      </a:cubicBezTo>
                      <a:lnTo>
                        <a:pt x="16" y="473"/>
                      </a:lnTo>
                      <a:lnTo>
                        <a:pt x="37" y="473"/>
                      </a:lnTo>
                      <a:lnTo>
                        <a:pt x="37" y="457"/>
                      </a:lnTo>
                      <a:lnTo>
                        <a:pt x="37" y="424"/>
                      </a:lnTo>
                      <a:lnTo>
                        <a:pt x="37" y="339"/>
                      </a:lnTo>
                      <a:lnTo>
                        <a:pt x="37" y="287"/>
                      </a:lnTo>
                      <a:lnTo>
                        <a:pt x="37" y="222"/>
                      </a:lnTo>
                      <a:lnTo>
                        <a:pt x="37" y="101"/>
                      </a:lnTo>
                      <a:lnTo>
                        <a:pt x="37" y="53"/>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1"/>
                <p:cNvSpPr/>
                <p:nvPr/>
              </p:nvSpPr>
              <p:spPr>
                <a:xfrm>
                  <a:off x="4081392" y="1452525"/>
                  <a:ext cx="3675" cy="83532"/>
                </a:xfrm>
                <a:custGeom>
                  <a:rect b="b" l="l" r="r" t="t"/>
                  <a:pathLst>
                    <a:path extrusionOk="0" h="841" w="37">
                      <a:moveTo>
                        <a:pt x="37" y="0"/>
                      </a:moveTo>
                      <a:cubicBezTo>
                        <a:pt x="37" y="0"/>
                        <a:pt x="37" y="32"/>
                        <a:pt x="16" y="69"/>
                      </a:cubicBezTo>
                      <a:lnTo>
                        <a:pt x="16" y="234"/>
                      </a:lnTo>
                      <a:cubicBezTo>
                        <a:pt x="0" y="287"/>
                        <a:pt x="0" y="351"/>
                        <a:pt x="0" y="420"/>
                      </a:cubicBezTo>
                      <a:lnTo>
                        <a:pt x="0" y="521"/>
                      </a:lnTo>
                      <a:lnTo>
                        <a:pt x="0" y="622"/>
                      </a:lnTo>
                      <a:lnTo>
                        <a:pt x="0" y="755"/>
                      </a:lnTo>
                      <a:cubicBezTo>
                        <a:pt x="16" y="792"/>
                        <a:pt x="16" y="808"/>
                        <a:pt x="16" y="808"/>
                      </a:cubicBezTo>
                      <a:lnTo>
                        <a:pt x="37" y="840"/>
                      </a:lnTo>
                      <a:lnTo>
                        <a:pt x="37" y="808"/>
                      </a:lnTo>
                      <a:lnTo>
                        <a:pt x="37" y="755"/>
                      </a:lnTo>
                      <a:lnTo>
                        <a:pt x="37" y="622"/>
                      </a:lnTo>
                      <a:lnTo>
                        <a:pt x="37" y="521"/>
                      </a:lnTo>
                      <a:lnTo>
                        <a:pt x="37" y="436"/>
                      </a:lnTo>
                      <a:lnTo>
                        <a:pt x="37" y="234"/>
                      </a:lnTo>
                      <a:lnTo>
                        <a:pt x="37" y="69"/>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1"/>
                <p:cNvSpPr/>
                <p:nvPr/>
              </p:nvSpPr>
              <p:spPr>
                <a:xfrm>
                  <a:off x="3940946" y="1290327"/>
                  <a:ext cx="60290" cy="24633"/>
                </a:xfrm>
                <a:custGeom>
                  <a:rect b="b" l="l" r="r" t="t"/>
                  <a:pathLst>
                    <a:path extrusionOk="0" h="248" w="607">
                      <a:moveTo>
                        <a:pt x="606" y="1"/>
                      </a:moveTo>
                      <a:cubicBezTo>
                        <a:pt x="606" y="1"/>
                        <a:pt x="542" y="17"/>
                        <a:pt x="441" y="49"/>
                      </a:cubicBezTo>
                      <a:cubicBezTo>
                        <a:pt x="388" y="66"/>
                        <a:pt x="340" y="86"/>
                        <a:pt x="287" y="102"/>
                      </a:cubicBezTo>
                      <a:cubicBezTo>
                        <a:pt x="271" y="102"/>
                        <a:pt x="239" y="118"/>
                        <a:pt x="218" y="118"/>
                      </a:cubicBezTo>
                      <a:cubicBezTo>
                        <a:pt x="186" y="134"/>
                        <a:pt x="170" y="134"/>
                        <a:pt x="154" y="150"/>
                      </a:cubicBezTo>
                      <a:cubicBezTo>
                        <a:pt x="101" y="167"/>
                        <a:pt x="69" y="187"/>
                        <a:pt x="53" y="187"/>
                      </a:cubicBezTo>
                      <a:cubicBezTo>
                        <a:pt x="37" y="203"/>
                        <a:pt x="16" y="219"/>
                        <a:pt x="16" y="219"/>
                      </a:cubicBezTo>
                      <a:lnTo>
                        <a:pt x="0" y="235"/>
                      </a:lnTo>
                      <a:cubicBezTo>
                        <a:pt x="0" y="243"/>
                        <a:pt x="0" y="247"/>
                        <a:pt x="2" y="247"/>
                      </a:cubicBezTo>
                      <a:cubicBezTo>
                        <a:pt x="4" y="247"/>
                        <a:pt x="8" y="243"/>
                        <a:pt x="16" y="235"/>
                      </a:cubicBezTo>
                      <a:cubicBezTo>
                        <a:pt x="37" y="235"/>
                        <a:pt x="53" y="235"/>
                        <a:pt x="69" y="219"/>
                      </a:cubicBezTo>
                      <a:cubicBezTo>
                        <a:pt x="85" y="203"/>
                        <a:pt x="117" y="203"/>
                        <a:pt x="170" y="187"/>
                      </a:cubicBezTo>
                      <a:cubicBezTo>
                        <a:pt x="186" y="167"/>
                        <a:pt x="202" y="167"/>
                        <a:pt x="239" y="150"/>
                      </a:cubicBezTo>
                      <a:cubicBezTo>
                        <a:pt x="255" y="150"/>
                        <a:pt x="287" y="134"/>
                        <a:pt x="303" y="134"/>
                      </a:cubicBezTo>
                      <a:cubicBezTo>
                        <a:pt x="356" y="102"/>
                        <a:pt x="404" y="86"/>
                        <a:pt x="457" y="66"/>
                      </a:cubicBezTo>
                      <a:cubicBezTo>
                        <a:pt x="542" y="33"/>
                        <a:pt x="606" y="1"/>
                        <a:pt x="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1"/>
                <p:cNvSpPr/>
                <p:nvPr/>
              </p:nvSpPr>
              <p:spPr>
                <a:xfrm>
                  <a:off x="3940946" y="1312079"/>
                  <a:ext cx="6853" cy="50258"/>
                </a:xfrm>
                <a:custGeom>
                  <a:rect b="b" l="l" r="r" t="t"/>
                  <a:pathLst>
                    <a:path extrusionOk="0" h="506" w="69">
                      <a:moveTo>
                        <a:pt x="16" y="0"/>
                      </a:moveTo>
                      <a:lnTo>
                        <a:pt x="16" y="16"/>
                      </a:lnTo>
                      <a:lnTo>
                        <a:pt x="16" y="49"/>
                      </a:lnTo>
                      <a:lnTo>
                        <a:pt x="0" y="69"/>
                      </a:lnTo>
                      <a:cubicBezTo>
                        <a:pt x="16" y="69"/>
                        <a:pt x="16" y="85"/>
                        <a:pt x="16" y="85"/>
                      </a:cubicBezTo>
                      <a:lnTo>
                        <a:pt x="16" y="133"/>
                      </a:lnTo>
                      <a:cubicBezTo>
                        <a:pt x="16" y="202"/>
                        <a:pt x="37" y="287"/>
                        <a:pt x="37" y="372"/>
                      </a:cubicBezTo>
                      <a:cubicBezTo>
                        <a:pt x="53" y="436"/>
                        <a:pt x="69" y="505"/>
                        <a:pt x="69" y="505"/>
                      </a:cubicBezTo>
                      <a:cubicBezTo>
                        <a:pt x="69" y="505"/>
                        <a:pt x="69" y="436"/>
                        <a:pt x="53" y="372"/>
                      </a:cubicBezTo>
                      <a:lnTo>
                        <a:pt x="53" y="133"/>
                      </a:lnTo>
                      <a:lnTo>
                        <a:pt x="53" y="85"/>
                      </a:lnTo>
                      <a:lnTo>
                        <a:pt x="37" y="69"/>
                      </a:lnTo>
                      <a:lnTo>
                        <a:pt x="37" y="49"/>
                      </a:lnTo>
                      <a:lnTo>
                        <a:pt x="37" y="16"/>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1"/>
                <p:cNvSpPr/>
                <p:nvPr/>
              </p:nvSpPr>
              <p:spPr>
                <a:xfrm>
                  <a:off x="3987828" y="1278706"/>
                  <a:ext cx="100418" cy="14998"/>
                </a:xfrm>
                <a:custGeom>
                  <a:rect b="b" l="l" r="r" t="t"/>
                  <a:pathLst>
                    <a:path extrusionOk="0" h="151" w="1011">
                      <a:moveTo>
                        <a:pt x="894" y="1"/>
                      </a:moveTo>
                      <a:cubicBezTo>
                        <a:pt x="857" y="1"/>
                        <a:pt x="809" y="1"/>
                        <a:pt x="740" y="17"/>
                      </a:cubicBezTo>
                      <a:cubicBezTo>
                        <a:pt x="607" y="33"/>
                        <a:pt x="421" y="65"/>
                        <a:pt x="272" y="102"/>
                      </a:cubicBezTo>
                      <a:cubicBezTo>
                        <a:pt x="118" y="134"/>
                        <a:pt x="1" y="150"/>
                        <a:pt x="1" y="150"/>
                      </a:cubicBezTo>
                      <a:cubicBezTo>
                        <a:pt x="1" y="150"/>
                        <a:pt x="118" y="134"/>
                        <a:pt x="272" y="118"/>
                      </a:cubicBezTo>
                      <a:cubicBezTo>
                        <a:pt x="421" y="102"/>
                        <a:pt x="607" y="65"/>
                        <a:pt x="740" y="49"/>
                      </a:cubicBezTo>
                      <a:cubicBezTo>
                        <a:pt x="809" y="33"/>
                        <a:pt x="857" y="33"/>
                        <a:pt x="894" y="33"/>
                      </a:cubicBezTo>
                      <a:lnTo>
                        <a:pt x="979" y="33"/>
                      </a:lnTo>
                      <a:cubicBezTo>
                        <a:pt x="1011" y="33"/>
                        <a:pt x="995" y="33"/>
                        <a:pt x="995" y="17"/>
                      </a:cubicBezTo>
                      <a:cubicBezTo>
                        <a:pt x="1011" y="17"/>
                        <a:pt x="1011" y="17"/>
                        <a:pt x="9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1"/>
                <p:cNvSpPr/>
                <p:nvPr/>
              </p:nvSpPr>
              <p:spPr>
                <a:xfrm>
                  <a:off x="4081392" y="1281984"/>
                  <a:ext cx="5264" cy="83532"/>
                </a:xfrm>
                <a:custGeom>
                  <a:rect b="b" l="l" r="r" t="t"/>
                  <a:pathLst>
                    <a:path extrusionOk="0" h="841" w="53">
                      <a:moveTo>
                        <a:pt x="37" y="0"/>
                      </a:moveTo>
                      <a:lnTo>
                        <a:pt x="16" y="16"/>
                      </a:lnTo>
                      <a:lnTo>
                        <a:pt x="16" y="85"/>
                      </a:lnTo>
                      <a:cubicBezTo>
                        <a:pt x="16" y="101"/>
                        <a:pt x="0" y="150"/>
                        <a:pt x="0" y="202"/>
                      </a:cubicBezTo>
                      <a:lnTo>
                        <a:pt x="0" y="404"/>
                      </a:lnTo>
                      <a:lnTo>
                        <a:pt x="0" y="606"/>
                      </a:lnTo>
                      <a:cubicBezTo>
                        <a:pt x="0" y="739"/>
                        <a:pt x="16" y="840"/>
                        <a:pt x="16" y="840"/>
                      </a:cubicBezTo>
                      <a:lnTo>
                        <a:pt x="16" y="606"/>
                      </a:lnTo>
                      <a:cubicBezTo>
                        <a:pt x="16" y="554"/>
                        <a:pt x="16" y="473"/>
                        <a:pt x="37" y="404"/>
                      </a:cubicBezTo>
                      <a:lnTo>
                        <a:pt x="37" y="218"/>
                      </a:lnTo>
                      <a:cubicBezTo>
                        <a:pt x="37" y="150"/>
                        <a:pt x="53" y="117"/>
                        <a:pt x="53" y="85"/>
                      </a:cubicBezTo>
                      <a:lnTo>
                        <a:pt x="53" y="16"/>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1"/>
                <p:cNvSpPr/>
                <p:nvPr/>
              </p:nvSpPr>
              <p:spPr>
                <a:xfrm>
                  <a:off x="4082981" y="1278706"/>
                  <a:ext cx="35360" cy="20163"/>
                </a:xfrm>
                <a:custGeom>
                  <a:rect b="b" l="l" r="r" t="t"/>
                  <a:pathLst>
                    <a:path extrusionOk="0" h="203" w="356">
                      <a:moveTo>
                        <a:pt x="0" y="1"/>
                      </a:moveTo>
                      <a:lnTo>
                        <a:pt x="0" y="17"/>
                      </a:lnTo>
                      <a:lnTo>
                        <a:pt x="0" y="33"/>
                      </a:lnTo>
                      <a:cubicBezTo>
                        <a:pt x="21" y="33"/>
                        <a:pt x="53" y="49"/>
                        <a:pt x="85" y="82"/>
                      </a:cubicBezTo>
                      <a:cubicBezTo>
                        <a:pt x="101" y="82"/>
                        <a:pt x="122" y="102"/>
                        <a:pt x="138" y="102"/>
                      </a:cubicBezTo>
                      <a:cubicBezTo>
                        <a:pt x="154" y="102"/>
                        <a:pt x="170" y="118"/>
                        <a:pt x="186" y="118"/>
                      </a:cubicBezTo>
                      <a:cubicBezTo>
                        <a:pt x="223" y="134"/>
                        <a:pt x="255" y="150"/>
                        <a:pt x="271" y="166"/>
                      </a:cubicBezTo>
                      <a:cubicBezTo>
                        <a:pt x="287" y="183"/>
                        <a:pt x="303" y="183"/>
                        <a:pt x="324" y="183"/>
                      </a:cubicBezTo>
                      <a:cubicBezTo>
                        <a:pt x="324" y="166"/>
                        <a:pt x="303" y="166"/>
                        <a:pt x="287" y="150"/>
                      </a:cubicBezTo>
                      <a:cubicBezTo>
                        <a:pt x="255" y="134"/>
                        <a:pt x="223" y="118"/>
                        <a:pt x="202" y="102"/>
                      </a:cubicBezTo>
                      <a:cubicBezTo>
                        <a:pt x="170" y="82"/>
                        <a:pt x="138" y="49"/>
                        <a:pt x="101" y="49"/>
                      </a:cubicBezTo>
                      <a:cubicBezTo>
                        <a:pt x="53" y="17"/>
                        <a:pt x="37" y="17"/>
                        <a:pt x="21" y="1"/>
                      </a:cubicBezTo>
                      <a:close/>
                      <a:moveTo>
                        <a:pt x="324" y="183"/>
                      </a:moveTo>
                      <a:cubicBezTo>
                        <a:pt x="340" y="203"/>
                        <a:pt x="356" y="203"/>
                        <a:pt x="356" y="203"/>
                      </a:cubicBezTo>
                      <a:cubicBezTo>
                        <a:pt x="356" y="203"/>
                        <a:pt x="340" y="183"/>
                        <a:pt x="324" y="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1"/>
                <p:cNvSpPr/>
                <p:nvPr/>
              </p:nvSpPr>
              <p:spPr>
                <a:xfrm>
                  <a:off x="4173267" y="1338897"/>
                  <a:ext cx="3675" cy="110449"/>
                </a:xfrm>
                <a:custGeom>
                  <a:rect b="b" l="l" r="r" t="t"/>
                  <a:pathLst>
                    <a:path extrusionOk="0" h="1112" w="37">
                      <a:moveTo>
                        <a:pt x="20" y="1"/>
                      </a:moveTo>
                      <a:lnTo>
                        <a:pt x="20" y="33"/>
                      </a:lnTo>
                      <a:cubicBezTo>
                        <a:pt x="20" y="49"/>
                        <a:pt x="20" y="82"/>
                        <a:pt x="0" y="118"/>
                      </a:cubicBezTo>
                      <a:lnTo>
                        <a:pt x="0" y="284"/>
                      </a:lnTo>
                      <a:cubicBezTo>
                        <a:pt x="0" y="437"/>
                        <a:pt x="0" y="655"/>
                        <a:pt x="20" y="825"/>
                      </a:cubicBezTo>
                      <a:lnTo>
                        <a:pt x="20" y="1112"/>
                      </a:lnTo>
                      <a:cubicBezTo>
                        <a:pt x="20" y="1112"/>
                        <a:pt x="20" y="974"/>
                        <a:pt x="37" y="825"/>
                      </a:cubicBezTo>
                      <a:lnTo>
                        <a:pt x="37" y="284"/>
                      </a:lnTo>
                      <a:lnTo>
                        <a:pt x="37" y="118"/>
                      </a:lnTo>
                      <a:lnTo>
                        <a:pt x="37" y="33"/>
                      </a:lnTo>
                      <a:cubicBezTo>
                        <a:pt x="37" y="1"/>
                        <a:pt x="37" y="1"/>
                        <a:pt x="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1"/>
                <p:cNvSpPr/>
                <p:nvPr/>
              </p:nvSpPr>
              <p:spPr>
                <a:xfrm>
                  <a:off x="4141583" y="1320423"/>
                  <a:ext cx="35360" cy="20163"/>
                </a:xfrm>
                <a:custGeom>
                  <a:rect b="b" l="l" r="r" t="t"/>
                  <a:pathLst>
                    <a:path extrusionOk="0" h="203" w="356">
                      <a:moveTo>
                        <a:pt x="0" y="1"/>
                      </a:moveTo>
                      <a:lnTo>
                        <a:pt x="36" y="17"/>
                      </a:lnTo>
                      <a:cubicBezTo>
                        <a:pt x="53" y="17"/>
                        <a:pt x="69" y="33"/>
                        <a:pt x="101" y="49"/>
                      </a:cubicBezTo>
                      <a:cubicBezTo>
                        <a:pt x="154" y="66"/>
                        <a:pt x="218" y="102"/>
                        <a:pt x="271" y="134"/>
                      </a:cubicBezTo>
                      <a:cubicBezTo>
                        <a:pt x="287" y="150"/>
                        <a:pt x="287" y="150"/>
                        <a:pt x="303" y="150"/>
                      </a:cubicBezTo>
                      <a:cubicBezTo>
                        <a:pt x="303" y="167"/>
                        <a:pt x="303" y="167"/>
                        <a:pt x="319" y="167"/>
                      </a:cubicBezTo>
                      <a:lnTo>
                        <a:pt x="319" y="187"/>
                      </a:lnTo>
                      <a:lnTo>
                        <a:pt x="339" y="203"/>
                      </a:lnTo>
                      <a:lnTo>
                        <a:pt x="356" y="203"/>
                      </a:lnTo>
                      <a:lnTo>
                        <a:pt x="356" y="187"/>
                      </a:lnTo>
                      <a:cubicBezTo>
                        <a:pt x="339" y="167"/>
                        <a:pt x="339" y="167"/>
                        <a:pt x="339" y="150"/>
                      </a:cubicBezTo>
                      <a:cubicBezTo>
                        <a:pt x="319" y="150"/>
                        <a:pt x="319" y="134"/>
                        <a:pt x="287" y="118"/>
                      </a:cubicBezTo>
                      <a:cubicBezTo>
                        <a:pt x="238" y="66"/>
                        <a:pt x="170" y="49"/>
                        <a:pt x="101" y="33"/>
                      </a:cubicBezTo>
                      <a:cubicBezTo>
                        <a:pt x="69" y="17"/>
                        <a:pt x="53" y="17"/>
                        <a:pt x="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1"/>
                <p:cNvSpPr/>
                <p:nvPr/>
              </p:nvSpPr>
              <p:spPr>
                <a:xfrm>
                  <a:off x="3944522" y="1430773"/>
                  <a:ext cx="4966" cy="43504"/>
                </a:xfrm>
                <a:custGeom>
                  <a:rect b="b" l="l" r="r" t="t"/>
                  <a:pathLst>
                    <a:path extrusionOk="0" h="438" w="50">
                      <a:moveTo>
                        <a:pt x="1" y="1"/>
                      </a:moveTo>
                      <a:lnTo>
                        <a:pt x="1" y="33"/>
                      </a:lnTo>
                      <a:lnTo>
                        <a:pt x="1" y="86"/>
                      </a:lnTo>
                      <a:lnTo>
                        <a:pt x="1" y="320"/>
                      </a:lnTo>
                      <a:cubicBezTo>
                        <a:pt x="1" y="352"/>
                        <a:pt x="1" y="368"/>
                        <a:pt x="17" y="389"/>
                      </a:cubicBezTo>
                      <a:lnTo>
                        <a:pt x="17" y="421"/>
                      </a:lnTo>
                      <a:cubicBezTo>
                        <a:pt x="17" y="437"/>
                        <a:pt x="17" y="437"/>
                        <a:pt x="33" y="437"/>
                      </a:cubicBezTo>
                      <a:lnTo>
                        <a:pt x="33" y="421"/>
                      </a:lnTo>
                      <a:lnTo>
                        <a:pt x="33" y="389"/>
                      </a:lnTo>
                      <a:cubicBezTo>
                        <a:pt x="33" y="368"/>
                        <a:pt x="49" y="336"/>
                        <a:pt x="33" y="320"/>
                      </a:cubicBezTo>
                      <a:cubicBezTo>
                        <a:pt x="33" y="251"/>
                        <a:pt x="33" y="167"/>
                        <a:pt x="17" y="86"/>
                      </a:cubicBezTo>
                      <a:lnTo>
                        <a:pt x="17" y="33"/>
                      </a:lnTo>
                      <a:cubicBezTo>
                        <a:pt x="17" y="33"/>
                        <a:pt x="17" y="1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1"/>
                <p:cNvSpPr/>
                <p:nvPr/>
              </p:nvSpPr>
              <p:spPr>
                <a:xfrm>
                  <a:off x="3957732" y="1358961"/>
                  <a:ext cx="113727" cy="25030"/>
                </a:xfrm>
                <a:custGeom>
                  <a:rect b="b" l="l" r="r" t="t"/>
                  <a:pathLst>
                    <a:path extrusionOk="0" h="252" w="1145">
                      <a:moveTo>
                        <a:pt x="1144" y="1"/>
                      </a:moveTo>
                      <a:cubicBezTo>
                        <a:pt x="1144" y="1"/>
                        <a:pt x="1112" y="17"/>
                        <a:pt x="1059" y="17"/>
                      </a:cubicBezTo>
                      <a:cubicBezTo>
                        <a:pt x="1027" y="33"/>
                        <a:pt x="995" y="33"/>
                        <a:pt x="958" y="49"/>
                      </a:cubicBezTo>
                      <a:cubicBezTo>
                        <a:pt x="995" y="49"/>
                        <a:pt x="1027" y="33"/>
                        <a:pt x="1059" y="33"/>
                      </a:cubicBezTo>
                      <a:cubicBezTo>
                        <a:pt x="1112" y="17"/>
                        <a:pt x="1144" y="1"/>
                        <a:pt x="1144" y="1"/>
                      </a:cubicBezTo>
                      <a:close/>
                      <a:moveTo>
                        <a:pt x="958" y="49"/>
                      </a:moveTo>
                      <a:cubicBezTo>
                        <a:pt x="926" y="49"/>
                        <a:pt x="878" y="65"/>
                        <a:pt x="841" y="65"/>
                      </a:cubicBezTo>
                      <a:cubicBezTo>
                        <a:pt x="793" y="82"/>
                        <a:pt x="740" y="82"/>
                        <a:pt x="708" y="102"/>
                      </a:cubicBezTo>
                      <a:cubicBezTo>
                        <a:pt x="655" y="118"/>
                        <a:pt x="607" y="118"/>
                        <a:pt x="554" y="134"/>
                      </a:cubicBezTo>
                      <a:cubicBezTo>
                        <a:pt x="522" y="134"/>
                        <a:pt x="474" y="150"/>
                        <a:pt x="421" y="166"/>
                      </a:cubicBezTo>
                      <a:cubicBezTo>
                        <a:pt x="373" y="166"/>
                        <a:pt x="336" y="183"/>
                        <a:pt x="304" y="183"/>
                      </a:cubicBezTo>
                      <a:lnTo>
                        <a:pt x="288" y="183"/>
                      </a:lnTo>
                      <a:cubicBezTo>
                        <a:pt x="251" y="183"/>
                        <a:pt x="219" y="203"/>
                        <a:pt x="187" y="203"/>
                      </a:cubicBezTo>
                      <a:lnTo>
                        <a:pt x="118" y="203"/>
                      </a:lnTo>
                      <a:cubicBezTo>
                        <a:pt x="70" y="219"/>
                        <a:pt x="49" y="219"/>
                        <a:pt x="33" y="235"/>
                      </a:cubicBezTo>
                      <a:cubicBezTo>
                        <a:pt x="17" y="235"/>
                        <a:pt x="1" y="251"/>
                        <a:pt x="1" y="251"/>
                      </a:cubicBezTo>
                      <a:lnTo>
                        <a:pt x="33" y="251"/>
                      </a:lnTo>
                      <a:cubicBezTo>
                        <a:pt x="49" y="235"/>
                        <a:pt x="70" y="235"/>
                        <a:pt x="118" y="235"/>
                      </a:cubicBezTo>
                      <a:cubicBezTo>
                        <a:pt x="134" y="235"/>
                        <a:pt x="171" y="219"/>
                        <a:pt x="187" y="219"/>
                      </a:cubicBezTo>
                      <a:lnTo>
                        <a:pt x="304" y="219"/>
                      </a:lnTo>
                      <a:cubicBezTo>
                        <a:pt x="336" y="203"/>
                        <a:pt x="389" y="203"/>
                        <a:pt x="421" y="183"/>
                      </a:cubicBezTo>
                      <a:cubicBezTo>
                        <a:pt x="474" y="183"/>
                        <a:pt x="522" y="166"/>
                        <a:pt x="575" y="150"/>
                      </a:cubicBezTo>
                      <a:cubicBezTo>
                        <a:pt x="655" y="134"/>
                        <a:pt x="756" y="102"/>
                        <a:pt x="841" y="82"/>
                      </a:cubicBezTo>
                      <a:cubicBezTo>
                        <a:pt x="878" y="82"/>
                        <a:pt x="926" y="65"/>
                        <a:pt x="958" y="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1"/>
                <p:cNvSpPr/>
                <p:nvPr/>
              </p:nvSpPr>
              <p:spPr>
                <a:xfrm>
                  <a:off x="4064904" y="1358961"/>
                  <a:ext cx="4966" cy="118495"/>
                </a:xfrm>
                <a:custGeom>
                  <a:rect b="b" l="l" r="r" t="t"/>
                  <a:pathLst>
                    <a:path extrusionOk="0" h="1193" w="50">
                      <a:moveTo>
                        <a:pt x="33" y="1"/>
                      </a:moveTo>
                      <a:cubicBezTo>
                        <a:pt x="33" y="1"/>
                        <a:pt x="17" y="17"/>
                        <a:pt x="17" y="49"/>
                      </a:cubicBezTo>
                      <a:cubicBezTo>
                        <a:pt x="17" y="65"/>
                        <a:pt x="1" y="102"/>
                        <a:pt x="17" y="166"/>
                      </a:cubicBezTo>
                      <a:lnTo>
                        <a:pt x="17" y="267"/>
                      </a:lnTo>
                      <a:lnTo>
                        <a:pt x="17" y="421"/>
                      </a:lnTo>
                      <a:cubicBezTo>
                        <a:pt x="17" y="639"/>
                        <a:pt x="17" y="942"/>
                        <a:pt x="33" y="1192"/>
                      </a:cubicBezTo>
                      <a:cubicBezTo>
                        <a:pt x="49" y="942"/>
                        <a:pt x="49" y="639"/>
                        <a:pt x="49" y="421"/>
                      </a:cubicBezTo>
                      <a:lnTo>
                        <a:pt x="49" y="267"/>
                      </a:lnTo>
                      <a:cubicBezTo>
                        <a:pt x="49" y="235"/>
                        <a:pt x="33" y="203"/>
                        <a:pt x="33" y="166"/>
                      </a:cubicBezTo>
                      <a:lnTo>
                        <a:pt x="33" y="49"/>
                      </a:lnTo>
                      <a:lnTo>
                        <a:pt x="33" y="17"/>
                      </a:ln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1"/>
                <p:cNvSpPr/>
                <p:nvPr/>
              </p:nvSpPr>
              <p:spPr>
                <a:xfrm>
                  <a:off x="3956143" y="1382302"/>
                  <a:ext cx="4966" cy="87108"/>
                </a:xfrm>
                <a:custGeom>
                  <a:rect b="b" l="l" r="r" t="t"/>
                  <a:pathLst>
                    <a:path extrusionOk="0" h="877" w="50">
                      <a:moveTo>
                        <a:pt x="1" y="0"/>
                      </a:moveTo>
                      <a:lnTo>
                        <a:pt x="1" y="16"/>
                      </a:lnTo>
                      <a:lnTo>
                        <a:pt x="1" y="85"/>
                      </a:lnTo>
                      <a:lnTo>
                        <a:pt x="1" y="234"/>
                      </a:lnTo>
                      <a:lnTo>
                        <a:pt x="1" y="453"/>
                      </a:lnTo>
                      <a:cubicBezTo>
                        <a:pt x="1" y="505"/>
                        <a:pt x="17" y="537"/>
                        <a:pt x="17" y="574"/>
                      </a:cubicBezTo>
                      <a:lnTo>
                        <a:pt x="17" y="691"/>
                      </a:lnTo>
                      <a:cubicBezTo>
                        <a:pt x="17" y="723"/>
                        <a:pt x="33" y="755"/>
                        <a:pt x="33" y="792"/>
                      </a:cubicBezTo>
                      <a:lnTo>
                        <a:pt x="33" y="691"/>
                      </a:lnTo>
                      <a:lnTo>
                        <a:pt x="33" y="574"/>
                      </a:lnTo>
                      <a:lnTo>
                        <a:pt x="33" y="453"/>
                      </a:lnTo>
                      <a:lnTo>
                        <a:pt x="33" y="335"/>
                      </a:lnTo>
                      <a:lnTo>
                        <a:pt x="33" y="234"/>
                      </a:lnTo>
                      <a:lnTo>
                        <a:pt x="33" y="85"/>
                      </a:lnTo>
                      <a:cubicBezTo>
                        <a:pt x="17" y="32"/>
                        <a:pt x="17" y="16"/>
                        <a:pt x="17" y="0"/>
                      </a:cubicBezTo>
                      <a:close/>
                      <a:moveTo>
                        <a:pt x="33" y="792"/>
                      </a:moveTo>
                      <a:lnTo>
                        <a:pt x="33" y="840"/>
                      </a:lnTo>
                      <a:lnTo>
                        <a:pt x="33" y="877"/>
                      </a:lnTo>
                      <a:cubicBezTo>
                        <a:pt x="33" y="856"/>
                        <a:pt x="33" y="840"/>
                        <a:pt x="49" y="840"/>
                      </a:cubicBezTo>
                      <a:cubicBezTo>
                        <a:pt x="33" y="824"/>
                        <a:pt x="33" y="808"/>
                        <a:pt x="33" y="79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1"/>
                <p:cNvSpPr/>
                <p:nvPr/>
              </p:nvSpPr>
              <p:spPr>
                <a:xfrm>
                  <a:off x="3994681" y="1358067"/>
                  <a:ext cx="73500" cy="17481"/>
                </a:xfrm>
                <a:custGeom>
                  <a:rect b="b" l="l" r="r" t="t"/>
                  <a:pathLst>
                    <a:path extrusionOk="0" h="176" w="740">
                      <a:moveTo>
                        <a:pt x="684" y="1"/>
                      </a:moveTo>
                      <a:cubicBezTo>
                        <a:pt x="675" y="1"/>
                        <a:pt x="666" y="3"/>
                        <a:pt x="655" y="10"/>
                      </a:cubicBezTo>
                      <a:cubicBezTo>
                        <a:pt x="623" y="10"/>
                        <a:pt x="570" y="10"/>
                        <a:pt x="522" y="26"/>
                      </a:cubicBezTo>
                      <a:cubicBezTo>
                        <a:pt x="485" y="42"/>
                        <a:pt x="469" y="42"/>
                        <a:pt x="437" y="58"/>
                      </a:cubicBezTo>
                      <a:cubicBezTo>
                        <a:pt x="405" y="58"/>
                        <a:pt x="368" y="74"/>
                        <a:pt x="336" y="74"/>
                      </a:cubicBezTo>
                      <a:cubicBezTo>
                        <a:pt x="304" y="91"/>
                        <a:pt x="267" y="91"/>
                        <a:pt x="235" y="111"/>
                      </a:cubicBezTo>
                      <a:cubicBezTo>
                        <a:pt x="203" y="111"/>
                        <a:pt x="182" y="127"/>
                        <a:pt x="150" y="127"/>
                      </a:cubicBezTo>
                      <a:cubicBezTo>
                        <a:pt x="118" y="143"/>
                        <a:pt x="81" y="143"/>
                        <a:pt x="65" y="159"/>
                      </a:cubicBezTo>
                      <a:cubicBezTo>
                        <a:pt x="102" y="159"/>
                        <a:pt x="118" y="159"/>
                        <a:pt x="150" y="143"/>
                      </a:cubicBezTo>
                      <a:cubicBezTo>
                        <a:pt x="182" y="143"/>
                        <a:pt x="219" y="127"/>
                        <a:pt x="251" y="127"/>
                      </a:cubicBezTo>
                      <a:cubicBezTo>
                        <a:pt x="283" y="127"/>
                        <a:pt x="320" y="111"/>
                        <a:pt x="352" y="111"/>
                      </a:cubicBezTo>
                      <a:cubicBezTo>
                        <a:pt x="384" y="91"/>
                        <a:pt x="405" y="91"/>
                        <a:pt x="437" y="91"/>
                      </a:cubicBezTo>
                      <a:cubicBezTo>
                        <a:pt x="469" y="74"/>
                        <a:pt x="506" y="74"/>
                        <a:pt x="538" y="58"/>
                      </a:cubicBezTo>
                      <a:cubicBezTo>
                        <a:pt x="586" y="42"/>
                        <a:pt x="623" y="42"/>
                        <a:pt x="655" y="26"/>
                      </a:cubicBezTo>
                      <a:lnTo>
                        <a:pt x="740" y="26"/>
                      </a:lnTo>
                      <a:lnTo>
                        <a:pt x="740" y="10"/>
                      </a:lnTo>
                      <a:lnTo>
                        <a:pt x="724" y="10"/>
                      </a:lnTo>
                      <a:cubicBezTo>
                        <a:pt x="713" y="10"/>
                        <a:pt x="700" y="1"/>
                        <a:pt x="684" y="1"/>
                      </a:cubicBezTo>
                      <a:close/>
                      <a:moveTo>
                        <a:pt x="65" y="159"/>
                      </a:moveTo>
                      <a:cubicBezTo>
                        <a:pt x="33" y="159"/>
                        <a:pt x="17" y="159"/>
                        <a:pt x="1" y="175"/>
                      </a:cubicBezTo>
                      <a:cubicBezTo>
                        <a:pt x="17" y="175"/>
                        <a:pt x="33" y="175"/>
                        <a:pt x="65" y="1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1"/>
                <p:cNvSpPr/>
                <p:nvPr/>
              </p:nvSpPr>
              <p:spPr>
                <a:xfrm>
                  <a:off x="3956143" y="1415576"/>
                  <a:ext cx="108860" cy="23739"/>
                </a:xfrm>
                <a:custGeom>
                  <a:rect b="b" l="l" r="r" t="t"/>
                  <a:pathLst>
                    <a:path extrusionOk="0" h="239" w="1096">
                      <a:moveTo>
                        <a:pt x="1027" y="0"/>
                      </a:moveTo>
                      <a:cubicBezTo>
                        <a:pt x="995" y="17"/>
                        <a:pt x="974" y="17"/>
                        <a:pt x="926" y="17"/>
                      </a:cubicBezTo>
                      <a:cubicBezTo>
                        <a:pt x="894" y="17"/>
                        <a:pt x="857" y="37"/>
                        <a:pt x="809" y="37"/>
                      </a:cubicBezTo>
                      <a:cubicBezTo>
                        <a:pt x="772" y="53"/>
                        <a:pt x="724" y="53"/>
                        <a:pt x="692" y="69"/>
                      </a:cubicBezTo>
                      <a:cubicBezTo>
                        <a:pt x="655" y="69"/>
                        <a:pt x="639" y="69"/>
                        <a:pt x="623" y="85"/>
                      </a:cubicBezTo>
                      <a:lnTo>
                        <a:pt x="554" y="85"/>
                      </a:lnTo>
                      <a:cubicBezTo>
                        <a:pt x="506" y="101"/>
                        <a:pt x="453" y="101"/>
                        <a:pt x="421" y="118"/>
                      </a:cubicBezTo>
                      <a:cubicBezTo>
                        <a:pt x="368" y="118"/>
                        <a:pt x="320" y="138"/>
                        <a:pt x="288" y="138"/>
                      </a:cubicBezTo>
                      <a:cubicBezTo>
                        <a:pt x="251" y="138"/>
                        <a:pt x="219" y="154"/>
                        <a:pt x="187" y="154"/>
                      </a:cubicBezTo>
                      <a:cubicBezTo>
                        <a:pt x="166" y="170"/>
                        <a:pt x="134" y="170"/>
                        <a:pt x="118" y="186"/>
                      </a:cubicBezTo>
                      <a:cubicBezTo>
                        <a:pt x="86" y="202"/>
                        <a:pt x="49" y="202"/>
                        <a:pt x="33" y="219"/>
                      </a:cubicBezTo>
                      <a:cubicBezTo>
                        <a:pt x="1" y="219"/>
                        <a:pt x="17" y="219"/>
                        <a:pt x="17" y="239"/>
                      </a:cubicBezTo>
                      <a:lnTo>
                        <a:pt x="49" y="239"/>
                      </a:lnTo>
                      <a:cubicBezTo>
                        <a:pt x="65" y="219"/>
                        <a:pt x="86" y="219"/>
                        <a:pt x="118" y="202"/>
                      </a:cubicBezTo>
                      <a:cubicBezTo>
                        <a:pt x="150" y="202"/>
                        <a:pt x="166" y="202"/>
                        <a:pt x="203" y="186"/>
                      </a:cubicBezTo>
                      <a:cubicBezTo>
                        <a:pt x="219" y="186"/>
                        <a:pt x="251" y="170"/>
                        <a:pt x="304" y="170"/>
                      </a:cubicBezTo>
                      <a:cubicBezTo>
                        <a:pt x="336" y="154"/>
                        <a:pt x="368" y="154"/>
                        <a:pt x="421" y="138"/>
                      </a:cubicBezTo>
                      <a:cubicBezTo>
                        <a:pt x="453" y="138"/>
                        <a:pt x="506" y="118"/>
                        <a:pt x="554" y="118"/>
                      </a:cubicBezTo>
                      <a:cubicBezTo>
                        <a:pt x="570" y="118"/>
                        <a:pt x="607" y="101"/>
                        <a:pt x="623" y="101"/>
                      </a:cubicBezTo>
                      <a:cubicBezTo>
                        <a:pt x="639" y="101"/>
                        <a:pt x="671" y="101"/>
                        <a:pt x="692" y="85"/>
                      </a:cubicBezTo>
                      <a:cubicBezTo>
                        <a:pt x="740" y="85"/>
                        <a:pt x="772" y="69"/>
                        <a:pt x="825" y="53"/>
                      </a:cubicBezTo>
                      <a:cubicBezTo>
                        <a:pt x="857" y="53"/>
                        <a:pt x="894" y="37"/>
                        <a:pt x="942" y="37"/>
                      </a:cubicBezTo>
                      <a:cubicBezTo>
                        <a:pt x="974" y="17"/>
                        <a:pt x="995" y="17"/>
                        <a:pt x="1027" y="17"/>
                      </a:cubicBezTo>
                      <a:cubicBezTo>
                        <a:pt x="1059" y="17"/>
                        <a:pt x="1075" y="17"/>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1"/>
                <p:cNvSpPr/>
                <p:nvPr/>
              </p:nvSpPr>
              <p:spPr>
                <a:xfrm>
                  <a:off x="3986238" y="1477356"/>
                  <a:ext cx="78765" cy="13707"/>
                </a:xfrm>
                <a:custGeom>
                  <a:rect b="b" l="l" r="r" t="t"/>
                  <a:pathLst>
                    <a:path extrusionOk="0" h="138" w="793">
                      <a:moveTo>
                        <a:pt x="793" y="0"/>
                      </a:moveTo>
                      <a:cubicBezTo>
                        <a:pt x="792" y="1"/>
                        <a:pt x="691" y="21"/>
                        <a:pt x="570" y="37"/>
                      </a:cubicBezTo>
                      <a:cubicBezTo>
                        <a:pt x="506" y="37"/>
                        <a:pt x="437" y="37"/>
                        <a:pt x="368" y="53"/>
                      </a:cubicBezTo>
                      <a:cubicBezTo>
                        <a:pt x="304" y="69"/>
                        <a:pt x="251" y="69"/>
                        <a:pt x="187" y="85"/>
                      </a:cubicBezTo>
                      <a:cubicBezTo>
                        <a:pt x="134" y="85"/>
                        <a:pt x="102" y="101"/>
                        <a:pt x="65" y="101"/>
                      </a:cubicBezTo>
                      <a:cubicBezTo>
                        <a:pt x="33" y="122"/>
                        <a:pt x="17" y="122"/>
                        <a:pt x="1" y="122"/>
                      </a:cubicBezTo>
                      <a:lnTo>
                        <a:pt x="1" y="138"/>
                      </a:lnTo>
                      <a:lnTo>
                        <a:pt x="65" y="138"/>
                      </a:lnTo>
                      <a:cubicBezTo>
                        <a:pt x="102" y="138"/>
                        <a:pt x="134" y="122"/>
                        <a:pt x="203" y="122"/>
                      </a:cubicBezTo>
                      <a:cubicBezTo>
                        <a:pt x="251" y="101"/>
                        <a:pt x="320" y="85"/>
                        <a:pt x="389" y="85"/>
                      </a:cubicBezTo>
                      <a:cubicBezTo>
                        <a:pt x="437" y="69"/>
                        <a:pt x="506" y="53"/>
                        <a:pt x="570" y="53"/>
                      </a:cubicBezTo>
                      <a:cubicBezTo>
                        <a:pt x="691" y="21"/>
                        <a:pt x="792" y="1"/>
                        <a:pt x="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1"/>
                <p:cNvSpPr/>
                <p:nvPr/>
              </p:nvSpPr>
              <p:spPr>
                <a:xfrm>
                  <a:off x="3972631" y="1380614"/>
                  <a:ext cx="3675" cy="105284"/>
                </a:xfrm>
                <a:custGeom>
                  <a:rect b="b" l="l" r="r" t="t"/>
                  <a:pathLst>
                    <a:path extrusionOk="0" h="1060" w="37">
                      <a:moveTo>
                        <a:pt x="21" y="1"/>
                      </a:moveTo>
                      <a:lnTo>
                        <a:pt x="21" y="33"/>
                      </a:lnTo>
                      <a:cubicBezTo>
                        <a:pt x="21" y="33"/>
                        <a:pt x="0" y="66"/>
                        <a:pt x="0" y="102"/>
                      </a:cubicBezTo>
                      <a:lnTo>
                        <a:pt x="0" y="268"/>
                      </a:lnTo>
                      <a:cubicBezTo>
                        <a:pt x="0" y="571"/>
                        <a:pt x="21" y="1059"/>
                        <a:pt x="21" y="1059"/>
                      </a:cubicBezTo>
                      <a:cubicBezTo>
                        <a:pt x="21" y="1059"/>
                        <a:pt x="37" y="571"/>
                        <a:pt x="37" y="268"/>
                      </a:cubicBezTo>
                      <a:lnTo>
                        <a:pt x="37" y="102"/>
                      </a:lnTo>
                      <a:lnTo>
                        <a:pt x="37" y="33"/>
                      </a:lnTo>
                      <a:cubicBezTo>
                        <a:pt x="37" y="1"/>
                        <a:pt x="21" y="1"/>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1"/>
                <p:cNvSpPr/>
                <p:nvPr/>
              </p:nvSpPr>
              <p:spPr>
                <a:xfrm>
                  <a:off x="3992694" y="1377038"/>
                  <a:ext cx="5264" cy="117303"/>
                </a:xfrm>
                <a:custGeom>
                  <a:rect b="b" l="l" r="r" t="t"/>
                  <a:pathLst>
                    <a:path extrusionOk="0" h="1181" w="53">
                      <a:moveTo>
                        <a:pt x="21" y="1"/>
                      </a:moveTo>
                      <a:lnTo>
                        <a:pt x="0" y="37"/>
                      </a:lnTo>
                      <a:lnTo>
                        <a:pt x="0" y="122"/>
                      </a:lnTo>
                      <a:lnTo>
                        <a:pt x="0" y="304"/>
                      </a:lnTo>
                      <a:cubicBezTo>
                        <a:pt x="21" y="473"/>
                        <a:pt x="21" y="691"/>
                        <a:pt x="37" y="877"/>
                      </a:cubicBezTo>
                      <a:cubicBezTo>
                        <a:pt x="37" y="1047"/>
                        <a:pt x="53" y="1180"/>
                        <a:pt x="53" y="1180"/>
                      </a:cubicBezTo>
                      <a:lnTo>
                        <a:pt x="53" y="877"/>
                      </a:lnTo>
                      <a:cubicBezTo>
                        <a:pt x="53" y="691"/>
                        <a:pt x="37" y="473"/>
                        <a:pt x="37" y="304"/>
                      </a:cubicBezTo>
                      <a:lnTo>
                        <a:pt x="37" y="122"/>
                      </a:lnTo>
                      <a:cubicBezTo>
                        <a:pt x="37" y="85"/>
                        <a:pt x="37" y="53"/>
                        <a:pt x="21" y="37"/>
                      </a:cubicBez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1"/>
                <p:cNvSpPr/>
                <p:nvPr/>
              </p:nvSpPr>
              <p:spPr>
                <a:xfrm>
                  <a:off x="4011169" y="1372270"/>
                  <a:ext cx="3675" cy="132102"/>
                </a:xfrm>
                <a:custGeom>
                  <a:rect b="b" l="l" r="r" t="t"/>
                  <a:pathLst>
                    <a:path extrusionOk="0" h="1330" w="37">
                      <a:moveTo>
                        <a:pt x="16" y="0"/>
                      </a:moveTo>
                      <a:cubicBezTo>
                        <a:pt x="16" y="0"/>
                        <a:pt x="0" y="0"/>
                        <a:pt x="0" y="32"/>
                      </a:cubicBezTo>
                      <a:lnTo>
                        <a:pt x="0" y="133"/>
                      </a:lnTo>
                      <a:lnTo>
                        <a:pt x="0" y="335"/>
                      </a:lnTo>
                      <a:cubicBezTo>
                        <a:pt x="0" y="521"/>
                        <a:pt x="0" y="776"/>
                        <a:pt x="16" y="978"/>
                      </a:cubicBezTo>
                      <a:lnTo>
                        <a:pt x="16" y="1329"/>
                      </a:lnTo>
                      <a:cubicBezTo>
                        <a:pt x="16" y="1329"/>
                        <a:pt x="37" y="1180"/>
                        <a:pt x="37" y="978"/>
                      </a:cubicBezTo>
                      <a:lnTo>
                        <a:pt x="37" y="335"/>
                      </a:lnTo>
                      <a:lnTo>
                        <a:pt x="37" y="133"/>
                      </a:lnTo>
                      <a:cubicBezTo>
                        <a:pt x="37" y="85"/>
                        <a:pt x="16" y="49"/>
                        <a:pt x="16" y="32"/>
                      </a:cubicBez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1"/>
                <p:cNvSpPr/>
                <p:nvPr/>
              </p:nvSpPr>
              <p:spPr>
                <a:xfrm>
                  <a:off x="4029643" y="1368993"/>
                  <a:ext cx="3278" cy="135380"/>
                </a:xfrm>
                <a:custGeom>
                  <a:rect b="b" l="l" r="r" t="t"/>
                  <a:pathLst>
                    <a:path extrusionOk="0" h="1363" w="33">
                      <a:moveTo>
                        <a:pt x="16" y="1"/>
                      </a:moveTo>
                      <a:lnTo>
                        <a:pt x="16" y="33"/>
                      </a:lnTo>
                      <a:cubicBezTo>
                        <a:pt x="16" y="49"/>
                        <a:pt x="0" y="82"/>
                        <a:pt x="0" y="134"/>
                      </a:cubicBezTo>
                      <a:lnTo>
                        <a:pt x="0" y="352"/>
                      </a:lnTo>
                      <a:cubicBezTo>
                        <a:pt x="0" y="538"/>
                        <a:pt x="16" y="789"/>
                        <a:pt x="16" y="990"/>
                      </a:cubicBezTo>
                      <a:cubicBezTo>
                        <a:pt x="16" y="1192"/>
                        <a:pt x="32" y="1362"/>
                        <a:pt x="32" y="1362"/>
                      </a:cubicBezTo>
                      <a:lnTo>
                        <a:pt x="32" y="990"/>
                      </a:lnTo>
                      <a:lnTo>
                        <a:pt x="32" y="352"/>
                      </a:lnTo>
                      <a:lnTo>
                        <a:pt x="32" y="134"/>
                      </a:lnTo>
                      <a:lnTo>
                        <a:pt x="32" y="33"/>
                      </a:ln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1"/>
                <p:cNvSpPr/>
                <p:nvPr/>
              </p:nvSpPr>
              <p:spPr>
                <a:xfrm>
                  <a:off x="4048018" y="1363828"/>
                  <a:ext cx="4966" cy="143723"/>
                </a:xfrm>
                <a:custGeom>
                  <a:rect b="b" l="l" r="r" t="t"/>
                  <a:pathLst>
                    <a:path extrusionOk="0" h="1447" w="50">
                      <a:moveTo>
                        <a:pt x="17" y="0"/>
                      </a:moveTo>
                      <a:lnTo>
                        <a:pt x="1" y="33"/>
                      </a:lnTo>
                      <a:lnTo>
                        <a:pt x="1" y="134"/>
                      </a:lnTo>
                      <a:lnTo>
                        <a:pt x="1" y="235"/>
                      </a:lnTo>
                      <a:cubicBezTo>
                        <a:pt x="1" y="271"/>
                        <a:pt x="17" y="319"/>
                        <a:pt x="17" y="372"/>
                      </a:cubicBezTo>
                      <a:lnTo>
                        <a:pt x="17" y="521"/>
                      </a:lnTo>
                      <a:lnTo>
                        <a:pt x="17" y="707"/>
                      </a:lnTo>
                      <a:lnTo>
                        <a:pt x="17" y="1063"/>
                      </a:lnTo>
                      <a:cubicBezTo>
                        <a:pt x="33" y="1281"/>
                        <a:pt x="33" y="1446"/>
                        <a:pt x="33" y="1446"/>
                      </a:cubicBezTo>
                      <a:lnTo>
                        <a:pt x="33" y="1063"/>
                      </a:lnTo>
                      <a:cubicBezTo>
                        <a:pt x="33" y="941"/>
                        <a:pt x="49" y="824"/>
                        <a:pt x="49" y="707"/>
                      </a:cubicBezTo>
                      <a:lnTo>
                        <a:pt x="49" y="521"/>
                      </a:lnTo>
                      <a:lnTo>
                        <a:pt x="49" y="372"/>
                      </a:lnTo>
                      <a:cubicBezTo>
                        <a:pt x="49" y="319"/>
                        <a:pt x="33" y="271"/>
                        <a:pt x="33" y="235"/>
                      </a:cubicBezTo>
                      <a:cubicBezTo>
                        <a:pt x="33" y="202"/>
                        <a:pt x="33" y="170"/>
                        <a:pt x="17" y="134"/>
                      </a:cubicBezTo>
                      <a:lnTo>
                        <a:pt x="17" y="33"/>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1"/>
                <p:cNvSpPr/>
                <p:nvPr/>
              </p:nvSpPr>
              <p:spPr>
                <a:xfrm>
                  <a:off x="4096588" y="1365417"/>
                  <a:ext cx="4966" cy="140545"/>
                </a:xfrm>
                <a:custGeom>
                  <a:rect b="b" l="l" r="r" t="t"/>
                  <a:pathLst>
                    <a:path extrusionOk="0" h="1415" w="50">
                      <a:moveTo>
                        <a:pt x="33" y="0"/>
                      </a:moveTo>
                      <a:lnTo>
                        <a:pt x="33" y="37"/>
                      </a:lnTo>
                      <a:cubicBezTo>
                        <a:pt x="17" y="53"/>
                        <a:pt x="17" y="69"/>
                        <a:pt x="17" y="85"/>
                      </a:cubicBezTo>
                      <a:lnTo>
                        <a:pt x="17" y="170"/>
                      </a:lnTo>
                      <a:lnTo>
                        <a:pt x="17" y="441"/>
                      </a:lnTo>
                      <a:cubicBezTo>
                        <a:pt x="17" y="489"/>
                        <a:pt x="17" y="558"/>
                        <a:pt x="1" y="623"/>
                      </a:cubicBezTo>
                      <a:lnTo>
                        <a:pt x="1" y="825"/>
                      </a:lnTo>
                      <a:lnTo>
                        <a:pt x="1" y="1047"/>
                      </a:lnTo>
                      <a:lnTo>
                        <a:pt x="1" y="1249"/>
                      </a:lnTo>
                      <a:cubicBezTo>
                        <a:pt x="1" y="1313"/>
                        <a:pt x="17" y="1366"/>
                        <a:pt x="17" y="1414"/>
                      </a:cubicBezTo>
                      <a:lnTo>
                        <a:pt x="17" y="1249"/>
                      </a:lnTo>
                      <a:lnTo>
                        <a:pt x="17" y="1047"/>
                      </a:lnTo>
                      <a:cubicBezTo>
                        <a:pt x="17" y="978"/>
                        <a:pt x="33" y="893"/>
                        <a:pt x="33" y="825"/>
                      </a:cubicBezTo>
                      <a:lnTo>
                        <a:pt x="33" y="623"/>
                      </a:lnTo>
                      <a:cubicBezTo>
                        <a:pt x="33" y="558"/>
                        <a:pt x="49" y="489"/>
                        <a:pt x="49" y="441"/>
                      </a:cubicBezTo>
                      <a:lnTo>
                        <a:pt x="49" y="170"/>
                      </a:lnTo>
                      <a:lnTo>
                        <a:pt x="49" y="85"/>
                      </a:lnTo>
                      <a:lnTo>
                        <a:pt x="49" y="37"/>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1"/>
                <p:cNvSpPr/>
                <p:nvPr/>
              </p:nvSpPr>
              <p:spPr>
                <a:xfrm>
                  <a:off x="4101455" y="1365417"/>
                  <a:ext cx="67044" cy="35360"/>
                </a:xfrm>
                <a:custGeom>
                  <a:rect b="b" l="l" r="r" t="t"/>
                  <a:pathLst>
                    <a:path extrusionOk="0" h="356" w="675">
                      <a:moveTo>
                        <a:pt x="0" y="0"/>
                      </a:moveTo>
                      <a:cubicBezTo>
                        <a:pt x="0" y="17"/>
                        <a:pt x="16" y="17"/>
                        <a:pt x="53" y="37"/>
                      </a:cubicBezTo>
                      <a:cubicBezTo>
                        <a:pt x="69" y="37"/>
                        <a:pt x="101" y="53"/>
                        <a:pt x="154" y="85"/>
                      </a:cubicBezTo>
                      <a:cubicBezTo>
                        <a:pt x="186" y="101"/>
                        <a:pt x="202" y="118"/>
                        <a:pt x="238" y="138"/>
                      </a:cubicBezTo>
                      <a:cubicBezTo>
                        <a:pt x="255" y="154"/>
                        <a:pt x="287" y="170"/>
                        <a:pt x="319" y="170"/>
                      </a:cubicBezTo>
                      <a:cubicBezTo>
                        <a:pt x="372" y="202"/>
                        <a:pt x="440" y="239"/>
                        <a:pt x="489" y="255"/>
                      </a:cubicBezTo>
                      <a:cubicBezTo>
                        <a:pt x="440" y="219"/>
                        <a:pt x="388" y="186"/>
                        <a:pt x="319" y="154"/>
                      </a:cubicBezTo>
                      <a:cubicBezTo>
                        <a:pt x="303" y="138"/>
                        <a:pt x="271" y="118"/>
                        <a:pt x="255" y="101"/>
                      </a:cubicBezTo>
                      <a:cubicBezTo>
                        <a:pt x="218" y="85"/>
                        <a:pt x="202" y="69"/>
                        <a:pt x="170" y="53"/>
                      </a:cubicBezTo>
                      <a:cubicBezTo>
                        <a:pt x="117" y="37"/>
                        <a:pt x="85" y="17"/>
                        <a:pt x="53" y="0"/>
                      </a:cubicBezTo>
                      <a:close/>
                      <a:moveTo>
                        <a:pt x="489" y="255"/>
                      </a:moveTo>
                      <a:cubicBezTo>
                        <a:pt x="505" y="271"/>
                        <a:pt x="541" y="287"/>
                        <a:pt x="558" y="303"/>
                      </a:cubicBezTo>
                      <a:cubicBezTo>
                        <a:pt x="590" y="303"/>
                        <a:pt x="606" y="320"/>
                        <a:pt x="622" y="340"/>
                      </a:cubicBezTo>
                      <a:cubicBezTo>
                        <a:pt x="659" y="356"/>
                        <a:pt x="675" y="356"/>
                        <a:pt x="675" y="356"/>
                      </a:cubicBezTo>
                      <a:cubicBezTo>
                        <a:pt x="675" y="356"/>
                        <a:pt x="659" y="340"/>
                        <a:pt x="622" y="320"/>
                      </a:cubicBezTo>
                      <a:cubicBezTo>
                        <a:pt x="606" y="320"/>
                        <a:pt x="590" y="303"/>
                        <a:pt x="558" y="287"/>
                      </a:cubicBezTo>
                      <a:cubicBezTo>
                        <a:pt x="541" y="271"/>
                        <a:pt x="521" y="255"/>
                        <a:pt x="489" y="2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1"/>
                <p:cNvSpPr/>
                <p:nvPr/>
              </p:nvSpPr>
              <p:spPr>
                <a:xfrm>
                  <a:off x="4161646" y="1398790"/>
                  <a:ext cx="3675" cy="211066"/>
                </a:xfrm>
                <a:custGeom>
                  <a:rect b="b" l="l" r="r" t="t"/>
                  <a:pathLst>
                    <a:path extrusionOk="0" h="2125" w="37">
                      <a:moveTo>
                        <a:pt x="15" y="1"/>
                      </a:moveTo>
                      <a:cubicBezTo>
                        <a:pt x="14" y="1"/>
                        <a:pt x="10" y="9"/>
                        <a:pt x="0" y="52"/>
                      </a:cubicBezTo>
                      <a:lnTo>
                        <a:pt x="0" y="222"/>
                      </a:lnTo>
                      <a:lnTo>
                        <a:pt x="0" y="557"/>
                      </a:lnTo>
                      <a:cubicBezTo>
                        <a:pt x="16" y="711"/>
                        <a:pt x="16" y="876"/>
                        <a:pt x="16" y="1062"/>
                      </a:cubicBezTo>
                      <a:lnTo>
                        <a:pt x="16" y="1583"/>
                      </a:lnTo>
                      <a:cubicBezTo>
                        <a:pt x="16" y="1668"/>
                        <a:pt x="36" y="1737"/>
                        <a:pt x="36" y="1801"/>
                      </a:cubicBezTo>
                      <a:lnTo>
                        <a:pt x="36" y="1583"/>
                      </a:lnTo>
                      <a:lnTo>
                        <a:pt x="36" y="1062"/>
                      </a:lnTo>
                      <a:lnTo>
                        <a:pt x="36" y="557"/>
                      </a:lnTo>
                      <a:lnTo>
                        <a:pt x="36" y="222"/>
                      </a:lnTo>
                      <a:cubicBezTo>
                        <a:pt x="36" y="137"/>
                        <a:pt x="36" y="85"/>
                        <a:pt x="16" y="52"/>
                      </a:cubicBezTo>
                      <a:lnTo>
                        <a:pt x="16" y="4"/>
                      </a:lnTo>
                      <a:cubicBezTo>
                        <a:pt x="16" y="4"/>
                        <a:pt x="16" y="1"/>
                        <a:pt x="15" y="1"/>
                      </a:cubicBezTo>
                      <a:close/>
                      <a:moveTo>
                        <a:pt x="36" y="1902"/>
                      </a:moveTo>
                      <a:cubicBezTo>
                        <a:pt x="36" y="1939"/>
                        <a:pt x="16" y="1971"/>
                        <a:pt x="16" y="1987"/>
                      </a:cubicBezTo>
                      <a:lnTo>
                        <a:pt x="16" y="2125"/>
                      </a:lnTo>
                      <a:cubicBezTo>
                        <a:pt x="16" y="2088"/>
                        <a:pt x="16" y="2040"/>
                        <a:pt x="36" y="1987"/>
                      </a:cubicBezTo>
                      <a:lnTo>
                        <a:pt x="36" y="19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1"/>
                <p:cNvSpPr/>
                <p:nvPr/>
              </p:nvSpPr>
              <p:spPr>
                <a:xfrm>
                  <a:off x="4159958" y="1607770"/>
                  <a:ext cx="5364" cy="108860"/>
                </a:xfrm>
                <a:custGeom>
                  <a:rect b="b" l="l" r="r" t="t"/>
                  <a:pathLst>
                    <a:path extrusionOk="0" h="1096" w="54">
                      <a:moveTo>
                        <a:pt x="33" y="0"/>
                      </a:moveTo>
                      <a:lnTo>
                        <a:pt x="33" y="37"/>
                      </a:lnTo>
                      <a:cubicBezTo>
                        <a:pt x="33" y="53"/>
                        <a:pt x="33" y="85"/>
                        <a:pt x="17" y="138"/>
                      </a:cubicBezTo>
                      <a:lnTo>
                        <a:pt x="17" y="324"/>
                      </a:lnTo>
                      <a:lnTo>
                        <a:pt x="17" y="606"/>
                      </a:lnTo>
                      <a:lnTo>
                        <a:pt x="17" y="760"/>
                      </a:lnTo>
                      <a:lnTo>
                        <a:pt x="17" y="909"/>
                      </a:lnTo>
                      <a:cubicBezTo>
                        <a:pt x="33" y="861"/>
                        <a:pt x="33" y="808"/>
                        <a:pt x="33" y="760"/>
                      </a:cubicBezTo>
                      <a:cubicBezTo>
                        <a:pt x="33" y="707"/>
                        <a:pt x="53" y="659"/>
                        <a:pt x="53" y="606"/>
                      </a:cubicBezTo>
                      <a:lnTo>
                        <a:pt x="53" y="324"/>
                      </a:lnTo>
                      <a:lnTo>
                        <a:pt x="53" y="138"/>
                      </a:lnTo>
                      <a:lnTo>
                        <a:pt x="53" y="37"/>
                      </a:lnTo>
                      <a:cubicBezTo>
                        <a:pt x="53" y="0"/>
                        <a:pt x="33" y="0"/>
                        <a:pt x="33" y="0"/>
                      </a:cubicBezTo>
                      <a:close/>
                      <a:moveTo>
                        <a:pt x="17" y="909"/>
                      </a:moveTo>
                      <a:cubicBezTo>
                        <a:pt x="17" y="930"/>
                        <a:pt x="1" y="962"/>
                        <a:pt x="1" y="978"/>
                      </a:cubicBezTo>
                      <a:lnTo>
                        <a:pt x="1" y="1047"/>
                      </a:lnTo>
                      <a:cubicBezTo>
                        <a:pt x="17" y="1063"/>
                        <a:pt x="17" y="1079"/>
                        <a:pt x="17" y="1095"/>
                      </a:cubicBezTo>
                      <a:lnTo>
                        <a:pt x="17" y="1047"/>
                      </a:lnTo>
                      <a:lnTo>
                        <a:pt x="17" y="978"/>
                      </a:lnTo>
                      <a:lnTo>
                        <a:pt x="17" y="9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1"/>
                <p:cNvSpPr/>
                <p:nvPr/>
              </p:nvSpPr>
              <p:spPr>
                <a:xfrm>
                  <a:off x="4131551" y="1721696"/>
                  <a:ext cx="33771" cy="8542"/>
                </a:xfrm>
                <a:custGeom>
                  <a:rect b="b" l="l" r="r" t="t"/>
                  <a:pathLst>
                    <a:path extrusionOk="0" h="86" w="340">
                      <a:moveTo>
                        <a:pt x="36" y="1"/>
                      </a:moveTo>
                      <a:cubicBezTo>
                        <a:pt x="16" y="1"/>
                        <a:pt x="16" y="17"/>
                        <a:pt x="0" y="17"/>
                      </a:cubicBezTo>
                      <a:lnTo>
                        <a:pt x="0" y="33"/>
                      </a:lnTo>
                      <a:lnTo>
                        <a:pt x="85" y="33"/>
                      </a:lnTo>
                      <a:cubicBezTo>
                        <a:pt x="137" y="33"/>
                        <a:pt x="202" y="49"/>
                        <a:pt x="255" y="65"/>
                      </a:cubicBezTo>
                      <a:cubicBezTo>
                        <a:pt x="271" y="65"/>
                        <a:pt x="303" y="65"/>
                        <a:pt x="319" y="85"/>
                      </a:cubicBezTo>
                      <a:lnTo>
                        <a:pt x="339" y="85"/>
                      </a:lnTo>
                      <a:lnTo>
                        <a:pt x="319" y="65"/>
                      </a:lnTo>
                      <a:cubicBezTo>
                        <a:pt x="303" y="65"/>
                        <a:pt x="271" y="49"/>
                        <a:pt x="255" y="49"/>
                      </a:cubicBezTo>
                      <a:cubicBezTo>
                        <a:pt x="202" y="33"/>
                        <a:pt x="137" y="17"/>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1"/>
                <p:cNvSpPr/>
                <p:nvPr/>
              </p:nvSpPr>
              <p:spPr>
                <a:xfrm>
                  <a:off x="4163235" y="1545990"/>
                  <a:ext cx="2086" cy="73898"/>
                </a:xfrm>
                <a:custGeom>
                  <a:rect b="b" l="l" r="r" t="t"/>
                  <a:pathLst>
                    <a:path extrusionOk="0" h="744" w="21">
                      <a:moveTo>
                        <a:pt x="20" y="0"/>
                      </a:moveTo>
                      <a:cubicBezTo>
                        <a:pt x="20" y="0"/>
                        <a:pt x="20" y="85"/>
                        <a:pt x="0" y="202"/>
                      </a:cubicBezTo>
                      <a:lnTo>
                        <a:pt x="0" y="542"/>
                      </a:lnTo>
                      <a:lnTo>
                        <a:pt x="0" y="659"/>
                      </a:lnTo>
                      <a:lnTo>
                        <a:pt x="0" y="723"/>
                      </a:lnTo>
                      <a:lnTo>
                        <a:pt x="0" y="744"/>
                      </a:lnTo>
                      <a:cubicBezTo>
                        <a:pt x="20" y="744"/>
                        <a:pt x="20" y="744"/>
                        <a:pt x="20" y="707"/>
                      </a:cubicBezTo>
                      <a:lnTo>
                        <a:pt x="20" y="659"/>
                      </a:lnTo>
                      <a:lnTo>
                        <a:pt x="20" y="542"/>
                      </a:lnTo>
                      <a:lnTo>
                        <a:pt x="20" y="202"/>
                      </a:lnTo>
                      <a:lnTo>
                        <a:pt x="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1"/>
                <p:cNvSpPr/>
                <p:nvPr/>
              </p:nvSpPr>
              <p:spPr>
                <a:xfrm>
                  <a:off x="4146748" y="1723285"/>
                  <a:ext cx="16587" cy="6953"/>
                </a:xfrm>
                <a:custGeom>
                  <a:rect b="b" l="l" r="r" t="t"/>
                  <a:pathLst>
                    <a:path extrusionOk="0" h="70" w="167">
                      <a:moveTo>
                        <a:pt x="1" y="1"/>
                      </a:moveTo>
                      <a:cubicBezTo>
                        <a:pt x="1" y="1"/>
                        <a:pt x="17" y="1"/>
                        <a:pt x="17" y="17"/>
                      </a:cubicBezTo>
                      <a:cubicBezTo>
                        <a:pt x="33" y="17"/>
                        <a:pt x="49" y="17"/>
                        <a:pt x="65" y="33"/>
                      </a:cubicBezTo>
                      <a:lnTo>
                        <a:pt x="102" y="33"/>
                      </a:lnTo>
                      <a:cubicBezTo>
                        <a:pt x="102" y="49"/>
                        <a:pt x="118" y="49"/>
                        <a:pt x="118" y="49"/>
                      </a:cubicBezTo>
                      <a:cubicBezTo>
                        <a:pt x="150" y="69"/>
                        <a:pt x="166" y="69"/>
                        <a:pt x="166" y="69"/>
                      </a:cubicBezTo>
                      <a:cubicBezTo>
                        <a:pt x="166" y="69"/>
                        <a:pt x="166" y="49"/>
                        <a:pt x="134" y="33"/>
                      </a:cubicBezTo>
                      <a:cubicBezTo>
                        <a:pt x="118" y="33"/>
                        <a:pt x="118" y="17"/>
                        <a:pt x="118" y="17"/>
                      </a:cubicBezTo>
                      <a:cubicBezTo>
                        <a:pt x="102" y="17"/>
                        <a:pt x="85" y="17"/>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1"/>
                <p:cNvSpPr/>
                <p:nvPr/>
              </p:nvSpPr>
              <p:spPr>
                <a:xfrm>
                  <a:off x="4131551" y="1667961"/>
                  <a:ext cx="28506" cy="8542"/>
                </a:xfrm>
                <a:custGeom>
                  <a:rect b="b" l="l" r="r" t="t"/>
                  <a:pathLst>
                    <a:path extrusionOk="0" h="86" w="287">
                      <a:moveTo>
                        <a:pt x="0" y="0"/>
                      </a:moveTo>
                      <a:lnTo>
                        <a:pt x="0" y="21"/>
                      </a:lnTo>
                      <a:lnTo>
                        <a:pt x="16" y="21"/>
                      </a:lnTo>
                      <a:cubicBezTo>
                        <a:pt x="36" y="37"/>
                        <a:pt x="53" y="37"/>
                        <a:pt x="69" y="53"/>
                      </a:cubicBezTo>
                      <a:lnTo>
                        <a:pt x="137" y="53"/>
                      </a:lnTo>
                      <a:cubicBezTo>
                        <a:pt x="154" y="69"/>
                        <a:pt x="186" y="69"/>
                        <a:pt x="202" y="69"/>
                      </a:cubicBezTo>
                      <a:cubicBezTo>
                        <a:pt x="218" y="69"/>
                        <a:pt x="255" y="69"/>
                        <a:pt x="255" y="85"/>
                      </a:cubicBezTo>
                      <a:lnTo>
                        <a:pt x="287" y="85"/>
                      </a:lnTo>
                      <a:cubicBezTo>
                        <a:pt x="287" y="85"/>
                        <a:pt x="271" y="85"/>
                        <a:pt x="271" y="69"/>
                      </a:cubicBezTo>
                      <a:cubicBezTo>
                        <a:pt x="255" y="69"/>
                        <a:pt x="238" y="53"/>
                        <a:pt x="202" y="53"/>
                      </a:cubicBezTo>
                      <a:cubicBezTo>
                        <a:pt x="186" y="53"/>
                        <a:pt x="170" y="37"/>
                        <a:pt x="137" y="37"/>
                      </a:cubicBezTo>
                      <a:cubicBezTo>
                        <a:pt x="137" y="37"/>
                        <a:pt x="117" y="21"/>
                        <a:pt x="101" y="21"/>
                      </a:cubicBezTo>
                      <a:lnTo>
                        <a:pt x="69" y="21"/>
                      </a:lnTo>
                      <a:cubicBezTo>
                        <a:pt x="53" y="0"/>
                        <a:pt x="36" y="0"/>
                        <a:pt x="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1"/>
                <p:cNvSpPr/>
                <p:nvPr/>
              </p:nvSpPr>
              <p:spPr>
                <a:xfrm>
                  <a:off x="4131551" y="1611346"/>
                  <a:ext cx="23739" cy="10131"/>
                </a:xfrm>
                <a:custGeom>
                  <a:rect b="b" l="l" r="r" t="t"/>
                  <a:pathLst>
                    <a:path extrusionOk="0" h="102" w="239">
                      <a:moveTo>
                        <a:pt x="0" y="1"/>
                      </a:moveTo>
                      <a:lnTo>
                        <a:pt x="0" y="17"/>
                      </a:lnTo>
                      <a:cubicBezTo>
                        <a:pt x="0" y="17"/>
                        <a:pt x="16" y="17"/>
                        <a:pt x="36" y="33"/>
                      </a:cubicBezTo>
                      <a:cubicBezTo>
                        <a:pt x="36" y="33"/>
                        <a:pt x="53" y="33"/>
                        <a:pt x="69" y="49"/>
                      </a:cubicBezTo>
                      <a:cubicBezTo>
                        <a:pt x="85" y="49"/>
                        <a:pt x="101" y="65"/>
                        <a:pt x="101" y="65"/>
                      </a:cubicBezTo>
                      <a:cubicBezTo>
                        <a:pt x="117" y="65"/>
                        <a:pt x="137" y="86"/>
                        <a:pt x="154" y="86"/>
                      </a:cubicBezTo>
                      <a:cubicBezTo>
                        <a:pt x="170" y="86"/>
                        <a:pt x="186" y="102"/>
                        <a:pt x="186" y="102"/>
                      </a:cubicBezTo>
                      <a:lnTo>
                        <a:pt x="238" y="102"/>
                      </a:lnTo>
                      <a:cubicBezTo>
                        <a:pt x="218" y="86"/>
                        <a:pt x="202" y="86"/>
                        <a:pt x="202" y="86"/>
                      </a:cubicBezTo>
                      <a:cubicBezTo>
                        <a:pt x="186" y="65"/>
                        <a:pt x="170" y="65"/>
                        <a:pt x="154" y="65"/>
                      </a:cubicBezTo>
                      <a:cubicBezTo>
                        <a:pt x="154" y="49"/>
                        <a:pt x="137" y="49"/>
                        <a:pt x="117" y="49"/>
                      </a:cubicBezTo>
                      <a:cubicBezTo>
                        <a:pt x="101" y="33"/>
                        <a:pt x="101" y="33"/>
                        <a:pt x="85" y="33"/>
                      </a:cubicBezTo>
                      <a:cubicBezTo>
                        <a:pt x="69" y="17"/>
                        <a:pt x="53" y="17"/>
                        <a:pt x="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1"/>
                <p:cNvSpPr/>
                <p:nvPr/>
              </p:nvSpPr>
              <p:spPr>
                <a:xfrm>
                  <a:off x="4105031" y="1542712"/>
                  <a:ext cx="61879" cy="23441"/>
                </a:xfrm>
                <a:custGeom>
                  <a:rect b="b" l="l" r="r" t="t"/>
                  <a:pathLst>
                    <a:path extrusionOk="0" h="236" w="623">
                      <a:moveTo>
                        <a:pt x="1" y="1"/>
                      </a:moveTo>
                      <a:lnTo>
                        <a:pt x="1" y="17"/>
                      </a:lnTo>
                      <a:cubicBezTo>
                        <a:pt x="17" y="33"/>
                        <a:pt x="49" y="70"/>
                        <a:pt x="134" y="102"/>
                      </a:cubicBezTo>
                      <a:cubicBezTo>
                        <a:pt x="182" y="118"/>
                        <a:pt x="235" y="134"/>
                        <a:pt x="283" y="150"/>
                      </a:cubicBezTo>
                      <a:cubicBezTo>
                        <a:pt x="320" y="171"/>
                        <a:pt x="336" y="171"/>
                        <a:pt x="368" y="171"/>
                      </a:cubicBezTo>
                      <a:cubicBezTo>
                        <a:pt x="384" y="171"/>
                        <a:pt x="421" y="187"/>
                        <a:pt x="437" y="187"/>
                      </a:cubicBezTo>
                      <a:cubicBezTo>
                        <a:pt x="469" y="187"/>
                        <a:pt x="485" y="203"/>
                        <a:pt x="522" y="203"/>
                      </a:cubicBezTo>
                      <a:lnTo>
                        <a:pt x="538" y="203"/>
                      </a:lnTo>
                      <a:lnTo>
                        <a:pt x="522" y="187"/>
                      </a:lnTo>
                      <a:cubicBezTo>
                        <a:pt x="505" y="187"/>
                        <a:pt x="469" y="171"/>
                        <a:pt x="453" y="171"/>
                      </a:cubicBezTo>
                      <a:cubicBezTo>
                        <a:pt x="421" y="171"/>
                        <a:pt x="404" y="150"/>
                        <a:pt x="368" y="150"/>
                      </a:cubicBezTo>
                      <a:cubicBezTo>
                        <a:pt x="352" y="134"/>
                        <a:pt x="320" y="134"/>
                        <a:pt x="283" y="134"/>
                      </a:cubicBezTo>
                      <a:cubicBezTo>
                        <a:pt x="235" y="118"/>
                        <a:pt x="182" y="102"/>
                        <a:pt x="150" y="86"/>
                      </a:cubicBezTo>
                      <a:cubicBezTo>
                        <a:pt x="102" y="49"/>
                        <a:pt x="65" y="49"/>
                        <a:pt x="49" y="33"/>
                      </a:cubicBezTo>
                      <a:cubicBezTo>
                        <a:pt x="33" y="17"/>
                        <a:pt x="17" y="17"/>
                        <a:pt x="17" y="1"/>
                      </a:cubicBezTo>
                      <a:close/>
                      <a:moveTo>
                        <a:pt x="538" y="203"/>
                      </a:moveTo>
                      <a:cubicBezTo>
                        <a:pt x="554" y="203"/>
                        <a:pt x="554" y="219"/>
                        <a:pt x="570" y="219"/>
                      </a:cubicBezTo>
                      <a:cubicBezTo>
                        <a:pt x="606" y="219"/>
                        <a:pt x="623" y="235"/>
                        <a:pt x="623" y="235"/>
                      </a:cubicBezTo>
                      <a:cubicBezTo>
                        <a:pt x="623" y="235"/>
                        <a:pt x="606" y="219"/>
                        <a:pt x="570" y="2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1"/>
                <p:cNvSpPr/>
                <p:nvPr/>
              </p:nvSpPr>
              <p:spPr>
                <a:xfrm>
                  <a:off x="4096588" y="1479343"/>
                  <a:ext cx="68733" cy="30195"/>
                </a:xfrm>
                <a:custGeom>
                  <a:rect b="b" l="l" r="r" t="t"/>
                  <a:pathLst>
                    <a:path extrusionOk="0" h="304" w="692">
                      <a:moveTo>
                        <a:pt x="17" y="1"/>
                      </a:moveTo>
                      <a:cubicBezTo>
                        <a:pt x="17" y="1"/>
                        <a:pt x="1" y="1"/>
                        <a:pt x="33" y="17"/>
                      </a:cubicBezTo>
                      <a:lnTo>
                        <a:pt x="49" y="17"/>
                      </a:lnTo>
                      <a:cubicBezTo>
                        <a:pt x="49" y="33"/>
                        <a:pt x="65" y="33"/>
                        <a:pt x="86" y="33"/>
                      </a:cubicBezTo>
                      <a:cubicBezTo>
                        <a:pt x="102" y="49"/>
                        <a:pt x="134" y="65"/>
                        <a:pt x="187" y="81"/>
                      </a:cubicBezTo>
                      <a:cubicBezTo>
                        <a:pt x="235" y="118"/>
                        <a:pt x="287" y="150"/>
                        <a:pt x="336" y="166"/>
                      </a:cubicBezTo>
                      <a:cubicBezTo>
                        <a:pt x="368" y="182"/>
                        <a:pt x="405" y="203"/>
                        <a:pt x="437" y="203"/>
                      </a:cubicBezTo>
                      <a:cubicBezTo>
                        <a:pt x="469" y="219"/>
                        <a:pt x="489" y="219"/>
                        <a:pt x="522" y="235"/>
                      </a:cubicBezTo>
                      <a:cubicBezTo>
                        <a:pt x="554" y="235"/>
                        <a:pt x="570" y="251"/>
                        <a:pt x="590" y="267"/>
                      </a:cubicBezTo>
                      <a:lnTo>
                        <a:pt x="623" y="267"/>
                      </a:lnTo>
                      <a:lnTo>
                        <a:pt x="607" y="251"/>
                      </a:lnTo>
                      <a:cubicBezTo>
                        <a:pt x="570" y="235"/>
                        <a:pt x="554" y="235"/>
                        <a:pt x="522" y="219"/>
                      </a:cubicBezTo>
                      <a:cubicBezTo>
                        <a:pt x="506" y="203"/>
                        <a:pt x="469" y="203"/>
                        <a:pt x="437" y="182"/>
                      </a:cubicBezTo>
                      <a:cubicBezTo>
                        <a:pt x="405" y="166"/>
                        <a:pt x="388" y="166"/>
                        <a:pt x="352" y="150"/>
                      </a:cubicBezTo>
                      <a:cubicBezTo>
                        <a:pt x="320" y="134"/>
                        <a:pt x="304" y="118"/>
                        <a:pt x="267" y="102"/>
                      </a:cubicBezTo>
                      <a:cubicBezTo>
                        <a:pt x="251" y="81"/>
                        <a:pt x="219" y="81"/>
                        <a:pt x="203" y="65"/>
                      </a:cubicBezTo>
                      <a:cubicBezTo>
                        <a:pt x="150" y="33"/>
                        <a:pt x="118" y="33"/>
                        <a:pt x="86" y="17"/>
                      </a:cubicBezTo>
                      <a:cubicBezTo>
                        <a:pt x="65" y="1"/>
                        <a:pt x="49" y="1"/>
                        <a:pt x="33" y="1"/>
                      </a:cubicBezTo>
                      <a:close/>
                      <a:moveTo>
                        <a:pt x="623" y="267"/>
                      </a:moveTo>
                      <a:cubicBezTo>
                        <a:pt x="639" y="283"/>
                        <a:pt x="639" y="283"/>
                        <a:pt x="655" y="283"/>
                      </a:cubicBezTo>
                      <a:cubicBezTo>
                        <a:pt x="655" y="283"/>
                        <a:pt x="639" y="267"/>
                        <a:pt x="623" y="267"/>
                      </a:cubicBezTo>
                      <a:close/>
                      <a:moveTo>
                        <a:pt x="655" y="283"/>
                      </a:moveTo>
                      <a:cubicBezTo>
                        <a:pt x="671" y="304"/>
                        <a:pt x="691" y="304"/>
                        <a:pt x="691" y="304"/>
                      </a:cubicBezTo>
                      <a:cubicBezTo>
                        <a:pt x="691" y="304"/>
                        <a:pt x="671" y="283"/>
                        <a:pt x="655" y="2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1"/>
                <p:cNvSpPr/>
                <p:nvPr/>
              </p:nvSpPr>
              <p:spPr>
                <a:xfrm>
                  <a:off x="4098178" y="1422429"/>
                  <a:ext cx="67144" cy="33373"/>
                </a:xfrm>
                <a:custGeom>
                  <a:rect b="b" l="l" r="r" t="t"/>
                  <a:pathLst>
                    <a:path extrusionOk="0" h="336" w="676">
                      <a:moveTo>
                        <a:pt x="17" y="0"/>
                      </a:moveTo>
                      <a:lnTo>
                        <a:pt x="1" y="16"/>
                      </a:lnTo>
                      <a:lnTo>
                        <a:pt x="17" y="16"/>
                      </a:lnTo>
                      <a:cubicBezTo>
                        <a:pt x="17" y="49"/>
                        <a:pt x="70" y="85"/>
                        <a:pt x="150" y="133"/>
                      </a:cubicBezTo>
                      <a:cubicBezTo>
                        <a:pt x="203" y="150"/>
                        <a:pt x="251" y="186"/>
                        <a:pt x="320" y="202"/>
                      </a:cubicBezTo>
                      <a:cubicBezTo>
                        <a:pt x="336" y="218"/>
                        <a:pt x="372" y="234"/>
                        <a:pt x="405" y="234"/>
                      </a:cubicBezTo>
                      <a:cubicBezTo>
                        <a:pt x="421" y="251"/>
                        <a:pt x="453" y="271"/>
                        <a:pt x="473" y="271"/>
                      </a:cubicBezTo>
                      <a:cubicBezTo>
                        <a:pt x="506" y="287"/>
                        <a:pt x="538" y="287"/>
                        <a:pt x="554" y="303"/>
                      </a:cubicBezTo>
                      <a:cubicBezTo>
                        <a:pt x="574" y="303"/>
                        <a:pt x="591" y="319"/>
                        <a:pt x="607" y="319"/>
                      </a:cubicBezTo>
                      <a:cubicBezTo>
                        <a:pt x="639" y="319"/>
                        <a:pt x="675" y="335"/>
                        <a:pt x="675" y="335"/>
                      </a:cubicBezTo>
                      <a:cubicBezTo>
                        <a:pt x="675" y="335"/>
                        <a:pt x="655" y="319"/>
                        <a:pt x="623" y="319"/>
                      </a:cubicBezTo>
                      <a:cubicBezTo>
                        <a:pt x="607" y="303"/>
                        <a:pt x="574" y="303"/>
                        <a:pt x="554" y="287"/>
                      </a:cubicBezTo>
                      <a:cubicBezTo>
                        <a:pt x="538" y="287"/>
                        <a:pt x="506" y="271"/>
                        <a:pt x="490" y="251"/>
                      </a:cubicBezTo>
                      <a:cubicBezTo>
                        <a:pt x="453" y="251"/>
                        <a:pt x="437" y="234"/>
                        <a:pt x="405" y="218"/>
                      </a:cubicBezTo>
                      <a:cubicBezTo>
                        <a:pt x="372" y="202"/>
                        <a:pt x="352" y="186"/>
                        <a:pt x="320" y="186"/>
                      </a:cubicBezTo>
                      <a:cubicBezTo>
                        <a:pt x="271" y="150"/>
                        <a:pt x="219" y="117"/>
                        <a:pt x="171" y="101"/>
                      </a:cubicBezTo>
                      <a:cubicBezTo>
                        <a:pt x="118" y="85"/>
                        <a:pt x="86" y="69"/>
                        <a:pt x="70" y="49"/>
                      </a:cubicBezTo>
                      <a:cubicBezTo>
                        <a:pt x="49" y="32"/>
                        <a:pt x="33" y="16"/>
                        <a:pt x="33" y="16"/>
                      </a:cubicBez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1"/>
                <p:cNvSpPr/>
                <p:nvPr/>
              </p:nvSpPr>
              <p:spPr>
                <a:xfrm>
                  <a:off x="4109799" y="1372270"/>
                  <a:ext cx="5364" cy="165376"/>
                </a:xfrm>
                <a:custGeom>
                  <a:rect b="b" l="l" r="r" t="t"/>
                  <a:pathLst>
                    <a:path extrusionOk="0" h="1665" w="54">
                      <a:moveTo>
                        <a:pt x="54" y="0"/>
                      </a:moveTo>
                      <a:cubicBezTo>
                        <a:pt x="54" y="0"/>
                        <a:pt x="33" y="16"/>
                        <a:pt x="33" y="32"/>
                      </a:cubicBezTo>
                      <a:cubicBezTo>
                        <a:pt x="33" y="69"/>
                        <a:pt x="17" y="117"/>
                        <a:pt x="33" y="186"/>
                      </a:cubicBezTo>
                      <a:lnTo>
                        <a:pt x="33" y="303"/>
                      </a:lnTo>
                      <a:cubicBezTo>
                        <a:pt x="33" y="352"/>
                        <a:pt x="33" y="404"/>
                        <a:pt x="17" y="453"/>
                      </a:cubicBezTo>
                      <a:lnTo>
                        <a:pt x="17" y="877"/>
                      </a:lnTo>
                      <a:cubicBezTo>
                        <a:pt x="17" y="1026"/>
                        <a:pt x="17" y="1180"/>
                        <a:pt x="1" y="1313"/>
                      </a:cubicBezTo>
                      <a:lnTo>
                        <a:pt x="1" y="1515"/>
                      </a:lnTo>
                      <a:lnTo>
                        <a:pt x="1" y="1600"/>
                      </a:lnTo>
                      <a:cubicBezTo>
                        <a:pt x="1" y="1616"/>
                        <a:pt x="1" y="1648"/>
                        <a:pt x="17" y="1664"/>
                      </a:cubicBezTo>
                      <a:lnTo>
                        <a:pt x="17" y="1600"/>
                      </a:lnTo>
                      <a:lnTo>
                        <a:pt x="17" y="1515"/>
                      </a:lnTo>
                      <a:lnTo>
                        <a:pt x="17" y="1313"/>
                      </a:lnTo>
                      <a:cubicBezTo>
                        <a:pt x="33" y="1180"/>
                        <a:pt x="33" y="1026"/>
                        <a:pt x="33" y="877"/>
                      </a:cubicBezTo>
                      <a:cubicBezTo>
                        <a:pt x="54" y="739"/>
                        <a:pt x="54" y="590"/>
                        <a:pt x="54" y="473"/>
                      </a:cubicBezTo>
                      <a:lnTo>
                        <a:pt x="54" y="303"/>
                      </a:lnTo>
                      <a:lnTo>
                        <a:pt x="54" y="186"/>
                      </a:lnTo>
                      <a:lnTo>
                        <a:pt x="54" y="49"/>
                      </a:lnTo>
                      <a:lnTo>
                        <a:pt x="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1"/>
                <p:cNvSpPr/>
                <p:nvPr/>
              </p:nvSpPr>
              <p:spPr>
                <a:xfrm>
                  <a:off x="4125095" y="1380614"/>
                  <a:ext cx="3278" cy="152166"/>
                </a:xfrm>
                <a:custGeom>
                  <a:rect b="b" l="l" r="r" t="t"/>
                  <a:pathLst>
                    <a:path extrusionOk="0" h="1532" w="33">
                      <a:moveTo>
                        <a:pt x="17" y="1"/>
                      </a:moveTo>
                      <a:cubicBezTo>
                        <a:pt x="17" y="1"/>
                        <a:pt x="0" y="1"/>
                        <a:pt x="0" y="33"/>
                      </a:cubicBezTo>
                      <a:lnTo>
                        <a:pt x="0" y="167"/>
                      </a:lnTo>
                      <a:lnTo>
                        <a:pt x="0" y="421"/>
                      </a:lnTo>
                      <a:lnTo>
                        <a:pt x="0" y="1213"/>
                      </a:lnTo>
                      <a:cubicBezTo>
                        <a:pt x="0" y="1346"/>
                        <a:pt x="17" y="1447"/>
                        <a:pt x="17" y="1532"/>
                      </a:cubicBezTo>
                      <a:lnTo>
                        <a:pt x="17" y="1213"/>
                      </a:lnTo>
                      <a:cubicBezTo>
                        <a:pt x="17" y="958"/>
                        <a:pt x="33" y="655"/>
                        <a:pt x="33" y="421"/>
                      </a:cubicBezTo>
                      <a:cubicBezTo>
                        <a:pt x="33" y="304"/>
                        <a:pt x="33" y="219"/>
                        <a:pt x="17" y="167"/>
                      </a:cubicBezTo>
                      <a:lnTo>
                        <a:pt x="17" y="33"/>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1"/>
                <p:cNvSpPr/>
                <p:nvPr/>
              </p:nvSpPr>
              <p:spPr>
                <a:xfrm>
                  <a:off x="4135126" y="1385480"/>
                  <a:ext cx="3278" cy="160609"/>
                </a:xfrm>
                <a:custGeom>
                  <a:rect b="b" l="l" r="r" t="t"/>
                  <a:pathLst>
                    <a:path extrusionOk="0" h="1617" w="33">
                      <a:moveTo>
                        <a:pt x="17" y="0"/>
                      </a:moveTo>
                      <a:cubicBezTo>
                        <a:pt x="17" y="0"/>
                        <a:pt x="17" y="17"/>
                        <a:pt x="0" y="37"/>
                      </a:cubicBezTo>
                      <a:lnTo>
                        <a:pt x="0" y="186"/>
                      </a:lnTo>
                      <a:lnTo>
                        <a:pt x="0" y="320"/>
                      </a:lnTo>
                      <a:lnTo>
                        <a:pt x="0" y="489"/>
                      </a:lnTo>
                      <a:lnTo>
                        <a:pt x="0" y="946"/>
                      </a:lnTo>
                      <a:lnTo>
                        <a:pt x="0" y="1414"/>
                      </a:lnTo>
                      <a:lnTo>
                        <a:pt x="0" y="1616"/>
                      </a:lnTo>
                      <a:cubicBezTo>
                        <a:pt x="0" y="1552"/>
                        <a:pt x="17" y="1483"/>
                        <a:pt x="17" y="1414"/>
                      </a:cubicBezTo>
                      <a:cubicBezTo>
                        <a:pt x="17" y="1127"/>
                        <a:pt x="17" y="760"/>
                        <a:pt x="33" y="489"/>
                      </a:cubicBezTo>
                      <a:lnTo>
                        <a:pt x="33" y="320"/>
                      </a:lnTo>
                      <a:cubicBezTo>
                        <a:pt x="17" y="271"/>
                        <a:pt x="17" y="219"/>
                        <a:pt x="17" y="186"/>
                      </a:cubicBezTo>
                      <a:lnTo>
                        <a:pt x="17" y="53"/>
                      </a:ln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1"/>
                <p:cNvSpPr/>
                <p:nvPr/>
              </p:nvSpPr>
              <p:spPr>
                <a:xfrm>
                  <a:off x="4145158" y="1392235"/>
                  <a:ext cx="4867" cy="305921"/>
                </a:xfrm>
                <a:custGeom>
                  <a:rect b="b" l="l" r="r" t="t"/>
                  <a:pathLst>
                    <a:path extrusionOk="0" h="3080" w="49">
                      <a:moveTo>
                        <a:pt x="26" y="0"/>
                      </a:moveTo>
                      <a:cubicBezTo>
                        <a:pt x="24" y="0"/>
                        <a:pt x="21" y="1"/>
                        <a:pt x="17" y="1"/>
                      </a:cubicBezTo>
                      <a:lnTo>
                        <a:pt x="17" y="86"/>
                      </a:lnTo>
                      <a:lnTo>
                        <a:pt x="17" y="320"/>
                      </a:lnTo>
                      <a:lnTo>
                        <a:pt x="17" y="825"/>
                      </a:lnTo>
                      <a:lnTo>
                        <a:pt x="17" y="1197"/>
                      </a:lnTo>
                      <a:cubicBezTo>
                        <a:pt x="17" y="1314"/>
                        <a:pt x="17" y="1447"/>
                        <a:pt x="0" y="1585"/>
                      </a:cubicBezTo>
                      <a:lnTo>
                        <a:pt x="0" y="1989"/>
                      </a:lnTo>
                      <a:lnTo>
                        <a:pt x="0" y="2170"/>
                      </a:lnTo>
                      <a:lnTo>
                        <a:pt x="0" y="2271"/>
                      </a:lnTo>
                      <a:lnTo>
                        <a:pt x="0" y="2356"/>
                      </a:lnTo>
                      <a:lnTo>
                        <a:pt x="0" y="2978"/>
                      </a:lnTo>
                      <a:cubicBezTo>
                        <a:pt x="0" y="3015"/>
                        <a:pt x="17" y="3047"/>
                        <a:pt x="17" y="3079"/>
                      </a:cubicBezTo>
                      <a:lnTo>
                        <a:pt x="17" y="2978"/>
                      </a:lnTo>
                      <a:lnTo>
                        <a:pt x="17" y="2356"/>
                      </a:lnTo>
                      <a:lnTo>
                        <a:pt x="17" y="2271"/>
                      </a:lnTo>
                      <a:lnTo>
                        <a:pt x="17" y="2170"/>
                      </a:lnTo>
                      <a:lnTo>
                        <a:pt x="17" y="1989"/>
                      </a:lnTo>
                      <a:cubicBezTo>
                        <a:pt x="17" y="1851"/>
                        <a:pt x="33" y="1718"/>
                        <a:pt x="33" y="1585"/>
                      </a:cubicBezTo>
                      <a:cubicBezTo>
                        <a:pt x="33" y="1447"/>
                        <a:pt x="33" y="1314"/>
                        <a:pt x="49" y="1197"/>
                      </a:cubicBezTo>
                      <a:lnTo>
                        <a:pt x="49" y="825"/>
                      </a:lnTo>
                      <a:cubicBezTo>
                        <a:pt x="49" y="607"/>
                        <a:pt x="33" y="454"/>
                        <a:pt x="33" y="320"/>
                      </a:cubicBezTo>
                      <a:lnTo>
                        <a:pt x="33" y="86"/>
                      </a:lnTo>
                      <a:cubicBezTo>
                        <a:pt x="33" y="9"/>
                        <a:pt x="33"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1"/>
                <p:cNvSpPr/>
                <p:nvPr/>
              </p:nvSpPr>
              <p:spPr>
                <a:xfrm>
                  <a:off x="2055062" y="1972491"/>
                  <a:ext cx="359656" cy="4867"/>
                </a:xfrm>
                <a:custGeom>
                  <a:rect b="b" l="l" r="r" t="t"/>
                  <a:pathLst>
                    <a:path extrusionOk="0" h="49" w="3621">
                      <a:moveTo>
                        <a:pt x="3620" y="0"/>
                      </a:moveTo>
                      <a:cubicBezTo>
                        <a:pt x="3588" y="0"/>
                        <a:pt x="3536" y="0"/>
                        <a:pt x="3471" y="17"/>
                      </a:cubicBezTo>
                      <a:cubicBezTo>
                        <a:pt x="3536" y="17"/>
                        <a:pt x="3588" y="0"/>
                        <a:pt x="3620" y="0"/>
                      </a:cubicBezTo>
                      <a:close/>
                      <a:moveTo>
                        <a:pt x="3301" y="17"/>
                      </a:moveTo>
                      <a:cubicBezTo>
                        <a:pt x="3233" y="17"/>
                        <a:pt x="3168" y="33"/>
                        <a:pt x="3099" y="33"/>
                      </a:cubicBezTo>
                      <a:lnTo>
                        <a:pt x="3301" y="33"/>
                      </a:lnTo>
                      <a:cubicBezTo>
                        <a:pt x="3370" y="17"/>
                        <a:pt x="3418" y="17"/>
                        <a:pt x="3471" y="17"/>
                      </a:cubicBezTo>
                      <a:close/>
                      <a:moveTo>
                        <a:pt x="17" y="0"/>
                      </a:moveTo>
                      <a:cubicBezTo>
                        <a:pt x="17" y="0"/>
                        <a:pt x="1" y="0"/>
                        <a:pt x="118" y="17"/>
                      </a:cubicBezTo>
                      <a:lnTo>
                        <a:pt x="405" y="17"/>
                      </a:lnTo>
                      <a:cubicBezTo>
                        <a:pt x="558" y="17"/>
                        <a:pt x="760" y="33"/>
                        <a:pt x="1027" y="33"/>
                      </a:cubicBezTo>
                      <a:cubicBezTo>
                        <a:pt x="1164" y="33"/>
                        <a:pt x="1314" y="33"/>
                        <a:pt x="1467" y="49"/>
                      </a:cubicBezTo>
                      <a:lnTo>
                        <a:pt x="2881" y="49"/>
                      </a:lnTo>
                      <a:cubicBezTo>
                        <a:pt x="2966" y="49"/>
                        <a:pt x="3031" y="33"/>
                        <a:pt x="3099" y="33"/>
                      </a:cubicBezTo>
                      <a:lnTo>
                        <a:pt x="1936" y="33"/>
                      </a:lnTo>
                      <a:cubicBezTo>
                        <a:pt x="1617" y="17"/>
                        <a:pt x="1298" y="17"/>
                        <a:pt x="10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1"/>
                <p:cNvSpPr/>
                <p:nvPr/>
              </p:nvSpPr>
              <p:spPr>
                <a:xfrm>
                  <a:off x="2481663" y="1968916"/>
                  <a:ext cx="477952" cy="5264"/>
                </a:xfrm>
                <a:custGeom>
                  <a:rect b="b" l="l" r="r" t="t"/>
                  <a:pathLst>
                    <a:path extrusionOk="0" h="53" w="4812">
                      <a:moveTo>
                        <a:pt x="4811" y="20"/>
                      </a:moveTo>
                      <a:cubicBezTo>
                        <a:pt x="4561" y="20"/>
                        <a:pt x="4226" y="20"/>
                        <a:pt x="3822" y="36"/>
                      </a:cubicBezTo>
                      <a:cubicBezTo>
                        <a:pt x="4226" y="36"/>
                        <a:pt x="4561" y="36"/>
                        <a:pt x="4811" y="20"/>
                      </a:cubicBezTo>
                      <a:close/>
                      <a:moveTo>
                        <a:pt x="521" y="0"/>
                      </a:moveTo>
                      <a:cubicBezTo>
                        <a:pt x="319" y="0"/>
                        <a:pt x="202" y="20"/>
                        <a:pt x="117" y="20"/>
                      </a:cubicBezTo>
                      <a:cubicBezTo>
                        <a:pt x="32" y="36"/>
                        <a:pt x="0" y="36"/>
                        <a:pt x="0" y="53"/>
                      </a:cubicBezTo>
                      <a:cubicBezTo>
                        <a:pt x="16" y="53"/>
                        <a:pt x="48" y="53"/>
                        <a:pt x="117" y="36"/>
                      </a:cubicBezTo>
                      <a:cubicBezTo>
                        <a:pt x="202" y="36"/>
                        <a:pt x="319" y="20"/>
                        <a:pt x="521" y="20"/>
                      </a:cubicBezTo>
                      <a:lnTo>
                        <a:pt x="671" y="20"/>
                      </a:lnTo>
                      <a:cubicBezTo>
                        <a:pt x="739" y="20"/>
                        <a:pt x="792" y="36"/>
                        <a:pt x="856" y="36"/>
                      </a:cubicBezTo>
                      <a:cubicBezTo>
                        <a:pt x="994" y="36"/>
                        <a:pt x="1159" y="53"/>
                        <a:pt x="1345" y="53"/>
                      </a:cubicBezTo>
                      <a:lnTo>
                        <a:pt x="2557" y="53"/>
                      </a:lnTo>
                      <a:cubicBezTo>
                        <a:pt x="2977" y="53"/>
                        <a:pt x="3434" y="53"/>
                        <a:pt x="3822" y="36"/>
                      </a:cubicBezTo>
                      <a:lnTo>
                        <a:pt x="2557" y="36"/>
                      </a:lnTo>
                      <a:cubicBezTo>
                        <a:pt x="2121" y="36"/>
                        <a:pt x="1701" y="36"/>
                        <a:pt x="1345" y="20"/>
                      </a:cubicBezTo>
                      <a:cubicBezTo>
                        <a:pt x="1159" y="20"/>
                        <a:pt x="1010" y="20"/>
                        <a:pt x="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1"/>
                <p:cNvSpPr/>
                <p:nvPr/>
              </p:nvSpPr>
              <p:spPr>
                <a:xfrm>
                  <a:off x="3049107" y="1962459"/>
                  <a:ext cx="920445" cy="10131"/>
                </a:xfrm>
                <a:custGeom>
                  <a:rect b="b" l="l" r="r" t="t"/>
                  <a:pathLst>
                    <a:path extrusionOk="0" h="102" w="9267">
                      <a:moveTo>
                        <a:pt x="6" y="58"/>
                      </a:moveTo>
                      <a:cubicBezTo>
                        <a:pt x="0" y="58"/>
                        <a:pt x="7" y="65"/>
                        <a:pt x="7" y="65"/>
                      </a:cubicBezTo>
                      <a:lnTo>
                        <a:pt x="27" y="65"/>
                      </a:lnTo>
                      <a:cubicBezTo>
                        <a:pt x="15" y="60"/>
                        <a:pt x="9" y="58"/>
                        <a:pt x="6" y="58"/>
                      </a:cubicBezTo>
                      <a:close/>
                      <a:moveTo>
                        <a:pt x="4552" y="0"/>
                      </a:moveTo>
                      <a:cubicBezTo>
                        <a:pt x="4370" y="0"/>
                        <a:pt x="4168" y="17"/>
                        <a:pt x="3982" y="33"/>
                      </a:cubicBezTo>
                      <a:cubicBezTo>
                        <a:pt x="3796" y="33"/>
                        <a:pt x="3611" y="49"/>
                        <a:pt x="3425" y="49"/>
                      </a:cubicBezTo>
                      <a:cubicBezTo>
                        <a:pt x="3259" y="65"/>
                        <a:pt x="3073" y="65"/>
                        <a:pt x="2904" y="65"/>
                      </a:cubicBezTo>
                      <a:lnTo>
                        <a:pt x="2399" y="65"/>
                      </a:lnTo>
                      <a:cubicBezTo>
                        <a:pt x="2080" y="65"/>
                        <a:pt x="1809" y="49"/>
                        <a:pt x="1558" y="49"/>
                      </a:cubicBezTo>
                      <a:lnTo>
                        <a:pt x="952" y="49"/>
                      </a:lnTo>
                      <a:cubicBezTo>
                        <a:pt x="783" y="65"/>
                        <a:pt x="633" y="65"/>
                        <a:pt x="512" y="65"/>
                      </a:cubicBezTo>
                      <a:lnTo>
                        <a:pt x="27" y="65"/>
                      </a:lnTo>
                      <a:cubicBezTo>
                        <a:pt x="44" y="65"/>
                        <a:pt x="60" y="65"/>
                        <a:pt x="92" y="85"/>
                      </a:cubicBezTo>
                      <a:lnTo>
                        <a:pt x="246" y="85"/>
                      </a:lnTo>
                      <a:cubicBezTo>
                        <a:pt x="262" y="85"/>
                        <a:pt x="278" y="85"/>
                        <a:pt x="294" y="101"/>
                      </a:cubicBezTo>
                      <a:lnTo>
                        <a:pt x="512" y="101"/>
                      </a:lnTo>
                      <a:cubicBezTo>
                        <a:pt x="633" y="101"/>
                        <a:pt x="783" y="85"/>
                        <a:pt x="952" y="85"/>
                      </a:cubicBezTo>
                      <a:cubicBezTo>
                        <a:pt x="1037" y="85"/>
                        <a:pt x="1138" y="65"/>
                        <a:pt x="1239" y="65"/>
                      </a:cubicBezTo>
                      <a:cubicBezTo>
                        <a:pt x="1340" y="85"/>
                        <a:pt x="1441" y="85"/>
                        <a:pt x="1558" y="85"/>
                      </a:cubicBezTo>
                      <a:cubicBezTo>
                        <a:pt x="1809" y="85"/>
                        <a:pt x="2080" y="85"/>
                        <a:pt x="2399" y="101"/>
                      </a:cubicBezTo>
                      <a:lnTo>
                        <a:pt x="2904" y="101"/>
                      </a:lnTo>
                      <a:cubicBezTo>
                        <a:pt x="3073" y="101"/>
                        <a:pt x="3259" y="85"/>
                        <a:pt x="3425" y="85"/>
                      </a:cubicBezTo>
                      <a:cubicBezTo>
                        <a:pt x="3611" y="65"/>
                        <a:pt x="3796" y="65"/>
                        <a:pt x="3982" y="49"/>
                      </a:cubicBezTo>
                      <a:cubicBezTo>
                        <a:pt x="4168" y="49"/>
                        <a:pt x="4370" y="33"/>
                        <a:pt x="4552" y="33"/>
                      </a:cubicBezTo>
                      <a:cubicBezTo>
                        <a:pt x="4653" y="33"/>
                        <a:pt x="4738" y="17"/>
                        <a:pt x="4839" y="17"/>
                      </a:cubicBezTo>
                      <a:lnTo>
                        <a:pt x="5699" y="17"/>
                      </a:lnTo>
                      <a:cubicBezTo>
                        <a:pt x="6067" y="17"/>
                        <a:pt x="6438" y="17"/>
                        <a:pt x="6794" y="33"/>
                      </a:cubicBezTo>
                      <a:lnTo>
                        <a:pt x="9266" y="33"/>
                      </a:lnTo>
                      <a:cubicBezTo>
                        <a:pt x="9266" y="33"/>
                        <a:pt x="8188" y="17"/>
                        <a:pt x="6794" y="17"/>
                      </a:cubicBezTo>
                      <a:cubicBezTo>
                        <a:pt x="6438" y="0"/>
                        <a:pt x="6067" y="0"/>
                        <a:pt x="5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1"/>
                <p:cNvSpPr/>
                <p:nvPr/>
              </p:nvSpPr>
              <p:spPr>
                <a:xfrm>
                  <a:off x="4007891" y="1962459"/>
                  <a:ext cx="189115" cy="4470"/>
                </a:xfrm>
                <a:custGeom>
                  <a:rect b="b" l="l" r="r" t="t"/>
                  <a:pathLst>
                    <a:path extrusionOk="0" h="45" w="1904">
                      <a:moveTo>
                        <a:pt x="1447" y="0"/>
                      </a:moveTo>
                      <a:cubicBezTo>
                        <a:pt x="1298" y="17"/>
                        <a:pt x="1112" y="17"/>
                        <a:pt x="942" y="17"/>
                      </a:cubicBezTo>
                      <a:lnTo>
                        <a:pt x="474" y="17"/>
                      </a:lnTo>
                      <a:cubicBezTo>
                        <a:pt x="203" y="17"/>
                        <a:pt x="70" y="17"/>
                        <a:pt x="1" y="33"/>
                      </a:cubicBezTo>
                      <a:cubicBezTo>
                        <a:pt x="35" y="41"/>
                        <a:pt x="86" y="45"/>
                        <a:pt x="161" y="45"/>
                      </a:cubicBezTo>
                      <a:cubicBezTo>
                        <a:pt x="237" y="45"/>
                        <a:pt x="338" y="41"/>
                        <a:pt x="474" y="33"/>
                      </a:cubicBezTo>
                      <a:lnTo>
                        <a:pt x="942" y="33"/>
                      </a:lnTo>
                      <a:cubicBezTo>
                        <a:pt x="1112" y="33"/>
                        <a:pt x="1298" y="17"/>
                        <a:pt x="1447" y="17"/>
                      </a:cubicBezTo>
                      <a:cubicBezTo>
                        <a:pt x="1750" y="17"/>
                        <a:pt x="1904" y="0"/>
                        <a:pt x="19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1"/>
                <p:cNvSpPr/>
                <p:nvPr/>
              </p:nvSpPr>
              <p:spPr>
                <a:xfrm>
                  <a:off x="2071948" y="1529502"/>
                  <a:ext cx="37048" cy="9039"/>
                </a:xfrm>
                <a:custGeom>
                  <a:rect b="b" l="l" r="r" t="t"/>
                  <a:pathLst>
                    <a:path extrusionOk="0" h="91" w="373">
                      <a:moveTo>
                        <a:pt x="271" y="1"/>
                      </a:moveTo>
                      <a:cubicBezTo>
                        <a:pt x="219" y="1"/>
                        <a:pt x="134" y="17"/>
                        <a:pt x="85" y="33"/>
                      </a:cubicBezTo>
                      <a:cubicBezTo>
                        <a:pt x="49" y="33"/>
                        <a:pt x="33" y="49"/>
                        <a:pt x="33" y="49"/>
                      </a:cubicBezTo>
                      <a:cubicBezTo>
                        <a:pt x="17" y="65"/>
                        <a:pt x="1" y="65"/>
                        <a:pt x="1" y="81"/>
                      </a:cubicBezTo>
                      <a:cubicBezTo>
                        <a:pt x="1" y="81"/>
                        <a:pt x="1" y="90"/>
                        <a:pt x="5" y="90"/>
                      </a:cubicBezTo>
                      <a:cubicBezTo>
                        <a:pt x="8" y="90"/>
                        <a:pt x="11" y="88"/>
                        <a:pt x="17" y="81"/>
                      </a:cubicBezTo>
                      <a:lnTo>
                        <a:pt x="33" y="65"/>
                      </a:lnTo>
                      <a:cubicBezTo>
                        <a:pt x="49" y="65"/>
                        <a:pt x="69" y="49"/>
                        <a:pt x="85" y="49"/>
                      </a:cubicBezTo>
                      <a:cubicBezTo>
                        <a:pt x="134" y="33"/>
                        <a:pt x="219" y="17"/>
                        <a:pt x="271" y="17"/>
                      </a:cubicBezTo>
                      <a:cubicBezTo>
                        <a:pt x="336" y="1"/>
                        <a:pt x="372"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1"/>
                <p:cNvSpPr/>
                <p:nvPr/>
              </p:nvSpPr>
              <p:spPr>
                <a:xfrm>
                  <a:off x="2112075" y="1335321"/>
                  <a:ext cx="1689" cy="194280"/>
                </a:xfrm>
                <a:custGeom>
                  <a:rect b="b" l="l" r="r" t="t"/>
                  <a:pathLst>
                    <a:path extrusionOk="0" h="1956" w="17">
                      <a:moveTo>
                        <a:pt x="0" y="0"/>
                      </a:moveTo>
                      <a:lnTo>
                        <a:pt x="0" y="53"/>
                      </a:lnTo>
                      <a:lnTo>
                        <a:pt x="0" y="505"/>
                      </a:lnTo>
                      <a:lnTo>
                        <a:pt x="0" y="1956"/>
                      </a:lnTo>
                      <a:cubicBezTo>
                        <a:pt x="0" y="1956"/>
                        <a:pt x="17" y="1047"/>
                        <a:pt x="17" y="505"/>
                      </a:cubicBezTo>
                      <a:lnTo>
                        <a:pt x="17" y="53"/>
                      </a:lnTo>
                      <a:cubicBezTo>
                        <a:pt x="17" y="0"/>
                        <a:pt x="17"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1"/>
                <p:cNvSpPr/>
                <p:nvPr/>
              </p:nvSpPr>
              <p:spPr>
                <a:xfrm>
                  <a:off x="2116147" y="1316847"/>
                  <a:ext cx="53040" cy="12813"/>
                </a:xfrm>
                <a:custGeom>
                  <a:rect b="b" l="l" r="r" t="t"/>
                  <a:pathLst>
                    <a:path extrusionOk="0" h="129" w="534">
                      <a:moveTo>
                        <a:pt x="464" y="1"/>
                      </a:moveTo>
                      <a:cubicBezTo>
                        <a:pt x="432" y="1"/>
                        <a:pt x="412" y="21"/>
                        <a:pt x="380" y="21"/>
                      </a:cubicBezTo>
                      <a:cubicBezTo>
                        <a:pt x="363" y="21"/>
                        <a:pt x="331" y="21"/>
                        <a:pt x="311" y="37"/>
                      </a:cubicBezTo>
                      <a:cubicBezTo>
                        <a:pt x="262" y="53"/>
                        <a:pt x="210" y="53"/>
                        <a:pt x="161" y="69"/>
                      </a:cubicBezTo>
                      <a:cubicBezTo>
                        <a:pt x="77" y="85"/>
                        <a:pt x="44" y="102"/>
                        <a:pt x="8" y="122"/>
                      </a:cubicBezTo>
                      <a:cubicBezTo>
                        <a:pt x="8" y="122"/>
                        <a:pt x="1" y="129"/>
                        <a:pt x="7" y="129"/>
                      </a:cubicBezTo>
                      <a:cubicBezTo>
                        <a:pt x="10" y="129"/>
                        <a:pt x="16" y="127"/>
                        <a:pt x="28" y="122"/>
                      </a:cubicBezTo>
                      <a:cubicBezTo>
                        <a:pt x="44" y="122"/>
                        <a:pt x="77" y="122"/>
                        <a:pt x="161" y="85"/>
                      </a:cubicBezTo>
                      <a:cubicBezTo>
                        <a:pt x="210" y="85"/>
                        <a:pt x="262" y="69"/>
                        <a:pt x="311" y="53"/>
                      </a:cubicBezTo>
                      <a:cubicBezTo>
                        <a:pt x="331" y="53"/>
                        <a:pt x="363" y="37"/>
                        <a:pt x="380" y="37"/>
                      </a:cubicBezTo>
                      <a:cubicBezTo>
                        <a:pt x="412" y="21"/>
                        <a:pt x="432" y="21"/>
                        <a:pt x="464" y="21"/>
                      </a:cubicBezTo>
                      <a:cubicBezTo>
                        <a:pt x="481" y="21"/>
                        <a:pt x="513" y="1"/>
                        <a:pt x="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1"/>
                <p:cNvSpPr/>
                <p:nvPr/>
              </p:nvSpPr>
              <p:spPr>
                <a:xfrm>
                  <a:off x="2180708" y="1318833"/>
                  <a:ext cx="8542" cy="115316"/>
                </a:xfrm>
                <a:custGeom>
                  <a:rect b="b" l="l" r="r" t="t"/>
                  <a:pathLst>
                    <a:path extrusionOk="0" h="1161" w="86">
                      <a:moveTo>
                        <a:pt x="33" y="1"/>
                      </a:moveTo>
                      <a:cubicBezTo>
                        <a:pt x="16" y="33"/>
                        <a:pt x="16" y="49"/>
                        <a:pt x="16" y="102"/>
                      </a:cubicBezTo>
                      <a:cubicBezTo>
                        <a:pt x="16" y="150"/>
                        <a:pt x="0" y="203"/>
                        <a:pt x="0" y="284"/>
                      </a:cubicBezTo>
                      <a:cubicBezTo>
                        <a:pt x="0" y="336"/>
                        <a:pt x="16" y="368"/>
                        <a:pt x="16" y="421"/>
                      </a:cubicBezTo>
                      <a:cubicBezTo>
                        <a:pt x="16" y="469"/>
                        <a:pt x="16" y="522"/>
                        <a:pt x="33" y="570"/>
                      </a:cubicBezTo>
                      <a:lnTo>
                        <a:pt x="33" y="421"/>
                      </a:lnTo>
                      <a:cubicBezTo>
                        <a:pt x="33" y="368"/>
                        <a:pt x="16" y="336"/>
                        <a:pt x="16" y="284"/>
                      </a:cubicBezTo>
                      <a:cubicBezTo>
                        <a:pt x="16" y="203"/>
                        <a:pt x="16" y="150"/>
                        <a:pt x="33" y="102"/>
                      </a:cubicBezTo>
                      <a:lnTo>
                        <a:pt x="33" y="17"/>
                      </a:lnTo>
                      <a:lnTo>
                        <a:pt x="33" y="1"/>
                      </a:lnTo>
                      <a:close/>
                      <a:moveTo>
                        <a:pt x="33" y="570"/>
                      </a:moveTo>
                      <a:cubicBezTo>
                        <a:pt x="33" y="671"/>
                        <a:pt x="49" y="772"/>
                        <a:pt x="49" y="857"/>
                      </a:cubicBezTo>
                      <a:cubicBezTo>
                        <a:pt x="65" y="910"/>
                        <a:pt x="65" y="942"/>
                        <a:pt x="65" y="991"/>
                      </a:cubicBezTo>
                      <a:lnTo>
                        <a:pt x="65" y="857"/>
                      </a:lnTo>
                      <a:cubicBezTo>
                        <a:pt x="65" y="772"/>
                        <a:pt x="49" y="671"/>
                        <a:pt x="33" y="570"/>
                      </a:cubicBezTo>
                      <a:close/>
                      <a:moveTo>
                        <a:pt x="65" y="991"/>
                      </a:moveTo>
                      <a:lnTo>
                        <a:pt x="65" y="1092"/>
                      </a:lnTo>
                      <a:lnTo>
                        <a:pt x="65" y="1160"/>
                      </a:lnTo>
                      <a:cubicBezTo>
                        <a:pt x="65" y="1144"/>
                        <a:pt x="85" y="1128"/>
                        <a:pt x="85" y="1092"/>
                      </a:cubicBezTo>
                      <a:cubicBezTo>
                        <a:pt x="85" y="1059"/>
                        <a:pt x="85" y="1027"/>
                        <a:pt x="65" y="9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1"/>
                <p:cNvSpPr/>
                <p:nvPr/>
              </p:nvSpPr>
              <p:spPr>
                <a:xfrm>
                  <a:off x="2190740" y="1429183"/>
                  <a:ext cx="30195" cy="1689"/>
                </a:xfrm>
                <a:custGeom>
                  <a:rect b="b" l="l" r="r" t="t"/>
                  <a:pathLst>
                    <a:path extrusionOk="0" h="17" w="304">
                      <a:moveTo>
                        <a:pt x="85" y="1"/>
                      </a:moveTo>
                      <a:cubicBezTo>
                        <a:pt x="33" y="1"/>
                        <a:pt x="16" y="17"/>
                        <a:pt x="0" y="17"/>
                      </a:cubicBezTo>
                      <a:lnTo>
                        <a:pt x="303" y="17"/>
                      </a:lnTo>
                      <a:cubicBezTo>
                        <a:pt x="303" y="1"/>
                        <a:pt x="287" y="1"/>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1"/>
                <p:cNvSpPr/>
                <p:nvPr/>
              </p:nvSpPr>
              <p:spPr>
                <a:xfrm>
                  <a:off x="2229278" y="1430773"/>
                  <a:ext cx="4867" cy="35062"/>
                </a:xfrm>
                <a:custGeom>
                  <a:rect b="b" l="l" r="r" t="t"/>
                  <a:pathLst>
                    <a:path extrusionOk="0" h="353" w="49">
                      <a:moveTo>
                        <a:pt x="32" y="1"/>
                      </a:moveTo>
                      <a:lnTo>
                        <a:pt x="32" y="102"/>
                      </a:lnTo>
                      <a:cubicBezTo>
                        <a:pt x="16" y="134"/>
                        <a:pt x="16" y="150"/>
                        <a:pt x="16" y="187"/>
                      </a:cubicBezTo>
                      <a:lnTo>
                        <a:pt x="16" y="288"/>
                      </a:lnTo>
                      <a:lnTo>
                        <a:pt x="16" y="320"/>
                      </a:lnTo>
                      <a:cubicBezTo>
                        <a:pt x="16" y="304"/>
                        <a:pt x="16" y="304"/>
                        <a:pt x="32" y="288"/>
                      </a:cubicBezTo>
                      <a:lnTo>
                        <a:pt x="32" y="187"/>
                      </a:lnTo>
                      <a:cubicBezTo>
                        <a:pt x="32" y="150"/>
                        <a:pt x="49" y="134"/>
                        <a:pt x="49" y="102"/>
                      </a:cubicBezTo>
                      <a:lnTo>
                        <a:pt x="32" y="1"/>
                      </a:lnTo>
                      <a:close/>
                      <a:moveTo>
                        <a:pt x="16" y="320"/>
                      </a:moveTo>
                      <a:cubicBezTo>
                        <a:pt x="0" y="336"/>
                        <a:pt x="0" y="336"/>
                        <a:pt x="0" y="352"/>
                      </a:cubicBezTo>
                      <a:cubicBezTo>
                        <a:pt x="16" y="336"/>
                        <a:pt x="16" y="336"/>
                        <a:pt x="16" y="3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1"/>
                <p:cNvSpPr/>
                <p:nvPr/>
              </p:nvSpPr>
              <p:spPr>
                <a:xfrm>
                  <a:off x="2232457" y="1459279"/>
                  <a:ext cx="113628" cy="10131"/>
                </a:xfrm>
                <a:custGeom>
                  <a:rect b="b" l="l" r="r" t="t"/>
                  <a:pathLst>
                    <a:path extrusionOk="0" h="102" w="1144">
                      <a:moveTo>
                        <a:pt x="1144" y="1"/>
                      </a:moveTo>
                      <a:cubicBezTo>
                        <a:pt x="1095" y="1"/>
                        <a:pt x="1010" y="1"/>
                        <a:pt x="909" y="17"/>
                      </a:cubicBezTo>
                      <a:cubicBezTo>
                        <a:pt x="1010" y="17"/>
                        <a:pt x="1095" y="17"/>
                        <a:pt x="1144" y="1"/>
                      </a:cubicBezTo>
                      <a:close/>
                      <a:moveTo>
                        <a:pt x="909" y="17"/>
                      </a:moveTo>
                      <a:cubicBezTo>
                        <a:pt x="723" y="17"/>
                        <a:pt x="489" y="33"/>
                        <a:pt x="320" y="49"/>
                      </a:cubicBezTo>
                      <a:cubicBezTo>
                        <a:pt x="150" y="65"/>
                        <a:pt x="69" y="65"/>
                        <a:pt x="33" y="81"/>
                      </a:cubicBezTo>
                      <a:lnTo>
                        <a:pt x="0" y="81"/>
                      </a:lnTo>
                      <a:lnTo>
                        <a:pt x="0" y="102"/>
                      </a:lnTo>
                      <a:lnTo>
                        <a:pt x="33" y="102"/>
                      </a:lnTo>
                      <a:cubicBezTo>
                        <a:pt x="69" y="81"/>
                        <a:pt x="150" y="81"/>
                        <a:pt x="320" y="65"/>
                      </a:cubicBezTo>
                      <a:cubicBezTo>
                        <a:pt x="489" y="49"/>
                        <a:pt x="723" y="33"/>
                        <a:pt x="909" y="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1"/>
                <p:cNvSpPr/>
                <p:nvPr/>
              </p:nvSpPr>
              <p:spPr>
                <a:xfrm>
                  <a:off x="2354428" y="1335321"/>
                  <a:ext cx="5264" cy="127533"/>
                </a:xfrm>
                <a:custGeom>
                  <a:rect b="b" l="l" r="r" t="t"/>
                  <a:pathLst>
                    <a:path extrusionOk="0" h="1284" w="53">
                      <a:moveTo>
                        <a:pt x="33" y="0"/>
                      </a:moveTo>
                      <a:cubicBezTo>
                        <a:pt x="33" y="37"/>
                        <a:pt x="33" y="85"/>
                        <a:pt x="17" y="118"/>
                      </a:cubicBezTo>
                      <a:lnTo>
                        <a:pt x="17" y="271"/>
                      </a:lnTo>
                      <a:cubicBezTo>
                        <a:pt x="17" y="320"/>
                        <a:pt x="17" y="372"/>
                        <a:pt x="0" y="441"/>
                      </a:cubicBezTo>
                      <a:lnTo>
                        <a:pt x="0" y="606"/>
                      </a:lnTo>
                      <a:lnTo>
                        <a:pt x="0" y="776"/>
                      </a:lnTo>
                      <a:lnTo>
                        <a:pt x="0" y="926"/>
                      </a:lnTo>
                      <a:cubicBezTo>
                        <a:pt x="0" y="978"/>
                        <a:pt x="0" y="1027"/>
                        <a:pt x="17" y="1063"/>
                      </a:cubicBezTo>
                      <a:lnTo>
                        <a:pt x="17" y="1148"/>
                      </a:lnTo>
                      <a:cubicBezTo>
                        <a:pt x="33" y="1196"/>
                        <a:pt x="33" y="1228"/>
                        <a:pt x="33" y="1249"/>
                      </a:cubicBezTo>
                      <a:cubicBezTo>
                        <a:pt x="45" y="1278"/>
                        <a:pt x="50" y="1284"/>
                        <a:pt x="52" y="1284"/>
                      </a:cubicBezTo>
                      <a:cubicBezTo>
                        <a:pt x="53" y="1284"/>
                        <a:pt x="53" y="1281"/>
                        <a:pt x="53" y="1281"/>
                      </a:cubicBezTo>
                      <a:lnTo>
                        <a:pt x="53" y="1249"/>
                      </a:lnTo>
                      <a:cubicBezTo>
                        <a:pt x="53" y="1228"/>
                        <a:pt x="33" y="1196"/>
                        <a:pt x="33" y="1148"/>
                      </a:cubicBezTo>
                      <a:lnTo>
                        <a:pt x="33" y="1063"/>
                      </a:lnTo>
                      <a:cubicBezTo>
                        <a:pt x="17" y="1010"/>
                        <a:pt x="17" y="978"/>
                        <a:pt x="17" y="926"/>
                      </a:cubicBezTo>
                      <a:lnTo>
                        <a:pt x="17" y="776"/>
                      </a:lnTo>
                      <a:lnTo>
                        <a:pt x="17" y="606"/>
                      </a:lnTo>
                      <a:lnTo>
                        <a:pt x="17" y="441"/>
                      </a:lnTo>
                      <a:cubicBezTo>
                        <a:pt x="17" y="372"/>
                        <a:pt x="17" y="320"/>
                        <a:pt x="33" y="271"/>
                      </a:cubicBezTo>
                      <a:lnTo>
                        <a:pt x="33" y="118"/>
                      </a:ln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1"/>
                <p:cNvSpPr/>
                <p:nvPr/>
              </p:nvSpPr>
              <p:spPr>
                <a:xfrm>
                  <a:off x="2369625" y="1218515"/>
                  <a:ext cx="88399" cy="105284"/>
                </a:xfrm>
                <a:custGeom>
                  <a:rect b="b" l="l" r="r" t="t"/>
                  <a:pathLst>
                    <a:path extrusionOk="0" h="1060" w="890">
                      <a:moveTo>
                        <a:pt x="857" y="1"/>
                      </a:moveTo>
                      <a:lnTo>
                        <a:pt x="857" y="33"/>
                      </a:lnTo>
                      <a:cubicBezTo>
                        <a:pt x="874" y="66"/>
                        <a:pt x="874" y="102"/>
                        <a:pt x="874" y="150"/>
                      </a:cubicBezTo>
                      <a:cubicBezTo>
                        <a:pt x="874" y="219"/>
                        <a:pt x="841" y="284"/>
                        <a:pt x="789" y="385"/>
                      </a:cubicBezTo>
                      <a:cubicBezTo>
                        <a:pt x="773" y="437"/>
                        <a:pt x="740" y="486"/>
                        <a:pt x="708" y="538"/>
                      </a:cubicBezTo>
                      <a:cubicBezTo>
                        <a:pt x="672" y="587"/>
                        <a:pt x="623" y="639"/>
                        <a:pt x="571" y="688"/>
                      </a:cubicBezTo>
                      <a:cubicBezTo>
                        <a:pt x="538" y="740"/>
                        <a:pt x="486" y="772"/>
                        <a:pt x="437" y="825"/>
                      </a:cubicBezTo>
                      <a:cubicBezTo>
                        <a:pt x="385" y="857"/>
                        <a:pt x="336" y="910"/>
                        <a:pt x="284" y="942"/>
                      </a:cubicBezTo>
                      <a:cubicBezTo>
                        <a:pt x="336" y="910"/>
                        <a:pt x="385" y="873"/>
                        <a:pt x="453" y="841"/>
                      </a:cubicBezTo>
                      <a:cubicBezTo>
                        <a:pt x="506" y="789"/>
                        <a:pt x="554" y="756"/>
                        <a:pt x="587" y="708"/>
                      </a:cubicBezTo>
                      <a:cubicBezTo>
                        <a:pt x="639" y="655"/>
                        <a:pt x="688" y="607"/>
                        <a:pt x="724" y="554"/>
                      </a:cubicBezTo>
                      <a:cubicBezTo>
                        <a:pt x="756" y="506"/>
                        <a:pt x="789" y="453"/>
                        <a:pt x="825" y="405"/>
                      </a:cubicBezTo>
                      <a:cubicBezTo>
                        <a:pt x="841" y="352"/>
                        <a:pt x="857" y="304"/>
                        <a:pt x="874" y="268"/>
                      </a:cubicBezTo>
                      <a:cubicBezTo>
                        <a:pt x="874" y="235"/>
                        <a:pt x="890" y="219"/>
                        <a:pt x="890" y="203"/>
                      </a:cubicBezTo>
                      <a:lnTo>
                        <a:pt x="890" y="183"/>
                      </a:lnTo>
                      <a:lnTo>
                        <a:pt x="890" y="150"/>
                      </a:lnTo>
                      <a:cubicBezTo>
                        <a:pt x="890" y="102"/>
                        <a:pt x="890" y="49"/>
                        <a:pt x="874" y="33"/>
                      </a:cubicBezTo>
                      <a:cubicBezTo>
                        <a:pt x="857" y="17"/>
                        <a:pt x="857" y="1"/>
                        <a:pt x="857" y="1"/>
                      </a:cubicBezTo>
                      <a:close/>
                      <a:moveTo>
                        <a:pt x="284" y="942"/>
                      </a:moveTo>
                      <a:lnTo>
                        <a:pt x="284" y="942"/>
                      </a:lnTo>
                      <a:cubicBezTo>
                        <a:pt x="235" y="974"/>
                        <a:pt x="183" y="991"/>
                        <a:pt x="134" y="1011"/>
                      </a:cubicBezTo>
                      <a:cubicBezTo>
                        <a:pt x="82" y="1027"/>
                        <a:pt x="33" y="1043"/>
                        <a:pt x="1" y="1059"/>
                      </a:cubicBezTo>
                      <a:cubicBezTo>
                        <a:pt x="49" y="1043"/>
                        <a:pt x="82" y="1043"/>
                        <a:pt x="134" y="1027"/>
                      </a:cubicBezTo>
                      <a:cubicBezTo>
                        <a:pt x="183" y="1011"/>
                        <a:pt x="235" y="974"/>
                        <a:pt x="284" y="9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1"/>
                <p:cNvSpPr/>
                <p:nvPr/>
              </p:nvSpPr>
              <p:spPr>
                <a:xfrm>
                  <a:off x="2464778" y="1224971"/>
                  <a:ext cx="3278" cy="217621"/>
                </a:xfrm>
                <a:custGeom>
                  <a:rect b="b" l="l" r="r" t="t"/>
                  <a:pathLst>
                    <a:path extrusionOk="0" h="2191" w="33">
                      <a:moveTo>
                        <a:pt x="17" y="1"/>
                      </a:moveTo>
                      <a:lnTo>
                        <a:pt x="17" y="37"/>
                      </a:lnTo>
                      <a:cubicBezTo>
                        <a:pt x="17" y="102"/>
                        <a:pt x="0" y="255"/>
                        <a:pt x="0" y="558"/>
                      </a:cubicBezTo>
                      <a:cubicBezTo>
                        <a:pt x="17" y="707"/>
                        <a:pt x="17" y="877"/>
                        <a:pt x="17" y="1063"/>
                      </a:cubicBezTo>
                      <a:lnTo>
                        <a:pt x="17" y="1600"/>
                      </a:lnTo>
                      <a:cubicBezTo>
                        <a:pt x="33" y="1919"/>
                        <a:pt x="33" y="2190"/>
                        <a:pt x="33" y="2190"/>
                      </a:cubicBezTo>
                      <a:lnTo>
                        <a:pt x="33" y="1600"/>
                      </a:lnTo>
                      <a:lnTo>
                        <a:pt x="33" y="1063"/>
                      </a:lnTo>
                      <a:lnTo>
                        <a:pt x="33" y="558"/>
                      </a:lnTo>
                      <a:lnTo>
                        <a:pt x="33" y="37"/>
                      </a:lnTo>
                      <a:cubicBezTo>
                        <a:pt x="17" y="37"/>
                        <a:pt x="17" y="17"/>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1"/>
                <p:cNvSpPr/>
                <p:nvPr/>
              </p:nvSpPr>
              <p:spPr>
                <a:xfrm>
                  <a:off x="2456335" y="1054430"/>
                  <a:ext cx="5364" cy="146008"/>
                </a:xfrm>
                <a:custGeom>
                  <a:rect b="b" l="l" r="r" t="t"/>
                  <a:pathLst>
                    <a:path extrusionOk="0" h="1470" w="54">
                      <a:moveTo>
                        <a:pt x="17" y="1"/>
                      </a:moveTo>
                      <a:cubicBezTo>
                        <a:pt x="17" y="1"/>
                        <a:pt x="17" y="170"/>
                        <a:pt x="1" y="388"/>
                      </a:cubicBezTo>
                      <a:lnTo>
                        <a:pt x="1" y="558"/>
                      </a:lnTo>
                      <a:lnTo>
                        <a:pt x="1" y="744"/>
                      </a:lnTo>
                      <a:cubicBezTo>
                        <a:pt x="1" y="861"/>
                        <a:pt x="1" y="994"/>
                        <a:pt x="17" y="1095"/>
                      </a:cubicBezTo>
                      <a:cubicBezTo>
                        <a:pt x="17" y="1196"/>
                        <a:pt x="17" y="1265"/>
                        <a:pt x="37" y="1314"/>
                      </a:cubicBezTo>
                      <a:lnTo>
                        <a:pt x="37" y="1431"/>
                      </a:lnTo>
                      <a:cubicBezTo>
                        <a:pt x="47" y="1463"/>
                        <a:pt x="51" y="1469"/>
                        <a:pt x="52" y="1469"/>
                      </a:cubicBezTo>
                      <a:cubicBezTo>
                        <a:pt x="53" y="1469"/>
                        <a:pt x="53" y="1467"/>
                        <a:pt x="53" y="1467"/>
                      </a:cubicBezTo>
                      <a:lnTo>
                        <a:pt x="53" y="1431"/>
                      </a:lnTo>
                      <a:lnTo>
                        <a:pt x="53" y="1314"/>
                      </a:lnTo>
                      <a:cubicBezTo>
                        <a:pt x="37" y="1265"/>
                        <a:pt x="37" y="1196"/>
                        <a:pt x="37" y="1095"/>
                      </a:cubicBezTo>
                      <a:cubicBezTo>
                        <a:pt x="37" y="978"/>
                        <a:pt x="17" y="861"/>
                        <a:pt x="17" y="744"/>
                      </a:cubicBezTo>
                      <a:lnTo>
                        <a:pt x="17" y="558"/>
                      </a:lnTo>
                      <a:lnTo>
                        <a:pt x="17" y="388"/>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1"/>
                <p:cNvSpPr/>
                <p:nvPr/>
              </p:nvSpPr>
              <p:spPr>
                <a:xfrm>
                  <a:off x="2504905" y="1326879"/>
                  <a:ext cx="1689" cy="78765"/>
                </a:xfrm>
                <a:custGeom>
                  <a:rect b="b" l="l" r="r" t="t"/>
                  <a:pathLst>
                    <a:path extrusionOk="0" h="793" w="17">
                      <a:moveTo>
                        <a:pt x="11" y="0"/>
                      </a:moveTo>
                      <a:cubicBezTo>
                        <a:pt x="0" y="0"/>
                        <a:pt x="0" y="13"/>
                        <a:pt x="0" y="203"/>
                      </a:cubicBezTo>
                      <a:lnTo>
                        <a:pt x="0" y="590"/>
                      </a:lnTo>
                      <a:cubicBezTo>
                        <a:pt x="0" y="708"/>
                        <a:pt x="16" y="792"/>
                        <a:pt x="16" y="792"/>
                      </a:cubicBezTo>
                      <a:lnTo>
                        <a:pt x="16" y="590"/>
                      </a:lnTo>
                      <a:lnTo>
                        <a:pt x="16" y="203"/>
                      </a:lnTo>
                      <a:lnTo>
                        <a:pt x="16" y="1"/>
                      </a:lnTo>
                      <a:cubicBezTo>
                        <a:pt x="14" y="1"/>
                        <a:pt x="13"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1"/>
                <p:cNvSpPr/>
                <p:nvPr/>
              </p:nvSpPr>
              <p:spPr>
                <a:xfrm>
                  <a:off x="2508084" y="1312079"/>
                  <a:ext cx="145809" cy="14899"/>
                </a:xfrm>
                <a:custGeom>
                  <a:rect b="b" l="l" r="r" t="t"/>
                  <a:pathLst>
                    <a:path extrusionOk="0" h="150" w="1468">
                      <a:moveTo>
                        <a:pt x="1079" y="0"/>
                      </a:moveTo>
                      <a:cubicBezTo>
                        <a:pt x="1031" y="16"/>
                        <a:pt x="962" y="16"/>
                        <a:pt x="910" y="16"/>
                      </a:cubicBezTo>
                      <a:cubicBezTo>
                        <a:pt x="845" y="16"/>
                        <a:pt x="792" y="32"/>
                        <a:pt x="728" y="32"/>
                      </a:cubicBezTo>
                      <a:cubicBezTo>
                        <a:pt x="659" y="32"/>
                        <a:pt x="607" y="49"/>
                        <a:pt x="542" y="49"/>
                      </a:cubicBezTo>
                      <a:cubicBezTo>
                        <a:pt x="489" y="69"/>
                        <a:pt x="441" y="69"/>
                        <a:pt x="388" y="69"/>
                      </a:cubicBezTo>
                      <a:cubicBezTo>
                        <a:pt x="340" y="85"/>
                        <a:pt x="287" y="85"/>
                        <a:pt x="255" y="101"/>
                      </a:cubicBezTo>
                      <a:cubicBezTo>
                        <a:pt x="223" y="101"/>
                        <a:pt x="186" y="101"/>
                        <a:pt x="154" y="117"/>
                      </a:cubicBezTo>
                      <a:cubicBezTo>
                        <a:pt x="102" y="133"/>
                        <a:pt x="69" y="133"/>
                        <a:pt x="53" y="133"/>
                      </a:cubicBezTo>
                      <a:cubicBezTo>
                        <a:pt x="1" y="150"/>
                        <a:pt x="21" y="150"/>
                        <a:pt x="21" y="150"/>
                      </a:cubicBezTo>
                      <a:lnTo>
                        <a:pt x="53" y="150"/>
                      </a:lnTo>
                      <a:cubicBezTo>
                        <a:pt x="69" y="150"/>
                        <a:pt x="102" y="150"/>
                        <a:pt x="170" y="133"/>
                      </a:cubicBezTo>
                      <a:cubicBezTo>
                        <a:pt x="223" y="117"/>
                        <a:pt x="287" y="117"/>
                        <a:pt x="388" y="101"/>
                      </a:cubicBezTo>
                      <a:cubicBezTo>
                        <a:pt x="441" y="85"/>
                        <a:pt x="489" y="85"/>
                        <a:pt x="558" y="69"/>
                      </a:cubicBezTo>
                      <a:cubicBezTo>
                        <a:pt x="607" y="69"/>
                        <a:pt x="675" y="69"/>
                        <a:pt x="728" y="49"/>
                      </a:cubicBezTo>
                      <a:cubicBezTo>
                        <a:pt x="792" y="49"/>
                        <a:pt x="845" y="32"/>
                        <a:pt x="910" y="32"/>
                      </a:cubicBezTo>
                      <a:cubicBezTo>
                        <a:pt x="962" y="32"/>
                        <a:pt x="1031" y="16"/>
                        <a:pt x="1079" y="16"/>
                      </a:cubicBezTo>
                      <a:lnTo>
                        <a:pt x="1467" y="16"/>
                      </a:lnTo>
                      <a:cubicBezTo>
                        <a:pt x="1467" y="16"/>
                        <a:pt x="1435"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1"/>
                <p:cNvSpPr/>
                <p:nvPr/>
              </p:nvSpPr>
              <p:spPr>
                <a:xfrm>
                  <a:off x="2653793" y="1318833"/>
                  <a:ext cx="3278" cy="51848"/>
                </a:xfrm>
                <a:custGeom>
                  <a:rect b="b" l="l" r="r" t="t"/>
                  <a:pathLst>
                    <a:path extrusionOk="0" h="522" w="33">
                      <a:moveTo>
                        <a:pt x="0" y="1"/>
                      </a:moveTo>
                      <a:lnTo>
                        <a:pt x="0" y="17"/>
                      </a:lnTo>
                      <a:lnTo>
                        <a:pt x="0" y="49"/>
                      </a:lnTo>
                      <a:lnTo>
                        <a:pt x="0" y="150"/>
                      </a:lnTo>
                      <a:lnTo>
                        <a:pt x="0" y="203"/>
                      </a:lnTo>
                      <a:lnTo>
                        <a:pt x="0" y="284"/>
                      </a:lnTo>
                      <a:lnTo>
                        <a:pt x="0" y="352"/>
                      </a:lnTo>
                      <a:cubicBezTo>
                        <a:pt x="16" y="368"/>
                        <a:pt x="16" y="405"/>
                        <a:pt x="16" y="421"/>
                      </a:cubicBezTo>
                      <a:lnTo>
                        <a:pt x="16" y="486"/>
                      </a:lnTo>
                      <a:cubicBezTo>
                        <a:pt x="32" y="506"/>
                        <a:pt x="32" y="522"/>
                        <a:pt x="32" y="522"/>
                      </a:cubicBezTo>
                      <a:lnTo>
                        <a:pt x="32" y="469"/>
                      </a:lnTo>
                      <a:lnTo>
                        <a:pt x="32" y="421"/>
                      </a:lnTo>
                      <a:cubicBezTo>
                        <a:pt x="32" y="405"/>
                        <a:pt x="16" y="368"/>
                        <a:pt x="16" y="352"/>
                      </a:cubicBezTo>
                      <a:lnTo>
                        <a:pt x="16" y="284"/>
                      </a:lnTo>
                      <a:lnTo>
                        <a:pt x="16" y="150"/>
                      </a:lnTo>
                      <a:lnTo>
                        <a:pt x="16" y="49"/>
                      </a:lnTo>
                      <a:lnTo>
                        <a:pt x="16" y="17"/>
                      </a:lnTo>
                      <a:cubicBezTo>
                        <a:pt x="16" y="1"/>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1"/>
                <p:cNvSpPr/>
                <p:nvPr/>
              </p:nvSpPr>
              <p:spPr>
                <a:xfrm>
                  <a:off x="2662137" y="1377038"/>
                  <a:ext cx="25030" cy="2086"/>
                </a:xfrm>
                <a:custGeom>
                  <a:rect b="b" l="l" r="r" t="t"/>
                  <a:pathLst>
                    <a:path extrusionOk="0" h="21" w="252">
                      <a:moveTo>
                        <a:pt x="17" y="1"/>
                      </a:moveTo>
                      <a:cubicBezTo>
                        <a:pt x="1" y="1"/>
                        <a:pt x="1" y="1"/>
                        <a:pt x="1" y="21"/>
                      </a:cubicBezTo>
                      <a:lnTo>
                        <a:pt x="251" y="21"/>
                      </a:lnTo>
                      <a:cubicBezTo>
                        <a:pt x="251" y="21"/>
                        <a:pt x="219" y="2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1"/>
                <p:cNvSpPr/>
                <p:nvPr/>
              </p:nvSpPr>
              <p:spPr>
                <a:xfrm>
                  <a:off x="3683694" y="1363828"/>
                  <a:ext cx="70322" cy="6853"/>
                </a:xfrm>
                <a:custGeom>
                  <a:rect b="b" l="l" r="r" t="t"/>
                  <a:pathLst>
                    <a:path extrusionOk="0" h="69" w="708">
                      <a:moveTo>
                        <a:pt x="639" y="16"/>
                      </a:moveTo>
                      <a:cubicBezTo>
                        <a:pt x="655" y="16"/>
                        <a:pt x="655" y="16"/>
                        <a:pt x="671" y="33"/>
                      </a:cubicBezTo>
                      <a:lnTo>
                        <a:pt x="708" y="33"/>
                      </a:lnTo>
                      <a:cubicBezTo>
                        <a:pt x="688" y="16"/>
                        <a:pt x="688" y="16"/>
                        <a:pt x="671" y="16"/>
                      </a:cubicBezTo>
                      <a:close/>
                      <a:moveTo>
                        <a:pt x="284" y="0"/>
                      </a:moveTo>
                      <a:cubicBezTo>
                        <a:pt x="251" y="0"/>
                        <a:pt x="219" y="0"/>
                        <a:pt x="203" y="16"/>
                      </a:cubicBezTo>
                      <a:cubicBezTo>
                        <a:pt x="134" y="16"/>
                        <a:pt x="102" y="16"/>
                        <a:pt x="65" y="33"/>
                      </a:cubicBezTo>
                      <a:cubicBezTo>
                        <a:pt x="49" y="33"/>
                        <a:pt x="33" y="53"/>
                        <a:pt x="17" y="53"/>
                      </a:cubicBezTo>
                      <a:lnTo>
                        <a:pt x="1" y="69"/>
                      </a:lnTo>
                      <a:lnTo>
                        <a:pt x="17" y="69"/>
                      </a:lnTo>
                      <a:cubicBezTo>
                        <a:pt x="33" y="69"/>
                        <a:pt x="49" y="53"/>
                        <a:pt x="82" y="53"/>
                      </a:cubicBezTo>
                      <a:cubicBezTo>
                        <a:pt x="102" y="53"/>
                        <a:pt x="150" y="33"/>
                        <a:pt x="203" y="33"/>
                      </a:cubicBezTo>
                      <a:cubicBezTo>
                        <a:pt x="219" y="33"/>
                        <a:pt x="251" y="33"/>
                        <a:pt x="284" y="16"/>
                      </a:cubicBezTo>
                      <a:lnTo>
                        <a:pt x="639" y="16"/>
                      </a:lnTo>
                      <a:cubicBezTo>
                        <a:pt x="607" y="16"/>
                        <a:pt x="587"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1"/>
                <p:cNvSpPr/>
                <p:nvPr/>
              </p:nvSpPr>
              <p:spPr>
                <a:xfrm>
                  <a:off x="3760373" y="1261920"/>
                  <a:ext cx="10131" cy="107172"/>
                </a:xfrm>
                <a:custGeom>
                  <a:rect b="b" l="l" r="r" t="t"/>
                  <a:pathLst>
                    <a:path extrusionOk="0" h="1079" w="102">
                      <a:moveTo>
                        <a:pt x="69" y="0"/>
                      </a:moveTo>
                      <a:cubicBezTo>
                        <a:pt x="69" y="49"/>
                        <a:pt x="53" y="134"/>
                        <a:pt x="37" y="218"/>
                      </a:cubicBezTo>
                      <a:cubicBezTo>
                        <a:pt x="37" y="303"/>
                        <a:pt x="17" y="404"/>
                        <a:pt x="0" y="505"/>
                      </a:cubicBezTo>
                      <a:lnTo>
                        <a:pt x="0" y="776"/>
                      </a:lnTo>
                      <a:cubicBezTo>
                        <a:pt x="0" y="857"/>
                        <a:pt x="17" y="925"/>
                        <a:pt x="37" y="958"/>
                      </a:cubicBezTo>
                      <a:cubicBezTo>
                        <a:pt x="53" y="1010"/>
                        <a:pt x="69" y="1026"/>
                        <a:pt x="69" y="1042"/>
                      </a:cubicBezTo>
                      <a:lnTo>
                        <a:pt x="85" y="1079"/>
                      </a:lnTo>
                      <a:cubicBezTo>
                        <a:pt x="101" y="1079"/>
                        <a:pt x="101" y="1079"/>
                        <a:pt x="85" y="1042"/>
                      </a:cubicBezTo>
                      <a:cubicBezTo>
                        <a:pt x="69" y="1026"/>
                        <a:pt x="69" y="1010"/>
                        <a:pt x="53" y="958"/>
                      </a:cubicBezTo>
                      <a:cubicBezTo>
                        <a:pt x="37" y="925"/>
                        <a:pt x="17" y="857"/>
                        <a:pt x="17" y="776"/>
                      </a:cubicBezTo>
                      <a:cubicBezTo>
                        <a:pt x="17" y="691"/>
                        <a:pt x="17" y="606"/>
                        <a:pt x="37" y="505"/>
                      </a:cubicBezTo>
                      <a:cubicBezTo>
                        <a:pt x="37" y="404"/>
                        <a:pt x="53" y="303"/>
                        <a:pt x="53" y="218"/>
                      </a:cubicBezTo>
                      <a:cubicBezTo>
                        <a:pt x="69" y="134"/>
                        <a:pt x="69" y="49"/>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1"/>
                <p:cNvSpPr/>
                <p:nvPr/>
              </p:nvSpPr>
              <p:spPr>
                <a:xfrm>
                  <a:off x="3770405" y="1246624"/>
                  <a:ext cx="118892" cy="6953"/>
                </a:xfrm>
                <a:custGeom>
                  <a:rect b="b" l="l" r="r" t="t"/>
                  <a:pathLst>
                    <a:path extrusionOk="0" h="70" w="1197">
                      <a:moveTo>
                        <a:pt x="1148" y="1"/>
                      </a:moveTo>
                      <a:cubicBezTo>
                        <a:pt x="1127" y="21"/>
                        <a:pt x="1111" y="21"/>
                        <a:pt x="1079" y="21"/>
                      </a:cubicBezTo>
                      <a:cubicBezTo>
                        <a:pt x="1047" y="21"/>
                        <a:pt x="994" y="21"/>
                        <a:pt x="962" y="37"/>
                      </a:cubicBezTo>
                      <a:cubicBezTo>
                        <a:pt x="994" y="37"/>
                        <a:pt x="1047" y="37"/>
                        <a:pt x="1095" y="21"/>
                      </a:cubicBezTo>
                      <a:lnTo>
                        <a:pt x="1148" y="21"/>
                      </a:lnTo>
                      <a:cubicBezTo>
                        <a:pt x="1164" y="21"/>
                        <a:pt x="1180" y="1"/>
                        <a:pt x="1196" y="1"/>
                      </a:cubicBezTo>
                      <a:close/>
                      <a:moveTo>
                        <a:pt x="356" y="37"/>
                      </a:moveTo>
                      <a:cubicBezTo>
                        <a:pt x="0" y="37"/>
                        <a:pt x="37" y="53"/>
                        <a:pt x="37" y="53"/>
                      </a:cubicBezTo>
                      <a:cubicBezTo>
                        <a:pt x="37" y="69"/>
                        <a:pt x="0" y="69"/>
                        <a:pt x="356" y="69"/>
                      </a:cubicBezTo>
                      <a:lnTo>
                        <a:pt x="659" y="69"/>
                      </a:lnTo>
                      <a:cubicBezTo>
                        <a:pt x="707" y="69"/>
                        <a:pt x="760" y="53"/>
                        <a:pt x="808" y="53"/>
                      </a:cubicBezTo>
                      <a:cubicBezTo>
                        <a:pt x="861" y="53"/>
                        <a:pt x="909" y="53"/>
                        <a:pt x="962"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1"/>
                <p:cNvSpPr/>
                <p:nvPr/>
              </p:nvSpPr>
              <p:spPr>
                <a:xfrm>
                  <a:off x="3892376" y="1246624"/>
                  <a:ext cx="5264" cy="164184"/>
                </a:xfrm>
                <a:custGeom>
                  <a:rect b="b" l="l" r="r" t="t"/>
                  <a:pathLst>
                    <a:path extrusionOk="0" h="1653" w="53">
                      <a:moveTo>
                        <a:pt x="37" y="1"/>
                      </a:moveTo>
                      <a:lnTo>
                        <a:pt x="37" y="53"/>
                      </a:lnTo>
                      <a:cubicBezTo>
                        <a:pt x="37" y="69"/>
                        <a:pt x="37" y="122"/>
                        <a:pt x="21" y="186"/>
                      </a:cubicBezTo>
                      <a:cubicBezTo>
                        <a:pt x="21" y="255"/>
                        <a:pt x="21" y="340"/>
                        <a:pt x="0" y="457"/>
                      </a:cubicBezTo>
                      <a:lnTo>
                        <a:pt x="0" y="659"/>
                      </a:lnTo>
                      <a:lnTo>
                        <a:pt x="0" y="877"/>
                      </a:lnTo>
                      <a:lnTo>
                        <a:pt x="0" y="1095"/>
                      </a:lnTo>
                      <a:cubicBezTo>
                        <a:pt x="21" y="1031"/>
                        <a:pt x="21" y="946"/>
                        <a:pt x="21" y="877"/>
                      </a:cubicBezTo>
                      <a:lnTo>
                        <a:pt x="21" y="659"/>
                      </a:lnTo>
                      <a:cubicBezTo>
                        <a:pt x="21" y="590"/>
                        <a:pt x="37" y="526"/>
                        <a:pt x="37" y="457"/>
                      </a:cubicBezTo>
                      <a:cubicBezTo>
                        <a:pt x="37" y="223"/>
                        <a:pt x="53" y="102"/>
                        <a:pt x="53" y="53"/>
                      </a:cubicBezTo>
                      <a:cubicBezTo>
                        <a:pt x="53" y="1"/>
                        <a:pt x="53" y="1"/>
                        <a:pt x="37" y="1"/>
                      </a:cubicBezTo>
                      <a:close/>
                      <a:moveTo>
                        <a:pt x="0" y="1095"/>
                      </a:moveTo>
                      <a:lnTo>
                        <a:pt x="0" y="1314"/>
                      </a:lnTo>
                      <a:lnTo>
                        <a:pt x="0" y="1415"/>
                      </a:lnTo>
                      <a:cubicBezTo>
                        <a:pt x="21" y="1435"/>
                        <a:pt x="21" y="1467"/>
                        <a:pt x="21" y="1499"/>
                      </a:cubicBezTo>
                      <a:lnTo>
                        <a:pt x="21" y="1398"/>
                      </a:lnTo>
                      <a:lnTo>
                        <a:pt x="21" y="1314"/>
                      </a:lnTo>
                      <a:cubicBezTo>
                        <a:pt x="21" y="1249"/>
                        <a:pt x="0" y="1164"/>
                        <a:pt x="0" y="1095"/>
                      </a:cubicBezTo>
                      <a:close/>
                      <a:moveTo>
                        <a:pt x="21" y="1499"/>
                      </a:moveTo>
                      <a:lnTo>
                        <a:pt x="21" y="1584"/>
                      </a:lnTo>
                      <a:cubicBezTo>
                        <a:pt x="37" y="1600"/>
                        <a:pt x="37" y="1637"/>
                        <a:pt x="37" y="1653"/>
                      </a:cubicBezTo>
                      <a:lnTo>
                        <a:pt x="37" y="1584"/>
                      </a:lnTo>
                      <a:cubicBezTo>
                        <a:pt x="37" y="1552"/>
                        <a:pt x="37" y="1536"/>
                        <a:pt x="21" y="149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1"/>
                <p:cNvSpPr/>
                <p:nvPr/>
              </p:nvSpPr>
              <p:spPr>
                <a:xfrm>
                  <a:off x="3900819" y="1419152"/>
                  <a:ext cx="23739" cy="3377"/>
                </a:xfrm>
                <a:custGeom>
                  <a:rect b="b" l="l" r="r" t="t"/>
                  <a:pathLst>
                    <a:path extrusionOk="0" h="34" w="239">
                      <a:moveTo>
                        <a:pt x="85" y="1"/>
                      </a:moveTo>
                      <a:cubicBezTo>
                        <a:pt x="53" y="1"/>
                        <a:pt x="53" y="1"/>
                        <a:pt x="37" y="17"/>
                      </a:cubicBezTo>
                      <a:lnTo>
                        <a:pt x="16" y="17"/>
                      </a:lnTo>
                      <a:cubicBezTo>
                        <a:pt x="0" y="33"/>
                        <a:pt x="16" y="33"/>
                        <a:pt x="16" y="33"/>
                      </a:cubicBezTo>
                      <a:lnTo>
                        <a:pt x="37" y="33"/>
                      </a:lnTo>
                      <a:cubicBezTo>
                        <a:pt x="53" y="17"/>
                        <a:pt x="69" y="17"/>
                        <a:pt x="85" y="17"/>
                      </a:cubicBezTo>
                      <a:lnTo>
                        <a:pt x="239" y="17"/>
                      </a:lnTo>
                      <a:cubicBezTo>
                        <a:pt x="239" y="17"/>
                        <a:pt x="218"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1"/>
                <p:cNvSpPr/>
                <p:nvPr/>
              </p:nvSpPr>
              <p:spPr>
                <a:xfrm>
                  <a:off x="4034808" y="1203318"/>
                  <a:ext cx="4966" cy="70322"/>
                </a:xfrm>
                <a:custGeom>
                  <a:rect b="b" l="l" r="r" t="t"/>
                  <a:pathLst>
                    <a:path extrusionOk="0" h="708" w="50">
                      <a:moveTo>
                        <a:pt x="33" y="0"/>
                      </a:moveTo>
                      <a:cubicBezTo>
                        <a:pt x="33" y="33"/>
                        <a:pt x="17" y="85"/>
                        <a:pt x="17" y="134"/>
                      </a:cubicBezTo>
                      <a:cubicBezTo>
                        <a:pt x="17" y="202"/>
                        <a:pt x="1" y="271"/>
                        <a:pt x="1" y="336"/>
                      </a:cubicBezTo>
                      <a:lnTo>
                        <a:pt x="1" y="505"/>
                      </a:lnTo>
                      <a:cubicBezTo>
                        <a:pt x="1" y="574"/>
                        <a:pt x="17" y="606"/>
                        <a:pt x="17" y="639"/>
                      </a:cubicBezTo>
                      <a:cubicBezTo>
                        <a:pt x="33" y="659"/>
                        <a:pt x="33" y="675"/>
                        <a:pt x="33" y="691"/>
                      </a:cubicBezTo>
                      <a:lnTo>
                        <a:pt x="49" y="707"/>
                      </a:lnTo>
                      <a:lnTo>
                        <a:pt x="49" y="691"/>
                      </a:lnTo>
                      <a:lnTo>
                        <a:pt x="49" y="659"/>
                      </a:lnTo>
                      <a:cubicBezTo>
                        <a:pt x="49" y="659"/>
                        <a:pt x="49" y="639"/>
                        <a:pt x="33" y="622"/>
                      </a:cubicBezTo>
                      <a:lnTo>
                        <a:pt x="33" y="505"/>
                      </a:lnTo>
                      <a:cubicBezTo>
                        <a:pt x="17" y="457"/>
                        <a:pt x="17" y="388"/>
                        <a:pt x="17" y="336"/>
                      </a:cubicBezTo>
                      <a:cubicBezTo>
                        <a:pt x="17" y="271"/>
                        <a:pt x="33" y="202"/>
                        <a:pt x="33" y="134"/>
                      </a:cubicBezTo>
                      <a:lnTo>
                        <a:pt x="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1"/>
                <p:cNvSpPr/>
                <p:nvPr/>
              </p:nvSpPr>
              <p:spPr>
                <a:xfrm>
                  <a:off x="4036397" y="1194876"/>
                  <a:ext cx="147001" cy="3675"/>
                </a:xfrm>
                <a:custGeom>
                  <a:rect b="b" l="l" r="r" t="t"/>
                  <a:pathLst>
                    <a:path extrusionOk="0" h="37" w="1480">
                      <a:moveTo>
                        <a:pt x="405" y="1"/>
                      </a:moveTo>
                      <a:cubicBezTo>
                        <a:pt x="187" y="1"/>
                        <a:pt x="102" y="1"/>
                        <a:pt x="49" y="17"/>
                      </a:cubicBezTo>
                      <a:lnTo>
                        <a:pt x="17" y="17"/>
                      </a:lnTo>
                      <a:cubicBezTo>
                        <a:pt x="17" y="17"/>
                        <a:pt x="1" y="17"/>
                        <a:pt x="49" y="37"/>
                      </a:cubicBezTo>
                      <a:lnTo>
                        <a:pt x="405" y="37"/>
                      </a:lnTo>
                      <a:cubicBezTo>
                        <a:pt x="809" y="17"/>
                        <a:pt x="1479" y="1"/>
                        <a:pt x="14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70" name="Shape 6570"/>
        <p:cNvGrpSpPr/>
        <p:nvPr/>
      </p:nvGrpSpPr>
      <p:grpSpPr>
        <a:xfrm>
          <a:off x="0" y="0"/>
          <a:ext cx="0" cy="0"/>
          <a:chOff x="0" y="0"/>
          <a:chExt cx="0" cy="0"/>
        </a:xfrm>
      </p:grpSpPr>
      <p:sp>
        <p:nvSpPr>
          <p:cNvPr id="6571" name="Google Shape;6571;p72"/>
          <p:cNvSpPr txBox="1"/>
          <p:nvPr>
            <p:ph idx="1" type="subTitle"/>
          </p:nvPr>
        </p:nvSpPr>
        <p:spPr>
          <a:xfrm>
            <a:off x="4747879" y="1532675"/>
            <a:ext cx="3676200" cy="3071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u="sng">
                <a:solidFill>
                  <a:schemeClr val="hlink"/>
                </a:solidFill>
                <a:hlinkClick r:id="rId3"/>
              </a:rPr>
              <a:t>Su</a:t>
            </a:r>
            <a:r>
              <a:rPr lang="en" u="sng">
                <a:solidFill>
                  <a:schemeClr val="hlink"/>
                </a:solidFill>
                <a:hlinkClick r:id="rId4"/>
              </a:rPr>
              <a:t>nny urban landscape IV</a:t>
            </a:r>
            <a:endParaRPr/>
          </a:p>
          <a:p>
            <a:pPr indent="-317500" lvl="0" marL="457200" rtl="0" algn="l">
              <a:spcBef>
                <a:spcPts val="0"/>
              </a:spcBef>
              <a:spcAft>
                <a:spcPts val="0"/>
              </a:spcAft>
              <a:buSzPts val="1400"/>
              <a:buChar char="●"/>
            </a:pPr>
            <a:r>
              <a:rPr lang="en" u="sng">
                <a:solidFill>
                  <a:schemeClr val="hlink"/>
                </a:solidFill>
                <a:hlinkClick r:id="rId5"/>
              </a:rPr>
              <a:t>Analog landscape of city with buildings</a:t>
            </a:r>
            <a:endParaRPr/>
          </a:p>
          <a:p>
            <a:pPr indent="-317500" lvl="0" marL="457200" rtl="0" algn="l">
              <a:spcBef>
                <a:spcPts val="0"/>
              </a:spcBef>
              <a:spcAft>
                <a:spcPts val="0"/>
              </a:spcAft>
              <a:buSzPts val="1400"/>
              <a:buChar char="●"/>
            </a:pPr>
            <a:r>
              <a:rPr lang="en" u="sng">
                <a:solidFill>
                  <a:schemeClr val="hlink"/>
                </a:solidFill>
                <a:hlinkClick r:id="rId6"/>
              </a:rPr>
              <a:t>Close-up smiley woman with plans</a:t>
            </a:r>
            <a:endParaRPr/>
          </a:p>
          <a:p>
            <a:pPr indent="-317500" lvl="0" marL="457200" rtl="0" algn="l">
              <a:spcBef>
                <a:spcPts val="0"/>
              </a:spcBef>
              <a:spcAft>
                <a:spcPts val="0"/>
              </a:spcAft>
              <a:buSzPts val="1400"/>
              <a:buChar char="●"/>
            </a:pPr>
            <a:r>
              <a:rPr lang="en" u="sng">
                <a:solidFill>
                  <a:schemeClr val="hlink"/>
                </a:solidFill>
                <a:hlinkClick r:id="rId7"/>
              </a:rPr>
              <a:t>Happy african-american lady with big ruler and pen at table</a:t>
            </a:r>
            <a:endParaRPr/>
          </a:p>
          <a:p>
            <a:pPr indent="-317500" lvl="0" marL="457200" rtl="0" algn="l">
              <a:spcBef>
                <a:spcPts val="0"/>
              </a:spcBef>
              <a:spcAft>
                <a:spcPts val="0"/>
              </a:spcAft>
              <a:buSzPts val="1400"/>
              <a:buChar char="●"/>
            </a:pPr>
            <a:r>
              <a:rPr lang="en" u="sng">
                <a:solidFill>
                  <a:schemeClr val="hlink"/>
                </a:solidFill>
                <a:hlinkClick r:id="rId8"/>
              </a:rPr>
              <a:t>Sunny urban landscape V</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2000">
                <a:latin typeface="Syne"/>
                <a:ea typeface="Syne"/>
                <a:cs typeface="Syne"/>
                <a:sym typeface="Syne"/>
              </a:rPr>
              <a:t>Vectors</a:t>
            </a:r>
            <a:endParaRPr b="1" sz="2000">
              <a:latin typeface="Syne"/>
              <a:ea typeface="Syne"/>
              <a:cs typeface="Syne"/>
              <a:sym typeface="Syne"/>
            </a:endParaRPr>
          </a:p>
          <a:p>
            <a:pPr indent="-317500" lvl="0" marL="457200" rtl="0" algn="l">
              <a:spcBef>
                <a:spcPts val="0"/>
              </a:spcBef>
              <a:spcAft>
                <a:spcPts val="0"/>
              </a:spcAft>
              <a:buSzPts val="1400"/>
              <a:buChar char="●"/>
            </a:pPr>
            <a:r>
              <a:rPr lang="en" u="sng">
                <a:solidFill>
                  <a:schemeClr val="hlink"/>
                </a:solidFill>
                <a:hlinkClick r:id="rId9"/>
              </a:rPr>
              <a:t>Flat design architecture project instagram posts</a:t>
            </a:r>
            <a:endParaRPr b="1" sz="2000">
              <a:latin typeface="Syne"/>
              <a:ea typeface="Syne"/>
              <a:cs typeface="Syne"/>
              <a:sym typeface="Syne"/>
            </a:endParaRPr>
          </a:p>
          <a:p>
            <a:pPr indent="-317500" lvl="0" marL="457200" rtl="0" algn="l">
              <a:spcBef>
                <a:spcPts val="0"/>
              </a:spcBef>
              <a:spcAft>
                <a:spcPts val="0"/>
              </a:spcAft>
              <a:buSzPts val="1400"/>
              <a:buChar char="●"/>
            </a:pPr>
            <a:r>
              <a:rPr lang="en" u="sng">
                <a:solidFill>
                  <a:schemeClr val="hlink"/>
                </a:solidFill>
                <a:hlinkClick r:id="rId10"/>
              </a:rPr>
              <a:t>Flat design architecture project poster template</a:t>
            </a:r>
            <a:endParaRPr/>
          </a:p>
        </p:txBody>
      </p:sp>
      <p:sp>
        <p:nvSpPr>
          <p:cNvPr id="6572" name="Google Shape;6572;p72"/>
          <p:cNvSpPr txBox="1"/>
          <p:nvPr>
            <p:ph idx="2" type="subTitle"/>
          </p:nvPr>
        </p:nvSpPr>
        <p:spPr>
          <a:xfrm>
            <a:off x="720025" y="1532675"/>
            <a:ext cx="3676200" cy="307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latin typeface="Syne"/>
                <a:ea typeface="Syne"/>
                <a:cs typeface="Syne"/>
                <a:sym typeface="Syne"/>
              </a:rPr>
              <a:t>Photos</a:t>
            </a:r>
            <a:endParaRPr b="1" sz="2000">
              <a:latin typeface="Syne"/>
              <a:ea typeface="Syne"/>
              <a:cs typeface="Syne"/>
              <a:sym typeface="Syne"/>
            </a:endParaRPr>
          </a:p>
          <a:p>
            <a:pPr indent="-317500" lvl="0" marL="457200" rtl="0" algn="l">
              <a:spcBef>
                <a:spcPts val="0"/>
              </a:spcBef>
              <a:spcAft>
                <a:spcPts val="0"/>
              </a:spcAft>
              <a:buSzPts val="1400"/>
              <a:buChar char="●"/>
            </a:pPr>
            <a:r>
              <a:rPr lang="en" u="sng">
                <a:solidFill>
                  <a:schemeClr val="hlink"/>
                </a:solidFill>
                <a:hlinkClick r:id="rId11"/>
              </a:rPr>
              <a:t>View of building architecture in london city</a:t>
            </a:r>
            <a:endParaRPr/>
          </a:p>
          <a:p>
            <a:pPr indent="-317500" lvl="0" marL="457200" rtl="0" algn="l">
              <a:spcBef>
                <a:spcPts val="0"/>
              </a:spcBef>
              <a:spcAft>
                <a:spcPts val="0"/>
              </a:spcAft>
              <a:buSzPts val="1400"/>
              <a:buChar char="●"/>
            </a:pPr>
            <a:r>
              <a:rPr lang="en" u="sng">
                <a:solidFill>
                  <a:schemeClr val="hlink"/>
                </a:solidFill>
                <a:hlinkClick r:id="rId12"/>
              </a:rPr>
              <a:t>Beautiful london streets cityscape</a:t>
            </a:r>
            <a:r>
              <a:rPr lang="en" u="sng"/>
              <a:t> I</a:t>
            </a:r>
            <a:endParaRPr u="sng"/>
          </a:p>
          <a:p>
            <a:pPr indent="-317500" lvl="0" marL="457200" rtl="0" algn="l">
              <a:spcBef>
                <a:spcPts val="0"/>
              </a:spcBef>
              <a:spcAft>
                <a:spcPts val="0"/>
              </a:spcAft>
              <a:buSzPts val="1400"/>
              <a:buChar char="●"/>
            </a:pPr>
            <a:r>
              <a:rPr lang="en" u="sng">
                <a:solidFill>
                  <a:schemeClr val="hlink"/>
                </a:solidFill>
                <a:hlinkClick r:id="rId13"/>
              </a:rPr>
              <a:t>Beautiful london streets cityscape II</a:t>
            </a:r>
            <a:endParaRPr u="sng"/>
          </a:p>
          <a:p>
            <a:pPr indent="-317500" lvl="0" marL="457200" rtl="0" algn="l">
              <a:spcBef>
                <a:spcPts val="0"/>
              </a:spcBef>
              <a:spcAft>
                <a:spcPts val="0"/>
              </a:spcAft>
              <a:buSzPts val="1400"/>
              <a:buChar char="●"/>
            </a:pPr>
            <a:r>
              <a:rPr lang="en" u="sng">
                <a:solidFill>
                  <a:schemeClr val="hlink"/>
                </a:solidFill>
                <a:hlinkClick r:id="rId14"/>
              </a:rPr>
              <a:t>Analog city landscape with buildings in daylight</a:t>
            </a:r>
            <a:endParaRPr u="sng"/>
          </a:p>
          <a:p>
            <a:pPr indent="-317500" lvl="0" marL="457200" rtl="0" algn="l">
              <a:spcBef>
                <a:spcPts val="0"/>
              </a:spcBef>
              <a:spcAft>
                <a:spcPts val="0"/>
              </a:spcAft>
              <a:buSzPts val="1400"/>
              <a:buChar char="●"/>
            </a:pPr>
            <a:r>
              <a:rPr lang="en" u="sng">
                <a:solidFill>
                  <a:schemeClr val="hlink"/>
                </a:solidFill>
                <a:hlinkClick r:id="rId15"/>
              </a:rPr>
              <a:t>Sunny urban landscap</a:t>
            </a:r>
            <a:r>
              <a:rPr lang="en" u="sng"/>
              <a:t>e I</a:t>
            </a:r>
            <a:endParaRPr u="sng"/>
          </a:p>
          <a:p>
            <a:pPr indent="-317500" lvl="0" marL="457200" rtl="0" algn="l">
              <a:spcBef>
                <a:spcPts val="0"/>
              </a:spcBef>
              <a:spcAft>
                <a:spcPts val="0"/>
              </a:spcAft>
              <a:buSzPts val="1400"/>
              <a:buChar char="●"/>
            </a:pPr>
            <a:r>
              <a:rPr lang="en" u="sng">
                <a:solidFill>
                  <a:schemeClr val="hlink"/>
                </a:solidFill>
                <a:hlinkClick r:id="rId16"/>
              </a:rPr>
              <a:t>Beautiful city landscape daytime low angle</a:t>
            </a:r>
            <a:endParaRPr u="sng"/>
          </a:p>
          <a:p>
            <a:pPr indent="-317500" lvl="0" marL="457200" rtl="0" algn="l">
              <a:spcBef>
                <a:spcPts val="0"/>
              </a:spcBef>
              <a:spcAft>
                <a:spcPts val="0"/>
              </a:spcAft>
              <a:buSzPts val="1400"/>
              <a:buChar char="●"/>
            </a:pPr>
            <a:r>
              <a:rPr lang="en" u="sng">
                <a:solidFill>
                  <a:schemeClr val="hlink"/>
                </a:solidFill>
                <a:hlinkClick r:id="rId17"/>
              </a:rPr>
              <a:t>Sunny urban landscape II</a:t>
            </a:r>
            <a:endParaRPr u="sng"/>
          </a:p>
          <a:p>
            <a:pPr indent="-317500" lvl="0" marL="457200" rtl="0" algn="l">
              <a:spcBef>
                <a:spcPts val="0"/>
              </a:spcBef>
              <a:spcAft>
                <a:spcPts val="0"/>
              </a:spcAft>
              <a:buSzPts val="1400"/>
              <a:buChar char="●"/>
            </a:pPr>
            <a:r>
              <a:rPr lang="en" u="sng">
                <a:solidFill>
                  <a:schemeClr val="hlink"/>
                </a:solidFill>
                <a:hlinkClick r:id="rId18"/>
              </a:rPr>
              <a:t>Sunny urban landscape III</a:t>
            </a:r>
            <a:endParaRPr u="sng"/>
          </a:p>
        </p:txBody>
      </p:sp>
      <p:sp>
        <p:nvSpPr>
          <p:cNvPr id="6573" name="Google Shape;6573;p72"/>
          <p:cNvSpPr txBox="1"/>
          <p:nvPr>
            <p:ph type="title"/>
          </p:nvPr>
        </p:nvSpPr>
        <p:spPr>
          <a:xfrm>
            <a:off x="720025" y="478432"/>
            <a:ext cx="7704000" cy="57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6574" name="Google Shape;6574;p72"/>
          <p:cNvSpPr txBox="1"/>
          <p:nvPr>
            <p:ph idx="3" type="body"/>
          </p:nvPr>
        </p:nvSpPr>
        <p:spPr>
          <a:xfrm>
            <a:off x="720000" y="1045965"/>
            <a:ext cx="7704000" cy="34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Did you like the resources on this template? Get them for free at our other websites: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78" name="Shape 6578"/>
        <p:cNvGrpSpPr/>
        <p:nvPr/>
      </p:nvGrpSpPr>
      <p:grpSpPr>
        <a:xfrm>
          <a:off x="0" y="0"/>
          <a:ext cx="0" cy="0"/>
          <a:chOff x="0" y="0"/>
          <a:chExt cx="0" cy="0"/>
        </a:xfrm>
      </p:grpSpPr>
      <p:sp>
        <p:nvSpPr>
          <p:cNvPr id="6579" name="Google Shape;6579;p7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6580" name="Google Shape;6580;p7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lang="en" sz="1100">
                <a:solidFill>
                  <a:schemeClr val="lt1"/>
                </a:solidFill>
              </a:rPr>
              <a:t> 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84" name="Shape 6584"/>
        <p:cNvGrpSpPr/>
        <p:nvPr/>
      </p:nvGrpSpPr>
      <p:grpSpPr>
        <a:xfrm>
          <a:off x="0" y="0"/>
          <a:ext cx="0" cy="0"/>
          <a:chOff x="0" y="0"/>
          <a:chExt cx="0" cy="0"/>
        </a:xfrm>
      </p:grpSpPr>
      <p:sp>
        <p:nvSpPr>
          <p:cNvPr id="6585" name="Google Shape;6585;p74"/>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6586" name="Google Shape;6586;p7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90" name="Shape 6590"/>
        <p:cNvGrpSpPr/>
        <p:nvPr/>
      </p:nvGrpSpPr>
      <p:grpSpPr>
        <a:xfrm>
          <a:off x="0" y="0"/>
          <a:ext cx="0" cy="0"/>
          <a:chOff x="0" y="0"/>
          <a:chExt cx="0" cy="0"/>
        </a:xfrm>
      </p:grpSpPr>
      <p:sp>
        <p:nvSpPr>
          <p:cNvPr id="6591" name="Google Shape;6591;p75"/>
          <p:cNvSpPr txBox="1"/>
          <p:nvPr/>
        </p:nvSpPr>
        <p:spPr>
          <a:xfrm>
            <a:off x="716700" y="1188000"/>
            <a:ext cx="7710600" cy="91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Syne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uFill>
                  <a:noFill/>
                </a:uFill>
                <a:hlinkClick r:id="rId3">
                  <a:extLst>
                    <a:ext uri="{A12FA001-AC4F-418D-AE19-62706E023703}">
                      <ahyp:hlinkClr val="tx"/>
                    </a:ext>
                  </a:extLst>
                </a:hlinkClick>
              </a:rPr>
              <a:t>(</a:t>
            </a:r>
            <a:r>
              <a:rPr lang="en" sz="1100" u="sng">
                <a:solidFill>
                  <a:schemeClr val="lt1"/>
                </a:solidFill>
                <a:hlinkClick r:id="rId4">
                  <a:extLst>
                    <a:ext uri="{A12FA001-AC4F-418D-AE19-62706E023703}">
                      <ahyp:hlinkClr val="tx"/>
                    </a:ext>
                  </a:extLst>
                </a:hlinkClick>
              </a:rPr>
              <a:t>https://fonts.google.com/specimen/Syne</a:t>
            </a:r>
            <a:r>
              <a:rPr lang="en" sz="1100">
                <a:solidFill>
                  <a:schemeClr val="lt1"/>
                </a:solidFill>
              </a:rPr>
              <a:t>)</a:t>
            </a:r>
            <a:endParaRPr sz="1100">
              <a:solidFill>
                <a:schemeClr val="lt1"/>
              </a:solidFill>
            </a:endParaRPr>
          </a:p>
        </p:txBody>
      </p:sp>
      <p:sp>
        <p:nvSpPr>
          <p:cNvPr id="6592" name="Google Shape;6592;p75"/>
          <p:cNvSpPr/>
          <p:nvPr/>
        </p:nvSpPr>
        <p:spPr>
          <a:xfrm>
            <a:off x="3114500" y="25104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5"/>
          <p:cNvSpPr/>
          <p:nvPr/>
        </p:nvSpPr>
        <p:spPr>
          <a:xfrm>
            <a:off x="4176320" y="2510475"/>
            <a:ext cx="791400" cy="754200"/>
          </a:xfrm>
          <a:prstGeom prst="roundRect">
            <a:avLst>
              <a:gd fmla="val 16667" name="adj"/>
            </a:avLst>
          </a:prstGeom>
          <a:solidFill>
            <a:srgbClr val="BCBCB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5"/>
          <p:cNvSpPr/>
          <p:nvPr/>
        </p:nvSpPr>
        <p:spPr>
          <a:xfrm>
            <a:off x="5238139" y="2510475"/>
            <a:ext cx="791400" cy="754200"/>
          </a:xfrm>
          <a:prstGeom prst="roundRect">
            <a:avLst>
              <a:gd fmla="val 16667" name="adj"/>
            </a:avLst>
          </a:prstGeom>
          <a:solidFill>
            <a:srgbClr val="B135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5"/>
          <p:cNvSpPr txBox="1"/>
          <p:nvPr/>
        </p:nvSpPr>
        <p:spPr>
          <a:xfrm>
            <a:off x="3114500" y="26675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#000000</a:t>
            </a:r>
            <a:endParaRPr sz="1000">
              <a:solidFill>
                <a:schemeClr val="lt1"/>
              </a:solidFill>
            </a:endParaRPr>
          </a:p>
        </p:txBody>
      </p:sp>
      <p:sp>
        <p:nvSpPr>
          <p:cNvPr id="6596" name="Google Shape;6596;p75"/>
          <p:cNvSpPr txBox="1"/>
          <p:nvPr/>
        </p:nvSpPr>
        <p:spPr>
          <a:xfrm>
            <a:off x="4176325" y="26675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#bcbcbc</a:t>
            </a:r>
            <a:endParaRPr sz="1000">
              <a:solidFill>
                <a:schemeClr val="dk1"/>
              </a:solidFill>
            </a:endParaRPr>
          </a:p>
        </p:txBody>
      </p:sp>
      <p:sp>
        <p:nvSpPr>
          <p:cNvPr id="6597" name="Google Shape;6597;p75"/>
          <p:cNvSpPr txBox="1"/>
          <p:nvPr/>
        </p:nvSpPr>
        <p:spPr>
          <a:xfrm>
            <a:off x="5238150" y="26675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#b13535</a:t>
            </a:r>
            <a:endParaRPr sz="1000">
              <a:solidFill>
                <a:schemeClr val="lt1"/>
              </a:solidFill>
            </a:endParaRPr>
          </a:p>
        </p:txBody>
      </p:sp>
      <p:sp>
        <p:nvSpPr>
          <p:cNvPr id="6598" name="Google Shape;6598;p7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6599" name="Google Shape;6599;p75"/>
          <p:cNvSpPr/>
          <p:nvPr/>
        </p:nvSpPr>
        <p:spPr>
          <a:xfrm>
            <a:off x="3645352" y="3485125"/>
            <a:ext cx="791400" cy="754200"/>
          </a:xfrm>
          <a:prstGeom prst="roundRect">
            <a:avLst>
              <a:gd fmla="val 16667" name="adj"/>
            </a:avLst>
          </a:prstGeom>
          <a:solidFill>
            <a:srgbClr val="F0F0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5"/>
          <p:cNvSpPr txBox="1"/>
          <p:nvPr/>
        </p:nvSpPr>
        <p:spPr>
          <a:xfrm>
            <a:off x="3645363" y="36421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#f0f0f0</a:t>
            </a:r>
            <a:endParaRPr sz="1000">
              <a:solidFill>
                <a:schemeClr val="dk1"/>
              </a:solidFill>
            </a:endParaRPr>
          </a:p>
        </p:txBody>
      </p:sp>
      <p:sp>
        <p:nvSpPr>
          <p:cNvPr id="6601" name="Google Shape;6601;p75"/>
          <p:cNvSpPr/>
          <p:nvPr/>
        </p:nvSpPr>
        <p:spPr>
          <a:xfrm>
            <a:off x="4707245" y="34851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5"/>
          <p:cNvSpPr txBox="1"/>
          <p:nvPr/>
        </p:nvSpPr>
        <p:spPr>
          <a:xfrm>
            <a:off x="4707250" y="36421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06" name="Shape 6606"/>
        <p:cNvGrpSpPr/>
        <p:nvPr/>
      </p:nvGrpSpPr>
      <p:grpSpPr>
        <a:xfrm>
          <a:off x="0" y="0"/>
          <a:ext cx="0" cy="0"/>
          <a:chOff x="0" y="0"/>
          <a:chExt cx="0" cy="0"/>
        </a:xfrm>
      </p:grpSpPr>
      <p:sp>
        <p:nvSpPr>
          <p:cNvPr id="6607" name="Google Shape;6607;p76"/>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6608" name="Google Shape;6608;p7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6609" name="Google Shape;6609;p7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6610" name="Google Shape;6610;p7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6611" name="Google Shape;6611;p7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6612" name="Google Shape;6612;p7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6613" name="Google Shape;6613;p7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6614" name="Google Shape;6614;p7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6615" name="Google Shape;6615;p7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6616" name="Google Shape;6616;p7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6617" name="Google Shape;6617;p7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6618" name="Google Shape;6618;p7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22" name="Shape 6622"/>
        <p:cNvGrpSpPr/>
        <p:nvPr/>
      </p:nvGrpSpPr>
      <p:grpSpPr>
        <a:xfrm>
          <a:off x="0" y="0"/>
          <a:ext cx="0" cy="0"/>
          <a:chOff x="0" y="0"/>
          <a:chExt cx="0" cy="0"/>
        </a:xfrm>
      </p:grpSpPr>
      <p:sp>
        <p:nvSpPr>
          <p:cNvPr id="6623" name="Google Shape;6623;p77"/>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6624" name="Google Shape;6624;p77"/>
          <p:cNvGrpSpPr/>
          <p:nvPr/>
        </p:nvGrpSpPr>
        <p:grpSpPr>
          <a:xfrm>
            <a:off x="5117640" y="3085736"/>
            <a:ext cx="474294" cy="551291"/>
            <a:chOff x="4727025" y="1332775"/>
            <a:chExt cx="59900" cy="69625"/>
          </a:xfrm>
        </p:grpSpPr>
        <p:sp>
          <p:nvSpPr>
            <p:cNvPr id="6625" name="Google Shape;6625;p7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77"/>
          <p:cNvGrpSpPr/>
          <p:nvPr/>
        </p:nvGrpSpPr>
        <p:grpSpPr>
          <a:xfrm>
            <a:off x="5731296" y="2314340"/>
            <a:ext cx="555653" cy="557031"/>
            <a:chOff x="4820425" y="1329900"/>
            <a:chExt cx="70175" cy="70350"/>
          </a:xfrm>
        </p:grpSpPr>
        <p:sp>
          <p:nvSpPr>
            <p:cNvPr id="6628" name="Google Shape;6628;p7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77"/>
          <p:cNvGrpSpPr/>
          <p:nvPr/>
        </p:nvGrpSpPr>
        <p:grpSpPr>
          <a:xfrm>
            <a:off x="6357664" y="2318845"/>
            <a:ext cx="582574" cy="533871"/>
            <a:chOff x="4903200" y="1331525"/>
            <a:chExt cx="73575" cy="67425"/>
          </a:xfrm>
        </p:grpSpPr>
        <p:sp>
          <p:nvSpPr>
            <p:cNvPr id="6633" name="Google Shape;6633;p7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5" name="Google Shape;6635;p77"/>
          <p:cNvGrpSpPr/>
          <p:nvPr/>
        </p:nvGrpSpPr>
        <p:grpSpPr>
          <a:xfrm>
            <a:off x="5717142" y="3078709"/>
            <a:ext cx="583960" cy="565345"/>
            <a:chOff x="4815575" y="1416800"/>
            <a:chExt cx="73750" cy="71400"/>
          </a:xfrm>
        </p:grpSpPr>
        <p:sp>
          <p:nvSpPr>
            <p:cNvPr id="6636" name="Google Shape;6636;p7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77"/>
          <p:cNvGrpSpPr/>
          <p:nvPr/>
        </p:nvGrpSpPr>
        <p:grpSpPr>
          <a:xfrm>
            <a:off x="6351924" y="3108896"/>
            <a:ext cx="589898" cy="504970"/>
            <a:chOff x="4902475" y="1418875"/>
            <a:chExt cx="74500" cy="63775"/>
          </a:xfrm>
        </p:grpSpPr>
        <p:sp>
          <p:nvSpPr>
            <p:cNvPr id="6640" name="Google Shape;6640;p7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77"/>
          <p:cNvGrpSpPr/>
          <p:nvPr/>
        </p:nvGrpSpPr>
        <p:grpSpPr>
          <a:xfrm>
            <a:off x="5727139" y="3826000"/>
            <a:ext cx="563967" cy="567127"/>
            <a:chOff x="4818100" y="1507675"/>
            <a:chExt cx="71225" cy="71625"/>
          </a:xfrm>
        </p:grpSpPr>
        <p:sp>
          <p:nvSpPr>
            <p:cNvPr id="6643" name="Google Shape;6643;p7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77"/>
          <p:cNvGrpSpPr/>
          <p:nvPr/>
        </p:nvGrpSpPr>
        <p:grpSpPr>
          <a:xfrm>
            <a:off x="5040636" y="3829461"/>
            <a:ext cx="628301" cy="588505"/>
            <a:chOff x="4721450" y="1509475"/>
            <a:chExt cx="79350" cy="74325"/>
          </a:xfrm>
        </p:grpSpPr>
        <p:sp>
          <p:nvSpPr>
            <p:cNvPr id="6648" name="Google Shape;6648;p7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77"/>
          <p:cNvGrpSpPr/>
          <p:nvPr/>
        </p:nvGrpSpPr>
        <p:grpSpPr>
          <a:xfrm>
            <a:off x="6386170" y="3814027"/>
            <a:ext cx="557038" cy="562772"/>
            <a:chOff x="4906800" y="1507500"/>
            <a:chExt cx="70350" cy="71075"/>
          </a:xfrm>
        </p:grpSpPr>
        <p:sp>
          <p:nvSpPr>
            <p:cNvPr id="6653" name="Google Shape;6653;p7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77"/>
          <p:cNvGrpSpPr/>
          <p:nvPr/>
        </p:nvGrpSpPr>
        <p:grpSpPr>
          <a:xfrm>
            <a:off x="4423778" y="2340963"/>
            <a:ext cx="517934" cy="517934"/>
            <a:chOff x="3736598" y="2170606"/>
            <a:chExt cx="404889" cy="404889"/>
          </a:xfrm>
        </p:grpSpPr>
        <p:sp>
          <p:nvSpPr>
            <p:cNvPr id="6659" name="Google Shape;6659;p7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77"/>
          <p:cNvGrpSpPr/>
          <p:nvPr/>
        </p:nvGrpSpPr>
        <p:grpSpPr>
          <a:xfrm>
            <a:off x="3690839" y="2341061"/>
            <a:ext cx="586986" cy="517740"/>
            <a:chOff x="3161917" y="2170682"/>
            <a:chExt cx="458870" cy="404737"/>
          </a:xfrm>
        </p:grpSpPr>
        <p:sp>
          <p:nvSpPr>
            <p:cNvPr id="6664" name="Google Shape;6664;p7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77"/>
          <p:cNvGrpSpPr/>
          <p:nvPr/>
        </p:nvGrpSpPr>
        <p:grpSpPr>
          <a:xfrm>
            <a:off x="3713860" y="3102400"/>
            <a:ext cx="540943" cy="517963"/>
            <a:chOff x="3179914" y="2889488"/>
            <a:chExt cx="422876" cy="404911"/>
          </a:xfrm>
        </p:grpSpPr>
        <p:sp>
          <p:nvSpPr>
            <p:cNvPr id="6668" name="Google Shape;6668;p7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77"/>
          <p:cNvGrpSpPr/>
          <p:nvPr/>
        </p:nvGrpSpPr>
        <p:grpSpPr>
          <a:xfrm>
            <a:off x="4414654" y="3102358"/>
            <a:ext cx="536180" cy="518047"/>
            <a:chOff x="3729467" y="2889422"/>
            <a:chExt cx="419153" cy="404977"/>
          </a:xfrm>
        </p:grpSpPr>
        <p:sp>
          <p:nvSpPr>
            <p:cNvPr id="6675" name="Google Shape;6675;p7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77"/>
          <p:cNvGrpSpPr/>
          <p:nvPr/>
        </p:nvGrpSpPr>
        <p:grpSpPr>
          <a:xfrm>
            <a:off x="1951688" y="3445787"/>
            <a:ext cx="965351" cy="134611"/>
            <a:chOff x="4411970" y="2962952"/>
            <a:chExt cx="706544" cy="104212"/>
          </a:xfrm>
        </p:grpSpPr>
        <p:sp>
          <p:nvSpPr>
            <p:cNvPr id="6683" name="Google Shape;6683;p7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77"/>
          <p:cNvGrpSpPr/>
          <p:nvPr/>
        </p:nvGrpSpPr>
        <p:grpSpPr>
          <a:xfrm>
            <a:off x="1951688" y="3041077"/>
            <a:ext cx="960158" cy="289172"/>
            <a:chOff x="4411970" y="2726085"/>
            <a:chExt cx="643107" cy="193659"/>
          </a:xfrm>
        </p:grpSpPr>
        <p:sp>
          <p:nvSpPr>
            <p:cNvPr id="6688" name="Google Shape;6688;p7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77"/>
          <p:cNvGrpSpPr/>
          <p:nvPr/>
        </p:nvGrpSpPr>
        <p:grpSpPr>
          <a:xfrm>
            <a:off x="960185" y="3295400"/>
            <a:ext cx="811503" cy="252584"/>
            <a:chOff x="4411970" y="4340222"/>
            <a:chExt cx="779467" cy="242683"/>
          </a:xfrm>
        </p:grpSpPr>
        <p:sp>
          <p:nvSpPr>
            <p:cNvPr id="6692" name="Google Shape;6692;p7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77"/>
          <p:cNvGrpSpPr/>
          <p:nvPr/>
        </p:nvGrpSpPr>
        <p:grpSpPr>
          <a:xfrm>
            <a:off x="1951688" y="2709308"/>
            <a:ext cx="965160" cy="216230"/>
            <a:chOff x="4411970" y="2468674"/>
            <a:chExt cx="747317" cy="167425"/>
          </a:xfrm>
        </p:grpSpPr>
        <p:sp>
          <p:nvSpPr>
            <p:cNvPr id="6696" name="Google Shape;6696;p7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8" name="Google Shape;6698;p77"/>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9" name="Google Shape;6699;p77"/>
          <p:cNvGrpSpPr/>
          <p:nvPr/>
        </p:nvGrpSpPr>
        <p:grpSpPr>
          <a:xfrm>
            <a:off x="959254" y="2334687"/>
            <a:ext cx="1959041" cy="208784"/>
            <a:chOff x="6336019" y="3733725"/>
            <a:chExt cx="2566206" cy="351310"/>
          </a:xfrm>
        </p:grpSpPr>
        <p:sp>
          <p:nvSpPr>
            <p:cNvPr id="6700" name="Google Shape;6700;p77"/>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7"/>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7"/>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7"/>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77"/>
          <p:cNvGrpSpPr/>
          <p:nvPr/>
        </p:nvGrpSpPr>
        <p:grpSpPr>
          <a:xfrm>
            <a:off x="1951688" y="3950602"/>
            <a:ext cx="946551" cy="153200"/>
            <a:chOff x="4404545" y="3301592"/>
            <a:chExt cx="782403" cy="129272"/>
          </a:xfrm>
        </p:grpSpPr>
        <p:sp>
          <p:nvSpPr>
            <p:cNvPr id="6705" name="Google Shape;6705;p7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7"/>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77"/>
          <p:cNvGrpSpPr/>
          <p:nvPr/>
        </p:nvGrpSpPr>
        <p:grpSpPr>
          <a:xfrm>
            <a:off x="1951688" y="3695937"/>
            <a:ext cx="962257" cy="139127"/>
            <a:chOff x="4411970" y="3131459"/>
            <a:chExt cx="710520" cy="117397"/>
          </a:xfrm>
        </p:grpSpPr>
        <p:sp>
          <p:nvSpPr>
            <p:cNvPr id="6708" name="Google Shape;6708;p7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710" name="Google Shape;6710;p77"/>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1" name="Google Shape;6711;p77"/>
          <p:cNvGrpSpPr/>
          <p:nvPr/>
        </p:nvGrpSpPr>
        <p:grpSpPr>
          <a:xfrm>
            <a:off x="951833" y="3621603"/>
            <a:ext cx="823838" cy="458988"/>
            <a:chOff x="4411970" y="1801825"/>
            <a:chExt cx="734586" cy="409262"/>
          </a:xfrm>
        </p:grpSpPr>
        <p:sp>
          <p:nvSpPr>
            <p:cNvPr id="6712" name="Google Shape;6712;p7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77"/>
          <p:cNvGrpSpPr/>
          <p:nvPr/>
        </p:nvGrpSpPr>
        <p:grpSpPr>
          <a:xfrm>
            <a:off x="3056804" y="2339173"/>
            <a:ext cx="521514" cy="521514"/>
            <a:chOff x="5681300" y="2527788"/>
            <a:chExt cx="805800" cy="805800"/>
          </a:xfrm>
        </p:grpSpPr>
        <p:sp>
          <p:nvSpPr>
            <p:cNvPr id="6715" name="Google Shape;6715;p77"/>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77"/>
          <p:cNvGrpSpPr/>
          <p:nvPr/>
        </p:nvGrpSpPr>
        <p:grpSpPr>
          <a:xfrm>
            <a:off x="3051044" y="3094865"/>
            <a:ext cx="533033" cy="533033"/>
            <a:chOff x="4049800" y="640400"/>
            <a:chExt cx="858900" cy="858900"/>
          </a:xfrm>
        </p:grpSpPr>
        <p:sp>
          <p:nvSpPr>
            <p:cNvPr id="6718" name="Google Shape;6718;p77"/>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7"/>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77"/>
          <p:cNvGrpSpPr/>
          <p:nvPr/>
        </p:nvGrpSpPr>
        <p:grpSpPr>
          <a:xfrm>
            <a:off x="2976527" y="3772543"/>
            <a:ext cx="682068" cy="682068"/>
            <a:chOff x="5080188" y="927900"/>
            <a:chExt cx="961200" cy="961200"/>
          </a:xfrm>
        </p:grpSpPr>
        <p:sp>
          <p:nvSpPr>
            <p:cNvPr id="6721" name="Google Shape;6721;p77"/>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7"/>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7"/>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7"/>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7"/>
          <p:cNvGrpSpPr/>
          <p:nvPr/>
        </p:nvGrpSpPr>
        <p:grpSpPr>
          <a:xfrm>
            <a:off x="4440026" y="3869234"/>
            <a:ext cx="505650" cy="504006"/>
            <a:chOff x="6039282" y="1042577"/>
            <a:chExt cx="734315" cy="731929"/>
          </a:xfrm>
        </p:grpSpPr>
        <p:sp>
          <p:nvSpPr>
            <p:cNvPr id="6730" name="Google Shape;6730;p7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77"/>
          <p:cNvGrpSpPr/>
          <p:nvPr/>
        </p:nvGrpSpPr>
        <p:grpSpPr>
          <a:xfrm>
            <a:off x="5052628" y="2298862"/>
            <a:ext cx="567744" cy="602136"/>
            <a:chOff x="1825800" y="1651625"/>
            <a:chExt cx="539989" cy="571775"/>
          </a:xfrm>
        </p:grpSpPr>
        <p:sp>
          <p:nvSpPr>
            <p:cNvPr id="6752" name="Google Shape;6752;p77"/>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7"/>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7"/>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77"/>
          <p:cNvGrpSpPr/>
          <p:nvPr/>
        </p:nvGrpSpPr>
        <p:grpSpPr>
          <a:xfrm>
            <a:off x="3727557" y="3855579"/>
            <a:ext cx="508123" cy="507955"/>
            <a:chOff x="1897577" y="2802432"/>
            <a:chExt cx="492176" cy="492014"/>
          </a:xfrm>
        </p:grpSpPr>
        <p:sp>
          <p:nvSpPr>
            <p:cNvPr id="6757" name="Google Shape;6757;p7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7"/>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7"/>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77"/>
          <p:cNvGrpSpPr/>
          <p:nvPr/>
        </p:nvGrpSpPr>
        <p:grpSpPr>
          <a:xfrm>
            <a:off x="959087" y="4169123"/>
            <a:ext cx="809227" cy="200842"/>
            <a:chOff x="2013045" y="4813233"/>
            <a:chExt cx="921986" cy="228854"/>
          </a:xfrm>
        </p:grpSpPr>
        <p:sp>
          <p:nvSpPr>
            <p:cNvPr id="6770" name="Google Shape;6770;p77"/>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7"/>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77"/>
          <p:cNvGrpSpPr/>
          <p:nvPr/>
        </p:nvGrpSpPr>
        <p:grpSpPr>
          <a:xfrm>
            <a:off x="967547" y="2656004"/>
            <a:ext cx="792421" cy="269941"/>
            <a:chOff x="1046767" y="4756633"/>
            <a:chExt cx="859646" cy="292841"/>
          </a:xfrm>
        </p:grpSpPr>
        <p:sp>
          <p:nvSpPr>
            <p:cNvPr id="6773" name="Google Shape;6773;p77"/>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7"/>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7"/>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6" name="Google Shape;6776;p77"/>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7"/>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7"/>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7"/>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0" name="Google Shape;6780;p77"/>
          <p:cNvGrpSpPr/>
          <p:nvPr/>
        </p:nvGrpSpPr>
        <p:grpSpPr>
          <a:xfrm>
            <a:off x="7103403" y="2550562"/>
            <a:ext cx="166473" cy="141497"/>
            <a:chOff x="4660325" y="1866850"/>
            <a:chExt cx="68350" cy="58100"/>
          </a:xfrm>
        </p:grpSpPr>
        <p:sp>
          <p:nvSpPr>
            <p:cNvPr id="6781" name="Google Shape;6781;p7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77"/>
          <p:cNvGrpSpPr/>
          <p:nvPr/>
        </p:nvGrpSpPr>
        <p:grpSpPr>
          <a:xfrm>
            <a:off x="7412747" y="2576286"/>
            <a:ext cx="162515" cy="90049"/>
            <a:chOff x="4791775" y="1877500"/>
            <a:chExt cx="66725" cy="36975"/>
          </a:xfrm>
        </p:grpSpPr>
        <p:sp>
          <p:nvSpPr>
            <p:cNvPr id="6784" name="Google Shape;6784;p7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77"/>
          <p:cNvGrpSpPr/>
          <p:nvPr/>
        </p:nvGrpSpPr>
        <p:grpSpPr>
          <a:xfrm>
            <a:off x="7734460" y="2576286"/>
            <a:ext cx="144979" cy="90049"/>
            <a:chOff x="4923925" y="1877500"/>
            <a:chExt cx="59525" cy="36975"/>
          </a:xfrm>
        </p:grpSpPr>
        <p:sp>
          <p:nvSpPr>
            <p:cNvPr id="6787" name="Google Shape;6787;p7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77"/>
          <p:cNvGrpSpPr/>
          <p:nvPr/>
        </p:nvGrpSpPr>
        <p:grpSpPr>
          <a:xfrm>
            <a:off x="8028952" y="2558477"/>
            <a:ext cx="141447" cy="125667"/>
            <a:chOff x="5058450" y="1870100"/>
            <a:chExt cx="58075" cy="51600"/>
          </a:xfrm>
        </p:grpSpPr>
        <p:sp>
          <p:nvSpPr>
            <p:cNvPr id="6790" name="Google Shape;6790;p7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77"/>
          <p:cNvGrpSpPr/>
          <p:nvPr/>
        </p:nvGrpSpPr>
        <p:grpSpPr>
          <a:xfrm>
            <a:off x="7443466" y="2980885"/>
            <a:ext cx="101077" cy="107645"/>
            <a:chOff x="4811425" y="2065025"/>
            <a:chExt cx="41500" cy="44200"/>
          </a:xfrm>
        </p:grpSpPr>
        <p:sp>
          <p:nvSpPr>
            <p:cNvPr id="6793" name="Google Shape;6793;p7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77"/>
          <p:cNvGrpSpPr/>
          <p:nvPr/>
        </p:nvGrpSpPr>
        <p:grpSpPr>
          <a:xfrm>
            <a:off x="7735904" y="2981098"/>
            <a:ext cx="120867" cy="107218"/>
            <a:chOff x="4929875" y="2065025"/>
            <a:chExt cx="49625" cy="44025"/>
          </a:xfrm>
        </p:grpSpPr>
        <p:sp>
          <p:nvSpPr>
            <p:cNvPr id="6796" name="Google Shape;6796;p7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77"/>
          <p:cNvGrpSpPr/>
          <p:nvPr/>
        </p:nvGrpSpPr>
        <p:grpSpPr>
          <a:xfrm>
            <a:off x="8064572" y="2984112"/>
            <a:ext cx="70206" cy="101191"/>
            <a:chOff x="5083925" y="2066350"/>
            <a:chExt cx="28825" cy="41550"/>
          </a:xfrm>
        </p:grpSpPr>
        <p:sp>
          <p:nvSpPr>
            <p:cNvPr id="6799" name="Google Shape;6799;p7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77"/>
          <p:cNvGrpSpPr/>
          <p:nvPr/>
        </p:nvGrpSpPr>
        <p:grpSpPr>
          <a:xfrm>
            <a:off x="7096126" y="2999759"/>
            <a:ext cx="181026" cy="69896"/>
            <a:chOff x="4659775" y="2072775"/>
            <a:chExt cx="74325" cy="28700"/>
          </a:xfrm>
        </p:grpSpPr>
        <p:sp>
          <p:nvSpPr>
            <p:cNvPr id="6802" name="Google Shape;6802;p7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77"/>
          <p:cNvGrpSpPr/>
          <p:nvPr/>
        </p:nvGrpSpPr>
        <p:grpSpPr>
          <a:xfrm>
            <a:off x="8015982" y="2790324"/>
            <a:ext cx="167387" cy="89197"/>
            <a:chOff x="4662475" y="1976500"/>
            <a:chExt cx="68725" cy="36625"/>
          </a:xfrm>
        </p:grpSpPr>
        <p:sp>
          <p:nvSpPr>
            <p:cNvPr id="6806" name="Google Shape;6806;p7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77"/>
          <p:cNvGrpSpPr/>
          <p:nvPr/>
        </p:nvGrpSpPr>
        <p:grpSpPr>
          <a:xfrm>
            <a:off x="7712887" y="2793764"/>
            <a:ext cx="166899" cy="82317"/>
            <a:chOff x="4920150" y="1977875"/>
            <a:chExt cx="68525" cy="33800"/>
          </a:xfrm>
        </p:grpSpPr>
        <p:sp>
          <p:nvSpPr>
            <p:cNvPr id="6810" name="Google Shape;6810;p7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77"/>
          <p:cNvGrpSpPr/>
          <p:nvPr/>
        </p:nvGrpSpPr>
        <p:grpSpPr>
          <a:xfrm>
            <a:off x="7124044" y="3197682"/>
            <a:ext cx="125190" cy="127859"/>
            <a:chOff x="4676550" y="2160575"/>
            <a:chExt cx="51400" cy="52500"/>
          </a:xfrm>
        </p:grpSpPr>
        <p:sp>
          <p:nvSpPr>
            <p:cNvPr id="6814" name="Google Shape;6814;p7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77"/>
          <p:cNvGrpSpPr/>
          <p:nvPr/>
        </p:nvGrpSpPr>
        <p:grpSpPr>
          <a:xfrm>
            <a:off x="7421302" y="3204714"/>
            <a:ext cx="145405" cy="113794"/>
            <a:chOff x="4768325" y="2163475"/>
            <a:chExt cx="59700" cy="46725"/>
          </a:xfrm>
        </p:grpSpPr>
        <p:sp>
          <p:nvSpPr>
            <p:cNvPr id="6818" name="Google Shape;6818;p7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0" name="Google Shape;6820;p77"/>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7"/>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7"/>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7"/>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7"/>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7"/>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6" name="Google Shape;6826;p77"/>
          <p:cNvGrpSpPr/>
          <p:nvPr/>
        </p:nvGrpSpPr>
        <p:grpSpPr>
          <a:xfrm>
            <a:off x="7437621" y="3459808"/>
            <a:ext cx="112768" cy="106853"/>
            <a:chOff x="4768575" y="2253950"/>
            <a:chExt cx="46300" cy="43875"/>
          </a:xfrm>
        </p:grpSpPr>
        <p:sp>
          <p:nvSpPr>
            <p:cNvPr id="6827" name="Google Shape;6827;p7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77"/>
          <p:cNvGrpSpPr/>
          <p:nvPr/>
        </p:nvGrpSpPr>
        <p:grpSpPr>
          <a:xfrm>
            <a:off x="7737243" y="3948834"/>
            <a:ext cx="118187" cy="146246"/>
            <a:chOff x="4960900" y="2433225"/>
            <a:chExt cx="48525" cy="60050"/>
          </a:xfrm>
        </p:grpSpPr>
        <p:sp>
          <p:nvSpPr>
            <p:cNvPr id="6830" name="Google Shape;6830;p7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77"/>
          <p:cNvGrpSpPr/>
          <p:nvPr/>
        </p:nvGrpSpPr>
        <p:grpSpPr>
          <a:xfrm>
            <a:off x="7425808" y="4212895"/>
            <a:ext cx="136394" cy="143810"/>
            <a:chOff x="4854075" y="2527625"/>
            <a:chExt cx="56000" cy="59050"/>
          </a:xfrm>
        </p:grpSpPr>
        <p:sp>
          <p:nvSpPr>
            <p:cNvPr id="6833" name="Google Shape;6833;p7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5" name="Google Shape;6835;p77"/>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7"/>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7"/>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8" name="Google Shape;6838;p77"/>
          <p:cNvGrpSpPr/>
          <p:nvPr/>
        </p:nvGrpSpPr>
        <p:grpSpPr>
          <a:xfrm>
            <a:off x="8050020" y="3676639"/>
            <a:ext cx="99312" cy="160797"/>
            <a:chOff x="5059700" y="2334775"/>
            <a:chExt cx="40775" cy="66025"/>
          </a:xfrm>
        </p:grpSpPr>
        <p:sp>
          <p:nvSpPr>
            <p:cNvPr id="6839" name="Google Shape;6839;p7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77"/>
          <p:cNvGrpSpPr/>
          <p:nvPr/>
        </p:nvGrpSpPr>
        <p:grpSpPr>
          <a:xfrm>
            <a:off x="8007184" y="3941771"/>
            <a:ext cx="184984" cy="160371"/>
            <a:chOff x="5037700" y="2430325"/>
            <a:chExt cx="75950" cy="65850"/>
          </a:xfrm>
        </p:grpSpPr>
        <p:sp>
          <p:nvSpPr>
            <p:cNvPr id="6849" name="Google Shape;6849;p7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77"/>
          <p:cNvGrpSpPr/>
          <p:nvPr/>
        </p:nvGrpSpPr>
        <p:grpSpPr>
          <a:xfrm>
            <a:off x="7426689" y="3708223"/>
            <a:ext cx="173014" cy="97629"/>
            <a:chOff x="4756975" y="2341800"/>
            <a:chExt cx="91975" cy="51925"/>
          </a:xfrm>
        </p:grpSpPr>
        <p:sp>
          <p:nvSpPr>
            <p:cNvPr id="6852" name="Google Shape;6852;p7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7"/>
          <p:cNvGrpSpPr/>
          <p:nvPr/>
        </p:nvGrpSpPr>
        <p:grpSpPr>
          <a:xfrm>
            <a:off x="7693626" y="4196920"/>
            <a:ext cx="212497" cy="175761"/>
            <a:chOff x="4943575" y="2516350"/>
            <a:chExt cx="98675" cy="81700"/>
          </a:xfrm>
        </p:grpSpPr>
        <p:sp>
          <p:nvSpPr>
            <p:cNvPr id="6873" name="Google Shape;6873;p7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1" name="Google Shape;6951;p77"/>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7"/>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7"/>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7"/>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9" name="Shape 6959"/>
        <p:cNvGrpSpPr/>
        <p:nvPr/>
      </p:nvGrpSpPr>
      <p:grpSpPr>
        <a:xfrm>
          <a:off x="0" y="0"/>
          <a:ext cx="0" cy="0"/>
          <a:chOff x="0" y="0"/>
          <a:chExt cx="0" cy="0"/>
        </a:xfrm>
      </p:grpSpPr>
      <p:grpSp>
        <p:nvGrpSpPr>
          <p:cNvPr id="6960" name="Google Shape;6960;p78"/>
          <p:cNvGrpSpPr/>
          <p:nvPr/>
        </p:nvGrpSpPr>
        <p:grpSpPr>
          <a:xfrm>
            <a:off x="6681268" y="3584496"/>
            <a:ext cx="560636" cy="516497"/>
            <a:chOff x="6652051" y="3714143"/>
            <a:chExt cx="560636" cy="516497"/>
          </a:xfrm>
        </p:grpSpPr>
        <p:grpSp>
          <p:nvGrpSpPr>
            <p:cNvPr id="6961" name="Google Shape;6961;p78"/>
            <p:cNvGrpSpPr/>
            <p:nvPr/>
          </p:nvGrpSpPr>
          <p:grpSpPr>
            <a:xfrm>
              <a:off x="6669657" y="3716715"/>
              <a:ext cx="466768" cy="464314"/>
              <a:chOff x="3139766" y="765669"/>
              <a:chExt cx="886380" cy="881888"/>
            </a:xfrm>
          </p:grpSpPr>
          <p:grpSp>
            <p:nvGrpSpPr>
              <p:cNvPr id="6962" name="Google Shape;6962;p78"/>
              <p:cNvGrpSpPr/>
              <p:nvPr/>
            </p:nvGrpSpPr>
            <p:grpSpPr>
              <a:xfrm>
                <a:off x="3139766" y="765669"/>
                <a:ext cx="886380" cy="881888"/>
                <a:chOff x="3139766" y="765669"/>
                <a:chExt cx="886380" cy="881888"/>
              </a:xfrm>
            </p:grpSpPr>
            <p:sp>
              <p:nvSpPr>
                <p:cNvPr id="6963" name="Google Shape;6963;p78"/>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8"/>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8"/>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8"/>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2" name="Google Shape;6972;p78"/>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8"/>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6" name="Google Shape;6976;p78"/>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78"/>
          <p:cNvGrpSpPr/>
          <p:nvPr/>
        </p:nvGrpSpPr>
        <p:grpSpPr>
          <a:xfrm>
            <a:off x="7679978" y="3065079"/>
            <a:ext cx="104231" cy="320340"/>
            <a:chOff x="7564426" y="3224343"/>
            <a:chExt cx="119985" cy="368801"/>
          </a:xfrm>
        </p:grpSpPr>
        <p:sp>
          <p:nvSpPr>
            <p:cNvPr id="6978" name="Google Shape;6978;p7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78"/>
          <p:cNvGrpSpPr/>
          <p:nvPr/>
        </p:nvGrpSpPr>
        <p:grpSpPr>
          <a:xfrm>
            <a:off x="7379466" y="3059180"/>
            <a:ext cx="189489" cy="332132"/>
            <a:chOff x="8370831" y="3202002"/>
            <a:chExt cx="218129" cy="382376"/>
          </a:xfrm>
        </p:grpSpPr>
        <p:sp>
          <p:nvSpPr>
            <p:cNvPr id="6981" name="Google Shape;6981;p7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78"/>
          <p:cNvGrpSpPr/>
          <p:nvPr/>
        </p:nvGrpSpPr>
        <p:grpSpPr>
          <a:xfrm>
            <a:off x="8102855" y="3470312"/>
            <a:ext cx="309429" cy="267000"/>
            <a:chOff x="6742064" y="3750480"/>
            <a:chExt cx="399315" cy="344560"/>
          </a:xfrm>
        </p:grpSpPr>
        <p:sp>
          <p:nvSpPr>
            <p:cNvPr id="6984" name="Google Shape;6984;p7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78"/>
          <p:cNvGrpSpPr/>
          <p:nvPr/>
        </p:nvGrpSpPr>
        <p:grpSpPr>
          <a:xfrm>
            <a:off x="7641874" y="3821360"/>
            <a:ext cx="180437" cy="281608"/>
            <a:chOff x="7248525" y="3739696"/>
            <a:chExt cx="230531" cy="359790"/>
          </a:xfrm>
        </p:grpSpPr>
        <p:sp>
          <p:nvSpPr>
            <p:cNvPr id="6987" name="Google Shape;6987;p7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78"/>
          <p:cNvGrpSpPr/>
          <p:nvPr/>
        </p:nvGrpSpPr>
        <p:grpSpPr>
          <a:xfrm>
            <a:off x="7887794" y="3464584"/>
            <a:ext cx="162896" cy="278710"/>
            <a:chOff x="7601242" y="3729267"/>
            <a:chExt cx="222566" cy="380803"/>
          </a:xfrm>
        </p:grpSpPr>
        <p:sp>
          <p:nvSpPr>
            <p:cNvPr id="6990" name="Google Shape;6990;p7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2" name="Google Shape;6992;p78"/>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3" name="Google Shape;6993;p78"/>
          <p:cNvGrpSpPr/>
          <p:nvPr/>
        </p:nvGrpSpPr>
        <p:grpSpPr>
          <a:xfrm>
            <a:off x="7377439" y="3465724"/>
            <a:ext cx="193543" cy="275990"/>
            <a:chOff x="8304647" y="3738687"/>
            <a:chExt cx="225076" cy="320956"/>
          </a:xfrm>
        </p:grpSpPr>
        <p:sp>
          <p:nvSpPr>
            <p:cNvPr id="6994" name="Google Shape;6994;p78"/>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78"/>
          <p:cNvGrpSpPr/>
          <p:nvPr/>
        </p:nvGrpSpPr>
        <p:grpSpPr>
          <a:xfrm>
            <a:off x="7649932" y="3465724"/>
            <a:ext cx="178492" cy="275990"/>
            <a:chOff x="8615101" y="3738687"/>
            <a:chExt cx="207573" cy="320956"/>
          </a:xfrm>
        </p:grpSpPr>
        <p:sp>
          <p:nvSpPr>
            <p:cNvPr id="6998" name="Google Shape;6998;p78"/>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1" name="Google Shape;7001;p78"/>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2" name="Google Shape;7002;p78"/>
          <p:cNvGrpSpPr/>
          <p:nvPr/>
        </p:nvGrpSpPr>
        <p:grpSpPr>
          <a:xfrm>
            <a:off x="7875463" y="3868385"/>
            <a:ext cx="187557" cy="187557"/>
            <a:chOff x="8565775" y="671075"/>
            <a:chExt cx="441000" cy="441000"/>
          </a:xfrm>
        </p:grpSpPr>
        <p:sp>
          <p:nvSpPr>
            <p:cNvPr id="7003" name="Google Shape;7003;p78"/>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5" name="Google Shape;7005;p78"/>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7" name="Google Shape;7007;p78"/>
          <p:cNvGrpSpPr/>
          <p:nvPr/>
        </p:nvGrpSpPr>
        <p:grpSpPr>
          <a:xfrm>
            <a:off x="6029935" y="2940910"/>
            <a:ext cx="587865" cy="517731"/>
            <a:chOff x="6000718" y="3070557"/>
            <a:chExt cx="587865" cy="517731"/>
          </a:xfrm>
        </p:grpSpPr>
        <p:sp>
          <p:nvSpPr>
            <p:cNvPr id="7008" name="Google Shape;7008;p78"/>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8"/>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8"/>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78"/>
          <p:cNvGrpSpPr/>
          <p:nvPr/>
        </p:nvGrpSpPr>
        <p:grpSpPr>
          <a:xfrm>
            <a:off x="6044740" y="3584570"/>
            <a:ext cx="557665" cy="516387"/>
            <a:chOff x="6015523" y="3714217"/>
            <a:chExt cx="557665" cy="516387"/>
          </a:xfrm>
        </p:grpSpPr>
        <p:grpSp>
          <p:nvGrpSpPr>
            <p:cNvPr id="7019" name="Google Shape;7019;p78"/>
            <p:cNvGrpSpPr/>
            <p:nvPr/>
          </p:nvGrpSpPr>
          <p:grpSpPr>
            <a:xfrm>
              <a:off x="6036094" y="3716980"/>
              <a:ext cx="529822" cy="510480"/>
              <a:chOff x="3148311" y="-545634"/>
              <a:chExt cx="1006118" cy="969572"/>
            </a:xfrm>
          </p:grpSpPr>
          <p:sp>
            <p:nvSpPr>
              <p:cNvPr id="7020" name="Google Shape;7020;p78"/>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8"/>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8"/>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0" name="Google Shape;7030;p78"/>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78"/>
          <p:cNvGrpSpPr/>
          <p:nvPr/>
        </p:nvGrpSpPr>
        <p:grpSpPr>
          <a:xfrm>
            <a:off x="6673522" y="2943981"/>
            <a:ext cx="576302" cy="511871"/>
            <a:chOff x="6644304" y="3073628"/>
            <a:chExt cx="576302" cy="511871"/>
          </a:xfrm>
        </p:grpSpPr>
        <p:grpSp>
          <p:nvGrpSpPr>
            <p:cNvPr id="7032" name="Google Shape;7032;p78"/>
            <p:cNvGrpSpPr/>
            <p:nvPr/>
          </p:nvGrpSpPr>
          <p:grpSpPr>
            <a:xfrm>
              <a:off x="6712169" y="3073651"/>
              <a:ext cx="481611" cy="506713"/>
              <a:chOff x="1833536" y="-546641"/>
              <a:chExt cx="914567" cy="962419"/>
            </a:xfrm>
          </p:grpSpPr>
          <p:grpSp>
            <p:nvGrpSpPr>
              <p:cNvPr id="7033" name="Google Shape;7033;p78"/>
              <p:cNvGrpSpPr/>
              <p:nvPr/>
            </p:nvGrpSpPr>
            <p:grpSpPr>
              <a:xfrm>
                <a:off x="1833536" y="-524249"/>
                <a:ext cx="914567" cy="940027"/>
                <a:chOff x="1833536" y="-524249"/>
                <a:chExt cx="914567" cy="940027"/>
              </a:xfrm>
            </p:grpSpPr>
            <p:sp>
              <p:nvSpPr>
                <p:cNvPr id="7034" name="Google Shape;7034;p78"/>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8"/>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8"/>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9" name="Google Shape;7039;p78"/>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3" name="Google Shape;7043;p7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78"/>
          <p:cNvGrpSpPr/>
          <p:nvPr/>
        </p:nvGrpSpPr>
        <p:grpSpPr>
          <a:xfrm>
            <a:off x="752796" y="2869970"/>
            <a:ext cx="2622876" cy="1333540"/>
            <a:chOff x="238125" y="1038125"/>
            <a:chExt cx="7146800" cy="3633625"/>
          </a:xfrm>
        </p:grpSpPr>
        <p:sp>
          <p:nvSpPr>
            <p:cNvPr id="7045" name="Google Shape;7045;p7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78"/>
          <p:cNvGrpSpPr/>
          <p:nvPr/>
        </p:nvGrpSpPr>
        <p:grpSpPr>
          <a:xfrm>
            <a:off x="5938558" y="1033351"/>
            <a:ext cx="2435960" cy="1297725"/>
            <a:chOff x="233350" y="949250"/>
            <a:chExt cx="7137300" cy="3802300"/>
          </a:xfrm>
        </p:grpSpPr>
        <p:sp>
          <p:nvSpPr>
            <p:cNvPr id="8618" name="Google Shape;8618;p7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78"/>
          <p:cNvGrpSpPr/>
          <p:nvPr/>
        </p:nvGrpSpPr>
        <p:grpSpPr>
          <a:xfrm>
            <a:off x="731715" y="995041"/>
            <a:ext cx="2665073" cy="1317140"/>
            <a:chOff x="793334" y="1192826"/>
            <a:chExt cx="2665073" cy="1317140"/>
          </a:xfrm>
        </p:grpSpPr>
        <p:sp>
          <p:nvSpPr>
            <p:cNvPr id="8670" name="Google Shape;8670;p78"/>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8"/>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8"/>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8"/>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8"/>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8"/>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8"/>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8"/>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8"/>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8"/>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8"/>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8"/>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8"/>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8"/>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8"/>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8"/>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8"/>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8"/>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8"/>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8"/>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8"/>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8"/>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8"/>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8"/>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8"/>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8"/>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8"/>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8"/>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8"/>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8"/>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8"/>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8"/>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8"/>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8"/>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8"/>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8"/>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8"/>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8"/>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8"/>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8"/>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8"/>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8"/>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8"/>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8"/>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8"/>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8"/>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8"/>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8"/>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8"/>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8"/>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8"/>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8"/>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8"/>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8"/>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8"/>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8"/>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8"/>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8"/>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8"/>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8"/>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8"/>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8"/>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8"/>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8"/>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8"/>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8"/>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8"/>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8"/>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8"/>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8"/>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8"/>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8"/>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8"/>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8"/>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8"/>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8"/>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8"/>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8"/>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8"/>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8"/>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8"/>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8"/>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8"/>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8"/>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8"/>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8"/>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8"/>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8"/>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8"/>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8"/>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8"/>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8"/>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8"/>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8"/>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8"/>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8"/>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8"/>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8"/>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8"/>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8"/>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8"/>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8"/>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8"/>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8"/>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8"/>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8"/>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8"/>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8"/>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8"/>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8"/>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8"/>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8"/>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8"/>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8"/>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8"/>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8"/>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8"/>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8"/>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8"/>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8"/>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8"/>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8"/>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8"/>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8"/>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8"/>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8"/>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8"/>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8"/>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8"/>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8"/>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8"/>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8"/>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8"/>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8"/>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8"/>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8"/>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8"/>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8"/>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8"/>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8"/>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8"/>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8"/>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8"/>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8"/>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8"/>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8"/>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8"/>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8"/>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8"/>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8"/>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8"/>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8"/>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8"/>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8"/>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8"/>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8"/>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8"/>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8"/>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8"/>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8"/>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8"/>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8"/>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8"/>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8"/>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8"/>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8"/>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8"/>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8"/>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8"/>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8"/>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8"/>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8"/>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8"/>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8"/>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8"/>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8"/>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8"/>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8"/>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8"/>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8"/>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8"/>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8"/>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8"/>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8"/>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8"/>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8"/>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8"/>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8"/>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8"/>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8"/>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8"/>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8"/>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8"/>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8"/>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8"/>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8"/>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8"/>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8"/>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8"/>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8"/>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8"/>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8"/>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8"/>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8"/>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8"/>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8"/>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8"/>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8"/>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8"/>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8"/>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8"/>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8"/>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8"/>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8"/>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8"/>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8"/>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8"/>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8"/>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8"/>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8"/>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8"/>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8"/>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8"/>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8"/>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8"/>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8"/>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8"/>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8"/>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8"/>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8"/>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8"/>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8"/>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8"/>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8"/>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8"/>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8"/>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8"/>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8"/>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8"/>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8"/>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8"/>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8"/>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8"/>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8"/>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8"/>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8"/>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8"/>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8"/>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8"/>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8"/>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8"/>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8"/>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8"/>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8"/>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8"/>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8"/>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8"/>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8"/>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8"/>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8"/>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8"/>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8"/>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8"/>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8"/>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8"/>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8"/>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8"/>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8"/>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8"/>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8"/>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8"/>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8"/>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8"/>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8"/>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8"/>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8"/>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8"/>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8"/>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8"/>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8"/>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8"/>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8"/>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8"/>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8"/>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8"/>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8"/>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8"/>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8"/>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8"/>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8"/>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8"/>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8"/>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8"/>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8"/>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8"/>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8"/>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8"/>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8"/>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8"/>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8"/>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8"/>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8"/>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8"/>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8"/>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8"/>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8"/>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8"/>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8"/>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8"/>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8"/>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8"/>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8"/>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8"/>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8"/>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8"/>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8"/>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8"/>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8"/>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8"/>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8"/>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8"/>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8"/>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8"/>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8"/>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8"/>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8"/>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8"/>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8"/>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8"/>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8"/>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8"/>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8"/>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8"/>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8"/>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8"/>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8"/>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8"/>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8"/>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8"/>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8"/>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8"/>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8"/>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8"/>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8"/>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8"/>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8"/>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8"/>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8"/>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8"/>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8"/>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8"/>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8"/>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8"/>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8"/>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8"/>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8"/>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8"/>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8"/>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8"/>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8"/>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8"/>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8"/>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8"/>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8"/>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8"/>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8"/>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8"/>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8"/>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8"/>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8"/>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8"/>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8"/>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8"/>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8"/>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8"/>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8"/>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8"/>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8"/>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8"/>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8"/>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8"/>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8"/>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8"/>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8"/>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8"/>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8"/>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8"/>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8"/>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8"/>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8"/>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8"/>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8"/>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8"/>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8"/>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8"/>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8"/>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8"/>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8"/>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8"/>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8"/>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8"/>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8"/>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8"/>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8"/>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8"/>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8"/>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8"/>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8"/>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8"/>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8"/>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8"/>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8"/>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8"/>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8"/>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8"/>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8"/>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8"/>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8"/>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8"/>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8"/>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8"/>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8"/>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8"/>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8"/>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8"/>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8"/>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8"/>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8"/>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8"/>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8"/>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8"/>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8"/>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8"/>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8"/>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8"/>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8"/>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8"/>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8"/>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8"/>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8"/>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8"/>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8"/>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8"/>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8"/>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8"/>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8"/>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8"/>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8"/>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8"/>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8"/>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8"/>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8"/>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8"/>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8"/>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8"/>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8"/>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8"/>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8"/>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8"/>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8"/>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8"/>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8"/>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8"/>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8"/>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8"/>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8"/>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8"/>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8"/>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8"/>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8"/>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8"/>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8"/>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8"/>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8"/>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8"/>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8"/>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8"/>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8"/>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8"/>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8"/>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8"/>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8"/>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8"/>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8"/>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8"/>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8"/>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8"/>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8"/>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8"/>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8"/>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8"/>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8"/>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8"/>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8"/>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8"/>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8"/>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8"/>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8"/>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8"/>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8"/>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8"/>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8"/>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8"/>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8"/>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8"/>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8"/>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8"/>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8"/>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8"/>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8"/>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8"/>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8"/>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8"/>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8"/>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8"/>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8"/>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8"/>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8"/>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8"/>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8"/>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8"/>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8"/>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8"/>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8"/>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8"/>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8"/>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8"/>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8"/>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8"/>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8"/>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8"/>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8"/>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8"/>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8"/>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8"/>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8"/>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8"/>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8"/>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8"/>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8"/>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8"/>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8"/>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8"/>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8"/>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8"/>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8"/>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8"/>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8"/>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8"/>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8"/>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8"/>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8"/>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8"/>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8"/>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8"/>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8"/>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8"/>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8"/>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8"/>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8"/>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8"/>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8"/>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8"/>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8"/>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8"/>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8"/>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8"/>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8"/>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8"/>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8"/>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8"/>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8"/>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8"/>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8"/>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8"/>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8"/>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8"/>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8"/>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8"/>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8"/>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8"/>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8"/>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8"/>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8"/>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8"/>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8"/>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8"/>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8"/>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8"/>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8"/>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8"/>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8"/>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8"/>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8"/>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8"/>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8"/>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8"/>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8"/>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8"/>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8"/>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8"/>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8"/>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8"/>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8"/>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8"/>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8"/>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8"/>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8"/>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8"/>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8"/>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8"/>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8"/>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8"/>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8"/>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8"/>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8"/>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8"/>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8"/>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8"/>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8"/>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8"/>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8"/>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8"/>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8"/>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8"/>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8"/>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8"/>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8"/>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8"/>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8"/>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8"/>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8"/>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8"/>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8"/>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8"/>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8"/>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8"/>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8"/>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8"/>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8"/>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8"/>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8"/>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8"/>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8"/>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8"/>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8"/>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8"/>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8"/>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8"/>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8"/>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8"/>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8"/>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8"/>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8"/>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8"/>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8"/>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8"/>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8"/>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8"/>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8"/>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8"/>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8"/>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8"/>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8"/>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8"/>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8"/>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8"/>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8"/>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8"/>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8"/>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8"/>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8"/>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8"/>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8"/>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8"/>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8"/>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8"/>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8"/>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8"/>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8"/>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8"/>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8"/>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8"/>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8"/>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8"/>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8"/>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8"/>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8"/>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8"/>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8"/>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8"/>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8"/>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8"/>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8"/>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8"/>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8"/>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8"/>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8"/>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8"/>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8"/>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8"/>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8"/>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8"/>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8"/>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8"/>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8"/>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8"/>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8"/>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8"/>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8"/>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8"/>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8"/>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8"/>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8"/>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8"/>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8"/>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8"/>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8"/>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8"/>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8"/>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8"/>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8"/>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8"/>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8"/>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8"/>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8"/>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8"/>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8"/>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8"/>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8"/>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8"/>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8"/>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8"/>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8"/>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8"/>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8"/>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8"/>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8"/>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8"/>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8"/>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8"/>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8"/>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8"/>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8"/>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8"/>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8"/>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8"/>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8"/>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8"/>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8"/>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8"/>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8"/>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8"/>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8"/>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8"/>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8"/>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8"/>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8"/>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8"/>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8"/>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8"/>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8"/>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8"/>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8"/>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8"/>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8"/>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8"/>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8"/>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8"/>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8"/>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8"/>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8"/>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8"/>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8"/>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8"/>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8"/>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8"/>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8"/>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8"/>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8"/>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8"/>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8"/>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8"/>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8"/>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8"/>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8"/>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8"/>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8"/>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8"/>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8"/>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8"/>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8"/>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8"/>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8"/>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8"/>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8"/>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8"/>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8"/>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8"/>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8"/>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8"/>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8"/>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8"/>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8"/>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8"/>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8"/>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8"/>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8"/>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8"/>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8"/>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8"/>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8"/>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8"/>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8"/>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8"/>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8"/>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8"/>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8"/>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8"/>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8"/>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8"/>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8"/>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8"/>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8"/>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8"/>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8"/>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8"/>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8"/>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8"/>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8"/>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8"/>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8"/>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8"/>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8"/>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8"/>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8"/>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8"/>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8"/>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8"/>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8"/>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8"/>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8"/>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8"/>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8"/>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8"/>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8"/>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8"/>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8"/>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8"/>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8"/>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8"/>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8"/>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8"/>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8"/>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8"/>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8"/>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8"/>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8"/>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8"/>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8"/>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8"/>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8"/>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8"/>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8"/>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8"/>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8"/>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8"/>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8"/>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8"/>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8"/>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8"/>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8"/>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8"/>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8"/>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8"/>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8"/>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8"/>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8"/>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8"/>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8"/>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8"/>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8"/>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8"/>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8"/>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8"/>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8"/>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8"/>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8"/>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8"/>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8"/>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8"/>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8"/>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8"/>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8"/>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8"/>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8"/>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8"/>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8"/>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8"/>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8"/>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8"/>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8"/>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8"/>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8"/>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8"/>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8"/>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8"/>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8"/>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8"/>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8"/>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8"/>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8"/>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8"/>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8"/>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8"/>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8"/>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8"/>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8"/>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8"/>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8"/>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8"/>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8"/>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8"/>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8"/>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8"/>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8"/>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8"/>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8"/>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8"/>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8"/>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8"/>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8"/>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8"/>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8"/>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8"/>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8"/>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8"/>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8"/>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8"/>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8"/>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8"/>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8"/>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8"/>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8"/>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8"/>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8"/>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8"/>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8"/>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8"/>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8"/>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8"/>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8"/>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8"/>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8"/>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8"/>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8"/>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8"/>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8"/>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8"/>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8"/>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8"/>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8"/>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8"/>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8"/>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8"/>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8"/>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8"/>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8"/>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8"/>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8"/>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8"/>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8"/>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8"/>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8"/>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8"/>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8"/>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8"/>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8"/>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8"/>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8"/>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8"/>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8"/>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8"/>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8"/>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8"/>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8"/>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8"/>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8"/>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8"/>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8"/>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8"/>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8"/>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8"/>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8"/>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8"/>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8"/>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8"/>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8"/>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8"/>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8"/>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8"/>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8"/>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8"/>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8"/>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8"/>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8"/>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8"/>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8"/>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8"/>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8"/>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8"/>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8"/>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8"/>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8"/>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8"/>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8"/>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8"/>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8"/>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8"/>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8"/>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8"/>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8"/>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8"/>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8"/>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8"/>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8"/>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8"/>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8"/>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8"/>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8"/>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8"/>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8"/>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8"/>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8"/>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8"/>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8"/>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8"/>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8"/>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8"/>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8"/>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8"/>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8"/>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8"/>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8"/>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8"/>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8"/>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8"/>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8"/>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8"/>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8"/>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8"/>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8"/>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8"/>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8"/>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8"/>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8"/>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8"/>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8"/>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8"/>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8"/>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8"/>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8"/>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8"/>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8"/>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8"/>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8"/>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8"/>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8"/>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8"/>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8"/>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8"/>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8"/>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8"/>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8"/>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8"/>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8"/>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8"/>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8"/>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8"/>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8"/>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8"/>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8"/>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8"/>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8"/>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8"/>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8"/>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8"/>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8"/>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8"/>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8"/>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8"/>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8"/>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8"/>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8"/>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8"/>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8"/>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8"/>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8"/>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8"/>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8"/>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8"/>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8"/>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8"/>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8"/>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8"/>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8"/>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8"/>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8"/>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8"/>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8"/>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8"/>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8"/>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8"/>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8"/>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8"/>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8"/>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8"/>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8"/>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8"/>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8"/>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8"/>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8"/>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8"/>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8"/>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8"/>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8"/>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8"/>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8"/>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8"/>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8"/>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8"/>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8"/>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8"/>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8"/>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8"/>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8"/>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8"/>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8"/>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8"/>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8"/>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8"/>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8"/>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8"/>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8"/>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8"/>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8"/>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8"/>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8"/>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8"/>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8"/>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8"/>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8"/>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8"/>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8"/>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8"/>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8"/>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8"/>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8"/>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8"/>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8"/>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8"/>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8"/>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8"/>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8"/>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8"/>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8"/>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8"/>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8"/>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8"/>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8"/>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8"/>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8"/>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8"/>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8"/>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8"/>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8"/>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8"/>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8"/>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8"/>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8"/>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8"/>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8"/>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8"/>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8"/>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8"/>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8"/>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8"/>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8"/>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8"/>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8"/>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8"/>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8"/>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8"/>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8"/>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8"/>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8"/>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8"/>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8"/>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8"/>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8"/>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8"/>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8"/>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8"/>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8"/>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8"/>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8"/>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8"/>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8"/>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8"/>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8"/>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8"/>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8"/>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8"/>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8"/>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8"/>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8"/>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8"/>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8"/>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8"/>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8"/>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8"/>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8"/>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8"/>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8"/>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8"/>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8"/>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8"/>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8"/>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8"/>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8"/>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8"/>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8"/>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8"/>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8"/>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8"/>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8"/>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8"/>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8"/>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8"/>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8"/>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8"/>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8"/>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8"/>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8"/>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8"/>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8"/>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8"/>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8"/>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8"/>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8"/>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8"/>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8"/>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8"/>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8"/>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8"/>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8"/>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8"/>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8"/>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8"/>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8"/>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8"/>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8"/>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8"/>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8"/>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8"/>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8"/>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8"/>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8"/>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8"/>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8"/>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8"/>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8"/>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8"/>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8"/>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8"/>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8"/>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8"/>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8"/>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8"/>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8"/>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8"/>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8"/>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8"/>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8"/>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8"/>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8"/>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8"/>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8"/>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8"/>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8"/>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8"/>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8"/>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8"/>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8"/>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8"/>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8"/>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8"/>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8"/>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8"/>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8"/>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8"/>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8"/>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8"/>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8"/>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8"/>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8"/>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8"/>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8"/>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8"/>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8"/>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8"/>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8"/>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8"/>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8"/>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8"/>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8"/>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8"/>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8"/>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8"/>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8"/>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8"/>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8"/>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8"/>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8"/>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8"/>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8"/>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8"/>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8"/>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8"/>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8"/>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8"/>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8"/>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8"/>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8"/>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8"/>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8"/>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8"/>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8"/>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8"/>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8"/>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8"/>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8"/>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8"/>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8"/>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8"/>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8"/>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8"/>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8"/>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8"/>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8"/>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8"/>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8"/>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8"/>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8"/>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8"/>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8"/>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8"/>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8"/>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8"/>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8"/>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8"/>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8"/>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8"/>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8"/>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8"/>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8"/>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8"/>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8"/>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8"/>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8"/>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8"/>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8"/>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8"/>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8"/>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8"/>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8"/>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8"/>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8"/>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8"/>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8"/>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8"/>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8"/>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8"/>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8"/>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8"/>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8"/>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8"/>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8"/>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8"/>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8"/>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8"/>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8"/>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8"/>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8"/>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8"/>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8"/>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8"/>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8"/>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8"/>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8"/>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8"/>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8"/>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8"/>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8"/>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8"/>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8"/>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8"/>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8"/>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8"/>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8"/>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8"/>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8"/>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8"/>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8"/>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8"/>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8"/>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8"/>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8"/>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8"/>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8"/>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8"/>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8"/>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8"/>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8"/>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8"/>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8"/>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8"/>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8"/>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8"/>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8"/>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8"/>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8"/>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8"/>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8"/>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8"/>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8"/>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8"/>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8"/>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8"/>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8"/>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8"/>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8"/>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8"/>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8"/>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8"/>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8"/>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8"/>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8"/>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8"/>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8"/>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8"/>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8"/>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8"/>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8"/>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8"/>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8"/>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8"/>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8"/>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8"/>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8"/>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8"/>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8"/>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8"/>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8"/>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8"/>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8"/>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8"/>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8"/>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8"/>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8"/>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8"/>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8"/>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8"/>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8"/>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8"/>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8"/>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8"/>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8"/>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8"/>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8"/>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8"/>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8"/>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8"/>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8"/>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8"/>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8"/>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8"/>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8"/>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8"/>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8"/>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8"/>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8"/>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8"/>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8"/>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8"/>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8"/>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8"/>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8"/>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8"/>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8"/>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8"/>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8"/>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8"/>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8"/>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8"/>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8"/>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8"/>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8"/>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8"/>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8"/>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8"/>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8"/>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8"/>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8"/>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8"/>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8"/>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8"/>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8"/>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8"/>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8"/>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8"/>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8"/>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8"/>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8"/>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8"/>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8"/>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8"/>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8"/>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8"/>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8"/>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8"/>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8"/>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8"/>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8"/>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8"/>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8"/>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8"/>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8"/>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8"/>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8"/>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8"/>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8"/>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8"/>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8"/>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8"/>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8"/>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8"/>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8"/>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8"/>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8"/>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8"/>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8"/>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8"/>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8"/>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8"/>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8"/>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8"/>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8"/>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8"/>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8"/>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8"/>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8"/>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8"/>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8"/>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8"/>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8"/>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8"/>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8"/>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8"/>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8"/>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8"/>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8"/>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8"/>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8"/>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8"/>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8"/>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8"/>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8"/>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8"/>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8"/>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8"/>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8"/>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8"/>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8"/>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8"/>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8"/>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8"/>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8"/>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8"/>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8"/>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8"/>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8"/>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8"/>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8"/>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8"/>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8"/>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8"/>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8"/>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8"/>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8"/>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8"/>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8"/>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8"/>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8"/>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8"/>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8"/>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8"/>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8"/>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8"/>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8"/>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8"/>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8"/>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8"/>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8"/>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8"/>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8"/>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8"/>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8"/>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8"/>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8"/>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8"/>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8"/>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8"/>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8"/>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8"/>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8"/>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8"/>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8"/>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8"/>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8"/>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8"/>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8"/>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8"/>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8"/>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8"/>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8"/>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8"/>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8"/>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8"/>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8"/>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8"/>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8"/>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8"/>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8"/>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8"/>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8"/>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8"/>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8"/>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8"/>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8"/>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8"/>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8"/>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8"/>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8"/>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8"/>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8"/>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8"/>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8"/>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8"/>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8"/>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8"/>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8"/>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8"/>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8"/>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8"/>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8"/>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8"/>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8"/>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8"/>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8"/>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8"/>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8"/>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8"/>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8"/>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8"/>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8"/>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8"/>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8"/>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8"/>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8"/>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8"/>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8"/>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8"/>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8"/>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8"/>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8"/>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8"/>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8"/>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8"/>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8"/>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8"/>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8"/>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8"/>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8"/>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8"/>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8"/>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8"/>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8"/>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8"/>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8"/>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8"/>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8"/>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8"/>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8"/>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8"/>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8"/>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8"/>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8"/>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8"/>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8"/>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8"/>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8"/>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8"/>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8"/>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8"/>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8"/>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8"/>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8"/>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8"/>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8"/>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8"/>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8"/>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8"/>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8"/>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8"/>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8"/>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8"/>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8"/>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8"/>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8"/>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8"/>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8"/>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8"/>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8"/>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8"/>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8"/>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8"/>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8"/>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8"/>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8"/>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8"/>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8"/>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8"/>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8"/>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8"/>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8"/>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8"/>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8"/>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8"/>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8"/>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8"/>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8"/>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8"/>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8"/>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8"/>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8"/>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8"/>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8"/>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8"/>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8"/>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8"/>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8"/>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8"/>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8"/>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8"/>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8"/>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8"/>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8"/>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8"/>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8"/>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8"/>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8"/>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8"/>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8"/>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8"/>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8"/>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8"/>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8"/>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8"/>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8"/>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8"/>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8"/>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8"/>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8"/>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8"/>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8"/>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8"/>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8"/>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8"/>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8"/>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8"/>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8"/>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8"/>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8"/>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8"/>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8"/>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8"/>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8"/>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8"/>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8"/>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8"/>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8"/>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8"/>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8"/>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8"/>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8"/>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8"/>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8"/>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8"/>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8"/>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8"/>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8"/>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8"/>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8"/>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8"/>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8"/>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8"/>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8"/>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8"/>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8"/>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8"/>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8"/>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8"/>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8"/>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8"/>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8"/>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8"/>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8"/>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8"/>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8"/>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8"/>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8"/>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8"/>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8"/>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8"/>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8"/>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8"/>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8"/>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8"/>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8"/>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8"/>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8"/>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8"/>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8"/>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8"/>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8"/>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8"/>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8"/>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8"/>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8"/>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8"/>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8"/>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8"/>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8"/>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8"/>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8"/>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8"/>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8"/>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8"/>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8"/>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8"/>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8"/>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8"/>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8"/>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8"/>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8"/>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8"/>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8"/>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8"/>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8"/>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8"/>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8"/>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8"/>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8"/>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8"/>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8"/>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8"/>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8"/>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8"/>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8"/>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8"/>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8"/>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8"/>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8"/>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8"/>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8"/>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8"/>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8"/>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8"/>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8"/>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8"/>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8"/>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8"/>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8"/>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8"/>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8"/>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8"/>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8"/>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8"/>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8"/>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8"/>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8"/>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8"/>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8"/>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8"/>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8"/>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8"/>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8"/>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8"/>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8"/>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8"/>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8"/>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8"/>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8"/>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8"/>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8"/>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8"/>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8"/>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8"/>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8"/>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8"/>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8"/>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8"/>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8"/>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8"/>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8"/>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8"/>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8"/>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8"/>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8"/>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8"/>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8"/>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8"/>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8"/>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8"/>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8"/>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8"/>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8"/>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8"/>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8"/>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8"/>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8"/>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8"/>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8"/>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8"/>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8"/>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8"/>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8"/>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8"/>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8"/>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8"/>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8"/>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8"/>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8"/>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8"/>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8"/>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8"/>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8"/>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8"/>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8"/>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8"/>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8"/>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8"/>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8"/>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8"/>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8"/>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8"/>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8"/>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8"/>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8"/>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8"/>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8"/>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8"/>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8"/>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8"/>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8"/>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8"/>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8"/>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8"/>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8"/>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8"/>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8"/>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8"/>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8"/>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8"/>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8"/>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8"/>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8"/>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8"/>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8"/>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8"/>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8"/>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8"/>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8"/>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8"/>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8"/>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8"/>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8"/>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8"/>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8"/>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8"/>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8"/>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8"/>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8"/>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8"/>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8"/>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8"/>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8"/>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8"/>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8"/>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8"/>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8"/>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8"/>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8"/>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8"/>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8"/>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8"/>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8"/>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8"/>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8"/>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8"/>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8"/>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8"/>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8"/>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8"/>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8"/>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8"/>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8"/>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8"/>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8"/>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8"/>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8"/>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8"/>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8"/>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8"/>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8"/>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8"/>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8"/>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8"/>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8"/>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8"/>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8"/>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8"/>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8"/>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8"/>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8"/>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8"/>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8"/>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8"/>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8"/>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8"/>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8"/>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8"/>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8"/>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8"/>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8"/>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8"/>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8"/>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8"/>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8"/>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8"/>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8"/>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8"/>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8"/>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8"/>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8"/>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8"/>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8"/>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8"/>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8"/>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8"/>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8"/>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8"/>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8"/>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8"/>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8"/>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8"/>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8"/>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8"/>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8"/>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8"/>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8"/>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8"/>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8"/>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8"/>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8"/>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8"/>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8"/>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8"/>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8"/>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8"/>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8"/>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8"/>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8"/>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8"/>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8"/>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8"/>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8"/>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8"/>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8"/>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8"/>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8"/>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8"/>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8"/>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8"/>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8"/>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8"/>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8"/>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8"/>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8"/>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8"/>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8"/>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8"/>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8"/>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8"/>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8"/>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8"/>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8"/>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8"/>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8"/>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8"/>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8"/>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8"/>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8"/>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8"/>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8"/>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8"/>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8"/>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8"/>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8"/>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8"/>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8"/>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8"/>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8"/>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8"/>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8"/>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8"/>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8"/>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8"/>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8"/>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8"/>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8"/>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8"/>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8"/>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8"/>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8"/>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8"/>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8"/>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8"/>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8"/>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8"/>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8"/>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8"/>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8"/>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8"/>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8"/>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8"/>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8"/>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8"/>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8"/>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8"/>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8"/>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8"/>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8"/>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8"/>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8"/>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8"/>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8"/>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8"/>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8"/>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8"/>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8"/>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8"/>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8"/>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8"/>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8"/>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8"/>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8"/>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8"/>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8"/>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8"/>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8"/>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8"/>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8"/>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8"/>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8"/>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8"/>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8"/>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8"/>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8"/>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8"/>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8"/>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8"/>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8"/>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8"/>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8"/>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8"/>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8"/>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8"/>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8"/>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8"/>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8"/>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8"/>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8"/>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8"/>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8"/>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8"/>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8"/>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8"/>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8"/>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8"/>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8"/>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8"/>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8"/>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8"/>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8"/>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8"/>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8"/>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8"/>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8"/>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8"/>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8"/>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8"/>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8"/>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8"/>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8"/>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8"/>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8"/>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8"/>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8"/>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8"/>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8"/>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8"/>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8"/>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8"/>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8"/>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8"/>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8"/>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8"/>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8"/>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8"/>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8"/>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8"/>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8"/>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8"/>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8"/>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8"/>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8"/>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8"/>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8"/>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8"/>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8"/>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8"/>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8"/>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8"/>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8"/>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8"/>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8"/>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8"/>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8"/>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8"/>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8"/>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8"/>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8"/>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8"/>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8"/>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8"/>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8"/>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8"/>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8"/>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8"/>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8"/>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8"/>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8"/>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8"/>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8"/>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8"/>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8"/>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8"/>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8"/>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8"/>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8"/>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8"/>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8"/>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8"/>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8"/>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8"/>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8"/>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8"/>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8"/>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8"/>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8"/>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8"/>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8"/>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8"/>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8"/>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8"/>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8"/>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8"/>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8"/>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8"/>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8"/>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8"/>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8"/>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8"/>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8"/>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8"/>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8"/>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8"/>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8"/>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8"/>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8"/>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8"/>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8"/>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8"/>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8"/>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8"/>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8"/>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8"/>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8"/>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8"/>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8"/>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8"/>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8"/>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8"/>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8"/>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8"/>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8"/>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8"/>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8"/>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8"/>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8"/>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8"/>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8"/>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8"/>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8"/>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8"/>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8"/>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8"/>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8"/>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8"/>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8"/>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8"/>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8"/>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8"/>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8"/>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8"/>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8"/>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8"/>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8"/>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8"/>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8"/>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8"/>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8"/>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8"/>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8"/>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8"/>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8"/>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8"/>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8"/>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8"/>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8"/>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8"/>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8"/>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8"/>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8"/>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8"/>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8"/>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8"/>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8"/>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8"/>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8"/>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8"/>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8"/>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8"/>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8"/>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8"/>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8"/>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8"/>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8"/>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8"/>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8"/>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8"/>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8"/>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8"/>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8"/>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8"/>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8"/>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8"/>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8"/>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8"/>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8"/>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8"/>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8"/>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8"/>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8"/>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8"/>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8"/>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8"/>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8"/>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8"/>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8"/>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8"/>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8"/>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8"/>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8"/>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8"/>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8"/>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8"/>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8"/>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8"/>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8"/>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8"/>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8"/>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8"/>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8"/>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8"/>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8"/>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8"/>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8"/>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8"/>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8"/>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8"/>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8"/>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8"/>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8"/>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8"/>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8"/>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8"/>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8"/>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8"/>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8"/>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8"/>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8"/>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8"/>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8"/>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8"/>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8"/>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8"/>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8"/>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8"/>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8"/>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8"/>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8"/>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8"/>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8"/>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8"/>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8"/>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8"/>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8"/>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8"/>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8"/>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8"/>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8"/>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8"/>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8"/>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8"/>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8"/>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8"/>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8"/>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8"/>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8"/>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8"/>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8"/>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8"/>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8"/>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8"/>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8"/>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8"/>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8"/>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8"/>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8"/>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8"/>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8"/>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8"/>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8"/>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8"/>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8"/>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8"/>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8"/>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8"/>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8"/>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8"/>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8"/>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8"/>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8"/>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8"/>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8"/>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8"/>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8"/>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8"/>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8"/>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8"/>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8"/>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8"/>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8"/>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8"/>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8"/>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8"/>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8"/>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8"/>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8"/>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8"/>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8"/>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8"/>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8"/>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8"/>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8"/>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8"/>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8"/>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8"/>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8"/>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8"/>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8"/>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8"/>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8"/>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8"/>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8"/>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8"/>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8"/>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8"/>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8"/>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8"/>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8"/>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8"/>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8"/>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8"/>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8"/>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8"/>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8"/>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8"/>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8"/>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8"/>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8"/>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8"/>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8"/>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8"/>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8"/>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8"/>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8"/>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8"/>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8"/>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8"/>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8"/>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8"/>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8"/>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8"/>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8"/>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8"/>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8"/>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8"/>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8"/>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8"/>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8"/>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8"/>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8"/>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8"/>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8"/>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8"/>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8"/>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8"/>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8"/>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8"/>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8"/>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8"/>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8"/>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8"/>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8"/>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8"/>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8"/>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8"/>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8"/>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8"/>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8"/>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8"/>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8"/>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8"/>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8"/>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8"/>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8"/>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8"/>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8"/>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8"/>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8"/>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8"/>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8"/>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8"/>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8"/>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8"/>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8"/>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8"/>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8"/>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8"/>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8"/>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8"/>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8"/>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8"/>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8"/>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8"/>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8"/>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8"/>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8"/>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8"/>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8"/>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8"/>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8"/>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8"/>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8"/>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8"/>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8"/>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8"/>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8"/>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8"/>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8"/>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8"/>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8"/>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8"/>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8"/>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8"/>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8"/>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8"/>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8"/>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8"/>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8"/>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8"/>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8"/>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8"/>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8"/>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8"/>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8"/>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8"/>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8"/>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8"/>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8"/>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8"/>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8"/>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8"/>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8"/>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8"/>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8"/>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8"/>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8"/>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8"/>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8"/>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8"/>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8"/>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8"/>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8"/>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8"/>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8"/>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8"/>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8"/>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8"/>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8"/>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8"/>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8"/>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8"/>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8"/>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8"/>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8"/>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8"/>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8"/>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8"/>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8"/>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8"/>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8"/>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8"/>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8"/>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8"/>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8"/>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8"/>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8"/>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8"/>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8"/>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8"/>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8"/>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8"/>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8"/>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8"/>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8"/>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8"/>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8"/>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8"/>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8"/>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8"/>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8"/>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8"/>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8"/>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8"/>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8"/>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8"/>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8"/>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8"/>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8"/>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8"/>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8"/>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8"/>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8"/>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8"/>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8"/>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8"/>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8"/>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8"/>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8"/>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8"/>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8"/>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8"/>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8"/>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8"/>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8"/>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8"/>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8"/>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8"/>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8"/>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8"/>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8"/>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8"/>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8"/>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8"/>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8"/>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8"/>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8"/>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8"/>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8"/>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8"/>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8"/>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8"/>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8"/>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8"/>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8"/>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8"/>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8"/>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8"/>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8"/>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8"/>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8"/>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8"/>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8"/>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8"/>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8"/>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8"/>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8"/>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8"/>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8"/>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8"/>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8"/>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8"/>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8"/>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8"/>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8"/>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8"/>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8"/>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8"/>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8"/>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8"/>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8"/>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8"/>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8"/>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8"/>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8"/>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8"/>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8"/>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8"/>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8"/>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8"/>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8"/>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8"/>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8"/>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8"/>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8"/>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8"/>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8"/>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8"/>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8"/>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8"/>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8"/>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8"/>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8"/>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8"/>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8"/>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8"/>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8"/>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8"/>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8"/>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8"/>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8"/>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8"/>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8"/>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8"/>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8"/>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8"/>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8"/>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8"/>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8"/>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8"/>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8"/>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8"/>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8"/>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8"/>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8"/>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8"/>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8"/>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8"/>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8"/>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8"/>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8"/>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8"/>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8"/>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8"/>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8"/>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8"/>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8"/>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8"/>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8"/>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8"/>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8"/>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8"/>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8"/>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8"/>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8"/>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8"/>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8"/>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8"/>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8"/>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8"/>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8"/>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8"/>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8"/>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8"/>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8"/>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8"/>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8"/>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8"/>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8"/>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8"/>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8"/>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8"/>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8"/>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8"/>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8"/>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8"/>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8"/>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8"/>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8"/>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8"/>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8"/>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8"/>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8"/>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8"/>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8"/>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8"/>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8"/>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8"/>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8"/>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8"/>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8"/>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8"/>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8"/>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8"/>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8"/>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8"/>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8"/>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8"/>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8"/>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8"/>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8"/>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8"/>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8"/>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8"/>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8"/>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8"/>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8"/>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8"/>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8"/>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8"/>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8"/>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8"/>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8"/>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8"/>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8"/>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8"/>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8"/>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8"/>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8"/>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8"/>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8"/>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8"/>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8"/>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8"/>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8"/>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8"/>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8"/>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8"/>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8"/>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8"/>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8"/>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8"/>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8"/>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8"/>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8"/>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8"/>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8"/>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8"/>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8"/>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8"/>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8"/>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8"/>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8"/>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8"/>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8"/>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8"/>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8"/>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8"/>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8"/>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8"/>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8"/>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8"/>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8"/>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8"/>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8"/>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8"/>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8"/>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8"/>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8"/>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8"/>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8"/>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8"/>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8"/>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8"/>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8"/>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8"/>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8"/>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8"/>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8"/>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8"/>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8"/>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8"/>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8"/>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8"/>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8"/>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8"/>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8"/>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8"/>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8"/>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8"/>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8"/>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8"/>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8"/>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8"/>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8"/>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8"/>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8"/>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8"/>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8"/>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8"/>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8"/>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8"/>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8"/>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8"/>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8"/>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8"/>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8"/>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8"/>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8"/>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8"/>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8"/>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8"/>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8"/>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8"/>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8"/>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8"/>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8"/>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8"/>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8"/>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8"/>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8"/>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8"/>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8"/>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8"/>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8"/>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8"/>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8"/>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8"/>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8"/>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8"/>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8"/>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8"/>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8"/>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8"/>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8"/>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8"/>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8"/>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8"/>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8"/>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8"/>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8"/>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8"/>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8"/>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8"/>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8"/>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8"/>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8"/>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8"/>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8"/>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8"/>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8"/>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8"/>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8"/>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8"/>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8"/>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8"/>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8"/>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8"/>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8"/>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8"/>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8"/>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8"/>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8"/>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8"/>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8"/>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8"/>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8"/>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8"/>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8"/>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8"/>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8"/>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8"/>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8"/>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8"/>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8"/>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8"/>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8"/>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8"/>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8"/>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8"/>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8"/>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8"/>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8"/>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8"/>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8"/>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8"/>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8"/>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8"/>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8"/>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8"/>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8"/>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8"/>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8"/>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8"/>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8"/>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8"/>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8"/>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8"/>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8"/>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8"/>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8"/>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8"/>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8"/>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8"/>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8"/>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8"/>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8"/>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8"/>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8"/>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8"/>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8"/>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8"/>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8"/>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8"/>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8"/>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8"/>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8"/>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8"/>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8"/>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8"/>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8"/>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8"/>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8"/>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8"/>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8"/>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8"/>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8"/>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8"/>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8"/>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8"/>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8"/>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8"/>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8"/>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8"/>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8"/>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8"/>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8"/>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8"/>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8"/>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8"/>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8"/>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8"/>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8"/>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8"/>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8"/>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8"/>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8"/>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8"/>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8"/>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8"/>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8"/>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8"/>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8"/>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8"/>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8"/>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8"/>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8"/>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8"/>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8"/>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8"/>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8"/>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8"/>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8"/>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8"/>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8"/>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8"/>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8"/>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8"/>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8"/>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8"/>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8"/>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8"/>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8"/>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8"/>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8"/>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8"/>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8"/>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8"/>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8"/>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8"/>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8"/>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8"/>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8"/>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8"/>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8"/>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8"/>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8"/>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8"/>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8"/>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8"/>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8"/>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8"/>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8"/>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8"/>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8"/>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8"/>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8"/>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8"/>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8"/>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8"/>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8"/>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8"/>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8"/>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8"/>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8"/>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8"/>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8"/>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8"/>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8"/>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8"/>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8"/>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8"/>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8"/>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8"/>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8"/>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8"/>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8"/>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8"/>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8"/>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8"/>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8"/>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8"/>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8"/>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8"/>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8"/>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8"/>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8"/>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8"/>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8"/>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8"/>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8"/>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8"/>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8"/>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8"/>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8"/>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8"/>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8"/>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8"/>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8"/>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8"/>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8"/>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8"/>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8"/>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8"/>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8"/>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8"/>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8"/>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8"/>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8"/>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8"/>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8"/>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8"/>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8"/>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8"/>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8"/>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8"/>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8"/>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8"/>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8"/>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8"/>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8"/>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8"/>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8"/>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8"/>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8"/>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8"/>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8"/>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8"/>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8"/>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8"/>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8"/>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8"/>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8"/>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8"/>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8"/>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8"/>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8"/>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8"/>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8"/>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8"/>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8"/>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8"/>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8"/>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8"/>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8"/>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8"/>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8"/>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8"/>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8"/>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8"/>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8"/>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8"/>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8"/>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8"/>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8"/>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8"/>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8"/>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8"/>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8"/>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8"/>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8"/>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8"/>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8"/>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8"/>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8"/>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8"/>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8"/>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8"/>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8"/>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8"/>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8"/>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8"/>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8"/>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8"/>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8"/>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8"/>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8"/>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8"/>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8"/>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8"/>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8"/>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8"/>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8"/>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8"/>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8"/>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8"/>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8"/>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8"/>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8"/>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8"/>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8"/>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8"/>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8"/>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8"/>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8"/>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8"/>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8"/>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8"/>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8"/>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8"/>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8"/>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8"/>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8"/>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8"/>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8"/>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8"/>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8"/>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8"/>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8"/>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8"/>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8"/>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8"/>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8"/>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8"/>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8"/>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8"/>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8"/>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8"/>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8"/>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8"/>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8"/>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8"/>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8"/>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8"/>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8"/>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8"/>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8"/>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8"/>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8"/>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8"/>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8"/>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8"/>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8"/>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8"/>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8"/>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8"/>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8"/>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8"/>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8"/>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8"/>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8"/>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8"/>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8"/>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8"/>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8"/>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8"/>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8"/>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8"/>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8"/>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8"/>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8"/>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8"/>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8"/>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8"/>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8"/>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8"/>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8"/>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8"/>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8"/>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8"/>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8"/>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8"/>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8"/>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8"/>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8"/>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8"/>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8"/>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8"/>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8"/>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8"/>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8"/>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8"/>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8"/>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8"/>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8"/>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8"/>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8"/>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8"/>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8"/>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8"/>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8"/>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8"/>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8"/>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8"/>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8"/>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8"/>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8"/>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8"/>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8"/>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8"/>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8"/>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8"/>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8"/>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8"/>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8"/>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8"/>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8"/>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8"/>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8"/>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8"/>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8"/>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8"/>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8"/>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8"/>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8"/>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8"/>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8"/>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8"/>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8"/>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8"/>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8"/>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8"/>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8"/>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8"/>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8"/>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8"/>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8"/>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8"/>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8"/>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8"/>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8"/>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8"/>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8"/>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8"/>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8"/>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8"/>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8"/>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8"/>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8"/>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8"/>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8"/>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8"/>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8"/>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8"/>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8"/>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8"/>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8"/>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8"/>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8"/>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8"/>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8"/>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8"/>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8"/>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8"/>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8"/>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8"/>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8"/>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8"/>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8"/>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8"/>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8"/>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8"/>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8"/>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8"/>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8"/>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8"/>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8"/>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8"/>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8"/>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8"/>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8"/>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8"/>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8"/>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8"/>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8"/>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8"/>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8"/>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8"/>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8"/>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8"/>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8"/>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8"/>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8"/>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8"/>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8"/>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8"/>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8"/>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8"/>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8"/>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8"/>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8"/>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8"/>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8"/>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8"/>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8"/>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8"/>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8"/>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8"/>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8"/>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8"/>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8"/>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8"/>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8"/>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8"/>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8"/>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8"/>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8"/>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8"/>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8"/>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8"/>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8"/>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8"/>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8"/>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8"/>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8"/>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8"/>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8"/>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8"/>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8"/>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8"/>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8"/>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8"/>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8"/>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8"/>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8"/>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8"/>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8"/>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8"/>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8"/>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8"/>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8"/>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8"/>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8"/>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8"/>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8"/>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8"/>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8"/>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8"/>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8"/>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8"/>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8"/>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8"/>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8"/>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8"/>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8"/>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8"/>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8"/>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8"/>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8"/>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8"/>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8"/>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8"/>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8"/>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8"/>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8"/>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8"/>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8"/>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8"/>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8"/>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8"/>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8"/>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8"/>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8"/>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8"/>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8"/>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8"/>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8"/>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8"/>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8"/>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8"/>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8"/>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8"/>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8"/>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8"/>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8"/>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8"/>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8"/>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8"/>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8"/>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8"/>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8"/>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8"/>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8"/>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8"/>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8"/>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8"/>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8"/>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8"/>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8"/>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8"/>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8"/>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8"/>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8"/>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8"/>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8"/>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8"/>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8"/>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8"/>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8"/>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8"/>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8"/>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8"/>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8"/>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8"/>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8"/>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8"/>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8"/>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8"/>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8"/>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8"/>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8"/>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8"/>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8"/>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8"/>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8"/>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8"/>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8"/>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8"/>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8"/>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8"/>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8"/>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8"/>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8"/>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8"/>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8"/>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8"/>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8"/>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8"/>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8"/>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8"/>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8"/>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8"/>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8"/>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8"/>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8"/>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8"/>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8"/>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8"/>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8"/>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8"/>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8"/>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8"/>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8"/>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8"/>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8"/>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8"/>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8"/>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8"/>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8"/>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8"/>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8"/>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8"/>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8"/>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8"/>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8"/>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8"/>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8"/>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8"/>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8"/>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8"/>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8"/>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8"/>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8"/>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8"/>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8"/>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8"/>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8"/>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8"/>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8"/>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8"/>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8"/>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8"/>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8"/>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8"/>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8"/>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8"/>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8"/>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8"/>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8"/>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8"/>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8"/>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8"/>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8"/>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8"/>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8"/>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8"/>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8"/>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8"/>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8"/>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8"/>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8"/>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8"/>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8"/>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8"/>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8"/>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8"/>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8"/>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8"/>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8"/>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8"/>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8"/>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8"/>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8"/>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8"/>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8"/>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8"/>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8"/>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8"/>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8"/>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8"/>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8"/>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8"/>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8"/>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8"/>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8"/>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8"/>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8"/>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8"/>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8"/>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8"/>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8"/>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8"/>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8"/>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8"/>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8"/>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8"/>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8"/>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8"/>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8"/>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8"/>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8"/>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8"/>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8"/>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8"/>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8"/>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8"/>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8"/>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8"/>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8"/>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8"/>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8"/>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8"/>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8"/>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8"/>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8"/>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8"/>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8"/>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8"/>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8"/>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8"/>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8"/>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8"/>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8"/>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8"/>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8"/>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8"/>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8"/>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8"/>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8"/>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8"/>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8"/>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8"/>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8"/>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8"/>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8"/>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8"/>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8"/>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8"/>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8"/>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8"/>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8"/>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8"/>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8"/>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8"/>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8"/>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8"/>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8"/>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8"/>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8"/>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8"/>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8"/>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8"/>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8"/>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8"/>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8"/>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8"/>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8"/>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8"/>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8"/>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8"/>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8"/>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8"/>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8"/>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8"/>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8"/>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8"/>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8"/>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8"/>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8"/>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8"/>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8"/>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8"/>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8"/>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8"/>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8"/>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8"/>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8"/>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8"/>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8"/>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8"/>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8"/>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8"/>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8"/>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8"/>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8"/>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8"/>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8"/>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8"/>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8"/>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8"/>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8"/>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8"/>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8"/>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8"/>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8"/>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78"/>
          <p:cNvGrpSpPr/>
          <p:nvPr/>
        </p:nvGrpSpPr>
        <p:grpSpPr>
          <a:xfrm>
            <a:off x="3450485" y="919691"/>
            <a:ext cx="2310381" cy="1488888"/>
            <a:chOff x="229225" y="549050"/>
            <a:chExt cx="7161750" cy="4615275"/>
          </a:xfrm>
        </p:grpSpPr>
        <p:sp>
          <p:nvSpPr>
            <p:cNvPr id="12638" name="Google Shape;12638;p7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78"/>
          <p:cNvGrpSpPr/>
          <p:nvPr/>
        </p:nvGrpSpPr>
        <p:grpSpPr>
          <a:xfrm>
            <a:off x="3548403" y="2849588"/>
            <a:ext cx="2310282" cy="1374222"/>
            <a:chOff x="238125" y="732525"/>
            <a:chExt cx="7130500" cy="4241425"/>
          </a:xfrm>
        </p:grpSpPr>
        <p:sp>
          <p:nvSpPr>
            <p:cNvPr id="12756" name="Google Shape;12756;p7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3" name="Shape 12873"/>
        <p:cNvGrpSpPr/>
        <p:nvPr/>
      </p:nvGrpSpPr>
      <p:grpSpPr>
        <a:xfrm>
          <a:off x="0" y="0"/>
          <a:ext cx="0" cy="0"/>
          <a:chOff x="0" y="0"/>
          <a:chExt cx="0" cy="0"/>
        </a:xfrm>
      </p:grpSpPr>
      <p:grpSp>
        <p:nvGrpSpPr>
          <p:cNvPr id="12874" name="Google Shape;12874;p79"/>
          <p:cNvGrpSpPr/>
          <p:nvPr/>
        </p:nvGrpSpPr>
        <p:grpSpPr>
          <a:xfrm>
            <a:off x="2100560" y="3398663"/>
            <a:ext cx="1102891" cy="760337"/>
            <a:chOff x="4967783" y="2151471"/>
            <a:chExt cx="3920692" cy="2702940"/>
          </a:xfrm>
        </p:grpSpPr>
        <p:grpSp>
          <p:nvGrpSpPr>
            <p:cNvPr id="12875" name="Google Shape;12875;p79"/>
            <p:cNvGrpSpPr/>
            <p:nvPr/>
          </p:nvGrpSpPr>
          <p:grpSpPr>
            <a:xfrm>
              <a:off x="5045709" y="2252109"/>
              <a:ext cx="3761071" cy="2501708"/>
              <a:chOff x="2691784" y="1805334"/>
              <a:chExt cx="3761071" cy="2501708"/>
            </a:xfrm>
          </p:grpSpPr>
          <p:sp>
            <p:nvSpPr>
              <p:cNvPr id="12876" name="Google Shape;12876;p79"/>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9"/>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9"/>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9"/>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9"/>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9"/>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9"/>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79"/>
            <p:cNvGrpSpPr/>
            <p:nvPr/>
          </p:nvGrpSpPr>
          <p:grpSpPr>
            <a:xfrm>
              <a:off x="4967783" y="2151471"/>
              <a:ext cx="3920692" cy="2702940"/>
              <a:chOff x="2613858" y="1704696"/>
              <a:chExt cx="3920692" cy="2702940"/>
            </a:xfrm>
          </p:grpSpPr>
          <p:sp>
            <p:nvSpPr>
              <p:cNvPr id="12884" name="Google Shape;12884;p79"/>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9"/>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9"/>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9"/>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9"/>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89" name="Google Shape;12889;p79"/>
          <p:cNvGrpSpPr/>
          <p:nvPr/>
        </p:nvGrpSpPr>
        <p:grpSpPr>
          <a:xfrm>
            <a:off x="3504468" y="1286940"/>
            <a:ext cx="1561911" cy="708580"/>
            <a:chOff x="3530532" y="1496185"/>
            <a:chExt cx="1561911" cy="708580"/>
          </a:xfrm>
        </p:grpSpPr>
        <p:grpSp>
          <p:nvGrpSpPr>
            <p:cNvPr id="12890" name="Google Shape;12890;p79"/>
            <p:cNvGrpSpPr/>
            <p:nvPr/>
          </p:nvGrpSpPr>
          <p:grpSpPr>
            <a:xfrm>
              <a:off x="3720318" y="1857562"/>
              <a:ext cx="1372125" cy="54"/>
              <a:chOff x="3720318" y="1857562"/>
              <a:chExt cx="1372125" cy="54"/>
            </a:xfrm>
          </p:grpSpPr>
          <p:cxnSp>
            <p:nvCxnSpPr>
              <p:cNvPr id="12891" name="Google Shape;12891;p79"/>
              <p:cNvCxnSpPr>
                <a:endCxn id="1289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893" name="Google Shape;12893;p79"/>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894" name="Google Shape;12894;p79"/>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895" name="Google Shape;12895;p79"/>
              <p:cNvCxnSpPr>
                <a:stCxn id="1289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2896" name="Google Shape;12896;p79"/>
            <p:cNvGrpSpPr/>
            <p:nvPr/>
          </p:nvGrpSpPr>
          <p:grpSpPr>
            <a:xfrm>
              <a:off x="3567462" y="1496185"/>
              <a:ext cx="286500" cy="272914"/>
              <a:chOff x="3567462" y="1496185"/>
              <a:chExt cx="286500" cy="272914"/>
            </a:xfrm>
          </p:grpSpPr>
          <p:cxnSp>
            <p:nvCxnSpPr>
              <p:cNvPr id="12897" name="Google Shape;12897;p79"/>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2898" name="Google Shape;12898;p79"/>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9" name="Google Shape;12899;p79"/>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9"/>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1" name="Google Shape;12901;p79"/>
            <p:cNvGrpSpPr/>
            <p:nvPr/>
          </p:nvGrpSpPr>
          <p:grpSpPr>
            <a:xfrm>
              <a:off x="3929014" y="1960574"/>
              <a:ext cx="286500" cy="242342"/>
              <a:chOff x="3929014" y="1960574"/>
              <a:chExt cx="286500" cy="242342"/>
            </a:xfrm>
          </p:grpSpPr>
          <p:cxnSp>
            <p:nvCxnSpPr>
              <p:cNvPr id="12902" name="Google Shape;12902;p79"/>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2903" name="Google Shape;12903;p79"/>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79"/>
            <p:cNvGrpSpPr/>
            <p:nvPr/>
          </p:nvGrpSpPr>
          <p:grpSpPr>
            <a:xfrm>
              <a:off x="4290828" y="1496185"/>
              <a:ext cx="286500" cy="272914"/>
              <a:chOff x="4290828" y="1496185"/>
              <a:chExt cx="286500" cy="272914"/>
            </a:xfrm>
          </p:grpSpPr>
          <p:cxnSp>
            <p:nvCxnSpPr>
              <p:cNvPr id="12905" name="Google Shape;12905;p79"/>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2906" name="Google Shape;12906;p79"/>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7" name="Google Shape;12907;p79"/>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9"/>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8" name="Google Shape;12908;p79"/>
            <p:cNvGrpSpPr/>
            <p:nvPr/>
          </p:nvGrpSpPr>
          <p:grpSpPr>
            <a:xfrm>
              <a:off x="4657726" y="1959674"/>
              <a:ext cx="286500" cy="245092"/>
              <a:chOff x="4657726" y="1959674"/>
              <a:chExt cx="286500" cy="245092"/>
            </a:xfrm>
          </p:grpSpPr>
          <p:cxnSp>
            <p:nvCxnSpPr>
              <p:cNvPr id="12909" name="Google Shape;12909;p79"/>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2910" name="Google Shape;12910;p79"/>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11" name="Google Shape;12911;p79"/>
          <p:cNvGrpSpPr/>
          <p:nvPr/>
        </p:nvGrpSpPr>
        <p:grpSpPr>
          <a:xfrm>
            <a:off x="3486488" y="2149036"/>
            <a:ext cx="1597032" cy="378649"/>
            <a:chOff x="3512551" y="2358282"/>
            <a:chExt cx="1597032" cy="378649"/>
          </a:xfrm>
        </p:grpSpPr>
        <p:grpSp>
          <p:nvGrpSpPr>
            <p:cNvPr id="12912" name="Google Shape;12912;p79"/>
            <p:cNvGrpSpPr/>
            <p:nvPr/>
          </p:nvGrpSpPr>
          <p:grpSpPr>
            <a:xfrm>
              <a:off x="3738198" y="2553002"/>
              <a:ext cx="1145834" cy="117"/>
              <a:chOff x="3738198" y="2553002"/>
              <a:chExt cx="1145834" cy="117"/>
            </a:xfrm>
          </p:grpSpPr>
          <p:cxnSp>
            <p:nvCxnSpPr>
              <p:cNvPr id="12913" name="Google Shape;12913;p79"/>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2914" name="Google Shape;12914;p79"/>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2915" name="Google Shape;12915;p79"/>
              <p:cNvCxnSpPr>
                <a:stCxn id="12916" idx="6"/>
                <a:endCxn id="1291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2918" name="Google Shape;12918;p79"/>
            <p:cNvGrpSpPr/>
            <p:nvPr/>
          </p:nvGrpSpPr>
          <p:grpSpPr>
            <a:xfrm>
              <a:off x="3969644" y="2440153"/>
              <a:ext cx="225900" cy="296779"/>
              <a:chOff x="3969644" y="2440153"/>
              <a:chExt cx="225900" cy="296779"/>
            </a:xfrm>
          </p:grpSpPr>
          <p:cxnSp>
            <p:nvCxnSpPr>
              <p:cNvPr id="12919" name="Google Shape;12919;p79"/>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2917" name="Google Shape;12917;p79"/>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9"/>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79"/>
            <p:cNvGrpSpPr/>
            <p:nvPr/>
          </p:nvGrpSpPr>
          <p:grpSpPr>
            <a:xfrm>
              <a:off x="4426818" y="2358282"/>
              <a:ext cx="225600" cy="307471"/>
              <a:chOff x="4426818" y="2358282"/>
              <a:chExt cx="225600" cy="307471"/>
            </a:xfrm>
          </p:grpSpPr>
          <p:cxnSp>
            <p:nvCxnSpPr>
              <p:cNvPr id="12922" name="Google Shape;12922;p79"/>
              <p:cNvCxnSpPr>
                <a:stCxn id="1292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2924" name="Google Shape;12924;p79"/>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9"/>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79"/>
            <p:cNvGrpSpPr/>
            <p:nvPr/>
          </p:nvGrpSpPr>
          <p:grpSpPr>
            <a:xfrm>
              <a:off x="4883984" y="2440153"/>
              <a:ext cx="225600" cy="296479"/>
              <a:chOff x="4883984" y="2440153"/>
              <a:chExt cx="225600" cy="296479"/>
            </a:xfrm>
          </p:grpSpPr>
          <p:cxnSp>
            <p:nvCxnSpPr>
              <p:cNvPr id="12926" name="Google Shape;12926;p79"/>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2927" name="Google Shape;12927;p79"/>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9"/>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79"/>
            <p:cNvGrpSpPr/>
            <p:nvPr/>
          </p:nvGrpSpPr>
          <p:grpSpPr>
            <a:xfrm>
              <a:off x="3512551" y="2358356"/>
              <a:ext cx="225647" cy="307629"/>
              <a:chOff x="2182679" y="2005014"/>
              <a:chExt cx="792300" cy="1080158"/>
            </a:xfrm>
          </p:grpSpPr>
          <p:cxnSp>
            <p:nvCxnSpPr>
              <p:cNvPr id="12930" name="Google Shape;12930;p79"/>
              <p:cNvCxnSpPr>
                <a:stCxn id="1293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2916" name="Google Shape;12916;p79"/>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9"/>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32" name="Google Shape;12932;p79"/>
          <p:cNvGrpSpPr/>
          <p:nvPr/>
        </p:nvGrpSpPr>
        <p:grpSpPr>
          <a:xfrm>
            <a:off x="6846570" y="972834"/>
            <a:ext cx="1559809" cy="722610"/>
            <a:chOff x="634175" y="2986275"/>
            <a:chExt cx="3147949" cy="1458344"/>
          </a:xfrm>
        </p:grpSpPr>
        <p:cxnSp>
          <p:nvCxnSpPr>
            <p:cNvPr id="12933" name="Google Shape;12933;p79"/>
            <p:cNvCxnSpPr>
              <a:stCxn id="12934" idx="4"/>
              <a:endCxn id="1293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2936" name="Google Shape;12936;p79"/>
            <p:cNvCxnSpPr>
              <a:stCxn id="12935" idx="0"/>
              <a:endCxn id="1293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2938" name="Google Shape;12938;p79"/>
            <p:cNvCxnSpPr>
              <a:stCxn id="12937" idx="4"/>
              <a:endCxn id="1293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2940" name="Google Shape;12940;p79"/>
            <p:cNvCxnSpPr>
              <a:stCxn id="12939" idx="0"/>
              <a:endCxn id="1294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2941" name="Google Shape;12941;p79"/>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937" name="Google Shape;12937;p79"/>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934" name="Google Shape;12934;p79"/>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939" name="Google Shape;12939;p79"/>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935" name="Google Shape;12935;p79"/>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2942" name="Google Shape;12942;p79"/>
          <p:cNvGrpSpPr/>
          <p:nvPr/>
        </p:nvGrpSpPr>
        <p:grpSpPr>
          <a:xfrm>
            <a:off x="3500360" y="2682741"/>
            <a:ext cx="1570719" cy="294123"/>
            <a:chOff x="998425" y="1182125"/>
            <a:chExt cx="1065400" cy="199500"/>
          </a:xfrm>
        </p:grpSpPr>
        <p:sp>
          <p:nvSpPr>
            <p:cNvPr id="12943" name="Google Shape;12943;p7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79"/>
          <p:cNvGrpSpPr/>
          <p:nvPr/>
        </p:nvGrpSpPr>
        <p:grpSpPr>
          <a:xfrm>
            <a:off x="6843616" y="1800228"/>
            <a:ext cx="1565716" cy="366729"/>
            <a:chOff x="1247650" y="2075423"/>
            <a:chExt cx="6648477" cy="1557238"/>
          </a:xfrm>
        </p:grpSpPr>
        <p:sp>
          <p:nvSpPr>
            <p:cNvPr id="12949" name="Google Shape;12949;p7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5" name="Google Shape;12955;p79"/>
          <p:cNvGrpSpPr/>
          <p:nvPr/>
        </p:nvGrpSpPr>
        <p:grpSpPr>
          <a:xfrm>
            <a:off x="6827928" y="2949043"/>
            <a:ext cx="1597061" cy="663440"/>
            <a:chOff x="6796238" y="3158297"/>
            <a:chExt cx="1630319" cy="677257"/>
          </a:xfrm>
        </p:grpSpPr>
        <p:cxnSp>
          <p:nvCxnSpPr>
            <p:cNvPr id="12956" name="Google Shape;12956;p79"/>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2957" name="Google Shape;12957;p79"/>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2958" name="Google Shape;12958;p79"/>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2959" name="Google Shape;12959;p79"/>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2960" name="Google Shape;12960;p79"/>
            <p:cNvGrpSpPr/>
            <p:nvPr/>
          </p:nvGrpSpPr>
          <p:grpSpPr>
            <a:xfrm>
              <a:off x="6796238" y="3311904"/>
              <a:ext cx="1630319" cy="377697"/>
              <a:chOff x="6796238" y="3311904"/>
              <a:chExt cx="1630319" cy="377697"/>
            </a:xfrm>
          </p:grpSpPr>
          <p:sp>
            <p:nvSpPr>
              <p:cNvPr id="12961" name="Google Shape;12961;p79"/>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9"/>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9"/>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64" name="Google Shape;12964;p79"/>
          <p:cNvGrpSpPr/>
          <p:nvPr/>
        </p:nvGrpSpPr>
        <p:grpSpPr>
          <a:xfrm>
            <a:off x="5349066" y="970435"/>
            <a:ext cx="1368606" cy="1593805"/>
            <a:chOff x="1839112" y="2209163"/>
            <a:chExt cx="1918159" cy="2233784"/>
          </a:xfrm>
        </p:grpSpPr>
        <p:sp>
          <p:nvSpPr>
            <p:cNvPr id="12965" name="Google Shape;12965;p79"/>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9"/>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9"/>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68" name="Google Shape;12968;p79"/>
            <p:cNvCxnSpPr>
              <a:stCxn id="12965" idx="6"/>
              <a:endCxn id="1296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2969" name="Google Shape;12969;p79"/>
            <p:cNvCxnSpPr>
              <a:stCxn id="12966" idx="4"/>
              <a:endCxn id="1297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2971" name="Google Shape;12971;p79"/>
            <p:cNvCxnSpPr>
              <a:stCxn id="12970" idx="6"/>
              <a:endCxn id="1296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2972" name="Google Shape;12972;p79"/>
            <p:cNvCxnSpPr>
              <a:stCxn id="12967" idx="4"/>
              <a:endCxn id="1297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2970" name="Google Shape;12970;p79"/>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9"/>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9"/>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75" name="Google Shape;12975;p79"/>
            <p:cNvCxnSpPr>
              <a:endCxn id="1297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2976" name="Google Shape;12976;p79"/>
          <p:cNvGrpSpPr/>
          <p:nvPr/>
        </p:nvGrpSpPr>
        <p:grpSpPr>
          <a:xfrm>
            <a:off x="3481439" y="976671"/>
            <a:ext cx="1637968" cy="154942"/>
            <a:chOff x="238125" y="2506075"/>
            <a:chExt cx="7115411" cy="673075"/>
          </a:xfrm>
        </p:grpSpPr>
        <p:sp>
          <p:nvSpPr>
            <p:cNvPr id="12977" name="Google Shape;12977;p7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79"/>
          <p:cNvGrpSpPr/>
          <p:nvPr/>
        </p:nvGrpSpPr>
        <p:grpSpPr>
          <a:xfrm>
            <a:off x="720124" y="1298269"/>
            <a:ext cx="2476762" cy="91743"/>
            <a:chOff x="1464850" y="436376"/>
            <a:chExt cx="6001362" cy="222300"/>
          </a:xfrm>
        </p:grpSpPr>
        <p:sp>
          <p:nvSpPr>
            <p:cNvPr id="12983" name="Google Shape;12983;p79"/>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9"/>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9"/>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9"/>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9"/>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88" name="Google Shape;12988;p79"/>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989" name="Google Shape;12989;p79"/>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990" name="Google Shape;12990;p79"/>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991" name="Google Shape;12991;p79"/>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2992" name="Google Shape;12992;p79"/>
          <p:cNvGrpSpPr/>
          <p:nvPr/>
        </p:nvGrpSpPr>
        <p:grpSpPr>
          <a:xfrm>
            <a:off x="706391" y="2533734"/>
            <a:ext cx="1452710" cy="651923"/>
            <a:chOff x="803162" y="2667727"/>
            <a:chExt cx="1411906" cy="633611"/>
          </a:xfrm>
        </p:grpSpPr>
        <p:cxnSp>
          <p:nvCxnSpPr>
            <p:cNvPr id="12993" name="Google Shape;12993;p79"/>
            <p:cNvCxnSpPr>
              <a:stCxn id="12994" idx="2"/>
              <a:endCxn id="1299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996" name="Google Shape;12996;p79"/>
            <p:cNvCxnSpPr>
              <a:stCxn id="12997" idx="0"/>
              <a:endCxn id="1299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998" name="Google Shape;12998;p79"/>
            <p:cNvCxnSpPr>
              <a:stCxn id="12997" idx="2"/>
              <a:endCxn id="1299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000" name="Google Shape;13000;p79"/>
            <p:cNvCxnSpPr>
              <a:stCxn id="13001" idx="0"/>
              <a:endCxn id="1299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002" name="Google Shape;13002;p79"/>
            <p:cNvCxnSpPr>
              <a:stCxn id="12995" idx="2"/>
              <a:endCxn id="1300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004" name="Google Shape;13004;p79"/>
            <p:cNvCxnSpPr>
              <a:stCxn id="13005" idx="0"/>
              <a:endCxn id="1299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3001" name="Google Shape;13001;p79"/>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999" name="Google Shape;12999;p79"/>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005" name="Google Shape;13005;p79"/>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003" name="Google Shape;13003;p79"/>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995" name="Google Shape;12995;p79"/>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997" name="Google Shape;12997;p79"/>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994" name="Google Shape;12994;p79"/>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3006" name="Google Shape;13006;p79"/>
          <p:cNvGrpSpPr/>
          <p:nvPr/>
        </p:nvGrpSpPr>
        <p:grpSpPr>
          <a:xfrm>
            <a:off x="706393" y="969273"/>
            <a:ext cx="2518541" cy="209309"/>
            <a:chOff x="803163" y="1111966"/>
            <a:chExt cx="2447800" cy="203430"/>
          </a:xfrm>
        </p:grpSpPr>
        <p:grpSp>
          <p:nvGrpSpPr>
            <p:cNvPr id="13007" name="Google Shape;13007;p79"/>
            <p:cNvGrpSpPr/>
            <p:nvPr/>
          </p:nvGrpSpPr>
          <p:grpSpPr>
            <a:xfrm>
              <a:off x="1958180" y="1111966"/>
              <a:ext cx="588019" cy="121396"/>
              <a:chOff x="4808316" y="2800065"/>
              <a:chExt cx="1999386" cy="412910"/>
            </a:xfrm>
          </p:grpSpPr>
          <p:sp>
            <p:nvSpPr>
              <p:cNvPr id="13008" name="Google Shape;13008;p79"/>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9" name="Google Shape;13009;p79"/>
              <p:cNvGrpSpPr/>
              <p:nvPr/>
            </p:nvGrpSpPr>
            <p:grpSpPr>
              <a:xfrm>
                <a:off x="4808316" y="2800065"/>
                <a:ext cx="92400" cy="411825"/>
                <a:chOff x="845575" y="2563700"/>
                <a:chExt cx="92400" cy="411825"/>
              </a:xfrm>
            </p:grpSpPr>
            <p:cxnSp>
              <p:nvCxnSpPr>
                <p:cNvPr id="13010" name="Google Shape;13010;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011" name="Google Shape;13011;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3012" name="Google Shape;13012;p79"/>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3013" name="Google Shape;13013;p79"/>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4" name="Google Shape;13014;p79"/>
            <p:cNvGrpSpPr/>
            <p:nvPr/>
          </p:nvGrpSpPr>
          <p:grpSpPr>
            <a:xfrm>
              <a:off x="803163" y="1111974"/>
              <a:ext cx="591158" cy="121545"/>
              <a:chOff x="803163" y="1111974"/>
              <a:chExt cx="591158" cy="121545"/>
            </a:xfrm>
          </p:grpSpPr>
          <p:grpSp>
            <p:nvGrpSpPr>
              <p:cNvPr id="13015" name="Google Shape;13015;p79"/>
              <p:cNvGrpSpPr/>
              <p:nvPr/>
            </p:nvGrpSpPr>
            <p:grpSpPr>
              <a:xfrm>
                <a:off x="803163" y="1111974"/>
                <a:ext cx="27175" cy="121077"/>
                <a:chOff x="845575" y="2563700"/>
                <a:chExt cx="92400" cy="411825"/>
              </a:xfrm>
            </p:grpSpPr>
            <p:cxnSp>
              <p:nvCxnSpPr>
                <p:cNvPr id="13016" name="Google Shape;13016;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017" name="Google Shape;13017;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8" name="Google Shape;13018;p79"/>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79"/>
            <p:cNvGrpSpPr/>
            <p:nvPr/>
          </p:nvGrpSpPr>
          <p:grpSpPr>
            <a:xfrm>
              <a:off x="1381910" y="1194219"/>
              <a:ext cx="588341" cy="121177"/>
              <a:chOff x="1381910" y="1194219"/>
              <a:chExt cx="588341" cy="121177"/>
            </a:xfrm>
          </p:grpSpPr>
          <p:grpSp>
            <p:nvGrpSpPr>
              <p:cNvPr id="13020" name="Google Shape;13020;p79"/>
              <p:cNvGrpSpPr/>
              <p:nvPr/>
            </p:nvGrpSpPr>
            <p:grpSpPr>
              <a:xfrm rot="10800000">
                <a:off x="1381910" y="1194319"/>
                <a:ext cx="27175" cy="121077"/>
                <a:chOff x="2070100" y="2563700"/>
                <a:chExt cx="92400" cy="411825"/>
              </a:xfrm>
            </p:grpSpPr>
            <p:cxnSp>
              <p:nvCxnSpPr>
                <p:cNvPr id="13021" name="Google Shape;13021;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022" name="Google Shape;13022;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3" name="Google Shape;13023;p79"/>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79"/>
            <p:cNvGrpSpPr/>
            <p:nvPr/>
          </p:nvGrpSpPr>
          <p:grpSpPr>
            <a:xfrm>
              <a:off x="2532079" y="1194219"/>
              <a:ext cx="704927" cy="121177"/>
              <a:chOff x="2532079" y="1194219"/>
              <a:chExt cx="704927" cy="121177"/>
            </a:xfrm>
          </p:grpSpPr>
          <p:grpSp>
            <p:nvGrpSpPr>
              <p:cNvPr id="13025" name="Google Shape;13025;p79"/>
              <p:cNvGrpSpPr/>
              <p:nvPr/>
            </p:nvGrpSpPr>
            <p:grpSpPr>
              <a:xfrm rot="10800000">
                <a:off x="2532079" y="1194319"/>
                <a:ext cx="27175" cy="121077"/>
                <a:chOff x="2070100" y="2563700"/>
                <a:chExt cx="92400" cy="411825"/>
              </a:xfrm>
            </p:grpSpPr>
            <p:cxnSp>
              <p:nvCxnSpPr>
                <p:cNvPr id="13026" name="Google Shape;13026;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027" name="Google Shape;13027;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8" name="Google Shape;13028;p79"/>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29" name="Google Shape;13029;p79"/>
          <p:cNvGrpSpPr/>
          <p:nvPr/>
        </p:nvGrpSpPr>
        <p:grpSpPr>
          <a:xfrm>
            <a:off x="3499403" y="3665904"/>
            <a:ext cx="1567778" cy="491677"/>
            <a:chOff x="5194708" y="3484366"/>
            <a:chExt cx="3148148" cy="987304"/>
          </a:xfrm>
        </p:grpSpPr>
        <p:grpSp>
          <p:nvGrpSpPr>
            <p:cNvPr id="13030" name="Google Shape;13030;p79"/>
            <p:cNvGrpSpPr/>
            <p:nvPr/>
          </p:nvGrpSpPr>
          <p:grpSpPr>
            <a:xfrm>
              <a:off x="7531521" y="3484366"/>
              <a:ext cx="811335" cy="987304"/>
              <a:chOff x="3379425" y="1617275"/>
              <a:chExt cx="1090650" cy="1327200"/>
            </a:xfrm>
          </p:grpSpPr>
          <p:sp>
            <p:nvSpPr>
              <p:cNvPr id="13031" name="Google Shape;13031;p7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79"/>
            <p:cNvGrpSpPr/>
            <p:nvPr/>
          </p:nvGrpSpPr>
          <p:grpSpPr>
            <a:xfrm>
              <a:off x="6752546" y="3484366"/>
              <a:ext cx="811428" cy="987304"/>
              <a:chOff x="2332275" y="1617275"/>
              <a:chExt cx="1090775" cy="1327200"/>
            </a:xfrm>
          </p:grpSpPr>
          <p:sp>
            <p:nvSpPr>
              <p:cNvPr id="13035" name="Google Shape;13035;p7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8" name="Google Shape;13038;p79"/>
            <p:cNvGrpSpPr/>
            <p:nvPr/>
          </p:nvGrpSpPr>
          <p:grpSpPr>
            <a:xfrm>
              <a:off x="5973664" y="3484366"/>
              <a:ext cx="811335" cy="987304"/>
              <a:chOff x="1285250" y="1617275"/>
              <a:chExt cx="1090650" cy="1327200"/>
            </a:xfrm>
          </p:grpSpPr>
          <p:sp>
            <p:nvSpPr>
              <p:cNvPr id="13039" name="Google Shape;13039;p7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79"/>
            <p:cNvGrpSpPr/>
            <p:nvPr/>
          </p:nvGrpSpPr>
          <p:grpSpPr>
            <a:xfrm>
              <a:off x="5194708" y="3484366"/>
              <a:ext cx="811409" cy="987304"/>
              <a:chOff x="238125" y="1617275"/>
              <a:chExt cx="1090750" cy="1327200"/>
            </a:xfrm>
          </p:grpSpPr>
          <p:sp>
            <p:nvSpPr>
              <p:cNvPr id="13043" name="Google Shape;13043;p7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46" name="Google Shape;13046;p79"/>
          <p:cNvGrpSpPr/>
          <p:nvPr/>
        </p:nvGrpSpPr>
        <p:grpSpPr>
          <a:xfrm>
            <a:off x="3460012" y="3146315"/>
            <a:ext cx="1616964" cy="346256"/>
            <a:chOff x="1808063" y="4294338"/>
            <a:chExt cx="3370782" cy="721817"/>
          </a:xfrm>
        </p:grpSpPr>
        <p:sp>
          <p:nvSpPr>
            <p:cNvPr id="13047" name="Google Shape;13047;p7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79"/>
          <p:cNvGrpSpPr/>
          <p:nvPr/>
        </p:nvGrpSpPr>
        <p:grpSpPr>
          <a:xfrm>
            <a:off x="738224" y="3432344"/>
            <a:ext cx="1295882" cy="646587"/>
            <a:chOff x="834100" y="3642869"/>
            <a:chExt cx="1259483" cy="628426"/>
          </a:xfrm>
        </p:grpSpPr>
        <p:sp>
          <p:nvSpPr>
            <p:cNvPr id="13058" name="Google Shape;13058;p79"/>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9"/>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9"/>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9"/>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9"/>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9"/>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9"/>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9"/>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9"/>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9"/>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9"/>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9"/>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9"/>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9"/>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9"/>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9"/>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9"/>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9"/>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9"/>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9"/>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9"/>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9"/>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9"/>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9"/>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9"/>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3" name="Google Shape;13083;p79"/>
            <p:cNvGrpSpPr/>
            <p:nvPr/>
          </p:nvGrpSpPr>
          <p:grpSpPr>
            <a:xfrm>
              <a:off x="1360364" y="3847835"/>
              <a:ext cx="208119" cy="224359"/>
              <a:chOff x="1360769" y="3847100"/>
              <a:chExt cx="208119" cy="224359"/>
            </a:xfrm>
          </p:grpSpPr>
          <p:sp>
            <p:nvSpPr>
              <p:cNvPr id="13084" name="Google Shape;13084;p79"/>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9"/>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9"/>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9"/>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9"/>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9"/>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9"/>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9"/>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9"/>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9"/>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9"/>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9"/>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9"/>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9"/>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9"/>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9"/>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9"/>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9"/>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9"/>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9"/>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4" name="Google Shape;13104;p79"/>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9"/>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9"/>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9"/>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9"/>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9"/>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9"/>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9"/>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9"/>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9"/>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9"/>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9"/>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9"/>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9"/>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79"/>
          <p:cNvGrpSpPr/>
          <p:nvPr/>
        </p:nvGrpSpPr>
        <p:grpSpPr>
          <a:xfrm rot="5400000">
            <a:off x="5951337" y="3228841"/>
            <a:ext cx="164064" cy="1414916"/>
            <a:chOff x="4428249" y="1369375"/>
            <a:chExt cx="36905" cy="429569"/>
          </a:xfrm>
        </p:grpSpPr>
        <p:sp>
          <p:nvSpPr>
            <p:cNvPr id="13119" name="Google Shape;13119;p79"/>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9"/>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9"/>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9"/>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9"/>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9"/>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9"/>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9"/>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9"/>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9"/>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9"/>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9"/>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9"/>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9"/>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9"/>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9"/>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9"/>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9"/>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9"/>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9"/>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9"/>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9"/>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9"/>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9"/>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9"/>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9"/>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9"/>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9"/>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9"/>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9"/>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9"/>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9"/>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79"/>
          <p:cNvGrpSpPr/>
          <p:nvPr/>
        </p:nvGrpSpPr>
        <p:grpSpPr>
          <a:xfrm flipH="1" rot="10800000">
            <a:off x="5323766" y="2817385"/>
            <a:ext cx="1419207" cy="24808"/>
            <a:chOff x="219558" y="4738465"/>
            <a:chExt cx="5852400" cy="102300"/>
          </a:xfrm>
        </p:grpSpPr>
        <p:cxnSp>
          <p:nvCxnSpPr>
            <p:cNvPr id="13152" name="Google Shape;13152;p79"/>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3153" name="Google Shape;13153;p79"/>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9"/>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9"/>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9"/>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9"/>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79"/>
          <p:cNvGrpSpPr/>
          <p:nvPr/>
        </p:nvGrpSpPr>
        <p:grpSpPr>
          <a:xfrm>
            <a:off x="5335084" y="3190448"/>
            <a:ext cx="1396570" cy="385016"/>
            <a:chOff x="5286284" y="2966544"/>
            <a:chExt cx="1396570" cy="385016"/>
          </a:xfrm>
        </p:grpSpPr>
        <p:cxnSp>
          <p:nvCxnSpPr>
            <p:cNvPr id="13159" name="Google Shape;13159;p79"/>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3160" name="Google Shape;13160;p79"/>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3161" name="Google Shape;13161;p79"/>
            <p:cNvGrpSpPr/>
            <p:nvPr/>
          </p:nvGrpSpPr>
          <p:grpSpPr>
            <a:xfrm>
              <a:off x="5287688" y="3173364"/>
              <a:ext cx="1395166" cy="74100"/>
              <a:chOff x="5287688" y="3173364"/>
              <a:chExt cx="1395166" cy="74100"/>
            </a:xfrm>
          </p:grpSpPr>
          <p:cxnSp>
            <p:nvCxnSpPr>
              <p:cNvPr id="13162" name="Google Shape;13162;p79"/>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3163" name="Google Shape;13163;p79"/>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3164" name="Google Shape;13164;p79"/>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165" name="Google Shape;13165;p79"/>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166" name="Google Shape;13166;p79"/>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167" name="Google Shape;13167;p79"/>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168" name="Google Shape;13168;p79"/>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169" name="Google Shape;13169;p79"/>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3170" name="Google Shape;13170;p79"/>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3171" name="Google Shape;13171;p79"/>
          <p:cNvGrpSpPr/>
          <p:nvPr/>
        </p:nvGrpSpPr>
        <p:grpSpPr>
          <a:xfrm>
            <a:off x="2021150" y="1609224"/>
            <a:ext cx="1182276" cy="662027"/>
            <a:chOff x="2029517" y="1732295"/>
            <a:chExt cx="1149068" cy="643432"/>
          </a:xfrm>
        </p:grpSpPr>
        <p:grpSp>
          <p:nvGrpSpPr>
            <p:cNvPr id="13172" name="Google Shape;13172;p79"/>
            <p:cNvGrpSpPr/>
            <p:nvPr/>
          </p:nvGrpSpPr>
          <p:grpSpPr>
            <a:xfrm>
              <a:off x="2708660" y="1746937"/>
              <a:ext cx="455427" cy="244429"/>
              <a:chOff x="2700693" y="1746937"/>
              <a:chExt cx="455427" cy="244429"/>
            </a:xfrm>
          </p:grpSpPr>
          <p:grpSp>
            <p:nvGrpSpPr>
              <p:cNvPr id="13173" name="Google Shape;13173;p79"/>
              <p:cNvGrpSpPr/>
              <p:nvPr/>
            </p:nvGrpSpPr>
            <p:grpSpPr>
              <a:xfrm>
                <a:off x="2905682" y="1782817"/>
                <a:ext cx="250438" cy="208549"/>
                <a:chOff x="2905682" y="1782817"/>
                <a:chExt cx="250438" cy="208549"/>
              </a:xfrm>
            </p:grpSpPr>
            <p:cxnSp>
              <p:nvCxnSpPr>
                <p:cNvPr id="13174" name="Google Shape;13174;p79"/>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175" name="Google Shape;13175;p79"/>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79"/>
              <p:cNvGrpSpPr/>
              <p:nvPr/>
            </p:nvGrpSpPr>
            <p:grpSpPr>
              <a:xfrm>
                <a:off x="2700693" y="1746937"/>
                <a:ext cx="449967" cy="72374"/>
                <a:chOff x="2700693" y="1746937"/>
                <a:chExt cx="449967" cy="72374"/>
              </a:xfrm>
            </p:grpSpPr>
            <p:cxnSp>
              <p:nvCxnSpPr>
                <p:cNvPr id="13177" name="Google Shape;13177;p79"/>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178" name="Google Shape;13178;p79"/>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79" name="Google Shape;13179;p79"/>
            <p:cNvGrpSpPr/>
            <p:nvPr/>
          </p:nvGrpSpPr>
          <p:grpSpPr>
            <a:xfrm>
              <a:off x="2029517" y="1732295"/>
              <a:ext cx="1149068" cy="643432"/>
              <a:chOff x="2029517" y="1732295"/>
              <a:chExt cx="1149068" cy="643432"/>
            </a:xfrm>
          </p:grpSpPr>
          <p:grpSp>
            <p:nvGrpSpPr>
              <p:cNvPr id="13180" name="Google Shape;13180;p79"/>
              <p:cNvGrpSpPr/>
              <p:nvPr/>
            </p:nvGrpSpPr>
            <p:grpSpPr>
              <a:xfrm>
                <a:off x="2703618" y="2103152"/>
                <a:ext cx="474966" cy="260017"/>
                <a:chOff x="2703618" y="2103152"/>
                <a:chExt cx="474966" cy="260017"/>
              </a:xfrm>
            </p:grpSpPr>
            <p:grpSp>
              <p:nvGrpSpPr>
                <p:cNvPr id="13181" name="Google Shape;13181;p79"/>
                <p:cNvGrpSpPr/>
                <p:nvPr/>
              </p:nvGrpSpPr>
              <p:grpSpPr>
                <a:xfrm>
                  <a:off x="2703618" y="2290640"/>
                  <a:ext cx="450291" cy="72529"/>
                  <a:chOff x="2703618" y="2290640"/>
                  <a:chExt cx="450291" cy="72529"/>
                </a:xfrm>
              </p:grpSpPr>
              <p:cxnSp>
                <p:nvCxnSpPr>
                  <p:cNvPr id="13182" name="Google Shape;13182;p79"/>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183" name="Google Shape;13183;p79"/>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79"/>
                <p:cNvGrpSpPr/>
                <p:nvPr/>
              </p:nvGrpSpPr>
              <p:grpSpPr>
                <a:xfrm>
                  <a:off x="2908607" y="2103152"/>
                  <a:ext cx="269977" cy="223538"/>
                  <a:chOff x="2908607" y="2103152"/>
                  <a:chExt cx="269977" cy="223538"/>
                </a:xfrm>
              </p:grpSpPr>
              <p:cxnSp>
                <p:nvCxnSpPr>
                  <p:cNvPr id="13185" name="Google Shape;13185;p79"/>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186" name="Google Shape;13186;p79"/>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87" name="Google Shape;13187;p79"/>
              <p:cNvGrpSpPr/>
              <p:nvPr/>
            </p:nvGrpSpPr>
            <p:grpSpPr>
              <a:xfrm>
                <a:off x="2029517" y="1732295"/>
                <a:ext cx="685827" cy="643432"/>
                <a:chOff x="2029517" y="1732295"/>
                <a:chExt cx="685827" cy="643432"/>
              </a:xfrm>
            </p:grpSpPr>
            <p:sp>
              <p:nvSpPr>
                <p:cNvPr id="13188" name="Google Shape;13188;p79"/>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9" name="Google Shape;13189;p79"/>
                <p:cNvGrpSpPr/>
                <p:nvPr/>
              </p:nvGrpSpPr>
              <p:grpSpPr>
                <a:xfrm>
                  <a:off x="2158948" y="1732295"/>
                  <a:ext cx="556396" cy="333108"/>
                  <a:chOff x="2158948" y="1732295"/>
                  <a:chExt cx="556396" cy="333108"/>
                </a:xfrm>
              </p:grpSpPr>
              <p:cxnSp>
                <p:nvCxnSpPr>
                  <p:cNvPr id="13190" name="Google Shape;13190;p79"/>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191" name="Google Shape;13191;p79"/>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79"/>
                <p:cNvGrpSpPr/>
                <p:nvPr/>
              </p:nvGrpSpPr>
              <p:grpSpPr>
                <a:xfrm>
                  <a:off x="2159908" y="2065057"/>
                  <a:ext cx="550884" cy="310670"/>
                  <a:chOff x="2159908" y="2065057"/>
                  <a:chExt cx="550884" cy="310670"/>
                </a:xfrm>
              </p:grpSpPr>
              <p:cxnSp>
                <p:nvCxnSpPr>
                  <p:cNvPr id="13193" name="Google Shape;13193;p79"/>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194" name="Google Shape;13194;p79"/>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3195" name="Google Shape;13195;p79"/>
          <p:cNvGrpSpPr/>
          <p:nvPr/>
        </p:nvGrpSpPr>
        <p:grpSpPr>
          <a:xfrm>
            <a:off x="706399" y="1556837"/>
            <a:ext cx="962651" cy="810058"/>
            <a:chOff x="844912" y="1681380"/>
            <a:chExt cx="935611" cy="787305"/>
          </a:xfrm>
        </p:grpSpPr>
        <p:grpSp>
          <p:nvGrpSpPr>
            <p:cNvPr id="13196" name="Google Shape;13196;p79"/>
            <p:cNvGrpSpPr/>
            <p:nvPr/>
          </p:nvGrpSpPr>
          <p:grpSpPr>
            <a:xfrm>
              <a:off x="844912" y="1819635"/>
              <a:ext cx="329836" cy="510016"/>
              <a:chOff x="844912" y="1819635"/>
              <a:chExt cx="329836" cy="510016"/>
            </a:xfrm>
          </p:grpSpPr>
          <p:sp>
            <p:nvSpPr>
              <p:cNvPr id="13197" name="Google Shape;13197;p79"/>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9"/>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9"/>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9"/>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9"/>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9"/>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79"/>
            <p:cNvGrpSpPr/>
            <p:nvPr/>
          </p:nvGrpSpPr>
          <p:grpSpPr>
            <a:xfrm>
              <a:off x="1284601" y="2158168"/>
              <a:ext cx="495923" cy="310517"/>
              <a:chOff x="1284601" y="2158168"/>
              <a:chExt cx="495923" cy="310517"/>
            </a:xfrm>
          </p:grpSpPr>
          <p:sp>
            <p:nvSpPr>
              <p:cNvPr id="13204" name="Google Shape;13204;p79"/>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5" name="Google Shape;13205;p79"/>
              <p:cNvGrpSpPr/>
              <p:nvPr/>
            </p:nvGrpSpPr>
            <p:grpSpPr>
              <a:xfrm>
                <a:off x="1507666" y="2158168"/>
                <a:ext cx="272858" cy="310517"/>
                <a:chOff x="1507666" y="2158168"/>
                <a:chExt cx="272858" cy="310517"/>
              </a:xfrm>
            </p:grpSpPr>
            <p:grpSp>
              <p:nvGrpSpPr>
                <p:cNvPr id="13206" name="Google Shape;13206;p79"/>
                <p:cNvGrpSpPr/>
                <p:nvPr/>
              </p:nvGrpSpPr>
              <p:grpSpPr>
                <a:xfrm>
                  <a:off x="1507666" y="2176104"/>
                  <a:ext cx="166395" cy="273149"/>
                  <a:chOff x="1507666" y="2176104"/>
                  <a:chExt cx="166395" cy="273149"/>
                </a:xfrm>
              </p:grpSpPr>
              <p:sp>
                <p:nvSpPr>
                  <p:cNvPr id="13207" name="Google Shape;13207;p79"/>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9"/>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9"/>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9"/>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9"/>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9"/>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9"/>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4" name="Google Shape;13214;p79"/>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9"/>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16" name="Google Shape;13216;p79"/>
            <p:cNvGrpSpPr/>
            <p:nvPr/>
          </p:nvGrpSpPr>
          <p:grpSpPr>
            <a:xfrm>
              <a:off x="1284601" y="1681380"/>
              <a:ext cx="495923" cy="310517"/>
              <a:chOff x="1284601" y="1681380"/>
              <a:chExt cx="495923" cy="310517"/>
            </a:xfrm>
          </p:grpSpPr>
          <p:sp>
            <p:nvSpPr>
              <p:cNvPr id="13217" name="Google Shape;13217;p79"/>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8" name="Google Shape;13218;p79"/>
              <p:cNvGrpSpPr/>
              <p:nvPr/>
            </p:nvGrpSpPr>
            <p:grpSpPr>
              <a:xfrm>
                <a:off x="1507666" y="1681380"/>
                <a:ext cx="272858" cy="310517"/>
                <a:chOff x="1507666" y="1681380"/>
                <a:chExt cx="272858" cy="310517"/>
              </a:xfrm>
            </p:grpSpPr>
            <p:grpSp>
              <p:nvGrpSpPr>
                <p:cNvPr id="13219" name="Google Shape;13219;p79"/>
                <p:cNvGrpSpPr/>
                <p:nvPr/>
              </p:nvGrpSpPr>
              <p:grpSpPr>
                <a:xfrm>
                  <a:off x="1507666" y="1700120"/>
                  <a:ext cx="166395" cy="272984"/>
                  <a:chOff x="1507666" y="1700120"/>
                  <a:chExt cx="166395" cy="272984"/>
                </a:xfrm>
              </p:grpSpPr>
              <p:sp>
                <p:nvSpPr>
                  <p:cNvPr id="13220" name="Google Shape;13220;p79"/>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9"/>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9"/>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9"/>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9"/>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9"/>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9"/>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7" name="Google Shape;13227;p79"/>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9"/>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229" name="Google Shape;13229;p79"/>
          <p:cNvGrpSpPr/>
          <p:nvPr/>
        </p:nvGrpSpPr>
        <p:grpSpPr>
          <a:xfrm>
            <a:off x="6815339" y="2324267"/>
            <a:ext cx="1622269" cy="552443"/>
            <a:chOff x="6894650" y="2574740"/>
            <a:chExt cx="1445100" cy="492111"/>
          </a:xfrm>
        </p:grpSpPr>
        <p:sp>
          <p:nvSpPr>
            <p:cNvPr id="13230" name="Google Shape;13230;p79"/>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9"/>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9"/>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9"/>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9"/>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35" name="Google Shape;13235;p79"/>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3236" name="Google Shape;13236;p79"/>
          <p:cNvGrpSpPr/>
          <p:nvPr/>
        </p:nvGrpSpPr>
        <p:grpSpPr>
          <a:xfrm>
            <a:off x="6834882" y="3698522"/>
            <a:ext cx="1583206" cy="475705"/>
            <a:chOff x="6953919" y="3907920"/>
            <a:chExt cx="1377300" cy="475705"/>
          </a:xfrm>
        </p:grpSpPr>
        <p:cxnSp>
          <p:nvCxnSpPr>
            <p:cNvPr id="13237" name="Google Shape;13237;p79"/>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238" name="Google Shape;13238;p79"/>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3239" name="Google Shape;13239;p79"/>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240" name="Google Shape;13240;p79"/>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3241" name="Google Shape;13241;p79"/>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3242" name="Google Shape;13242;p79"/>
          <p:cNvGrpSpPr/>
          <p:nvPr/>
        </p:nvGrpSpPr>
        <p:grpSpPr>
          <a:xfrm>
            <a:off x="2338470" y="2459668"/>
            <a:ext cx="836286" cy="824529"/>
            <a:chOff x="2389399" y="2595741"/>
            <a:chExt cx="812796" cy="801369"/>
          </a:xfrm>
        </p:grpSpPr>
        <p:grpSp>
          <p:nvGrpSpPr>
            <p:cNvPr id="13243" name="Google Shape;13243;p79"/>
            <p:cNvGrpSpPr/>
            <p:nvPr/>
          </p:nvGrpSpPr>
          <p:grpSpPr>
            <a:xfrm>
              <a:off x="2492145" y="2881565"/>
              <a:ext cx="607300" cy="229751"/>
              <a:chOff x="2492145" y="2881565"/>
              <a:chExt cx="607300" cy="229751"/>
            </a:xfrm>
          </p:grpSpPr>
          <p:sp>
            <p:nvSpPr>
              <p:cNvPr id="13244" name="Google Shape;13244;p79"/>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9"/>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9"/>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79"/>
            <p:cNvGrpSpPr/>
            <p:nvPr/>
          </p:nvGrpSpPr>
          <p:grpSpPr>
            <a:xfrm>
              <a:off x="2389399" y="2595741"/>
              <a:ext cx="812796" cy="296825"/>
              <a:chOff x="2389399" y="2595741"/>
              <a:chExt cx="812796" cy="296825"/>
            </a:xfrm>
          </p:grpSpPr>
          <p:grpSp>
            <p:nvGrpSpPr>
              <p:cNvPr id="13248" name="Google Shape;13248;p79"/>
              <p:cNvGrpSpPr/>
              <p:nvPr/>
            </p:nvGrpSpPr>
            <p:grpSpPr>
              <a:xfrm>
                <a:off x="2389399" y="2595741"/>
                <a:ext cx="363638" cy="296825"/>
                <a:chOff x="2389399" y="2595741"/>
                <a:chExt cx="363638" cy="296825"/>
              </a:xfrm>
            </p:grpSpPr>
            <p:grpSp>
              <p:nvGrpSpPr>
                <p:cNvPr id="13249" name="Google Shape;13249;p79"/>
                <p:cNvGrpSpPr/>
                <p:nvPr/>
              </p:nvGrpSpPr>
              <p:grpSpPr>
                <a:xfrm>
                  <a:off x="2493852" y="2794333"/>
                  <a:ext cx="259185" cy="98232"/>
                  <a:chOff x="2493852" y="2794333"/>
                  <a:chExt cx="259185" cy="98232"/>
                </a:xfrm>
              </p:grpSpPr>
              <p:sp>
                <p:nvSpPr>
                  <p:cNvPr id="13250" name="Google Shape;13250;p79"/>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9"/>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9"/>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79"/>
                <p:cNvGrpSpPr/>
                <p:nvPr/>
              </p:nvGrpSpPr>
              <p:grpSpPr>
                <a:xfrm>
                  <a:off x="2389399" y="2595741"/>
                  <a:ext cx="224343" cy="182054"/>
                  <a:chOff x="2389399" y="2595741"/>
                  <a:chExt cx="224343" cy="182054"/>
                </a:xfrm>
              </p:grpSpPr>
              <p:sp>
                <p:nvSpPr>
                  <p:cNvPr id="13254" name="Google Shape;13254;p79"/>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9"/>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56" name="Google Shape;13256;p79"/>
              <p:cNvGrpSpPr/>
              <p:nvPr/>
            </p:nvGrpSpPr>
            <p:grpSpPr>
              <a:xfrm>
                <a:off x="2683630" y="2595741"/>
                <a:ext cx="224334" cy="296825"/>
                <a:chOff x="2683630" y="2595741"/>
                <a:chExt cx="224334" cy="296825"/>
              </a:xfrm>
            </p:grpSpPr>
            <p:grpSp>
              <p:nvGrpSpPr>
                <p:cNvPr id="13257" name="Google Shape;13257;p79"/>
                <p:cNvGrpSpPr/>
                <p:nvPr/>
              </p:nvGrpSpPr>
              <p:grpSpPr>
                <a:xfrm>
                  <a:off x="2788083" y="2794333"/>
                  <a:ext cx="15356" cy="98232"/>
                  <a:chOff x="2788083" y="2794333"/>
                  <a:chExt cx="15356" cy="98232"/>
                </a:xfrm>
              </p:grpSpPr>
              <p:sp>
                <p:nvSpPr>
                  <p:cNvPr id="13258" name="Google Shape;13258;p79"/>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9"/>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9"/>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79"/>
                <p:cNvGrpSpPr/>
                <p:nvPr/>
              </p:nvGrpSpPr>
              <p:grpSpPr>
                <a:xfrm>
                  <a:off x="2683630" y="2595741"/>
                  <a:ext cx="224334" cy="182054"/>
                  <a:chOff x="2683630" y="2595741"/>
                  <a:chExt cx="224334" cy="182054"/>
                </a:xfrm>
              </p:grpSpPr>
              <p:sp>
                <p:nvSpPr>
                  <p:cNvPr id="13262" name="Google Shape;13262;p79"/>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9"/>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64" name="Google Shape;13264;p79"/>
              <p:cNvGrpSpPr/>
              <p:nvPr/>
            </p:nvGrpSpPr>
            <p:grpSpPr>
              <a:xfrm>
                <a:off x="2838475" y="2595741"/>
                <a:ext cx="363719" cy="296825"/>
                <a:chOff x="2838475" y="2595741"/>
                <a:chExt cx="363719" cy="296825"/>
              </a:xfrm>
            </p:grpSpPr>
            <p:grpSp>
              <p:nvGrpSpPr>
                <p:cNvPr id="13265" name="Google Shape;13265;p79"/>
                <p:cNvGrpSpPr/>
                <p:nvPr/>
              </p:nvGrpSpPr>
              <p:grpSpPr>
                <a:xfrm>
                  <a:off x="2838475" y="2794333"/>
                  <a:ext cx="259185" cy="98232"/>
                  <a:chOff x="2838475" y="2794333"/>
                  <a:chExt cx="259185" cy="98232"/>
                </a:xfrm>
              </p:grpSpPr>
              <p:sp>
                <p:nvSpPr>
                  <p:cNvPr id="13266" name="Google Shape;13266;p79"/>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9"/>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9"/>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79"/>
                <p:cNvGrpSpPr/>
                <p:nvPr/>
              </p:nvGrpSpPr>
              <p:grpSpPr>
                <a:xfrm>
                  <a:off x="2977852" y="2595741"/>
                  <a:ext cx="224343" cy="182054"/>
                  <a:chOff x="2977852" y="2595741"/>
                  <a:chExt cx="224343" cy="182054"/>
                </a:xfrm>
              </p:grpSpPr>
              <p:sp>
                <p:nvSpPr>
                  <p:cNvPr id="13270" name="Google Shape;13270;p79"/>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9"/>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272" name="Google Shape;13272;p79"/>
            <p:cNvGrpSpPr/>
            <p:nvPr/>
          </p:nvGrpSpPr>
          <p:grpSpPr>
            <a:xfrm>
              <a:off x="2389399" y="3100241"/>
              <a:ext cx="812796" cy="296869"/>
              <a:chOff x="2389399" y="3100241"/>
              <a:chExt cx="812796" cy="296869"/>
            </a:xfrm>
          </p:grpSpPr>
          <p:grpSp>
            <p:nvGrpSpPr>
              <p:cNvPr id="13273" name="Google Shape;13273;p79"/>
              <p:cNvGrpSpPr/>
              <p:nvPr/>
            </p:nvGrpSpPr>
            <p:grpSpPr>
              <a:xfrm>
                <a:off x="2683630" y="3100241"/>
                <a:ext cx="224334" cy="296869"/>
                <a:chOff x="2683630" y="3100241"/>
                <a:chExt cx="224334" cy="296869"/>
              </a:xfrm>
            </p:grpSpPr>
            <p:grpSp>
              <p:nvGrpSpPr>
                <p:cNvPr id="13274" name="Google Shape;13274;p79"/>
                <p:cNvGrpSpPr/>
                <p:nvPr/>
              </p:nvGrpSpPr>
              <p:grpSpPr>
                <a:xfrm>
                  <a:off x="2788083" y="3100241"/>
                  <a:ext cx="15356" cy="98237"/>
                  <a:chOff x="2788083" y="3100241"/>
                  <a:chExt cx="15356" cy="98237"/>
                </a:xfrm>
              </p:grpSpPr>
              <p:sp>
                <p:nvSpPr>
                  <p:cNvPr id="13275" name="Google Shape;13275;p79"/>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9"/>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9"/>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79"/>
                <p:cNvGrpSpPr/>
                <p:nvPr/>
              </p:nvGrpSpPr>
              <p:grpSpPr>
                <a:xfrm>
                  <a:off x="2683630" y="3215065"/>
                  <a:ext cx="224334" cy="182045"/>
                  <a:chOff x="2683630" y="3215065"/>
                  <a:chExt cx="224334" cy="182045"/>
                </a:xfrm>
              </p:grpSpPr>
              <p:sp>
                <p:nvSpPr>
                  <p:cNvPr id="13279" name="Google Shape;13279;p79"/>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9"/>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81" name="Google Shape;13281;p79"/>
              <p:cNvGrpSpPr/>
              <p:nvPr/>
            </p:nvGrpSpPr>
            <p:grpSpPr>
              <a:xfrm>
                <a:off x="2389399" y="3100241"/>
                <a:ext cx="363638" cy="296869"/>
                <a:chOff x="2389399" y="3100241"/>
                <a:chExt cx="363638" cy="296869"/>
              </a:xfrm>
            </p:grpSpPr>
            <p:grpSp>
              <p:nvGrpSpPr>
                <p:cNvPr id="13282" name="Google Shape;13282;p79"/>
                <p:cNvGrpSpPr/>
                <p:nvPr/>
              </p:nvGrpSpPr>
              <p:grpSpPr>
                <a:xfrm>
                  <a:off x="2493852" y="3100241"/>
                  <a:ext cx="259185" cy="98237"/>
                  <a:chOff x="2493852" y="3100241"/>
                  <a:chExt cx="259185" cy="98237"/>
                </a:xfrm>
              </p:grpSpPr>
              <p:sp>
                <p:nvSpPr>
                  <p:cNvPr id="13283" name="Google Shape;13283;p79"/>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9"/>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9"/>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79"/>
                <p:cNvGrpSpPr/>
                <p:nvPr/>
              </p:nvGrpSpPr>
              <p:grpSpPr>
                <a:xfrm>
                  <a:off x="2389399" y="3215065"/>
                  <a:ext cx="224343" cy="182045"/>
                  <a:chOff x="2389399" y="3215065"/>
                  <a:chExt cx="224343" cy="182045"/>
                </a:xfrm>
              </p:grpSpPr>
              <p:sp>
                <p:nvSpPr>
                  <p:cNvPr id="13287" name="Google Shape;13287;p79"/>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9"/>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89" name="Google Shape;13289;p79"/>
              <p:cNvGrpSpPr/>
              <p:nvPr/>
            </p:nvGrpSpPr>
            <p:grpSpPr>
              <a:xfrm>
                <a:off x="2838475" y="3100241"/>
                <a:ext cx="363719" cy="296869"/>
                <a:chOff x="2838475" y="3100241"/>
                <a:chExt cx="363719" cy="296869"/>
              </a:xfrm>
            </p:grpSpPr>
            <p:grpSp>
              <p:nvGrpSpPr>
                <p:cNvPr id="13290" name="Google Shape;13290;p79"/>
                <p:cNvGrpSpPr/>
                <p:nvPr/>
              </p:nvGrpSpPr>
              <p:grpSpPr>
                <a:xfrm>
                  <a:off x="2838475" y="3100241"/>
                  <a:ext cx="259185" cy="98237"/>
                  <a:chOff x="2838475" y="3100241"/>
                  <a:chExt cx="259185" cy="98237"/>
                </a:xfrm>
              </p:grpSpPr>
              <p:sp>
                <p:nvSpPr>
                  <p:cNvPr id="13291" name="Google Shape;13291;p79"/>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9"/>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9"/>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79"/>
                <p:cNvGrpSpPr/>
                <p:nvPr/>
              </p:nvGrpSpPr>
              <p:grpSpPr>
                <a:xfrm>
                  <a:off x="2977852" y="3215065"/>
                  <a:ext cx="224343" cy="182045"/>
                  <a:chOff x="2977852" y="3215065"/>
                  <a:chExt cx="224343" cy="182045"/>
                </a:xfrm>
              </p:grpSpPr>
              <p:sp>
                <p:nvSpPr>
                  <p:cNvPr id="13295" name="Google Shape;13295;p79"/>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9"/>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00" name="Shape 13300"/>
        <p:cNvGrpSpPr/>
        <p:nvPr/>
      </p:nvGrpSpPr>
      <p:grpSpPr>
        <a:xfrm>
          <a:off x="0" y="0"/>
          <a:ext cx="0" cy="0"/>
          <a:chOff x="0" y="0"/>
          <a:chExt cx="0" cy="0"/>
        </a:xfrm>
      </p:grpSpPr>
      <p:grpSp>
        <p:nvGrpSpPr>
          <p:cNvPr id="13301" name="Google Shape;13301;p80"/>
          <p:cNvGrpSpPr/>
          <p:nvPr/>
        </p:nvGrpSpPr>
        <p:grpSpPr>
          <a:xfrm>
            <a:off x="702088" y="3155922"/>
            <a:ext cx="2390414" cy="1024800"/>
            <a:chOff x="728925" y="3296613"/>
            <a:chExt cx="2390414" cy="1024800"/>
          </a:xfrm>
        </p:grpSpPr>
        <p:grpSp>
          <p:nvGrpSpPr>
            <p:cNvPr id="13302" name="Google Shape;13302;p80"/>
            <p:cNvGrpSpPr/>
            <p:nvPr/>
          </p:nvGrpSpPr>
          <p:grpSpPr>
            <a:xfrm>
              <a:off x="728925" y="3619800"/>
              <a:ext cx="2390414" cy="500893"/>
              <a:chOff x="728925" y="3619800"/>
              <a:chExt cx="2390414" cy="500893"/>
            </a:xfrm>
          </p:grpSpPr>
          <p:sp>
            <p:nvSpPr>
              <p:cNvPr id="13303" name="Google Shape;13303;p80"/>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04" name="Google Shape;13304;p80"/>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3305" name="Google Shape;13305;p80"/>
            <p:cNvGrpSpPr/>
            <p:nvPr/>
          </p:nvGrpSpPr>
          <p:grpSpPr>
            <a:xfrm>
              <a:off x="1348050" y="3296613"/>
              <a:ext cx="1706152" cy="1024800"/>
              <a:chOff x="1348050" y="3296613"/>
              <a:chExt cx="1706152" cy="1024800"/>
            </a:xfrm>
          </p:grpSpPr>
          <p:sp>
            <p:nvSpPr>
              <p:cNvPr id="13306" name="Google Shape;13306;p80"/>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07" name="Google Shape;13307;p80"/>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08" name="Google Shape;13308;p80"/>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09" name="Google Shape;13309;p80"/>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310" name="Google Shape;13310;p80"/>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3311" name="Google Shape;13311;p80"/>
            <p:cNvGrpSpPr/>
            <p:nvPr/>
          </p:nvGrpSpPr>
          <p:grpSpPr>
            <a:xfrm>
              <a:off x="1455707" y="3654858"/>
              <a:ext cx="1491150" cy="417657"/>
              <a:chOff x="1455707" y="3654858"/>
              <a:chExt cx="1491150" cy="417657"/>
            </a:xfrm>
          </p:grpSpPr>
          <p:sp>
            <p:nvSpPr>
              <p:cNvPr id="13312" name="Google Shape;13312;p80"/>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0"/>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0"/>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0"/>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0"/>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0"/>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0"/>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0"/>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0"/>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0"/>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0"/>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0"/>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0"/>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0"/>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0"/>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0"/>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0"/>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0"/>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0"/>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0"/>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332" name="Google Shape;13332;p80"/>
          <p:cNvGraphicFramePr/>
          <p:nvPr/>
        </p:nvGraphicFramePr>
        <p:xfrm>
          <a:off x="5937787" y="2153834"/>
          <a:ext cx="3000000" cy="3000000"/>
        </p:xfrm>
        <a:graphic>
          <a:graphicData uri="http://schemas.openxmlformats.org/drawingml/2006/table">
            <a:tbl>
              <a:tblPr>
                <a:noFill/>
                <a:tableStyleId>{0CB66DE6-2713-4400-8B04-927178BF6966}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3333" name="Google Shape;13333;p80"/>
          <p:cNvGrpSpPr/>
          <p:nvPr/>
        </p:nvGrpSpPr>
        <p:grpSpPr>
          <a:xfrm>
            <a:off x="710464" y="981599"/>
            <a:ext cx="2396505" cy="976502"/>
            <a:chOff x="749309" y="1112739"/>
            <a:chExt cx="2371603" cy="976502"/>
          </a:xfrm>
        </p:grpSpPr>
        <p:grpSp>
          <p:nvGrpSpPr>
            <p:cNvPr id="13334" name="Google Shape;13334;p80"/>
            <p:cNvGrpSpPr/>
            <p:nvPr/>
          </p:nvGrpSpPr>
          <p:grpSpPr>
            <a:xfrm>
              <a:off x="1092126" y="1112739"/>
              <a:ext cx="2028786" cy="975464"/>
              <a:chOff x="1092126" y="1112739"/>
              <a:chExt cx="2028786" cy="975464"/>
            </a:xfrm>
          </p:grpSpPr>
          <p:sp>
            <p:nvSpPr>
              <p:cNvPr id="13335" name="Google Shape;13335;p80"/>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0"/>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0"/>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0"/>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0"/>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0"/>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0"/>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0"/>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0"/>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0"/>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0"/>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0"/>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0"/>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0"/>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0"/>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0"/>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0"/>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0"/>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0"/>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0"/>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0"/>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0"/>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0"/>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0"/>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9" name="Google Shape;13359;p80"/>
            <p:cNvGrpSpPr/>
            <p:nvPr/>
          </p:nvGrpSpPr>
          <p:grpSpPr>
            <a:xfrm>
              <a:off x="749309" y="1112739"/>
              <a:ext cx="314700" cy="975464"/>
              <a:chOff x="749309" y="1112739"/>
              <a:chExt cx="314700" cy="975464"/>
            </a:xfrm>
          </p:grpSpPr>
          <p:sp>
            <p:nvSpPr>
              <p:cNvPr id="13360" name="Google Shape;13360;p80"/>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0"/>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0"/>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0"/>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4" name="Google Shape;13364;p8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3368" name="Google Shape;13368;p80"/>
          <p:cNvGraphicFramePr/>
          <p:nvPr/>
        </p:nvGraphicFramePr>
        <p:xfrm>
          <a:off x="5937812" y="981584"/>
          <a:ext cx="3000000" cy="3000000"/>
        </p:xfrm>
        <a:graphic>
          <a:graphicData uri="http://schemas.openxmlformats.org/drawingml/2006/table">
            <a:tbl>
              <a:tblPr>
                <a:noFill/>
                <a:tableStyleId>{0CB66DE6-2713-4400-8B04-927178BF6966}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3369" name="Google Shape;13369;p80"/>
          <p:cNvGraphicFramePr/>
          <p:nvPr/>
        </p:nvGraphicFramePr>
        <p:xfrm>
          <a:off x="3358675" y="2153834"/>
          <a:ext cx="3000000" cy="3000000"/>
        </p:xfrm>
        <a:graphic>
          <a:graphicData uri="http://schemas.openxmlformats.org/drawingml/2006/table">
            <a:tbl>
              <a:tblPr>
                <a:noFill/>
                <a:tableStyleId>{0CB66DE6-2713-4400-8B04-927178BF6966}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3370" name="Google Shape;13370;p80"/>
          <p:cNvGrpSpPr/>
          <p:nvPr/>
        </p:nvGrpSpPr>
        <p:grpSpPr>
          <a:xfrm>
            <a:off x="3360661" y="3144795"/>
            <a:ext cx="2363377" cy="1047062"/>
            <a:chOff x="3358399" y="3285485"/>
            <a:chExt cx="2363377" cy="1047062"/>
          </a:xfrm>
        </p:grpSpPr>
        <p:grpSp>
          <p:nvGrpSpPr>
            <p:cNvPr id="13371" name="Google Shape;13371;p80"/>
            <p:cNvGrpSpPr/>
            <p:nvPr/>
          </p:nvGrpSpPr>
          <p:grpSpPr>
            <a:xfrm>
              <a:off x="3358412" y="3285485"/>
              <a:ext cx="2363244" cy="139500"/>
              <a:chOff x="3358412" y="3285485"/>
              <a:chExt cx="2363244" cy="139500"/>
            </a:xfrm>
          </p:grpSpPr>
          <p:sp>
            <p:nvSpPr>
              <p:cNvPr id="13372" name="Google Shape;13372;p80"/>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0"/>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0"/>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0"/>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0"/>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80"/>
            <p:cNvGrpSpPr/>
            <p:nvPr/>
          </p:nvGrpSpPr>
          <p:grpSpPr>
            <a:xfrm>
              <a:off x="3358412" y="3466996"/>
              <a:ext cx="2363244" cy="139500"/>
              <a:chOff x="3358412" y="3466996"/>
              <a:chExt cx="2363244" cy="139500"/>
            </a:xfrm>
          </p:grpSpPr>
          <p:sp>
            <p:nvSpPr>
              <p:cNvPr id="13378" name="Google Shape;13378;p80"/>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0"/>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0"/>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0"/>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0"/>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80"/>
            <p:cNvGrpSpPr/>
            <p:nvPr/>
          </p:nvGrpSpPr>
          <p:grpSpPr>
            <a:xfrm>
              <a:off x="3358412" y="3648507"/>
              <a:ext cx="2363244" cy="139500"/>
              <a:chOff x="3358412" y="3648507"/>
              <a:chExt cx="2363244" cy="139500"/>
            </a:xfrm>
          </p:grpSpPr>
          <p:sp>
            <p:nvSpPr>
              <p:cNvPr id="13384" name="Google Shape;13384;p80"/>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0"/>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0"/>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0"/>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0"/>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80"/>
            <p:cNvGrpSpPr/>
            <p:nvPr/>
          </p:nvGrpSpPr>
          <p:grpSpPr>
            <a:xfrm>
              <a:off x="3358412" y="3830018"/>
              <a:ext cx="2363244" cy="139500"/>
              <a:chOff x="3358412" y="3830018"/>
              <a:chExt cx="2363244" cy="139500"/>
            </a:xfrm>
          </p:grpSpPr>
          <p:sp>
            <p:nvSpPr>
              <p:cNvPr id="13390" name="Google Shape;13390;p80"/>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0"/>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0"/>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0"/>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0"/>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80"/>
            <p:cNvGrpSpPr/>
            <p:nvPr/>
          </p:nvGrpSpPr>
          <p:grpSpPr>
            <a:xfrm>
              <a:off x="3358399" y="4011514"/>
              <a:ext cx="2363377" cy="139537"/>
              <a:chOff x="3294800" y="4134603"/>
              <a:chExt cx="2638876" cy="152400"/>
            </a:xfrm>
          </p:grpSpPr>
          <p:sp>
            <p:nvSpPr>
              <p:cNvPr id="13396" name="Google Shape;13396;p8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80"/>
            <p:cNvGrpSpPr/>
            <p:nvPr/>
          </p:nvGrpSpPr>
          <p:grpSpPr>
            <a:xfrm>
              <a:off x="3358399" y="4193010"/>
              <a:ext cx="2363377" cy="139537"/>
              <a:chOff x="3294800" y="4134603"/>
              <a:chExt cx="2638876" cy="152400"/>
            </a:xfrm>
          </p:grpSpPr>
          <p:sp>
            <p:nvSpPr>
              <p:cNvPr id="13402" name="Google Shape;13402;p8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407" name="Google Shape;13407;p80"/>
          <p:cNvGraphicFramePr/>
          <p:nvPr/>
        </p:nvGraphicFramePr>
        <p:xfrm>
          <a:off x="711463" y="2153834"/>
          <a:ext cx="3000000" cy="3000000"/>
        </p:xfrm>
        <a:graphic>
          <a:graphicData uri="http://schemas.openxmlformats.org/drawingml/2006/table">
            <a:tbl>
              <a:tblPr>
                <a:noFill/>
                <a:tableStyleId>{0CB66DE6-2713-4400-8B04-927178BF6966}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3408" name="Google Shape;13408;p80"/>
          <p:cNvGrpSpPr/>
          <p:nvPr/>
        </p:nvGrpSpPr>
        <p:grpSpPr>
          <a:xfrm>
            <a:off x="4161132" y="2557649"/>
            <a:ext cx="1302095" cy="60959"/>
            <a:chOff x="3558802" y="4011427"/>
            <a:chExt cx="1866000" cy="111300"/>
          </a:xfrm>
        </p:grpSpPr>
        <p:sp>
          <p:nvSpPr>
            <p:cNvPr id="13409" name="Google Shape;13409;p8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80"/>
          <p:cNvGrpSpPr/>
          <p:nvPr/>
        </p:nvGrpSpPr>
        <p:grpSpPr>
          <a:xfrm>
            <a:off x="4706620" y="2839808"/>
            <a:ext cx="914340" cy="60959"/>
            <a:chOff x="3558802" y="4011427"/>
            <a:chExt cx="1866000" cy="111300"/>
          </a:xfrm>
        </p:grpSpPr>
        <p:sp>
          <p:nvSpPr>
            <p:cNvPr id="13412" name="Google Shape;13412;p8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4" name="Google Shape;13414;p80"/>
          <p:cNvGrpSpPr/>
          <p:nvPr/>
        </p:nvGrpSpPr>
        <p:grpSpPr>
          <a:xfrm>
            <a:off x="5871419" y="3167606"/>
            <a:ext cx="2522867" cy="1001454"/>
            <a:chOff x="1904318" y="789980"/>
            <a:chExt cx="1489472" cy="606868"/>
          </a:xfrm>
        </p:grpSpPr>
        <p:cxnSp>
          <p:nvCxnSpPr>
            <p:cNvPr id="13415" name="Google Shape;13415;p8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416" name="Google Shape;13416;p8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417" name="Google Shape;13417;p8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3418" name="Google Shape;13418;p8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3419" name="Google Shape;13419;p8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3420" name="Google Shape;13420;p8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3421" name="Google Shape;13421;p8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3422" name="Google Shape;13422;p8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0"/>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3429" name="Google Shape;13429;p80"/>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3430" name="Google Shape;13430;p80"/>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3431" name="Google Shape;13431;p8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80"/>
          <p:cNvGrpSpPr/>
          <p:nvPr/>
        </p:nvGrpSpPr>
        <p:grpSpPr>
          <a:xfrm>
            <a:off x="3355824" y="951642"/>
            <a:ext cx="2363393" cy="1005865"/>
            <a:chOff x="3292400" y="1193188"/>
            <a:chExt cx="2615240" cy="1131075"/>
          </a:xfrm>
        </p:grpSpPr>
        <p:sp>
          <p:nvSpPr>
            <p:cNvPr id="13433" name="Google Shape;13433;p80"/>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34" name="Google Shape;13434;p80"/>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35" name="Google Shape;13435;p80"/>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3436" name="Google Shape;13436;p80"/>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3437" name="Google Shape;13437;p80"/>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3438" name="Google Shape;13438;p80"/>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3439" name="Google Shape;13439;p80"/>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3440" name="Google Shape;13440;p80"/>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3441" name="Google Shape;13441;p80"/>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3442" name="Google Shape;13442;p80"/>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3443" name="Google Shape;13443;p80"/>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3444" name="Google Shape;13444;p80"/>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3445" name="Google Shape;13445;p80"/>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3446" name="Google Shape;13446;p80"/>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3447" name="Google Shape;13447;p80"/>
            <p:cNvGrpSpPr/>
            <p:nvPr/>
          </p:nvGrpSpPr>
          <p:grpSpPr>
            <a:xfrm>
              <a:off x="3748438" y="1378608"/>
              <a:ext cx="2159202" cy="903971"/>
              <a:chOff x="1683525" y="2179850"/>
              <a:chExt cx="4519050" cy="2134525"/>
            </a:xfrm>
          </p:grpSpPr>
          <p:sp>
            <p:nvSpPr>
              <p:cNvPr id="13448" name="Google Shape;13448;p8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49" name="Google Shape;13449;p8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0" name="Google Shape;13450;p8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1" name="Google Shape;13451;p8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2" name="Google Shape;13452;p8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3" name="Google Shape;13453;p8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4" name="Google Shape;13454;p8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5" name="Google Shape;13455;p8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6" name="Google Shape;13456;p8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7" name="Google Shape;13457;p8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8" name="Google Shape;13458;p8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459" name="Google Shape;13459;p8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63" name="Shape 13463"/>
        <p:cNvGrpSpPr/>
        <p:nvPr/>
      </p:nvGrpSpPr>
      <p:grpSpPr>
        <a:xfrm>
          <a:off x="0" y="0"/>
          <a:ext cx="0" cy="0"/>
          <a:chOff x="0" y="0"/>
          <a:chExt cx="0" cy="0"/>
        </a:xfrm>
      </p:grpSpPr>
      <p:grpSp>
        <p:nvGrpSpPr>
          <p:cNvPr id="13464" name="Google Shape;13464;p81"/>
          <p:cNvGrpSpPr/>
          <p:nvPr/>
        </p:nvGrpSpPr>
        <p:grpSpPr>
          <a:xfrm>
            <a:off x="4796690" y="970936"/>
            <a:ext cx="745431" cy="718863"/>
            <a:chOff x="4249973" y="1201875"/>
            <a:chExt cx="1958568" cy="1888762"/>
          </a:xfrm>
        </p:grpSpPr>
        <p:sp>
          <p:nvSpPr>
            <p:cNvPr id="13465" name="Google Shape;13465;p81"/>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6" name="Google Shape;13466;p81"/>
            <p:cNvGrpSpPr/>
            <p:nvPr/>
          </p:nvGrpSpPr>
          <p:grpSpPr>
            <a:xfrm>
              <a:off x="5853086" y="1789142"/>
              <a:ext cx="355454" cy="1048099"/>
              <a:chOff x="5576108" y="2016725"/>
              <a:chExt cx="565200" cy="1666560"/>
            </a:xfrm>
          </p:grpSpPr>
          <p:sp>
            <p:nvSpPr>
              <p:cNvPr id="13467" name="Google Shape;13467;p81"/>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468" name="Google Shape;13468;p8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81"/>
            <p:cNvGrpSpPr/>
            <p:nvPr/>
          </p:nvGrpSpPr>
          <p:grpSpPr>
            <a:xfrm>
              <a:off x="4869455" y="2691676"/>
              <a:ext cx="1013897" cy="398961"/>
              <a:chOff x="4012057" y="3451825"/>
              <a:chExt cx="1612175" cy="634379"/>
            </a:xfrm>
          </p:grpSpPr>
          <p:sp>
            <p:nvSpPr>
              <p:cNvPr id="13470" name="Google Shape;13470;p81"/>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471" name="Google Shape;13471;p8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81"/>
            <p:cNvGrpSpPr/>
            <p:nvPr/>
          </p:nvGrpSpPr>
          <p:grpSpPr>
            <a:xfrm>
              <a:off x="4276937" y="2155961"/>
              <a:ext cx="651965" cy="891358"/>
              <a:chOff x="3069908" y="2599997"/>
              <a:chExt cx="1036675" cy="1417328"/>
            </a:xfrm>
          </p:grpSpPr>
          <p:sp>
            <p:nvSpPr>
              <p:cNvPr id="13473" name="Google Shape;13473;p81"/>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474" name="Google Shape;13474;p8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5" name="Google Shape;13475;p81"/>
            <p:cNvGrpSpPr/>
            <p:nvPr/>
          </p:nvGrpSpPr>
          <p:grpSpPr>
            <a:xfrm>
              <a:off x="5054918" y="1201875"/>
              <a:ext cx="999548" cy="602711"/>
              <a:chOff x="4306958" y="1082925"/>
              <a:chExt cx="1589359" cy="958358"/>
            </a:xfrm>
          </p:grpSpPr>
          <p:sp>
            <p:nvSpPr>
              <p:cNvPr id="13476" name="Google Shape;13476;p81"/>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477" name="Google Shape;13477;p8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81"/>
            <p:cNvGrpSpPr/>
            <p:nvPr/>
          </p:nvGrpSpPr>
          <p:grpSpPr>
            <a:xfrm>
              <a:off x="4249973" y="1303451"/>
              <a:ext cx="799317" cy="841334"/>
              <a:chOff x="3027033" y="1244439"/>
              <a:chExt cx="1270977" cy="1337786"/>
            </a:xfrm>
          </p:grpSpPr>
          <p:sp>
            <p:nvSpPr>
              <p:cNvPr id="13479" name="Google Shape;13479;p81"/>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480" name="Google Shape;13480;p8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81" name="Google Shape;13481;p81"/>
          <p:cNvGrpSpPr/>
          <p:nvPr/>
        </p:nvGrpSpPr>
        <p:grpSpPr>
          <a:xfrm>
            <a:off x="713063" y="1849386"/>
            <a:ext cx="761767" cy="729896"/>
            <a:chOff x="2657744" y="2337745"/>
            <a:chExt cx="832987" cy="798137"/>
          </a:xfrm>
        </p:grpSpPr>
        <p:sp>
          <p:nvSpPr>
            <p:cNvPr id="13482" name="Google Shape;13482;p81"/>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1"/>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1"/>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81"/>
          <p:cNvGrpSpPr/>
          <p:nvPr/>
        </p:nvGrpSpPr>
        <p:grpSpPr>
          <a:xfrm>
            <a:off x="3224027" y="1852592"/>
            <a:ext cx="685569" cy="723586"/>
            <a:chOff x="3398134" y="2057755"/>
            <a:chExt cx="704087" cy="743130"/>
          </a:xfrm>
        </p:grpSpPr>
        <p:grpSp>
          <p:nvGrpSpPr>
            <p:cNvPr id="13489" name="Google Shape;13489;p81"/>
            <p:cNvGrpSpPr/>
            <p:nvPr/>
          </p:nvGrpSpPr>
          <p:grpSpPr>
            <a:xfrm>
              <a:off x="3398134" y="2290183"/>
              <a:ext cx="315300" cy="219900"/>
              <a:chOff x="3398134" y="2290183"/>
              <a:chExt cx="315300" cy="219900"/>
            </a:xfrm>
          </p:grpSpPr>
          <p:sp>
            <p:nvSpPr>
              <p:cNvPr id="13490" name="Google Shape;13490;p81"/>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491" name="Google Shape;13491;p81"/>
              <p:cNvCxnSpPr>
                <a:stCxn id="1349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3492" name="Google Shape;13492;p81"/>
            <p:cNvGrpSpPr/>
            <p:nvPr/>
          </p:nvGrpSpPr>
          <p:grpSpPr>
            <a:xfrm>
              <a:off x="3547823" y="2467358"/>
              <a:ext cx="219900" cy="333527"/>
              <a:chOff x="3547823" y="2467358"/>
              <a:chExt cx="219900" cy="333527"/>
            </a:xfrm>
          </p:grpSpPr>
          <p:sp>
            <p:nvSpPr>
              <p:cNvPr id="13493" name="Google Shape;13493;p81"/>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494" name="Google Shape;13494;p81"/>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3495" name="Google Shape;13495;p81"/>
            <p:cNvGrpSpPr/>
            <p:nvPr/>
          </p:nvGrpSpPr>
          <p:grpSpPr>
            <a:xfrm>
              <a:off x="3734138" y="2467358"/>
              <a:ext cx="219900" cy="333527"/>
              <a:chOff x="3734138" y="2467358"/>
              <a:chExt cx="219900" cy="333527"/>
            </a:xfrm>
          </p:grpSpPr>
          <p:sp>
            <p:nvSpPr>
              <p:cNvPr id="13496" name="Google Shape;13496;p81"/>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497" name="Google Shape;13497;p81"/>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3498" name="Google Shape;13498;p81"/>
            <p:cNvGrpSpPr/>
            <p:nvPr/>
          </p:nvGrpSpPr>
          <p:grpSpPr>
            <a:xfrm>
              <a:off x="3787560" y="2288011"/>
              <a:ext cx="314661" cy="219900"/>
              <a:chOff x="3787560" y="2288011"/>
              <a:chExt cx="314661" cy="219900"/>
            </a:xfrm>
          </p:grpSpPr>
          <p:sp>
            <p:nvSpPr>
              <p:cNvPr id="13499" name="Google Shape;13499;p81"/>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500" name="Google Shape;13500;p81"/>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3501" name="Google Shape;13501;p81"/>
            <p:cNvGrpSpPr/>
            <p:nvPr/>
          </p:nvGrpSpPr>
          <p:grpSpPr>
            <a:xfrm>
              <a:off x="3637290" y="2057755"/>
              <a:ext cx="219900" cy="335499"/>
              <a:chOff x="3637290" y="2057755"/>
              <a:chExt cx="219900" cy="335499"/>
            </a:xfrm>
          </p:grpSpPr>
          <p:sp>
            <p:nvSpPr>
              <p:cNvPr id="13502" name="Google Shape;13502;p81"/>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3503" name="Google Shape;13503;p81"/>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3504" name="Google Shape;13504;p81"/>
          <p:cNvGrpSpPr/>
          <p:nvPr/>
        </p:nvGrpSpPr>
        <p:grpSpPr>
          <a:xfrm>
            <a:off x="4899249" y="1859288"/>
            <a:ext cx="710153" cy="710153"/>
            <a:chOff x="5007123" y="2079403"/>
            <a:chExt cx="687600" cy="687600"/>
          </a:xfrm>
        </p:grpSpPr>
        <p:sp>
          <p:nvSpPr>
            <p:cNvPr id="13505" name="Google Shape;13505;p81"/>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1"/>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1"/>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1"/>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81"/>
          <p:cNvGrpSpPr/>
          <p:nvPr/>
        </p:nvGrpSpPr>
        <p:grpSpPr>
          <a:xfrm>
            <a:off x="5708687" y="1853794"/>
            <a:ext cx="720998" cy="721183"/>
            <a:chOff x="5797446" y="2063053"/>
            <a:chExt cx="698100" cy="698280"/>
          </a:xfrm>
        </p:grpSpPr>
        <p:sp>
          <p:nvSpPr>
            <p:cNvPr id="13510" name="Google Shape;13510;p81"/>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1"/>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1"/>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1"/>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4" name="Google Shape;13514;p81"/>
          <p:cNvGrpSpPr/>
          <p:nvPr/>
        </p:nvGrpSpPr>
        <p:grpSpPr>
          <a:xfrm>
            <a:off x="8153834" y="3499399"/>
            <a:ext cx="280585" cy="673164"/>
            <a:chOff x="8075075" y="3754290"/>
            <a:chExt cx="255612" cy="613194"/>
          </a:xfrm>
        </p:grpSpPr>
        <p:grpSp>
          <p:nvGrpSpPr>
            <p:cNvPr id="13515" name="Google Shape;13515;p81"/>
            <p:cNvGrpSpPr/>
            <p:nvPr/>
          </p:nvGrpSpPr>
          <p:grpSpPr>
            <a:xfrm>
              <a:off x="8075075" y="3754290"/>
              <a:ext cx="255612" cy="613194"/>
              <a:chOff x="8075075" y="3754290"/>
              <a:chExt cx="255612" cy="613194"/>
            </a:xfrm>
          </p:grpSpPr>
          <p:sp>
            <p:nvSpPr>
              <p:cNvPr id="13516" name="Google Shape;13516;p81"/>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1"/>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8" name="Google Shape;13518;p81"/>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9" name="Google Shape;13519;p81"/>
          <p:cNvGrpSpPr/>
          <p:nvPr/>
        </p:nvGrpSpPr>
        <p:grpSpPr>
          <a:xfrm>
            <a:off x="5270892" y="3488196"/>
            <a:ext cx="470352" cy="683745"/>
            <a:chOff x="1697726" y="3244179"/>
            <a:chExt cx="788124" cy="1146069"/>
          </a:xfrm>
        </p:grpSpPr>
        <p:sp>
          <p:nvSpPr>
            <p:cNvPr id="13520" name="Google Shape;13520;p8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2" name="Google Shape;13522;p81"/>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3" name="Google Shape;13523;p81"/>
          <p:cNvGrpSpPr/>
          <p:nvPr/>
        </p:nvGrpSpPr>
        <p:grpSpPr>
          <a:xfrm>
            <a:off x="5892043" y="3499398"/>
            <a:ext cx="293891" cy="293845"/>
            <a:chOff x="6134814" y="3754290"/>
            <a:chExt cx="293891" cy="293845"/>
          </a:xfrm>
        </p:grpSpPr>
        <p:sp>
          <p:nvSpPr>
            <p:cNvPr id="13524" name="Google Shape;13524;p81"/>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1"/>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81"/>
          <p:cNvGrpSpPr/>
          <p:nvPr/>
        </p:nvGrpSpPr>
        <p:grpSpPr>
          <a:xfrm>
            <a:off x="5892043" y="3878069"/>
            <a:ext cx="293891" cy="293891"/>
            <a:chOff x="6134814" y="4086186"/>
            <a:chExt cx="293891" cy="293891"/>
          </a:xfrm>
        </p:grpSpPr>
        <p:sp>
          <p:nvSpPr>
            <p:cNvPr id="13527" name="Google Shape;13527;p81"/>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1"/>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9" name="Google Shape;13529;p81"/>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1"/>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1" name="Google Shape;13531;p81"/>
          <p:cNvGrpSpPr/>
          <p:nvPr/>
        </p:nvGrpSpPr>
        <p:grpSpPr>
          <a:xfrm>
            <a:off x="7817018" y="2706762"/>
            <a:ext cx="622883" cy="621944"/>
            <a:chOff x="1187048" y="238125"/>
            <a:chExt cx="5256397" cy="5248476"/>
          </a:xfrm>
        </p:grpSpPr>
        <p:sp>
          <p:nvSpPr>
            <p:cNvPr id="13532" name="Google Shape;13532;p8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1"/>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1"/>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1"/>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81"/>
          <p:cNvGrpSpPr/>
          <p:nvPr/>
        </p:nvGrpSpPr>
        <p:grpSpPr>
          <a:xfrm>
            <a:off x="2274123" y="2716370"/>
            <a:ext cx="1310987" cy="612407"/>
            <a:chOff x="238125" y="1188750"/>
            <a:chExt cx="7140450" cy="3335550"/>
          </a:xfrm>
        </p:grpSpPr>
        <p:sp>
          <p:nvSpPr>
            <p:cNvPr id="13537" name="Google Shape;13537;p8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81"/>
          <p:cNvGrpSpPr/>
          <p:nvPr/>
        </p:nvGrpSpPr>
        <p:grpSpPr>
          <a:xfrm>
            <a:off x="6599995" y="2706925"/>
            <a:ext cx="1110299" cy="621702"/>
            <a:chOff x="238125" y="1335475"/>
            <a:chExt cx="5418735" cy="3034175"/>
          </a:xfrm>
        </p:grpSpPr>
        <p:sp>
          <p:nvSpPr>
            <p:cNvPr id="13543" name="Google Shape;13543;p8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81"/>
          <p:cNvGrpSpPr/>
          <p:nvPr/>
        </p:nvGrpSpPr>
        <p:grpSpPr>
          <a:xfrm>
            <a:off x="5417655" y="2703822"/>
            <a:ext cx="1074451" cy="627181"/>
            <a:chOff x="5359127" y="2910889"/>
            <a:chExt cx="1097723" cy="640831"/>
          </a:xfrm>
        </p:grpSpPr>
        <p:grpSp>
          <p:nvGrpSpPr>
            <p:cNvPr id="13547" name="Google Shape;13547;p81"/>
            <p:cNvGrpSpPr/>
            <p:nvPr/>
          </p:nvGrpSpPr>
          <p:grpSpPr>
            <a:xfrm>
              <a:off x="5929791" y="3263088"/>
              <a:ext cx="527060" cy="287097"/>
              <a:chOff x="5929791" y="3263088"/>
              <a:chExt cx="527060" cy="287097"/>
            </a:xfrm>
          </p:grpSpPr>
          <p:sp>
            <p:nvSpPr>
              <p:cNvPr id="13548" name="Google Shape;13548;p81"/>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549" name="Google Shape;13549;p81"/>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550" name="Google Shape;13550;p81"/>
            <p:cNvGrpSpPr/>
            <p:nvPr/>
          </p:nvGrpSpPr>
          <p:grpSpPr>
            <a:xfrm>
              <a:off x="5359127" y="3263089"/>
              <a:ext cx="526428" cy="288631"/>
              <a:chOff x="5359127" y="3263089"/>
              <a:chExt cx="526428" cy="288631"/>
            </a:xfrm>
          </p:grpSpPr>
          <p:sp>
            <p:nvSpPr>
              <p:cNvPr id="13551" name="Google Shape;13551;p81"/>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552" name="Google Shape;13552;p81"/>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553" name="Google Shape;13553;p81"/>
            <p:cNvGrpSpPr/>
            <p:nvPr/>
          </p:nvGrpSpPr>
          <p:grpSpPr>
            <a:xfrm>
              <a:off x="5551525" y="2910889"/>
              <a:ext cx="520901" cy="610283"/>
              <a:chOff x="5551525" y="2910889"/>
              <a:chExt cx="520901" cy="610283"/>
            </a:xfrm>
          </p:grpSpPr>
          <p:sp>
            <p:nvSpPr>
              <p:cNvPr id="13554" name="Google Shape;13554;p81"/>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555" name="Google Shape;13555;p81"/>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556" name="Google Shape;13556;p81"/>
            <p:cNvGrpSpPr/>
            <p:nvPr/>
          </p:nvGrpSpPr>
          <p:grpSpPr>
            <a:xfrm>
              <a:off x="5743962" y="2919100"/>
              <a:ext cx="623674" cy="284502"/>
              <a:chOff x="5743962" y="2919100"/>
              <a:chExt cx="623674" cy="284502"/>
            </a:xfrm>
          </p:grpSpPr>
          <p:sp>
            <p:nvSpPr>
              <p:cNvPr id="13557" name="Google Shape;13557;p81"/>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558" name="Google Shape;13558;p81"/>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3559" name="Google Shape;13559;p81"/>
          <p:cNvGrpSpPr/>
          <p:nvPr/>
        </p:nvGrpSpPr>
        <p:grpSpPr>
          <a:xfrm>
            <a:off x="7568868" y="1854534"/>
            <a:ext cx="874976" cy="719600"/>
            <a:chOff x="7608988" y="2093194"/>
            <a:chExt cx="817276" cy="672147"/>
          </a:xfrm>
        </p:grpSpPr>
        <p:cxnSp>
          <p:nvCxnSpPr>
            <p:cNvPr id="13560" name="Google Shape;13560;p81"/>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561" name="Google Shape;13561;p81"/>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562" name="Google Shape;13562;p81"/>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563" name="Google Shape;13563;p81"/>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564" name="Google Shape;13564;p81"/>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3565" name="Google Shape;13565;p81"/>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3566" name="Google Shape;13566;p81"/>
            <p:cNvGrpSpPr/>
            <p:nvPr/>
          </p:nvGrpSpPr>
          <p:grpSpPr>
            <a:xfrm>
              <a:off x="7721175" y="2093194"/>
              <a:ext cx="599587" cy="623846"/>
              <a:chOff x="7721175" y="2093194"/>
              <a:chExt cx="599587" cy="623846"/>
            </a:xfrm>
          </p:grpSpPr>
          <p:grpSp>
            <p:nvGrpSpPr>
              <p:cNvPr id="13567" name="Google Shape;13567;p81"/>
              <p:cNvGrpSpPr/>
              <p:nvPr/>
            </p:nvGrpSpPr>
            <p:grpSpPr>
              <a:xfrm>
                <a:off x="7721175" y="2093194"/>
                <a:ext cx="291605" cy="623846"/>
                <a:chOff x="9405575" y="2061418"/>
                <a:chExt cx="291605" cy="623846"/>
              </a:xfrm>
            </p:grpSpPr>
            <p:sp>
              <p:nvSpPr>
                <p:cNvPr id="13568" name="Google Shape;13568;p8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81"/>
              <p:cNvGrpSpPr/>
              <p:nvPr/>
            </p:nvGrpSpPr>
            <p:grpSpPr>
              <a:xfrm flipH="1">
                <a:off x="8029157" y="2093194"/>
                <a:ext cx="291605" cy="623846"/>
                <a:chOff x="9405575" y="2061418"/>
                <a:chExt cx="291605" cy="623846"/>
              </a:xfrm>
            </p:grpSpPr>
            <p:sp>
              <p:nvSpPr>
                <p:cNvPr id="13576" name="Google Shape;13576;p8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583" name="Google Shape;13583;p81"/>
          <p:cNvGrpSpPr/>
          <p:nvPr/>
        </p:nvGrpSpPr>
        <p:grpSpPr>
          <a:xfrm>
            <a:off x="4013304" y="970936"/>
            <a:ext cx="712557" cy="785901"/>
            <a:chOff x="4206459" y="1191441"/>
            <a:chExt cx="712557" cy="785901"/>
          </a:xfrm>
        </p:grpSpPr>
        <p:sp>
          <p:nvSpPr>
            <p:cNvPr id="13584" name="Google Shape;13584;p81"/>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1"/>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1"/>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1"/>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8" name="Google Shape;13588;p81"/>
            <p:cNvGrpSpPr/>
            <p:nvPr/>
          </p:nvGrpSpPr>
          <p:grpSpPr>
            <a:xfrm>
              <a:off x="4644280" y="1290523"/>
              <a:ext cx="143716" cy="29463"/>
              <a:chOff x="4644280" y="1290523"/>
              <a:chExt cx="143716" cy="29463"/>
            </a:xfrm>
          </p:grpSpPr>
          <p:sp>
            <p:nvSpPr>
              <p:cNvPr id="13589" name="Google Shape;13589;p81"/>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1"/>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1"/>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1"/>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81"/>
            <p:cNvGrpSpPr/>
            <p:nvPr/>
          </p:nvGrpSpPr>
          <p:grpSpPr>
            <a:xfrm>
              <a:off x="4356567" y="1191441"/>
              <a:ext cx="143690" cy="29488"/>
              <a:chOff x="4356567" y="1191441"/>
              <a:chExt cx="143690" cy="29488"/>
            </a:xfrm>
          </p:grpSpPr>
          <p:sp>
            <p:nvSpPr>
              <p:cNvPr id="13594" name="Google Shape;13594;p81"/>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1"/>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1"/>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1"/>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81"/>
            <p:cNvGrpSpPr/>
            <p:nvPr/>
          </p:nvGrpSpPr>
          <p:grpSpPr>
            <a:xfrm>
              <a:off x="4339009" y="1863727"/>
              <a:ext cx="143703" cy="29476"/>
              <a:chOff x="4339009" y="1863727"/>
              <a:chExt cx="143703" cy="29476"/>
            </a:xfrm>
          </p:grpSpPr>
          <p:sp>
            <p:nvSpPr>
              <p:cNvPr id="13599" name="Google Shape;13599;p81"/>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1"/>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1"/>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1"/>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81"/>
            <p:cNvGrpSpPr/>
            <p:nvPr/>
          </p:nvGrpSpPr>
          <p:grpSpPr>
            <a:xfrm>
              <a:off x="4206459" y="1607315"/>
              <a:ext cx="29539" cy="142899"/>
              <a:chOff x="4206459" y="1607315"/>
              <a:chExt cx="29539" cy="142899"/>
            </a:xfrm>
          </p:grpSpPr>
          <p:sp>
            <p:nvSpPr>
              <p:cNvPr id="13604" name="Google Shape;13604;p81"/>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1"/>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1"/>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1"/>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8" name="Google Shape;13608;p81"/>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1"/>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1"/>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1"/>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2" name="Google Shape;13612;p81"/>
            <p:cNvGrpSpPr/>
            <p:nvPr/>
          </p:nvGrpSpPr>
          <p:grpSpPr>
            <a:xfrm>
              <a:off x="4889463" y="1423737"/>
              <a:ext cx="29552" cy="142899"/>
              <a:chOff x="4889463" y="1423737"/>
              <a:chExt cx="29552" cy="142899"/>
            </a:xfrm>
          </p:grpSpPr>
          <p:sp>
            <p:nvSpPr>
              <p:cNvPr id="13613" name="Google Shape;13613;p81"/>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1"/>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1"/>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1"/>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7" name="Google Shape;13617;p81"/>
            <p:cNvGrpSpPr/>
            <p:nvPr/>
          </p:nvGrpSpPr>
          <p:grpSpPr>
            <a:xfrm>
              <a:off x="4771663" y="1876896"/>
              <a:ext cx="108651" cy="100447"/>
              <a:chOff x="4771663" y="1876896"/>
              <a:chExt cx="108651" cy="100447"/>
            </a:xfrm>
          </p:grpSpPr>
          <p:sp>
            <p:nvSpPr>
              <p:cNvPr id="13618" name="Google Shape;13618;p81"/>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1"/>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1"/>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1"/>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22" name="Google Shape;13622;p81"/>
          <p:cNvGrpSpPr/>
          <p:nvPr/>
        </p:nvGrpSpPr>
        <p:grpSpPr>
          <a:xfrm>
            <a:off x="4008780" y="1854159"/>
            <a:ext cx="791287" cy="720350"/>
            <a:chOff x="267375" y="1071875"/>
            <a:chExt cx="470500" cy="428550"/>
          </a:xfrm>
        </p:grpSpPr>
        <p:sp>
          <p:nvSpPr>
            <p:cNvPr id="13623" name="Google Shape;13623;p81"/>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1"/>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1"/>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1"/>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1"/>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1"/>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1"/>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1"/>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81"/>
          <p:cNvGrpSpPr/>
          <p:nvPr/>
        </p:nvGrpSpPr>
        <p:grpSpPr>
          <a:xfrm>
            <a:off x="709275" y="3498789"/>
            <a:ext cx="1408444" cy="673166"/>
            <a:chOff x="712664" y="3693287"/>
            <a:chExt cx="1460738" cy="698160"/>
          </a:xfrm>
        </p:grpSpPr>
        <p:grpSp>
          <p:nvGrpSpPr>
            <p:cNvPr id="13632" name="Google Shape;13632;p81"/>
            <p:cNvGrpSpPr/>
            <p:nvPr/>
          </p:nvGrpSpPr>
          <p:grpSpPr>
            <a:xfrm>
              <a:off x="1380079" y="4133090"/>
              <a:ext cx="234048" cy="258099"/>
              <a:chOff x="1380079" y="4133090"/>
              <a:chExt cx="234048" cy="258099"/>
            </a:xfrm>
          </p:grpSpPr>
          <p:sp>
            <p:nvSpPr>
              <p:cNvPr id="13633" name="Google Shape;13633;p81"/>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1"/>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1"/>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81"/>
            <p:cNvGrpSpPr/>
            <p:nvPr/>
          </p:nvGrpSpPr>
          <p:grpSpPr>
            <a:xfrm>
              <a:off x="884610" y="3864082"/>
              <a:ext cx="1118566" cy="527275"/>
              <a:chOff x="890961" y="3865463"/>
              <a:chExt cx="1115221" cy="525698"/>
            </a:xfrm>
          </p:grpSpPr>
          <p:sp>
            <p:nvSpPr>
              <p:cNvPr id="13637" name="Google Shape;13637;p81"/>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1"/>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1"/>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0" name="Google Shape;13640;p81"/>
            <p:cNvGrpSpPr/>
            <p:nvPr/>
          </p:nvGrpSpPr>
          <p:grpSpPr>
            <a:xfrm>
              <a:off x="712664" y="3693287"/>
              <a:ext cx="1460738" cy="698160"/>
              <a:chOff x="712664" y="3693025"/>
              <a:chExt cx="1460738" cy="698160"/>
            </a:xfrm>
          </p:grpSpPr>
          <p:sp>
            <p:nvSpPr>
              <p:cNvPr id="13641" name="Google Shape;13641;p81"/>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1"/>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1"/>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1"/>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1"/>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1"/>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47" name="Google Shape;13647;p81"/>
          <p:cNvGrpSpPr/>
          <p:nvPr/>
        </p:nvGrpSpPr>
        <p:grpSpPr>
          <a:xfrm>
            <a:off x="3146990" y="970936"/>
            <a:ext cx="795485" cy="738831"/>
            <a:chOff x="3348603" y="1236445"/>
            <a:chExt cx="749256" cy="695894"/>
          </a:xfrm>
        </p:grpSpPr>
        <p:grpSp>
          <p:nvGrpSpPr>
            <p:cNvPr id="13648" name="Google Shape;13648;p81"/>
            <p:cNvGrpSpPr/>
            <p:nvPr/>
          </p:nvGrpSpPr>
          <p:grpSpPr>
            <a:xfrm>
              <a:off x="3583779" y="1236445"/>
              <a:ext cx="293795" cy="285811"/>
              <a:chOff x="3750225" y="1774000"/>
              <a:chExt cx="149575" cy="145525"/>
            </a:xfrm>
          </p:grpSpPr>
          <p:sp>
            <p:nvSpPr>
              <p:cNvPr id="13649" name="Google Shape;13649;p8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81"/>
            <p:cNvGrpSpPr/>
            <p:nvPr/>
          </p:nvGrpSpPr>
          <p:grpSpPr>
            <a:xfrm>
              <a:off x="3775534" y="1462599"/>
              <a:ext cx="322325" cy="285958"/>
              <a:chOff x="3847850" y="1889150"/>
              <a:chExt cx="164100" cy="145600"/>
            </a:xfrm>
          </p:grpSpPr>
          <p:sp>
            <p:nvSpPr>
              <p:cNvPr id="13652" name="Google Shape;13652;p8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81"/>
            <p:cNvGrpSpPr/>
            <p:nvPr/>
          </p:nvGrpSpPr>
          <p:grpSpPr>
            <a:xfrm>
              <a:off x="3545329" y="1646528"/>
              <a:ext cx="293746" cy="285811"/>
              <a:chOff x="3730650" y="1982800"/>
              <a:chExt cx="149550" cy="145525"/>
            </a:xfrm>
          </p:grpSpPr>
          <p:sp>
            <p:nvSpPr>
              <p:cNvPr id="13655" name="Google Shape;13655;p8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7" name="Google Shape;13657;p81"/>
            <p:cNvGrpSpPr/>
            <p:nvPr/>
          </p:nvGrpSpPr>
          <p:grpSpPr>
            <a:xfrm>
              <a:off x="3348603" y="1415046"/>
              <a:ext cx="294384" cy="284387"/>
              <a:chOff x="3630494" y="1864938"/>
              <a:chExt cx="149875" cy="144800"/>
            </a:xfrm>
          </p:grpSpPr>
          <p:sp>
            <p:nvSpPr>
              <p:cNvPr id="13658" name="Google Shape;13658;p81"/>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1"/>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60" name="Google Shape;13660;p81"/>
          <p:cNvGrpSpPr/>
          <p:nvPr/>
        </p:nvGrpSpPr>
        <p:grpSpPr>
          <a:xfrm>
            <a:off x="2268517" y="3493832"/>
            <a:ext cx="1324924" cy="678083"/>
            <a:chOff x="2413923" y="3711366"/>
            <a:chExt cx="1374117" cy="703260"/>
          </a:xfrm>
        </p:grpSpPr>
        <p:grpSp>
          <p:nvGrpSpPr>
            <p:cNvPr id="13661" name="Google Shape;13661;p81"/>
            <p:cNvGrpSpPr/>
            <p:nvPr/>
          </p:nvGrpSpPr>
          <p:grpSpPr>
            <a:xfrm>
              <a:off x="2413923" y="3711366"/>
              <a:ext cx="1374117" cy="703260"/>
              <a:chOff x="2413923" y="3711366"/>
              <a:chExt cx="1374117" cy="703260"/>
            </a:xfrm>
          </p:grpSpPr>
          <p:sp>
            <p:nvSpPr>
              <p:cNvPr id="13662" name="Google Shape;13662;p81"/>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3" name="Google Shape;13663;p81"/>
              <p:cNvGrpSpPr/>
              <p:nvPr/>
            </p:nvGrpSpPr>
            <p:grpSpPr>
              <a:xfrm>
                <a:off x="2600284" y="3808654"/>
                <a:ext cx="234506" cy="138009"/>
                <a:chOff x="2600284" y="3808654"/>
                <a:chExt cx="234506" cy="138009"/>
              </a:xfrm>
            </p:grpSpPr>
            <p:sp>
              <p:nvSpPr>
                <p:cNvPr id="13664" name="Google Shape;13664;p81"/>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65" name="Google Shape;13665;p81"/>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666" name="Google Shape;13666;p81"/>
              <p:cNvGrpSpPr/>
              <p:nvPr/>
            </p:nvGrpSpPr>
            <p:grpSpPr>
              <a:xfrm>
                <a:off x="3359659" y="3805664"/>
                <a:ext cx="232294" cy="141000"/>
                <a:chOff x="3359659" y="3805664"/>
                <a:chExt cx="232294" cy="141000"/>
              </a:xfrm>
            </p:grpSpPr>
            <p:sp>
              <p:nvSpPr>
                <p:cNvPr id="13667" name="Google Shape;13667;p81"/>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68" name="Google Shape;13668;p81"/>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669" name="Google Shape;13669;p81"/>
              <p:cNvGrpSpPr/>
              <p:nvPr/>
            </p:nvGrpSpPr>
            <p:grpSpPr>
              <a:xfrm>
                <a:off x="3067316" y="3711366"/>
                <a:ext cx="66900" cy="166809"/>
                <a:chOff x="3067316" y="3711366"/>
                <a:chExt cx="66900" cy="166809"/>
              </a:xfrm>
            </p:grpSpPr>
            <p:sp>
              <p:nvSpPr>
                <p:cNvPr id="13670" name="Google Shape;13670;p81"/>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71" name="Google Shape;13671;p81"/>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672" name="Google Shape;13672;p81"/>
              <p:cNvGrpSpPr/>
              <p:nvPr/>
            </p:nvGrpSpPr>
            <p:grpSpPr>
              <a:xfrm>
                <a:off x="2413923" y="4058666"/>
                <a:ext cx="224119" cy="66900"/>
                <a:chOff x="2413923" y="4058666"/>
                <a:chExt cx="224119" cy="66900"/>
              </a:xfrm>
            </p:grpSpPr>
            <p:sp>
              <p:nvSpPr>
                <p:cNvPr id="13673" name="Google Shape;13673;p81"/>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74" name="Google Shape;13674;p81"/>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675" name="Google Shape;13675;p81"/>
              <p:cNvGrpSpPr/>
              <p:nvPr/>
            </p:nvGrpSpPr>
            <p:grpSpPr>
              <a:xfrm>
                <a:off x="3564643" y="4058666"/>
                <a:ext cx="223397" cy="66900"/>
                <a:chOff x="3564643" y="4058666"/>
                <a:chExt cx="223397" cy="66900"/>
              </a:xfrm>
            </p:grpSpPr>
            <p:sp>
              <p:nvSpPr>
                <p:cNvPr id="13676" name="Google Shape;13676;p81"/>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77" name="Google Shape;13677;p81"/>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3678" name="Google Shape;13678;p81"/>
            <p:cNvGrpSpPr/>
            <p:nvPr/>
          </p:nvGrpSpPr>
          <p:grpSpPr>
            <a:xfrm>
              <a:off x="2633353" y="3965763"/>
              <a:ext cx="933975" cy="445687"/>
              <a:chOff x="2633353" y="3965763"/>
              <a:chExt cx="933975" cy="445687"/>
            </a:xfrm>
          </p:grpSpPr>
          <p:sp>
            <p:nvSpPr>
              <p:cNvPr id="13679" name="Google Shape;13679;p81"/>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1"/>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81" name="Google Shape;13681;p81"/>
          <p:cNvGrpSpPr/>
          <p:nvPr/>
        </p:nvGrpSpPr>
        <p:grpSpPr>
          <a:xfrm>
            <a:off x="6392789" y="1044380"/>
            <a:ext cx="1131087" cy="587383"/>
            <a:chOff x="238125" y="999450"/>
            <a:chExt cx="7140700" cy="3708225"/>
          </a:xfrm>
        </p:grpSpPr>
        <p:sp>
          <p:nvSpPr>
            <p:cNvPr id="13682" name="Google Shape;13682;p81"/>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1"/>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81"/>
          <p:cNvGrpSpPr/>
          <p:nvPr/>
        </p:nvGrpSpPr>
        <p:grpSpPr>
          <a:xfrm>
            <a:off x="3744240" y="3493874"/>
            <a:ext cx="1375854" cy="678131"/>
            <a:chOff x="3913765" y="3641905"/>
            <a:chExt cx="1522805" cy="750560"/>
          </a:xfrm>
        </p:grpSpPr>
        <p:grpSp>
          <p:nvGrpSpPr>
            <p:cNvPr id="13692" name="Google Shape;13692;p81"/>
            <p:cNvGrpSpPr/>
            <p:nvPr/>
          </p:nvGrpSpPr>
          <p:grpSpPr>
            <a:xfrm>
              <a:off x="3913765" y="3997002"/>
              <a:ext cx="1522805" cy="395463"/>
              <a:chOff x="3913765" y="3997002"/>
              <a:chExt cx="1522805" cy="395463"/>
            </a:xfrm>
          </p:grpSpPr>
          <p:grpSp>
            <p:nvGrpSpPr>
              <p:cNvPr id="13693" name="Google Shape;13693;p81"/>
              <p:cNvGrpSpPr/>
              <p:nvPr/>
            </p:nvGrpSpPr>
            <p:grpSpPr>
              <a:xfrm>
                <a:off x="3913765" y="4138659"/>
                <a:ext cx="507602" cy="253806"/>
                <a:chOff x="3913765" y="4138659"/>
                <a:chExt cx="507602" cy="253806"/>
              </a:xfrm>
            </p:grpSpPr>
            <p:sp>
              <p:nvSpPr>
                <p:cNvPr id="13694" name="Google Shape;13694;p81"/>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1"/>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3696" name="Google Shape;13696;p81"/>
              <p:cNvGrpSpPr/>
              <p:nvPr/>
            </p:nvGrpSpPr>
            <p:grpSpPr>
              <a:xfrm>
                <a:off x="4421361" y="3997002"/>
                <a:ext cx="507618" cy="395463"/>
                <a:chOff x="4421361" y="3997002"/>
                <a:chExt cx="507618" cy="395463"/>
              </a:xfrm>
            </p:grpSpPr>
            <p:sp>
              <p:nvSpPr>
                <p:cNvPr id="13697" name="Google Shape;13697;p81"/>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1"/>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81"/>
              <p:cNvGrpSpPr/>
              <p:nvPr/>
            </p:nvGrpSpPr>
            <p:grpSpPr>
              <a:xfrm>
                <a:off x="4928973" y="4189418"/>
                <a:ext cx="507596" cy="203047"/>
                <a:chOff x="4928973" y="4189418"/>
                <a:chExt cx="507596" cy="203047"/>
              </a:xfrm>
            </p:grpSpPr>
            <p:sp>
              <p:nvSpPr>
                <p:cNvPr id="13700" name="Google Shape;13700;p81"/>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1"/>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02" name="Google Shape;13702;p81"/>
            <p:cNvGrpSpPr/>
            <p:nvPr/>
          </p:nvGrpSpPr>
          <p:grpSpPr>
            <a:xfrm>
              <a:off x="4482186" y="3641905"/>
              <a:ext cx="397605" cy="349784"/>
              <a:chOff x="2906375" y="1159725"/>
              <a:chExt cx="1860575" cy="1636800"/>
            </a:xfrm>
          </p:grpSpPr>
          <p:sp>
            <p:nvSpPr>
              <p:cNvPr id="13703" name="Google Shape;13703;p81"/>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1"/>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1"/>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1"/>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07" name="Google Shape;13707;p81"/>
          <p:cNvGrpSpPr/>
          <p:nvPr/>
        </p:nvGrpSpPr>
        <p:grpSpPr>
          <a:xfrm>
            <a:off x="6528949" y="1853801"/>
            <a:ext cx="940737" cy="721067"/>
            <a:chOff x="6599718" y="2068734"/>
            <a:chExt cx="940737" cy="721067"/>
          </a:xfrm>
        </p:grpSpPr>
        <p:sp>
          <p:nvSpPr>
            <p:cNvPr id="13708" name="Google Shape;13708;p81"/>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1"/>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1"/>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1"/>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1"/>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1"/>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4" name="Google Shape;13714;p81"/>
            <p:cNvGrpSpPr/>
            <p:nvPr/>
          </p:nvGrpSpPr>
          <p:grpSpPr>
            <a:xfrm>
              <a:off x="6836957" y="2068734"/>
              <a:ext cx="461892" cy="721067"/>
              <a:chOff x="6836957" y="2068734"/>
              <a:chExt cx="461892" cy="721067"/>
            </a:xfrm>
          </p:grpSpPr>
          <p:sp>
            <p:nvSpPr>
              <p:cNvPr id="13715" name="Google Shape;13715;p81"/>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1"/>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1"/>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1"/>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1"/>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1"/>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1" name="Google Shape;13721;p81"/>
              <p:cNvGrpSpPr/>
              <p:nvPr/>
            </p:nvGrpSpPr>
            <p:grpSpPr>
              <a:xfrm>
                <a:off x="6836957" y="2068734"/>
                <a:ext cx="461892" cy="721067"/>
                <a:chOff x="6836957" y="2068734"/>
                <a:chExt cx="461892" cy="721067"/>
              </a:xfrm>
            </p:grpSpPr>
            <p:sp>
              <p:nvSpPr>
                <p:cNvPr id="13722" name="Google Shape;13722;p81"/>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1"/>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1"/>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1"/>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1"/>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1"/>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1"/>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729" name="Google Shape;13729;p81"/>
          <p:cNvGrpSpPr/>
          <p:nvPr/>
        </p:nvGrpSpPr>
        <p:grpSpPr>
          <a:xfrm>
            <a:off x="2412267" y="1858147"/>
            <a:ext cx="712577" cy="712374"/>
            <a:chOff x="2559249" y="2069323"/>
            <a:chExt cx="685566" cy="685634"/>
          </a:xfrm>
        </p:grpSpPr>
        <p:sp>
          <p:nvSpPr>
            <p:cNvPr id="13730" name="Google Shape;13730;p81"/>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1"/>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1"/>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1"/>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1"/>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1"/>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1"/>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1"/>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1"/>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1"/>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1"/>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1"/>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1"/>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3" name="Google Shape;13743;p81"/>
          <p:cNvGrpSpPr/>
          <p:nvPr/>
        </p:nvGrpSpPr>
        <p:grpSpPr>
          <a:xfrm>
            <a:off x="7594705" y="970936"/>
            <a:ext cx="845645" cy="711911"/>
            <a:chOff x="951975" y="315800"/>
            <a:chExt cx="5860325" cy="4933550"/>
          </a:xfrm>
        </p:grpSpPr>
        <p:sp>
          <p:nvSpPr>
            <p:cNvPr id="13744" name="Google Shape;13744;p81"/>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1"/>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1"/>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1"/>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1"/>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1"/>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1"/>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1"/>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81"/>
          <p:cNvGrpSpPr/>
          <p:nvPr/>
        </p:nvGrpSpPr>
        <p:grpSpPr>
          <a:xfrm>
            <a:off x="3691834" y="2707045"/>
            <a:ext cx="1617932" cy="621724"/>
            <a:chOff x="3862800" y="3038525"/>
            <a:chExt cx="1329006" cy="510698"/>
          </a:xfrm>
        </p:grpSpPr>
        <p:sp>
          <p:nvSpPr>
            <p:cNvPr id="13753" name="Google Shape;13753;p81"/>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1"/>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5" name="Google Shape;13755;p81"/>
            <p:cNvGrpSpPr/>
            <p:nvPr/>
          </p:nvGrpSpPr>
          <p:grpSpPr>
            <a:xfrm>
              <a:off x="3967075" y="3040337"/>
              <a:ext cx="1019927" cy="402126"/>
              <a:chOff x="3967075" y="3040337"/>
              <a:chExt cx="1019927" cy="402126"/>
            </a:xfrm>
          </p:grpSpPr>
          <p:sp>
            <p:nvSpPr>
              <p:cNvPr id="13756" name="Google Shape;13756;p81"/>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1"/>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8" name="Google Shape;13758;p81"/>
            <p:cNvGrpSpPr/>
            <p:nvPr/>
          </p:nvGrpSpPr>
          <p:grpSpPr>
            <a:xfrm>
              <a:off x="4186700" y="3040337"/>
              <a:ext cx="390475" cy="183289"/>
              <a:chOff x="4186700" y="3040337"/>
              <a:chExt cx="390475" cy="183289"/>
            </a:xfrm>
          </p:grpSpPr>
          <p:sp>
            <p:nvSpPr>
              <p:cNvPr id="13759" name="Google Shape;13759;p81"/>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1"/>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81"/>
            <p:cNvGrpSpPr/>
            <p:nvPr/>
          </p:nvGrpSpPr>
          <p:grpSpPr>
            <a:xfrm>
              <a:off x="4073727" y="3040337"/>
              <a:ext cx="697794" cy="296263"/>
              <a:chOff x="4073727" y="3040337"/>
              <a:chExt cx="697794" cy="296263"/>
            </a:xfrm>
          </p:grpSpPr>
          <p:sp>
            <p:nvSpPr>
              <p:cNvPr id="13762" name="Google Shape;13762;p81"/>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1"/>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81"/>
            <p:cNvGrpSpPr/>
            <p:nvPr/>
          </p:nvGrpSpPr>
          <p:grpSpPr>
            <a:xfrm>
              <a:off x="3862800" y="3038525"/>
              <a:ext cx="1329006" cy="510698"/>
              <a:chOff x="3862800" y="3038525"/>
              <a:chExt cx="1329006" cy="510698"/>
            </a:xfrm>
          </p:grpSpPr>
          <p:sp>
            <p:nvSpPr>
              <p:cNvPr id="13765" name="Google Shape;13765;p81"/>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1"/>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67" name="Google Shape;13767;p81"/>
          <p:cNvGrpSpPr/>
          <p:nvPr/>
        </p:nvGrpSpPr>
        <p:grpSpPr>
          <a:xfrm>
            <a:off x="700156" y="970936"/>
            <a:ext cx="883205" cy="775176"/>
            <a:chOff x="649648" y="271400"/>
            <a:chExt cx="6215377" cy="5455143"/>
          </a:xfrm>
        </p:grpSpPr>
        <p:sp>
          <p:nvSpPr>
            <p:cNvPr id="13768" name="Google Shape;13768;p81"/>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1"/>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1"/>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1"/>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1"/>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1"/>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1"/>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1"/>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1"/>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1"/>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1"/>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1"/>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81"/>
          <p:cNvGrpSpPr/>
          <p:nvPr/>
        </p:nvGrpSpPr>
        <p:grpSpPr>
          <a:xfrm>
            <a:off x="2308457" y="970936"/>
            <a:ext cx="767704" cy="815489"/>
            <a:chOff x="2499700" y="1135950"/>
            <a:chExt cx="732402" cy="777990"/>
          </a:xfrm>
        </p:grpSpPr>
        <p:grpSp>
          <p:nvGrpSpPr>
            <p:cNvPr id="13781" name="Google Shape;13781;p81"/>
            <p:cNvGrpSpPr/>
            <p:nvPr/>
          </p:nvGrpSpPr>
          <p:grpSpPr>
            <a:xfrm>
              <a:off x="2499700" y="1135950"/>
              <a:ext cx="732402" cy="694705"/>
              <a:chOff x="2499700" y="1135950"/>
              <a:chExt cx="732402" cy="694705"/>
            </a:xfrm>
          </p:grpSpPr>
          <p:sp>
            <p:nvSpPr>
              <p:cNvPr id="13782" name="Google Shape;13782;p81"/>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1"/>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1"/>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1"/>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1"/>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1"/>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1"/>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1"/>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1"/>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1"/>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1"/>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1"/>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1"/>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1"/>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1"/>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1"/>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1"/>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1"/>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1"/>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1"/>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1"/>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1"/>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1"/>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1"/>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1"/>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1"/>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1"/>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81"/>
            <p:cNvGrpSpPr/>
            <p:nvPr/>
          </p:nvGrpSpPr>
          <p:grpSpPr>
            <a:xfrm>
              <a:off x="2517909" y="1188726"/>
              <a:ext cx="702702" cy="725214"/>
              <a:chOff x="2517909" y="1188726"/>
              <a:chExt cx="702702" cy="725214"/>
            </a:xfrm>
          </p:grpSpPr>
          <p:sp>
            <p:nvSpPr>
              <p:cNvPr id="13810" name="Google Shape;13810;p81"/>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1"/>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1"/>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1"/>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1"/>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15" name="Google Shape;13815;p81"/>
          <p:cNvGrpSpPr/>
          <p:nvPr/>
        </p:nvGrpSpPr>
        <p:grpSpPr>
          <a:xfrm>
            <a:off x="1654189" y="970936"/>
            <a:ext cx="583439" cy="870229"/>
            <a:chOff x="1716825" y="1121550"/>
            <a:chExt cx="622800" cy="928938"/>
          </a:xfrm>
        </p:grpSpPr>
        <p:grpSp>
          <p:nvGrpSpPr>
            <p:cNvPr id="13816" name="Google Shape;13816;p81"/>
            <p:cNvGrpSpPr/>
            <p:nvPr/>
          </p:nvGrpSpPr>
          <p:grpSpPr>
            <a:xfrm>
              <a:off x="1716825" y="1121550"/>
              <a:ext cx="622800" cy="928938"/>
              <a:chOff x="1716825" y="1121550"/>
              <a:chExt cx="622800" cy="928938"/>
            </a:xfrm>
          </p:grpSpPr>
          <p:cxnSp>
            <p:nvCxnSpPr>
              <p:cNvPr id="13817" name="Google Shape;13817;p81"/>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3818" name="Google Shape;13818;p81"/>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81"/>
            <p:cNvGrpSpPr/>
            <p:nvPr/>
          </p:nvGrpSpPr>
          <p:grpSpPr>
            <a:xfrm>
              <a:off x="1768050" y="1172775"/>
              <a:ext cx="520200" cy="832000"/>
              <a:chOff x="1768050" y="1172775"/>
              <a:chExt cx="520200" cy="832000"/>
            </a:xfrm>
          </p:grpSpPr>
          <p:cxnSp>
            <p:nvCxnSpPr>
              <p:cNvPr id="13820" name="Google Shape;13820;p81"/>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3821" name="Google Shape;13821;p81"/>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81"/>
            <p:cNvGrpSpPr/>
            <p:nvPr/>
          </p:nvGrpSpPr>
          <p:grpSpPr>
            <a:xfrm>
              <a:off x="1820100" y="1225475"/>
              <a:ext cx="416400" cy="729575"/>
              <a:chOff x="1820100" y="1225475"/>
              <a:chExt cx="416400" cy="729575"/>
            </a:xfrm>
          </p:grpSpPr>
          <p:cxnSp>
            <p:nvCxnSpPr>
              <p:cNvPr id="13823" name="Google Shape;13823;p81"/>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3824" name="Google Shape;13824;p81"/>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81"/>
            <p:cNvGrpSpPr/>
            <p:nvPr/>
          </p:nvGrpSpPr>
          <p:grpSpPr>
            <a:xfrm>
              <a:off x="1874250" y="1278825"/>
              <a:ext cx="308100" cy="605275"/>
              <a:chOff x="1874250" y="1278825"/>
              <a:chExt cx="308100" cy="605275"/>
            </a:xfrm>
          </p:grpSpPr>
          <p:cxnSp>
            <p:nvCxnSpPr>
              <p:cNvPr id="13826" name="Google Shape;13826;p81"/>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3827" name="Google Shape;13827;p81"/>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8" name="Google Shape;13828;p81"/>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81"/>
          <p:cNvGrpSpPr/>
          <p:nvPr/>
        </p:nvGrpSpPr>
        <p:grpSpPr>
          <a:xfrm>
            <a:off x="1574012" y="1857258"/>
            <a:ext cx="739072" cy="714152"/>
            <a:chOff x="4334725" y="1355875"/>
            <a:chExt cx="3106650" cy="3001900"/>
          </a:xfrm>
        </p:grpSpPr>
        <p:grpSp>
          <p:nvGrpSpPr>
            <p:cNvPr id="13830" name="Google Shape;13830;p81"/>
            <p:cNvGrpSpPr/>
            <p:nvPr/>
          </p:nvGrpSpPr>
          <p:grpSpPr>
            <a:xfrm>
              <a:off x="4516050" y="1724875"/>
              <a:ext cx="2693725" cy="2632900"/>
              <a:chOff x="4516050" y="1724875"/>
              <a:chExt cx="2693725" cy="2632900"/>
            </a:xfrm>
          </p:grpSpPr>
          <p:sp>
            <p:nvSpPr>
              <p:cNvPr id="13831" name="Google Shape;13831;p81"/>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1"/>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1"/>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81"/>
            <p:cNvGrpSpPr/>
            <p:nvPr/>
          </p:nvGrpSpPr>
          <p:grpSpPr>
            <a:xfrm>
              <a:off x="4334725" y="1355875"/>
              <a:ext cx="3106650" cy="2709650"/>
              <a:chOff x="4334725" y="1355875"/>
              <a:chExt cx="3106650" cy="2709650"/>
            </a:xfrm>
          </p:grpSpPr>
          <p:sp>
            <p:nvSpPr>
              <p:cNvPr id="13835" name="Google Shape;13835;p81"/>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1"/>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1"/>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38" name="Google Shape;13838;p81"/>
          <p:cNvGrpSpPr/>
          <p:nvPr/>
        </p:nvGrpSpPr>
        <p:grpSpPr>
          <a:xfrm>
            <a:off x="7690961" y="3488029"/>
            <a:ext cx="312074" cy="684173"/>
            <a:chOff x="7645573" y="3754300"/>
            <a:chExt cx="293855" cy="644170"/>
          </a:xfrm>
        </p:grpSpPr>
        <p:sp>
          <p:nvSpPr>
            <p:cNvPr id="13839" name="Google Shape;13839;p81"/>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1"/>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1" name="Google Shape;13841;p81"/>
          <p:cNvGrpSpPr/>
          <p:nvPr/>
        </p:nvGrpSpPr>
        <p:grpSpPr>
          <a:xfrm>
            <a:off x="5612949" y="970936"/>
            <a:ext cx="709011" cy="739359"/>
            <a:chOff x="5830645" y="1256617"/>
            <a:chExt cx="530340" cy="553040"/>
          </a:xfrm>
        </p:grpSpPr>
        <p:grpSp>
          <p:nvGrpSpPr>
            <p:cNvPr id="13842" name="Google Shape;13842;p81"/>
            <p:cNvGrpSpPr/>
            <p:nvPr/>
          </p:nvGrpSpPr>
          <p:grpSpPr>
            <a:xfrm>
              <a:off x="5830645" y="1256617"/>
              <a:ext cx="259743" cy="269909"/>
              <a:chOff x="5830645" y="1256617"/>
              <a:chExt cx="259743" cy="269909"/>
            </a:xfrm>
          </p:grpSpPr>
          <p:sp>
            <p:nvSpPr>
              <p:cNvPr id="13843" name="Google Shape;13843;p81"/>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1"/>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81"/>
            <p:cNvGrpSpPr/>
            <p:nvPr/>
          </p:nvGrpSpPr>
          <p:grpSpPr>
            <a:xfrm>
              <a:off x="6101293" y="1256617"/>
              <a:ext cx="259692" cy="269909"/>
              <a:chOff x="6101293" y="1256617"/>
              <a:chExt cx="259692" cy="269909"/>
            </a:xfrm>
          </p:grpSpPr>
          <p:sp>
            <p:nvSpPr>
              <p:cNvPr id="13846" name="Google Shape;13846;p81"/>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1"/>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81"/>
            <p:cNvGrpSpPr/>
            <p:nvPr/>
          </p:nvGrpSpPr>
          <p:grpSpPr>
            <a:xfrm>
              <a:off x="5830645" y="1539749"/>
              <a:ext cx="259692" cy="269909"/>
              <a:chOff x="5830645" y="1539749"/>
              <a:chExt cx="259692" cy="269909"/>
            </a:xfrm>
          </p:grpSpPr>
          <p:sp>
            <p:nvSpPr>
              <p:cNvPr id="13849" name="Google Shape;13849;p81"/>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1"/>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81"/>
            <p:cNvGrpSpPr/>
            <p:nvPr/>
          </p:nvGrpSpPr>
          <p:grpSpPr>
            <a:xfrm>
              <a:off x="6101293" y="1539749"/>
              <a:ext cx="259692" cy="269909"/>
              <a:chOff x="6101293" y="1539749"/>
              <a:chExt cx="259692" cy="269909"/>
            </a:xfrm>
          </p:grpSpPr>
          <p:sp>
            <p:nvSpPr>
              <p:cNvPr id="13852" name="Google Shape;13852;p81"/>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1"/>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4" name="Google Shape;13854;p81"/>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5" name="Google Shape;13855;p81"/>
          <p:cNvGrpSpPr/>
          <p:nvPr/>
        </p:nvGrpSpPr>
        <p:grpSpPr>
          <a:xfrm>
            <a:off x="714444" y="2707052"/>
            <a:ext cx="1452955" cy="621360"/>
            <a:chOff x="732422" y="2990152"/>
            <a:chExt cx="1337773" cy="572102"/>
          </a:xfrm>
        </p:grpSpPr>
        <p:sp>
          <p:nvSpPr>
            <p:cNvPr id="13856" name="Google Shape;13856;p81"/>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1"/>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1"/>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1"/>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1"/>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1"/>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65" name="Shape 13865"/>
        <p:cNvGrpSpPr/>
        <p:nvPr/>
      </p:nvGrpSpPr>
      <p:grpSpPr>
        <a:xfrm>
          <a:off x="0" y="0"/>
          <a:ext cx="0" cy="0"/>
          <a:chOff x="0" y="0"/>
          <a:chExt cx="0" cy="0"/>
        </a:xfrm>
      </p:grpSpPr>
      <p:grpSp>
        <p:nvGrpSpPr>
          <p:cNvPr id="13866" name="Google Shape;13866;p82"/>
          <p:cNvGrpSpPr/>
          <p:nvPr/>
        </p:nvGrpSpPr>
        <p:grpSpPr>
          <a:xfrm>
            <a:off x="708579" y="965872"/>
            <a:ext cx="1636117" cy="1526144"/>
            <a:chOff x="729238" y="1179665"/>
            <a:chExt cx="1636117" cy="1526144"/>
          </a:xfrm>
        </p:grpSpPr>
        <p:grpSp>
          <p:nvGrpSpPr>
            <p:cNvPr id="13867" name="Google Shape;13867;p82"/>
            <p:cNvGrpSpPr/>
            <p:nvPr/>
          </p:nvGrpSpPr>
          <p:grpSpPr>
            <a:xfrm>
              <a:off x="729238" y="1179665"/>
              <a:ext cx="80700" cy="1526144"/>
              <a:chOff x="729238" y="1179665"/>
              <a:chExt cx="80700" cy="1526144"/>
            </a:xfrm>
          </p:grpSpPr>
          <p:sp>
            <p:nvSpPr>
              <p:cNvPr id="13868" name="Google Shape;13868;p82"/>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2"/>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2"/>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2"/>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82"/>
            <p:cNvGrpSpPr/>
            <p:nvPr/>
          </p:nvGrpSpPr>
          <p:grpSpPr>
            <a:xfrm>
              <a:off x="903098" y="1179665"/>
              <a:ext cx="80700" cy="1526144"/>
              <a:chOff x="903098" y="1179665"/>
              <a:chExt cx="80700" cy="1526144"/>
            </a:xfrm>
          </p:grpSpPr>
          <p:sp>
            <p:nvSpPr>
              <p:cNvPr id="13879" name="Google Shape;13879;p82"/>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2"/>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2"/>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2"/>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2"/>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2"/>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82"/>
            <p:cNvGrpSpPr/>
            <p:nvPr/>
          </p:nvGrpSpPr>
          <p:grpSpPr>
            <a:xfrm>
              <a:off x="1076958" y="1179665"/>
              <a:ext cx="80700" cy="1526144"/>
              <a:chOff x="1076958" y="1179665"/>
              <a:chExt cx="80700" cy="1526144"/>
            </a:xfrm>
          </p:grpSpPr>
          <p:sp>
            <p:nvSpPr>
              <p:cNvPr id="13890" name="Google Shape;13890;p82"/>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2"/>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2"/>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2"/>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2"/>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2"/>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2"/>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82"/>
            <p:cNvGrpSpPr/>
            <p:nvPr/>
          </p:nvGrpSpPr>
          <p:grpSpPr>
            <a:xfrm>
              <a:off x="1247707" y="1179665"/>
              <a:ext cx="80700" cy="1526144"/>
              <a:chOff x="1247707" y="1179665"/>
              <a:chExt cx="80700" cy="1526144"/>
            </a:xfrm>
          </p:grpSpPr>
          <p:sp>
            <p:nvSpPr>
              <p:cNvPr id="13901" name="Google Shape;13901;p82"/>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2"/>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2"/>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1" name="Google Shape;13911;p82"/>
            <p:cNvGrpSpPr/>
            <p:nvPr/>
          </p:nvGrpSpPr>
          <p:grpSpPr>
            <a:xfrm>
              <a:off x="1421567" y="1179665"/>
              <a:ext cx="80700" cy="1526144"/>
              <a:chOff x="1421567" y="1179665"/>
              <a:chExt cx="80700" cy="1526144"/>
            </a:xfrm>
          </p:grpSpPr>
          <p:sp>
            <p:nvSpPr>
              <p:cNvPr id="13912" name="Google Shape;13912;p82"/>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2"/>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2"/>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2"/>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2"/>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2"/>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2"/>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2"/>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2" name="Google Shape;13922;p82"/>
            <p:cNvGrpSpPr/>
            <p:nvPr/>
          </p:nvGrpSpPr>
          <p:grpSpPr>
            <a:xfrm>
              <a:off x="1592327" y="1179665"/>
              <a:ext cx="80700" cy="1526144"/>
              <a:chOff x="1592327" y="1179665"/>
              <a:chExt cx="80700" cy="1526144"/>
            </a:xfrm>
          </p:grpSpPr>
          <p:sp>
            <p:nvSpPr>
              <p:cNvPr id="13923" name="Google Shape;13923;p82"/>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2"/>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2"/>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2"/>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2"/>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2"/>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82"/>
            <p:cNvGrpSpPr/>
            <p:nvPr/>
          </p:nvGrpSpPr>
          <p:grpSpPr>
            <a:xfrm>
              <a:off x="1766187" y="1179665"/>
              <a:ext cx="80700" cy="1526144"/>
              <a:chOff x="1766187" y="1179665"/>
              <a:chExt cx="80700" cy="1526144"/>
            </a:xfrm>
          </p:grpSpPr>
          <p:sp>
            <p:nvSpPr>
              <p:cNvPr id="13934" name="Google Shape;13934;p82"/>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2"/>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2"/>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2"/>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2"/>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2"/>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2"/>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2"/>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2"/>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82"/>
            <p:cNvGrpSpPr/>
            <p:nvPr/>
          </p:nvGrpSpPr>
          <p:grpSpPr>
            <a:xfrm>
              <a:off x="1936935" y="1179665"/>
              <a:ext cx="80700" cy="1526144"/>
              <a:chOff x="1936935" y="1179665"/>
              <a:chExt cx="80700" cy="1526144"/>
            </a:xfrm>
          </p:grpSpPr>
          <p:sp>
            <p:nvSpPr>
              <p:cNvPr id="13945" name="Google Shape;13945;p82"/>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2"/>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2"/>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2"/>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2"/>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5" name="Google Shape;13955;p82"/>
            <p:cNvGrpSpPr/>
            <p:nvPr/>
          </p:nvGrpSpPr>
          <p:grpSpPr>
            <a:xfrm>
              <a:off x="2110795" y="1179665"/>
              <a:ext cx="80700" cy="1526144"/>
              <a:chOff x="2110795" y="1179665"/>
              <a:chExt cx="80700" cy="1526144"/>
            </a:xfrm>
          </p:grpSpPr>
          <p:sp>
            <p:nvSpPr>
              <p:cNvPr id="13956" name="Google Shape;13956;p82"/>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2"/>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2"/>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2"/>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82"/>
            <p:cNvGrpSpPr/>
            <p:nvPr/>
          </p:nvGrpSpPr>
          <p:grpSpPr>
            <a:xfrm>
              <a:off x="2284655" y="1179665"/>
              <a:ext cx="80700" cy="1526144"/>
              <a:chOff x="2284655" y="1179665"/>
              <a:chExt cx="80700" cy="1526144"/>
            </a:xfrm>
          </p:grpSpPr>
          <p:sp>
            <p:nvSpPr>
              <p:cNvPr id="13967" name="Google Shape;13967;p82"/>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2"/>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2"/>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2"/>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2"/>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2"/>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77" name="Google Shape;13977;p82"/>
          <p:cNvGrpSpPr/>
          <p:nvPr/>
        </p:nvGrpSpPr>
        <p:grpSpPr>
          <a:xfrm>
            <a:off x="2603245" y="985011"/>
            <a:ext cx="1364248" cy="1102133"/>
            <a:chOff x="2623904" y="1198803"/>
            <a:chExt cx="1364248" cy="1102133"/>
          </a:xfrm>
        </p:grpSpPr>
        <p:grpSp>
          <p:nvGrpSpPr>
            <p:cNvPr id="13978" name="Google Shape;13978;p82"/>
            <p:cNvGrpSpPr/>
            <p:nvPr/>
          </p:nvGrpSpPr>
          <p:grpSpPr>
            <a:xfrm>
              <a:off x="2623907" y="1198803"/>
              <a:ext cx="1364245" cy="273000"/>
              <a:chOff x="2623907" y="1198803"/>
              <a:chExt cx="1364245" cy="273000"/>
            </a:xfrm>
          </p:grpSpPr>
          <p:sp>
            <p:nvSpPr>
              <p:cNvPr id="13979" name="Google Shape;13979;p82"/>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82"/>
            <p:cNvGrpSpPr/>
            <p:nvPr/>
          </p:nvGrpSpPr>
          <p:grpSpPr>
            <a:xfrm>
              <a:off x="2623904" y="1476964"/>
              <a:ext cx="1364245" cy="273000"/>
              <a:chOff x="2623904" y="1476964"/>
              <a:chExt cx="1364245" cy="273000"/>
            </a:xfrm>
          </p:grpSpPr>
          <p:sp>
            <p:nvSpPr>
              <p:cNvPr id="13985" name="Google Shape;13985;p82"/>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2"/>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2"/>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82"/>
            <p:cNvGrpSpPr/>
            <p:nvPr/>
          </p:nvGrpSpPr>
          <p:grpSpPr>
            <a:xfrm>
              <a:off x="2623907" y="1749775"/>
              <a:ext cx="1364245" cy="273000"/>
              <a:chOff x="2623907" y="1749775"/>
              <a:chExt cx="1364245" cy="273000"/>
            </a:xfrm>
          </p:grpSpPr>
          <p:sp>
            <p:nvSpPr>
              <p:cNvPr id="13991" name="Google Shape;13991;p82"/>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2"/>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82"/>
            <p:cNvGrpSpPr/>
            <p:nvPr/>
          </p:nvGrpSpPr>
          <p:grpSpPr>
            <a:xfrm>
              <a:off x="2623904" y="2027936"/>
              <a:ext cx="1364245" cy="273000"/>
              <a:chOff x="2623904" y="2027936"/>
              <a:chExt cx="1364245" cy="273000"/>
            </a:xfrm>
          </p:grpSpPr>
          <p:sp>
            <p:nvSpPr>
              <p:cNvPr id="13997" name="Google Shape;13997;p8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02" name="Google Shape;14002;p82"/>
          <p:cNvGrpSpPr/>
          <p:nvPr/>
        </p:nvGrpSpPr>
        <p:grpSpPr>
          <a:xfrm>
            <a:off x="2592706" y="2444193"/>
            <a:ext cx="1387541" cy="159124"/>
            <a:chOff x="3200660" y="2180272"/>
            <a:chExt cx="2563824" cy="378237"/>
          </a:xfrm>
        </p:grpSpPr>
        <p:sp>
          <p:nvSpPr>
            <p:cNvPr id="14003" name="Google Shape;14003;p8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1" name="Google Shape;14021;p82"/>
          <p:cNvGrpSpPr/>
          <p:nvPr/>
        </p:nvGrpSpPr>
        <p:grpSpPr>
          <a:xfrm>
            <a:off x="2589231" y="2722018"/>
            <a:ext cx="1390502" cy="159625"/>
            <a:chOff x="3530150" y="2790075"/>
            <a:chExt cx="1962600" cy="225300"/>
          </a:xfrm>
        </p:grpSpPr>
        <p:sp>
          <p:nvSpPr>
            <p:cNvPr id="14022" name="Google Shape;14022;p82"/>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2"/>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82"/>
          <p:cNvGrpSpPr/>
          <p:nvPr/>
        </p:nvGrpSpPr>
        <p:grpSpPr>
          <a:xfrm>
            <a:off x="2589884" y="3000344"/>
            <a:ext cx="1411629" cy="153761"/>
            <a:chOff x="3558802" y="4011427"/>
            <a:chExt cx="1866000" cy="111300"/>
          </a:xfrm>
        </p:grpSpPr>
        <p:sp>
          <p:nvSpPr>
            <p:cNvPr id="14025" name="Google Shape;14025;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2"/>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82"/>
          <p:cNvGrpSpPr/>
          <p:nvPr/>
        </p:nvGrpSpPr>
        <p:grpSpPr>
          <a:xfrm>
            <a:off x="2589576" y="2205744"/>
            <a:ext cx="1383503" cy="119749"/>
            <a:chOff x="3465975" y="2270276"/>
            <a:chExt cx="1986364" cy="171929"/>
          </a:xfrm>
        </p:grpSpPr>
        <p:sp>
          <p:nvSpPr>
            <p:cNvPr id="14028" name="Google Shape;14028;p8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2"/>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2"/>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2"/>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2"/>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2"/>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6" name="Google Shape;14036;p82"/>
          <p:cNvGrpSpPr/>
          <p:nvPr/>
        </p:nvGrpSpPr>
        <p:grpSpPr>
          <a:xfrm>
            <a:off x="2600584" y="3569394"/>
            <a:ext cx="1369531" cy="195460"/>
            <a:chOff x="723300" y="4253549"/>
            <a:chExt cx="2276482" cy="324900"/>
          </a:xfrm>
        </p:grpSpPr>
        <p:sp>
          <p:nvSpPr>
            <p:cNvPr id="14037" name="Google Shape;14037;p8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2"/>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2" name="Google Shape;14042;p82"/>
          <p:cNvGrpSpPr/>
          <p:nvPr/>
        </p:nvGrpSpPr>
        <p:grpSpPr>
          <a:xfrm>
            <a:off x="2590145" y="3270574"/>
            <a:ext cx="1389066" cy="180119"/>
            <a:chOff x="705948" y="3788465"/>
            <a:chExt cx="2308953" cy="299400"/>
          </a:xfrm>
        </p:grpSpPr>
        <p:sp>
          <p:nvSpPr>
            <p:cNvPr id="14043" name="Google Shape;14043;p8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2"/>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2"/>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82"/>
          <p:cNvGrpSpPr/>
          <p:nvPr/>
        </p:nvGrpSpPr>
        <p:grpSpPr>
          <a:xfrm>
            <a:off x="2638082" y="3883554"/>
            <a:ext cx="1304609" cy="294074"/>
            <a:chOff x="2658741" y="4097347"/>
            <a:chExt cx="1304609" cy="294074"/>
          </a:xfrm>
        </p:grpSpPr>
        <p:grpSp>
          <p:nvGrpSpPr>
            <p:cNvPr id="14049" name="Google Shape;14049;p82"/>
            <p:cNvGrpSpPr/>
            <p:nvPr/>
          </p:nvGrpSpPr>
          <p:grpSpPr>
            <a:xfrm>
              <a:off x="2658741" y="4097347"/>
              <a:ext cx="118572" cy="294074"/>
              <a:chOff x="3343310" y="4475555"/>
              <a:chExt cx="127717" cy="316753"/>
            </a:xfrm>
          </p:grpSpPr>
          <p:sp>
            <p:nvSpPr>
              <p:cNvPr id="14050" name="Google Shape;14050;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82"/>
            <p:cNvGrpSpPr/>
            <p:nvPr/>
          </p:nvGrpSpPr>
          <p:grpSpPr>
            <a:xfrm>
              <a:off x="3815519" y="4098388"/>
              <a:ext cx="147831" cy="291991"/>
              <a:chOff x="3527539" y="4476677"/>
              <a:chExt cx="159232" cy="314510"/>
            </a:xfrm>
          </p:grpSpPr>
          <p:sp>
            <p:nvSpPr>
              <p:cNvPr id="14053" name="Google Shape;14053;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5" name="Google Shape;14055;p82"/>
            <p:cNvGrpSpPr/>
            <p:nvPr/>
          </p:nvGrpSpPr>
          <p:grpSpPr>
            <a:xfrm>
              <a:off x="3511696" y="4098388"/>
              <a:ext cx="147831" cy="291991"/>
              <a:chOff x="3527539" y="4476677"/>
              <a:chExt cx="159232" cy="314510"/>
            </a:xfrm>
          </p:grpSpPr>
          <p:sp>
            <p:nvSpPr>
              <p:cNvPr id="14056" name="Google Shape;14056;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82"/>
            <p:cNvGrpSpPr/>
            <p:nvPr/>
          </p:nvGrpSpPr>
          <p:grpSpPr>
            <a:xfrm>
              <a:off x="3207874" y="4098388"/>
              <a:ext cx="147831" cy="291991"/>
              <a:chOff x="3527539" y="4476677"/>
              <a:chExt cx="159232" cy="314510"/>
            </a:xfrm>
          </p:grpSpPr>
          <p:sp>
            <p:nvSpPr>
              <p:cNvPr id="14059" name="Google Shape;14059;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82"/>
            <p:cNvGrpSpPr/>
            <p:nvPr/>
          </p:nvGrpSpPr>
          <p:grpSpPr>
            <a:xfrm>
              <a:off x="2933305" y="4097347"/>
              <a:ext cx="118572" cy="294074"/>
              <a:chOff x="3343310" y="4475555"/>
              <a:chExt cx="127717" cy="316753"/>
            </a:xfrm>
          </p:grpSpPr>
          <p:sp>
            <p:nvSpPr>
              <p:cNvPr id="14062" name="Google Shape;14062;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64" name="Google Shape;14064;p82"/>
          <p:cNvGrpSpPr/>
          <p:nvPr/>
        </p:nvGrpSpPr>
        <p:grpSpPr>
          <a:xfrm>
            <a:off x="4256912" y="1866676"/>
            <a:ext cx="1433821" cy="191501"/>
            <a:chOff x="4273350" y="2080469"/>
            <a:chExt cx="1433821" cy="191501"/>
          </a:xfrm>
        </p:grpSpPr>
        <p:grpSp>
          <p:nvGrpSpPr>
            <p:cNvPr id="14065" name="Google Shape;14065;p82"/>
            <p:cNvGrpSpPr/>
            <p:nvPr/>
          </p:nvGrpSpPr>
          <p:grpSpPr>
            <a:xfrm>
              <a:off x="4273350" y="2080469"/>
              <a:ext cx="1433821" cy="0"/>
              <a:chOff x="5224975" y="2962250"/>
              <a:chExt cx="1544400" cy="0"/>
            </a:xfrm>
          </p:grpSpPr>
          <p:cxnSp>
            <p:nvCxnSpPr>
              <p:cNvPr id="14066" name="Google Shape;14066;p8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067" name="Google Shape;14067;p82"/>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4068" name="Google Shape;14068;p82"/>
            <p:cNvGrpSpPr/>
            <p:nvPr/>
          </p:nvGrpSpPr>
          <p:grpSpPr>
            <a:xfrm>
              <a:off x="4273350" y="2271969"/>
              <a:ext cx="1433821" cy="0"/>
              <a:chOff x="5224975" y="2962250"/>
              <a:chExt cx="1544400" cy="0"/>
            </a:xfrm>
          </p:grpSpPr>
          <p:cxnSp>
            <p:nvCxnSpPr>
              <p:cNvPr id="14069" name="Google Shape;14069;p8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070" name="Google Shape;14070;p82"/>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4071" name="Google Shape;14071;p82"/>
          <p:cNvGrpSpPr/>
          <p:nvPr/>
        </p:nvGrpSpPr>
        <p:grpSpPr>
          <a:xfrm>
            <a:off x="4258467" y="969244"/>
            <a:ext cx="1430711" cy="743389"/>
            <a:chOff x="5159450" y="1919950"/>
            <a:chExt cx="1541050" cy="862500"/>
          </a:xfrm>
        </p:grpSpPr>
        <p:sp>
          <p:nvSpPr>
            <p:cNvPr id="14072" name="Google Shape;14072;p8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4073" name="Google Shape;14073;p82"/>
            <p:cNvGrpSpPr/>
            <p:nvPr/>
          </p:nvGrpSpPr>
          <p:grpSpPr>
            <a:xfrm>
              <a:off x="5159450" y="1919950"/>
              <a:ext cx="1541050" cy="862500"/>
              <a:chOff x="5159450" y="1919950"/>
              <a:chExt cx="1541050" cy="862500"/>
            </a:xfrm>
          </p:grpSpPr>
          <p:cxnSp>
            <p:nvCxnSpPr>
              <p:cNvPr id="14074" name="Google Shape;14074;p8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4075" name="Google Shape;14075;p8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4076" name="Google Shape;14076;p82"/>
          <p:cNvGrpSpPr/>
          <p:nvPr/>
        </p:nvGrpSpPr>
        <p:grpSpPr>
          <a:xfrm>
            <a:off x="4248581" y="2192571"/>
            <a:ext cx="1450484" cy="1052087"/>
            <a:chOff x="5230575" y="1554475"/>
            <a:chExt cx="2137150" cy="1550150"/>
          </a:xfrm>
        </p:grpSpPr>
        <p:sp>
          <p:nvSpPr>
            <p:cNvPr id="14077" name="Google Shape;14077;p82"/>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2"/>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2"/>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2"/>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2"/>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2"/>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2"/>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2"/>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2"/>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2"/>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2"/>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2"/>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2"/>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82"/>
          <p:cNvGrpSpPr/>
          <p:nvPr/>
        </p:nvGrpSpPr>
        <p:grpSpPr>
          <a:xfrm rot="10800000">
            <a:off x="4265131" y="3284761"/>
            <a:ext cx="1417383" cy="887946"/>
            <a:chOff x="5645403" y="2920021"/>
            <a:chExt cx="2650800" cy="2180614"/>
          </a:xfrm>
        </p:grpSpPr>
        <p:sp>
          <p:nvSpPr>
            <p:cNvPr id="14091" name="Google Shape;14091;p82"/>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2" name="Google Shape;14092;p82"/>
            <p:cNvCxnSpPr>
              <a:stCxn id="1409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4093" name="Google Shape;14093;p82"/>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4" name="Google Shape;14094;p82"/>
            <p:cNvCxnSpPr>
              <a:endCxn id="1409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4095" name="Google Shape;14095;p82"/>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6" name="Google Shape;14096;p82"/>
            <p:cNvCxnSpPr>
              <a:stCxn id="1409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4097" name="Google Shape;14097;p82"/>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8" name="Google Shape;14098;p82"/>
            <p:cNvCxnSpPr>
              <a:endCxn id="1409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4099" name="Google Shape;14099;p82"/>
          <p:cNvGrpSpPr/>
          <p:nvPr/>
        </p:nvGrpSpPr>
        <p:grpSpPr>
          <a:xfrm>
            <a:off x="7365491" y="2188116"/>
            <a:ext cx="1071743" cy="1021579"/>
            <a:chOff x="7189833" y="2022667"/>
            <a:chExt cx="1251159" cy="1192597"/>
          </a:xfrm>
        </p:grpSpPr>
        <p:sp>
          <p:nvSpPr>
            <p:cNvPr id="14100" name="Google Shape;14100;p82"/>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2"/>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2"/>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2"/>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82"/>
          <p:cNvGrpSpPr/>
          <p:nvPr/>
        </p:nvGrpSpPr>
        <p:grpSpPr>
          <a:xfrm>
            <a:off x="706762" y="2614523"/>
            <a:ext cx="1695374" cy="1560837"/>
            <a:chOff x="727421" y="2828315"/>
            <a:chExt cx="1695374" cy="1560837"/>
          </a:xfrm>
        </p:grpSpPr>
        <p:grpSp>
          <p:nvGrpSpPr>
            <p:cNvPr id="14105" name="Google Shape;14105;p82"/>
            <p:cNvGrpSpPr/>
            <p:nvPr/>
          </p:nvGrpSpPr>
          <p:grpSpPr>
            <a:xfrm>
              <a:off x="819108" y="2882501"/>
              <a:ext cx="103104" cy="1426186"/>
              <a:chOff x="4674013" y="3100904"/>
              <a:chExt cx="122758" cy="1698043"/>
            </a:xfrm>
          </p:grpSpPr>
          <p:sp>
            <p:nvSpPr>
              <p:cNvPr id="14106" name="Google Shape;14106;p8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82"/>
            <p:cNvGrpSpPr/>
            <p:nvPr/>
          </p:nvGrpSpPr>
          <p:grpSpPr>
            <a:xfrm>
              <a:off x="1062475" y="2882501"/>
              <a:ext cx="103104" cy="1426186"/>
              <a:chOff x="4940438" y="3100904"/>
              <a:chExt cx="122758" cy="1698043"/>
            </a:xfrm>
          </p:grpSpPr>
          <p:sp>
            <p:nvSpPr>
              <p:cNvPr id="14114" name="Google Shape;14114;p8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82"/>
            <p:cNvGrpSpPr/>
            <p:nvPr/>
          </p:nvGrpSpPr>
          <p:grpSpPr>
            <a:xfrm>
              <a:off x="1299324" y="2882501"/>
              <a:ext cx="103104" cy="1426186"/>
              <a:chOff x="5206863" y="3100904"/>
              <a:chExt cx="122758" cy="1698043"/>
            </a:xfrm>
          </p:grpSpPr>
          <p:sp>
            <p:nvSpPr>
              <p:cNvPr id="14122" name="Google Shape;14122;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82"/>
            <p:cNvGrpSpPr/>
            <p:nvPr/>
          </p:nvGrpSpPr>
          <p:grpSpPr>
            <a:xfrm>
              <a:off x="1786057" y="2882501"/>
              <a:ext cx="103104" cy="1426186"/>
              <a:chOff x="6006138" y="3143629"/>
              <a:chExt cx="122758" cy="1698043"/>
            </a:xfrm>
          </p:grpSpPr>
          <p:sp>
            <p:nvSpPr>
              <p:cNvPr id="14130" name="Google Shape;14130;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82"/>
            <p:cNvGrpSpPr/>
            <p:nvPr/>
          </p:nvGrpSpPr>
          <p:grpSpPr>
            <a:xfrm>
              <a:off x="2029422" y="2882501"/>
              <a:ext cx="103104" cy="1426186"/>
              <a:chOff x="6805413" y="3100904"/>
              <a:chExt cx="122758" cy="1698043"/>
            </a:xfrm>
          </p:grpSpPr>
          <p:sp>
            <p:nvSpPr>
              <p:cNvPr id="14138" name="Google Shape;14138;p8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82"/>
            <p:cNvGrpSpPr/>
            <p:nvPr/>
          </p:nvGrpSpPr>
          <p:grpSpPr>
            <a:xfrm>
              <a:off x="727421" y="2828315"/>
              <a:ext cx="1695374" cy="1560837"/>
              <a:chOff x="734799" y="2782450"/>
              <a:chExt cx="1571100" cy="1577400"/>
            </a:xfrm>
          </p:grpSpPr>
          <p:cxnSp>
            <p:nvCxnSpPr>
              <p:cNvPr id="14146" name="Google Shape;14146;p8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4147" name="Google Shape;14147;p8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4148" name="Google Shape;14148;p82"/>
            <p:cNvGrpSpPr/>
            <p:nvPr/>
          </p:nvGrpSpPr>
          <p:grpSpPr>
            <a:xfrm>
              <a:off x="2272795" y="2882501"/>
              <a:ext cx="103104" cy="1426186"/>
              <a:chOff x="5206863" y="3100904"/>
              <a:chExt cx="122758" cy="1698043"/>
            </a:xfrm>
          </p:grpSpPr>
          <p:sp>
            <p:nvSpPr>
              <p:cNvPr id="14149" name="Google Shape;14149;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82"/>
            <p:cNvGrpSpPr/>
            <p:nvPr/>
          </p:nvGrpSpPr>
          <p:grpSpPr>
            <a:xfrm>
              <a:off x="1542694" y="2882501"/>
              <a:ext cx="103104" cy="1426186"/>
              <a:chOff x="6006138" y="3143629"/>
              <a:chExt cx="122758" cy="1698043"/>
            </a:xfrm>
          </p:grpSpPr>
          <p:sp>
            <p:nvSpPr>
              <p:cNvPr id="14157" name="Google Shape;14157;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64" name="Google Shape;14164;p82"/>
          <p:cNvGrpSpPr/>
          <p:nvPr/>
        </p:nvGrpSpPr>
        <p:grpSpPr>
          <a:xfrm>
            <a:off x="5915341" y="2192094"/>
            <a:ext cx="1248543" cy="1025319"/>
            <a:chOff x="5183758" y="1210600"/>
            <a:chExt cx="3605380" cy="2960783"/>
          </a:xfrm>
        </p:grpSpPr>
        <p:sp>
          <p:nvSpPr>
            <p:cNvPr id="14165" name="Google Shape;14165;p8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69" name="Google Shape;14169;p82"/>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4170" name="Google Shape;14170;p82"/>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4171" name="Google Shape;14171;p82"/>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4172" name="Google Shape;14172;p82"/>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4173" name="Google Shape;14173;p82"/>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82"/>
          <p:cNvGrpSpPr/>
          <p:nvPr/>
        </p:nvGrpSpPr>
        <p:grpSpPr>
          <a:xfrm>
            <a:off x="5772403" y="3330411"/>
            <a:ext cx="2664831" cy="843440"/>
            <a:chOff x="5916567" y="1099697"/>
            <a:chExt cx="2556683" cy="809211"/>
          </a:xfrm>
        </p:grpSpPr>
        <p:sp>
          <p:nvSpPr>
            <p:cNvPr id="14175" name="Google Shape;14175;p82"/>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2"/>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2"/>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2"/>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2"/>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2"/>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2"/>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2"/>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3" name="Google Shape;14183;p82"/>
          <p:cNvGrpSpPr/>
          <p:nvPr/>
        </p:nvGrpSpPr>
        <p:grpSpPr>
          <a:xfrm>
            <a:off x="5879943" y="979270"/>
            <a:ext cx="1299851" cy="1023338"/>
            <a:chOff x="5900602" y="1193063"/>
            <a:chExt cx="1299851" cy="1023338"/>
          </a:xfrm>
        </p:grpSpPr>
        <p:grpSp>
          <p:nvGrpSpPr>
            <p:cNvPr id="14184" name="Google Shape;14184;p82"/>
            <p:cNvGrpSpPr/>
            <p:nvPr/>
          </p:nvGrpSpPr>
          <p:grpSpPr>
            <a:xfrm>
              <a:off x="6743564" y="1193063"/>
              <a:ext cx="456889" cy="700379"/>
              <a:chOff x="6743564" y="1193063"/>
              <a:chExt cx="456889" cy="700379"/>
            </a:xfrm>
          </p:grpSpPr>
          <p:grpSp>
            <p:nvGrpSpPr>
              <p:cNvPr id="14185" name="Google Shape;14185;p82"/>
              <p:cNvGrpSpPr/>
              <p:nvPr/>
            </p:nvGrpSpPr>
            <p:grpSpPr>
              <a:xfrm>
                <a:off x="6743564" y="1690731"/>
                <a:ext cx="214402" cy="202710"/>
                <a:chOff x="6743564" y="1690731"/>
                <a:chExt cx="214402" cy="202710"/>
              </a:xfrm>
            </p:grpSpPr>
            <p:sp>
              <p:nvSpPr>
                <p:cNvPr id="14186" name="Google Shape;14186;p82"/>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2"/>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82"/>
              <p:cNvGrpSpPr/>
              <p:nvPr/>
            </p:nvGrpSpPr>
            <p:grpSpPr>
              <a:xfrm>
                <a:off x="6915505" y="1193063"/>
                <a:ext cx="284947" cy="589637"/>
                <a:chOff x="6915505" y="1193063"/>
                <a:chExt cx="284947" cy="589637"/>
              </a:xfrm>
            </p:grpSpPr>
            <p:sp>
              <p:nvSpPr>
                <p:cNvPr id="14189" name="Google Shape;14189;p8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90" name="Google Shape;14190;p82"/>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4191" name="Google Shape;14191;p82"/>
            <p:cNvGrpSpPr/>
            <p:nvPr/>
          </p:nvGrpSpPr>
          <p:grpSpPr>
            <a:xfrm>
              <a:off x="6520337" y="1193063"/>
              <a:ext cx="341815" cy="801589"/>
              <a:chOff x="6520337" y="1193063"/>
              <a:chExt cx="341815" cy="801589"/>
            </a:xfrm>
          </p:grpSpPr>
          <p:grpSp>
            <p:nvGrpSpPr>
              <p:cNvPr id="14192" name="Google Shape;14192;p82"/>
              <p:cNvGrpSpPr/>
              <p:nvPr/>
            </p:nvGrpSpPr>
            <p:grpSpPr>
              <a:xfrm>
                <a:off x="6520337" y="1589527"/>
                <a:ext cx="213950" cy="405125"/>
                <a:chOff x="6520337" y="1589527"/>
                <a:chExt cx="213950" cy="405125"/>
              </a:xfrm>
            </p:grpSpPr>
            <p:sp>
              <p:nvSpPr>
                <p:cNvPr id="14193" name="Google Shape;14193;p8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2"/>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5" name="Google Shape;14195;p82"/>
              <p:cNvGrpSpPr/>
              <p:nvPr/>
            </p:nvGrpSpPr>
            <p:grpSpPr>
              <a:xfrm>
                <a:off x="6577204" y="1193063"/>
                <a:ext cx="284947" cy="453562"/>
                <a:chOff x="6577204" y="1193063"/>
                <a:chExt cx="284947" cy="453562"/>
              </a:xfrm>
            </p:grpSpPr>
            <p:sp>
              <p:nvSpPr>
                <p:cNvPr id="14196" name="Google Shape;14196;p8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97" name="Google Shape;14197;p82"/>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4198" name="Google Shape;14198;p82"/>
            <p:cNvGrpSpPr/>
            <p:nvPr/>
          </p:nvGrpSpPr>
          <p:grpSpPr>
            <a:xfrm>
              <a:off x="6238903" y="1193063"/>
              <a:ext cx="300475" cy="901782"/>
              <a:chOff x="6238903" y="1193063"/>
              <a:chExt cx="300475" cy="901782"/>
            </a:xfrm>
          </p:grpSpPr>
          <p:grpSp>
            <p:nvGrpSpPr>
              <p:cNvPr id="14199" name="Google Shape;14199;p82"/>
              <p:cNvGrpSpPr/>
              <p:nvPr/>
            </p:nvGrpSpPr>
            <p:grpSpPr>
              <a:xfrm>
                <a:off x="6290865" y="1489315"/>
                <a:ext cx="248514" cy="605530"/>
                <a:chOff x="6290865" y="1489315"/>
                <a:chExt cx="248514" cy="605530"/>
              </a:xfrm>
            </p:grpSpPr>
            <p:sp>
              <p:nvSpPr>
                <p:cNvPr id="14200" name="Google Shape;14200;p8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2"/>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82"/>
              <p:cNvGrpSpPr/>
              <p:nvPr/>
            </p:nvGrpSpPr>
            <p:grpSpPr>
              <a:xfrm>
                <a:off x="6238903" y="1193063"/>
                <a:ext cx="284947" cy="327512"/>
                <a:chOff x="6238903" y="1193063"/>
                <a:chExt cx="284947" cy="327512"/>
              </a:xfrm>
            </p:grpSpPr>
            <p:sp>
              <p:nvSpPr>
                <p:cNvPr id="14203" name="Google Shape;14203;p8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04" name="Google Shape;14204;p82"/>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4205" name="Google Shape;14205;p82"/>
            <p:cNvGrpSpPr/>
            <p:nvPr/>
          </p:nvGrpSpPr>
          <p:grpSpPr>
            <a:xfrm>
              <a:off x="5900602" y="1193063"/>
              <a:ext cx="444345" cy="1023338"/>
              <a:chOff x="5900602" y="1193063"/>
              <a:chExt cx="444345" cy="1023338"/>
            </a:xfrm>
          </p:grpSpPr>
          <p:grpSp>
            <p:nvGrpSpPr>
              <p:cNvPr id="14206" name="Google Shape;14206;p82"/>
              <p:cNvGrpSpPr/>
              <p:nvPr/>
            </p:nvGrpSpPr>
            <p:grpSpPr>
              <a:xfrm>
                <a:off x="6046501" y="1367785"/>
                <a:ext cx="298446" cy="848616"/>
                <a:chOff x="6046501" y="1367785"/>
                <a:chExt cx="298446" cy="848616"/>
              </a:xfrm>
            </p:grpSpPr>
            <p:sp>
              <p:nvSpPr>
                <p:cNvPr id="14207" name="Google Shape;14207;p8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2"/>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9" name="Google Shape;14209;p82"/>
              <p:cNvGrpSpPr/>
              <p:nvPr/>
            </p:nvGrpSpPr>
            <p:grpSpPr>
              <a:xfrm>
                <a:off x="5900602" y="1193063"/>
                <a:ext cx="284947" cy="182312"/>
                <a:chOff x="5900602" y="1193063"/>
                <a:chExt cx="284947" cy="182312"/>
              </a:xfrm>
            </p:grpSpPr>
            <p:sp>
              <p:nvSpPr>
                <p:cNvPr id="14210" name="Google Shape;14210;p8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11" name="Google Shape;14211;p8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4212" name="Google Shape;14212;p82"/>
          <p:cNvGrpSpPr/>
          <p:nvPr/>
        </p:nvGrpSpPr>
        <p:grpSpPr>
          <a:xfrm>
            <a:off x="7217825" y="979415"/>
            <a:ext cx="1219413" cy="1051365"/>
            <a:chOff x="7287122" y="1165658"/>
            <a:chExt cx="1219413" cy="1051365"/>
          </a:xfrm>
        </p:grpSpPr>
        <p:grpSp>
          <p:nvGrpSpPr>
            <p:cNvPr id="14213" name="Google Shape;14213;p82"/>
            <p:cNvGrpSpPr/>
            <p:nvPr/>
          </p:nvGrpSpPr>
          <p:grpSpPr>
            <a:xfrm>
              <a:off x="7287122" y="1969723"/>
              <a:ext cx="1219413" cy="247300"/>
              <a:chOff x="7287122" y="1969723"/>
              <a:chExt cx="1219413" cy="247300"/>
            </a:xfrm>
          </p:grpSpPr>
          <p:sp>
            <p:nvSpPr>
              <p:cNvPr id="14214" name="Google Shape;14214;p8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5" name="Google Shape;14215;p82"/>
              <p:cNvGrpSpPr/>
              <p:nvPr/>
            </p:nvGrpSpPr>
            <p:grpSpPr>
              <a:xfrm>
                <a:off x="7287122" y="2063892"/>
                <a:ext cx="1151753" cy="73428"/>
                <a:chOff x="7287122" y="2063892"/>
                <a:chExt cx="1151753" cy="73428"/>
              </a:xfrm>
            </p:grpSpPr>
            <p:sp>
              <p:nvSpPr>
                <p:cNvPr id="14216" name="Google Shape;14216;p8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17" name="Google Shape;14217;p8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4218" name="Google Shape;14218;p82"/>
            <p:cNvGrpSpPr/>
            <p:nvPr/>
          </p:nvGrpSpPr>
          <p:grpSpPr>
            <a:xfrm>
              <a:off x="7287122" y="1712201"/>
              <a:ext cx="1219403" cy="246767"/>
              <a:chOff x="7287122" y="1712201"/>
              <a:chExt cx="1219403" cy="246767"/>
            </a:xfrm>
          </p:grpSpPr>
          <p:sp>
            <p:nvSpPr>
              <p:cNvPr id="14219" name="Google Shape;14219;p8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0" name="Google Shape;14220;p82"/>
              <p:cNvGrpSpPr/>
              <p:nvPr/>
            </p:nvGrpSpPr>
            <p:grpSpPr>
              <a:xfrm>
                <a:off x="7287122" y="1842861"/>
                <a:ext cx="1005303" cy="73419"/>
                <a:chOff x="7287122" y="1842861"/>
                <a:chExt cx="1005303" cy="73419"/>
              </a:xfrm>
            </p:grpSpPr>
            <p:sp>
              <p:nvSpPr>
                <p:cNvPr id="14221" name="Google Shape;14221;p8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22" name="Google Shape;14222;p8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4223" name="Google Shape;14223;p82"/>
            <p:cNvGrpSpPr/>
            <p:nvPr/>
          </p:nvGrpSpPr>
          <p:grpSpPr>
            <a:xfrm>
              <a:off x="7287122" y="1447520"/>
              <a:ext cx="1219403" cy="286667"/>
              <a:chOff x="7287122" y="1447520"/>
              <a:chExt cx="1219403" cy="286667"/>
            </a:xfrm>
          </p:grpSpPr>
          <p:sp>
            <p:nvSpPr>
              <p:cNvPr id="14224" name="Google Shape;14224;p8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5" name="Google Shape;14225;p82"/>
              <p:cNvGrpSpPr/>
              <p:nvPr/>
            </p:nvGrpSpPr>
            <p:grpSpPr>
              <a:xfrm>
                <a:off x="7287122" y="1581977"/>
                <a:ext cx="852803" cy="73428"/>
                <a:chOff x="7287122" y="1581977"/>
                <a:chExt cx="852803" cy="73428"/>
              </a:xfrm>
            </p:grpSpPr>
            <p:sp>
              <p:nvSpPr>
                <p:cNvPr id="14226" name="Google Shape;14226;p8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27" name="Google Shape;14227;p8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4228" name="Google Shape;14228;p82"/>
            <p:cNvGrpSpPr/>
            <p:nvPr/>
          </p:nvGrpSpPr>
          <p:grpSpPr>
            <a:xfrm>
              <a:off x="7287122" y="1165658"/>
              <a:ext cx="1219403" cy="344253"/>
              <a:chOff x="7287122" y="1165658"/>
              <a:chExt cx="1219403" cy="344253"/>
            </a:xfrm>
          </p:grpSpPr>
          <p:sp>
            <p:nvSpPr>
              <p:cNvPr id="14229" name="Google Shape;14229;p8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0" name="Google Shape;14230;p82"/>
              <p:cNvGrpSpPr/>
              <p:nvPr/>
            </p:nvGrpSpPr>
            <p:grpSpPr>
              <a:xfrm>
                <a:off x="7287122" y="1341025"/>
                <a:ext cx="695703" cy="73419"/>
                <a:chOff x="7287122" y="1341025"/>
                <a:chExt cx="695703" cy="73419"/>
              </a:xfrm>
            </p:grpSpPr>
            <p:sp>
              <p:nvSpPr>
                <p:cNvPr id="14231" name="Google Shape;14231;p8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32" name="Google Shape;14232;p8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36" name="Shape 14236"/>
        <p:cNvGrpSpPr/>
        <p:nvPr/>
      </p:nvGrpSpPr>
      <p:grpSpPr>
        <a:xfrm>
          <a:off x="0" y="0"/>
          <a:ext cx="0" cy="0"/>
          <a:chOff x="0" y="0"/>
          <a:chExt cx="0" cy="0"/>
        </a:xfrm>
      </p:grpSpPr>
      <p:grpSp>
        <p:nvGrpSpPr>
          <p:cNvPr id="14237" name="Google Shape;14237;p83"/>
          <p:cNvGrpSpPr/>
          <p:nvPr/>
        </p:nvGrpSpPr>
        <p:grpSpPr>
          <a:xfrm>
            <a:off x="846551" y="2291587"/>
            <a:ext cx="415546" cy="355053"/>
            <a:chOff x="866243" y="2291587"/>
            <a:chExt cx="415546" cy="355053"/>
          </a:xfrm>
        </p:grpSpPr>
        <p:sp>
          <p:nvSpPr>
            <p:cNvPr id="14238" name="Google Shape;14238;p83"/>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3"/>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3"/>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3"/>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3"/>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3" name="Google Shape;14243;p83"/>
          <p:cNvSpPr/>
          <p:nvPr/>
        </p:nvSpPr>
        <p:spPr>
          <a:xfrm>
            <a:off x="1392102"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4" name="Google Shape;14244;p83"/>
          <p:cNvGrpSpPr/>
          <p:nvPr/>
        </p:nvGrpSpPr>
        <p:grpSpPr>
          <a:xfrm>
            <a:off x="1938828" y="2302574"/>
            <a:ext cx="359213" cy="327807"/>
            <a:chOff x="1958520" y="2302574"/>
            <a:chExt cx="359213" cy="327807"/>
          </a:xfrm>
        </p:grpSpPr>
        <p:sp>
          <p:nvSpPr>
            <p:cNvPr id="14245" name="Google Shape;14245;p83"/>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3"/>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3"/>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83"/>
          <p:cNvGrpSpPr/>
          <p:nvPr/>
        </p:nvGrpSpPr>
        <p:grpSpPr>
          <a:xfrm>
            <a:off x="2560190" y="2287427"/>
            <a:ext cx="207582" cy="359594"/>
            <a:chOff x="2656082" y="2287427"/>
            <a:chExt cx="207582" cy="359594"/>
          </a:xfrm>
        </p:grpSpPr>
        <p:sp>
          <p:nvSpPr>
            <p:cNvPr id="14249" name="Google Shape;14249;p83"/>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3"/>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3"/>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3"/>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83"/>
          <p:cNvGrpSpPr/>
          <p:nvPr/>
        </p:nvGrpSpPr>
        <p:grpSpPr>
          <a:xfrm>
            <a:off x="3029961" y="2321468"/>
            <a:ext cx="362991" cy="290018"/>
            <a:chOff x="3049653" y="2321468"/>
            <a:chExt cx="362991" cy="290018"/>
          </a:xfrm>
        </p:grpSpPr>
        <p:sp>
          <p:nvSpPr>
            <p:cNvPr id="14254" name="Google Shape;14254;p83"/>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3"/>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3"/>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3"/>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83"/>
          <p:cNvGrpSpPr/>
          <p:nvPr/>
        </p:nvGrpSpPr>
        <p:grpSpPr>
          <a:xfrm>
            <a:off x="3544551" y="2289904"/>
            <a:ext cx="422342" cy="355243"/>
            <a:chOff x="3564243" y="2289904"/>
            <a:chExt cx="422342" cy="355243"/>
          </a:xfrm>
        </p:grpSpPr>
        <p:sp>
          <p:nvSpPr>
            <p:cNvPr id="14259" name="Google Shape;14259;p83"/>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3"/>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3"/>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3"/>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3"/>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4" name="Google Shape;14264;p83"/>
          <p:cNvSpPr/>
          <p:nvPr/>
        </p:nvSpPr>
        <p:spPr>
          <a:xfrm>
            <a:off x="4124143"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5" name="Google Shape;14265;p83"/>
          <p:cNvGrpSpPr/>
          <p:nvPr/>
        </p:nvGrpSpPr>
        <p:grpSpPr>
          <a:xfrm>
            <a:off x="4668202" y="2289713"/>
            <a:ext cx="359594" cy="353909"/>
            <a:chOff x="4687894" y="2289713"/>
            <a:chExt cx="359594" cy="353909"/>
          </a:xfrm>
        </p:grpSpPr>
        <p:sp>
          <p:nvSpPr>
            <p:cNvPr id="14266" name="Google Shape;14266;p83"/>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3"/>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3"/>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9" name="Google Shape;14269;p83"/>
          <p:cNvSpPr/>
          <p:nvPr/>
        </p:nvSpPr>
        <p:spPr>
          <a:xfrm>
            <a:off x="5214928"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0" name="Google Shape;14270;p83"/>
          <p:cNvGrpSpPr/>
          <p:nvPr/>
        </p:nvGrpSpPr>
        <p:grpSpPr>
          <a:xfrm>
            <a:off x="6352932" y="2308227"/>
            <a:ext cx="263567" cy="317614"/>
            <a:chOff x="6421399" y="2308227"/>
            <a:chExt cx="263567" cy="317614"/>
          </a:xfrm>
        </p:grpSpPr>
        <p:sp>
          <p:nvSpPr>
            <p:cNvPr id="14271" name="Google Shape;14271;p83"/>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3"/>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3"/>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3"/>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83"/>
          <p:cNvGrpSpPr/>
          <p:nvPr/>
        </p:nvGrpSpPr>
        <p:grpSpPr>
          <a:xfrm>
            <a:off x="6850501" y="2295620"/>
            <a:ext cx="360356" cy="343462"/>
            <a:chOff x="6870193" y="2295620"/>
            <a:chExt cx="360356" cy="343462"/>
          </a:xfrm>
        </p:grpSpPr>
        <p:sp>
          <p:nvSpPr>
            <p:cNvPr id="14276" name="Google Shape;14276;p83"/>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3"/>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8" name="Google Shape;14278;p83"/>
          <p:cNvGrpSpPr/>
          <p:nvPr/>
        </p:nvGrpSpPr>
        <p:grpSpPr>
          <a:xfrm>
            <a:off x="7421773" y="2302860"/>
            <a:ext cx="342192" cy="327140"/>
            <a:chOff x="7441465" y="2302860"/>
            <a:chExt cx="342192" cy="327140"/>
          </a:xfrm>
        </p:grpSpPr>
        <p:sp>
          <p:nvSpPr>
            <p:cNvPr id="14279" name="Google Shape;14279;p83"/>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3"/>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83"/>
          <p:cNvGrpSpPr/>
          <p:nvPr/>
        </p:nvGrpSpPr>
        <p:grpSpPr>
          <a:xfrm>
            <a:off x="7969991" y="2350207"/>
            <a:ext cx="332761" cy="234066"/>
            <a:chOff x="7989683" y="2350207"/>
            <a:chExt cx="332761" cy="234066"/>
          </a:xfrm>
        </p:grpSpPr>
        <p:sp>
          <p:nvSpPr>
            <p:cNvPr id="14282" name="Google Shape;14282;p83"/>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3"/>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3"/>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3"/>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3"/>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3"/>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83"/>
          <p:cNvGrpSpPr/>
          <p:nvPr/>
        </p:nvGrpSpPr>
        <p:grpSpPr>
          <a:xfrm>
            <a:off x="5803602" y="2309751"/>
            <a:ext cx="315327" cy="314978"/>
            <a:chOff x="5823294" y="2309751"/>
            <a:chExt cx="315327" cy="314978"/>
          </a:xfrm>
        </p:grpSpPr>
        <p:sp>
          <p:nvSpPr>
            <p:cNvPr id="14289" name="Google Shape;14289;p83"/>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3"/>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3"/>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3"/>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3"/>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3"/>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3"/>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3"/>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3"/>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3"/>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3"/>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3"/>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3"/>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3"/>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3"/>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3"/>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3"/>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6" name="Google Shape;14306;p83"/>
          <p:cNvGrpSpPr/>
          <p:nvPr/>
        </p:nvGrpSpPr>
        <p:grpSpPr>
          <a:xfrm>
            <a:off x="2477583" y="2744159"/>
            <a:ext cx="370930" cy="370549"/>
            <a:chOff x="2497275" y="2744159"/>
            <a:chExt cx="370930" cy="370549"/>
          </a:xfrm>
        </p:grpSpPr>
        <p:sp>
          <p:nvSpPr>
            <p:cNvPr id="14307" name="Google Shape;14307;p83"/>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3"/>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3"/>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3"/>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3"/>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3"/>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83"/>
          <p:cNvGrpSpPr/>
          <p:nvPr/>
        </p:nvGrpSpPr>
        <p:grpSpPr>
          <a:xfrm>
            <a:off x="841248" y="2746477"/>
            <a:ext cx="371883" cy="365691"/>
            <a:chOff x="860940" y="2746477"/>
            <a:chExt cx="371883" cy="365691"/>
          </a:xfrm>
        </p:grpSpPr>
        <p:sp>
          <p:nvSpPr>
            <p:cNvPr id="14314" name="Google Shape;14314;p83"/>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3"/>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3"/>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3"/>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3"/>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9" name="Google Shape;14319;p83"/>
          <p:cNvGrpSpPr/>
          <p:nvPr/>
        </p:nvGrpSpPr>
        <p:grpSpPr>
          <a:xfrm>
            <a:off x="1431144" y="2766258"/>
            <a:ext cx="283985" cy="341080"/>
            <a:chOff x="1493849" y="2775533"/>
            <a:chExt cx="283985" cy="341080"/>
          </a:xfrm>
        </p:grpSpPr>
        <p:sp>
          <p:nvSpPr>
            <p:cNvPr id="14320" name="Google Shape;14320;p83"/>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3"/>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2" name="Google Shape;14322;p83"/>
          <p:cNvGrpSpPr/>
          <p:nvPr/>
        </p:nvGrpSpPr>
        <p:grpSpPr>
          <a:xfrm>
            <a:off x="1933144" y="2774422"/>
            <a:ext cx="372835" cy="342573"/>
            <a:chOff x="1952836" y="2774422"/>
            <a:chExt cx="372835" cy="342573"/>
          </a:xfrm>
        </p:grpSpPr>
        <p:sp>
          <p:nvSpPr>
            <p:cNvPr id="14323" name="Google Shape;14323;p83"/>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3"/>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3"/>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83"/>
          <p:cNvGrpSpPr/>
          <p:nvPr/>
        </p:nvGrpSpPr>
        <p:grpSpPr>
          <a:xfrm>
            <a:off x="3060224" y="2744477"/>
            <a:ext cx="332729" cy="372518"/>
            <a:chOff x="3079916" y="2744477"/>
            <a:chExt cx="332729" cy="372518"/>
          </a:xfrm>
        </p:grpSpPr>
        <p:sp>
          <p:nvSpPr>
            <p:cNvPr id="14327" name="Google Shape;14327;p83"/>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3"/>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3"/>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83"/>
          <p:cNvGrpSpPr/>
          <p:nvPr/>
        </p:nvGrpSpPr>
        <p:grpSpPr>
          <a:xfrm>
            <a:off x="3600884" y="2745525"/>
            <a:ext cx="336889" cy="355592"/>
            <a:chOff x="3620576" y="2745525"/>
            <a:chExt cx="336889" cy="355592"/>
          </a:xfrm>
        </p:grpSpPr>
        <p:sp>
          <p:nvSpPr>
            <p:cNvPr id="14331" name="Google Shape;14331;p83"/>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3"/>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83"/>
          <p:cNvGrpSpPr/>
          <p:nvPr/>
        </p:nvGrpSpPr>
        <p:grpSpPr>
          <a:xfrm>
            <a:off x="4107123" y="2760704"/>
            <a:ext cx="380393" cy="363118"/>
            <a:chOff x="4126815" y="2760704"/>
            <a:chExt cx="380393" cy="363118"/>
          </a:xfrm>
        </p:grpSpPr>
        <p:sp>
          <p:nvSpPr>
            <p:cNvPr id="14334" name="Google Shape;14334;p83"/>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3"/>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3"/>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3"/>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8" name="Google Shape;14338;p83"/>
          <p:cNvGrpSpPr/>
          <p:nvPr/>
        </p:nvGrpSpPr>
        <p:grpSpPr>
          <a:xfrm>
            <a:off x="4656294" y="2745684"/>
            <a:ext cx="381346" cy="368644"/>
            <a:chOff x="4675986" y="2745684"/>
            <a:chExt cx="381346" cy="368644"/>
          </a:xfrm>
        </p:grpSpPr>
        <p:sp>
          <p:nvSpPr>
            <p:cNvPr id="14339" name="Google Shape;14339;p83"/>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3"/>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83"/>
          <p:cNvGrpSpPr/>
          <p:nvPr/>
        </p:nvGrpSpPr>
        <p:grpSpPr>
          <a:xfrm>
            <a:off x="5200924" y="2791061"/>
            <a:ext cx="373185" cy="302466"/>
            <a:chOff x="5220616" y="2791061"/>
            <a:chExt cx="373185" cy="302466"/>
          </a:xfrm>
        </p:grpSpPr>
        <p:sp>
          <p:nvSpPr>
            <p:cNvPr id="14342" name="Google Shape;14342;p83"/>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3"/>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3"/>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3"/>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3"/>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3"/>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3"/>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3"/>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3"/>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3"/>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3"/>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3"/>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3"/>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3"/>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3"/>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3"/>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3"/>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3"/>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83"/>
          <p:cNvGrpSpPr/>
          <p:nvPr/>
        </p:nvGrpSpPr>
        <p:grpSpPr>
          <a:xfrm>
            <a:off x="5768969" y="2772517"/>
            <a:ext cx="284366" cy="344097"/>
            <a:chOff x="5864861" y="2772517"/>
            <a:chExt cx="284366" cy="344097"/>
          </a:xfrm>
        </p:grpSpPr>
        <p:sp>
          <p:nvSpPr>
            <p:cNvPr id="14361" name="Google Shape;14361;p83"/>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3"/>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3"/>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3"/>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3"/>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3"/>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7" name="Google Shape;14367;p83"/>
          <p:cNvSpPr/>
          <p:nvPr/>
        </p:nvSpPr>
        <p:spPr>
          <a:xfrm>
            <a:off x="6321177"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8" name="Google Shape;14368;p83"/>
          <p:cNvGrpSpPr/>
          <p:nvPr/>
        </p:nvGrpSpPr>
        <p:grpSpPr>
          <a:xfrm>
            <a:off x="6954467" y="2789537"/>
            <a:ext cx="255247" cy="327458"/>
            <a:chOff x="6974158" y="2789537"/>
            <a:chExt cx="255247" cy="327458"/>
          </a:xfrm>
        </p:grpSpPr>
        <p:sp>
          <p:nvSpPr>
            <p:cNvPr id="14369" name="Google Shape;14369;p83"/>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3"/>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3"/>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3"/>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3"/>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3"/>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83"/>
          <p:cNvGrpSpPr/>
          <p:nvPr/>
        </p:nvGrpSpPr>
        <p:grpSpPr>
          <a:xfrm>
            <a:off x="7511005" y="2790299"/>
            <a:ext cx="244291" cy="326314"/>
            <a:chOff x="7530697" y="2790299"/>
            <a:chExt cx="244291" cy="326314"/>
          </a:xfrm>
        </p:grpSpPr>
        <p:sp>
          <p:nvSpPr>
            <p:cNvPr id="14376" name="Google Shape;14376;p83"/>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3"/>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3"/>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3"/>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3"/>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3"/>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83"/>
          <p:cNvGrpSpPr/>
          <p:nvPr/>
        </p:nvGrpSpPr>
        <p:grpSpPr>
          <a:xfrm>
            <a:off x="7968499" y="2832248"/>
            <a:ext cx="332348" cy="283985"/>
            <a:chOff x="7988191" y="2832248"/>
            <a:chExt cx="332348" cy="283985"/>
          </a:xfrm>
        </p:grpSpPr>
        <p:sp>
          <p:nvSpPr>
            <p:cNvPr id="14383" name="Google Shape;14383;p83"/>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3"/>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3"/>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6" name="Google Shape;14386;p83"/>
          <p:cNvSpPr/>
          <p:nvPr/>
        </p:nvSpPr>
        <p:spPr>
          <a:xfrm>
            <a:off x="2478726"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7" name="Google Shape;14387;p83"/>
          <p:cNvGrpSpPr/>
          <p:nvPr/>
        </p:nvGrpSpPr>
        <p:grpSpPr>
          <a:xfrm>
            <a:off x="3568748" y="3258368"/>
            <a:ext cx="364484" cy="262423"/>
            <a:chOff x="3588440" y="3258368"/>
            <a:chExt cx="364484" cy="262423"/>
          </a:xfrm>
        </p:grpSpPr>
        <p:sp>
          <p:nvSpPr>
            <p:cNvPr id="14388" name="Google Shape;14388;p83"/>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3"/>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3"/>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3"/>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3"/>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3"/>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4" name="Google Shape;14394;p83"/>
          <p:cNvSpPr/>
          <p:nvPr/>
        </p:nvSpPr>
        <p:spPr>
          <a:xfrm>
            <a:off x="5243634"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5" name="Google Shape;14395;p83"/>
          <p:cNvGrpSpPr/>
          <p:nvPr/>
        </p:nvGrpSpPr>
        <p:grpSpPr>
          <a:xfrm>
            <a:off x="5746125" y="3227724"/>
            <a:ext cx="364865" cy="324822"/>
            <a:chOff x="5765817" y="3227724"/>
            <a:chExt cx="364865" cy="324822"/>
          </a:xfrm>
        </p:grpSpPr>
        <p:sp>
          <p:nvSpPr>
            <p:cNvPr id="14396" name="Google Shape;14396;p83"/>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3"/>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3"/>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83"/>
          <p:cNvGrpSpPr/>
          <p:nvPr/>
        </p:nvGrpSpPr>
        <p:grpSpPr>
          <a:xfrm>
            <a:off x="6208891" y="3237664"/>
            <a:ext cx="446539" cy="303895"/>
            <a:chOff x="6228583" y="3237664"/>
            <a:chExt cx="446539" cy="303895"/>
          </a:xfrm>
        </p:grpSpPr>
        <p:sp>
          <p:nvSpPr>
            <p:cNvPr id="14400" name="Google Shape;14400;p83"/>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3"/>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3"/>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3"/>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3"/>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3"/>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3"/>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3"/>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3"/>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3"/>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3"/>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3"/>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3"/>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3"/>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3"/>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3"/>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3"/>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83"/>
          <p:cNvGrpSpPr/>
          <p:nvPr/>
        </p:nvGrpSpPr>
        <p:grpSpPr>
          <a:xfrm>
            <a:off x="846170" y="3207306"/>
            <a:ext cx="364484" cy="364897"/>
            <a:chOff x="865862" y="3207306"/>
            <a:chExt cx="364484" cy="364897"/>
          </a:xfrm>
        </p:grpSpPr>
        <p:sp>
          <p:nvSpPr>
            <p:cNvPr id="14418" name="Google Shape;14418;p83"/>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3"/>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3"/>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3"/>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3"/>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3"/>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3"/>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3"/>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3"/>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3"/>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3"/>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3"/>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3"/>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3"/>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83"/>
          <p:cNvGrpSpPr/>
          <p:nvPr/>
        </p:nvGrpSpPr>
        <p:grpSpPr>
          <a:xfrm>
            <a:off x="1384925" y="3226962"/>
            <a:ext cx="370168" cy="325965"/>
            <a:chOff x="1404617" y="3226962"/>
            <a:chExt cx="370168" cy="325965"/>
          </a:xfrm>
        </p:grpSpPr>
        <p:sp>
          <p:nvSpPr>
            <p:cNvPr id="14433" name="Google Shape;14433;p83"/>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3"/>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3"/>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3"/>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3"/>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3"/>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3"/>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3"/>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3"/>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2" name="Google Shape;14442;p83"/>
          <p:cNvGrpSpPr/>
          <p:nvPr/>
        </p:nvGrpSpPr>
        <p:grpSpPr>
          <a:xfrm>
            <a:off x="1933711" y="3216094"/>
            <a:ext cx="366389" cy="354481"/>
            <a:chOff x="1954741" y="3212419"/>
            <a:chExt cx="366389" cy="354481"/>
          </a:xfrm>
        </p:grpSpPr>
        <p:sp>
          <p:nvSpPr>
            <p:cNvPr id="14443" name="Google Shape;14443;p83"/>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3"/>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3"/>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3"/>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3"/>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3"/>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3"/>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83"/>
          <p:cNvGrpSpPr/>
          <p:nvPr/>
        </p:nvGrpSpPr>
        <p:grpSpPr>
          <a:xfrm>
            <a:off x="3023547" y="3215626"/>
            <a:ext cx="366008" cy="348670"/>
            <a:chOff x="3043239" y="3215626"/>
            <a:chExt cx="366008" cy="348670"/>
          </a:xfrm>
        </p:grpSpPr>
        <p:sp>
          <p:nvSpPr>
            <p:cNvPr id="14451" name="Google Shape;14451;p83"/>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3"/>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83"/>
          <p:cNvGrpSpPr/>
          <p:nvPr/>
        </p:nvGrpSpPr>
        <p:grpSpPr>
          <a:xfrm>
            <a:off x="4198641" y="3184982"/>
            <a:ext cx="209107" cy="383442"/>
            <a:chOff x="4218333" y="3184982"/>
            <a:chExt cx="209107" cy="383442"/>
          </a:xfrm>
        </p:grpSpPr>
        <p:sp>
          <p:nvSpPr>
            <p:cNvPr id="14454" name="Google Shape;14454;p83"/>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3"/>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6" name="Google Shape;14456;p83"/>
          <p:cNvSpPr/>
          <p:nvPr/>
        </p:nvSpPr>
        <p:spPr>
          <a:xfrm>
            <a:off x="4797127"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7" name="Google Shape;14457;p83"/>
          <p:cNvGrpSpPr/>
          <p:nvPr/>
        </p:nvGrpSpPr>
        <p:grpSpPr>
          <a:xfrm>
            <a:off x="6876953" y="3216007"/>
            <a:ext cx="322917" cy="347876"/>
            <a:chOff x="6896644" y="3216007"/>
            <a:chExt cx="322917" cy="347876"/>
          </a:xfrm>
        </p:grpSpPr>
        <p:sp>
          <p:nvSpPr>
            <p:cNvPr id="14458" name="Google Shape;14458;p83"/>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3"/>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3"/>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3"/>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3"/>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3"/>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3"/>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5" name="Google Shape;14465;p83"/>
          <p:cNvGrpSpPr/>
          <p:nvPr/>
        </p:nvGrpSpPr>
        <p:grpSpPr>
          <a:xfrm>
            <a:off x="7409674" y="3223183"/>
            <a:ext cx="334634" cy="333904"/>
            <a:chOff x="7429366" y="3223183"/>
            <a:chExt cx="334634" cy="333904"/>
          </a:xfrm>
        </p:grpSpPr>
        <p:sp>
          <p:nvSpPr>
            <p:cNvPr id="14466" name="Google Shape;14466;p83"/>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3"/>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8" name="Google Shape;14468;p83"/>
          <p:cNvSpPr/>
          <p:nvPr/>
        </p:nvSpPr>
        <p:spPr>
          <a:xfrm>
            <a:off x="8059604"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9" name="Google Shape;14469;p83"/>
          <p:cNvGrpSpPr/>
          <p:nvPr/>
        </p:nvGrpSpPr>
        <p:grpSpPr>
          <a:xfrm>
            <a:off x="5196764" y="3725484"/>
            <a:ext cx="356196" cy="265631"/>
            <a:chOff x="5216456" y="3725484"/>
            <a:chExt cx="356196" cy="265631"/>
          </a:xfrm>
        </p:grpSpPr>
        <p:sp>
          <p:nvSpPr>
            <p:cNvPr id="14470" name="Google Shape;14470;p8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2" name="Google Shape;14472;p83"/>
          <p:cNvGrpSpPr/>
          <p:nvPr/>
        </p:nvGrpSpPr>
        <p:grpSpPr>
          <a:xfrm>
            <a:off x="6829701" y="3733994"/>
            <a:ext cx="355053" cy="248038"/>
            <a:chOff x="6849393" y="3733994"/>
            <a:chExt cx="355053" cy="248038"/>
          </a:xfrm>
        </p:grpSpPr>
        <p:sp>
          <p:nvSpPr>
            <p:cNvPr id="14473" name="Google Shape;14473;p83"/>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3"/>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3"/>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3"/>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3"/>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83"/>
          <p:cNvGrpSpPr/>
          <p:nvPr/>
        </p:nvGrpSpPr>
        <p:grpSpPr>
          <a:xfrm>
            <a:off x="7899305" y="3714687"/>
            <a:ext cx="392111" cy="280206"/>
            <a:chOff x="7918997" y="3714687"/>
            <a:chExt cx="392111" cy="280206"/>
          </a:xfrm>
        </p:grpSpPr>
        <p:sp>
          <p:nvSpPr>
            <p:cNvPr id="14479" name="Google Shape;14479;p83"/>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3"/>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3"/>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3"/>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3"/>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4" name="Google Shape;14484;p83"/>
          <p:cNvSpPr/>
          <p:nvPr/>
        </p:nvSpPr>
        <p:spPr>
          <a:xfrm>
            <a:off x="847662"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5" name="Google Shape;14485;p83"/>
          <p:cNvGrpSpPr/>
          <p:nvPr/>
        </p:nvGrpSpPr>
        <p:grpSpPr>
          <a:xfrm>
            <a:off x="1389085" y="3680964"/>
            <a:ext cx="357720" cy="355148"/>
            <a:chOff x="1408777" y="3680964"/>
            <a:chExt cx="357720" cy="355148"/>
          </a:xfrm>
        </p:grpSpPr>
        <p:sp>
          <p:nvSpPr>
            <p:cNvPr id="14486" name="Google Shape;14486;p83"/>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3"/>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3"/>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3"/>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3"/>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1" name="Google Shape;14491;p83"/>
          <p:cNvGrpSpPr/>
          <p:nvPr/>
        </p:nvGrpSpPr>
        <p:grpSpPr>
          <a:xfrm>
            <a:off x="1933144" y="3680964"/>
            <a:ext cx="357720" cy="355148"/>
            <a:chOff x="1952836" y="3680964"/>
            <a:chExt cx="357720" cy="355148"/>
          </a:xfrm>
        </p:grpSpPr>
        <p:sp>
          <p:nvSpPr>
            <p:cNvPr id="14492" name="Google Shape;14492;p83"/>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3"/>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3"/>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3"/>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3"/>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83"/>
          <p:cNvGrpSpPr/>
          <p:nvPr/>
        </p:nvGrpSpPr>
        <p:grpSpPr>
          <a:xfrm>
            <a:off x="2477202" y="3680964"/>
            <a:ext cx="357720" cy="355148"/>
            <a:chOff x="2496894" y="3680964"/>
            <a:chExt cx="357720" cy="355148"/>
          </a:xfrm>
        </p:grpSpPr>
        <p:sp>
          <p:nvSpPr>
            <p:cNvPr id="14498" name="Google Shape;14498;p83"/>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3"/>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3"/>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3"/>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3"/>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3" name="Google Shape;14503;p83"/>
          <p:cNvGrpSpPr/>
          <p:nvPr/>
        </p:nvGrpSpPr>
        <p:grpSpPr>
          <a:xfrm>
            <a:off x="3021292" y="3681059"/>
            <a:ext cx="356164" cy="355815"/>
            <a:chOff x="3040984" y="3681059"/>
            <a:chExt cx="356164" cy="355815"/>
          </a:xfrm>
        </p:grpSpPr>
        <p:sp>
          <p:nvSpPr>
            <p:cNvPr id="14504" name="Google Shape;14504;p83"/>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3"/>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3"/>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83"/>
          <p:cNvGrpSpPr/>
          <p:nvPr/>
        </p:nvGrpSpPr>
        <p:grpSpPr>
          <a:xfrm>
            <a:off x="3564589" y="3699191"/>
            <a:ext cx="358069" cy="317995"/>
            <a:chOff x="3584280" y="3699191"/>
            <a:chExt cx="358069" cy="317995"/>
          </a:xfrm>
        </p:grpSpPr>
        <p:sp>
          <p:nvSpPr>
            <p:cNvPr id="14508" name="Google Shape;14508;p83"/>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3"/>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3"/>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3"/>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83"/>
          <p:cNvGrpSpPr/>
          <p:nvPr/>
        </p:nvGrpSpPr>
        <p:grpSpPr>
          <a:xfrm>
            <a:off x="4109790" y="3681059"/>
            <a:ext cx="355402" cy="354291"/>
            <a:chOff x="4129482" y="3681059"/>
            <a:chExt cx="355402" cy="354291"/>
          </a:xfrm>
        </p:grpSpPr>
        <p:sp>
          <p:nvSpPr>
            <p:cNvPr id="14513" name="Google Shape;14513;p83"/>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3"/>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3"/>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3"/>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83"/>
          <p:cNvGrpSpPr/>
          <p:nvPr/>
        </p:nvGrpSpPr>
        <p:grpSpPr>
          <a:xfrm>
            <a:off x="4653849" y="3680297"/>
            <a:ext cx="355434" cy="355815"/>
            <a:chOff x="4673540" y="3680297"/>
            <a:chExt cx="355434" cy="355815"/>
          </a:xfrm>
        </p:grpSpPr>
        <p:sp>
          <p:nvSpPr>
            <p:cNvPr id="14518" name="Google Shape;14518;p83"/>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3"/>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3"/>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1" name="Google Shape;14521;p83"/>
          <p:cNvGrpSpPr/>
          <p:nvPr/>
        </p:nvGrpSpPr>
        <p:grpSpPr>
          <a:xfrm>
            <a:off x="5759716" y="3699191"/>
            <a:ext cx="317645" cy="318757"/>
            <a:chOff x="5779408" y="3699191"/>
            <a:chExt cx="317645" cy="318757"/>
          </a:xfrm>
        </p:grpSpPr>
        <p:sp>
          <p:nvSpPr>
            <p:cNvPr id="14522" name="Google Shape;14522;p8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4" name="Google Shape;14524;p83"/>
          <p:cNvSpPr/>
          <p:nvPr/>
        </p:nvSpPr>
        <p:spPr>
          <a:xfrm>
            <a:off x="6284881"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5" name="Google Shape;14525;p83"/>
          <p:cNvGrpSpPr/>
          <p:nvPr/>
        </p:nvGrpSpPr>
        <p:grpSpPr>
          <a:xfrm>
            <a:off x="7370743" y="3680868"/>
            <a:ext cx="372073" cy="355243"/>
            <a:chOff x="7390435" y="3680868"/>
            <a:chExt cx="372073" cy="355243"/>
          </a:xfrm>
        </p:grpSpPr>
        <p:sp>
          <p:nvSpPr>
            <p:cNvPr id="14526" name="Google Shape;14526;p83"/>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3"/>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3"/>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3"/>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3"/>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3"/>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83"/>
          <p:cNvGrpSpPr/>
          <p:nvPr/>
        </p:nvGrpSpPr>
        <p:grpSpPr>
          <a:xfrm>
            <a:off x="1656276" y="4125629"/>
            <a:ext cx="374709" cy="374010"/>
            <a:chOff x="1421638" y="4125629"/>
            <a:chExt cx="374709" cy="374010"/>
          </a:xfrm>
        </p:grpSpPr>
        <p:sp>
          <p:nvSpPr>
            <p:cNvPr id="14533" name="Google Shape;14533;p83"/>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3"/>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83"/>
          <p:cNvGrpSpPr/>
          <p:nvPr/>
        </p:nvGrpSpPr>
        <p:grpSpPr>
          <a:xfrm>
            <a:off x="2207892" y="4156304"/>
            <a:ext cx="357720" cy="342192"/>
            <a:chOff x="1973254" y="4156304"/>
            <a:chExt cx="357720" cy="342192"/>
          </a:xfrm>
        </p:grpSpPr>
        <p:sp>
          <p:nvSpPr>
            <p:cNvPr id="14536" name="Google Shape;14536;p83"/>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3"/>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3"/>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3"/>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3"/>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3"/>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83"/>
          <p:cNvGrpSpPr/>
          <p:nvPr/>
        </p:nvGrpSpPr>
        <p:grpSpPr>
          <a:xfrm>
            <a:off x="2758397" y="4135505"/>
            <a:ext cx="341049" cy="340318"/>
            <a:chOff x="2523759" y="4135505"/>
            <a:chExt cx="341049" cy="340318"/>
          </a:xfrm>
        </p:grpSpPr>
        <p:sp>
          <p:nvSpPr>
            <p:cNvPr id="14543" name="Google Shape;14543;p83"/>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3"/>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83"/>
          <p:cNvGrpSpPr/>
          <p:nvPr/>
        </p:nvGrpSpPr>
        <p:grpSpPr>
          <a:xfrm>
            <a:off x="3275241" y="4130360"/>
            <a:ext cx="392079" cy="350353"/>
            <a:chOff x="3040603" y="4130360"/>
            <a:chExt cx="392079" cy="350353"/>
          </a:xfrm>
        </p:grpSpPr>
        <p:sp>
          <p:nvSpPr>
            <p:cNvPr id="14546" name="Google Shape;14546;p83"/>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3"/>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3"/>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3"/>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3"/>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3"/>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3"/>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3"/>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3"/>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3"/>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83"/>
          <p:cNvGrpSpPr/>
          <p:nvPr/>
        </p:nvGrpSpPr>
        <p:grpSpPr>
          <a:xfrm>
            <a:off x="3896782" y="4135505"/>
            <a:ext cx="232955" cy="340318"/>
            <a:chOff x="3662144" y="4135505"/>
            <a:chExt cx="232955" cy="340318"/>
          </a:xfrm>
        </p:grpSpPr>
        <p:sp>
          <p:nvSpPr>
            <p:cNvPr id="14557" name="Google Shape;14557;p83"/>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3"/>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3"/>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3"/>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83"/>
          <p:cNvGrpSpPr/>
          <p:nvPr/>
        </p:nvGrpSpPr>
        <p:grpSpPr>
          <a:xfrm>
            <a:off x="4383776" y="4121151"/>
            <a:ext cx="344065" cy="368644"/>
            <a:chOff x="4149138" y="4121151"/>
            <a:chExt cx="344065" cy="368644"/>
          </a:xfrm>
        </p:grpSpPr>
        <p:sp>
          <p:nvSpPr>
            <p:cNvPr id="14562" name="Google Shape;14562;p83"/>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3"/>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3"/>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3"/>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3"/>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3"/>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3"/>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3"/>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3"/>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3"/>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3"/>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3"/>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4" name="Google Shape;14574;p83"/>
          <p:cNvSpPr/>
          <p:nvPr/>
        </p:nvSpPr>
        <p:spPr>
          <a:xfrm>
            <a:off x="4926692"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5" name="Google Shape;14575;p83"/>
          <p:cNvGrpSpPr/>
          <p:nvPr/>
        </p:nvGrpSpPr>
        <p:grpSpPr>
          <a:xfrm>
            <a:off x="5440900" y="4174817"/>
            <a:ext cx="397763" cy="262804"/>
            <a:chOff x="5206262" y="4174817"/>
            <a:chExt cx="397763" cy="262804"/>
          </a:xfrm>
        </p:grpSpPr>
        <p:sp>
          <p:nvSpPr>
            <p:cNvPr id="14576" name="Google Shape;14576;p83"/>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3"/>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3"/>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3"/>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3"/>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3"/>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3"/>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3" name="Google Shape;14583;p83"/>
          <p:cNvGrpSpPr/>
          <p:nvPr/>
        </p:nvGrpSpPr>
        <p:grpSpPr>
          <a:xfrm>
            <a:off x="5962254" y="4204699"/>
            <a:ext cx="440505" cy="290018"/>
            <a:chOff x="5727616" y="4204699"/>
            <a:chExt cx="440505" cy="290018"/>
          </a:xfrm>
        </p:grpSpPr>
        <p:sp>
          <p:nvSpPr>
            <p:cNvPr id="14584" name="Google Shape;14584;p83"/>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3"/>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3"/>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3"/>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3"/>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3"/>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3"/>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3"/>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2" name="Google Shape;14592;p83"/>
          <p:cNvGrpSpPr/>
          <p:nvPr/>
        </p:nvGrpSpPr>
        <p:grpSpPr>
          <a:xfrm>
            <a:off x="6644701" y="4135124"/>
            <a:ext cx="159950" cy="364516"/>
            <a:chOff x="6410063" y="4135124"/>
            <a:chExt cx="159950" cy="364516"/>
          </a:xfrm>
        </p:grpSpPr>
        <p:sp>
          <p:nvSpPr>
            <p:cNvPr id="14593" name="Google Shape;14593;p83"/>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3"/>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3"/>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3"/>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83"/>
          <p:cNvGrpSpPr/>
          <p:nvPr/>
        </p:nvGrpSpPr>
        <p:grpSpPr>
          <a:xfrm>
            <a:off x="7159290" y="4135505"/>
            <a:ext cx="214378" cy="364135"/>
            <a:chOff x="6924652" y="4135505"/>
            <a:chExt cx="214378" cy="364135"/>
          </a:xfrm>
        </p:grpSpPr>
        <p:sp>
          <p:nvSpPr>
            <p:cNvPr id="14598" name="Google Shape;14598;p83"/>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3"/>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3"/>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3"/>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2" name="Google Shape;14602;p83"/>
          <p:cNvGrpSpPr/>
          <p:nvPr/>
        </p:nvGrpSpPr>
        <p:grpSpPr>
          <a:xfrm>
            <a:off x="7619389" y="4147984"/>
            <a:ext cx="380012" cy="351274"/>
            <a:chOff x="7384751" y="4147984"/>
            <a:chExt cx="380012" cy="351274"/>
          </a:xfrm>
        </p:grpSpPr>
        <p:sp>
          <p:nvSpPr>
            <p:cNvPr id="14603" name="Google Shape;14603;p83"/>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3"/>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3"/>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3"/>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3"/>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8" name="Google Shape;14608;p83"/>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4609" name="Google Shape;14609;p8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4610" name="Google Shape;14610;p83"/>
          <p:cNvGrpSpPr/>
          <p:nvPr/>
        </p:nvGrpSpPr>
        <p:grpSpPr>
          <a:xfrm>
            <a:off x="1105215" y="4124000"/>
            <a:ext cx="374177" cy="374263"/>
            <a:chOff x="775325" y="4143525"/>
            <a:chExt cx="468776" cy="468884"/>
          </a:xfrm>
        </p:grpSpPr>
        <p:sp>
          <p:nvSpPr>
            <p:cNvPr id="14611" name="Google Shape;14611;p83"/>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3"/>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3"/>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3"/>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18" name="Shape 14618"/>
        <p:cNvGrpSpPr/>
        <p:nvPr/>
      </p:nvGrpSpPr>
      <p:grpSpPr>
        <a:xfrm>
          <a:off x="0" y="0"/>
          <a:ext cx="0" cy="0"/>
          <a:chOff x="0" y="0"/>
          <a:chExt cx="0" cy="0"/>
        </a:xfrm>
      </p:grpSpPr>
      <p:grpSp>
        <p:nvGrpSpPr>
          <p:cNvPr id="14619" name="Google Shape;14619;p84"/>
          <p:cNvGrpSpPr/>
          <p:nvPr/>
        </p:nvGrpSpPr>
        <p:grpSpPr>
          <a:xfrm>
            <a:off x="1989449" y="4101269"/>
            <a:ext cx="374774" cy="346073"/>
            <a:chOff x="1989449" y="4282269"/>
            <a:chExt cx="374774" cy="346073"/>
          </a:xfrm>
        </p:grpSpPr>
        <p:sp>
          <p:nvSpPr>
            <p:cNvPr id="14620" name="Google Shape;14620;p84"/>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4"/>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4"/>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4"/>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4"/>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5" name="Google Shape;14625;p84"/>
          <p:cNvGrpSpPr/>
          <p:nvPr/>
        </p:nvGrpSpPr>
        <p:grpSpPr>
          <a:xfrm>
            <a:off x="2487439" y="4099740"/>
            <a:ext cx="198775" cy="348972"/>
            <a:chOff x="2487439" y="4280740"/>
            <a:chExt cx="198775" cy="348972"/>
          </a:xfrm>
        </p:grpSpPr>
        <p:sp>
          <p:nvSpPr>
            <p:cNvPr id="14626" name="Google Shape;14626;p84"/>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4"/>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4"/>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4"/>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84"/>
          <p:cNvGrpSpPr/>
          <p:nvPr/>
        </p:nvGrpSpPr>
        <p:grpSpPr>
          <a:xfrm>
            <a:off x="2810958" y="4092923"/>
            <a:ext cx="353145" cy="361873"/>
            <a:chOff x="2810958" y="4273923"/>
            <a:chExt cx="353145" cy="361873"/>
          </a:xfrm>
        </p:grpSpPr>
        <p:sp>
          <p:nvSpPr>
            <p:cNvPr id="14631" name="Google Shape;14631;p84"/>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4"/>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4"/>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4"/>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4"/>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4"/>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4"/>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84"/>
          <p:cNvGrpSpPr/>
          <p:nvPr/>
        </p:nvGrpSpPr>
        <p:grpSpPr>
          <a:xfrm>
            <a:off x="6275635" y="4101651"/>
            <a:ext cx="209383" cy="366778"/>
            <a:chOff x="6275635" y="4282651"/>
            <a:chExt cx="209383" cy="366778"/>
          </a:xfrm>
        </p:grpSpPr>
        <p:sp>
          <p:nvSpPr>
            <p:cNvPr id="14639" name="Google Shape;14639;p84"/>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4"/>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1" name="Google Shape;14641;p84"/>
          <p:cNvGrpSpPr/>
          <p:nvPr/>
        </p:nvGrpSpPr>
        <p:grpSpPr>
          <a:xfrm>
            <a:off x="6701186" y="4102033"/>
            <a:ext cx="280292" cy="366396"/>
            <a:chOff x="6701186" y="4283033"/>
            <a:chExt cx="280292" cy="366396"/>
          </a:xfrm>
        </p:grpSpPr>
        <p:sp>
          <p:nvSpPr>
            <p:cNvPr id="14642" name="Google Shape;14642;p84"/>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4"/>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84"/>
          <p:cNvGrpSpPr/>
          <p:nvPr/>
        </p:nvGrpSpPr>
        <p:grpSpPr>
          <a:xfrm>
            <a:off x="2609571" y="3643958"/>
            <a:ext cx="373627" cy="347347"/>
            <a:chOff x="2609571" y="3824958"/>
            <a:chExt cx="373627" cy="347347"/>
          </a:xfrm>
        </p:grpSpPr>
        <p:sp>
          <p:nvSpPr>
            <p:cNvPr id="14645" name="Google Shape;14645;p84"/>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4"/>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7" name="Google Shape;14647;p84"/>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8" name="Google Shape;14648;p84"/>
          <p:cNvGrpSpPr/>
          <p:nvPr/>
        </p:nvGrpSpPr>
        <p:grpSpPr>
          <a:xfrm>
            <a:off x="916127" y="3626056"/>
            <a:ext cx="221902" cy="380795"/>
            <a:chOff x="916127" y="3807056"/>
            <a:chExt cx="221902" cy="380795"/>
          </a:xfrm>
        </p:grpSpPr>
        <p:sp>
          <p:nvSpPr>
            <p:cNvPr id="14649" name="Google Shape;14649;p84"/>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4"/>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4"/>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4"/>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3" name="Google Shape;14653;p84"/>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4"/>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5" name="Google Shape;14655;p84"/>
          <p:cNvGrpSpPr/>
          <p:nvPr/>
        </p:nvGrpSpPr>
        <p:grpSpPr>
          <a:xfrm>
            <a:off x="3513010" y="3635134"/>
            <a:ext cx="362223" cy="361108"/>
            <a:chOff x="3513010" y="3816134"/>
            <a:chExt cx="362223" cy="361108"/>
          </a:xfrm>
        </p:grpSpPr>
        <p:sp>
          <p:nvSpPr>
            <p:cNvPr id="14656" name="Google Shape;14656;p84"/>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4"/>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4"/>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4"/>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84"/>
          <p:cNvGrpSpPr/>
          <p:nvPr/>
        </p:nvGrpSpPr>
        <p:grpSpPr>
          <a:xfrm>
            <a:off x="3950316" y="3639307"/>
            <a:ext cx="369805" cy="353782"/>
            <a:chOff x="3950316" y="3820307"/>
            <a:chExt cx="369805" cy="353782"/>
          </a:xfrm>
        </p:grpSpPr>
        <p:sp>
          <p:nvSpPr>
            <p:cNvPr id="14661" name="Google Shape;14661;p84"/>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4"/>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4"/>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4"/>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84"/>
          <p:cNvGrpSpPr/>
          <p:nvPr/>
        </p:nvGrpSpPr>
        <p:grpSpPr>
          <a:xfrm>
            <a:off x="1761909" y="3630961"/>
            <a:ext cx="307974" cy="371716"/>
            <a:chOff x="1761909" y="3811961"/>
            <a:chExt cx="307974" cy="371716"/>
          </a:xfrm>
        </p:grpSpPr>
        <p:sp>
          <p:nvSpPr>
            <p:cNvPr id="14666" name="Google Shape;14666;p84"/>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4"/>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4"/>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4"/>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4"/>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4"/>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4"/>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4"/>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4"/>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4"/>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6" name="Google Shape;14676;p84"/>
          <p:cNvGrpSpPr/>
          <p:nvPr/>
        </p:nvGrpSpPr>
        <p:grpSpPr>
          <a:xfrm>
            <a:off x="5373342" y="3627935"/>
            <a:ext cx="231395" cy="353145"/>
            <a:chOff x="5373342" y="3808935"/>
            <a:chExt cx="231395" cy="353145"/>
          </a:xfrm>
        </p:grpSpPr>
        <p:sp>
          <p:nvSpPr>
            <p:cNvPr id="14677" name="Google Shape;14677;p84"/>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4"/>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4"/>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4"/>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4"/>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4"/>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4"/>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4"/>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4"/>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6" name="Google Shape;14686;p84"/>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7" name="Google Shape;14687;p84"/>
          <p:cNvGrpSpPr/>
          <p:nvPr/>
        </p:nvGrpSpPr>
        <p:grpSpPr>
          <a:xfrm>
            <a:off x="5833775" y="3628445"/>
            <a:ext cx="235185" cy="352253"/>
            <a:chOff x="5833775" y="3809445"/>
            <a:chExt cx="235185" cy="352253"/>
          </a:xfrm>
        </p:grpSpPr>
        <p:sp>
          <p:nvSpPr>
            <p:cNvPr id="14688" name="Google Shape;14688;p84"/>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4"/>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4"/>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84"/>
          <p:cNvGrpSpPr/>
          <p:nvPr/>
        </p:nvGrpSpPr>
        <p:grpSpPr>
          <a:xfrm>
            <a:off x="4942472" y="3628318"/>
            <a:ext cx="238976" cy="352762"/>
            <a:chOff x="4942472" y="3809318"/>
            <a:chExt cx="238976" cy="352762"/>
          </a:xfrm>
        </p:grpSpPr>
        <p:sp>
          <p:nvSpPr>
            <p:cNvPr id="14692" name="Google Shape;14692;p84"/>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4"/>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4"/>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4"/>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4"/>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4"/>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4"/>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84"/>
          <p:cNvGrpSpPr/>
          <p:nvPr/>
        </p:nvGrpSpPr>
        <p:grpSpPr>
          <a:xfrm>
            <a:off x="6266525" y="3626788"/>
            <a:ext cx="260223" cy="353527"/>
            <a:chOff x="6266525" y="3807788"/>
            <a:chExt cx="260223" cy="353527"/>
          </a:xfrm>
        </p:grpSpPr>
        <p:sp>
          <p:nvSpPr>
            <p:cNvPr id="14700" name="Google Shape;14700;p84"/>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4"/>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4"/>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4"/>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4" name="Google Shape;14704;p84"/>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5" name="Google Shape;14705;p84"/>
          <p:cNvGrpSpPr/>
          <p:nvPr/>
        </p:nvGrpSpPr>
        <p:grpSpPr>
          <a:xfrm>
            <a:off x="7184363" y="3628604"/>
            <a:ext cx="202184" cy="352762"/>
            <a:chOff x="7184363" y="3809604"/>
            <a:chExt cx="202184" cy="352762"/>
          </a:xfrm>
        </p:grpSpPr>
        <p:sp>
          <p:nvSpPr>
            <p:cNvPr id="14706" name="Google Shape;14706;p84"/>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4"/>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84"/>
          <p:cNvGrpSpPr/>
          <p:nvPr/>
        </p:nvGrpSpPr>
        <p:grpSpPr>
          <a:xfrm>
            <a:off x="7571624" y="3627935"/>
            <a:ext cx="292047" cy="352762"/>
            <a:chOff x="7571624" y="3808935"/>
            <a:chExt cx="292047" cy="352762"/>
          </a:xfrm>
        </p:grpSpPr>
        <p:sp>
          <p:nvSpPr>
            <p:cNvPr id="14709" name="Google Shape;14709;p84"/>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4"/>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4"/>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4"/>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4"/>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4"/>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5" name="Google Shape;14715;p84"/>
          <p:cNvGrpSpPr/>
          <p:nvPr/>
        </p:nvGrpSpPr>
        <p:grpSpPr>
          <a:xfrm>
            <a:off x="2174559" y="3175116"/>
            <a:ext cx="364135" cy="359930"/>
            <a:chOff x="2174559" y="3356116"/>
            <a:chExt cx="364135" cy="359930"/>
          </a:xfrm>
        </p:grpSpPr>
        <p:sp>
          <p:nvSpPr>
            <p:cNvPr id="14716" name="Google Shape;14716;p84"/>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4"/>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84"/>
          <p:cNvGrpSpPr/>
          <p:nvPr/>
        </p:nvGrpSpPr>
        <p:grpSpPr>
          <a:xfrm>
            <a:off x="1731934" y="3174639"/>
            <a:ext cx="368371" cy="361554"/>
            <a:chOff x="1731934" y="3355639"/>
            <a:chExt cx="368371" cy="361554"/>
          </a:xfrm>
        </p:grpSpPr>
        <p:sp>
          <p:nvSpPr>
            <p:cNvPr id="14719" name="Google Shape;14719;p84"/>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4"/>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1" name="Google Shape;14721;p84"/>
          <p:cNvGrpSpPr/>
          <p:nvPr/>
        </p:nvGrpSpPr>
        <p:grpSpPr>
          <a:xfrm>
            <a:off x="3990517" y="3173173"/>
            <a:ext cx="279559" cy="363402"/>
            <a:chOff x="3990517" y="3354173"/>
            <a:chExt cx="279559" cy="363402"/>
          </a:xfrm>
        </p:grpSpPr>
        <p:sp>
          <p:nvSpPr>
            <p:cNvPr id="14722" name="Google Shape;14722;p84"/>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4"/>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4"/>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84"/>
          <p:cNvGrpSpPr/>
          <p:nvPr/>
        </p:nvGrpSpPr>
        <p:grpSpPr>
          <a:xfrm>
            <a:off x="3497847" y="3236374"/>
            <a:ext cx="379680" cy="237606"/>
            <a:chOff x="3497847" y="3417374"/>
            <a:chExt cx="379680" cy="237606"/>
          </a:xfrm>
        </p:grpSpPr>
        <p:sp>
          <p:nvSpPr>
            <p:cNvPr id="14726" name="Google Shape;14726;p84"/>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4"/>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4"/>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4"/>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84"/>
          <p:cNvGrpSpPr/>
          <p:nvPr/>
        </p:nvGrpSpPr>
        <p:grpSpPr>
          <a:xfrm>
            <a:off x="2612597" y="3186075"/>
            <a:ext cx="376271" cy="337982"/>
            <a:chOff x="2612597" y="3367075"/>
            <a:chExt cx="376271" cy="337982"/>
          </a:xfrm>
        </p:grpSpPr>
        <p:sp>
          <p:nvSpPr>
            <p:cNvPr id="14731" name="Google Shape;14731;p84"/>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4"/>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3" name="Google Shape;14733;p84"/>
          <p:cNvGrpSpPr/>
          <p:nvPr/>
        </p:nvGrpSpPr>
        <p:grpSpPr>
          <a:xfrm>
            <a:off x="3071914" y="3183431"/>
            <a:ext cx="343652" cy="342505"/>
            <a:chOff x="3071914" y="3364431"/>
            <a:chExt cx="343652" cy="342505"/>
          </a:xfrm>
        </p:grpSpPr>
        <p:sp>
          <p:nvSpPr>
            <p:cNvPr id="14734" name="Google Shape;14734;p84"/>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4"/>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4"/>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4"/>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4"/>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84"/>
          <p:cNvGrpSpPr/>
          <p:nvPr/>
        </p:nvGrpSpPr>
        <p:grpSpPr>
          <a:xfrm>
            <a:off x="897141" y="3178875"/>
            <a:ext cx="257962" cy="352762"/>
            <a:chOff x="897141" y="3359875"/>
            <a:chExt cx="257962" cy="352762"/>
          </a:xfrm>
        </p:grpSpPr>
        <p:sp>
          <p:nvSpPr>
            <p:cNvPr id="14740" name="Google Shape;14740;p84"/>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4"/>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4"/>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4"/>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4"/>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4"/>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4"/>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4"/>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84"/>
          <p:cNvGrpSpPr/>
          <p:nvPr/>
        </p:nvGrpSpPr>
        <p:grpSpPr>
          <a:xfrm>
            <a:off x="1333682" y="3163330"/>
            <a:ext cx="271213" cy="383088"/>
            <a:chOff x="1333682" y="3344330"/>
            <a:chExt cx="271213" cy="383088"/>
          </a:xfrm>
        </p:grpSpPr>
        <p:sp>
          <p:nvSpPr>
            <p:cNvPr id="14749" name="Google Shape;14749;p84"/>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4"/>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4"/>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4"/>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4"/>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4"/>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4"/>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4"/>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4"/>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4"/>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4"/>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0" name="Google Shape;14760;p84"/>
          <p:cNvGrpSpPr/>
          <p:nvPr/>
        </p:nvGrpSpPr>
        <p:grpSpPr>
          <a:xfrm>
            <a:off x="6664394" y="3165974"/>
            <a:ext cx="353113" cy="351998"/>
            <a:chOff x="6664394" y="3346974"/>
            <a:chExt cx="353113" cy="351998"/>
          </a:xfrm>
        </p:grpSpPr>
        <p:sp>
          <p:nvSpPr>
            <p:cNvPr id="14761" name="Google Shape;14761;p84"/>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4"/>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4"/>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4"/>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4"/>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6" name="Google Shape;14766;p84"/>
          <p:cNvGrpSpPr/>
          <p:nvPr/>
        </p:nvGrpSpPr>
        <p:grpSpPr>
          <a:xfrm>
            <a:off x="849741" y="1778307"/>
            <a:ext cx="399398" cy="375443"/>
            <a:chOff x="849741" y="1959307"/>
            <a:chExt cx="399398" cy="375443"/>
          </a:xfrm>
        </p:grpSpPr>
        <p:sp>
          <p:nvSpPr>
            <p:cNvPr id="14767" name="Google Shape;14767;p84"/>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4"/>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84"/>
          <p:cNvGrpSpPr/>
          <p:nvPr/>
        </p:nvGrpSpPr>
        <p:grpSpPr>
          <a:xfrm>
            <a:off x="1284212" y="1782766"/>
            <a:ext cx="379489" cy="366046"/>
            <a:chOff x="1284212" y="1963766"/>
            <a:chExt cx="379489" cy="366046"/>
          </a:xfrm>
        </p:grpSpPr>
        <p:sp>
          <p:nvSpPr>
            <p:cNvPr id="14770" name="Google Shape;14770;p84"/>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4"/>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84"/>
          <p:cNvGrpSpPr/>
          <p:nvPr/>
        </p:nvGrpSpPr>
        <p:grpSpPr>
          <a:xfrm>
            <a:off x="3037766" y="1788564"/>
            <a:ext cx="370219" cy="354928"/>
            <a:chOff x="3037766" y="1969564"/>
            <a:chExt cx="370219" cy="354928"/>
          </a:xfrm>
        </p:grpSpPr>
        <p:sp>
          <p:nvSpPr>
            <p:cNvPr id="14773" name="Google Shape;14773;p84"/>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4"/>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4"/>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4"/>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7" name="Google Shape;14777;p84"/>
          <p:cNvGrpSpPr/>
          <p:nvPr/>
        </p:nvGrpSpPr>
        <p:grpSpPr>
          <a:xfrm>
            <a:off x="3982553" y="1790730"/>
            <a:ext cx="304566" cy="350501"/>
            <a:chOff x="3982553" y="1971730"/>
            <a:chExt cx="304566" cy="350501"/>
          </a:xfrm>
        </p:grpSpPr>
        <p:sp>
          <p:nvSpPr>
            <p:cNvPr id="14778" name="Google Shape;14778;p84"/>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4"/>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0" name="Google Shape;14780;p84"/>
          <p:cNvGrpSpPr/>
          <p:nvPr/>
        </p:nvGrpSpPr>
        <p:grpSpPr>
          <a:xfrm>
            <a:off x="2567841" y="1813124"/>
            <a:ext cx="399812" cy="306477"/>
            <a:chOff x="2567841" y="1994124"/>
            <a:chExt cx="399812" cy="306477"/>
          </a:xfrm>
        </p:grpSpPr>
        <p:sp>
          <p:nvSpPr>
            <p:cNvPr id="14781" name="Google Shape;14781;p84"/>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4"/>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4"/>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4" name="Google Shape;14784;p84"/>
          <p:cNvGrpSpPr/>
          <p:nvPr/>
        </p:nvGrpSpPr>
        <p:grpSpPr>
          <a:xfrm>
            <a:off x="2212084" y="1779358"/>
            <a:ext cx="324698" cy="372863"/>
            <a:chOff x="2212084" y="1960358"/>
            <a:chExt cx="324698" cy="372863"/>
          </a:xfrm>
        </p:grpSpPr>
        <p:sp>
          <p:nvSpPr>
            <p:cNvPr id="14785" name="Google Shape;14785;p84"/>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4"/>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4"/>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84"/>
          <p:cNvGrpSpPr/>
          <p:nvPr/>
        </p:nvGrpSpPr>
        <p:grpSpPr>
          <a:xfrm>
            <a:off x="1805901" y="1779358"/>
            <a:ext cx="284847" cy="373627"/>
            <a:chOff x="1805901" y="1960358"/>
            <a:chExt cx="284847" cy="373627"/>
          </a:xfrm>
        </p:grpSpPr>
        <p:sp>
          <p:nvSpPr>
            <p:cNvPr id="14789" name="Google Shape;14789;p84"/>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4"/>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1" name="Google Shape;14791;p84"/>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4"/>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4"/>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4" name="Google Shape;14794;p84"/>
          <p:cNvGrpSpPr/>
          <p:nvPr/>
        </p:nvGrpSpPr>
        <p:grpSpPr>
          <a:xfrm>
            <a:off x="6656812" y="1848388"/>
            <a:ext cx="368690" cy="245793"/>
            <a:chOff x="6656812" y="2029388"/>
            <a:chExt cx="368690" cy="245793"/>
          </a:xfrm>
        </p:grpSpPr>
        <p:sp>
          <p:nvSpPr>
            <p:cNvPr id="14795" name="Google Shape;14795;p84"/>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4"/>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4"/>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4"/>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4"/>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4"/>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4"/>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4"/>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4"/>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4"/>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84"/>
          <p:cNvGrpSpPr/>
          <p:nvPr/>
        </p:nvGrpSpPr>
        <p:grpSpPr>
          <a:xfrm>
            <a:off x="4869651" y="1831218"/>
            <a:ext cx="376654" cy="281566"/>
            <a:chOff x="4869651" y="2012218"/>
            <a:chExt cx="376654" cy="281566"/>
          </a:xfrm>
        </p:grpSpPr>
        <p:sp>
          <p:nvSpPr>
            <p:cNvPr id="14806" name="Google Shape;14806;p84"/>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4"/>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4"/>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4"/>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84"/>
          <p:cNvGrpSpPr/>
          <p:nvPr/>
        </p:nvGrpSpPr>
        <p:grpSpPr>
          <a:xfrm>
            <a:off x="5306224" y="1831313"/>
            <a:ext cx="367925" cy="281694"/>
            <a:chOff x="5306224" y="2012313"/>
            <a:chExt cx="367925" cy="281694"/>
          </a:xfrm>
        </p:grpSpPr>
        <p:sp>
          <p:nvSpPr>
            <p:cNvPr id="14811" name="Google Shape;14811;p84"/>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4"/>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3" name="Google Shape;14813;p84"/>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4" name="Google Shape;14814;p84"/>
          <p:cNvGrpSpPr/>
          <p:nvPr/>
        </p:nvGrpSpPr>
        <p:grpSpPr>
          <a:xfrm>
            <a:off x="6195998" y="1802102"/>
            <a:ext cx="368308" cy="338746"/>
            <a:chOff x="6195998" y="1983102"/>
            <a:chExt cx="368308" cy="338746"/>
          </a:xfrm>
        </p:grpSpPr>
        <p:sp>
          <p:nvSpPr>
            <p:cNvPr id="14815" name="Google Shape;14815;p84"/>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4"/>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4"/>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8" name="Google Shape;14818;p84"/>
          <p:cNvGrpSpPr/>
          <p:nvPr/>
        </p:nvGrpSpPr>
        <p:grpSpPr>
          <a:xfrm>
            <a:off x="7542031" y="1830835"/>
            <a:ext cx="369072" cy="280037"/>
            <a:chOff x="7542031" y="2011835"/>
            <a:chExt cx="369072" cy="280037"/>
          </a:xfrm>
        </p:grpSpPr>
        <p:sp>
          <p:nvSpPr>
            <p:cNvPr id="14819" name="Google Shape;14819;p84"/>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4"/>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4"/>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4"/>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4"/>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4"/>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4"/>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4"/>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4"/>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84"/>
          <p:cNvGrpSpPr/>
          <p:nvPr/>
        </p:nvGrpSpPr>
        <p:grpSpPr>
          <a:xfrm>
            <a:off x="8010427" y="3167503"/>
            <a:ext cx="278795" cy="351615"/>
            <a:chOff x="8010427" y="3348503"/>
            <a:chExt cx="278795" cy="351615"/>
          </a:xfrm>
        </p:grpSpPr>
        <p:sp>
          <p:nvSpPr>
            <p:cNvPr id="14829" name="Google Shape;14829;p84"/>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4"/>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4"/>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4"/>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3" name="Google Shape;14833;p84"/>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4" name="Google Shape;14834;p84"/>
          <p:cNvGrpSpPr/>
          <p:nvPr/>
        </p:nvGrpSpPr>
        <p:grpSpPr>
          <a:xfrm>
            <a:off x="7141900" y="3168204"/>
            <a:ext cx="281057" cy="351010"/>
            <a:chOff x="7141900" y="3349204"/>
            <a:chExt cx="281057" cy="351010"/>
          </a:xfrm>
        </p:grpSpPr>
        <p:sp>
          <p:nvSpPr>
            <p:cNvPr id="14835" name="Google Shape;14835;p84"/>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4"/>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4"/>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8" name="Google Shape;14838;p84"/>
          <p:cNvGrpSpPr/>
          <p:nvPr/>
        </p:nvGrpSpPr>
        <p:grpSpPr>
          <a:xfrm>
            <a:off x="5314188" y="3169032"/>
            <a:ext cx="363752" cy="353113"/>
            <a:chOff x="5314188" y="3350032"/>
            <a:chExt cx="363752" cy="353113"/>
          </a:xfrm>
        </p:grpSpPr>
        <p:sp>
          <p:nvSpPr>
            <p:cNvPr id="14839" name="Google Shape;14839;p84"/>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4"/>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84"/>
          <p:cNvGrpSpPr/>
          <p:nvPr/>
        </p:nvGrpSpPr>
        <p:grpSpPr>
          <a:xfrm>
            <a:off x="5829984" y="3169032"/>
            <a:ext cx="220755" cy="352348"/>
            <a:chOff x="5829984" y="3350032"/>
            <a:chExt cx="220755" cy="352348"/>
          </a:xfrm>
        </p:grpSpPr>
        <p:sp>
          <p:nvSpPr>
            <p:cNvPr id="14842" name="Google Shape;14842;p84"/>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4"/>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4"/>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4"/>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84"/>
          <p:cNvGrpSpPr/>
          <p:nvPr/>
        </p:nvGrpSpPr>
        <p:grpSpPr>
          <a:xfrm>
            <a:off x="4882170" y="3168841"/>
            <a:ext cx="358464" cy="352316"/>
            <a:chOff x="4882170" y="3349841"/>
            <a:chExt cx="358464" cy="352316"/>
          </a:xfrm>
        </p:grpSpPr>
        <p:sp>
          <p:nvSpPr>
            <p:cNvPr id="14847" name="Google Shape;14847;p84"/>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4"/>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9" name="Google Shape;14849;p84"/>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4"/>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1" name="Google Shape;14851;p84"/>
          <p:cNvGrpSpPr/>
          <p:nvPr/>
        </p:nvGrpSpPr>
        <p:grpSpPr>
          <a:xfrm>
            <a:off x="3044965" y="2254220"/>
            <a:ext cx="400194" cy="324316"/>
            <a:chOff x="3044965" y="2435220"/>
            <a:chExt cx="400194" cy="324316"/>
          </a:xfrm>
        </p:grpSpPr>
        <p:sp>
          <p:nvSpPr>
            <p:cNvPr id="14852" name="Google Shape;14852;p84"/>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4"/>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4"/>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84"/>
          <p:cNvGrpSpPr/>
          <p:nvPr/>
        </p:nvGrpSpPr>
        <p:grpSpPr>
          <a:xfrm>
            <a:off x="6203579" y="3167981"/>
            <a:ext cx="351615" cy="350373"/>
            <a:chOff x="6203579" y="3348981"/>
            <a:chExt cx="351615" cy="350373"/>
          </a:xfrm>
        </p:grpSpPr>
        <p:sp>
          <p:nvSpPr>
            <p:cNvPr id="14856" name="Google Shape;14856;p84"/>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4"/>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4"/>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4"/>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4"/>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84"/>
          <p:cNvGrpSpPr/>
          <p:nvPr/>
        </p:nvGrpSpPr>
        <p:grpSpPr>
          <a:xfrm>
            <a:off x="4878379" y="2292892"/>
            <a:ext cx="367161" cy="287523"/>
            <a:chOff x="4878379" y="2473892"/>
            <a:chExt cx="367161" cy="287523"/>
          </a:xfrm>
        </p:grpSpPr>
        <p:sp>
          <p:nvSpPr>
            <p:cNvPr id="14862" name="Google Shape;14862;p84"/>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4"/>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4"/>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4"/>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4"/>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84"/>
          <p:cNvGrpSpPr/>
          <p:nvPr/>
        </p:nvGrpSpPr>
        <p:grpSpPr>
          <a:xfrm>
            <a:off x="1325719" y="2706689"/>
            <a:ext cx="290581" cy="372481"/>
            <a:chOff x="1325719" y="2887689"/>
            <a:chExt cx="290581" cy="372481"/>
          </a:xfrm>
        </p:grpSpPr>
        <p:sp>
          <p:nvSpPr>
            <p:cNvPr id="14868" name="Google Shape;14868;p84"/>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4"/>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0" name="Google Shape;14870;p84"/>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1" name="Google Shape;14871;p84"/>
          <p:cNvGrpSpPr/>
          <p:nvPr/>
        </p:nvGrpSpPr>
        <p:grpSpPr>
          <a:xfrm>
            <a:off x="3510335" y="2711499"/>
            <a:ext cx="360726" cy="361204"/>
            <a:chOff x="3510335" y="2892499"/>
            <a:chExt cx="360726" cy="361204"/>
          </a:xfrm>
        </p:grpSpPr>
        <p:sp>
          <p:nvSpPr>
            <p:cNvPr id="14872" name="Google Shape;14872;p84"/>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4"/>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4"/>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4"/>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4"/>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84"/>
          <p:cNvGrpSpPr/>
          <p:nvPr/>
        </p:nvGrpSpPr>
        <p:grpSpPr>
          <a:xfrm>
            <a:off x="3086313" y="2696049"/>
            <a:ext cx="320143" cy="392581"/>
            <a:chOff x="3086313" y="2877049"/>
            <a:chExt cx="320143" cy="392581"/>
          </a:xfrm>
        </p:grpSpPr>
        <p:sp>
          <p:nvSpPr>
            <p:cNvPr id="14878" name="Google Shape;14878;p84"/>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4"/>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4"/>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4"/>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4"/>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4"/>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4"/>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4"/>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4"/>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4"/>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4"/>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4"/>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0" name="Google Shape;14890;p84"/>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1" name="Google Shape;14891;p84"/>
          <p:cNvGrpSpPr/>
          <p:nvPr/>
        </p:nvGrpSpPr>
        <p:grpSpPr>
          <a:xfrm>
            <a:off x="861113" y="2704746"/>
            <a:ext cx="333809" cy="373277"/>
            <a:chOff x="861113" y="2885746"/>
            <a:chExt cx="333809" cy="373277"/>
          </a:xfrm>
        </p:grpSpPr>
        <p:sp>
          <p:nvSpPr>
            <p:cNvPr id="14892" name="Google Shape;14892;p84"/>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4"/>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4"/>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5" name="Google Shape;14895;p84"/>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4"/>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7" name="Google Shape;14897;p84"/>
          <p:cNvGrpSpPr/>
          <p:nvPr/>
        </p:nvGrpSpPr>
        <p:grpSpPr>
          <a:xfrm>
            <a:off x="1297654" y="1323481"/>
            <a:ext cx="349354" cy="362223"/>
            <a:chOff x="1297654" y="1504481"/>
            <a:chExt cx="349354" cy="362223"/>
          </a:xfrm>
        </p:grpSpPr>
        <p:sp>
          <p:nvSpPr>
            <p:cNvPr id="14898" name="Google Shape;14898;p84"/>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4"/>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4"/>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1" name="Google Shape;14901;p84"/>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2" name="Google Shape;14902;p84"/>
          <p:cNvGrpSpPr/>
          <p:nvPr/>
        </p:nvGrpSpPr>
        <p:grpSpPr>
          <a:xfrm>
            <a:off x="852385" y="1329916"/>
            <a:ext cx="353145" cy="351998"/>
            <a:chOff x="852385" y="1510916"/>
            <a:chExt cx="353145" cy="351998"/>
          </a:xfrm>
        </p:grpSpPr>
        <p:sp>
          <p:nvSpPr>
            <p:cNvPr id="14903" name="Google Shape;14903;p84"/>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4"/>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4"/>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6" name="Google Shape;14906;p84"/>
          <p:cNvGrpSpPr/>
          <p:nvPr/>
        </p:nvGrpSpPr>
        <p:grpSpPr>
          <a:xfrm>
            <a:off x="1745217" y="1334471"/>
            <a:ext cx="343269" cy="342505"/>
            <a:chOff x="1745217" y="1515471"/>
            <a:chExt cx="343269" cy="342505"/>
          </a:xfrm>
        </p:grpSpPr>
        <p:sp>
          <p:nvSpPr>
            <p:cNvPr id="14907" name="Google Shape;14907;p84"/>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4"/>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4"/>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4"/>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1" name="Google Shape;14911;p84"/>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2" name="Google Shape;14912;p84"/>
          <p:cNvGrpSpPr/>
          <p:nvPr/>
        </p:nvGrpSpPr>
        <p:grpSpPr>
          <a:xfrm>
            <a:off x="3042703" y="1348137"/>
            <a:ext cx="411535" cy="315587"/>
            <a:chOff x="3042703" y="1529137"/>
            <a:chExt cx="411535" cy="315587"/>
          </a:xfrm>
        </p:grpSpPr>
        <p:sp>
          <p:nvSpPr>
            <p:cNvPr id="14913" name="Google Shape;14913;p84"/>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4"/>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4"/>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4"/>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4"/>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4"/>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4"/>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4"/>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4"/>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4"/>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3" name="Google Shape;14923;p84"/>
          <p:cNvGrpSpPr/>
          <p:nvPr/>
        </p:nvGrpSpPr>
        <p:grpSpPr>
          <a:xfrm>
            <a:off x="2629289" y="1363682"/>
            <a:ext cx="350501" cy="284497"/>
            <a:chOff x="2629289" y="1544682"/>
            <a:chExt cx="350501" cy="284497"/>
          </a:xfrm>
        </p:grpSpPr>
        <p:sp>
          <p:nvSpPr>
            <p:cNvPr id="14924" name="Google Shape;14924;p84"/>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4"/>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4"/>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4"/>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4"/>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84"/>
          <p:cNvGrpSpPr/>
          <p:nvPr/>
        </p:nvGrpSpPr>
        <p:grpSpPr>
          <a:xfrm>
            <a:off x="5305077" y="1321633"/>
            <a:ext cx="367893" cy="365218"/>
            <a:chOff x="5305077" y="1502633"/>
            <a:chExt cx="367893" cy="365218"/>
          </a:xfrm>
        </p:grpSpPr>
        <p:sp>
          <p:nvSpPr>
            <p:cNvPr id="14930" name="Google Shape;14930;p84"/>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4"/>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84"/>
          <p:cNvGrpSpPr/>
          <p:nvPr/>
        </p:nvGrpSpPr>
        <p:grpSpPr>
          <a:xfrm>
            <a:off x="7100170" y="1319117"/>
            <a:ext cx="368308" cy="367033"/>
            <a:chOff x="7100170" y="1500117"/>
            <a:chExt cx="368308" cy="367033"/>
          </a:xfrm>
        </p:grpSpPr>
        <p:sp>
          <p:nvSpPr>
            <p:cNvPr id="14933" name="Google Shape;14933;p84"/>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4"/>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4"/>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4"/>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4"/>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4"/>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4"/>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4"/>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4"/>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4"/>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4"/>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4"/>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4"/>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6" name="Google Shape;14946;p84"/>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7" name="Google Shape;14947;p84"/>
          <p:cNvGrpSpPr/>
          <p:nvPr/>
        </p:nvGrpSpPr>
        <p:grpSpPr>
          <a:xfrm>
            <a:off x="6649231" y="1319021"/>
            <a:ext cx="390287" cy="367065"/>
            <a:chOff x="6649231" y="1500021"/>
            <a:chExt cx="390287" cy="367065"/>
          </a:xfrm>
        </p:grpSpPr>
        <p:sp>
          <p:nvSpPr>
            <p:cNvPr id="14948" name="Google Shape;14948;p84"/>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4"/>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4"/>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4"/>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4"/>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4"/>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4"/>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4"/>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4"/>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4"/>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4"/>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4"/>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84"/>
          <p:cNvGrpSpPr/>
          <p:nvPr/>
        </p:nvGrpSpPr>
        <p:grpSpPr>
          <a:xfrm>
            <a:off x="5746938" y="1362503"/>
            <a:ext cx="387261" cy="280356"/>
            <a:chOff x="5746938" y="1543503"/>
            <a:chExt cx="387261" cy="280356"/>
          </a:xfrm>
        </p:grpSpPr>
        <p:sp>
          <p:nvSpPr>
            <p:cNvPr id="14961" name="Google Shape;14961;p84"/>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4"/>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84"/>
          <p:cNvGrpSpPr/>
          <p:nvPr/>
        </p:nvGrpSpPr>
        <p:grpSpPr>
          <a:xfrm>
            <a:off x="6196730" y="1344346"/>
            <a:ext cx="369072" cy="317467"/>
            <a:chOff x="6196730" y="1525346"/>
            <a:chExt cx="369072" cy="317467"/>
          </a:xfrm>
        </p:grpSpPr>
        <p:sp>
          <p:nvSpPr>
            <p:cNvPr id="14964" name="Google Shape;14964;p84"/>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4"/>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4"/>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84"/>
          <p:cNvGrpSpPr/>
          <p:nvPr/>
        </p:nvGrpSpPr>
        <p:grpSpPr>
          <a:xfrm>
            <a:off x="4940592" y="1319690"/>
            <a:ext cx="246558" cy="367161"/>
            <a:chOff x="4940592" y="1500690"/>
            <a:chExt cx="246558" cy="367161"/>
          </a:xfrm>
        </p:grpSpPr>
        <p:sp>
          <p:nvSpPr>
            <p:cNvPr id="14968" name="Google Shape;14968;p84"/>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4"/>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4"/>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4"/>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2" name="Google Shape;14972;p84"/>
          <p:cNvGrpSpPr/>
          <p:nvPr/>
        </p:nvGrpSpPr>
        <p:grpSpPr>
          <a:xfrm>
            <a:off x="7964906" y="1318894"/>
            <a:ext cx="380858" cy="367575"/>
            <a:chOff x="7964906" y="1499894"/>
            <a:chExt cx="380858" cy="367575"/>
          </a:xfrm>
        </p:grpSpPr>
        <p:sp>
          <p:nvSpPr>
            <p:cNvPr id="14973" name="Google Shape;14973;p84"/>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4"/>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4"/>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76" name="Google Shape;14976;p84"/>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7" name="Google Shape;14977;p84"/>
          <p:cNvGrpSpPr/>
          <p:nvPr/>
        </p:nvGrpSpPr>
        <p:grpSpPr>
          <a:xfrm>
            <a:off x="8007400" y="2721278"/>
            <a:ext cx="285230" cy="355597"/>
            <a:chOff x="8007400" y="2902278"/>
            <a:chExt cx="285230" cy="355597"/>
          </a:xfrm>
        </p:grpSpPr>
        <p:sp>
          <p:nvSpPr>
            <p:cNvPr id="14978" name="Google Shape;14978;p84"/>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4"/>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84"/>
          <p:cNvGrpSpPr/>
          <p:nvPr/>
        </p:nvGrpSpPr>
        <p:grpSpPr>
          <a:xfrm>
            <a:off x="6219124" y="2721788"/>
            <a:ext cx="318231" cy="355470"/>
            <a:chOff x="6219124" y="2902788"/>
            <a:chExt cx="318231" cy="355470"/>
          </a:xfrm>
        </p:grpSpPr>
        <p:sp>
          <p:nvSpPr>
            <p:cNvPr id="14981" name="Google Shape;14981;p84"/>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4"/>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4"/>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4" name="Google Shape;14984;p84"/>
          <p:cNvGrpSpPr/>
          <p:nvPr/>
        </p:nvGrpSpPr>
        <p:grpSpPr>
          <a:xfrm>
            <a:off x="4969421" y="2721852"/>
            <a:ext cx="185109" cy="355406"/>
            <a:chOff x="4969421" y="2902852"/>
            <a:chExt cx="185109" cy="355406"/>
          </a:xfrm>
        </p:grpSpPr>
        <p:sp>
          <p:nvSpPr>
            <p:cNvPr id="14985" name="Google Shape;14985;p84"/>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4"/>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4"/>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4"/>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4"/>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4"/>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1" name="Google Shape;14991;p84"/>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4"/>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3" name="Google Shape;14993;p84"/>
          <p:cNvGrpSpPr/>
          <p:nvPr/>
        </p:nvGrpSpPr>
        <p:grpSpPr>
          <a:xfrm>
            <a:off x="6685259" y="2721852"/>
            <a:ext cx="311414" cy="355406"/>
            <a:chOff x="6685259" y="2902852"/>
            <a:chExt cx="311414" cy="355406"/>
          </a:xfrm>
        </p:grpSpPr>
        <p:sp>
          <p:nvSpPr>
            <p:cNvPr id="14994" name="Google Shape;14994;p84"/>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4"/>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4"/>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7" name="Google Shape;14997;p84"/>
          <p:cNvGrpSpPr/>
          <p:nvPr/>
        </p:nvGrpSpPr>
        <p:grpSpPr>
          <a:xfrm>
            <a:off x="5309250" y="2722170"/>
            <a:ext cx="359579" cy="355852"/>
            <a:chOff x="5309250" y="2903170"/>
            <a:chExt cx="359579" cy="355852"/>
          </a:xfrm>
        </p:grpSpPr>
        <p:sp>
          <p:nvSpPr>
            <p:cNvPr id="14998" name="Google Shape;14998;p84"/>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4"/>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4"/>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84"/>
          <p:cNvGrpSpPr/>
          <p:nvPr/>
        </p:nvGrpSpPr>
        <p:grpSpPr>
          <a:xfrm>
            <a:off x="2199565" y="2240172"/>
            <a:ext cx="312179" cy="353431"/>
            <a:chOff x="2199565" y="2421172"/>
            <a:chExt cx="312179" cy="353431"/>
          </a:xfrm>
        </p:grpSpPr>
        <p:sp>
          <p:nvSpPr>
            <p:cNvPr id="15002" name="Google Shape;15002;p84"/>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4"/>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4" name="Google Shape;15004;p84"/>
          <p:cNvGrpSpPr/>
          <p:nvPr/>
        </p:nvGrpSpPr>
        <p:grpSpPr>
          <a:xfrm>
            <a:off x="1750887" y="2244727"/>
            <a:ext cx="320143" cy="343269"/>
            <a:chOff x="1750887" y="2425727"/>
            <a:chExt cx="320143" cy="343269"/>
          </a:xfrm>
        </p:grpSpPr>
        <p:sp>
          <p:nvSpPr>
            <p:cNvPr id="15005" name="Google Shape;15005;p84"/>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4"/>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84"/>
          <p:cNvGrpSpPr/>
          <p:nvPr/>
        </p:nvGrpSpPr>
        <p:grpSpPr>
          <a:xfrm>
            <a:off x="1298037" y="2244727"/>
            <a:ext cx="338364" cy="342887"/>
            <a:chOff x="1298037" y="2425727"/>
            <a:chExt cx="338364" cy="342887"/>
          </a:xfrm>
        </p:grpSpPr>
        <p:sp>
          <p:nvSpPr>
            <p:cNvPr id="15008" name="Google Shape;15008;p84"/>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4"/>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4"/>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4"/>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2" name="Google Shape;15012;p84"/>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3" name="Google Shape;15013;p84"/>
          <p:cNvGrpSpPr/>
          <p:nvPr/>
        </p:nvGrpSpPr>
        <p:grpSpPr>
          <a:xfrm>
            <a:off x="3974207" y="2248009"/>
            <a:ext cx="320143" cy="338491"/>
            <a:chOff x="3974207" y="2429009"/>
            <a:chExt cx="320143" cy="338491"/>
          </a:xfrm>
        </p:grpSpPr>
        <p:sp>
          <p:nvSpPr>
            <p:cNvPr id="15014" name="Google Shape;15014;p84"/>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4"/>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84"/>
          <p:cNvGrpSpPr/>
          <p:nvPr/>
        </p:nvGrpSpPr>
        <p:grpSpPr>
          <a:xfrm>
            <a:off x="2623237" y="2250047"/>
            <a:ext cx="355024" cy="332630"/>
            <a:chOff x="2623237" y="2431047"/>
            <a:chExt cx="355024" cy="332630"/>
          </a:xfrm>
        </p:grpSpPr>
        <p:sp>
          <p:nvSpPr>
            <p:cNvPr id="15017" name="Google Shape;15017;p84"/>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4"/>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4"/>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4"/>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84"/>
          <p:cNvGrpSpPr/>
          <p:nvPr/>
        </p:nvGrpSpPr>
        <p:grpSpPr>
          <a:xfrm>
            <a:off x="6657194" y="2253073"/>
            <a:ext cx="375507" cy="367925"/>
            <a:chOff x="6657194" y="2434073"/>
            <a:chExt cx="375507" cy="367925"/>
          </a:xfrm>
        </p:grpSpPr>
        <p:sp>
          <p:nvSpPr>
            <p:cNvPr id="15022" name="Google Shape;15022;p84"/>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4"/>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4"/>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84"/>
          <p:cNvGrpSpPr/>
          <p:nvPr/>
        </p:nvGrpSpPr>
        <p:grpSpPr>
          <a:xfrm>
            <a:off x="7101317" y="2260655"/>
            <a:ext cx="367925" cy="352380"/>
            <a:chOff x="7101317" y="2441655"/>
            <a:chExt cx="367925" cy="352380"/>
          </a:xfrm>
        </p:grpSpPr>
        <p:sp>
          <p:nvSpPr>
            <p:cNvPr id="15026" name="Google Shape;15026;p84"/>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4"/>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84"/>
          <p:cNvGrpSpPr/>
          <p:nvPr/>
        </p:nvGrpSpPr>
        <p:grpSpPr>
          <a:xfrm>
            <a:off x="5756399" y="2253456"/>
            <a:ext cx="367925" cy="367161"/>
            <a:chOff x="5756399" y="2434456"/>
            <a:chExt cx="367925" cy="367161"/>
          </a:xfrm>
        </p:grpSpPr>
        <p:sp>
          <p:nvSpPr>
            <p:cNvPr id="15029" name="Google Shape;15029;p84"/>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4"/>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4"/>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4"/>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4"/>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4"/>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4"/>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6" name="Google Shape;15036;p84"/>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4"/>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8" name="Google Shape;15038;p84"/>
          <p:cNvGrpSpPr/>
          <p:nvPr/>
        </p:nvGrpSpPr>
        <p:grpSpPr>
          <a:xfrm>
            <a:off x="7964906" y="2253073"/>
            <a:ext cx="373627" cy="367925"/>
            <a:chOff x="7964906" y="2434073"/>
            <a:chExt cx="373627" cy="367925"/>
          </a:xfrm>
        </p:grpSpPr>
        <p:sp>
          <p:nvSpPr>
            <p:cNvPr id="15039" name="Google Shape;15039;p84"/>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4"/>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1" name="Google Shape;15041;p84"/>
          <p:cNvGrpSpPr/>
          <p:nvPr/>
        </p:nvGrpSpPr>
        <p:grpSpPr>
          <a:xfrm>
            <a:off x="6194086" y="2256737"/>
            <a:ext cx="369837" cy="360471"/>
            <a:chOff x="6194086" y="2437737"/>
            <a:chExt cx="369837" cy="360471"/>
          </a:xfrm>
        </p:grpSpPr>
        <p:sp>
          <p:nvSpPr>
            <p:cNvPr id="15042" name="Google Shape;15042;p84"/>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4"/>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4" name="Google Shape;15044;p84"/>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5045" name="Google Shape;15045;p84"/>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49" name="Shape 15049"/>
        <p:cNvGrpSpPr/>
        <p:nvPr/>
      </p:nvGrpSpPr>
      <p:grpSpPr>
        <a:xfrm>
          <a:off x="0" y="0"/>
          <a:ext cx="0" cy="0"/>
          <a:chOff x="0" y="0"/>
          <a:chExt cx="0" cy="0"/>
        </a:xfrm>
      </p:grpSpPr>
      <p:grpSp>
        <p:nvGrpSpPr>
          <p:cNvPr id="15050" name="Google Shape;15050;p85"/>
          <p:cNvGrpSpPr/>
          <p:nvPr/>
        </p:nvGrpSpPr>
        <p:grpSpPr>
          <a:xfrm>
            <a:off x="3122257" y="1334344"/>
            <a:ext cx="294850" cy="349434"/>
            <a:chOff x="3122257" y="1508594"/>
            <a:chExt cx="294850" cy="349434"/>
          </a:xfrm>
        </p:grpSpPr>
        <p:sp>
          <p:nvSpPr>
            <p:cNvPr id="15051" name="Google Shape;15051;p85"/>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5"/>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5"/>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5"/>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5"/>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85"/>
          <p:cNvGrpSpPr/>
          <p:nvPr/>
        </p:nvGrpSpPr>
        <p:grpSpPr>
          <a:xfrm>
            <a:off x="910723" y="1333962"/>
            <a:ext cx="251660" cy="350166"/>
            <a:chOff x="910723" y="1508212"/>
            <a:chExt cx="251660" cy="350166"/>
          </a:xfrm>
        </p:grpSpPr>
        <p:sp>
          <p:nvSpPr>
            <p:cNvPr id="15057" name="Google Shape;15057;p85"/>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5"/>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5"/>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5"/>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5"/>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5"/>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5"/>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5"/>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5"/>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5"/>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5"/>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5"/>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5"/>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5"/>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5"/>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5"/>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5"/>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85"/>
          <p:cNvGrpSpPr/>
          <p:nvPr/>
        </p:nvGrpSpPr>
        <p:grpSpPr>
          <a:xfrm>
            <a:off x="1308631" y="1333580"/>
            <a:ext cx="350166" cy="350198"/>
            <a:chOff x="1308631" y="1507830"/>
            <a:chExt cx="350166" cy="350198"/>
          </a:xfrm>
        </p:grpSpPr>
        <p:sp>
          <p:nvSpPr>
            <p:cNvPr id="15075" name="Google Shape;15075;p85"/>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5"/>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5"/>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5"/>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9" name="Google Shape;15079;p85"/>
          <p:cNvGrpSpPr/>
          <p:nvPr/>
        </p:nvGrpSpPr>
        <p:grpSpPr>
          <a:xfrm>
            <a:off x="1756921" y="1335489"/>
            <a:ext cx="345997" cy="345997"/>
            <a:chOff x="1756921" y="1509739"/>
            <a:chExt cx="345997" cy="345997"/>
          </a:xfrm>
        </p:grpSpPr>
        <p:sp>
          <p:nvSpPr>
            <p:cNvPr id="15080" name="Google Shape;15080;p85"/>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5"/>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5"/>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5"/>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5"/>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5"/>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5"/>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5"/>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5"/>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5"/>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5"/>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5"/>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5"/>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5"/>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5"/>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5"/>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5"/>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85"/>
          <p:cNvGrpSpPr/>
          <p:nvPr/>
        </p:nvGrpSpPr>
        <p:grpSpPr>
          <a:xfrm>
            <a:off x="2216956" y="1336253"/>
            <a:ext cx="318721" cy="345615"/>
            <a:chOff x="2216956" y="1510503"/>
            <a:chExt cx="318721" cy="345615"/>
          </a:xfrm>
        </p:grpSpPr>
        <p:sp>
          <p:nvSpPr>
            <p:cNvPr id="15098" name="Google Shape;15098;p85"/>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5"/>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5"/>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5"/>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5"/>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85"/>
          <p:cNvGrpSpPr/>
          <p:nvPr/>
        </p:nvGrpSpPr>
        <p:grpSpPr>
          <a:xfrm>
            <a:off x="3988156" y="1394211"/>
            <a:ext cx="349052" cy="230049"/>
            <a:chOff x="3988156" y="1568461"/>
            <a:chExt cx="349052" cy="230049"/>
          </a:xfrm>
        </p:grpSpPr>
        <p:sp>
          <p:nvSpPr>
            <p:cNvPr id="15104" name="Google Shape;15104;p85"/>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5"/>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5"/>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5"/>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5"/>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5"/>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5"/>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85"/>
          <p:cNvGrpSpPr/>
          <p:nvPr/>
        </p:nvGrpSpPr>
        <p:grpSpPr>
          <a:xfrm>
            <a:off x="2633037" y="1325623"/>
            <a:ext cx="379002" cy="366112"/>
            <a:chOff x="2633037" y="1499873"/>
            <a:chExt cx="379002" cy="366112"/>
          </a:xfrm>
        </p:grpSpPr>
        <p:sp>
          <p:nvSpPr>
            <p:cNvPr id="15112" name="Google Shape;15112;p85"/>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5"/>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5"/>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5"/>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5"/>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5"/>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8" name="Google Shape;15118;p85"/>
          <p:cNvGrpSpPr/>
          <p:nvPr/>
        </p:nvGrpSpPr>
        <p:grpSpPr>
          <a:xfrm>
            <a:off x="6675256" y="1341919"/>
            <a:ext cx="327823" cy="357009"/>
            <a:chOff x="6675256" y="1516169"/>
            <a:chExt cx="327823" cy="357009"/>
          </a:xfrm>
        </p:grpSpPr>
        <p:sp>
          <p:nvSpPr>
            <p:cNvPr id="15119" name="Google Shape;15119;p85"/>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5"/>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5"/>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5"/>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5"/>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5"/>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5"/>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5"/>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5"/>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8" name="Google Shape;15128;p85"/>
          <p:cNvGrpSpPr/>
          <p:nvPr/>
        </p:nvGrpSpPr>
        <p:grpSpPr>
          <a:xfrm>
            <a:off x="8020159" y="1342301"/>
            <a:ext cx="300897" cy="356627"/>
            <a:chOff x="8020159" y="1516551"/>
            <a:chExt cx="300897" cy="356627"/>
          </a:xfrm>
        </p:grpSpPr>
        <p:sp>
          <p:nvSpPr>
            <p:cNvPr id="15129" name="Google Shape;15129;p85"/>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5"/>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5"/>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5"/>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5"/>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4" name="Google Shape;15134;p85"/>
          <p:cNvGrpSpPr/>
          <p:nvPr/>
        </p:nvGrpSpPr>
        <p:grpSpPr>
          <a:xfrm>
            <a:off x="5377363" y="1341919"/>
            <a:ext cx="257357" cy="356627"/>
            <a:chOff x="5377363" y="1516169"/>
            <a:chExt cx="257357" cy="356627"/>
          </a:xfrm>
        </p:grpSpPr>
        <p:sp>
          <p:nvSpPr>
            <p:cNvPr id="15135" name="Google Shape;15135;p85"/>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5"/>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5"/>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5"/>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5"/>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5"/>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5"/>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5"/>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5"/>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5"/>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5"/>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5"/>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5"/>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5"/>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5"/>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5"/>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5"/>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2" name="Google Shape;15152;p85"/>
          <p:cNvGrpSpPr/>
          <p:nvPr/>
        </p:nvGrpSpPr>
        <p:grpSpPr>
          <a:xfrm>
            <a:off x="4880567" y="1361620"/>
            <a:ext cx="356245" cy="317607"/>
            <a:chOff x="4880567" y="1535870"/>
            <a:chExt cx="356245" cy="317607"/>
          </a:xfrm>
        </p:grpSpPr>
        <p:sp>
          <p:nvSpPr>
            <p:cNvPr id="15153" name="Google Shape;15153;p85"/>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5"/>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5"/>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5"/>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5"/>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85"/>
          <p:cNvGrpSpPr/>
          <p:nvPr/>
        </p:nvGrpSpPr>
        <p:grpSpPr>
          <a:xfrm>
            <a:off x="5771483" y="1341537"/>
            <a:ext cx="357359" cy="357391"/>
            <a:chOff x="5771483" y="1515787"/>
            <a:chExt cx="357359" cy="357391"/>
          </a:xfrm>
        </p:grpSpPr>
        <p:sp>
          <p:nvSpPr>
            <p:cNvPr id="15159" name="Google Shape;15159;p85"/>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5"/>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5"/>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5"/>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3" name="Google Shape;15163;p85"/>
          <p:cNvGrpSpPr/>
          <p:nvPr/>
        </p:nvGrpSpPr>
        <p:grpSpPr>
          <a:xfrm>
            <a:off x="7121669" y="1359360"/>
            <a:ext cx="321362" cy="321362"/>
            <a:chOff x="7121669" y="1533610"/>
            <a:chExt cx="321362" cy="321362"/>
          </a:xfrm>
        </p:grpSpPr>
        <p:sp>
          <p:nvSpPr>
            <p:cNvPr id="15164" name="Google Shape;15164;p85"/>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5"/>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5"/>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5"/>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85"/>
          <p:cNvGrpSpPr/>
          <p:nvPr/>
        </p:nvGrpSpPr>
        <p:grpSpPr>
          <a:xfrm>
            <a:off x="7562766" y="1340614"/>
            <a:ext cx="327059" cy="360192"/>
            <a:chOff x="7562766" y="1514864"/>
            <a:chExt cx="327059" cy="360192"/>
          </a:xfrm>
        </p:grpSpPr>
        <p:sp>
          <p:nvSpPr>
            <p:cNvPr id="15169" name="Google Shape;15169;p85"/>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5"/>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5"/>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5"/>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85"/>
          <p:cNvGrpSpPr/>
          <p:nvPr/>
        </p:nvGrpSpPr>
        <p:grpSpPr>
          <a:xfrm>
            <a:off x="6221229" y="1324423"/>
            <a:ext cx="361636" cy="362183"/>
            <a:chOff x="6259175" y="1559008"/>
            <a:chExt cx="271743" cy="272093"/>
          </a:xfrm>
        </p:grpSpPr>
        <p:sp>
          <p:nvSpPr>
            <p:cNvPr id="15174" name="Google Shape;15174;p85"/>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5"/>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5"/>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5"/>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5"/>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5"/>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5"/>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5"/>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5"/>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5"/>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5"/>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5"/>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5"/>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5"/>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5"/>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5"/>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5"/>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85"/>
          <p:cNvGrpSpPr/>
          <p:nvPr/>
        </p:nvGrpSpPr>
        <p:grpSpPr>
          <a:xfrm>
            <a:off x="6671087" y="1835054"/>
            <a:ext cx="332757" cy="281833"/>
            <a:chOff x="6671087" y="2009304"/>
            <a:chExt cx="332757" cy="281833"/>
          </a:xfrm>
        </p:grpSpPr>
        <p:sp>
          <p:nvSpPr>
            <p:cNvPr id="15192" name="Google Shape;15192;p85"/>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5"/>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4" name="Google Shape;15194;p85"/>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5" name="Google Shape;15195;p85"/>
          <p:cNvGrpSpPr/>
          <p:nvPr/>
        </p:nvGrpSpPr>
        <p:grpSpPr>
          <a:xfrm>
            <a:off x="2201806" y="1802335"/>
            <a:ext cx="349784" cy="349434"/>
            <a:chOff x="2201806" y="1976585"/>
            <a:chExt cx="349784" cy="349434"/>
          </a:xfrm>
        </p:grpSpPr>
        <p:sp>
          <p:nvSpPr>
            <p:cNvPr id="15196" name="Google Shape;15196;p85"/>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5"/>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5"/>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5"/>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0" name="Google Shape;15200;p85"/>
          <p:cNvGrpSpPr/>
          <p:nvPr/>
        </p:nvGrpSpPr>
        <p:grpSpPr>
          <a:xfrm>
            <a:off x="3094217" y="1802335"/>
            <a:ext cx="350198" cy="350548"/>
            <a:chOff x="3094217" y="1976585"/>
            <a:chExt cx="350198" cy="350548"/>
          </a:xfrm>
        </p:grpSpPr>
        <p:sp>
          <p:nvSpPr>
            <p:cNvPr id="15201" name="Google Shape;15201;p85"/>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5"/>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5"/>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5"/>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5"/>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5"/>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5"/>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5"/>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5"/>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5"/>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5"/>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5"/>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5"/>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4" name="Google Shape;15214;p85"/>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5" name="Google Shape;15215;p85"/>
          <p:cNvGrpSpPr/>
          <p:nvPr/>
        </p:nvGrpSpPr>
        <p:grpSpPr>
          <a:xfrm>
            <a:off x="3979435" y="1802335"/>
            <a:ext cx="345265" cy="349848"/>
            <a:chOff x="3979435" y="1976585"/>
            <a:chExt cx="345265" cy="349848"/>
          </a:xfrm>
        </p:grpSpPr>
        <p:sp>
          <p:nvSpPr>
            <p:cNvPr id="15216" name="Google Shape;15216;p85"/>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5"/>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5"/>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5"/>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5"/>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5"/>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5"/>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5"/>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5"/>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5"/>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5"/>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5"/>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5"/>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5"/>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5"/>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5"/>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5"/>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85"/>
          <p:cNvGrpSpPr/>
          <p:nvPr/>
        </p:nvGrpSpPr>
        <p:grpSpPr>
          <a:xfrm>
            <a:off x="3541011" y="1334344"/>
            <a:ext cx="350166" cy="349434"/>
            <a:chOff x="3541011" y="1508594"/>
            <a:chExt cx="350166" cy="349434"/>
          </a:xfrm>
        </p:grpSpPr>
        <p:sp>
          <p:nvSpPr>
            <p:cNvPr id="15234" name="Google Shape;15234;p85"/>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5"/>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5"/>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5"/>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5"/>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5"/>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5"/>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5"/>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5"/>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5"/>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5"/>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5"/>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5"/>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7" name="Google Shape;15247;p85"/>
          <p:cNvGrpSpPr/>
          <p:nvPr/>
        </p:nvGrpSpPr>
        <p:grpSpPr>
          <a:xfrm>
            <a:off x="3576626" y="1801571"/>
            <a:ext cx="284251" cy="351694"/>
            <a:chOff x="3576626" y="1975821"/>
            <a:chExt cx="284251" cy="351694"/>
          </a:xfrm>
        </p:grpSpPr>
        <p:sp>
          <p:nvSpPr>
            <p:cNvPr id="15248" name="Google Shape;15248;p85"/>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5"/>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5"/>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1" name="Google Shape;15251;p85"/>
          <p:cNvGrpSpPr/>
          <p:nvPr/>
        </p:nvGrpSpPr>
        <p:grpSpPr>
          <a:xfrm>
            <a:off x="2722090" y="2715912"/>
            <a:ext cx="238770" cy="371841"/>
            <a:chOff x="2722090" y="2890162"/>
            <a:chExt cx="238770" cy="371841"/>
          </a:xfrm>
        </p:grpSpPr>
        <p:sp>
          <p:nvSpPr>
            <p:cNvPr id="15252" name="Google Shape;15252;p85"/>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5"/>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5"/>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55" name="Google Shape;15255;p85"/>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56" name="Google Shape;15256;p85"/>
          <p:cNvGrpSpPr/>
          <p:nvPr/>
        </p:nvGrpSpPr>
        <p:grpSpPr>
          <a:xfrm>
            <a:off x="6216367" y="1795906"/>
            <a:ext cx="361147" cy="361147"/>
            <a:chOff x="6216367" y="1970156"/>
            <a:chExt cx="361147" cy="361147"/>
          </a:xfrm>
        </p:grpSpPr>
        <p:sp>
          <p:nvSpPr>
            <p:cNvPr id="15257" name="Google Shape;15257;p85"/>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5"/>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5"/>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5"/>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85"/>
          <p:cNvGrpSpPr/>
          <p:nvPr/>
        </p:nvGrpSpPr>
        <p:grpSpPr>
          <a:xfrm>
            <a:off x="1289311" y="2751972"/>
            <a:ext cx="408156" cy="299783"/>
            <a:chOff x="1289311" y="2926222"/>
            <a:chExt cx="408156" cy="299783"/>
          </a:xfrm>
        </p:grpSpPr>
        <p:sp>
          <p:nvSpPr>
            <p:cNvPr id="15262" name="Google Shape;15262;p85"/>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5"/>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4" name="Google Shape;15264;p85"/>
          <p:cNvGrpSpPr/>
          <p:nvPr/>
        </p:nvGrpSpPr>
        <p:grpSpPr>
          <a:xfrm>
            <a:off x="7978465" y="1795142"/>
            <a:ext cx="361147" cy="360797"/>
            <a:chOff x="7978465" y="1969392"/>
            <a:chExt cx="361147" cy="360797"/>
          </a:xfrm>
        </p:grpSpPr>
        <p:sp>
          <p:nvSpPr>
            <p:cNvPr id="15265" name="Google Shape;15265;p85"/>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5"/>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5"/>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5"/>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5"/>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5"/>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5"/>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5"/>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5"/>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4" name="Google Shape;15274;p85"/>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5" name="Google Shape;15275;p85"/>
          <p:cNvGrpSpPr/>
          <p:nvPr/>
        </p:nvGrpSpPr>
        <p:grpSpPr>
          <a:xfrm>
            <a:off x="854261" y="2734563"/>
            <a:ext cx="377474" cy="335748"/>
            <a:chOff x="854261" y="2908813"/>
            <a:chExt cx="377474" cy="335748"/>
          </a:xfrm>
        </p:grpSpPr>
        <p:sp>
          <p:nvSpPr>
            <p:cNvPr id="15276" name="Google Shape;15276;p85"/>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5"/>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5"/>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5"/>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5"/>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85"/>
          <p:cNvGrpSpPr/>
          <p:nvPr/>
        </p:nvGrpSpPr>
        <p:grpSpPr>
          <a:xfrm>
            <a:off x="1749728" y="2720527"/>
            <a:ext cx="386927" cy="363438"/>
            <a:chOff x="1749728" y="2894777"/>
            <a:chExt cx="386927" cy="363438"/>
          </a:xfrm>
        </p:grpSpPr>
        <p:sp>
          <p:nvSpPr>
            <p:cNvPr id="15282" name="Google Shape;15282;p85"/>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5"/>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5"/>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5"/>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5"/>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5"/>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5"/>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85"/>
          <p:cNvGrpSpPr/>
          <p:nvPr/>
        </p:nvGrpSpPr>
        <p:grpSpPr>
          <a:xfrm>
            <a:off x="7098912" y="1795142"/>
            <a:ext cx="359651" cy="361560"/>
            <a:chOff x="7098912" y="1969392"/>
            <a:chExt cx="359651" cy="361560"/>
          </a:xfrm>
        </p:grpSpPr>
        <p:sp>
          <p:nvSpPr>
            <p:cNvPr id="15290" name="Google Shape;15290;p85"/>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5"/>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5"/>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5"/>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5"/>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5"/>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5"/>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5"/>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5"/>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5"/>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5"/>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5"/>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5"/>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3" name="Google Shape;15303;p85"/>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4" name="Google Shape;15304;p85"/>
          <p:cNvGrpSpPr/>
          <p:nvPr/>
        </p:nvGrpSpPr>
        <p:grpSpPr>
          <a:xfrm>
            <a:off x="5352728" y="1815989"/>
            <a:ext cx="327091" cy="322508"/>
            <a:chOff x="5352728" y="1990239"/>
            <a:chExt cx="327091" cy="322508"/>
          </a:xfrm>
        </p:grpSpPr>
        <p:sp>
          <p:nvSpPr>
            <p:cNvPr id="15305" name="Google Shape;15305;p85"/>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5"/>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5"/>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8" name="Google Shape;15308;p85"/>
          <p:cNvGrpSpPr/>
          <p:nvPr/>
        </p:nvGrpSpPr>
        <p:grpSpPr>
          <a:xfrm>
            <a:off x="7538896" y="1795906"/>
            <a:ext cx="361147" cy="361529"/>
            <a:chOff x="7538896" y="1970156"/>
            <a:chExt cx="361147" cy="361529"/>
          </a:xfrm>
        </p:grpSpPr>
        <p:sp>
          <p:nvSpPr>
            <p:cNvPr id="15309" name="Google Shape;15309;p85"/>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5"/>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5"/>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5"/>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5"/>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5"/>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5" name="Google Shape;15315;p85"/>
          <p:cNvGrpSpPr/>
          <p:nvPr/>
        </p:nvGrpSpPr>
        <p:grpSpPr>
          <a:xfrm>
            <a:off x="4896099" y="1796670"/>
            <a:ext cx="358155" cy="358123"/>
            <a:chOff x="4896099" y="1970920"/>
            <a:chExt cx="358155" cy="358123"/>
          </a:xfrm>
        </p:grpSpPr>
        <p:sp>
          <p:nvSpPr>
            <p:cNvPr id="15316" name="Google Shape;15316;p85"/>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5"/>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5"/>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9" name="Google Shape;15319;p85"/>
          <p:cNvGrpSpPr/>
          <p:nvPr/>
        </p:nvGrpSpPr>
        <p:grpSpPr>
          <a:xfrm>
            <a:off x="4048787" y="2802769"/>
            <a:ext cx="283488" cy="198604"/>
            <a:chOff x="4048787" y="2977019"/>
            <a:chExt cx="283488" cy="198604"/>
          </a:xfrm>
        </p:grpSpPr>
        <p:sp>
          <p:nvSpPr>
            <p:cNvPr id="15320" name="Google Shape;15320;p85"/>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5"/>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5"/>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5"/>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5"/>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5"/>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6" name="Google Shape;15326;p85"/>
          <p:cNvGrpSpPr/>
          <p:nvPr/>
        </p:nvGrpSpPr>
        <p:grpSpPr>
          <a:xfrm>
            <a:off x="4054103" y="2255941"/>
            <a:ext cx="218687" cy="349052"/>
            <a:chOff x="4054103" y="2430191"/>
            <a:chExt cx="218687" cy="349052"/>
          </a:xfrm>
        </p:grpSpPr>
        <p:sp>
          <p:nvSpPr>
            <p:cNvPr id="15327" name="Google Shape;15327;p85"/>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5"/>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85"/>
          <p:cNvGrpSpPr/>
          <p:nvPr/>
        </p:nvGrpSpPr>
        <p:grpSpPr>
          <a:xfrm>
            <a:off x="2185128" y="2253299"/>
            <a:ext cx="382758" cy="356595"/>
            <a:chOff x="2185128" y="2427549"/>
            <a:chExt cx="382758" cy="356595"/>
          </a:xfrm>
        </p:grpSpPr>
        <p:sp>
          <p:nvSpPr>
            <p:cNvPr id="15330" name="Google Shape;15330;p85"/>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5"/>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5"/>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5"/>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4" name="Google Shape;15334;p85"/>
          <p:cNvGrpSpPr/>
          <p:nvPr/>
        </p:nvGrpSpPr>
        <p:grpSpPr>
          <a:xfrm>
            <a:off x="2656907" y="2265043"/>
            <a:ext cx="332757" cy="332343"/>
            <a:chOff x="2656907" y="2439293"/>
            <a:chExt cx="332757" cy="332343"/>
          </a:xfrm>
        </p:grpSpPr>
        <p:sp>
          <p:nvSpPr>
            <p:cNvPr id="15335" name="Google Shape;15335;p85"/>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5"/>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5"/>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5"/>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5"/>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5"/>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5"/>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2" name="Google Shape;15342;p85"/>
          <p:cNvGrpSpPr/>
          <p:nvPr/>
        </p:nvGrpSpPr>
        <p:grpSpPr>
          <a:xfrm>
            <a:off x="1731523" y="2248366"/>
            <a:ext cx="399435" cy="365698"/>
            <a:chOff x="1731523" y="2422616"/>
            <a:chExt cx="399435" cy="365698"/>
          </a:xfrm>
        </p:grpSpPr>
        <p:sp>
          <p:nvSpPr>
            <p:cNvPr id="15343" name="Google Shape;15343;p85"/>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5"/>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5"/>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85"/>
          <p:cNvGrpSpPr/>
          <p:nvPr/>
        </p:nvGrpSpPr>
        <p:grpSpPr>
          <a:xfrm>
            <a:off x="3097241" y="2259314"/>
            <a:ext cx="344883" cy="343387"/>
            <a:chOff x="3097241" y="2433564"/>
            <a:chExt cx="344883" cy="343387"/>
          </a:xfrm>
        </p:grpSpPr>
        <p:sp>
          <p:nvSpPr>
            <p:cNvPr id="15347" name="Google Shape;15347;p85"/>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5"/>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5"/>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5"/>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5"/>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5"/>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5"/>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5"/>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5"/>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6" name="Google Shape;15356;p85"/>
          <p:cNvGrpSpPr/>
          <p:nvPr/>
        </p:nvGrpSpPr>
        <p:grpSpPr>
          <a:xfrm>
            <a:off x="1278299" y="2265043"/>
            <a:ext cx="410829" cy="332343"/>
            <a:chOff x="1278299" y="2439293"/>
            <a:chExt cx="410829" cy="332343"/>
          </a:xfrm>
        </p:grpSpPr>
        <p:sp>
          <p:nvSpPr>
            <p:cNvPr id="15357" name="Google Shape;15357;p8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85"/>
          <p:cNvGrpSpPr/>
          <p:nvPr/>
        </p:nvGrpSpPr>
        <p:grpSpPr>
          <a:xfrm>
            <a:off x="2661459" y="1840751"/>
            <a:ext cx="322508" cy="273494"/>
            <a:chOff x="2661459" y="2015001"/>
            <a:chExt cx="322508" cy="273494"/>
          </a:xfrm>
        </p:grpSpPr>
        <p:sp>
          <p:nvSpPr>
            <p:cNvPr id="15366" name="Google Shape;15366;p85"/>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5"/>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8" name="Google Shape;15368;p85"/>
          <p:cNvGrpSpPr/>
          <p:nvPr/>
        </p:nvGrpSpPr>
        <p:grpSpPr>
          <a:xfrm>
            <a:off x="870939" y="2265043"/>
            <a:ext cx="331993" cy="331993"/>
            <a:chOff x="870939" y="2439293"/>
            <a:chExt cx="331993" cy="331993"/>
          </a:xfrm>
        </p:grpSpPr>
        <p:sp>
          <p:nvSpPr>
            <p:cNvPr id="15369" name="Google Shape;15369;p85"/>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5"/>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5"/>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5"/>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5"/>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5"/>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5"/>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5"/>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5"/>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5"/>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5"/>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5"/>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5"/>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5"/>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5"/>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5"/>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85"/>
          <p:cNvGrpSpPr/>
          <p:nvPr/>
        </p:nvGrpSpPr>
        <p:grpSpPr>
          <a:xfrm>
            <a:off x="6644957" y="2282103"/>
            <a:ext cx="371395" cy="278904"/>
            <a:chOff x="6644957" y="2456353"/>
            <a:chExt cx="371395" cy="278904"/>
          </a:xfrm>
        </p:grpSpPr>
        <p:sp>
          <p:nvSpPr>
            <p:cNvPr id="15386" name="Google Shape;15386;p85"/>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5"/>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5"/>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5"/>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5"/>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1" name="Google Shape;15391;p85"/>
          <p:cNvGrpSpPr/>
          <p:nvPr/>
        </p:nvGrpSpPr>
        <p:grpSpPr>
          <a:xfrm>
            <a:off x="5388757" y="2240409"/>
            <a:ext cx="260349" cy="362292"/>
            <a:chOff x="5388757" y="2414659"/>
            <a:chExt cx="260349" cy="362292"/>
          </a:xfrm>
        </p:grpSpPr>
        <p:sp>
          <p:nvSpPr>
            <p:cNvPr id="15392" name="Google Shape;15392;p85"/>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5"/>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5"/>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5"/>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5"/>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5"/>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5"/>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5"/>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5"/>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5"/>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5"/>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5"/>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5"/>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5"/>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5"/>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5"/>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5"/>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5"/>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5"/>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5"/>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85"/>
          <p:cNvGrpSpPr/>
          <p:nvPr/>
        </p:nvGrpSpPr>
        <p:grpSpPr>
          <a:xfrm>
            <a:off x="3567142" y="2731507"/>
            <a:ext cx="348288" cy="340331"/>
            <a:chOff x="3567142" y="2905757"/>
            <a:chExt cx="348288" cy="340331"/>
          </a:xfrm>
        </p:grpSpPr>
        <p:sp>
          <p:nvSpPr>
            <p:cNvPr id="15413" name="Google Shape;15413;p85"/>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5"/>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5"/>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5"/>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5"/>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8" name="Google Shape;15418;p85"/>
          <p:cNvGrpSpPr/>
          <p:nvPr/>
        </p:nvGrpSpPr>
        <p:grpSpPr>
          <a:xfrm>
            <a:off x="870939" y="1801571"/>
            <a:ext cx="332375" cy="350071"/>
            <a:chOff x="870939" y="1975821"/>
            <a:chExt cx="332375" cy="350071"/>
          </a:xfrm>
        </p:grpSpPr>
        <p:sp>
          <p:nvSpPr>
            <p:cNvPr id="15419" name="Google Shape;15419;p85"/>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5"/>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5"/>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5"/>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85"/>
          <p:cNvGrpSpPr/>
          <p:nvPr/>
        </p:nvGrpSpPr>
        <p:grpSpPr>
          <a:xfrm>
            <a:off x="7967103" y="2240791"/>
            <a:ext cx="355863" cy="361911"/>
            <a:chOff x="7967103" y="2415041"/>
            <a:chExt cx="355863" cy="361911"/>
          </a:xfrm>
        </p:grpSpPr>
        <p:sp>
          <p:nvSpPr>
            <p:cNvPr id="15424" name="Google Shape;15424;p85"/>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5"/>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5"/>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5"/>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5"/>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5"/>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5"/>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5"/>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5"/>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5"/>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5"/>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5" name="Google Shape;15435;p85"/>
          <p:cNvGrpSpPr/>
          <p:nvPr/>
        </p:nvGrpSpPr>
        <p:grpSpPr>
          <a:xfrm>
            <a:off x="7529411" y="2240409"/>
            <a:ext cx="355863" cy="362292"/>
            <a:chOff x="7529411" y="2414659"/>
            <a:chExt cx="355863" cy="362292"/>
          </a:xfrm>
        </p:grpSpPr>
        <p:sp>
          <p:nvSpPr>
            <p:cNvPr id="15436" name="Google Shape;15436;p85"/>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5"/>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5"/>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5"/>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5"/>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5"/>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5"/>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5"/>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5"/>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5"/>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5"/>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5"/>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85"/>
          <p:cNvGrpSpPr/>
          <p:nvPr/>
        </p:nvGrpSpPr>
        <p:grpSpPr>
          <a:xfrm>
            <a:off x="5733194" y="2257468"/>
            <a:ext cx="446826" cy="327059"/>
            <a:chOff x="5733194" y="2431718"/>
            <a:chExt cx="446826" cy="327059"/>
          </a:xfrm>
        </p:grpSpPr>
        <p:sp>
          <p:nvSpPr>
            <p:cNvPr id="15449" name="Google Shape;15449;p85"/>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5"/>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5"/>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85"/>
          <p:cNvGrpSpPr/>
          <p:nvPr/>
        </p:nvGrpSpPr>
        <p:grpSpPr>
          <a:xfrm>
            <a:off x="4876780" y="2243814"/>
            <a:ext cx="407774" cy="356627"/>
            <a:chOff x="4876780" y="2418064"/>
            <a:chExt cx="407774" cy="356627"/>
          </a:xfrm>
        </p:grpSpPr>
        <p:sp>
          <p:nvSpPr>
            <p:cNvPr id="15453" name="Google Shape;15453;p85"/>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5"/>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5"/>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5"/>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5"/>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5"/>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5"/>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5"/>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85"/>
          <p:cNvGrpSpPr/>
          <p:nvPr/>
        </p:nvGrpSpPr>
        <p:grpSpPr>
          <a:xfrm>
            <a:off x="7070872" y="2236621"/>
            <a:ext cx="398321" cy="371013"/>
            <a:chOff x="7070872" y="2410871"/>
            <a:chExt cx="398321" cy="371013"/>
          </a:xfrm>
        </p:grpSpPr>
        <p:sp>
          <p:nvSpPr>
            <p:cNvPr id="15462" name="Google Shape;15462;p85"/>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5"/>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5"/>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5"/>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6" name="Google Shape;15466;p85"/>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67" name="Google Shape;15467;p85"/>
          <p:cNvGrpSpPr/>
          <p:nvPr/>
        </p:nvGrpSpPr>
        <p:grpSpPr>
          <a:xfrm>
            <a:off x="5318259" y="2807861"/>
            <a:ext cx="371013" cy="220787"/>
            <a:chOff x="5318259" y="2982111"/>
            <a:chExt cx="371013" cy="220787"/>
          </a:xfrm>
        </p:grpSpPr>
        <p:sp>
          <p:nvSpPr>
            <p:cNvPr id="15468" name="Google Shape;15468;p85"/>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5"/>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5"/>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5"/>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5"/>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5"/>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5"/>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5"/>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85"/>
          <p:cNvGrpSpPr/>
          <p:nvPr/>
        </p:nvGrpSpPr>
        <p:grpSpPr>
          <a:xfrm>
            <a:off x="7073928" y="2731507"/>
            <a:ext cx="371395" cy="371809"/>
            <a:chOff x="7073928" y="2905757"/>
            <a:chExt cx="371395" cy="371809"/>
          </a:xfrm>
        </p:grpSpPr>
        <p:sp>
          <p:nvSpPr>
            <p:cNvPr id="15477" name="Google Shape;15477;p85"/>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5"/>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5"/>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0" name="Google Shape;15480;p85"/>
          <p:cNvGrpSpPr/>
          <p:nvPr/>
        </p:nvGrpSpPr>
        <p:grpSpPr>
          <a:xfrm>
            <a:off x="6188327" y="2781158"/>
            <a:ext cx="371395" cy="272857"/>
            <a:chOff x="6188327" y="2955408"/>
            <a:chExt cx="371395" cy="272857"/>
          </a:xfrm>
        </p:grpSpPr>
        <p:sp>
          <p:nvSpPr>
            <p:cNvPr id="15481" name="Google Shape;15481;p85"/>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5"/>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3" name="Google Shape;15483;p85"/>
          <p:cNvGrpSpPr/>
          <p:nvPr/>
        </p:nvGrpSpPr>
        <p:grpSpPr>
          <a:xfrm>
            <a:off x="7521454" y="2731889"/>
            <a:ext cx="359651" cy="371013"/>
            <a:chOff x="7521454" y="2906139"/>
            <a:chExt cx="359651" cy="371013"/>
          </a:xfrm>
        </p:grpSpPr>
        <p:sp>
          <p:nvSpPr>
            <p:cNvPr id="15484" name="Google Shape;15484;p85"/>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5"/>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5"/>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5"/>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5"/>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9" name="Google Shape;15489;p85"/>
          <p:cNvGrpSpPr/>
          <p:nvPr/>
        </p:nvGrpSpPr>
        <p:grpSpPr>
          <a:xfrm>
            <a:off x="5782845" y="2732271"/>
            <a:ext cx="301661" cy="371013"/>
            <a:chOff x="5782845" y="2906521"/>
            <a:chExt cx="301661" cy="371013"/>
          </a:xfrm>
        </p:grpSpPr>
        <p:sp>
          <p:nvSpPr>
            <p:cNvPr id="15490" name="Google Shape;15490;p85"/>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5"/>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5"/>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3" name="Google Shape;15493;p85"/>
          <p:cNvGrpSpPr/>
          <p:nvPr/>
        </p:nvGrpSpPr>
        <p:grpSpPr>
          <a:xfrm>
            <a:off x="3539102" y="2253299"/>
            <a:ext cx="355099" cy="355481"/>
            <a:chOff x="3539102" y="2427549"/>
            <a:chExt cx="355099" cy="355481"/>
          </a:xfrm>
        </p:grpSpPr>
        <p:sp>
          <p:nvSpPr>
            <p:cNvPr id="15494" name="Google Shape;15494;p85"/>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5"/>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6" name="Google Shape;15496;p85"/>
          <p:cNvGrpSpPr/>
          <p:nvPr/>
        </p:nvGrpSpPr>
        <p:grpSpPr>
          <a:xfrm>
            <a:off x="6630539" y="2743252"/>
            <a:ext cx="371777" cy="349434"/>
            <a:chOff x="6630539" y="2917502"/>
            <a:chExt cx="371777" cy="349434"/>
          </a:xfrm>
        </p:grpSpPr>
        <p:sp>
          <p:nvSpPr>
            <p:cNvPr id="15497" name="Google Shape;15497;p85"/>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5"/>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5"/>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5"/>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5"/>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5"/>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5"/>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4" name="Google Shape;15504;p85"/>
          <p:cNvGrpSpPr/>
          <p:nvPr/>
        </p:nvGrpSpPr>
        <p:grpSpPr>
          <a:xfrm>
            <a:off x="2171474" y="3194979"/>
            <a:ext cx="408156" cy="343737"/>
            <a:chOff x="2171474" y="3369229"/>
            <a:chExt cx="408156" cy="343737"/>
          </a:xfrm>
        </p:grpSpPr>
        <p:sp>
          <p:nvSpPr>
            <p:cNvPr id="15505" name="Google Shape;15505;p85"/>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5"/>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5"/>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5"/>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9" name="Google Shape;15509;p85"/>
          <p:cNvGrpSpPr/>
          <p:nvPr/>
        </p:nvGrpSpPr>
        <p:grpSpPr>
          <a:xfrm>
            <a:off x="4891198" y="2750858"/>
            <a:ext cx="334634" cy="334634"/>
            <a:chOff x="4891198" y="2925108"/>
            <a:chExt cx="334634" cy="334634"/>
          </a:xfrm>
        </p:grpSpPr>
        <p:sp>
          <p:nvSpPr>
            <p:cNvPr id="15510" name="Google Shape;15510;p85"/>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5"/>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5"/>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5"/>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5"/>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5"/>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5"/>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5"/>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85"/>
          <p:cNvGrpSpPr/>
          <p:nvPr/>
        </p:nvGrpSpPr>
        <p:grpSpPr>
          <a:xfrm>
            <a:off x="7976174" y="2750858"/>
            <a:ext cx="334666" cy="334634"/>
            <a:chOff x="7976174" y="2925108"/>
            <a:chExt cx="334666" cy="334634"/>
          </a:xfrm>
        </p:grpSpPr>
        <p:sp>
          <p:nvSpPr>
            <p:cNvPr id="15519" name="Google Shape;15519;p85"/>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5"/>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5"/>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5"/>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5"/>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5"/>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5"/>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5"/>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5"/>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85"/>
          <p:cNvGrpSpPr/>
          <p:nvPr/>
        </p:nvGrpSpPr>
        <p:grpSpPr>
          <a:xfrm>
            <a:off x="3091957" y="3199881"/>
            <a:ext cx="354717" cy="332757"/>
            <a:chOff x="3091957" y="3374131"/>
            <a:chExt cx="354717" cy="332757"/>
          </a:xfrm>
        </p:grpSpPr>
        <p:sp>
          <p:nvSpPr>
            <p:cNvPr id="15529" name="Google Shape;15529;p85"/>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5"/>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5"/>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5"/>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5"/>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5"/>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5" name="Google Shape;15535;p85"/>
          <p:cNvGrpSpPr/>
          <p:nvPr/>
        </p:nvGrpSpPr>
        <p:grpSpPr>
          <a:xfrm>
            <a:off x="3988156" y="3205960"/>
            <a:ext cx="353954" cy="318880"/>
            <a:chOff x="3988156" y="3380210"/>
            <a:chExt cx="353954" cy="318880"/>
          </a:xfrm>
        </p:grpSpPr>
        <p:sp>
          <p:nvSpPr>
            <p:cNvPr id="15536" name="Google Shape;15536;p85"/>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5"/>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5"/>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5"/>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5"/>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85"/>
          <p:cNvGrpSpPr/>
          <p:nvPr/>
        </p:nvGrpSpPr>
        <p:grpSpPr>
          <a:xfrm>
            <a:off x="3541011" y="3193070"/>
            <a:ext cx="348257" cy="346188"/>
            <a:chOff x="3541011" y="3367320"/>
            <a:chExt cx="348257" cy="346188"/>
          </a:xfrm>
        </p:grpSpPr>
        <p:sp>
          <p:nvSpPr>
            <p:cNvPr id="15542" name="Google Shape;15542;p85"/>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5"/>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5"/>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5"/>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6" name="Google Shape;15546;p85"/>
          <p:cNvGrpSpPr/>
          <p:nvPr/>
        </p:nvGrpSpPr>
        <p:grpSpPr>
          <a:xfrm>
            <a:off x="1314678" y="3183967"/>
            <a:ext cx="334666" cy="365348"/>
            <a:chOff x="1314678" y="3358217"/>
            <a:chExt cx="334666" cy="365348"/>
          </a:xfrm>
        </p:grpSpPr>
        <p:sp>
          <p:nvSpPr>
            <p:cNvPr id="15547" name="Google Shape;15547;p85"/>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5"/>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5"/>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5"/>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5"/>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85"/>
          <p:cNvGrpSpPr/>
          <p:nvPr/>
        </p:nvGrpSpPr>
        <p:grpSpPr>
          <a:xfrm>
            <a:off x="1748582" y="3198385"/>
            <a:ext cx="359269" cy="335780"/>
            <a:chOff x="1748582" y="3372635"/>
            <a:chExt cx="359269" cy="335780"/>
          </a:xfrm>
        </p:grpSpPr>
        <p:sp>
          <p:nvSpPr>
            <p:cNvPr id="15553" name="Google Shape;15553;p8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4" name="Google Shape;15554;p85"/>
            <p:cNvGrpSpPr/>
            <p:nvPr/>
          </p:nvGrpSpPr>
          <p:grpSpPr>
            <a:xfrm>
              <a:off x="1748582" y="3372635"/>
              <a:ext cx="333520" cy="335780"/>
              <a:chOff x="1748582" y="3372635"/>
              <a:chExt cx="333520" cy="335780"/>
            </a:xfrm>
          </p:grpSpPr>
          <p:sp>
            <p:nvSpPr>
              <p:cNvPr id="15555" name="Google Shape;15555;p8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58" name="Google Shape;15558;p85"/>
          <p:cNvGrpSpPr/>
          <p:nvPr/>
        </p:nvGrpSpPr>
        <p:grpSpPr>
          <a:xfrm>
            <a:off x="2640993" y="3183585"/>
            <a:ext cx="365348" cy="364966"/>
            <a:chOff x="2640993" y="3357835"/>
            <a:chExt cx="365348" cy="364966"/>
          </a:xfrm>
        </p:grpSpPr>
        <p:sp>
          <p:nvSpPr>
            <p:cNvPr id="15559" name="Google Shape;15559;p85"/>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5"/>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5"/>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5"/>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5"/>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5"/>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5"/>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5"/>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5"/>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5"/>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9" name="Google Shape;15569;p85"/>
          <p:cNvGrpSpPr/>
          <p:nvPr/>
        </p:nvGrpSpPr>
        <p:grpSpPr>
          <a:xfrm>
            <a:off x="4886264" y="3191924"/>
            <a:ext cx="350548" cy="350198"/>
            <a:chOff x="4886264" y="3366174"/>
            <a:chExt cx="350548" cy="350198"/>
          </a:xfrm>
        </p:grpSpPr>
        <p:sp>
          <p:nvSpPr>
            <p:cNvPr id="15570" name="Google Shape;15570;p85"/>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5"/>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5"/>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5"/>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5"/>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5"/>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5"/>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5"/>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5"/>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5"/>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5"/>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5"/>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5"/>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3" name="Google Shape;15583;p85"/>
          <p:cNvGrpSpPr/>
          <p:nvPr/>
        </p:nvGrpSpPr>
        <p:grpSpPr>
          <a:xfrm>
            <a:off x="5331913" y="3239697"/>
            <a:ext cx="347143" cy="254684"/>
            <a:chOff x="5331913" y="3413947"/>
            <a:chExt cx="347143" cy="254684"/>
          </a:xfrm>
        </p:grpSpPr>
        <p:sp>
          <p:nvSpPr>
            <p:cNvPr id="15584" name="Google Shape;15584;p85"/>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5"/>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5"/>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5"/>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5"/>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5"/>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0" name="Google Shape;15590;p85"/>
          <p:cNvGrpSpPr/>
          <p:nvPr/>
        </p:nvGrpSpPr>
        <p:grpSpPr>
          <a:xfrm>
            <a:off x="5776798" y="3235528"/>
            <a:ext cx="346379" cy="264518"/>
            <a:chOff x="5776798" y="3409778"/>
            <a:chExt cx="346379" cy="264518"/>
          </a:xfrm>
        </p:grpSpPr>
        <p:sp>
          <p:nvSpPr>
            <p:cNvPr id="15591" name="Google Shape;15591;p85"/>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5"/>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5"/>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5"/>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5"/>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5"/>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7" name="Google Shape;15597;p85"/>
          <p:cNvGrpSpPr/>
          <p:nvPr/>
        </p:nvGrpSpPr>
        <p:grpSpPr>
          <a:xfrm>
            <a:off x="7108015" y="3222255"/>
            <a:ext cx="344883" cy="290299"/>
            <a:chOff x="7108015" y="3396505"/>
            <a:chExt cx="344883" cy="290299"/>
          </a:xfrm>
        </p:grpSpPr>
        <p:sp>
          <p:nvSpPr>
            <p:cNvPr id="15598" name="Google Shape;15598;p85"/>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5"/>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5"/>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5"/>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2" name="Google Shape;15602;p85"/>
          <p:cNvGrpSpPr/>
          <p:nvPr/>
        </p:nvGrpSpPr>
        <p:grpSpPr>
          <a:xfrm>
            <a:off x="7551754" y="3216558"/>
            <a:ext cx="344883" cy="301311"/>
            <a:chOff x="7551754" y="3390808"/>
            <a:chExt cx="344883" cy="301311"/>
          </a:xfrm>
        </p:grpSpPr>
        <p:sp>
          <p:nvSpPr>
            <p:cNvPr id="15603" name="Google Shape;15603;p85"/>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5"/>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5"/>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5"/>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5"/>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5"/>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5"/>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5"/>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5"/>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5"/>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5"/>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4" name="Google Shape;15614;p85"/>
          <p:cNvGrpSpPr/>
          <p:nvPr/>
        </p:nvGrpSpPr>
        <p:grpSpPr>
          <a:xfrm>
            <a:off x="6707084" y="3213153"/>
            <a:ext cx="261145" cy="308504"/>
            <a:chOff x="6707084" y="3387403"/>
            <a:chExt cx="261145" cy="308504"/>
          </a:xfrm>
        </p:grpSpPr>
        <p:sp>
          <p:nvSpPr>
            <p:cNvPr id="15615" name="Google Shape;15615;p85"/>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5"/>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5"/>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5"/>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85"/>
          <p:cNvGrpSpPr/>
          <p:nvPr/>
        </p:nvGrpSpPr>
        <p:grpSpPr>
          <a:xfrm>
            <a:off x="848978" y="4123387"/>
            <a:ext cx="377824" cy="324418"/>
            <a:chOff x="848978" y="4297637"/>
            <a:chExt cx="377824" cy="324418"/>
          </a:xfrm>
        </p:grpSpPr>
        <p:sp>
          <p:nvSpPr>
            <p:cNvPr id="15620" name="Google Shape;15620;p85"/>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5"/>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2" name="Google Shape;15622;p85"/>
          <p:cNvGrpSpPr/>
          <p:nvPr/>
        </p:nvGrpSpPr>
        <p:grpSpPr>
          <a:xfrm>
            <a:off x="1754279" y="4112343"/>
            <a:ext cx="351439" cy="345965"/>
            <a:chOff x="1754279" y="4286593"/>
            <a:chExt cx="351439" cy="345965"/>
          </a:xfrm>
        </p:grpSpPr>
        <p:sp>
          <p:nvSpPr>
            <p:cNvPr id="15623" name="Google Shape;15623;p85"/>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5"/>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5"/>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5"/>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5"/>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8" name="Google Shape;15628;p85"/>
          <p:cNvGrpSpPr/>
          <p:nvPr/>
        </p:nvGrpSpPr>
        <p:grpSpPr>
          <a:xfrm>
            <a:off x="3996113" y="4116926"/>
            <a:ext cx="336512" cy="335048"/>
            <a:chOff x="3996113" y="4291176"/>
            <a:chExt cx="336512" cy="335048"/>
          </a:xfrm>
        </p:grpSpPr>
        <p:sp>
          <p:nvSpPr>
            <p:cNvPr id="15629" name="Google Shape;15629;p85"/>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5"/>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5"/>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2" name="Google Shape;15632;p85"/>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3" name="Google Shape;15633;p85"/>
          <p:cNvGrpSpPr/>
          <p:nvPr/>
        </p:nvGrpSpPr>
        <p:grpSpPr>
          <a:xfrm>
            <a:off x="2179081" y="4111261"/>
            <a:ext cx="397525" cy="348670"/>
            <a:chOff x="2179081" y="4285511"/>
            <a:chExt cx="397525" cy="348670"/>
          </a:xfrm>
        </p:grpSpPr>
        <p:sp>
          <p:nvSpPr>
            <p:cNvPr id="15634" name="Google Shape;15634;p85"/>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5"/>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6" name="Google Shape;15636;p85"/>
          <p:cNvGrpSpPr/>
          <p:nvPr/>
        </p:nvGrpSpPr>
        <p:grpSpPr>
          <a:xfrm>
            <a:off x="3584201" y="4120746"/>
            <a:ext cx="267574" cy="329415"/>
            <a:chOff x="3584201" y="4294996"/>
            <a:chExt cx="267574" cy="329415"/>
          </a:xfrm>
        </p:grpSpPr>
        <p:sp>
          <p:nvSpPr>
            <p:cNvPr id="15637" name="Google Shape;15637;p85"/>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5"/>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5"/>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5"/>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1" name="Google Shape;15641;p85"/>
          <p:cNvGrpSpPr/>
          <p:nvPr/>
        </p:nvGrpSpPr>
        <p:grpSpPr>
          <a:xfrm>
            <a:off x="3082855" y="4121478"/>
            <a:ext cx="375946" cy="327823"/>
            <a:chOff x="3082855" y="4295728"/>
            <a:chExt cx="375946" cy="327823"/>
          </a:xfrm>
        </p:grpSpPr>
        <p:sp>
          <p:nvSpPr>
            <p:cNvPr id="15642" name="Google Shape;15642;p85"/>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5"/>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5"/>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5"/>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5"/>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5"/>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5"/>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5"/>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5"/>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5"/>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5"/>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3" name="Google Shape;15653;p85"/>
          <p:cNvGrpSpPr/>
          <p:nvPr/>
        </p:nvGrpSpPr>
        <p:grpSpPr>
          <a:xfrm>
            <a:off x="2749016" y="4116926"/>
            <a:ext cx="150831" cy="336926"/>
            <a:chOff x="2749016" y="4291176"/>
            <a:chExt cx="150831" cy="336926"/>
          </a:xfrm>
        </p:grpSpPr>
        <p:sp>
          <p:nvSpPr>
            <p:cNvPr id="15654" name="Google Shape;15654;p85"/>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5"/>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5"/>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5"/>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8" name="Google Shape;15658;p85"/>
          <p:cNvGrpSpPr/>
          <p:nvPr/>
        </p:nvGrpSpPr>
        <p:grpSpPr>
          <a:xfrm>
            <a:off x="7127716" y="4105182"/>
            <a:ext cx="248254" cy="361942"/>
            <a:chOff x="7127716" y="4279432"/>
            <a:chExt cx="248254" cy="361942"/>
          </a:xfrm>
        </p:grpSpPr>
        <p:sp>
          <p:nvSpPr>
            <p:cNvPr id="15659" name="Google Shape;15659;p85"/>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5"/>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5"/>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5"/>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5"/>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5"/>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5"/>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5"/>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5"/>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8" name="Google Shape;15668;p85"/>
          <p:cNvGrpSpPr/>
          <p:nvPr/>
        </p:nvGrpSpPr>
        <p:grpSpPr>
          <a:xfrm>
            <a:off x="7565408" y="4105182"/>
            <a:ext cx="248255" cy="361942"/>
            <a:chOff x="7565408" y="4279432"/>
            <a:chExt cx="248255" cy="361942"/>
          </a:xfrm>
        </p:grpSpPr>
        <p:sp>
          <p:nvSpPr>
            <p:cNvPr id="15669" name="Google Shape;15669;p85"/>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5"/>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5"/>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5"/>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5"/>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5"/>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5"/>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5"/>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85"/>
          <p:cNvGrpSpPr/>
          <p:nvPr/>
        </p:nvGrpSpPr>
        <p:grpSpPr>
          <a:xfrm>
            <a:off x="6264109" y="4105182"/>
            <a:ext cx="225498" cy="361560"/>
            <a:chOff x="6264109" y="4279432"/>
            <a:chExt cx="225498" cy="361560"/>
          </a:xfrm>
        </p:grpSpPr>
        <p:sp>
          <p:nvSpPr>
            <p:cNvPr id="15678" name="Google Shape;15678;p85"/>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5"/>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0" name="Google Shape;15680;p85"/>
          <p:cNvGrpSpPr/>
          <p:nvPr/>
        </p:nvGrpSpPr>
        <p:grpSpPr>
          <a:xfrm>
            <a:off x="7929578" y="4110115"/>
            <a:ext cx="395266" cy="351312"/>
            <a:chOff x="7929578" y="4284365"/>
            <a:chExt cx="395266" cy="351312"/>
          </a:xfrm>
        </p:grpSpPr>
        <p:sp>
          <p:nvSpPr>
            <p:cNvPr id="15681" name="Google Shape;15681;p85"/>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5"/>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5"/>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5"/>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85"/>
          <p:cNvGrpSpPr/>
          <p:nvPr/>
        </p:nvGrpSpPr>
        <p:grpSpPr>
          <a:xfrm>
            <a:off x="6595502" y="4149527"/>
            <a:ext cx="426315" cy="332826"/>
            <a:chOff x="6639652" y="4323777"/>
            <a:chExt cx="426315" cy="332826"/>
          </a:xfrm>
        </p:grpSpPr>
        <p:sp>
          <p:nvSpPr>
            <p:cNvPr id="15686" name="Google Shape;15686;p85"/>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5"/>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5"/>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5"/>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5"/>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5"/>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5"/>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5"/>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5"/>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5"/>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6" name="Google Shape;15696;p85"/>
          <p:cNvGrpSpPr/>
          <p:nvPr/>
        </p:nvGrpSpPr>
        <p:grpSpPr>
          <a:xfrm>
            <a:off x="5357662" y="4123387"/>
            <a:ext cx="287275" cy="326296"/>
            <a:chOff x="5357662" y="4297637"/>
            <a:chExt cx="287275" cy="326296"/>
          </a:xfrm>
        </p:grpSpPr>
        <p:sp>
          <p:nvSpPr>
            <p:cNvPr id="15697" name="Google Shape;15697;p85"/>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5"/>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5"/>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5"/>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5"/>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2" name="Google Shape;15702;p85"/>
          <p:cNvGrpSpPr/>
          <p:nvPr/>
        </p:nvGrpSpPr>
        <p:grpSpPr>
          <a:xfrm>
            <a:off x="5774124" y="4120300"/>
            <a:ext cx="331611" cy="331674"/>
            <a:chOff x="5774124" y="4294550"/>
            <a:chExt cx="331611" cy="331674"/>
          </a:xfrm>
        </p:grpSpPr>
        <p:sp>
          <p:nvSpPr>
            <p:cNvPr id="15703" name="Google Shape;15703;p85"/>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5"/>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85"/>
          <p:cNvGrpSpPr/>
          <p:nvPr/>
        </p:nvGrpSpPr>
        <p:grpSpPr>
          <a:xfrm>
            <a:off x="4890434" y="4113139"/>
            <a:ext cx="345997" cy="346029"/>
            <a:chOff x="4890434" y="4287389"/>
            <a:chExt cx="345997" cy="346029"/>
          </a:xfrm>
        </p:grpSpPr>
        <p:sp>
          <p:nvSpPr>
            <p:cNvPr id="15706" name="Google Shape;15706;p85"/>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5"/>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5"/>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5"/>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5"/>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5"/>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5"/>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3" name="Google Shape;15713;p85"/>
          <p:cNvGrpSpPr/>
          <p:nvPr/>
        </p:nvGrpSpPr>
        <p:grpSpPr>
          <a:xfrm>
            <a:off x="2165809" y="3636809"/>
            <a:ext cx="422542" cy="342973"/>
            <a:chOff x="2165809" y="3811059"/>
            <a:chExt cx="422542" cy="342973"/>
          </a:xfrm>
        </p:grpSpPr>
        <p:sp>
          <p:nvSpPr>
            <p:cNvPr id="15714" name="Google Shape;15714;p85"/>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5"/>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5"/>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5"/>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5"/>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5"/>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5"/>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5"/>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5"/>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5"/>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5"/>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5"/>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5"/>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5"/>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5"/>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5"/>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5"/>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5"/>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2" name="Google Shape;15732;p85"/>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33" name="Google Shape;15733;p85"/>
          <p:cNvGrpSpPr/>
          <p:nvPr/>
        </p:nvGrpSpPr>
        <p:grpSpPr>
          <a:xfrm>
            <a:off x="903530" y="3631875"/>
            <a:ext cx="264550" cy="353222"/>
            <a:chOff x="903530" y="3806125"/>
            <a:chExt cx="264550" cy="353222"/>
          </a:xfrm>
        </p:grpSpPr>
        <p:sp>
          <p:nvSpPr>
            <p:cNvPr id="15734" name="Google Shape;15734;p85"/>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5"/>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5"/>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5"/>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8" name="Google Shape;15738;p85"/>
          <p:cNvGrpSpPr/>
          <p:nvPr/>
        </p:nvGrpSpPr>
        <p:grpSpPr>
          <a:xfrm>
            <a:off x="850092" y="3178684"/>
            <a:ext cx="369517" cy="375660"/>
            <a:chOff x="850092" y="3352934"/>
            <a:chExt cx="369517" cy="375660"/>
          </a:xfrm>
        </p:grpSpPr>
        <p:sp>
          <p:nvSpPr>
            <p:cNvPr id="15739" name="Google Shape;15739;p85"/>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5"/>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5"/>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5"/>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5"/>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4" name="Google Shape;15744;p85"/>
          <p:cNvGrpSpPr/>
          <p:nvPr/>
        </p:nvGrpSpPr>
        <p:grpSpPr>
          <a:xfrm>
            <a:off x="2611458" y="3642124"/>
            <a:ext cx="426329" cy="332375"/>
            <a:chOff x="2611458" y="3816374"/>
            <a:chExt cx="426329" cy="332375"/>
          </a:xfrm>
        </p:grpSpPr>
        <p:sp>
          <p:nvSpPr>
            <p:cNvPr id="15745" name="Google Shape;15745;p85"/>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5"/>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5"/>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5"/>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5"/>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5"/>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5"/>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5"/>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5"/>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5"/>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5" name="Google Shape;15755;p85"/>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6" name="Google Shape;15756;p85"/>
          <p:cNvGrpSpPr/>
          <p:nvPr/>
        </p:nvGrpSpPr>
        <p:grpSpPr>
          <a:xfrm>
            <a:off x="4019984" y="3631143"/>
            <a:ext cx="293704" cy="353954"/>
            <a:chOff x="4019984" y="3805393"/>
            <a:chExt cx="293704" cy="353954"/>
          </a:xfrm>
        </p:grpSpPr>
        <p:sp>
          <p:nvSpPr>
            <p:cNvPr id="15757" name="Google Shape;15757;p85"/>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5"/>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85"/>
          <p:cNvGrpSpPr/>
          <p:nvPr/>
        </p:nvGrpSpPr>
        <p:grpSpPr>
          <a:xfrm>
            <a:off x="8006505" y="3215794"/>
            <a:ext cx="323654" cy="303189"/>
            <a:chOff x="8006505" y="3390044"/>
            <a:chExt cx="323654" cy="303189"/>
          </a:xfrm>
        </p:grpSpPr>
        <p:sp>
          <p:nvSpPr>
            <p:cNvPr id="15760" name="Google Shape;15760;p85"/>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5"/>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5"/>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5"/>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5"/>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5"/>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6" name="Google Shape;15766;p85"/>
          <p:cNvGrpSpPr/>
          <p:nvPr/>
        </p:nvGrpSpPr>
        <p:grpSpPr>
          <a:xfrm>
            <a:off x="1299146" y="3632257"/>
            <a:ext cx="367990" cy="351312"/>
            <a:chOff x="1299146" y="3806507"/>
            <a:chExt cx="367990" cy="351312"/>
          </a:xfrm>
        </p:grpSpPr>
        <p:sp>
          <p:nvSpPr>
            <p:cNvPr id="15767" name="Google Shape;15767;p85"/>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5"/>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69" name="Google Shape;15769;p85"/>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0" name="Google Shape;15770;p85"/>
          <p:cNvGrpSpPr/>
          <p:nvPr/>
        </p:nvGrpSpPr>
        <p:grpSpPr>
          <a:xfrm>
            <a:off x="7550258" y="3658420"/>
            <a:ext cx="371395" cy="301279"/>
            <a:chOff x="7550258" y="3832670"/>
            <a:chExt cx="371395" cy="301279"/>
          </a:xfrm>
        </p:grpSpPr>
        <p:sp>
          <p:nvSpPr>
            <p:cNvPr id="15771" name="Google Shape;15771;p85"/>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5"/>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5"/>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5"/>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5"/>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5"/>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5"/>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5"/>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5"/>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5"/>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5"/>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5"/>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5"/>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5"/>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5"/>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5"/>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5"/>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5"/>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9" name="Google Shape;15789;p85"/>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0" name="Google Shape;15790;p85"/>
          <p:cNvGrpSpPr/>
          <p:nvPr/>
        </p:nvGrpSpPr>
        <p:grpSpPr>
          <a:xfrm>
            <a:off x="6659725" y="3633785"/>
            <a:ext cx="367608" cy="350548"/>
            <a:chOff x="6659725" y="3808035"/>
            <a:chExt cx="367608" cy="350548"/>
          </a:xfrm>
        </p:grpSpPr>
        <p:sp>
          <p:nvSpPr>
            <p:cNvPr id="15791" name="Google Shape;15791;p85"/>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5"/>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3" name="Google Shape;15793;p85"/>
          <p:cNvGrpSpPr/>
          <p:nvPr/>
        </p:nvGrpSpPr>
        <p:grpSpPr>
          <a:xfrm>
            <a:off x="6219391" y="3642506"/>
            <a:ext cx="356627" cy="334252"/>
            <a:chOff x="6219391" y="3816756"/>
            <a:chExt cx="356627" cy="334252"/>
          </a:xfrm>
        </p:grpSpPr>
        <p:sp>
          <p:nvSpPr>
            <p:cNvPr id="15794" name="Google Shape;15794;p85"/>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5"/>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5"/>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5"/>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8" name="Google Shape;15798;p85"/>
          <p:cNvGrpSpPr/>
          <p:nvPr/>
        </p:nvGrpSpPr>
        <p:grpSpPr>
          <a:xfrm>
            <a:off x="5778676" y="3652722"/>
            <a:ext cx="349052" cy="313055"/>
            <a:chOff x="5778676" y="3826972"/>
            <a:chExt cx="349052" cy="313055"/>
          </a:xfrm>
        </p:grpSpPr>
        <p:sp>
          <p:nvSpPr>
            <p:cNvPr id="15799" name="Google Shape;15799;p85"/>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5"/>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5"/>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5"/>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5"/>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4" name="Google Shape;15804;p85"/>
          <p:cNvGrpSpPr/>
          <p:nvPr/>
        </p:nvGrpSpPr>
        <p:grpSpPr>
          <a:xfrm>
            <a:off x="5355784" y="3660297"/>
            <a:ext cx="299019" cy="297905"/>
            <a:chOff x="5355784" y="3834547"/>
            <a:chExt cx="299019" cy="297905"/>
          </a:xfrm>
        </p:grpSpPr>
        <p:sp>
          <p:nvSpPr>
            <p:cNvPr id="15805" name="Google Shape;15805;p85"/>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5"/>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5"/>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5"/>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85"/>
          <p:cNvGrpSpPr/>
          <p:nvPr/>
        </p:nvGrpSpPr>
        <p:grpSpPr>
          <a:xfrm>
            <a:off x="8036455" y="3633021"/>
            <a:ext cx="292176" cy="353985"/>
            <a:chOff x="8036455" y="3807271"/>
            <a:chExt cx="292176" cy="353985"/>
          </a:xfrm>
        </p:grpSpPr>
        <p:sp>
          <p:nvSpPr>
            <p:cNvPr id="15810" name="Google Shape;15810;p85"/>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5"/>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2" name="Google Shape;15812;p8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5813" name="Google Shape;15813;p8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5814" name="Google Shape;15814;p85"/>
          <p:cNvGrpSpPr/>
          <p:nvPr/>
        </p:nvGrpSpPr>
        <p:grpSpPr>
          <a:xfrm>
            <a:off x="4874902" y="3634549"/>
            <a:ext cx="345615" cy="350835"/>
            <a:chOff x="4874902" y="3808799"/>
            <a:chExt cx="345615" cy="350835"/>
          </a:xfrm>
        </p:grpSpPr>
        <p:sp>
          <p:nvSpPr>
            <p:cNvPr id="15815" name="Google Shape;15815;p85"/>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5"/>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5"/>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5"/>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5"/>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5"/>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5"/>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5"/>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5"/>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5"/>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5"/>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5"/>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5"/>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5"/>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5"/>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5"/>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5"/>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2" name="Google Shape;15832;p85"/>
          <p:cNvGrpSpPr/>
          <p:nvPr/>
        </p:nvGrpSpPr>
        <p:grpSpPr>
          <a:xfrm>
            <a:off x="3095745" y="3631143"/>
            <a:ext cx="352840" cy="354717"/>
            <a:chOff x="3095745" y="3805393"/>
            <a:chExt cx="352840" cy="354717"/>
          </a:xfrm>
        </p:grpSpPr>
        <p:sp>
          <p:nvSpPr>
            <p:cNvPr id="15833" name="Google Shape;15833;p85"/>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5"/>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5"/>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5"/>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5"/>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5"/>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42" name="Shape 15842"/>
        <p:cNvGrpSpPr/>
        <p:nvPr/>
      </p:nvGrpSpPr>
      <p:grpSpPr>
        <a:xfrm>
          <a:off x="0" y="0"/>
          <a:ext cx="0" cy="0"/>
          <a:chOff x="0" y="0"/>
          <a:chExt cx="0" cy="0"/>
        </a:xfrm>
      </p:grpSpPr>
      <p:grpSp>
        <p:nvGrpSpPr>
          <p:cNvPr id="15843" name="Google Shape;15843;p86"/>
          <p:cNvGrpSpPr/>
          <p:nvPr/>
        </p:nvGrpSpPr>
        <p:grpSpPr>
          <a:xfrm>
            <a:off x="2704005" y="4083381"/>
            <a:ext cx="342144" cy="362704"/>
            <a:chOff x="2704005" y="4258781"/>
            <a:chExt cx="342144" cy="362704"/>
          </a:xfrm>
        </p:grpSpPr>
        <p:sp>
          <p:nvSpPr>
            <p:cNvPr id="15844" name="Google Shape;15844;p86"/>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6"/>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6"/>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6"/>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6"/>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6"/>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6"/>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1" name="Google Shape;15851;p86"/>
          <p:cNvGrpSpPr/>
          <p:nvPr/>
        </p:nvGrpSpPr>
        <p:grpSpPr>
          <a:xfrm>
            <a:off x="2157462" y="4083096"/>
            <a:ext cx="347435" cy="363370"/>
            <a:chOff x="2157462" y="4258496"/>
            <a:chExt cx="347435" cy="363370"/>
          </a:xfrm>
        </p:grpSpPr>
        <p:sp>
          <p:nvSpPr>
            <p:cNvPr id="15852" name="Google Shape;15852;p86"/>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6"/>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6"/>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86"/>
          <p:cNvGrpSpPr/>
          <p:nvPr/>
        </p:nvGrpSpPr>
        <p:grpSpPr>
          <a:xfrm>
            <a:off x="4010963" y="3588381"/>
            <a:ext cx="343665" cy="363211"/>
            <a:chOff x="4010963" y="3763781"/>
            <a:chExt cx="343665" cy="363211"/>
          </a:xfrm>
        </p:grpSpPr>
        <p:sp>
          <p:nvSpPr>
            <p:cNvPr id="15856" name="Google Shape;15856;p86"/>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6"/>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6"/>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6"/>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6"/>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1" name="Google Shape;15861;p86"/>
          <p:cNvGrpSpPr/>
          <p:nvPr/>
        </p:nvGrpSpPr>
        <p:grpSpPr>
          <a:xfrm>
            <a:off x="2214042" y="3635109"/>
            <a:ext cx="368153" cy="311193"/>
            <a:chOff x="2214042" y="3810509"/>
            <a:chExt cx="368153" cy="311193"/>
          </a:xfrm>
        </p:grpSpPr>
        <p:sp>
          <p:nvSpPr>
            <p:cNvPr id="15862" name="Google Shape;15862;p86"/>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6"/>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86"/>
          <p:cNvGrpSpPr/>
          <p:nvPr/>
        </p:nvGrpSpPr>
        <p:grpSpPr>
          <a:xfrm>
            <a:off x="1797413" y="3606819"/>
            <a:ext cx="367805" cy="367773"/>
            <a:chOff x="1768938" y="3782219"/>
            <a:chExt cx="367805" cy="367773"/>
          </a:xfrm>
        </p:grpSpPr>
        <p:sp>
          <p:nvSpPr>
            <p:cNvPr id="15865" name="Google Shape;15865;p86"/>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6"/>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6"/>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6"/>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6"/>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0" name="Google Shape;15870;p86"/>
          <p:cNvGrpSpPr/>
          <p:nvPr/>
        </p:nvGrpSpPr>
        <p:grpSpPr>
          <a:xfrm>
            <a:off x="2681385" y="3623039"/>
            <a:ext cx="325544" cy="327413"/>
            <a:chOff x="2681385" y="3798439"/>
            <a:chExt cx="325544" cy="327413"/>
          </a:xfrm>
        </p:grpSpPr>
        <p:sp>
          <p:nvSpPr>
            <p:cNvPr id="15871" name="Google Shape;15871;p86"/>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6"/>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6"/>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6"/>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6"/>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6"/>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6"/>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86"/>
          <p:cNvGrpSpPr/>
          <p:nvPr/>
        </p:nvGrpSpPr>
        <p:grpSpPr>
          <a:xfrm>
            <a:off x="6243928" y="4088102"/>
            <a:ext cx="274254" cy="350824"/>
            <a:chOff x="6243928" y="4263502"/>
            <a:chExt cx="274254" cy="350824"/>
          </a:xfrm>
        </p:grpSpPr>
        <p:sp>
          <p:nvSpPr>
            <p:cNvPr id="15879" name="Google Shape;15879;p86"/>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6"/>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6"/>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6"/>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6"/>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6"/>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6"/>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6"/>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7" name="Google Shape;15887;p86"/>
          <p:cNvGrpSpPr/>
          <p:nvPr/>
        </p:nvGrpSpPr>
        <p:grpSpPr>
          <a:xfrm>
            <a:off x="3560600" y="3587938"/>
            <a:ext cx="352345" cy="363655"/>
            <a:chOff x="3560600" y="3763338"/>
            <a:chExt cx="352345" cy="363655"/>
          </a:xfrm>
        </p:grpSpPr>
        <p:sp>
          <p:nvSpPr>
            <p:cNvPr id="15888" name="Google Shape;15888;p86"/>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6"/>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6"/>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86"/>
          <p:cNvGrpSpPr/>
          <p:nvPr/>
        </p:nvGrpSpPr>
        <p:grpSpPr>
          <a:xfrm>
            <a:off x="5790556" y="4085852"/>
            <a:ext cx="279513" cy="356083"/>
            <a:chOff x="5790556" y="4261252"/>
            <a:chExt cx="279513" cy="356083"/>
          </a:xfrm>
        </p:grpSpPr>
        <p:sp>
          <p:nvSpPr>
            <p:cNvPr id="15892" name="Google Shape;15892;p86"/>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6"/>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6"/>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6"/>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6"/>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6"/>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6"/>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9" name="Google Shape;15899;p86"/>
          <p:cNvGrpSpPr/>
          <p:nvPr/>
        </p:nvGrpSpPr>
        <p:grpSpPr>
          <a:xfrm>
            <a:off x="5341333" y="4085852"/>
            <a:ext cx="278752" cy="356463"/>
            <a:chOff x="5341333" y="4261252"/>
            <a:chExt cx="278752" cy="356463"/>
          </a:xfrm>
        </p:grpSpPr>
        <p:sp>
          <p:nvSpPr>
            <p:cNvPr id="15900" name="Google Shape;15900;p86"/>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6"/>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6"/>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6"/>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6"/>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6"/>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6"/>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7" name="Google Shape;15907;p86"/>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8" name="Google Shape;15908;p86"/>
          <p:cNvGrpSpPr/>
          <p:nvPr/>
        </p:nvGrpSpPr>
        <p:grpSpPr>
          <a:xfrm>
            <a:off x="3103646" y="3590676"/>
            <a:ext cx="360233" cy="362451"/>
            <a:chOff x="3107608" y="3763401"/>
            <a:chExt cx="360233" cy="362451"/>
          </a:xfrm>
        </p:grpSpPr>
        <p:sp>
          <p:nvSpPr>
            <p:cNvPr id="15909" name="Google Shape;15909;p86"/>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6"/>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6"/>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86"/>
          <p:cNvGrpSpPr/>
          <p:nvPr/>
        </p:nvGrpSpPr>
        <p:grpSpPr>
          <a:xfrm>
            <a:off x="889343" y="3625827"/>
            <a:ext cx="351585" cy="339705"/>
            <a:chOff x="889343" y="3801227"/>
            <a:chExt cx="351585" cy="339705"/>
          </a:xfrm>
        </p:grpSpPr>
        <p:sp>
          <p:nvSpPr>
            <p:cNvPr id="15913" name="Google Shape;15913;p86"/>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6"/>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6"/>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6"/>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6"/>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86"/>
          <p:cNvGrpSpPr/>
          <p:nvPr/>
        </p:nvGrpSpPr>
        <p:grpSpPr>
          <a:xfrm>
            <a:off x="4896609" y="4085472"/>
            <a:ext cx="278784" cy="355323"/>
            <a:chOff x="4896609" y="4260872"/>
            <a:chExt cx="278784" cy="355323"/>
          </a:xfrm>
        </p:grpSpPr>
        <p:sp>
          <p:nvSpPr>
            <p:cNvPr id="15919" name="Google Shape;15919;p86"/>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6"/>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6"/>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6"/>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6"/>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6"/>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5" name="Google Shape;15925;p86"/>
          <p:cNvGrpSpPr/>
          <p:nvPr/>
        </p:nvGrpSpPr>
        <p:grpSpPr>
          <a:xfrm>
            <a:off x="7598438" y="4090731"/>
            <a:ext cx="260283" cy="345914"/>
            <a:chOff x="7598438" y="4266131"/>
            <a:chExt cx="260283" cy="345914"/>
          </a:xfrm>
        </p:grpSpPr>
        <p:sp>
          <p:nvSpPr>
            <p:cNvPr id="15926" name="Google Shape;15926;p86"/>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6"/>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6"/>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6"/>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6"/>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6"/>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6"/>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86"/>
          <p:cNvGrpSpPr/>
          <p:nvPr/>
        </p:nvGrpSpPr>
        <p:grpSpPr>
          <a:xfrm>
            <a:off x="1767069" y="3184746"/>
            <a:ext cx="286324" cy="348163"/>
            <a:chOff x="1767069" y="3360146"/>
            <a:chExt cx="286324" cy="348163"/>
          </a:xfrm>
        </p:grpSpPr>
        <p:sp>
          <p:nvSpPr>
            <p:cNvPr id="15934" name="Google Shape;15934;p86"/>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6"/>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6"/>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6"/>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6"/>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6"/>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6"/>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86"/>
          <p:cNvGrpSpPr/>
          <p:nvPr/>
        </p:nvGrpSpPr>
        <p:grpSpPr>
          <a:xfrm>
            <a:off x="7149944" y="4090731"/>
            <a:ext cx="260283" cy="345914"/>
            <a:chOff x="7149944" y="4266131"/>
            <a:chExt cx="260283" cy="345914"/>
          </a:xfrm>
        </p:grpSpPr>
        <p:sp>
          <p:nvSpPr>
            <p:cNvPr id="15942" name="Google Shape;15942;p86"/>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6"/>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6"/>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6"/>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6"/>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6"/>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86"/>
          <p:cNvGrpSpPr/>
          <p:nvPr/>
        </p:nvGrpSpPr>
        <p:grpSpPr>
          <a:xfrm>
            <a:off x="6695051" y="4083951"/>
            <a:ext cx="270104" cy="360233"/>
            <a:chOff x="6695051" y="4259351"/>
            <a:chExt cx="270104" cy="360233"/>
          </a:xfrm>
        </p:grpSpPr>
        <p:sp>
          <p:nvSpPr>
            <p:cNvPr id="15949" name="Google Shape;15949;p86"/>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6"/>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6"/>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6"/>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86"/>
          <p:cNvGrpSpPr/>
          <p:nvPr/>
        </p:nvGrpSpPr>
        <p:grpSpPr>
          <a:xfrm>
            <a:off x="8047661" y="4082051"/>
            <a:ext cx="277263" cy="362514"/>
            <a:chOff x="8047661" y="4257451"/>
            <a:chExt cx="277263" cy="362514"/>
          </a:xfrm>
        </p:grpSpPr>
        <p:sp>
          <p:nvSpPr>
            <p:cNvPr id="15954" name="Google Shape;15954;p86"/>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6"/>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6"/>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6"/>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86"/>
          <p:cNvGrpSpPr/>
          <p:nvPr/>
        </p:nvGrpSpPr>
        <p:grpSpPr>
          <a:xfrm>
            <a:off x="6248078" y="3609068"/>
            <a:ext cx="277263" cy="356115"/>
            <a:chOff x="6248078" y="3784468"/>
            <a:chExt cx="277263" cy="356115"/>
          </a:xfrm>
        </p:grpSpPr>
        <p:sp>
          <p:nvSpPr>
            <p:cNvPr id="15959" name="Google Shape;15959;p86"/>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6"/>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6"/>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6"/>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6"/>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4" name="Google Shape;15964;p86"/>
          <p:cNvGrpSpPr/>
          <p:nvPr/>
        </p:nvGrpSpPr>
        <p:grpSpPr>
          <a:xfrm>
            <a:off x="5800725" y="3610589"/>
            <a:ext cx="277644" cy="354594"/>
            <a:chOff x="5800725" y="3785989"/>
            <a:chExt cx="277644" cy="354594"/>
          </a:xfrm>
        </p:grpSpPr>
        <p:sp>
          <p:nvSpPr>
            <p:cNvPr id="15965" name="Google Shape;15965;p86"/>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6"/>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6"/>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6"/>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6"/>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6"/>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6"/>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2" name="Google Shape;15972;p86"/>
          <p:cNvGrpSpPr/>
          <p:nvPr/>
        </p:nvGrpSpPr>
        <p:grpSpPr>
          <a:xfrm>
            <a:off x="2206122" y="3185348"/>
            <a:ext cx="308183" cy="347561"/>
            <a:chOff x="2206122" y="3360748"/>
            <a:chExt cx="308183" cy="347561"/>
          </a:xfrm>
        </p:grpSpPr>
        <p:sp>
          <p:nvSpPr>
            <p:cNvPr id="15973" name="Google Shape;15973;p86"/>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6"/>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6"/>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6"/>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6"/>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86"/>
          <p:cNvGrpSpPr/>
          <p:nvPr/>
        </p:nvGrpSpPr>
        <p:grpSpPr>
          <a:xfrm>
            <a:off x="5353403" y="3610209"/>
            <a:ext cx="277992" cy="354974"/>
            <a:chOff x="5353403" y="3785609"/>
            <a:chExt cx="277992" cy="354974"/>
          </a:xfrm>
        </p:grpSpPr>
        <p:sp>
          <p:nvSpPr>
            <p:cNvPr id="15979" name="Google Shape;15979;p86"/>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6"/>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6"/>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6"/>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6"/>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6"/>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5" name="Google Shape;15985;p86"/>
          <p:cNvGrpSpPr/>
          <p:nvPr/>
        </p:nvGrpSpPr>
        <p:grpSpPr>
          <a:xfrm>
            <a:off x="4896229" y="3610589"/>
            <a:ext cx="278784" cy="354594"/>
            <a:chOff x="4896229" y="3785989"/>
            <a:chExt cx="278784" cy="354594"/>
          </a:xfrm>
        </p:grpSpPr>
        <p:sp>
          <p:nvSpPr>
            <p:cNvPr id="15986" name="Google Shape;15986;p86"/>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6"/>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6"/>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6"/>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6"/>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6"/>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86"/>
          <p:cNvGrpSpPr/>
          <p:nvPr/>
        </p:nvGrpSpPr>
        <p:grpSpPr>
          <a:xfrm>
            <a:off x="7592387" y="3612458"/>
            <a:ext cx="273874" cy="351204"/>
            <a:chOff x="7592387" y="3787858"/>
            <a:chExt cx="273874" cy="351204"/>
          </a:xfrm>
        </p:grpSpPr>
        <p:sp>
          <p:nvSpPr>
            <p:cNvPr id="15993" name="Google Shape;15993;p86"/>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6"/>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6"/>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6"/>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86"/>
          <p:cNvGrpSpPr/>
          <p:nvPr/>
        </p:nvGrpSpPr>
        <p:grpSpPr>
          <a:xfrm>
            <a:off x="7145794" y="3612458"/>
            <a:ext cx="274254" cy="350444"/>
            <a:chOff x="7145794" y="3787858"/>
            <a:chExt cx="274254" cy="350444"/>
          </a:xfrm>
        </p:grpSpPr>
        <p:sp>
          <p:nvSpPr>
            <p:cNvPr id="15998" name="Google Shape;15998;p86"/>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6"/>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6"/>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6"/>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6"/>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6"/>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4" name="Google Shape;16004;p86"/>
          <p:cNvGrpSpPr/>
          <p:nvPr/>
        </p:nvGrpSpPr>
        <p:grpSpPr>
          <a:xfrm>
            <a:off x="8054060" y="3611698"/>
            <a:ext cx="266334" cy="353834"/>
            <a:chOff x="8054060" y="3787098"/>
            <a:chExt cx="266334" cy="353834"/>
          </a:xfrm>
        </p:grpSpPr>
        <p:sp>
          <p:nvSpPr>
            <p:cNvPr id="16005" name="Google Shape;16005;p86"/>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6"/>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6"/>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6"/>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86"/>
          <p:cNvGrpSpPr/>
          <p:nvPr/>
        </p:nvGrpSpPr>
        <p:grpSpPr>
          <a:xfrm>
            <a:off x="6702211" y="3607199"/>
            <a:ext cx="270104" cy="361754"/>
            <a:chOff x="6702211" y="3782599"/>
            <a:chExt cx="270104" cy="361754"/>
          </a:xfrm>
        </p:grpSpPr>
        <p:sp>
          <p:nvSpPr>
            <p:cNvPr id="16010" name="Google Shape;16010;p86"/>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6"/>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6"/>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6"/>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6"/>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86"/>
          <p:cNvGrpSpPr/>
          <p:nvPr/>
        </p:nvGrpSpPr>
        <p:grpSpPr>
          <a:xfrm>
            <a:off x="3516886" y="3263327"/>
            <a:ext cx="391854" cy="269922"/>
            <a:chOff x="3516850" y="3406526"/>
            <a:chExt cx="369674" cy="254644"/>
          </a:xfrm>
        </p:grpSpPr>
        <p:sp>
          <p:nvSpPr>
            <p:cNvPr id="16016" name="Google Shape;16016;p86"/>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6"/>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6"/>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6"/>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0" name="Google Shape;16020;p86"/>
          <p:cNvGrpSpPr/>
          <p:nvPr/>
        </p:nvGrpSpPr>
        <p:grpSpPr>
          <a:xfrm>
            <a:off x="1310655" y="3185127"/>
            <a:ext cx="306314" cy="347403"/>
            <a:chOff x="1310655" y="3360527"/>
            <a:chExt cx="306314" cy="347403"/>
          </a:xfrm>
        </p:grpSpPr>
        <p:sp>
          <p:nvSpPr>
            <p:cNvPr id="16021" name="Google Shape;16021;p86"/>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6"/>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6"/>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6"/>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6"/>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6" name="Google Shape;16026;p86"/>
          <p:cNvGrpSpPr/>
          <p:nvPr/>
        </p:nvGrpSpPr>
        <p:grpSpPr>
          <a:xfrm>
            <a:off x="3119678" y="3184746"/>
            <a:ext cx="269343" cy="348543"/>
            <a:chOff x="3119678" y="3360146"/>
            <a:chExt cx="269343" cy="348543"/>
          </a:xfrm>
        </p:grpSpPr>
        <p:sp>
          <p:nvSpPr>
            <p:cNvPr id="16027" name="Google Shape;16027;p86"/>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6"/>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6"/>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6"/>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6"/>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6"/>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6"/>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86"/>
          <p:cNvGrpSpPr/>
          <p:nvPr/>
        </p:nvGrpSpPr>
        <p:grpSpPr>
          <a:xfrm>
            <a:off x="3967213" y="3181547"/>
            <a:ext cx="368185" cy="354753"/>
            <a:chOff x="3967213" y="3356947"/>
            <a:chExt cx="368185" cy="354753"/>
          </a:xfrm>
        </p:grpSpPr>
        <p:sp>
          <p:nvSpPr>
            <p:cNvPr id="16035" name="Google Shape;16035;p86"/>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6"/>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6"/>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6"/>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6"/>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0" name="Google Shape;16040;p86"/>
          <p:cNvGrpSpPr/>
          <p:nvPr/>
        </p:nvGrpSpPr>
        <p:grpSpPr>
          <a:xfrm>
            <a:off x="871254" y="3184746"/>
            <a:ext cx="285183" cy="347023"/>
            <a:chOff x="871254" y="3360146"/>
            <a:chExt cx="285183" cy="347023"/>
          </a:xfrm>
        </p:grpSpPr>
        <p:sp>
          <p:nvSpPr>
            <p:cNvPr id="16041" name="Google Shape;16041;p86"/>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6"/>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6"/>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6"/>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86"/>
          <p:cNvGrpSpPr/>
          <p:nvPr/>
        </p:nvGrpSpPr>
        <p:grpSpPr>
          <a:xfrm>
            <a:off x="2665165" y="3184746"/>
            <a:ext cx="281794" cy="349684"/>
            <a:chOff x="2665165" y="3360146"/>
            <a:chExt cx="281794" cy="349684"/>
          </a:xfrm>
        </p:grpSpPr>
        <p:sp>
          <p:nvSpPr>
            <p:cNvPr id="16046" name="Google Shape;16046;p86"/>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6"/>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6"/>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6"/>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6"/>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1" name="Google Shape;16051;p86"/>
          <p:cNvGrpSpPr/>
          <p:nvPr/>
        </p:nvGrpSpPr>
        <p:grpSpPr>
          <a:xfrm>
            <a:off x="7156344" y="3172296"/>
            <a:ext cx="264465" cy="353074"/>
            <a:chOff x="7156344" y="3347696"/>
            <a:chExt cx="264465" cy="353074"/>
          </a:xfrm>
        </p:grpSpPr>
        <p:sp>
          <p:nvSpPr>
            <p:cNvPr id="16052" name="Google Shape;16052;p86"/>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6"/>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6"/>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6"/>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6"/>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7" name="Google Shape;16057;p86"/>
          <p:cNvGrpSpPr/>
          <p:nvPr/>
        </p:nvGrpSpPr>
        <p:grpSpPr>
          <a:xfrm>
            <a:off x="6703732" y="3171536"/>
            <a:ext cx="264813" cy="352693"/>
            <a:chOff x="6703732" y="3346936"/>
            <a:chExt cx="264813" cy="352693"/>
          </a:xfrm>
        </p:grpSpPr>
        <p:sp>
          <p:nvSpPr>
            <p:cNvPr id="16058" name="Google Shape;16058;p86"/>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6"/>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6"/>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6"/>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6"/>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3" name="Google Shape;16063;p86"/>
          <p:cNvGrpSpPr/>
          <p:nvPr/>
        </p:nvGrpSpPr>
        <p:grpSpPr>
          <a:xfrm>
            <a:off x="6252228" y="3171536"/>
            <a:ext cx="265193" cy="352693"/>
            <a:chOff x="6252228" y="3346936"/>
            <a:chExt cx="265193" cy="352693"/>
          </a:xfrm>
        </p:grpSpPr>
        <p:sp>
          <p:nvSpPr>
            <p:cNvPr id="16064" name="Google Shape;16064;p86"/>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6"/>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6"/>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86"/>
          <p:cNvGrpSpPr/>
          <p:nvPr/>
        </p:nvGrpSpPr>
        <p:grpSpPr>
          <a:xfrm>
            <a:off x="5801105" y="3172296"/>
            <a:ext cx="264813" cy="351933"/>
            <a:chOff x="5801105" y="3347696"/>
            <a:chExt cx="264813" cy="351933"/>
          </a:xfrm>
        </p:grpSpPr>
        <p:sp>
          <p:nvSpPr>
            <p:cNvPr id="16068" name="Google Shape;16068;p86"/>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6"/>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6"/>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6"/>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2" name="Google Shape;16072;p86"/>
          <p:cNvGrpSpPr/>
          <p:nvPr/>
        </p:nvGrpSpPr>
        <p:grpSpPr>
          <a:xfrm>
            <a:off x="5349253" y="3171536"/>
            <a:ext cx="265922" cy="352693"/>
            <a:chOff x="5349253" y="3346936"/>
            <a:chExt cx="265922" cy="352693"/>
          </a:xfrm>
        </p:grpSpPr>
        <p:sp>
          <p:nvSpPr>
            <p:cNvPr id="16073" name="Google Shape;16073;p86"/>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6"/>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6"/>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6"/>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6"/>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6"/>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9" name="Google Shape;16079;p86"/>
          <p:cNvGrpSpPr/>
          <p:nvPr/>
        </p:nvGrpSpPr>
        <p:grpSpPr>
          <a:xfrm>
            <a:off x="4907159" y="3171536"/>
            <a:ext cx="264845" cy="354214"/>
            <a:chOff x="4907159" y="3346936"/>
            <a:chExt cx="264845" cy="354214"/>
          </a:xfrm>
        </p:grpSpPr>
        <p:sp>
          <p:nvSpPr>
            <p:cNvPr id="16080" name="Google Shape;16080;p86"/>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6"/>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86"/>
          <p:cNvGrpSpPr/>
          <p:nvPr/>
        </p:nvGrpSpPr>
        <p:grpSpPr>
          <a:xfrm>
            <a:off x="8048421" y="3159086"/>
            <a:ext cx="276503" cy="369674"/>
            <a:chOff x="8048421" y="3334486"/>
            <a:chExt cx="276503" cy="369674"/>
          </a:xfrm>
        </p:grpSpPr>
        <p:sp>
          <p:nvSpPr>
            <p:cNvPr id="16083" name="Google Shape;16083;p86"/>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6"/>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6"/>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6"/>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6"/>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6"/>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9" name="Google Shape;16089;p86"/>
          <p:cNvGrpSpPr/>
          <p:nvPr/>
        </p:nvGrpSpPr>
        <p:grpSpPr>
          <a:xfrm>
            <a:off x="7575787" y="3154555"/>
            <a:ext cx="295384" cy="376834"/>
            <a:chOff x="7575787" y="3329955"/>
            <a:chExt cx="295384" cy="376834"/>
          </a:xfrm>
        </p:grpSpPr>
        <p:sp>
          <p:nvSpPr>
            <p:cNvPr id="16090" name="Google Shape;16090;p86"/>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6"/>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6"/>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6"/>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6"/>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6"/>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86"/>
          <p:cNvGrpSpPr/>
          <p:nvPr/>
        </p:nvGrpSpPr>
        <p:grpSpPr>
          <a:xfrm>
            <a:off x="864062" y="2709103"/>
            <a:ext cx="264084" cy="347783"/>
            <a:chOff x="864062" y="2884503"/>
            <a:chExt cx="264084" cy="347783"/>
          </a:xfrm>
        </p:grpSpPr>
        <p:sp>
          <p:nvSpPr>
            <p:cNvPr id="16097" name="Google Shape;16097;p86"/>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6"/>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6"/>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6"/>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6"/>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6"/>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6"/>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6"/>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6"/>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6"/>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7" name="Google Shape;16107;p86"/>
          <p:cNvGrpSpPr/>
          <p:nvPr/>
        </p:nvGrpSpPr>
        <p:grpSpPr>
          <a:xfrm>
            <a:off x="3978523" y="2709261"/>
            <a:ext cx="348955" cy="346516"/>
            <a:chOff x="3978523" y="2884661"/>
            <a:chExt cx="348955" cy="346516"/>
          </a:xfrm>
        </p:grpSpPr>
        <p:sp>
          <p:nvSpPr>
            <p:cNvPr id="16108" name="Google Shape;16108;p86"/>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6"/>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6"/>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6"/>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6"/>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6"/>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6"/>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6"/>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6" name="Google Shape;16116;p86"/>
          <p:cNvGrpSpPr/>
          <p:nvPr/>
        </p:nvGrpSpPr>
        <p:grpSpPr>
          <a:xfrm>
            <a:off x="3556255" y="2709863"/>
            <a:ext cx="347435" cy="345534"/>
            <a:chOff x="3527780" y="2885263"/>
            <a:chExt cx="347435" cy="345534"/>
          </a:xfrm>
        </p:grpSpPr>
        <p:sp>
          <p:nvSpPr>
            <p:cNvPr id="16117" name="Google Shape;16117;p86"/>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6"/>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6"/>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6"/>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6"/>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6"/>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6"/>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6"/>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6"/>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6"/>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6"/>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6"/>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6"/>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6"/>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6"/>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6"/>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6"/>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6"/>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6"/>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6"/>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6"/>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6"/>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6"/>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0" name="Google Shape;16140;p86"/>
          <p:cNvGrpSpPr/>
          <p:nvPr/>
        </p:nvGrpSpPr>
        <p:grpSpPr>
          <a:xfrm>
            <a:off x="2239671" y="2709103"/>
            <a:ext cx="218053" cy="348543"/>
            <a:chOff x="2239671" y="2884503"/>
            <a:chExt cx="218053" cy="348543"/>
          </a:xfrm>
        </p:grpSpPr>
        <p:sp>
          <p:nvSpPr>
            <p:cNvPr id="16141" name="Google Shape;16141;p86"/>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6"/>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6"/>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6"/>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6"/>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6" name="Google Shape;16146;p86"/>
          <p:cNvGrpSpPr/>
          <p:nvPr/>
        </p:nvGrpSpPr>
        <p:grpSpPr>
          <a:xfrm>
            <a:off x="2691555" y="2709103"/>
            <a:ext cx="215044" cy="348924"/>
            <a:chOff x="2691555" y="2884503"/>
            <a:chExt cx="215044" cy="348924"/>
          </a:xfrm>
        </p:grpSpPr>
        <p:sp>
          <p:nvSpPr>
            <p:cNvPr id="16147" name="Google Shape;16147;p86"/>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6"/>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6"/>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0" name="Google Shape;16150;p86"/>
          <p:cNvGrpSpPr/>
          <p:nvPr/>
        </p:nvGrpSpPr>
        <p:grpSpPr>
          <a:xfrm>
            <a:off x="1770459" y="2709103"/>
            <a:ext cx="254644" cy="348828"/>
            <a:chOff x="1770459" y="2884503"/>
            <a:chExt cx="254644" cy="348828"/>
          </a:xfrm>
        </p:grpSpPr>
        <p:sp>
          <p:nvSpPr>
            <p:cNvPr id="16151" name="Google Shape;16151;p86"/>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6"/>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6"/>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6"/>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6"/>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6"/>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6"/>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6"/>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86"/>
          <p:cNvGrpSpPr/>
          <p:nvPr/>
        </p:nvGrpSpPr>
        <p:grpSpPr>
          <a:xfrm>
            <a:off x="1317466" y="2709483"/>
            <a:ext cx="258382" cy="348543"/>
            <a:chOff x="1317466" y="2884883"/>
            <a:chExt cx="258382" cy="348543"/>
          </a:xfrm>
        </p:grpSpPr>
        <p:sp>
          <p:nvSpPr>
            <p:cNvPr id="16160" name="Google Shape;16160;p86"/>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6"/>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6"/>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6"/>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6"/>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6"/>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6"/>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6"/>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8" name="Google Shape;16168;p86"/>
          <p:cNvGrpSpPr/>
          <p:nvPr/>
        </p:nvGrpSpPr>
        <p:grpSpPr>
          <a:xfrm>
            <a:off x="3121167" y="2709483"/>
            <a:ext cx="258414" cy="348543"/>
            <a:chOff x="3121167" y="2884883"/>
            <a:chExt cx="258414" cy="348543"/>
          </a:xfrm>
        </p:grpSpPr>
        <p:sp>
          <p:nvSpPr>
            <p:cNvPr id="16169" name="Google Shape;16169;p86"/>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6"/>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6"/>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6"/>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6"/>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6"/>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6"/>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6"/>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7" name="Google Shape;16177;p86"/>
          <p:cNvGrpSpPr/>
          <p:nvPr/>
        </p:nvGrpSpPr>
        <p:grpSpPr>
          <a:xfrm>
            <a:off x="4899999" y="2706695"/>
            <a:ext cx="271244" cy="346801"/>
            <a:chOff x="4899999" y="2882095"/>
            <a:chExt cx="271244" cy="346801"/>
          </a:xfrm>
        </p:grpSpPr>
        <p:sp>
          <p:nvSpPr>
            <p:cNvPr id="16178" name="Google Shape;16178;p86"/>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6"/>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6"/>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6"/>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6"/>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6"/>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6"/>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6"/>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6"/>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6"/>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8" name="Google Shape;16188;p86"/>
          <p:cNvGrpSpPr/>
          <p:nvPr/>
        </p:nvGrpSpPr>
        <p:grpSpPr>
          <a:xfrm>
            <a:off x="7162775" y="2705713"/>
            <a:ext cx="259523" cy="346294"/>
            <a:chOff x="7162775" y="2881113"/>
            <a:chExt cx="259523" cy="346294"/>
          </a:xfrm>
        </p:grpSpPr>
        <p:sp>
          <p:nvSpPr>
            <p:cNvPr id="16189" name="Google Shape;16189;p86"/>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6"/>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6"/>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6"/>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6"/>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6"/>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86"/>
          <p:cNvGrpSpPr/>
          <p:nvPr/>
        </p:nvGrpSpPr>
        <p:grpSpPr>
          <a:xfrm>
            <a:off x="6709751" y="2706442"/>
            <a:ext cx="261075" cy="347815"/>
            <a:chOff x="6709751" y="2881842"/>
            <a:chExt cx="261075" cy="347815"/>
          </a:xfrm>
        </p:grpSpPr>
        <p:sp>
          <p:nvSpPr>
            <p:cNvPr id="16196" name="Google Shape;16196;p86"/>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6"/>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6"/>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6"/>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6"/>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6"/>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2" name="Google Shape;16202;p86"/>
          <p:cNvGrpSpPr/>
          <p:nvPr/>
        </p:nvGrpSpPr>
        <p:grpSpPr>
          <a:xfrm>
            <a:off x="5807156" y="2705713"/>
            <a:ext cx="261043" cy="348163"/>
            <a:chOff x="5807156" y="2881113"/>
            <a:chExt cx="261043" cy="348163"/>
          </a:xfrm>
        </p:grpSpPr>
        <p:sp>
          <p:nvSpPr>
            <p:cNvPr id="16203" name="Google Shape;16203;p86"/>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6"/>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6"/>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6"/>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6"/>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8" name="Google Shape;16208;p86"/>
          <p:cNvGrpSpPr/>
          <p:nvPr/>
        </p:nvGrpSpPr>
        <p:grpSpPr>
          <a:xfrm>
            <a:off x="5355653" y="2706093"/>
            <a:ext cx="262184" cy="346643"/>
            <a:chOff x="5355653" y="2881493"/>
            <a:chExt cx="262184" cy="346643"/>
          </a:xfrm>
        </p:grpSpPr>
        <p:sp>
          <p:nvSpPr>
            <p:cNvPr id="16209" name="Google Shape;16209;p86"/>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6"/>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6"/>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6"/>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6"/>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4" name="Google Shape;16214;p86"/>
          <p:cNvGrpSpPr/>
          <p:nvPr/>
        </p:nvGrpSpPr>
        <p:grpSpPr>
          <a:xfrm>
            <a:off x="8055961" y="2706442"/>
            <a:ext cx="260283" cy="345914"/>
            <a:chOff x="8055961" y="2881842"/>
            <a:chExt cx="260283" cy="345914"/>
          </a:xfrm>
        </p:grpSpPr>
        <p:sp>
          <p:nvSpPr>
            <p:cNvPr id="16215" name="Google Shape;16215;p86"/>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6"/>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6"/>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6"/>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9" name="Google Shape;16219;p86"/>
          <p:cNvGrpSpPr/>
          <p:nvPr/>
        </p:nvGrpSpPr>
        <p:grpSpPr>
          <a:xfrm>
            <a:off x="7609368" y="2718512"/>
            <a:ext cx="264813" cy="353105"/>
            <a:chOff x="7609368" y="2893912"/>
            <a:chExt cx="264813" cy="353105"/>
          </a:xfrm>
        </p:grpSpPr>
        <p:sp>
          <p:nvSpPr>
            <p:cNvPr id="16220" name="Google Shape;16220;p86"/>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6"/>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6"/>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6"/>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6"/>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6"/>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6" name="Google Shape;16226;p86"/>
          <p:cNvGrpSpPr/>
          <p:nvPr/>
        </p:nvGrpSpPr>
        <p:grpSpPr>
          <a:xfrm>
            <a:off x="6248458" y="2694372"/>
            <a:ext cx="270864" cy="360645"/>
            <a:chOff x="6248458" y="2869772"/>
            <a:chExt cx="270864" cy="360645"/>
          </a:xfrm>
        </p:grpSpPr>
        <p:sp>
          <p:nvSpPr>
            <p:cNvPr id="16227" name="Google Shape;16227;p86"/>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6"/>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6"/>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6"/>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6"/>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2" name="Google Shape;16232;p86"/>
          <p:cNvGrpSpPr/>
          <p:nvPr/>
        </p:nvGrpSpPr>
        <p:grpSpPr>
          <a:xfrm>
            <a:off x="3075928" y="2270398"/>
            <a:ext cx="363243" cy="300675"/>
            <a:chOff x="3075928" y="2445798"/>
            <a:chExt cx="363243" cy="300675"/>
          </a:xfrm>
        </p:grpSpPr>
        <p:sp>
          <p:nvSpPr>
            <p:cNvPr id="16233" name="Google Shape;16233;p86"/>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6"/>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6"/>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6"/>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6"/>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6"/>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6"/>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6"/>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6"/>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6"/>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6"/>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4" name="Google Shape;16244;p86"/>
          <p:cNvGrpSpPr/>
          <p:nvPr/>
        </p:nvGrpSpPr>
        <p:grpSpPr>
          <a:xfrm>
            <a:off x="2633105" y="2256459"/>
            <a:ext cx="363243" cy="328585"/>
            <a:chOff x="2633105" y="2431859"/>
            <a:chExt cx="363243" cy="328585"/>
          </a:xfrm>
        </p:grpSpPr>
        <p:sp>
          <p:nvSpPr>
            <p:cNvPr id="16245" name="Google Shape;16245;p86"/>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6"/>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6"/>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6"/>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6"/>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6"/>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6"/>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6"/>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86"/>
          <p:cNvGrpSpPr/>
          <p:nvPr/>
        </p:nvGrpSpPr>
        <p:grpSpPr>
          <a:xfrm>
            <a:off x="2189142" y="2245910"/>
            <a:ext cx="365904" cy="350064"/>
            <a:chOff x="2189142" y="2421310"/>
            <a:chExt cx="365904" cy="350064"/>
          </a:xfrm>
        </p:grpSpPr>
        <p:sp>
          <p:nvSpPr>
            <p:cNvPr id="16254" name="Google Shape;16254;p86"/>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6"/>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6"/>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6"/>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6"/>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6"/>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6"/>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6"/>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6"/>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3" name="Google Shape;16263;p86"/>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64" name="Google Shape;16264;p86"/>
          <p:cNvGrpSpPr/>
          <p:nvPr/>
        </p:nvGrpSpPr>
        <p:grpSpPr>
          <a:xfrm>
            <a:off x="3961923" y="2310917"/>
            <a:ext cx="364415" cy="220936"/>
            <a:chOff x="3961923" y="2486317"/>
            <a:chExt cx="364415" cy="220936"/>
          </a:xfrm>
        </p:grpSpPr>
        <p:sp>
          <p:nvSpPr>
            <p:cNvPr id="16265" name="Google Shape;16265;p86"/>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6"/>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6"/>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6"/>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9" name="Google Shape;16269;p86"/>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0" name="Google Shape;16270;p86"/>
          <p:cNvGrpSpPr/>
          <p:nvPr/>
        </p:nvGrpSpPr>
        <p:grpSpPr>
          <a:xfrm>
            <a:off x="1303876" y="2243977"/>
            <a:ext cx="363275" cy="354626"/>
            <a:chOff x="1303876" y="2419377"/>
            <a:chExt cx="363275" cy="354626"/>
          </a:xfrm>
        </p:grpSpPr>
        <p:sp>
          <p:nvSpPr>
            <p:cNvPr id="16271" name="Google Shape;16271;p86"/>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6"/>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6"/>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6"/>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6"/>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6"/>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6"/>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6"/>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86"/>
          <p:cNvGrpSpPr/>
          <p:nvPr/>
        </p:nvGrpSpPr>
        <p:grpSpPr>
          <a:xfrm>
            <a:off x="861053" y="2239510"/>
            <a:ext cx="362134" cy="363623"/>
            <a:chOff x="861053" y="2414910"/>
            <a:chExt cx="362134" cy="363623"/>
          </a:xfrm>
        </p:grpSpPr>
        <p:sp>
          <p:nvSpPr>
            <p:cNvPr id="16280" name="Google Shape;16280;p86"/>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6"/>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6"/>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6"/>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6"/>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5" name="Google Shape;16285;p86"/>
          <p:cNvGrpSpPr/>
          <p:nvPr/>
        </p:nvGrpSpPr>
        <p:grpSpPr>
          <a:xfrm>
            <a:off x="7594288" y="2239859"/>
            <a:ext cx="279513" cy="355735"/>
            <a:chOff x="7594288" y="2415259"/>
            <a:chExt cx="279513" cy="355735"/>
          </a:xfrm>
        </p:grpSpPr>
        <p:sp>
          <p:nvSpPr>
            <p:cNvPr id="16286" name="Google Shape;16286;p86"/>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6"/>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6"/>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6"/>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6"/>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6"/>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86"/>
          <p:cNvGrpSpPr/>
          <p:nvPr/>
        </p:nvGrpSpPr>
        <p:grpSpPr>
          <a:xfrm>
            <a:off x="7145794" y="2240239"/>
            <a:ext cx="278784" cy="355735"/>
            <a:chOff x="7145794" y="2415639"/>
            <a:chExt cx="278784" cy="355735"/>
          </a:xfrm>
        </p:grpSpPr>
        <p:sp>
          <p:nvSpPr>
            <p:cNvPr id="16293" name="Google Shape;16293;p86"/>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6"/>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6"/>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6"/>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6"/>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6"/>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6"/>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6"/>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6"/>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6"/>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3" name="Google Shape;16303;p86"/>
          <p:cNvGrpSpPr/>
          <p:nvPr/>
        </p:nvGrpSpPr>
        <p:grpSpPr>
          <a:xfrm>
            <a:off x="6698441" y="2239130"/>
            <a:ext cx="277644" cy="357984"/>
            <a:chOff x="6698441" y="2414530"/>
            <a:chExt cx="277644" cy="357984"/>
          </a:xfrm>
        </p:grpSpPr>
        <p:sp>
          <p:nvSpPr>
            <p:cNvPr id="16304" name="Google Shape;16304;p86"/>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6"/>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6"/>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6"/>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6"/>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6"/>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0" name="Google Shape;16310;p86"/>
          <p:cNvGrpSpPr/>
          <p:nvPr/>
        </p:nvGrpSpPr>
        <p:grpSpPr>
          <a:xfrm>
            <a:off x="4897750" y="2240239"/>
            <a:ext cx="279513" cy="357255"/>
            <a:chOff x="4897750" y="2415639"/>
            <a:chExt cx="279513" cy="357255"/>
          </a:xfrm>
        </p:grpSpPr>
        <p:sp>
          <p:nvSpPr>
            <p:cNvPr id="16311" name="Google Shape;16311;p86"/>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6"/>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6"/>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6"/>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6"/>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6"/>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6"/>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6"/>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9" name="Google Shape;16319;p86"/>
          <p:cNvGrpSpPr/>
          <p:nvPr/>
        </p:nvGrpSpPr>
        <p:grpSpPr>
          <a:xfrm>
            <a:off x="5812066" y="2240619"/>
            <a:ext cx="264813" cy="353454"/>
            <a:chOff x="5812066" y="2416019"/>
            <a:chExt cx="264813" cy="353454"/>
          </a:xfrm>
        </p:grpSpPr>
        <p:sp>
          <p:nvSpPr>
            <p:cNvPr id="16320" name="Google Shape;16320;p86"/>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6"/>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6"/>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6"/>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6"/>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6"/>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6"/>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86"/>
          <p:cNvGrpSpPr/>
          <p:nvPr/>
        </p:nvGrpSpPr>
        <p:grpSpPr>
          <a:xfrm>
            <a:off x="8054820" y="2240999"/>
            <a:ext cx="264433" cy="353454"/>
            <a:chOff x="8054820" y="2416399"/>
            <a:chExt cx="264433" cy="353454"/>
          </a:xfrm>
        </p:grpSpPr>
        <p:sp>
          <p:nvSpPr>
            <p:cNvPr id="16328" name="Google Shape;16328;p86"/>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6"/>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6"/>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6"/>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6"/>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6"/>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4" name="Google Shape;16334;p86"/>
          <p:cNvGrpSpPr/>
          <p:nvPr/>
        </p:nvGrpSpPr>
        <p:grpSpPr>
          <a:xfrm>
            <a:off x="5356413" y="2237990"/>
            <a:ext cx="271212" cy="361374"/>
            <a:chOff x="5356413" y="2413390"/>
            <a:chExt cx="271212" cy="361374"/>
          </a:xfrm>
        </p:grpSpPr>
        <p:sp>
          <p:nvSpPr>
            <p:cNvPr id="16335" name="Google Shape;16335;p86"/>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6"/>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6"/>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6"/>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6"/>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0" name="Google Shape;16340;p86"/>
          <p:cNvGrpSpPr/>
          <p:nvPr/>
        </p:nvGrpSpPr>
        <p:grpSpPr>
          <a:xfrm>
            <a:off x="6255238" y="2236849"/>
            <a:ext cx="271244" cy="360994"/>
            <a:chOff x="6255238" y="2412249"/>
            <a:chExt cx="271244" cy="360994"/>
          </a:xfrm>
        </p:grpSpPr>
        <p:sp>
          <p:nvSpPr>
            <p:cNvPr id="16341" name="Google Shape;16341;p86"/>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6"/>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6"/>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6"/>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6"/>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6"/>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7" name="Google Shape;16347;p86"/>
          <p:cNvGrpSpPr/>
          <p:nvPr/>
        </p:nvGrpSpPr>
        <p:grpSpPr>
          <a:xfrm>
            <a:off x="2185372" y="1782399"/>
            <a:ext cx="366664" cy="366981"/>
            <a:chOff x="2185372" y="1957799"/>
            <a:chExt cx="366664" cy="366981"/>
          </a:xfrm>
        </p:grpSpPr>
        <p:sp>
          <p:nvSpPr>
            <p:cNvPr id="16348" name="Google Shape;16348;p86"/>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6"/>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6"/>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6"/>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6"/>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6"/>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6"/>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6"/>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86"/>
          <p:cNvGrpSpPr/>
          <p:nvPr/>
        </p:nvGrpSpPr>
        <p:grpSpPr>
          <a:xfrm>
            <a:off x="1737258" y="1812971"/>
            <a:ext cx="370814" cy="307359"/>
            <a:chOff x="1737258" y="1988371"/>
            <a:chExt cx="370814" cy="307359"/>
          </a:xfrm>
        </p:grpSpPr>
        <p:sp>
          <p:nvSpPr>
            <p:cNvPr id="16357" name="Google Shape;16357;p86"/>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6"/>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6"/>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6"/>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1" name="Google Shape;16361;p86"/>
          <p:cNvGrpSpPr/>
          <p:nvPr/>
        </p:nvGrpSpPr>
        <p:grpSpPr>
          <a:xfrm>
            <a:off x="848983" y="1814111"/>
            <a:ext cx="369294" cy="304350"/>
            <a:chOff x="848983" y="1989511"/>
            <a:chExt cx="369294" cy="304350"/>
          </a:xfrm>
        </p:grpSpPr>
        <p:sp>
          <p:nvSpPr>
            <p:cNvPr id="16362" name="Google Shape;16362;p86"/>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6"/>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6"/>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6"/>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6"/>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7" name="Google Shape;16367;p86"/>
          <p:cNvGrpSpPr/>
          <p:nvPr/>
        </p:nvGrpSpPr>
        <p:grpSpPr>
          <a:xfrm>
            <a:off x="3074027" y="1808377"/>
            <a:ext cx="380604" cy="313854"/>
            <a:chOff x="3074027" y="1983777"/>
            <a:chExt cx="380604" cy="313854"/>
          </a:xfrm>
        </p:grpSpPr>
        <p:sp>
          <p:nvSpPr>
            <p:cNvPr id="16368" name="Google Shape;16368;p86"/>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6"/>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6"/>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6"/>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6"/>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86"/>
          <p:cNvGrpSpPr/>
          <p:nvPr/>
        </p:nvGrpSpPr>
        <p:grpSpPr>
          <a:xfrm>
            <a:off x="3522521" y="1800457"/>
            <a:ext cx="367013" cy="331278"/>
            <a:chOff x="3522521" y="1975857"/>
            <a:chExt cx="367013" cy="331278"/>
          </a:xfrm>
        </p:grpSpPr>
        <p:sp>
          <p:nvSpPr>
            <p:cNvPr id="16374" name="Google Shape;16374;p86"/>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6"/>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6"/>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6"/>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6"/>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6"/>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6"/>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1" name="Google Shape;16381;p86"/>
          <p:cNvGrpSpPr/>
          <p:nvPr/>
        </p:nvGrpSpPr>
        <p:grpSpPr>
          <a:xfrm>
            <a:off x="2630824" y="1801566"/>
            <a:ext cx="368185" cy="330454"/>
            <a:chOff x="2630824" y="1976966"/>
            <a:chExt cx="368185" cy="330454"/>
          </a:xfrm>
        </p:grpSpPr>
        <p:sp>
          <p:nvSpPr>
            <p:cNvPr id="16382" name="Google Shape;16382;p86"/>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6"/>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6"/>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6"/>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6"/>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6"/>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6"/>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6"/>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86"/>
          <p:cNvGrpSpPr/>
          <p:nvPr/>
        </p:nvGrpSpPr>
        <p:grpSpPr>
          <a:xfrm>
            <a:off x="1293706" y="1791016"/>
            <a:ext cx="369294" cy="350444"/>
            <a:chOff x="1293706" y="1966416"/>
            <a:chExt cx="369294" cy="350444"/>
          </a:xfrm>
        </p:grpSpPr>
        <p:sp>
          <p:nvSpPr>
            <p:cNvPr id="16391" name="Google Shape;16391;p86"/>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6"/>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6"/>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6"/>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6"/>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6"/>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6"/>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6"/>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86"/>
          <p:cNvGrpSpPr/>
          <p:nvPr/>
        </p:nvGrpSpPr>
        <p:grpSpPr>
          <a:xfrm>
            <a:off x="3967213" y="1800077"/>
            <a:ext cx="368185" cy="331816"/>
            <a:chOff x="3967213" y="1975477"/>
            <a:chExt cx="368185" cy="331816"/>
          </a:xfrm>
        </p:grpSpPr>
        <p:sp>
          <p:nvSpPr>
            <p:cNvPr id="16400" name="Google Shape;16400;p86"/>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6"/>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6"/>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3" name="Google Shape;16403;p86"/>
          <p:cNvGrpSpPr/>
          <p:nvPr/>
        </p:nvGrpSpPr>
        <p:grpSpPr>
          <a:xfrm>
            <a:off x="8047661" y="1793646"/>
            <a:ext cx="279132" cy="356875"/>
            <a:chOff x="8047661" y="1969046"/>
            <a:chExt cx="279132" cy="356875"/>
          </a:xfrm>
        </p:grpSpPr>
        <p:sp>
          <p:nvSpPr>
            <p:cNvPr id="16404" name="Google Shape;16404;p86"/>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6"/>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6"/>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6"/>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8" name="Google Shape;16408;p86"/>
          <p:cNvGrpSpPr/>
          <p:nvPr/>
        </p:nvGrpSpPr>
        <p:grpSpPr>
          <a:xfrm>
            <a:off x="7596157" y="1792759"/>
            <a:ext cx="279544" cy="358142"/>
            <a:chOff x="7596157" y="1968159"/>
            <a:chExt cx="279544" cy="358142"/>
          </a:xfrm>
        </p:grpSpPr>
        <p:sp>
          <p:nvSpPr>
            <p:cNvPr id="16409" name="Google Shape;16409;p86"/>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6"/>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6"/>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6"/>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6"/>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6"/>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86"/>
          <p:cNvGrpSpPr/>
          <p:nvPr/>
        </p:nvGrpSpPr>
        <p:grpSpPr>
          <a:xfrm>
            <a:off x="7147315" y="1793646"/>
            <a:ext cx="279513" cy="357636"/>
            <a:chOff x="7147315" y="1969046"/>
            <a:chExt cx="279513" cy="357636"/>
          </a:xfrm>
        </p:grpSpPr>
        <p:sp>
          <p:nvSpPr>
            <p:cNvPr id="16416" name="Google Shape;16416;p86"/>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6"/>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6"/>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6"/>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6"/>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6"/>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6"/>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86"/>
          <p:cNvGrpSpPr/>
          <p:nvPr/>
        </p:nvGrpSpPr>
        <p:grpSpPr>
          <a:xfrm>
            <a:off x="6697681" y="1792917"/>
            <a:ext cx="280305" cy="359093"/>
            <a:chOff x="6697681" y="1968317"/>
            <a:chExt cx="280305" cy="359093"/>
          </a:xfrm>
        </p:grpSpPr>
        <p:sp>
          <p:nvSpPr>
            <p:cNvPr id="16424" name="Google Shape;16424;p86"/>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6"/>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6"/>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6"/>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6"/>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6"/>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6"/>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86"/>
          <p:cNvGrpSpPr/>
          <p:nvPr/>
        </p:nvGrpSpPr>
        <p:grpSpPr>
          <a:xfrm>
            <a:off x="6248839" y="1792537"/>
            <a:ext cx="280273" cy="358744"/>
            <a:chOff x="6248839" y="1967937"/>
            <a:chExt cx="280273" cy="358744"/>
          </a:xfrm>
        </p:grpSpPr>
        <p:sp>
          <p:nvSpPr>
            <p:cNvPr id="16432" name="Google Shape;16432;p86"/>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6"/>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6"/>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6"/>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6"/>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6"/>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8" name="Google Shape;16438;p86"/>
          <p:cNvGrpSpPr/>
          <p:nvPr/>
        </p:nvGrpSpPr>
        <p:grpSpPr>
          <a:xfrm>
            <a:off x="5801485" y="1793646"/>
            <a:ext cx="279164" cy="357794"/>
            <a:chOff x="5801485" y="1969046"/>
            <a:chExt cx="279164" cy="357794"/>
          </a:xfrm>
        </p:grpSpPr>
        <p:sp>
          <p:nvSpPr>
            <p:cNvPr id="16439" name="Google Shape;16439;p86"/>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6"/>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6"/>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6"/>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6"/>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6"/>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6"/>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6"/>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6"/>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6"/>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6"/>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6"/>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6"/>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86"/>
          <p:cNvGrpSpPr/>
          <p:nvPr/>
        </p:nvGrpSpPr>
        <p:grpSpPr>
          <a:xfrm>
            <a:off x="5352643" y="1793646"/>
            <a:ext cx="278404" cy="358364"/>
            <a:chOff x="5352643" y="1969046"/>
            <a:chExt cx="278404" cy="358364"/>
          </a:xfrm>
        </p:grpSpPr>
        <p:sp>
          <p:nvSpPr>
            <p:cNvPr id="16453" name="Google Shape;16453;p86"/>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6"/>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6"/>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6"/>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7" name="Google Shape;16457;p86"/>
          <p:cNvGrpSpPr/>
          <p:nvPr/>
        </p:nvGrpSpPr>
        <p:grpSpPr>
          <a:xfrm>
            <a:off x="4897750" y="1792917"/>
            <a:ext cx="279132" cy="358364"/>
            <a:chOff x="4897750" y="1968317"/>
            <a:chExt cx="279132" cy="358364"/>
          </a:xfrm>
        </p:grpSpPr>
        <p:sp>
          <p:nvSpPr>
            <p:cNvPr id="16458" name="Google Shape;16458;p86"/>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6"/>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6"/>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6"/>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6"/>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6"/>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6"/>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6"/>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6"/>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6"/>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6"/>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6"/>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6"/>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1" name="Google Shape;16471;p86"/>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72" name="Google Shape;16472;p86"/>
          <p:cNvGrpSpPr/>
          <p:nvPr/>
        </p:nvGrpSpPr>
        <p:grpSpPr>
          <a:xfrm>
            <a:off x="1767449" y="1337644"/>
            <a:ext cx="324403" cy="347783"/>
            <a:chOff x="1767449" y="1513044"/>
            <a:chExt cx="324403" cy="347783"/>
          </a:xfrm>
        </p:grpSpPr>
        <p:sp>
          <p:nvSpPr>
            <p:cNvPr id="16473" name="Google Shape;16473;p86"/>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6"/>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6"/>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6"/>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6"/>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6"/>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6"/>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6"/>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6"/>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2" name="Google Shape;16482;p86"/>
          <p:cNvGrpSpPr/>
          <p:nvPr/>
        </p:nvGrpSpPr>
        <p:grpSpPr>
          <a:xfrm>
            <a:off x="4007193" y="1337327"/>
            <a:ext cx="320633" cy="348100"/>
            <a:chOff x="4007193" y="1512727"/>
            <a:chExt cx="320633" cy="348100"/>
          </a:xfrm>
        </p:grpSpPr>
        <p:sp>
          <p:nvSpPr>
            <p:cNvPr id="16483" name="Google Shape;16483;p86"/>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6"/>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6"/>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6"/>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6"/>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86"/>
          <p:cNvGrpSpPr/>
          <p:nvPr/>
        </p:nvGrpSpPr>
        <p:grpSpPr>
          <a:xfrm>
            <a:off x="3530425" y="1333347"/>
            <a:ext cx="368175" cy="344594"/>
            <a:chOff x="3530425" y="1508747"/>
            <a:chExt cx="368175" cy="344594"/>
          </a:xfrm>
        </p:grpSpPr>
        <p:sp>
          <p:nvSpPr>
            <p:cNvPr id="16489" name="Google Shape;16489;p86"/>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6"/>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6"/>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6"/>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3" name="Google Shape;16493;p86"/>
          <p:cNvGrpSpPr/>
          <p:nvPr/>
        </p:nvGrpSpPr>
        <p:grpSpPr>
          <a:xfrm>
            <a:off x="3127598" y="1337834"/>
            <a:ext cx="289714" cy="347593"/>
            <a:chOff x="3127598" y="1513234"/>
            <a:chExt cx="289714" cy="347593"/>
          </a:xfrm>
        </p:grpSpPr>
        <p:sp>
          <p:nvSpPr>
            <p:cNvPr id="16494" name="Google Shape;16494;p86"/>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6"/>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6"/>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6"/>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6"/>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9" name="Google Shape;16499;p86"/>
          <p:cNvGrpSpPr/>
          <p:nvPr/>
        </p:nvGrpSpPr>
        <p:grpSpPr>
          <a:xfrm>
            <a:off x="2662884" y="1337644"/>
            <a:ext cx="322914" cy="348543"/>
            <a:chOff x="2662884" y="1513044"/>
            <a:chExt cx="322914" cy="348543"/>
          </a:xfrm>
        </p:grpSpPr>
        <p:sp>
          <p:nvSpPr>
            <p:cNvPr id="16500" name="Google Shape;16500;p86"/>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6"/>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6"/>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6"/>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6"/>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6"/>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6"/>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6"/>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6"/>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6"/>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0" name="Google Shape;16510;p86"/>
          <p:cNvGrpSpPr/>
          <p:nvPr/>
        </p:nvGrpSpPr>
        <p:grpSpPr>
          <a:xfrm>
            <a:off x="2232511" y="1337359"/>
            <a:ext cx="299534" cy="348068"/>
            <a:chOff x="2232511" y="1512759"/>
            <a:chExt cx="299534" cy="348068"/>
          </a:xfrm>
        </p:grpSpPr>
        <p:sp>
          <p:nvSpPr>
            <p:cNvPr id="16511" name="Google Shape;16511;p86"/>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6"/>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6"/>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6"/>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6"/>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6"/>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6"/>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6"/>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6"/>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6"/>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6"/>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86"/>
          <p:cNvGrpSpPr/>
          <p:nvPr/>
        </p:nvGrpSpPr>
        <p:grpSpPr>
          <a:xfrm>
            <a:off x="1331406" y="1337961"/>
            <a:ext cx="301784" cy="348607"/>
            <a:chOff x="1331406" y="1513361"/>
            <a:chExt cx="301784" cy="348607"/>
          </a:xfrm>
        </p:grpSpPr>
        <p:sp>
          <p:nvSpPr>
            <p:cNvPr id="16523" name="Google Shape;16523;p86"/>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6"/>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6"/>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6"/>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86"/>
          <p:cNvGrpSpPr/>
          <p:nvPr/>
        </p:nvGrpSpPr>
        <p:grpSpPr>
          <a:xfrm>
            <a:off x="7144274" y="1324814"/>
            <a:ext cx="282174" cy="355735"/>
            <a:chOff x="7144274" y="1500214"/>
            <a:chExt cx="282174" cy="355735"/>
          </a:xfrm>
        </p:grpSpPr>
        <p:sp>
          <p:nvSpPr>
            <p:cNvPr id="16528" name="Google Shape;16528;p86"/>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6"/>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6"/>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6"/>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6"/>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6"/>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4" name="Google Shape;16534;p86"/>
          <p:cNvGrpSpPr/>
          <p:nvPr/>
        </p:nvGrpSpPr>
        <p:grpSpPr>
          <a:xfrm>
            <a:off x="6685262" y="1324814"/>
            <a:ext cx="289682" cy="354594"/>
            <a:chOff x="6685262" y="1500214"/>
            <a:chExt cx="289682" cy="354594"/>
          </a:xfrm>
        </p:grpSpPr>
        <p:sp>
          <p:nvSpPr>
            <p:cNvPr id="16535" name="Google Shape;16535;p86"/>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6"/>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6"/>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6"/>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9" name="Google Shape;16539;p86"/>
          <p:cNvGrpSpPr/>
          <p:nvPr/>
        </p:nvGrpSpPr>
        <p:grpSpPr>
          <a:xfrm>
            <a:off x="6200938" y="1325194"/>
            <a:ext cx="322154" cy="355355"/>
            <a:chOff x="6200938" y="1500594"/>
            <a:chExt cx="322154" cy="355355"/>
          </a:xfrm>
        </p:grpSpPr>
        <p:sp>
          <p:nvSpPr>
            <p:cNvPr id="16540" name="Google Shape;16540;p86"/>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6"/>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6"/>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6"/>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6"/>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86"/>
          <p:cNvGrpSpPr/>
          <p:nvPr/>
        </p:nvGrpSpPr>
        <p:grpSpPr>
          <a:xfrm>
            <a:off x="5289631" y="1324814"/>
            <a:ext cx="332355" cy="354974"/>
            <a:chOff x="5289631" y="1500214"/>
            <a:chExt cx="332355" cy="354974"/>
          </a:xfrm>
        </p:grpSpPr>
        <p:sp>
          <p:nvSpPr>
            <p:cNvPr id="16546" name="Google Shape;16546;p86"/>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6"/>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6"/>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6"/>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6"/>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6"/>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86"/>
          <p:cNvGrpSpPr/>
          <p:nvPr/>
        </p:nvGrpSpPr>
        <p:grpSpPr>
          <a:xfrm>
            <a:off x="5748295" y="1324433"/>
            <a:ext cx="323294" cy="356115"/>
            <a:chOff x="5748295" y="1499833"/>
            <a:chExt cx="323294" cy="356115"/>
          </a:xfrm>
        </p:grpSpPr>
        <p:sp>
          <p:nvSpPr>
            <p:cNvPr id="16553" name="Google Shape;16553;p86"/>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6"/>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6"/>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6"/>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6"/>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6"/>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6"/>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0" name="Google Shape;16560;p86"/>
          <p:cNvGrpSpPr/>
          <p:nvPr/>
        </p:nvGrpSpPr>
        <p:grpSpPr>
          <a:xfrm>
            <a:off x="8047661" y="1325637"/>
            <a:ext cx="278404" cy="355260"/>
            <a:chOff x="8047661" y="1501037"/>
            <a:chExt cx="278404" cy="355260"/>
          </a:xfrm>
        </p:grpSpPr>
        <p:sp>
          <p:nvSpPr>
            <p:cNvPr id="16561" name="Google Shape;16561;p86"/>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6"/>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6"/>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6"/>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5" name="Google Shape;16565;p86"/>
          <p:cNvGrpSpPr/>
          <p:nvPr/>
        </p:nvGrpSpPr>
        <p:grpSpPr>
          <a:xfrm>
            <a:off x="4903389" y="1324814"/>
            <a:ext cx="267854" cy="355735"/>
            <a:chOff x="4903389" y="1500214"/>
            <a:chExt cx="267854" cy="355735"/>
          </a:xfrm>
        </p:grpSpPr>
        <p:sp>
          <p:nvSpPr>
            <p:cNvPr id="16566" name="Google Shape;16566;p86"/>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6"/>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6"/>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6"/>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6"/>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1" name="Google Shape;16571;p86"/>
          <p:cNvGrpSpPr/>
          <p:nvPr/>
        </p:nvGrpSpPr>
        <p:grpSpPr>
          <a:xfrm>
            <a:off x="7613518" y="1325954"/>
            <a:ext cx="264433" cy="353074"/>
            <a:chOff x="7613518" y="1501354"/>
            <a:chExt cx="264433" cy="353074"/>
          </a:xfrm>
        </p:grpSpPr>
        <p:sp>
          <p:nvSpPr>
            <p:cNvPr id="16572" name="Google Shape;16572;p86"/>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6"/>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6"/>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6"/>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6"/>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6"/>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8" name="Google Shape;16578;p86"/>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6579" name="Google Shape;16579;p86"/>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83" name="Shape 16583"/>
        <p:cNvGrpSpPr/>
        <p:nvPr/>
      </p:nvGrpSpPr>
      <p:grpSpPr>
        <a:xfrm>
          <a:off x="0" y="0"/>
          <a:ext cx="0" cy="0"/>
          <a:chOff x="0" y="0"/>
          <a:chExt cx="0" cy="0"/>
        </a:xfrm>
      </p:grpSpPr>
      <p:grpSp>
        <p:nvGrpSpPr>
          <p:cNvPr id="16584" name="Google Shape;16584;p87"/>
          <p:cNvGrpSpPr/>
          <p:nvPr/>
        </p:nvGrpSpPr>
        <p:grpSpPr>
          <a:xfrm>
            <a:off x="1757085" y="1325225"/>
            <a:ext cx="371069" cy="359396"/>
            <a:chOff x="1757085" y="1500675"/>
            <a:chExt cx="371069" cy="359396"/>
          </a:xfrm>
        </p:grpSpPr>
        <p:sp>
          <p:nvSpPr>
            <p:cNvPr id="16585" name="Google Shape;16585;p87"/>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7"/>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7"/>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7"/>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7"/>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7"/>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7"/>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7"/>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7"/>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7"/>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7"/>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7"/>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7"/>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7"/>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7"/>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7"/>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7"/>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87"/>
          <p:cNvGrpSpPr/>
          <p:nvPr/>
        </p:nvGrpSpPr>
        <p:grpSpPr>
          <a:xfrm>
            <a:off x="2774209" y="1779241"/>
            <a:ext cx="116693" cy="374186"/>
            <a:chOff x="2774209" y="1954691"/>
            <a:chExt cx="116693" cy="374186"/>
          </a:xfrm>
        </p:grpSpPr>
        <p:sp>
          <p:nvSpPr>
            <p:cNvPr id="16615" name="Google Shape;16615;p87"/>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7"/>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7" name="Google Shape;16617;p87"/>
          <p:cNvGrpSpPr/>
          <p:nvPr/>
        </p:nvGrpSpPr>
        <p:grpSpPr>
          <a:xfrm>
            <a:off x="4017435" y="1324462"/>
            <a:ext cx="315092" cy="359397"/>
            <a:chOff x="4017435" y="1499912"/>
            <a:chExt cx="315092" cy="359397"/>
          </a:xfrm>
        </p:grpSpPr>
        <p:sp>
          <p:nvSpPr>
            <p:cNvPr id="16618" name="Google Shape;16618;p87"/>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7"/>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0" name="Google Shape;16620;p87"/>
          <p:cNvGrpSpPr/>
          <p:nvPr/>
        </p:nvGrpSpPr>
        <p:grpSpPr>
          <a:xfrm>
            <a:off x="3963652" y="1824309"/>
            <a:ext cx="374154" cy="284050"/>
            <a:chOff x="3963652" y="1999759"/>
            <a:chExt cx="374154" cy="284050"/>
          </a:xfrm>
        </p:grpSpPr>
        <p:sp>
          <p:nvSpPr>
            <p:cNvPr id="16621" name="Google Shape;16621;p87"/>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7"/>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7"/>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4" name="Google Shape;16624;p87"/>
          <p:cNvGrpSpPr/>
          <p:nvPr/>
        </p:nvGrpSpPr>
        <p:grpSpPr>
          <a:xfrm>
            <a:off x="1777536" y="1839416"/>
            <a:ext cx="376444" cy="253772"/>
            <a:chOff x="1777536" y="2014866"/>
            <a:chExt cx="376444" cy="253772"/>
          </a:xfrm>
        </p:grpSpPr>
        <p:sp>
          <p:nvSpPr>
            <p:cNvPr id="16625" name="Google Shape;16625;p87"/>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7"/>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7"/>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7"/>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7"/>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0" name="Google Shape;16630;p87"/>
          <p:cNvGrpSpPr/>
          <p:nvPr/>
        </p:nvGrpSpPr>
        <p:grpSpPr>
          <a:xfrm>
            <a:off x="1309875" y="1881876"/>
            <a:ext cx="374154" cy="169680"/>
            <a:chOff x="1309875" y="2057326"/>
            <a:chExt cx="374154" cy="169680"/>
          </a:xfrm>
        </p:grpSpPr>
        <p:sp>
          <p:nvSpPr>
            <p:cNvPr id="16631" name="Google Shape;16631;p8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7"/>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7"/>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7"/>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7"/>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7"/>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7"/>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2" name="Google Shape;16642;p87"/>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3" name="Google Shape;16643;p87"/>
          <p:cNvGrpSpPr/>
          <p:nvPr/>
        </p:nvGrpSpPr>
        <p:grpSpPr>
          <a:xfrm>
            <a:off x="2347450" y="1779114"/>
            <a:ext cx="113639" cy="373168"/>
            <a:chOff x="2347450" y="1954564"/>
            <a:chExt cx="113639" cy="373168"/>
          </a:xfrm>
        </p:grpSpPr>
        <p:sp>
          <p:nvSpPr>
            <p:cNvPr id="16644" name="Google Shape;16644;p87"/>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7"/>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6" name="Google Shape;16646;p87"/>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7" name="Google Shape;16647;p87"/>
          <p:cNvGrpSpPr/>
          <p:nvPr/>
        </p:nvGrpSpPr>
        <p:grpSpPr>
          <a:xfrm>
            <a:off x="3110102" y="1324430"/>
            <a:ext cx="330613" cy="358379"/>
            <a:chOff x="3110102" y="1499880"/>
            <a:chExt cx="330613" cy="358379"/>
          </a:xfrm>
        </p:grpSpPr>
        <p:sp>
          <p:nvSpPr>
            <p:cNvPr id="16648" name="Google Shape;16648;p87"/>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7"/>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7"/>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7"/>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7"/>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7"/>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7"/>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55" name="Google Shape;16655;p87"/>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56" name="Google Shape;16656;p87"/>
          <p:cNvGrpSpPr/>
          <p:nvPr/>
        </p:nvGrpSpPr>
        <p:grpSpPr>
          <a:xfrm>
            <a:off x="3485575" y="1824309"/>
            <a:ext cx="373772" cy="284050"/>
            <a:chOff x="3531200" y="1999759"/>
            <a:chExt cx="373772" cy="284050"/>
          </a:xfrm>
        </p:grpSpPr>
        <p:sp>
          <p:nvSpPr>
            <p:cNvPr id="16657" name="Google Shape;16657;p87"/>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7"/>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7"/>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7"/>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1" name="Google Shape;16661;p87"/>
          <p:cNvGrpSpPr/>
          <p:nvPr/>
        </p:nvGrpSpPr>
        <p:grpSpPr>
          <a:xfrm>
            <a:off x="2667058" y="1324843"/>
            <a:ext cx="330231" cy="359015"/>
            <a:chOff x="2667058" y="1500293"/>
            <a:chExt cx="330231" cy="359015"/>
          </a:xfrm>
        </p:grpSpPr>
        <p:sp>
          <p:nvSpPr>
            <p:cNvPr id="16662" name="Google Shape;16662;p87"/>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7"/>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7"/>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7"/>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7"/>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7"/>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7"/>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7"/>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7"/>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7"/>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7"/>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7"/>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0" name="Google Shape;16680;p87"/>
          <p:cNvGrpSpPr/>
          <p:nvPr/>
        </p:nvGrpSpPr>
        <p:grpSpPr>
          <a:xfrm>
            <a:off x="3567553" y="1324462"/>
            <a:ext cx="320022" cy="359778"/>
            <a:chOff x="3567553" y="1499912"/>
            <a:chExt cx="320022" cy="359778"/>
          </a:xfrm>
        </p:grpSpPr>
        <p:sp>
          <p:nvSpPr>
            <p:cNvPr id="16681" name="Google Shape;16681;p87"/>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7"/>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7"/>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7"/>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7"/>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7"/>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87"/>
          <p:cNvGrpSpPr/>
          <p:nvPr/>
        </p:nvGrpSpPr>
        <p:grpSpPr>
          <a:xfrm>
            <a:off x="1309875" y="1324462"/>
            <a:ext cx="359015" cy="358633"/>
            <a:chOff x="1309875" y="1499912"/>
            <a:chExt cx="359015" cy="358633"/>
          </a:xfrm>
        </p:grpSpPr>
        <p:sp>
          <p:nvSpPr>
            <p:cNvPr id="16688" name="Google Shape;16688;p87"/>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7"/>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7"/>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7"/>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7"/>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7"/>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7"/>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7"/>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7"/>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7" name="Google Shape;16697;p87"/>
          <p:cNvGrpSpPr/>
          <p:nvPr/>
        </p:nvGrpSpPr>
        <p:grpSpPr>
          <a:xfrm>
            <a:off x="2219466" y="1324843"/>
            <a:ext cx="330613" cy="359015"/>
            <a:chOff x="2219466" y="1500293"/>
            <a:chExt cx="330613" cy="359015"/>
          </a:xfrm>
        </p:grpSpPr>
        <p:sp>
          <p:nvSpPr>
            <p:cNvPr id="16698" name="Google Shape;16698;p87"/>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7"/>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0" name="Google Shape;16700;p87"/>
          <p:cNvGrpSpPr/>
          <p:nvPr/>
        </p:nvGrpSpPr>
        <p:grpSpPr>
          <a:xfrm>
            <a:off x="5343544" y="1333908"/>
            <a:ext cx="244676" cy="351095"/>
            <a:chOff x="5343544" y="1509358"/>
            <a:chExt cx="244676" cy="351095"/>
          </a:xfrm>
        </p:grpSpPr>
        <p:sp>
          <p:nvSpPr>
            <p:cNvPr id="16701" name="Google Shape;16701;p87"/>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7"/>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7"/>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87"/>
          <p:cNvGrpSpPr/>
          <p:nvPr/>
        </p:nvGrpSpPr>
        <p:grpSpPr>
          <a:xfrm>
            <a:off x="4882340" y="1333908"/>
            <a:ext cx="246171" cy="351095"/>
            <a:chOff x="4882340" y="1509358"/>
            <a:chExt cx="246171" cy="351095"/>
          </a:xfrm>
        </p:grpSpPr>
        <p:sp>
          <p:nvSpPr>
            <p:cNvPr id="16705" name="Google Shape;16705;p87"/>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7"/>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7"/>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7"/>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7"/>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87"/>
          <p:cNvGrpSpPr/>
          <p:nvPr/>
        </p:nvGrpSpPr>
        <p:grpSpPr>
          <a:xfrm>
            <a:off x="6273204" y="1333558"/>
            <a:ext cx="236343" cy="351445"/>
            <a:chOff x="6273204" y="1509008"/>
            <a:chExt cx="236343" cy="351445"/>
          </a:xfrm>
        </p:grpSpPr>
        <p:sp>
          <p:nvSpPr>
            <p:cNvPr id="16711" name="Google Shape;16711;p87"/>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7"/>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3" name="Google Shape;16713;p87"/>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14" name="Google Shape;16714;p87"/>
          <p:cNvGrpSpPr/>
          <p:nvPr/>
        </p:nvGrpSpPr>
        <p:grpSpPr>
          <a:xfrm>
            <a:off x="7219530" y="1332794"/>
            <a:ext cx="191625" cy="352209"/>
            <a:chOff x="7219530" y="1508244"/>
            <a:chExt cx="191625" cy="352209"/>
          </a:xfrm>
        </p:grpSpPr>
        <p:sp>
          <p:nvSpPr>
            <p:cNvPr id="16715" name="Google Shape;16715;p87"/>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7"/>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7" name="Google Shape;16717;p87"/>
          <p:cNvGrpSpPr/>
          <p:nvPr/>
        </p:nvGrpSpPr>
        <p:grpSpPr>
          <a:xfrm>
            <a:off x="7699309" y="1333176"/>
            <a:ext cx="154922" cy="351827"/>
            <a:chOff x="7699309" y="1508626"/>
            <a:chExt cx="154922" cy="351827"/>
          </a:xfrm>
        </p:grpSpPr>
        <p:sp>
          <p:nvSpPr>
            <p:cNvPr id="16718" name="Google Shape;16718;p87"/>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7"/>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7"/>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7"/>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7"/>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7"/>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7"/>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5" name="Google Shape;16725;p87"/>
          <p:cNvGrpSpPr/>
          <p:nvPr/>
        </p:nvGrpSpPr>
        <p:grpSpPr>
          <a:xfrm>
            <a:off x="8161690" y="1333558"/>
            <a:ext cx="153396" cy="351064"/>
            <a:chOff x="8161690" y="1509008"/>
            <a:chExt cx="153396" cy="351064"/>
          </a:xfrm>
        </p:grpSpPr>
        <p:sp>
          <p:nvSpPr>
            <p:cNvPr id="16726" name="Google Shape;16726;p87"/>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7"/>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7"/>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7"/>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87"/>
          <p:cNvGrpSpPr/>
          <p:nvPr/>
        </p:nvGrpSpPr>
        <p:grpSpPr>
          <a:xfrm>
            <a:off x="6746940" y="1333431"/>
            <a:ext cx="213221" cy="352304"/>
            <a:chOff x="6746940" y="1508881"/>
            <a:chExt cx="213221" cy="352304"/>
          </a:xfrm>
        </p:grpSpPr>
        <p:sp>
          <p:nvSpPr>
            <p:cNvPr id="16731" name="Google Shape;16731;p87"/>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7"/>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7"/>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7"/>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5" name="Google Shape;16735;p87"/>
          <p:cNvGrpSpPr/>
          <p:nvPr/>
        </p:nvGrpSpPr>
        <p:grpSpPr>
          <a:xfrm>
            <a:off x="5770336" y="1832165"/>
            <a:ext cx="350682" cy="292097"/>
            <a:chOff x="5770336" y="2007615"/>
            <a:chExt cx="350682" cy="292097"/>
          </a:xfrm>
        </p:grpSpPr>
        <p:sp>
          <p:nvSpPr>
            <p:cNvPr id="16736" name="Google Shape;16736;p87"/>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7"/>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7"/>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7"/>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87"/>
          <p:cNvGrpSpPr/>
          <p:nvPr/>
        </p:nvGrpSpPr>
        <p:grpSpPr>
          <a:xfrm>
            <a:off x="5326878" y="1804908"/>
            <a:ext cx="350332" cy="346229"/>
            <a:chOff x="5326878" y="1980358"/>
            <a:chExt cx="350332" cy="346229"/>
          </a:xfrm>
        </p:grpSpPr>
        <p:sp>
          <p:nvSpPr>
            <p:cNvPr id="16741" name="Google Shape;16741;p87"/>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7"/>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7"/>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7"/>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5" name="Google Shape;16745;p87"/>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46" name="Google Shape;16746;p87"/>
          <p:cNvGrpSpPr/>
          <p:nvPr/>
        </p:nvGrpSpPr>
        <p:grpSpPr>
          <a:xfrm>
            <a:off x="4883835" y="1817121"/>
            <a:ext cx="350300" cy="323043"/>
            <a:chOff x="4883835" y="1992571"/>
            <a:chExt cx="350300" cy="323043"/>
          </a:xfrm>
        </p:grpSpPr>
        <p:sp>
          <p:nvSpPr>
            <p:cNvPr id="16747" name="Google Shape;16747;p87"/>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7"/>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7"/>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7"/>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7"/>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7"/>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87"/>
          <p:cNvGrpSpPr/>
          <p:nvPr/>
        </p:nvGrpSpPr>
        <p:grpSpPr>
          <a:xfrm>
            <a:off x="7548967" y="1803477"/>
            <a:ext cx="333285" cy="349950"/>
            <a:chOff x="7548967" y="1978927"/>
            <a:chExt cx="333285" cy="349950"/>
          </a:xfrm>
        </p:grpSpPr>
        <p:sp>
          <p:nvSpPr>
            <p:cNvPr id="16754" name="Google Shape;16754;p87"/>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7"/>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7"/>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7"/>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7"/>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7"/>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7"/>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1" name="Google Shape;16761;p87"/>
          <p:cNvGrpSpPr/>
          <p:nvPr/>
        </p:nvGrpSpPr>
        <p:grpSpPr>
          <a:xfrm>
            <a:off x="6214142" y="1803477"/>
            <a:ext cx="346515" cy="350300"/>
            <a:chOff x="6214142" y="1978927"/>
            <a:chExt cx="346515" cy="350300"/>
          </a:xfrm>
        </p:grpSpPr>
        <p:sp>
          <p:nvSpPr>
            <p:cNvPr id="16762" name="Google Shape;16762;p87"/>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7"/>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4" name="Google Shape;16764;p87"/>
          <p:cNvGrpSpPr/>
          <p:nvPr/>
        </p:nvGrpSpPr>
        <p:grpSpPr>
          <a:xfrm>
            <a:off x="7105923" y="1803095"/>
            <a:ext cx="333285" cy="350682"/>
            <a:chOff x="7105923" y="1978545"/>
            <a:chExt cx="333285" cy="350682"/>
          </a:xfrm>
        </p:grpSpPr>
        <p:sp>
          <p:nvSpPr>
            <p:cNvPr id="16765" name="Google Shape;16765;p87"/>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7"/>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7"/>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7"/>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7"/>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7"/>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7"/>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72" name="Google Shape;16772;p87"/>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7"/>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74" name="Google Shape;16774;p87"/>
          <p:cNvGrpSpPr/>
          <p:nvPr/>
        </p:nvGrpSpPr>
        <p:grpSpPr>
          <a:xfrm>
            <a:off x="3616406" y="2246902"/>
            <a:ext cx="203393" cy="351827"/>
            <a:chOff x="3616406" y="2422352"/>
            <a:chExt cx="203393" cy="351827"/>
          </a:xfrm>
        </p:grpSpPr>
        <p:sp>
          <p:nvSpPr>
            <p:cNvPr id="16775" name="Google Shape;16775;p87"/>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7"/>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7" name="Google Shape;16777;p87"/>
          <p:cNvGrpSpPr/>
          <p:nvPr/>
        </p:nvGrpSpPr>
        <p:grpSpPr>
          <a:xfrm>
            <a:off x="878187" y="2246520"/>
            <a:ext cx="272696" cy="351827"/>
            <a:chOff x="913012" y="2421970"/>
            <a:chExt cx="272696" cy="351827"/>
          </a:xfrm>
        </p:grpSpPr>
        <p:sp>
          <p:nvSpPr>
            <p:cNvPr id="16778" name="Google Shape;16778;p87"/>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7"/>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7"/>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7"/>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2" name="Google Shape;16782;p87"/>
          <p:cNvGrpSpPr/>
          <p:nvPr/>
        </p:nvGrpSpPr>
        <p:grpSpPr>
          <a:xfrm>
            <a:off x="2274743" y="2246902"/>
            <a:ext cx="255649" cy="351445"/>
            <a:chOff x="2274743" y="2422352"/>
            <a:chExt cx="255649" cy="351445"/>
          </a:xfrm>
        </p:grpSpPr>
        <p:sp>
          <p:nvSpPr>
            <p:cNvPr id="16783" name="Google Shape;16783;p87"/>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7"/>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7"/>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87"/>
          <p:cNvGrpSpPr/>
          <p:nvPr/>
        </p:nvGrpSpPr>
        <p:grpSpPr>
          <a:xfrm>
            <a:off x="2708723" y="2245789"/>
            <a:ext cx="246552" cy="352558"/>
            <a:chOff x="2708723" y="2421239"/>
            <a:chExt cx="246552" cy="352558"/>
          </a:xfrm>
        </p:grpSpPr>
        <p:sp>
          <p:nvSpPr>
            <p:cNvPr id="16787" name="Google Shape;16787;p87"/>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7"/>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9" name="Google Shape;16789;p87"/>
          <p:cNvGrpSpPr/>
          <p:nvPr/>
        </p:nvGrpSpPr>
        <p:grpSpPr>
          <a:xfrm>
            <a:off x="1835485" y="2246902"/>
            <a:ext cx="259433" cy="350714"/>
            <a:chOff x="1835485" y="2422352"/>
            <a:chExt cx="259433" cy="350714"/>
          </a:xfrm>
        </p:grpSpPr>
        <p:sp>
          <p:nvSpPr>
            <p:cNvPr id="16790" name="Google Shape;16790;p87"/>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7"/>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7"/>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7"/>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7"/>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7"/>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7"/>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7" name="Google Shape;16797;p87"/>
          <p:cNvGrpSpPr/>
          <p:nvPr/>
        </p:nvGrpSpPr>
        <p:grpSpPr>
          <a:xfrm>
            <a:off x="3150240" y="2246902"/>
            <a:ext cx="212489" cy="351445"/>
            <a:chOff x="3150240" y="2422352"/>
            <a:chExt cx="212489" cy="351445"/>
          </a:xfrm>
        </p:grpSpPr>
        <p:sp>
          <p:nvSpPr>
            <p:cNvPr id="16798" name="Google Shape;16798;p87"/>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7"/>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0" name="Google Shape;16800;p87"/>
          <p:cNvGrpSpPr/>
          <p:nvPr/>
        </p:nvGrpSpPr>
        <p:grpSpPr>
          <a:xfrm>
            <a:off x="1367060" y="2246679"/>
            <a:ext cx="269261" cy="352050"/>
            <a:chOff x="1367060" y="2422129"/>
            <a:chExt cx="269261" cy="352050"/>
          </a:xfrm>
        </p:grpSpPr>
        <p:sp>
          <p:nvSpPr>
            <p:cNvPr id="16801" name="Google Shape;16801;p87"/>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7"/>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7"/>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7"/>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7"/>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7"/>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7"/>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7"/>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7"/>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7"/>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7"/>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7"/>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7"/>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7"/>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5" name="Google Shape;16815;p87"/>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16" name="Google Shape;16816;p87"/>
          <p:cNvGrpSpPr/>
          <p:nvPr/>
        </p:nvGrpSpPr>
        <p:grpSpPr>
          <a:xfrm>
            <a:off x="4882690" y="2249955"/>
            <a:ext cx="274573" cy="350682"/>
            <a:chOff x="4882690" y="2425405"/>
            <a:chExt cx="274573" cy="350682"/>
          </a:xfrm>
        </p:grpSpPr>
        <p:sp>
          <p:nvSpPr>
            <p:cNvPr id="16817" name="Google Shape;16817;p87"/>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7"/>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9" name="Google Shape;16819;p87"/>
          <p:cNvGrpSpPr/>
          <p:nvPr/>
        </p:nvGrpSpPr>
        <p:grpSpPr>
          <a:xfrm>
            <a:off x="6627639" y="2268434"/>
            <a:ext cx="355993" cy="313247"/>
            <a:chOff x="6627639" y="2443884"/>
            <a:chExt cx="355993" cy="313247"/>
          </a:xfrm>
        </p:grpSpPr>
        <p:sp>
          <p:nvSpPr>
            <p:cNvPr id="16820" name="Google Shape;16820;p87"/>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7"/>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7"/>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3" name="Google Shape;16823;p87"/>
          <p:cNvGrpSpPr/>
          <p:nvPr/>
        </p:nvGrpSpPr>
        <p:grpSpPr>
          <a:xfrm>
            <a:off x="6183451" y="2286690"/>
            <a:ext cx="351445" cy="277976"/>
            <a:chOff x="6183451" y="2462140"/>
            <a:chExt cx="351445" cy="277976"/>
          </a:xfrm>
        </p:grpSpPr>
        <p:sp>
          <p:nvSpPr>
            <p:cNvPr id="16824" name="Google Shape;16824;p87"/>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7"/>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7"/>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7"/>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7"/>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7"/>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7"/>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1" name="Google Shape;16831;p87"/>
          <p:cNvGrpSpPr/>
          <p:nvPr/>
        </p:nvGrpSpPr>
        <p:grpSpPr>
          <a:xfrm>
            <a:off x="5735477" y="2254408"/>
            <a:ext cx="353354" cy="341299"/>
            <a:chOff x="5735477" y="2429858"/>
            <a:chExt cx="353354" cy="341299"/>
          </a:xfrm>
        </p:grpSpPr>
        <p:sp>
          <p:nvSpPr>
            <p:cNvPr id="16832" name="Google Shape;16832;p87"/>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7"/>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7"/>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7"/>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7"/>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7"/>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8" name="Google Shape;16838;p87"/>
          <p:cNvGrpSpPr/>
          <p:nvPr/>
        </p:nvGrpSpPr>
        <p:grpSpPr>
          <a:xfrm>
            <a:off x="5243735" y="2271523"/>
            <a:ext cx="405255" cy="275499"/>
            <a:chOff x="5283337" y="2478774"/>
            <a:chExt cx="358633" cy="243913"/>
          </a:xfrm>
        </p:grpSpPr>
        <p:sp>
          <p:nvSpPr>
            <p:cNvPr id="16839" name="Google Shape;16839;p87"/>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7"/>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7"/>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7"/>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7"/>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7"/>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7"/>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7"/>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7"/>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7"/>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7"/>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7"/>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7"/>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7"/>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7"/>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7"/>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7"/>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6" name="Google Shape;16856;p87"/>
          <p:cNvGrpSpPr/>
          <p:nvPr/>
        </p:nvGrpSpPr>
        <p:grpSpPr>
          <a:xfrm>
            <a:off x="7964753" y="2295373"/>
            <a:ext cx="362068" cy="258670"/>
            <a:chOff x="7964753" y="2470823"/>
            <a:chExt cx="362068" cy="258670"/>
          </a:xfrm>
        </p:grpSpPr>
        <p:sp>
          <p:nvSpPr>
            <p:cNvPr id="16857" name="Google Shape;16857;p87"/>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7"/>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7"/>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7"/>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7"/>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7"/>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7"/>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7"/>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7"/>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6" name="Google Shape;16866;p87"/>
          <p:cNvGrpSpPr/>
          <p:nvPr/>
        </p:nvGrpSpPr>
        <p:grpSpPr>
          <a:xfrm>
            <a:off x="7524349" y="2280997"/>
            <a:ext cx="350332" cy="288948"/>
            <a:chOff x="7524349" y="2456447"/>
            <a:chExt cx="350332" cy="288948"/>
          </a:xfrm>
        </p:grpSpPr>
        <p:sp>
          <p:nvSpPr>
            <p:cNvPr id="16867" name="Google Shape;16867;p87"/>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7"/>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7"/>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7"/>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7"/>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2" name="Google Shape;16872;p87"/>
          <p:cNvGrpSpPr/>
          <p:nvPr/>
        </p:nvGrpSpPr>
        <p:grpSpPr>
          <a:xfrm>
            <a:off x="3972749" y="2719143"/>
            <a:ext cx="355230" cy="356725"/>
            <a:chOff x="3972749" y="2894211"/>
            <a:chExt cx="355230" cy="356725"/>
          </a:xfrm>
        </p:grpSpPr>
        <p:sp>
          <p:nvSpPr>
            <p:cNvPr id="16873" name="Google Shape;16873;p87"/>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7"/>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7"/>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7"/>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7"/>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8" name="Google Shape;16878;p87"/>
          <p:cNvGrpSpPr/>
          <p:nvPr/>
        </p:nvGrpSpPr>
        <p:grpSpPr>
          <a:xfrm>
            <a:off x="3527797" y="2743553"/>
            <a:ext cx="355993" cy="307904"/>
            <a:chOff x="3527797" y="2918796"/>
            <a:chExt cx="355993" cy="307904"/>
          </a:xfrm>
        </p:grpSpPr>
        <p:sp>
          <p:nvSpPr>
            <p:cNvPr id="16879" name="Google Shape;16879;p87"/>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7"/>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7"/>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7"/>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7"/>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7"/>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7"/>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7"/>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7"/>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7"/>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9" name="Google Shape;16889;p87"/>
          <p:cNvGrpSpPr/>
          <p:nvPr/>
        </p:nvGrpSpPr>
        <p:grpSpPr>
          <a:xfrm>
            <a:off x="3082845" y="2746336"/>
            <a:ext cx="356375" cy="302338"/>
            <a:chOff x="3082845" y="2920959"/>
            <a:chExt cx="356375" cy="302338"/>
          </a:xfrm>
        </p:grpSpPr>
        <p:sp>
          <p:nvSpPr>
            <p:cNvPr id="16890" name="Google Shape;16890;p87"/>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7"/>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87"/>
          <p:cNvGrpSpPr/>
          <p:nvPr/>
        </p:nvGrpSpPr>
        <p:grpSpPr>
          <a:xfrm>
            <a:off x="2639038" y="2719699"/>
            <a:ext cx="355612" cy="355612"/>
            <a:chOff x="2639038" y="2894942"/>
            <a:chExt cx="355612" cy="355612"/>
          </a:xfrm>
        </p:grpSpPr>
        <p:sp>
          <p:nvSpPr>
            <p:cNvPr id="16893" name="Google Shape;16893;p87"/>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7"/>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5" name="Google Shape;16895;p87"/>
          <p:cNvGrpSpPr/>
          <p:nvPr/>
        </p:nvGrpSpPr>
        <p:grpSpPr>
          <a:xfrm>
            <a:off x="2194468" y="2763622"/>
            <a:ext cx="355993" cy="267766"/>
            <a:chOff x="2194468" y="2938865"/>
            <a:chExt cx="355993" cy="267766"/>
          </a:xfrm>
        </p:grpSpPr>
        <p:sp>
          <p:nvSpPr>
            <p:cNvPr id="16896" name="Google Shape;16896;p87"/>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7"/>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7"/>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7"/>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7"/>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7"/>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7"/>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7"/>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7"/>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7"/>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7"/>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7"/>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7"/>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7"/>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7"/>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7"/>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7"/>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7"/>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7"/>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7"/>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6" name="Google Shape;16916;p87"/>
          <p:cNvGrpSpPr/>
          <p:nvPr/>
        </p:nvGrpSpPr>
        <p:grpSpPr>
          <a:xfrm>
            <a:off x="1749897" y="2719699"/>
            <a:ext cx="355993" cy="355612"/>
            <a:chOff x="1749897" y="2894561"/>
            <a:chExt cx="355993" cy="355612"/>
          </a:xfrm>
        </p:grpSpPr>
        <p:sp>
          <p:nvSpPr>
            <p:cNvPr id="16917" name="Google Shape;16917;p87"/>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7"/>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7"/>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7"/>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7"/>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7"/>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7"/>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7"/>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7"/>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7"/>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7"/>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8" name="Google Shape;16928;p87"/>
          <p:cNvGrpSpPr/>
          <p:nvPr/>
        </p:nvGrpSpPr>
        <p:grpSpPr>
          <a:xfrm>
            <a:off x="1305327" y="2718761"/>
            <a:ext cx="357520" cy="357488"/>
            <a:chOff x="1305327" y="2894211"/>
            <a:chExt cx="357520" cy="357488"/>
          </a:xfrm>
        </p:grpSpPr>
        <p:sp>
          <p:nvSpPr>
            <p:cNvPr id="16929" name="Google Shape;16929;p87"/>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7"/>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7"/>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7"/>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7"/>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87"/>
          <p:cNvGrpSpPr/>
          <p:nvPr/>
        </p:nvGrpSpPr>
        <p:grpSpPr>
          <a:xfrm>
            <a:off x="853950" y="2720860"/>
            <a:ext cx="364104" cy="353290"/>
            <a:chOff x="853950" y="2894720"/>
            <a:chExt cx="364104" cy="353290"/>
          </a:xfrm>
        </p:grpSpPr>
        <p:sp>
          <p:nvSpPr>
            <p:cNvPr id="16935" name="Google Shape;16935;p87"/>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7"/>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7"/>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7"/>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7"/>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7"/>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7"/>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2" name="Google Shape;16942;p87"/>
          <p:cNvGrpSpPr/>
          <p:nvPr/>
        </p:nvGrpSpPr>
        <p:grpSpPr>
          <a:xfrm>
            <a:off x="7066548" y="2737144"/>
            <a:ext cx="352209" cy="334938"/>
            <a:chOff x="7066548" y="2912594"/>
            <a:chExt cx="352209" cy="334938"/>
          </a:xfrm>
        </p:grpSpPr>
        <p:sp>
          <p:nvSpPr>
            <p:cNvPr id="16943" name="Google Shape;16943;p87"/>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7"/>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7"/>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7"/>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7"/>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7"/>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9" name="Google Shape;16949;p87"/>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7"/>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51" name="Google Shape;16951;p87"/>
          <p:cNvGrpSpPr/>
          <p:nvPr/>
        </p:nvGrpSpPr>
        <p:grpSpPr>
          <a:xfrm>
            <a:off x="7541397" y="2729352"/>
            <a:ext cx="318495" cy="352209"/>
            <a:chOff x="7541397" y="2904802"/>
            <a:chExt cx="318495" cy="352209"/>
          </a:xfrm>
        </p:grpSpPr>
        <p:sp>
          <p:nvSpPr>
            <p:cNvPr id="16952" name="Google Shape;16952;p87"/>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7"/>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87"/>
          <p:cNvGrpSpPr/>
          <p:nvPr/>
        </p:nvGrpSpPr>
        <p:grpSpPr>
          <a:xfrm>
            <a:off x="8003015" y="2728589"/>
            <a:ext cx="306759" cy="351445"/>
            <a:chOff x="8003015" y="2904039"/>
            <a:chExt cx="306759" cy="351445"/>
          </a:xfrm>
        </p:grpSpPr>
        <p:sp>
          <p:nvSpPr>
            <p:cNvPr id="16955" name="Google Shape;16955;p87"/>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7"/>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7"/>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7"/>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7"/>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7"/>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1" name="Google Shape;16961;p87"/>
          <p:cNvGrpSpPr/>
          <p:nvPr/>
        </p:nvGrpSpPr>
        <p:grpSpPr>
          <a:xfrm>
            <a:off x="5687770" y="2710046"/>
            <a:ext cx="369638" cy="369606"/>
            <a:chOff x="5687770" y="2885496"/>
            <a:chExt cx="369638" cy="369606"/>
          </a:xfrm>
        </p:grpSpPr>
        <p:sp>
          <p:nvSpPr>
            <p:cNvPr id="16962" name="Google Shape;16962;p87"/>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7"/>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7"/>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7"/>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7"/>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7"/>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7"/>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7"/>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7"/>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7"/>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2" name="Google Shape;16972;p87"/>
          <p:cNvGrpSpPr/>
          <p:nvPr/>
        </p:nvGrpSpPr>
        <p:grpSpPr>
          <a:xfrm>
            <a:off x="4881958" y="2729352"/>
            <a:ext cx="156417" cy="349537"/>
            <a:chOff x="4881958" y="2904802"/>
            <a:chExt cx="156417" cy="349537"/>
          </a:xfrm>
        </p:grpSpPr>
        <p:sp>
          <p:nvSpPr>
            <p:cNvPr id="16973" name="Google Shape;16973;p87"/>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7"/>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7"/>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7"/>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7"/>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7"/>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7"/>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0" name="Google Shape;16980;p87"/>
          <p:cNvGrpSpPr/>
          <p:nvPr/>
        </p:nvGrpSpPr>
        <p:grpSpPr>
          <a:xfrm>
            <a:off x="5230318" y="2711064"/>
            <a:ext cx="371133" cy="367443"/>
            <a:chOff x="5230318" y="2886514"/>
            <a:chExt cx="371133" cy="367443"/>
          </a:xfrm>
        </p:grpSpPr>
        <p:sp>
          <p:nvSpPr>
            <p:cNvPr id="16981" name="Google Shape;16981;p87"/>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7"/>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7"/>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7"/>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7"/>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7"/>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7"/>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7"/>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7"/>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0" name="Google Shape;16990;p87"/>
          <p:cNvGrpSpPr/>
          <p:nvPr/>
        </p:nvGrpSpPr>
        <p:grpSpPr>
          <a:xfrm>
            <a:off x="5748358" y="3259128"/>
            <a:ext cx="352590" cy="182561"/>
            <a:chOff x="5748358" y="3434578"/>
            <a:chExt cx="352590" cy="182561"/>
          </a:xfrm>
        </p:grpSpPr>
        <p:sp>
          <p:nvSpPr>
            <p:cNvPr id="16991" name="Google Shape;16991;p87"/>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7"/>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7"/>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7"/>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7"/>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7"/>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87"/>
          <p:cNvGrpSpPr/>
          <p:nvPr/>
        </p:nvGrpSpPr>
        <p:grpSpPr>
          <a:xfrm>
            <a:off x="862283" y="4099321"/>
            <a:ext cx="341204" cy="359301"/>
            <a:chOff x="862283" y="4274771"/>
            <a:chExt cx="341204" cy="359301"/>
          </a:xfrm>
        </p:grpSpPr>
        <p:sp>
          <p:nvSpPr>
            <p:cNvPr id="16998" name="Google Shape;16998;p87"/>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7"/>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7"/>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1" name="Google Shape;17001;p87"/>
          <p:cNvGrpSpPr/>
          <p:nvPr/>
        </p:nvGrpSpPr>
        <p:grpSpPr>
          <a:xfrm>
            <a:off x="1396957" y="4111915"/>
            <a:ext cx="301861" cy="332871"/>
            <a:chOff x="1396957" y="4287365"/>
            <a:chExt cx="301861" cy="332871"/>
          </a:xfrm>
        </p:grpSpPr>
        <p:sp>
          <p:nvSpPr>
            <p:cNvPr id="17002" name="Google Shape;17002;p87"/>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7"/>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7"/>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7"/>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7"/>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7"/>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7"/>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7"/>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7"/>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7"/>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7"/>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7"/>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7"/>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7"/>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7"/>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7" name="Google Shape;17017;p87"/>
          <p:cNvGrpSpPr/>
          <p:nvPr/>
        </p:nvGrpSpPr>
        <p:grpSpPr>
          <a:xfrm>
            <a:off x="1865381" y="4102056"/>
            <a:ext cx="396131" cy="355612"/>
            <a:chOff x="1865381" y="4277506"/>
            <a:chExt cx="396131" cy="355612"/>
          </a:xfrm>
        </p:grpSpPr>
        <p:sp>
          <p:nvSpPr>
            <p:cNvPr id="17018" name="Google Shape;17018;p87"/>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7"/>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7"/>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7"/>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7"/>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7"/>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4" name="Google Shape;17024;p87"/>
          <p:cNvGrpSpPr/>
          <p:nvPr/>
        </p:nvGrpSpPr>
        <p:grpSpPr>
          <a:xfrm>
            <a:off x="2411823" y="4128549"/>
            <a:ext cx="334398" cy="299953"/>
            <a:chOff x="2411823" y="4303999"/>
            <a:chExt cx="334398" cy="299953"/>
          </a:xfrm>
        </p:grpSpPr>
        <p:sp>
          <p:nvSpPr>
            <p:cNvPr id="17025" name="Google Shape;17025;p87"/>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7"/>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7"/>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7"/>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7"/>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7"/>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7"/>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2" name="Google Shape;17032;p87"/>
          <p:cNvGrpSpPr/>
          <p:nvPr/>
        </p:nvGrpSpPr>
        <p:grpSpPr>
          <a:xfrm>
            <a:off x="2903337" y="4103582"/>
            <a:ext cx="382519" cy="350682"/>
            <a:chOff x="2903337" y="4279032"/>
            <a:chExt cx="382519" cy="350682"/>
          </a:xfrm>
        </p:grpSpPr>
        <p:sp>
          <p:nvSpPr>
            <p:cNvPr id="17033" name="Google Shape;17033;p87"/>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7"/>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7"/>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7"/>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7"/>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7"/>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7"/>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7"/>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7"/>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7"/>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7"/>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7"/>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7"/>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7"/>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7"/>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8" name="Google Shape;17048;p87"/>
          <p:cNvGrpSpPr/>
          <p:nvPr/>
        </p:nvGrpSpPr>
        <p:grpSpPr>
          <a:xfrm>
            <a:off x="3933342" y="4140317"/>
            <a:ext cx="383632" cy="276449"/>
            <a:chOff x="3933342" y="4315767"/>
            <a:chExt cx="383632" cy="276449"/>
          </a:xfrm>
        </p:grpSpPr>
        <p:sp>
          <p:nvSpPr>
            <p:cNvPr id="17049" name="Google Shape;17049;p87"/>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7"/>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7"/>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7"/>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7"/>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7"/>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5" name="Google Shape;17055;p87"/>
          <p:cNvGrpSpPr/>
          <p:nvPr/>
        </p:nvGrpSpPr>
        <p:grpSpPr>
          <a:xfrm>
            <a:off x="3441065" y="4127055"/>
            <a:ext cx="337069" cy="302593"/>
            <a:chOff x="3441065" y="4302505"/>
            <a:chExt cx="337069" cy="302593"/>
          </a:xfrm>
        </p:grpSpPr>
        <p:sp>
          <p:nvSpPr>
            <p:cNvPr id="17056" name="Google Shape;17056;p87"/>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7"/>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7"/>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7"/>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7"/>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7"/>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7"/>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7"/>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7"/>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7"/>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7"/>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7"/>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7"/>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87"/>
          <p:cNvGrpSpPr/>
          <p:nvPr/>
        </p:nvGrpSpPr>
        <p:grpSpPr>
          <a:xfrm>
            <a:off x="3532345" y="3187185"/>
            <a:ext cx="339328" cy="336274"/>
            <a:chOff x="3532345" y="3362635"/>
            <a:chExt cx="339328" cy="336274"/>
          </a:xfrm>
        </p:grpSpPr>
        <p:sp>
          <p:nvSpPr>
            <p:cNvPr id="17070" name="Google Shape;17070;p8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7"/>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7"/>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7"/>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75" name="Google Shape;17075;p87"/>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6" name="Google Shape;17076;p87"/>
          <p:cNvGrpSpPr/>
          <p:nvPr/>
        </p:nvGrpSpPr>
        <p:grpSpPr>
          <a:xfrm>
            <a:off x="1883955" y="3633250"/>
            <a:ext cx="162873" cy="351445"/>
            <a:chOff x="1883955" y="3808700"/>
            <a:chExt cx="162873" cy="351445"/>
          </a:xfrm>
        </p:grpSpPr>
        <p:sp>
          <p:nvSpPr>
            <p:cNvPr id="17077" name="Google Shape;17077;p87"/>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7"/>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9" name="Google Shape;17079;p87"/>
          <p:cNvGrpSpPr/>
          <p:nvPr/>
        </p:nvGrpSpPr>
        <p:grpSpPr>
          <a:xfrm>
            <a:off x="939156" y="3633759"/>
            <a:ext cx="192007" cy="351318"/>
            <a:chOff x="939156" y="3809209"/>
            <a:chExt cx="192007" cy="351318"/>
          </a:xfrm>
        </p:grpSpPr>
        <p:sp>
          <p:nvSpPr>
            <p:cNvPr id="17080" name="Google Shape;17080;p87"/>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7"/>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2" name="Google Shape;17082;p87"/>
          <p:cNvGrpSpPr/>
          <p:nvPr/>
        </p:nvGrpSpPr>
        <p:grpSpPr>
          <a:xfrm>
            <a:off x="2306167" y="3634395"/>
            <a:ext cx="193915" cy="349155"/>
            <a:chOff x="2306167" y="3809845"/>
            <a:chExt cx="193915" cy="349155"/>
          </a:xfrm>
        </p:grpSpPr>
        <p:sp>
          <p:nvSpPr>
            <p:cNvPr id="17083" name="Google Shape;17083;p87"/>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7"/>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7"/>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7"/>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7"/>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7"/>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7"/>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0" name="Google Shape;17090;p87"/>
          <p:cNvGrpSpPr/>
          <p:nvPr/>
        </p:nvGrpSpPr>
        <p:grpSpPr>
          <a:xfrm>
            <a:off x="1323901" y="3631723"/>
            <a:ext cx="356343" cy="356757"/>
            <a:chOff x="1323901" y="3807173"/>
            <a:chExt cx="356343" cy="356757"/>
          </a:xfrm>
        </p:grpSpPr>
        <p:sp>
          <p:nvSpPr>
            <p:cNvPr id="17091" name="Google Shape;17091;p87"/>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7"/>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7"/>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7"/>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7"/>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7"/>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7"/>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7"/>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7"/>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7"/>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7"/>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7"/>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7"/>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7"/>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7"/>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7"/>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7"/>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7"/>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7"/>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7"/>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7"/>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7"/>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7"/>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7"/>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15" name="Google Shape;17115;p87"/>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16" name="Google Shape;17116;p87"/>
          <p:cNvGrpSpPr/>
          <p:nvPr/>
        </p:nvGrpSpPr>
        <p:grpSpPr>
          <a:xfrm>
            <a:off x="859262" y="3178470"/>
            <a:ext cx="306759" cy="351445"/>
            <a:chOff x="859262" y="3353920"/>
            <a:chExt cx="306759" cy="351445"/>
          </a:xfrm>
        </p:grpSpPr>
        <p:sp>
          <p:nvSpPr>
            <p:cNvPr id="17117" name="Google Shape;17117;p87"/>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7"/>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7"/>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7"/>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7"/>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2" name="Google Shape;17122;p87"/>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23" name="Google Shape;17123;p87"/>
          <p:cNvGrpSpPr/>
          <p:nvPr/>
        </p:nvGrpSpPr>
        <p:grpSpPr>
          <a:xfrm>
            <a:off x="3967437" y="3661652"/>
            <a:ext cx="364708" cy="295405"/>
            <a:chOff x="3967437" y="3837102"/>
            <a:chExt cx="364708" cy="295405"/>
          </a:xfrm>
        </p:grpSpPr>
        <p:sp>
          <p:nvSpPr>
            <p:cNvPr id="17124" name="Google Shape;17124;p87"/>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7"/>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7"/>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7"/>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7"/>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9" name="Google Shape;17129;p87"/>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7"/>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7"/>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2" name="Google Shape;17132;p87"/>
          <p:cNvGrpSpPr/>
          <p:nvPr/>
        </p:nvGrpSpPr>
        <p:grpSpPr>
          <a:xfrm>
            <a:off x="5811827" y="3631001"/>
            <a:ext cx="283743" cy="308444"/>
            <a:chOff x="5964227" y="3858701"/>
            <a:chExt cx="283743" cy="308444"/>
          </a:xfrm>
        </p:grpSpPr>
        <p:sp>
          <p:nvSpPr>
            <p:cNvPr id="17133" name="Google Shape;17133;p87"/>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7"/>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7"/>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7"/>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87"/>
          <p:cNvGrpSpPr/>
          <p:nvPr/>
        </p:nvGrpSpPr>
        <p:grpSpPr>
          <a:xfrm>
            <a:off x="6243508" y="3697623"/>
            <a:ext cx="320372" cy="213602"/>
            <a:chOff x="6395908" y="3873073"/>
            <a:chExt cx="320372" cy="213602"/>
          </a:xfrm>
        </p:grpSpPr>
        <p:sp>
          <p:nvSpPr>
            <p:cNvPr id="17138" name="Google Shape;17138;p87"/>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7"/>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7"/>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7"/>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7"/>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7"/>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7"/>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7"/>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7"/>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7"/>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8" name="Google Shape;17148;p87"/>
          <p:cNvGrpSpPr/>
          <p:nvPr/>
        </p:nvGrpSpPr>
        <p:grpSpPr>
          <a:xfrm>
            <a:off x="7262890" y="3627366"/>
            <a:ext cx="357138" cy="352018"/>
            <a:chOff x="7415290" y="3802816"/>
            <a:chExt cx="357138" cy="352018"/>
          </a:xfrm>
        </p:grpSpPr>
        <p:sp>
          <p:nvSpPr>
            <p:cNvPr id="17149" name="Google Shape;17149;p87"/>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7"/>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7"/>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7"/>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7"/>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7"/>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7"/>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7"/>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7" name="Google Shape;17157;p87"/>
          <p:cNvGrpSpPr/>
          <p:nvPr/>
        </p:nvGrpSpPr>
        <p:grpSpPr>
          <a:xfrm>
            <a:off x="6737312" y="3657963"/>
            <a:ext cx="355230" cy="293401"/>
            <a:chOff x="6889712" y="3833413"/>
            <a:chExt cx="355230" cy="293401"/>
          </a:xfrm>
        </p:grpSpPr>
        <p:sp>
          <p:nvSpPr>
            <p:cNvPr id="17158" name="Google Shape;17158;p87"/>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7"/>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7"/>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7"/>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7"/>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3" name="Google Shape;17163;p87"/>
          <p:cNvGrpSpPr/>
          <p:nvPr/>
        </p:nvGrpSpPr>
        <p:grpSpPr>
          <a:xfrm>
            <a:off x="7707152" y="3660420"/>
            <a:ext cx="282318" cy="337168"/>
            <a:chOff x="1635875" y="237775"/>
            <a:chExt cx="4370250" cy="5219325"/>
          </a:xfrm>
        </p:grpSpPr>
        <p:sp>
          <p:nvSpPr>
            <p:cNvPr id="17164" name="Google Shape;17164;p87"/>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7"/>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6" name="Google Shape;17166;p87"/>
          <p:cNvGrpSpPr/>
          <p:nvPr/>
        </p:nvGrpSpPr>
        <p:grpSpPr>
          <a:xfrm>
            <a:off x="3103963" y="3185690"/>
            <a:ext cx="297886" cy="337578"/>
            <a:chOff x="3103963" y="3361140"/>
            <a:chExt cx="297886" cy="337578"/>
          </a:xfrm>
        </p:grpSpPr>
        <p:sp>
          <p:nvSpPr>
            <p:cNvPr id="17167" name="Google Shape;17167;p87"/>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7"/>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7"/>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7"/>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7"/>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7"/>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7"/>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7"/>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7"/>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7"/>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7"/>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7"/>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1" name="Google Shape;17191;p87"/>
          <p:cNvGrpSpPr/>
          <p:nvPr/>
        </p:nvGrpSpPr>
        <p:grpSpPr>
          <a:xfrm>
            <a:off x="2667821" y="3185658"/>
            <a:ext cx="273046" cy="337801"/>
            <a:chOff x="2667821" y="3361108"/>
            <a:chExt cx="273046" cy="337801"/>
          </a:xfrm>
        </p:grpSpPr>
        <p:sp>
          <p:nvSpPr>
            <p:cNvPr id="17192" name="Google Shape;17192;p87"/>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7"/>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7"/>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7"/>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7"/>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7"/>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7"/>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7"/>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7"/>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7"/>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7"/>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7"/>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7"/>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7"/>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7"/>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7"/>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7"/>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7"/>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7"/>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1" name="Google Shape;17211;p87"/>
          <p:cNvGrpSpPr/>
          <p:nvPr/>
        </p:nvGrpSpPr>
        <p:grpSpPr>
          <a:xfrm>
            <a:off x="2212469" y="3184863"/>
            <a:ext cx="282715" cy="338660"/>
            <a:chOff x="2212469" y="3360313"/>
            <a:chExt cx="282715" cy="338660"/>
          </a:xfrm>
        </p:grpSpPr>
        <p:sp>
          <p:nvSpPr>
            <p:cNvPr id="17212" name="Google Shape;17212;p87"/>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7"/>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7"/>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5" name="Google Shape;17215;p87"/>
          <p:cNvGrpSpPr/>
          <p:nvPr/>
        </p:nvGrpSpPr>
        <p:grpSpPr>
          <a:xfrm>
            <a:off x="1768821" y="3185658"/>
            <a:ext cx="278739" cy="339073"/>
            <a:chOff x="1768821" y="3361108"/>
            <a:chExt cx="278739" cy="339073"/>
          </a:xfrm>
        </p:grpSpPr>
        <p:sp>
          <p:nvSpPr>
            <p:cNvPr id="17216" name="Google Shape;17216;p87"/>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7"/>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7"/>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7"/>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7"/>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7"/>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7"/>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7"/>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7"/>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7"/>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7"/>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87"/>
          <p:cNvGrpSpPr/>
          <p:nvPr/>
        </p:nvGrpSpPr>
        <p:grpSpPr>
          <a:xfrm>
            <a:off x="5337883" y="3161423"/>
            <a:ext cx="307141" cy="376826"/>
            <a:chOff x="5337883" y="3336873"/>
            <a:chExt cx="307141" cy="376826"/>
          </a:xfrm>
        </p:grpSpPr>
        <p:sp>
          <p:nvSpPr>
            <p:cNvPr id="17228" name="Google Shape;17228;p87"/>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7"/>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0" name="Google Shape;17230;p87"/>
          <p:cNvGrpSpPr/>
          <p:nvPr/>
        </p:nvGrpSpPr>
        <p:grpSpPr>
          <a:xfrm>
            <a:off x="4883835" y="3161805"/>
            <a:ext cx="323425" cy="377557"/>
            <a:chOff x="4883835" y="3337255"/>
            <a:chExt cx="323425" cy="377557"/>
          </a:xfrm>
        </p:grpSpPr>
        <p:sp>
          <p:nvSpPr>
            <p:cNvPr id="17231" name="Google Shape;17231;p87"/>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7"/>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7"/>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87"/>
          <p:cNvGrpSpPr/>
          <p:nvPr/>
        </p:nvGrpSpPr>
        <p:grpSpPr>
          <a:xfrm>
            <a:off x="6193310" y="3231839"/>
            <a:ext cx="352590" cy="237488"/>
            <a:chOff x="6193310" y="3407289"/>
            <a:chExt cx="352590" cy="237488"/>
          </a:xfrm>
        </p:grpSpPr>
        <p:sp>
          <p:nvSpPr>
            <p:cNvPr id="17235" name="Google Shape;17235;p87"/>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7"/>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7"/>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7"/>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7"/>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0" name="Google Shape;17240;p87"/>
          <p:cNvGrpSpPr/>
          <p:nvPr/>
        </p:nvGrpSpPr>
        <p:grpSpPr>
          <a:xfrm>
            <a:off x="6637117" y="3222393"/>
            <a:ext cx="353735" cy="254504"/>
            <a:chOff x="6637117" y="3397843"/>
            <a:chExt cx="353735" cy="254504"/>
          </a:xfrm>
        </p:grpSpPr>
        <p:sp>
          <p:nvSpPr>
            <p:cNvPr id="17241" name="Google Shape;17241;p87"/>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7"/>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7"/>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7"/>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7"/>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7"/>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7" name="Google Shape;17247;p87"/>
          <p:cNvGrpSpPr/>
          <p:nvPr/>
        </p:nvGrpSpPr>
        <p:grpSpPr>
          <a:xfrm>
            <a:off x="7075994" y="3174081"/>
            <a:ext cx="360637" cy="352336"/>
            <a:chOff x="7075994" y="3349531"/>
            <a:chExt cx="360637" cy="352336"/>
          </a:xfrm>
        </p:grpSpPr>
        <p:sp>
          <p:nvSpPr>
            <p:cNvPr id="17248" name="Google Shape;17248;p87"/>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7"/>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7"/>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7"/>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7"/>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7"/>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7"/>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87"/>
          <p:cNvGrpSpPr/>
          <p:nvPr/>
        </p:nvGrpSpPr>
        <p:grpSpPr>
          <a:xfrm>
            <a:off x="7651983" y="3173731"/>
            <a:ext cx="107183" cy="352399"/>
            <a:chOff x="7651983" y="3349181"/>
            <a:chExt cx="107183" cy="352399"/>
          </a:xfrm>
        </p:grpSpPr>
        <p:sp>
          <p:nvSpPr>
            <p:cNvPr id="17256" name="Google Shape;17256;p87"/>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7"/>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8" name="Google Shape;17258;p87"/>
          <p:cNvGrpSpPr/>
          <p:nvPr/>
        </p:nvGrpSpPr>
        <p:grpSpPr>
          <a:xfrm>
            <a:off x="7973468" y="3206872"/>
            <a:ext cx="352590" cy="287072"/>
            <a:chOff x="7973468" y="3382322"/>
            <a:chExt cx="352590" cy="287072"/>
          </a:xfrm>
        </p:grpSpPr>
        <p:sp>
          <p:nvSpPr>
            <p:cNvPr id="17259" name="Google Shape;17259;p87"/>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7"/>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7"/>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7"/>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7"/>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7"/>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7"/>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7"/>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7"/>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7"/>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7"/>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7"/>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71" name="Google Shape;17271;p8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7272" name="Google Shape;17272;p8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76" name="Shape 17276"/>
        <p:cNvGrpSpPr/>
        <p:nvPr/>
      </p:nvGrpSpPr>
      <p:grpSpPr>
        <a:xfrm>
          <a:off x="0" y="0"/>
          <a:ext cx="0" cy="0"/>
          <a:chOff x="0" y="0"/>
          <a:chExt cx="0" cy="0"/>
        </a:xfrm>
      </p:grpSpPr>
      <p:grpSp>
        <p:nvGrpSpPr>
          <p:cNvPr id="17277" name="Google Shape;17277;p88"/>
          <p:cNvGrpSpPr/>
          <p:nvPr/>
        </p:nvGrpSpPr>
        <p:grpSpPr>
          <a:xfrm>
            <a:off x="821808" y="1576858"/>
            <a:ext cx="347872" cy="347488"/>
            <a:chOff x="849677" y="1500658"/>
            <a:chExt cx="347872" cy="347488"/>
          </a:xfrm>
        </p:grpSpPr>
        <p:sp>
          <p:nvSpPr>
            <p:cNvPr id="17278" name="Google Shape;17278;p88"/>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8"/>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8"/>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8"/>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8"/>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8"/>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4" name="Google Shape;17284;p88"/>
          <p:cNvGrpSpPr/>
          <p:nvPr/>
        </p:nvGrpSpPr>
        <p:grpSpPr>
          <a:xfrm>
            <a:off x="1387984" y="1576858"/>
            <a:ext cx="315872" cy="347488"/>
            <a:chOff x="1415853" y="1500658"/>
            <a:chExt cx="315872" cy="347488"/>
          </a:xfrm>
        </p:grpSpPr>
        <p:sp>
          <p:nvSpPr>
            <p:cNvPr id="17285" name="Google Shape;17285;p88"/>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8"/>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8"/>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8"/>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9" name="Google Shape;17289;p88"/>
          <p:cNvGrpSpPr/>
          <p:nvPr/>
        </p:nvGrpSpPr>
        <p:grpSpPr>
          <a:xfrm>
            <a:off x="4669520" y="1576858"/>
            <a:ext cx="347520" cy="347104"/>
            <a:chOff x="4697389" y="1500658"/>
            <a:chExt cx="347520" cy="347104"/>
          </a:xfrm>
        </p:grpSpPr>
        <p:sp>
          <p:nvSpPr>
            <p:cNvPr id="17290" name="Google Shape;17290;p88"/>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8"/>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8"/>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3" name="Google Shape;17293;p88"/>
          <p:cNvGrpSpPr/>
          <p:nvPr/>
        </p:nvGrpSpPr>
        <p:grpSpPr>
          <a:xfrm>
            <a:off x="3575664" y="2041146"/>
            <a:ext cx="347520" cy="353760"/>
            <a:chOff x="3603533" y="1964946"/>
            <a:chExt cx="347520" cy="353760"/>
          </a:xfrm>
        </p:grpSpPr>
        <p:sp>
          <p:nvSpPr>
            <p:cNvPr id="17294" name="Google Shape;17294;p88"/>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8"/>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8"/>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88"/>
          <p:cNvGrpSpPr/>
          <p:nvPr/>
        </p:nvGrpSpPr>
        <p:grpSpPr>
          <a:xfrm>
            <a:off x="1922896" y="2040538"/>
            <a:ext cx="357792" cy="352448"/>
            <a:chOff x="1950765" y="1964338"/>
            <a:chExt cx="357792" cy="352448"/>
          </a:xfrm>
        </p:grpSpPr>
        <p:sp>
          <p:nvSpPr>
            <p:cNvPr id="17298" name="Google Shape;17298;p88"/>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8"/>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8"/>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8"/>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2" name="Google Shape;17302;p88"/>
          <p:cNvGrpSpPr/>
          <p:nvPr/>
        </p:nvGrpSpPr>
        <p:grpSpPr>
          <a:xfrm>
            <a:off x="7407760" y="2040890"/>
            <a:ext cx="367712" cy="353248"/>
            <a:chOff x="7435629" y="1964690"/>
            <a:chExt cx="367712" cy="353248"/>
          </a:xfrm>
        </p:grpSpPr>
        <p:sp>
          <p:nvSpPr>
            <p:cNvPr id="17303" name="Google Shape;17303;p88"/>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8"/>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8"/>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8"/>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7" name="Google Shape;17307;p88"/>
          <p:cNvGrpSpPr/>
          <p:nvPr/>
        </p:nvGrpSpPr>
        <p:grpSpPr>
          <a:xfrm>
            <a:off x="2484880" y="2041242"/>
            <a:ext cx="333024" cy="352896"/>
            <a:chOff x="2512749" y="1965042"/>
            <a:chExt cx="333024" cy="352896"/>
          </a:xfrm>
        </p:grpSpPr>
        <p:sp>
          <p:nvSpPr>
            <p:cNvPr id="17308" name="Google Shape;17308;p88"/>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8"/>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8"/>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8"/>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8"/>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3" name="Google Shape;17313;p88"/>
          <p:cNvGrpSpPr/>
          <p:nvPr/>
        </p:nvGrpSpPr>
        <p:grpSpPr>
          <a:xfrm>
            <a:off x="1370448" y="2057978"/>
            <a:ext cx="365792" cy="335392"/>
            <a:chOff x="1398317" y="1981778"/>
            <a:chExt cx="365792" cy="335392"/>
          </a:xfrm>
        </p:grpSpPr>
        <p:sp>
          <p:nvSpPr>
            <p:cNvPr id="17314" name="Google Shape;17314;p88"/>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8"/>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8"/>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8"/>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8"/>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8"/>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0" name="Google Shape;17320;p88"/>
          <p:cNvGrpSpPr/>
          <p:nvPr/>
        </p:nvGrpSpPr>
        <p:grpSpPr>
          <a:xfrm>
            <a:off x="3024368" y="2079770"/>
            <a:ext cx="353600" cy="314752"/>
            <a:chOff x="3052237" y="2003570"/>
            <a:chExt cx="353600" cy="314752"/>
          </a:xfrm>
        </p:grpSpPr>
        <p:sp>
          <p:nvSpPr>
            <p:cNvPr id="17321" name="Google Shape;17321;p88"/>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8"/>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8"/>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4" name="Google Shape;17324;p88"/>
          <p:cNvGrpSpPr/>
          <p:nvPr/>
        </p:nvGrpSpPr>
        <p:grpSpPr>
          <a:xfrm>
            <a:off x="1376144" y="3034266"/>
            <a:ext cx="368096" cy="223968"/>
            <a:chOff x="1404013" y="2958066"/>
            <a:chExt cx="368096" cy="223968"/>
          </a:xfrm>
        </p:grpSpPr>
        <p:sp>
          <p:nvSpPr>
            <p:cNvPr id="17325" name="Google Shape;17325;p88"/>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8"/>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7" name="Google Shape;17327;p88"/>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8"/>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9" name="Google Shape;17329;p88"/>
          <p:cNvGrpSpPr/>
          <p:nvPr/>
        </p:nvGrpSpPr>
        <p:grpSpPr>
          <a:xfrm>
            <a:off x="1923280" y="2961402"/>
            <a:ext cx="370368" cy="367328"/>
            <a:chOff x="1951149" y="2885202"/>
            <a:chExt cx="370368" cy="367328"/>
          </a:xfrm>
        </p:grpSpPr>
        <p:sp>
          <p:nvSpPr>
            <p:cNvPr id="17330" name="Google Shape;17330;p88"/>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8"/>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8"/>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3" name="Google Shape;17333;p88"/>
          <p:cNvGrpSpPr/>
          <p:nvPr/>
        </p:nvGrpSpPr>
        <p:grpSpPr>
          <a:xfrm>
            <a:off x="2473808" y="2982362"/>
            <a:ext cx="367328" cy="327296"/>
            <a:chOff x="2501677" y="2906162"/>
            <a:chExt cx="367328" cy="327296"/>
          </a:xfrm>
        </p:grpSpPr>
        <p:sp>
          <p:nvSpPr>
            <p:cNvPr id="17334" name="Google Shape;17334;p88"/>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8"/>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8"/>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37" name="Google Shape;17337;p88"/>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38" name="Google Shape;17338;p88"/>
          <p:cNvGrpSpPr/>
          <p:nvPr/>
        </p:nvGrpSpPr>
        <p:grpSpPr>
          <a:xfrm>
            <a:off x="3022448" y="2969914"/>
            <a:ext cx="367712" cy="354240"/>
            <a:chOff x="3050317" y="2893714"/>
            <a:chExt cx="367712" cy="354240"/>
          </a:xfrm>
        </p:grpSpPr>
        <p:sp>
          <p:nvSpPr>
            <p:cNvPr id="17339" name="Google Shape;17339;p88"/>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8"/>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1" name="Google Shape;17341;p88"/>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8"/>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43" name="Google Shape;17343;p88"/>
          <p:cNvGrpSpPr/>
          <p:nvPr/>
        </p:nvGrpSpPr>
        <p:grpSpPr>
          <a:xfrm>
            <a:off x="7503408" y="2962554"/>
            <a:ext cx="185184" cy="367296"/>
            <a:chOff x="7531277" y="2886354"/>
            <a:chExt cx="185184" cy="367296"/>
          </a:xfrm>
        </p:grpSpPr>
        <p:sp>
          <p:nvSpPr>
            <p:cNvPr id="17344" name="Google Shape;17344;p88"/>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8"/>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8"/>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7" name="Google Shape;17347;p88"/>
          <p:cNvGrpSpPr/>
          <p:nvPr/>
        </p:nvGrpSpPr>
        <p:grpSpPr>
          <a:xfrm>
            <a:off x="6898768" y="2962938"/>
            <a:ext cx="297184" cy="367296"/>
            <a:chOff x="6926637" y="2886738"/>
            <a:chExt cx="297184" cy="367296"/>
          </a:xfrm>
        </p:grpSpPr>
        <p:sp>
          <p:nvSpPr>
            <p:cNvPr id="17348" name="Google Shape;17348;p88"/>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8"/>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8"/>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1" name="Google Shape;17351;p88"/>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8"/>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3" name="Google Shape;17353;p88"/>
          <p:cNvGrpSpPr/>
          <p:nvPr/>
        </p:nvGrpSpPr>
        <p:grpSpPr>
          <a:xfrm>
            <a:off x="6312784" y="2962554"/>
            <a:ext cx="370368" cy="368064"/>
            <a:chOff x="6340653" y="2886354"/>
            <a:chExt cx="370368" cy="368064"/>
          </a:xfrm>
        </p:grpSpPr>
        <p:sp>
          <p:nvSpPr>
            <p:cNvPr id="17354" name="Google Shape;17354;p88"/>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8"/>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8"/>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8"/>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8"/>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8"/>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0" name="Google Shape;17360;p88"/>
          <p:cNvGrpSpPr/>
          <p:nvPr/>
        </p:nvGrpSpPr>
        <p:grpSpPr>
          <a:xfrm>
            <a:off x="5218928" y="2057626"/>
            <a:ext cx="354752" cy="336512"/>
            <a:chOff x="5246797" y="1981426"/>
            <a:chExt cx="354752" cy="336512"/>
          </a:xfrm>
        </p:grpSpPr>
        <p:sp>
          <p:nvSpPr>
            <p:cNvPr id="17361" name="Google Shape;17361;p88"/>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8"/>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3" name="Google Shape;17363;p88"/>
          <p:cNvGrpSpPr/>
          <p:nvPr/>
        </p:nvGrpSpPr>
        <p:grpSpPr>
          <a:xfrm>
            <a:off x="4120880" y="2178266"/>
            <a:ext cx="355136" cy="216256"/>
            <a:chOff x="4148749" y="2102066"/>
            <a:chExt cx="355136" cy="216256"/>
          </a:xfrm>
        </p:grpSpPr>
        <p:sp>
          <p:nvSpPr>
            <p:cNvPr id="17364" name="Google Shape;17364;p88"/>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8"/>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6" name="Google Shape;17366;p88"/>
          <p:cNvGrpSpPr/>
          <p:nvPr/>
        </p:nvGrpSpPr>
        <p:grpSpPr>
          <a:xfrm>
            <a:off x="5766800" y="2077626"/>
            <a:ext cx="354752" cy="315360"/>
            <a:chOff x="5794669" y="2001426"/>
            <a:chExt cx="354752" cy="315360"/>
          </a:xfrm>
        </p:grpSpPr>
        <p:sp>
          <p:nvSpPr>
            <p:cNvPr id="17367" name="Google Shape;17367;p88"/>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8"/>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9" name="Google Shape;17369;p88"/>
          <p:cNvGrpSpPr/>
          <p:nvPr/>
        </p:nvGrpSpPr>
        <p:grpSpPr>
          <a:xfrm>
            <a:off x="6317360" y="2106042"/>
            <a:ext cx="352832" cy="289216"/>
            <a:chOff x="6345229" y="2029842"/>
            <a:chExt cx="352832" cy="289216"/>
          </a:xfrm>
        </p:grpSpPr>
        <p:sp>
          <p:nvSpPr>
            <p:cNvPr id="17370" name="Google Shape;17370;p88"/>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8"/>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2" name="Google Shape;17372;p88"/>
          <p:cNvGrpSpPr/>
          <p:nvPr/>
        </p:nvGrpSpPr>
        <p:grpSpPr>
          <a:xfrm>
            <a:off x="4669520" y="2112538"/>
            <a:ext cx="354752" cy="281984"/>
            <a:chOff x="4697389" y="2036338"/>
            <a:chExt cx="354752" cy="281984"/>
          </a:xfrm>
        </p:grpSpPr>
        <p:sp>
          <p:nvSpPr>
            <p:cNvPr id="17373" name="Google Shape;17373;p88"/>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8"/>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5" name="Google Shape;17375;p88"/>
          <p:cNvGrpSpPr/>
          <p:nvPr/>
        </p:nvGrpSpPr>
        <p:grpSpPr>
          <a:xfrm>
            <a:off x="1376144" y="2500954"/>
            <a:ext cx="353600" cy="354944"/>
            <a:chOff x="1404013" y="2424754"/>
            <a:chExt cx="353600" cy="354944"/>
          </a:xfrm>
        </p:grpSpPr>
        <p:sp>
          <p:nvSpPr>
            <p:cNvPr id="17376" name="Google Shape;17376;p88"/>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8"/>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8"/>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8"/>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8"/>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88"/>
          <p:cNvGrpSpPr/>
          <p:nvPr/>
        </p:nvGrpSpPr>
        <p:grpSpPr>
          <a:xfrm>
            <a:off x="826384" y="2504474"/>
            <a:ext cx="355104" cy="351040"/>
            <a:chOff x="854253" y="2428274"/>
            <a:chExt cx="355104" cy="351040"/>
          </a:xfrm>
        </p:grpSpPr>
        <p:sp>
          <p:nvSpPr>
            <p:cNvPr id="17382" name="Google Shape;17382;p88"/>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8"/>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4" name="Google Shape;17384;p88"/>
          <p:cNvGrpSpPr/>
          <p:nvPr/>
        </p:nvGrpSpPr>
        <p:grpSpPr>
          <a:xfrm>
            <a:off x="6869040" y="2517146"/>
            <a:ext cx="354752" cy="275904"/>
            <a:chOff x="6896909" y="2440946"/>
            <a:chExt cx="354752" cy="275904"/>
          </a:xfrm>
        </p:grpSpPr>
        <p:sp>
          <p:nvSpPr>
            <p:cNvPr id="17385" name="Google Shape;17385;p88"/>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8"/>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7" name="Google Shape;17387;p88"/>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8" name="Google Shape;17388;p88"/>
          <p:cNvGrpSpPr/>
          <p:nvPr/>
        </p:nvGrpSpPr>
        <p:grpSpPr>
          <a:xfrm>
            <a:off x="5237200" y="2500954"/>
            <a:ext cx="321984" cy="354560"/>
            <a:chOff x="5265069" y="2424754"/>
            <a:chExt cx="321984" cy="354560"/>
          </a:xfrm>
        </p:grpSpPr>
        <p:sp>
          <p:nvSpPr>
            <p:cNvPr id="17389" name="Google Shape;17389;p88"/>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8"/>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1" name="Google Shape;17391;p88"/>
          <p:cNvGrpSpPr/>
          <p:nvPr/>
        </p:nvGrpSpPr>
        <p:grpSpPr>
          <a:xfrm>
            <a:off x="4122800" y="2542970"/>
            <a:ext cx="355104" cy="259584"/>
            <a:chOff x="4150669" y="2466770"/>
            <a:chExt cx="355104" cy="259584"/>
          </a:xfrm>
        </p:grpSpPr>
        <p:sp>
          <p:nvSpPr>
            <p:cNvPr id="17392" name="Google Shape;17392;p88"/>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8"/>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8"/>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8"/>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6" name="Google Shape;17396;p88"/>
          <p:cNvGrpSpPr/>
          <p:nvPr/>
        </p:nvGrpSpPr>
        <p:grpSpPr>
          <a:xfrm>
            <a:off x="4671824" y="2501146"/>
            <a:ext cx="354336" cy="353984"/>
            <a:chOff x="4699693" y="2424946"/>
            <a:chExt cx="354336" cy="353984"/>
          </a:xfrm>
        </p:grpSpPr>
        <p:sp>
          <p:nvSpPr>
            <p:cNvPr id="17397" name="Google Shape;17397;p88"/>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8"/>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99" name="Google Shape;17399;p88"/>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8"/>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1" name="Google Shape;17401;p88"/>
          <p:cNvGrpSpPr/>
          <p:nvPr/>
        </p:nvGrpSpPr>
        <p:grpSpPr>
          <a:xfrm>
            <a:off x="1925168" y="2628442"/>
            <a:ext cx="355136" cy="227072"/>
            <a:chOff x="1953037" y="2552242"/>
            <a:chExt cx="355136" cy="227072"/>
          </a:xfrm>
        </p:grpSpPr>
        <p:sp>
          <p:nvSpPr>
            <p:cNvPr id="17402" name="Google Shape;17402;p88"/>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8"/>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4" name="Google Shape;17404;p88"/>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5" name="Google Shape;17405;p88"/>
          <p:cNvGrpSpPr/>
          <p:nvPr/>
        </p:nvGrpSpPr>
        <p:grpSpPr>
          <a:xfrm>
            <a:off x="2473072" y="2603418"/>
            <a:ext cx="355104" cy="250944"/>
            <a:chOff x="2500941" y="2527218"/>
            <a:chExt cx="355104" cy="250944"/>
          </a:xfrm>
        </p:grpSpPr>
        <p:sp>
          <p:nvSpPr>
            <p:cNvPr id="17406" name="Google Shape;17406;p88"/>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8"/>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8"/>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8"/>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8"/>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11" name="Google Shape;17411;p88"/>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12" name="Google Shape;17412;p88"/>
          <p:cNvGrpSpPr/>
          <p:nvPr/>
        </p:nvGrpSpPr>
        <p:grpSpPr>
          <a:xfrm>
            <a:off x="7965936" y="2503322"/>
            <a:ext cx="356256" cy="351808"/>
            <a:chOff x="7993805" y="2427122"/>
            <a:chExt cx="356256" cy="351808"/>
          </a:xfrm>
        </p:grpSpPr>
        <p:sp>
          <p:nvSpPr>
            <p:cNvPr id="17413" name="Google Shape;17413;p88"/>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8"/>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8"/>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6" name="Google Shape;17416;p88"/>
          <p:cNvGrpSpPr/>
          <p:nvPr/>
        </p:nvGrpSpPr>
        <p:grpSpPr>
          <a:xfrm>
            <a:off x="850768" y="2041210"/>
            <a:ext cx="308640" cy="353312"/>
            <a:chOff x="878637" y="1965010"/>
            <a:chExt cx="308640" cy="353312"/>
          </a:xfrm>
        </p:grpSpPr>
        <p:sp>
          <p:nvSpPr>
            <p:cNvPr id="17417" name="Google Shape;17417;p88"/>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8"/>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8"/>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0" name="Google Shape;17420;p88"/>
          <p:cNvGrpSpPr/>
          <p:nvPr/>
        </p:nvGrpSpPr>
        <p:grpSpPr>
          <a:xfrm>
            <a:off x="6868272" y="2040922"/>
            <a:ext cx="348256" cy="352448"/>
            <a:chOff x="6896141" y="1964722"/>
            <a:chExt cx="348256" cy="352448"/>
          </a:xfrm>
        </p:grpSpPr>
        <p:sp>
          <p:nvSpPr>
            <p:cNvPr id="17421" name="Google Shape;17421;p88"/>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8"/>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8"/>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4" name="Google Shape;17424;p88"/>
          <p:cNvGrpSpPr/>
          <p:nvPr/>
        </p:nvGrpSpPr>
        <p:grpSpPr>
          <a:xfrm>
            <a:off x="7962128" y="2091578"/>
            <a:ext cx="355136" cy="303328"/>
            <a:chOff x="7989997" y="2015378"/>
            <a:chExt cx="355136" cy="303328"/>
          </a:xfrm>
        </p:grpSpPr>
        <p:sp>
          <p:nvSpPr>
            <p:cNvPr id="17425" name="Google Shape;17425;p88"/>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8"/>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8"/>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8" name="Google Shape;17428;p88"/>
          <p:cNvGrpSpPr/>
          <p:nvPr/>
        </p:nvGrpSpPr>
        <p:grpSpPr>
          <a:xfrm>
            <a:off x="3570352" y="1585562"/>
            <a:ext cx="348640" cy="330784"/>
            <a:chOff x="3598221" y="1509362"/>
            <a:chExt cx="348640" cy="330784"/>
          </a:xfrm>
        </p:grpSpPr>
        <p:sp>
          <p:nvSpPr>
            <p:cNvPr id="17429" name="Google Shape;17429;p88"/>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8"/>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8"/>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8"/>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3" name="Google Shape;17433;p88"/>
          <p:cNvGrpSpPr/>
          <p:nvPr/>
        </p:nvGrpSpPr>
        <p:grpSpPr>
          <a:xfrm>
            <a:off x="5218928" y="1576858"/>
            <a:ext cx="347872" cy="347488"/>
            <a:chOff x="5246797" y="1500658"/>
            <a:chExt cx="347872" cy="347488"/>
          </a:xfrm>
        </p:grpSpPr>
        <p:sp>
          <p:nvSpPr>
            <p:cNvPr id="17434" name="Google Shape;17434;p88"/>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8"/>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8"/>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8"/>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8" name="Google Shape;17438;p88"/>
          <p:cNvGrpSpPr/>
          <p:nvPr/>
        </p:nvGrpSpPr>
        <p:grpSpPr>
          <a:xfrm>
            <a:off x="5768720" y="1576858"/>
            <a:ext cx="349024" cy="346752"/>
            <a:chOff x="5796589" y="1500658"/>
            <a:chExt cx="349024" cy="346752"/>
          </a:xfrm>
        </p:grpSpPr>
        <p:sp>
          <p:nvSpPr>
            <p:cNvPr id="17439" name="Google Shape;17439;p88"/>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40" name="Google Shape;17440;p88"/>
            <p:cNvGrpSpPr/>
            <p:nvPr/>
          </p:nvGrpSpPr>
          <p:grpSpPr>
            <a:xfrm>
              <a:off x="5796589" y="1500658"/>
              <a:ext cx="349024" cy="346752"/>
              <a:chOff x="5796589" y="1500658"/>
              <a:chExt cx="349024" cy="346752"/>
            </a:xfrm>
          </p:grpSpPr>
          <p:sp>
            <p:nvSpPr>
              <p:cNvPr id="17441" name="Google Shape;17441;p88"/>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8"/>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8"/>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8"/>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45" name="Google Shape;17445;p88"/>
          <p:cNvGrpSpPr/>
          <p:nvPr/>
        </p:nvGrpSpPr>
        <p:grpSpPr>
          <a:xfrm>
            <a:off x="6867504" y="1578778"/>
            <a:ext cx="348640" cy="343296"/>
            <a:chOff x="6895373" y="1502578"/>
            <a:chExt cx="348640" cy="343296"/>
          </a:xfrm>
        </p:grpSpPr>
        <p:sp>
          <p:nvSpPr>
            <p:cNvPr id="17446" name="Google Shape;17446;p88"/>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8"/>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8"/>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9" name="Google Shape;17449;p88"/>
          <p:cNvGrpSpPr/>
          <p:nvPr/>
        </p:nvGrpSpPr>
        <p:grpSpPr>
          <a:xfrm>
            <a:off x="4119728" y="1581658"/>
            <a:ext cx="347904" cy="336992"/>
            <a:chOff x="4147597" y="1505458"/>
            <a:chExt cx="347904" cy="336992"/>
          </a:xfrm>
        </p:grpSpPr>
        <p:sp>
          <p:nvSpPr>
            <p:cNvPr id="17450" name="Google Shape;17450;p88"/>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8"/>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8"/>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8"/>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8"/>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8"/>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8"/>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7" name="Google Shape;17457;p88"/>
          <p:cNvGrpSpPr/>
          <p:nvPr/>
        </p:nvGrpSpPr>
        <p:grpSpPr>
          <a:xfrm>
            <a:off x="2471536" y="1576090"/>
            <a:ext cx="347488" cy="348256"/>
            <a:chOff x="2499405" y="1499890"/>
            <a:chExt cx="347488" cy="348256"/>
          </a:xfrm>
        </p:grpSpPr>
        <p:sp>
          <p:nvSpPr>
            <p:cNvPr id="17458" name="Google Shape;17458;p88"/>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8"/>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8"/>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8"/>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8"/>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3" name="Google Shape;17463;p88"/>
          <p:cNvGrpSpPr/>
          <p:nvPr/>
        </p:nvGrpSpPr>
        <p:grpSpPr>
          <a:xfrm>
            <a:off x="1928976" y="1576698"/>
            <a:ext cx="331520" cy="348032"/>
            <a:chOff x="1956845" y="1500498"/>
            <a:chExt cx="331520" cy="348032"/>
          </a:xfrm>
        </p:grpSpPr>
        <p:sp>
          <p:nvSpPr>
            <p:cNvPr id="17464" name="Google Shape;17464;p88"/>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8"/>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8"/>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8"/>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8"/>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8"/>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8"/>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8"/>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8"/>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8"/>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8"/>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8"/>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88"/>
          <p:cNvGrpSpPr/>
          <p:nvPr/>
        </p:nvGrpSpPr>
        <p:grpSpPr>
          <a:xfrm>
            <a:off x="6317744" y="1626074"/>
            <a:ext cx="348640" cy="250656"/>
            <a:chOff x="6345613" y="1549874"/>
            <a:chExt cx="348640" cy="250656"/>
          </a:xfrm>
        </p:grpSpPr>
        <p:sp>
          <p:nvSpPr>
            <p:cNvPr id="17477" name="Google Shape;17477;p88"/>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8"/>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8"/>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8"/>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8"/>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8"/>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3" name="Google Shape;17483;p88"/>
          <p:cNvGrpSpPr/>
          <p:nvPr/>
        </p:nvGrpSpPr>
        <p:grpSpPr>
          <a:xfrm>
            <a:off x="7416912" y="1583226"/>
            <a:ext cx="348640" cy="334272"/>
            <a:chOff x="7444781" y="1507026"/>
            <a:chExt cx="348640" cy="334272"/>
          </a:xfrm>
        </p:grpSpPr>
        <p:sp>
          <p:nvSpPr>
            <p:cNvPr id="17484" name="Google Shape;17484;p88"/>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8"/>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8"/>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8"/>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8"/>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9" name="Google Shape;17489;p88"/>
          <p:cNvGrpSpPr/>
          <p:nvPr/>
        </p:nvGrpSpPr>
        <p:grpSpPr>
          <a:xfrm>
            <a:off x="7967472" y="1582938"/>
            <a:ext cx="347872" cy="334944"/>
            <a:chOff x="7995341" y="1506738"/>
            <a:chExt cx="347872" cy="334944"/>
          </a:xfrm>
        </p:grpSpPr>
        <p:sp>
          <p:nvSpPr>
            <p:cNvPr id="17490" name="Google Shape;17490;p88"/>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8"/>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8"/>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8"/>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8"/>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8"/>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6" name="Google Shape;17496;p88"/>
          <p:cNvGrpSpPr/>
          <p:nvPr/>
        </p:nvGrpSpPr>
        <p:grpSpPr>
          <a:xfrm>
            <a:off x="3020176" y="1599130"/>
            <a:ext cx="347872" cy="303904"/>
            <a:chOff x="3048045" y="1522930"/>
            <a:chExt cx="347872" cy="303904"/>
          </a:xfrm>
        </p:grpSpPr>
        <p:sp>
          <p:nvSpPr>
            <p:cNvPr id="17497" name="Google Shape;17497;p8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8" name="Google Shape;17498;p88"/>
            <p:cNvGrpSpPr/>
            <p:nvPr/>
          </p:nvGrpSpPr>
          <p:grpSpPr>
            <a:xfrm>
              <a:off x="3048045" y="1522930"/>
              <a:ext cx="347872" cy="303904"/>
              <a:chOff x="3048045" y="1522930"/>
              <a:chExt cx="347872" cy="303904"/>
            </a:xfrm>
          </p:grpSpPr>
          <p:sp>
            <p:nvSpPr>
              <p:cNvPr id="17499" name="Google Shape;17499;p88"/>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8"/>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01" name="Google Shape;17501;p88"/>
          <p:cNvGrpSpPr/>
          <p:nvPr/>
        </p:nvGrpSpPr>
        <p:grpSpPr>
          <a:xfrm>
            <a:off x="1105264" y="3428122"/>
            <a:ext cx="313984" cy="358560"/>
            <a:chOff x="1133133" y="3351922"/>
            <a:chExt cx="313984" cy="358560"/>
          </a:xfrm>
        </p:grpSpPr>
        <p:sp>
          <p:nvSpPr>
            <p:cNvPr id="17502" name="Google Shape;17502;p88"/>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8"/>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8"/>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8"/>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8"/>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8"/>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8"/>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8"/>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8"/>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8"/>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8"/>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8"/>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8"/>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8"/>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8"/>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8"/>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18" name="Google Shape;17518;p88"/>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19" name="Google Shape;17519;p88"/>
          <p:cNvGrpSpPr/>
          <p:nvPr/>
        </p:nvGrpSpPr>
        <p:grpSpPr>
          <a:xfrm>
            <a:off x="2767184" y="3428794"/>
            <a:ext cx="288448" cy="357120"/>
            <a:chOff x="2795053" y="3352594"/>
            <a:chExt cx="288448" cy="357120"/>
          </a:xfrm>
        </p:grpSpPr>
        <p:sp>
          <p:nvSpPr>
            <p:cNvPr id="17520" name="Google Shape;17520;p88"/>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8"/>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8"/>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8"/>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8"/>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8"/>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8"/>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8"/>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8"/>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9" name="Google Shape;17529;p88"/>
          <p:cNvGrpSpPr/>
          <p:nvPr/>
        </p:nvGrpSpPr>
        <p:grpSpPr>
          <a:xfrm>
            <a:off x="2208656" y="3429402"/>
            <a:ext cx="304832" cy="356512"/>
            <a:chOff x="2236525" y="3353202"/>
            <a:chExt cx="304832" cy="356512"/>
          </a:xfrm>
        </p:grpSpPr>
        <p:sp>
          <p:nvSpPr>
            <p:cNvPr id="17530" name="Google Shape;17530;p88"/>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8"/>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8"/>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3" name="Google Shape;17533;p88"/>
          <p:cNvGrpSpPr/>
          <p:nvPr/>
        </p:nvGrpSpPr>
        <p:grpSpPr>
          <a:xfrm>
            <a:off x="3882768" y="3428890"/>
            <a:ext cx="256800" cy="357024"/>
            <a:chOff x="3910637" y="3352690"/>
            <a:chExt cx="256800" cy="357024"/>
          </a:xfrm>
        </p:grpSpPr>
        <p:sp>
          <p:nvSpPr>
            <p:cNvPr id="17534" name="Google Shape;17534;p88"/>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8"/>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8"/>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7" name="Google Shape;17537;p88"/>
          <p:cNvGrpSpPr/>
          <p:nvPr/>
        </p:nvGrpSpPr>
        <p:grpSpPr>
          <a:xfrm>
            <a:off x="6028560" y="3428122"/>
            <a:ext cx="360064" cy="360096"/>
            <a:chOff x="6056429" y="3351922"/>
            <a:chExt cx="360064" cy="360096"/>
          </a:xfrm>
        </p:grpSpPr>
        <p:sp>
          <p:nvSpPr>
            <p:cNvPr id="17538" name="Google Shape;17538;p88"/>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8"/>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8"/>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1" name="Google Shape;17541;p88"/>
          <p:cNvGrpSpPr/>
          <p:nvPr/>
        </p:nvGrpSpPr>
        <p:grpSpPr>
          <a:xfrm>
            <a:off x="6581008" y="3429274"/>
            <a:ext cx="357408" cy="357408"/>
            <a:chOff x="6608877" y="3353074"/>
            <a:chExt cx="357408" cy="357408"/>
          </a:xfrm>
        </p:grpSpPr>
        <p:sp>
          <p:nvSpPr>
            <p:cNvPr id="17542" name="Google Shape;17542;p88"/>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8"/>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8"/>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8"/>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8"/>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8"/>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8"/>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49" name="Google Shape;17549;p88"/>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8"/>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51" name="Google Shape;17551;p88"/>
          <p:cNvGrpSpPr/>
          <p:nvPr/>
        </p:nvGrpSpPr>
        <p:grpSpPr>
          <a:xfrm>
            <a:off x="4931664" y="3446426"/>
            <a:ext cx="357408" cy="323488"/>
            <a:chOff x="4959533" y="3370226"/>
            <a:chExt cx="357408" cy="323488"/>
          </a:xfrm>
        </p:grpSpPr>
        <p:sp>
          <p:nvSpPr>
            <p:cNvPr id="17552" name="Google Shape;17552;p88"/>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8"/>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4" name="Google Shape;17554;p88"/>
          <p:cNvGrpSpPr/>
          <p:nvPr/>
        </p:nvGrpSpPr>
        <p:grpSpPr>
          <a:xfrm>
            <a:off x="7130768" y="3429274"/>
            <a:ext cx="357056" cy="357408"/>
            <a:chOff x="7158637" y="3353074"/>
            <a:chExt cx="357056" cy="357408"/>
          </a:xfrm>
        </p:grpSpPr>
        <p:sp>
          <p:nvSpPr>
            <p:cNvPr id="17555" name="Google Shape;17555;p88"/>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8"/>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8"/>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8"/>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9" name="Google Shape;17559;p88"/>
          <p:cNvGrpSpPr/>
          <p:nvPr/>
        </p:nvGrpSpPr>
        <p:grpSpPr>
          <a:xfrm>
            <a:off x="3288400" y="3428602"/>
            <a:ext cx="344832" cy="356544"/>
            <a:chOff x="3316269" y="3352402"/>
            <a:chExt cx="344832" cy="356544"/>
          </a:xfrm>
        </p:grpSpPr>
        <p:sp>
          <p:nvSpPr>
            <p:cNvPr id="17560" name="Google Shape;17560;p88"/>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8"/>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8"/>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88"/>
          <p:cNvGrpSpPr/>
          <p:nvPr/>
        </p:nvGrpSpPr>
        <p:grpSpPr>
          <a:xfrm>
            <a:off x="5481040" y="3447706"/>
            <a:ext cx="358560" cy="319552"/>
            <a:chOff x="5508909" y="3371506"/>
            <a:chExt cx="358560" cy="319552"/>
          </a:xfrm>
        </p:grpSpPr>
        <p:sp>
          <p:nvSpPr>
            <p:cNvPr id="17564" name="Google Shape;17564;p88"/>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8"/>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8"/>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8"/>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8"/>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8"/>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8"/>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8"/>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8"/>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8"/>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4" name="Google Shape;17574;p8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78" name="Shape 17578"/>
        <p:cNvGrpSpPr/>
        <p:nvPr/>
      </p:nvGrpSpPr>
      <p:grpSpPr>
        <a:xfrm>
          <a:off x="0" y="0"/>
          <a:ext cx="0" cy="0"/>
          <a:chOff x="0" y="0"/>
          <a:chExt cx="0" cy="0"/>
        </a:xfrm>
      </p:grpSpPr>
      <p:sp>
        <p:nvSpPr>
          <p:cNvPr id="17579" name="Google Shape;17579;p89"/>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80" name="Google Shape;17580;p89"/>
          <p:cNvGrpSpPr/>
          <p:nvPr/>
        </p:nvGrpSpPr>
        <p:grpSpPr>
          <a:xfrm>
            <a:off x="3026217" y="3893352"/>
            <a:ext cx="346056" cy="345674"/>
            <a:chOff x="3303268" y="3817349"/>
            <a:chExt cx="346056" cy="345674"/>
          </a:xfrm>
        </p:grpSpPr>
        <p:sp>
          <p:nvSpPr>
            <p:cNvPr id="17581" name="Google Shape;17581;p8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5" name="Google Shape;17585;p89"/>
          <p:cNvGrpSpPr/>
          <p:nvPr/>
        </p:nvGrpSpPr>
        <p:grpSpPr>
          <a:xfrm>
            <a:off x="3475306" y="3893352"/>
            <a:ext cx="346056" cy="345674"/>
            <a:chOff x="3752358" y="3817349"/>
            <a:chExt cx="346056" cy="345674"/>
          </a:xfrm>
        </p:grpSpPr>
        <p:sp>
          <p:nvSpPr>
            <p:cNvPr id="17586" name="Google Shape;17586;p8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0" name="Google Shape;17590;p89"/>
          <p:cNvGrpSpPr/>
          <p:nvPr/>
        </p:nvGrpSpPr>
        <p:grpSpPr>
          <a:xfrm>
            <a:off x="4822956" y="3893352"/>
            <a:ext cx="346024" cy="345674"/>
            <a:chOff x="5100008" y="3817349"/>
            <a:chExt cx="346024" cy="345674"/>
          </a:xfrm>
        </p:grpSpPr>
        <p:sp>
          <p:nvSpPr>
            <p:cNvPr id="17591" name="Google Shape;17591;p89"/>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9"/>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9"/>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4" name="Google Shape;17594;p89"/>
          <p:cNvGrpSpPr/>
          <p:nvPr/>
        </p:nvGrpSpPr>
        <p:grpSpPr>
          <a:xfrm>
            <a:off x="5721867" y="3893352"/>
            <a:ext cx="345674" cy="345674"/>
            <a:chOff x="5998919" y="3817349"/>
            <a:chExt cx="345674" cy="345674"/>
          </a:xfrm>
        </p:grpSpPr>
        <p:sp>
          <p:nvSpPr>
            <p:cNvPr id="17595" name="Google Shape;17595;p89"/>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9"/>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9"/>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8" name="Google Shape;17598;p89"/>
          <p:cNvGrpSpPr/>
          <p:nvPr/>
        </p:nvGrpSpPr>
        <p:grpSpPr>
          <a:xfrm>
            <a:off x="3924396" y="3893352"/>
            <a:ext cx="346024" cy="345674"/>
            <a:chOff x="4201447" y="3817349"/>
            <a:chExt cx="346024" cy="345674"/>
          </a:xfrm>
        </p:grpSpPr>
        <p:sp>
          <p:nvSpPr>
            <p:cNvPr id="17599" name="Google Shape;17599;p89"/>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9"/>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1" name="Google Shape;17601;p89"/>
          <p:cNvGrpSpPr/>
          <p:nvPr/>
        </p:nvGrpSpPr>
        <p:grpSpPr>
          <a:xfrm>
            <a:off x="4373867" y="3893352"/>
            <a:ext cx="346024" cy="345674"/>
            <a:chOff x="4650919" y="3817349"/>
            <a:chExt cx="346024" cy="345674"/>
          </a:xfrm>
        </p:grpSpPr>
        <p:sp>
          <p:nvSpPr>
            <p:cNvPr id="17602" name="Google Shape;17602;p89"/>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9"/>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9"/>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5" name="Google Shape;17605;p89"/>
          <p:cNvGrpSpPr/>
          <p:nvPr/>
        </p:nvGrpSpPr>
        <p:grpSpPr>
          <a:xfrm>
            <a:off x="5272810" y="3893352"/>
            <a:ext cx="345642" cy="345674"/>
            <a:chOff x="5549861" y="3817349"/>
            <a:chExt cx="345642" cy="345674"/>
          </a:xfrm>
        </p:grpSpPr>
        <p:sp>
          <p:nvSpPr>
            <p:cNvPr id="17606" name="Google Shape;17606;p89"/>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9"/>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9"/>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9" name="Google Shape;17609;p89"/>
          <p:cNvGrpSpPr/>
          <p:nvPr/>
        </p:nvGrpSpPr>
        <p:grpSpPr>
          <a:xfrm>
            <a:off x="1281335" y="3474029"/>
            <a:ext cx="367255" cy="269855"/>
            <a:chOff x="1306445" y="3397829"/>
            <a:chExt cx="367255" cy="269855"/>
          </a:xfrm>
        </p:grpSpPr>
        <p:sp>
          <p:nvSpPr>
            <p:cNvPr id="17610" name="Google Shape;17610;p89"/>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9"/>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9"/>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9"/>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9"/>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9"/>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6" name="Google Shape;17616;p89"/>
          <p:cNvGrpSpPr/>
          <p:nvPr/>
        </p:nvGrpSpPr>
        <p:grpSpPr>
          <a:xfrm>
            <a:off x="1756207" y="3467600"/>
            <a:ext cx="367255" cy="282364"/>
            <a:chOff x="1781317" y="3391400"/>
            <a:chExt cx="367255" cy="282364"/>
          </a:xfrm>
        </p:grpSpPr>
        <p:sp>
          <p:nvSpPr>
            <p:cNvPr id="17617" name="Google Shape;17617;p89"/>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9"/>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9"/>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9"/>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9"/>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9"/>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3" name="Google Shape;17623;p89"/>
          <p:cNvGrpSpPr/>
          <p:nvPr/>
        </p:nvGrpSpPr>
        <p:grpSpPr>
          <a:xfrm>
            <a:off x="3653720" y="3447133"/>
            <a:ext cx="369164" cy="323297"/>
            <a:chOff x="3678830" y="3370933"/>
            <a:chExt cx="369164" cy="323297"/>
          </a:xfrm>
        </p:grpSpPr>
        <p:sp>
          <p:nvSpPr>
            <p:cNvPr id="17624" name="Google Shape;17624;p89"/>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9"/>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9"/>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9"/>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9"/>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9"/>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9"/>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9"/>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9"/>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9"/>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9"/>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5" name="Google Shape;17635;p89"/>
          <p:cNvGrpSpPr/>
          <p:nvPr/>
        </p:nvGrpSpPr>
        <p:grpSpPr>
          <a:xfrm>
            <a:off x="834155" y="3424375"/>
            <a:ext cx="312316" cy="368400"/>
            <a:chOff x="859265" y="3348175"/>
            <a:chExt cx="312316" cy="368400"/>
          </a:xfrm>
        </p:grpSpPr>
        <p:sp>
          <p:nvSpPr>
            <p:cNvPr id="17636" name="Google Shape;17636;p89"/>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9"/>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9"/>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9"/>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9"/>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41" name="Google Shape;17641;p89"/>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42" name="Google Shape;17642;p89"/>
          <p:cNvGrpSpPr/>
          <p:nvPr/>
        </p:nvGrpSpPr>
        <p:grpSpPr>
          <a:xfrm>
            <a:off x="2741264" y="3437213"/>
            <a:ext cx="330110" cy="308908"/>
            <a:chOff x="2766264" y="3394042"/>
            <a:chExt cx="294873" cy="275934"/>
          </a:xfrm>
        </p:grpSpPr>
        <p:sp>
          <p:nvSpPr>
            <p:cNvPr id="17643" name="Google Shape;17643;p89"/>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9"/>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9"/>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9"/>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7" name="Google Shape;17647;p89"/>
          <p:cNvGrpSpPr/>
          <p:nvPr/>
        </p:nvGrpSpPr>
        <p:grpSpPr>
          <a:xfrm>
            <a:off x="3189862" y="3435388"/>
            <a:ext cx="346406" cy="347552"/>
            <a:chOff x="3214972" y="3359188"/>
            <a:chExt cx="346406" cy="347552"/>
          </a:xfrm>
        </p:grpSpPr>
        <p:sp>
          <p:nvSpPr>
            <p:cNvPr id="17648" name="Google Shape;17648;p89"/>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9"/>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9"/>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9"/>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9"/>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9"/>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9"/>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9"/>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9"/>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9"/>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9"/>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9"/>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9"/>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9"/>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2" name="Google Shape;17662;p89"/>
          <p:cNvGrpSpPr/>
          <p:nvPr/>
        </p:nvGrpSpPr>
        <p:grpSpPr>
          <a:xfrm>
            <a:off x="4604196" y="3485393"/>
            <a:ext cx="367255" cy="244486"/>
            <a:chOff x="4629306" y="3409193"/>
            <a:chExt cx="367255" cy="244486"/>
          </a:xfrm>
        </p:grpSpPr>
        <p:sp>
          <p:nvSpPr>
            <p:cNvPr id="17663" name="Google Shape;17663;p89"/>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9"/>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9"/>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9"/>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9"/>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9"/>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9"/>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9"/>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9"/>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9"/>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3" name="Google Shape;17673;p89"/>
          <p:cNvGrpSpPr/>
          <p:nvPr/>
        </p:nvGrpSpPr>
        <p:grpSpPr>
          <a:xfrm>
            <a:off x="4168380" y="3426284"/>
            <a:ext cx="289939" cy="334661"/>
            <a:chOff x="4193490" y="3350084"/>
            <a:chExt cx="289939" cy="334661"/>
          </a:xfrm>
        </p:grpSpPr>
        <p:sp>
          <p:nvSpPr>
            <p:cNvPr id="17674" name="Google Shape;17674;p89"/>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9"/>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9"/>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9"/>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9"/>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9"/>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9"/>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9"/>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9"/>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9"/>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4" name="Google Shape;17684;p89"/>
          <p:cNvGrpSpPr/>
          <p:nvPr/>
        </p:nvGrpSpPr>
        <p:grpSpPr>
          <a:xfrm>
            <a:off x="6508171" y="3427430"/>
            <a:ext cx="357037" cy="357005"/>
            <a:chOff x="6533281" y="3351230"/>
            <a:chExt cx="357037" cy="357005"/>
          </a:xfrm>
        </p:grpSpPr>
        <p:sp>
          <p:nvSpPr>
            <p:cNvPr id="17685" name="Google Shape;17685;p89"/>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9"/>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9"/>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8" name="Google Shape;17688;p89"/>
          <p:cNvGrpSpPr/>
          <p:nvPr/>
        </p:nvGrpSpPr>
        <p:grpSpPr>
          <a:xfrm>
            <a:off x="6033331" y="3427430"/>
            <a:ext cx="357387" cy="357005"/>
            <a:chOff x="6058441" y="3351230"/>
            <a:chExt cx="357387" cy="357005"/>
          </a:xfrm>
        </p:grpSpPr>
        <p:sp>
          <p:nvSpPr>
            <p:cNvPr id="17689" name="Google Shape;17689;p89"/>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9"/>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1" name="Google Shape;17691;p89"/>
          <p:cNvGrpSpPr/>
          <p:nvPr/>
        </p:nvGrpSpPr>
        <p:grpSpPr>
          <a:xfrm>
            <a:off x="7932373" y="3427048"/>
            <a:ext cx="357387" cy="357387"/>
            <a:chOff x="7957483" y="3350848"/>
            <a:chExt cx="357387" cy="357387"/>
          </a:xfrm>
        </p:grpSpPr>
        <p:sp>
          <p:nvSpPr>
            <p:cNvPr id="17692" name="Google Shape;17692;p89"/>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9"/>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9"/>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5" name="Google Shape;17695;p89"/>
          <p:cNvGrpSpPr/>
          <p:nvPr/>
        </p:nvGrpSpPr>
        <p:grpSpPr>
          <a:xfrm>
            <a:off x="6982661" y="3427430"/>
            <a:ext cx="357387" cy="357005"/>
            <a:chOff x="7007771" y="3351230"/>
            <a:chExt cx="357387" cy="357005"/>
          </a:xfrm>
        </p:grpSpPr>
        <p:sp>
          <p:nvSpPr>
            <p:cNvPr id="17696" name="Google Shape;17696;p89"/>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9"/>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9"/>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9"/>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9"/>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1" name="Google Shape;17701;p89"/>
          <p:cNvGrpSpPr/>
          <p:nvPr/>
        </p:nvGrpSpPr>
        <p:grpSpPr>
          <a:xfrm>
            <a:off x="5083620" y="3427430"/>
            <a:ext cx="357005" cy="357005"/>
            <a:chOff x="5108729" y="3351230"/>
            <a:chExt cx="357005" cy="357005"/>
          </a:xfrm>
        </p:grpSpPr>
        <p:sp>
          <p:nvSpPr>
            <p:cNvPr id="17702" name="Google Shape;17702;p89"/>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9"/>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4" name="Google Shape;17704;p89"/>
          <p:cNvGrpSpPr/>
          <p:nvPr/>
        </p:nvGrpSpPr>
        <p:grpSpPr>
          <a:xfrm>
            <a:off x="5558459" y="3427430"/>
            <a:ext cx="357419" cy="357005"/>
            <a:chOff x="5583569" y="3351230"/>
            <a:chExt cx="357419" cy="357005"/>
          </a:xfrm>
        </p:grpSpPr>
        <p:sp>
          <p:nvSpPr>
            <p:cNvPr id="17705" name="Google Shape;17705;p89"/>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9"/>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7" name="Google Shape;17707;p89"/>
          <p:cNvGrpSpPr/>
          <p:nvPr/>
        </p:nvGrpSpPr>
        <p:grpSpPr>
          <a:xfrm>
            <a:off x="7457119" y="3427430"/>
            <a:ext cx="357419" cy="357005"/>
            <a:chOff x="7482229" y="3351230"/>
            <a:chExt cx="357419" cy="357005"/>
          </a:xfrm>
        </p:grpSpPr>
        <p:sp>
          <p:nvSpPr>
            <p:cNvPr id="17708" name="Google Shape;17708;p89"/>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9"/>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9"/>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9"/>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9"/>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3" name="Google Shape;17713;p89"/>
          <p:cNvGrpSpPr/>
          <p:nvPr/>
        </p:nvGrpSpPr>
        <p:grpSpPr>
          <a:xfrm>
            <a:off x="3739375" y="2966882"/>
            <a:ext cx="222874" cy="345737"/>
            <a:chOff x="3764485" y="2890682"/>
            <a:chExt cx="222874" cy="345737"/>
          </a:xfrm>
        </p:grpSpPr>
        <p:sp>
          <p:nvSpPr>
            <p:cNvPr id="17714" name="Google Shape;17714;p89"/>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9"/>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9"/>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7" name="Google Shape;17717;p89"/>
          <p:cNvGrpSpPr/>
          <p:nvPr/>
        </p:nvGrpSpPr>
        <p:grpSpPr>
          <a:xfrm>
            <a:off x="2213507" y="2984331"/>
            <a:ext cx="422596" cy="310382"/>
            <a:chOff x="2278533" y="2937377"/>
            <a:chExt cx="346788" cy="254704"/>
          </a:xfrm>
        </p:grpSpPr>
        <p:sp>
          <p:nvSpPr>
            <p:cNvPr id="17718" name="Google Shape;17718;p89"/>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9"/>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20" name="Google Shape;17720;p89"/>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21" name="Google Shape;17721;p89"/>
          <p:cNvGrpSpPr/>
          <p:nvPr/>
        </p:nvGrpSpPr>
        <p:grpSpPr>
          <a:xfrm>
            <a:off x="1811527" y="2967710"/>
            <a:ext cx="286152" cy="346438"/>
            <a:chOff x="1836637" y="2891510"/>
            <a:chExt cx="286152" cy="346438"/>
          </a:xfrm>
        </p:grpSpPr>
        <p:sp>
          <p:nvSpPr>
            <p:cNvPr id="17722" name="Google Shape;17722;p89"/>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9"/>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9"/>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5" name="Google Shape;17725;p89"/>
          <p:cNvGrpSpPr/>
          <p:nvPr/>
        </p:nvGrpSpPr>
        <p:grpSpPr>
          <a:xfrm>
            <a:off x="5560751" y="2982129"/>
            <a:ext cx="379764" cy="337684"/>
            <a:chOff x="5585861" y="2905929"/>
            <a:chExt cx="379764" cy="337684"/>
          </a:xfrm>
        </p:grpSpPr>
        <p:sp>
          <p:nvSpPr>
            <p:cNvPr id="17726" name="Google Shape;17726;p89"/>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9"/>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9"/>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9"/>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0" name="Google Shape;17730;p89"/>
          <p:cNvGrpSpPr/>
          <p:nvPr/>
        </p:nvGrpSpPr>
        <p:grpSpPr>
          <a:xfrm>
            <a:off x="1302566" y="2986680"/>
            <a:ext cx="347934" cy="310024"/>
            <a:chOff x="1327676" y="2910480"/>
            <a:chExt cx="347934" cy="310024"/>
          </a:xfrm>
        </p:grpSpPr>
        <p:sp>
          <p:nvSpPr>
            <p:cNvPr id="17731" name="Google Shape;17731;p89"/>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9"/>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9"/>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9"/>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9"/>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36" name="Google Shape;17736;p89"/>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37" name="Google Shape;17737;p89"/>
          <p:cNvGrpSpPr/>
          <p:nvPr/>
        </p:nvGrpSpPr>
        <p:grpSpPr>
          <a:xfrm>
            <a:off x="2728291" y="2945764"/>
            <a:ext cx="382828" cy="358601"/>
            <a:chOff x="2753373" y="2902523"/>
            <a:chExt cx="347552" cy="325557"/>
          </a:xfrm>
        </p:grpSpPr>
        <p:sp>
          <p:nvSpPr>
            <p:cNvPr id="17738" name="Google Shape;17738;p89"/>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9"/>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9"/>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9"/>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9"/>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9"/>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4" name="Google Shape;17744;p89"/>
          <p:cNvGrpSpPr/>
          <p:nvPr/>
        </p:nvGrpSpPr>
        <p:grpSpPr>
          <a:xfrm>
            <a:off x="823906" y="2979455"/>
            <a:ext cx="356655" cy="335425"/>
            <a:chOff x="849016" y="2903255"/>
            <a:chExt cx="356655" cy="335425"/>
          </a:xfrm>
        </p:grpSpPr>
        <p:sp>
          <p:nvSpPr>
            <p:cNvPr id="17745" name="Google Shape;17745;p89"/>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9"/>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9"/>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9"/>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9"/>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9"/>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9"/>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9"/>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9"/>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9"/>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9"/>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6" name="Google Shape;17756;p89"/>
          <p:cNvGrpSpPr/>
          <p:nvPr/>
        </p:nvGrpSpPr>
        <p:grpSpPr>
          <a:xfrm>
            <a:off x="4185823" y="3002977"/>
            <a:ext cx="280072" cy="275520"/>
            <a:chOff x="4210933" y="2926777"/>
            <a:chExt cx="280072" cy="275520"/>
          </a:xfrm>
        </p:grpSpPr>
        <p:sp>
          <p:nvSpPr>
            <p:cNvPr id="17757" name="Google Shape;17757;p89"/>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9"/>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9"/>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9"/>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9"/>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9"/>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9"/>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9"/>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9"/>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9"/>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9"/>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9"/>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9"/>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0" name="Google Shape;17770;p89"/>
          <p:cNvGrpSpPr/>
          <p:nvPr/>
        </p:nvGrpSpPr>
        <p:grpSpPr>
          <a:xfrm>
            <a:off x="4642106" y="2991582"/>
            <a:ext cx="320273" cy="318395"/>
            <a:chOff x="4667216" y="2915382"/>
            <a:chExt cx="320273" cy="318395"/>
          </a:xfrm>
        </p:grpSpPr>
        <p:sp>
          <p:nvSpPr>
            <p:cNvPr id="17771" name="Google Shape;17771;p89"/>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9"/>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9"/>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9"/>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5" name="Google Shape;17775;p89"/>
          <p:cNvGrpSpPr/>
          <p:nvPr/>
        </p:nvGrpSpPr>
        <p:grpSpPr>
          <a:xfrm>
            <a:off x="5145370" y="3010839"/>
            <a:ext cx="261929" cy="280550"/>
            <a:chOff x="5170480" y="2934639"/>
            <a:chExt cx="261929" cy="280550"/>
          </a:xfrm>
        </p:grpSpPr>
        <p:sp>
          <p:nvSpPr>
            <p:cNvPr id="17776" name="Google Shape;17776;p89"/>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9"/>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9"/>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9"/>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9"/>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9"/>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9"/>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3" name="Google Shape;17783;p89"/>
          <p:cNvGrpSpPr/>
          <p:nvPr/>
        </p:nvGrpSpPr>
        <p:grpSpPr>
          <a:xfrm>
            <a:off x="6044313" y="2968091"/>
            <a:ext cx="362321" cy="364231"/>
            <a:chOff x="6069423" y="2891892"/>
            <a:chExt cx="362321" cy="364231"/>
          </a:xfrm>
        </p:grpSpPr>
        <p:sp>
          <p:nvSpPr>
            <p:cNvPr id="17784" name="Google Shape;17784;p89"/>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9"/>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9"/>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9"/>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9"/>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9"/>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0" name="Google Shape;17790;p89"/>
          <p:cNvGrpSpPr/>
          <p:nvPr/>
        </p:nvGrpSpPr>
        <p:grpSpPr>
          <a:xfrm>
            <a:off x="6546845" y="2995370"/>
            <a:ext cx="308878" cy="311170"/>
            <a:chOff x="6571955" y="2919170"/>
            <a:chExt cx="308878" cy="311170"/>
          </a:xfrm>
        </p:grpSpPr>
        <p:sp>
          <p:nvSpPr>
            <p:cNvPr id="17791" name="Google Shape;17791;p89"/>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9"/>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9"/>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9"/>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9"/>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9"/>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9"/>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9"/>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9"/>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9"/>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1" name="Google Shape;17801;p89"/>
          <p:cNvGrpSpPr/>
          <p:nvPr/>
        </p:nvGrpSpPr>
        <p:grpSpPr>
          <a:xfrm>
            <a:off x="7474944" y="3010935"/>
            <a:ext cx="350576" cy="280454"/>
            <a:chOff x="7500054" y="2934735"/>
            <a:chExt cx="350576" cy="280454"/>
          </a:xfrm>
        </p:grpSpPr>
        <p:sp>
          <p:nvSpPr>
            <p:cNvPr id="17802" name="Google Shape;17802;p89"/>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9"/>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9"/>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9"/>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9"/>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9"/>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9"/>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9"/>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0" name="Google Shape;17810;p89"/>
          <p:cNvGrpSpPr/>
          <p:nvPr/>
        </p:nvGrpSpPr>
        <p:grpSpPr>
          <a:xfrm>
            <a:off x="6987570" y="2950862"/>
            <a:ext cx="332012" cy="355454"/>
            <a:chOff x="7055134" y="2919170"/>
            <a:chExt cx="290321" cy="310820"/>
          </a:xfrm>
        </p:grpSpPr>
        <p:sp>
          <p:nvSpPr>
            <p:cNvPr id="17811" name="Google Shape;17811;p89"/>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9"/>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9"/>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9"/>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9"/>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9"/>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9"/>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9"/>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9"/>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9"/>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9"/>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9"/>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9"/>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9"/>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5" name="Google Shape;17825;p89"/>
          <p:cNvGrpSpPr/>
          <p:nvPr/>
        </p:nvGrpSpPr>
        <p:grpSpPr>
          <a:xfrm>
            <a:off x="7960033" y="2976813"/>
            <a:ext cx="330109" cy="347552"/>
            <a:chOff x="7985143" y="2900613"/>
            <a:chExt cx="330109" cy="347552"/>
          </a:xfrm>
        </p:grpSpPr>
        <p:sp>
          <p:nvSpPr>
            <p:cNvPr id="17826" name="Google Shape;17826;p89"/>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9"/>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9"/>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9"/>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9"/>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9"/>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9"/>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9"/>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4" name="Google Shape;17834;p89"/>
          <p:cNvGrpSpPr/>
          <p:nvPr/>
        </p:nvGrpSpPr>
        <p:grpSpPr>
          <a:xfrm>
            <a:off x="7965731" y="2511426"/>
            <a:ext cx="354363" cy="353631"/>
            <a:chOff x="7990840" y="2435226"/>
            <a:chExt cx="354363" cy="353631"/>
          </a:xfrm>
        </p:grpSpPr>
        <p:sp>
          <p:nvSpPr>
            <p:cNvPr id="17835" name="Google Shape;17835;p89"/>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9"/>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9"/>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89"/>
          <p:cNvGrpSpPr/>
          <p:nvPr/>
        </p:nvGrpSpPr>
        <p:grpSpPr>
          <a:xfrm>
            <a:off x="1792207" y="2556530"/>
            <a:ext cx="350958" cy="263043"/>
            <a:chOff x="1817317" y="2480330"/>
            <a:chExt cx="350958" cy="263043"/>
          </a:xfrm>
        </p:grpSpPr>
        <p:sp>
          <p:nvSpPr>
            <p:cNvPr id="17839" name="Google Shape;17839;p89"/>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9"/>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9"/>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9"/>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9"/>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4" name="Google Shape;17844;p89"/>
          <p:cNvGrpSpPr/>
          <p:nvPr/>
        </p:nvGrpSpPr>
        <p:grpSpPr>
          <a:xfrm>
            <a:off x="1316617" y="2559549"/>
            <a:ext cx="419913" cy="308109"/>
            <a:chOff x="1341727" y="2483349"/>
            <a:chExt cx="419913" cy="308109"/>
          </a:xfrm>
        </p:grpSpPr>
        <p:sp>
          <p:nvSpPr>
            <p:cNvPr id="17845" name="Google Shape;17845;p89"/>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9"/>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9"/>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8" name="Google Shape;17848;p89"/>
          <p:cNvGrpSpPr/>
          <p:nvPr/>
        </p:nvGrpSpPr>
        <p:grpSpPr>
          <a:xfrm>
            <a:off x="829222" y="2523936"/>
            <a:ext cx="376358" cy="330109"/>
            <a:chOff x="854332" y="2447736"/>
            <a:chExt cx="376358" cy="330109"/>
          </a:xfrm>
        </p:grpSpPr>
        <p:sp>
          <p:nvSpPr>
            <p:cNvPr id="17849" name="Google Shape;17849;p89"/>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9"/>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9"/>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9"/>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9"/>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9"/>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9"/>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9"/>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7" name="Google Shape;17857;p89"/>
          <p:cNvGrpSpPr/>
          <p:nvPr/>
        </p:nvGrpSpPr>
        <p:grpSpPr>
          <a:xfrm>
            <a:off x="4181653" y="2527151"/>
            <a:ext cx="322151" cy="322374"/>
            <a:chOff x="4206763" y="2450951"/>
            <a:chExt cx="322151" cy="322374"/>
          </a:xfrm>
        </p:grpSpPr>
        <p:sp>
          <p:nvSpPr>
            <p:cNvPr id="17858" name="Google Shape;17858;p89"/>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9"/>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0" name="Google Shape;17860;p89"/>
          <p:cNvGrpSpPr/>
          <p:nvPr/>
        </p:nvGrpSpPr>
        <p:grpSpPr>
          <a:xfrm>
            <a:off x="7491236" y="2526259"/>
            <a:ext cx="327976" cy="324316"/>
            <a:chOff x="7528096" y="2450059"/>
            <a:chExt cx="327976" cy="324316"/>
          </a:xfrm>
        </p:grpSpPr>
        <p:sp>
          <p:nvSpPr>
            <p:cNvPr id="17861" name="Google Shape;17861;p89"/>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9"/>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9"/>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9"/>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9"/>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6" name="Google Shape;17866;p89"/>
          <p:cNvGrpSpPr/>
          <p:nvPr/>
        </p:nvGrpSpPr>
        <p:grpSpPr>
          <a:xfrm>
            <a:off x="7052019" y="2588742"/>
            <a:ext cx="282364" cy="198619"/>
            <a:chOff x="7077129" y="2512542"/>
            <a:chExt cx="282364" cy="198619"/>
          </a:xfrm>
        </p:grpSpPr>
        <p:sp>
          <p:nvSpPr>
            <p:cNvPr id="17867" name="Google Shape;17867;p89"/>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9"/>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9"/>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9"/>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9"/>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9"/>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3" name="Google Shape;17873;p89"/>
          <p:cNvGrpSpPr/>
          <p:nvPr/>
        </p:nvGrpSpPr>
        <p:grpSpPr>
          <a:xfrm>
            <a:off x="3700351" y="2520912"/>
            <a:ext cx="334279" cy="334661"/>
            <a:chOff x="3725461" y="2444712"/>
            <a:chExt cx="334279" cy="334661"/>
          </a:xfrm>
        </p:grpSpPr>
        <p:sp>
          <p:nvSpPr>
            <p:cNvPr id="17874" name="Google Shape;17874;p89"/>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9"/>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9"/>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9"/>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9"/>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9"/>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9"/>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1" name="Google Shape;17881;p89"/>
          <p:cNvGrpSpPr/>
          <p:nvPr/>
        </p:nvGrpSpPr>
        <p:grpSpPr>
          <a:xfrm>
            <a:off x="6552128" y="2533421"/>
            <a:ext cx="332019" cy="310788"/>
            <a:chOff x="6577238" y="2457221"/>
            <a:chExt cx="332019" cy="310788"/>
          </a:xfrm>
        </p:grpSpPr>
        <p:sp>
          <p:nvSpPr>
            <p:cNvPr id="17882" name="Google Shape;17882;p89"/>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9"/>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9"/>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9"/>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9"/>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9"/>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8" name="Google Shape;17888;p89"/>
          <p:cNvGrpSpPr/>
          <p:nvPr/>
        </p:nvGrpSpPr>
        <p:grpSpPr>
          <a:xfrm>
            <a:off x="2793451" y="2515978"/>
            <a:ext cx="247892" cy="346024"/>
            <a:chOff x="2818561" y="2439778"/>
            <a:chExt cx="247892" cy="346024"/>
          </a:xfrm>
        </p:grpSpPr>
        <p:sp>
          <p:nvSpPr>
            <p:cNvPr id="17889" name="Google Shape;17889;p89"/>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9"/>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9"/>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9"/>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9"/>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9"/>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9"/>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9"/>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9"/>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9"/>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9"/>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9"/>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89"/>
          <p:cNvGrpSpPr/>
          <p:nvPr/>
        </p:nvGrpSpPr>
        <p:grpSpPr>
          <a:xfrm>
            <a:off x="3182668" y="2550832"/>
            <a:ext cx="419933" cy="275170"/>
            <a:chOff x="3207778" y="2474632"/>
            <a:chExt cx="419933" cy="275170"/>
          </a:xfrm>
        </p:grpSpPr>
        <p:sp>
          <p:nvSpPr>
            <p:cNvPr id="17902" name="Google Shape;17902;p89"/>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9"/>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9"/>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9"/>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9"/>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9"/>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9"/>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9"/>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9"/>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9"/>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9"/>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9"/>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9"/>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9"/>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6" name="Google Shape;17916;p89"/>
          <p:cNvGrpSpPr/>
          <p:nvPr/>
        </p:nvGrpSpPr>
        <p:grpSpPr>
          <a:xfrm>
            <a:off x="6074265" y="2532275"/>
            <a:ext cx="337684" cy="314194"/>
            <a:chOff x="6099375" y="2456075"/>
            <a:chExt cx="337684" cy="314194"/>
          </a:xfrm>
        </p:grpSpPr>
        <p:sp>
          <p:nvSpPr>
            <p:cNvPr id="17917" name="Google Shape;17917;p89"/>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9"/>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9" name="Google Shape;17919;p89"/>
          <p:cNvGrpSpPr/>
          <p:nvPr/>
        </p:nvGrpSpPr>
        <p:grpSpPr>
          <a:xfrm>
            <a:off x="2287513" y="2544784"/>
            <a:ext cx="312698" cy="286534"/>
            <a:chOff x="2312623" y="2468584"/>
            <a:chExt cx="312698" cy="286534"/>
          </a:xfrm>
        </p:grpSpPr>
        <p:sp>
          <p:nvSpPr>
            <p:cNvPr id="17920" name="Google Shape;17920;p89"/>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9"/>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9"/>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3" name="Google Shape;17923;p89"/>
          <p:cNvGrpSpPr/>
          <p:nvPr/>
        </p:nvGrpSpPr>
        <p:grpSpPr>
          <a:xfrm>
            <a:off x="5593695" y="2517124"/>
            <a:ext cx="345292" cy="342618"/>
            <a:chOff x="5618805" y="2440924"/>
            <a:chExt cx="345292" cy="342618"/>
          </a:xfrm>
        </p:grpSpPr>
        <p:sp>
          <p:nvSpPr>
            <p:cNvPr id="17924" name="Google Shape;17924;p89"/>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9"/>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9"/>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9"/>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9"/>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9" name="Google Shape;17929;p89"/>
          <p:cNvGrpSpPr/>
          <p:nvPr/>
        </p:nvGrpSpPr>
        <p:grpSpPr>
          <a:xfrm>
            <a:off x="4628069" y="2522790"/>
            <a:ext cx="377886" cy="331255"/>
            <a:chOff x="4653179" y="2446590"/>
            <a:chExt cx="377886" cy="331255"/>
          </a:xfrm>
        </p:grpSpPr>
        <p:sp>
          <p:nvSpPr>
            <p:cNvPr id="17930" name="Google Shape;17930;p89"/>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9"/>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9"/>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9"/>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89"/>
          <p:cNvGrpSpPr/>
          <p:nvPr/>
        </p:nvGrpSpPr>
        <p:grpSpPr>
          <a:xfrm>
            <a:off x="5159407" y="2535681"/>
            <a:ext cx="252062" cy="305122"/>
            <a:chOff x="5184517" y="2459481"/>
            <a:chExt cx="252062" cy="305122"/>
          </a:xfrm>
        </p:grpSpPr>
        <p:sp>
          <p:nvSpPr>
            <p:cNvPr id="17935" name="Google Shape;17935;p89"/>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9"/>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9"/>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9"/>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9"/>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9"/>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41" name="Google Shape;17941;p89"/>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42" name="Google Shape;17942;p89"/>
          <p:cNvGrpSpPr/>
          <p:nvPr/>
        </p:nvGrpSpPr>
        <p:grpSpPr>
          <a:xfrm>
            <a:off x="6130349" y="2045308"/>
            <a:ext cx="249770" cy="363849"/>
            <a:chOff x="6155459" y="1969108"/>
            <a:chExt cx="249770" cy="363849"/>
          </a:xfrm>
        </p:grpSpPr>
        <p:sp>
          <p:nvSpPr>
            <p:cNvPr id="17943" name="Google Shape;17943;p89"/>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9"/>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9"/>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9"/>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9"/>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9"/>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9"/>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9"/>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9"/>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2" name="Google Shape;17952;p89"/>
          <p:cNvGrpSpPr/>
          <p:nvPr/>
        </p:nvGrpSpPr>
        <p:grpSpPr>
          <a:xfrm>
            <a:off x="2254919" y="2046804"/>
            <a:ext cx="353631" cy="354395"/>
            <a:chOff x="2280029" y="1970604"/>
            <a:chExt cx="353631" cy="354395"/>
          </a:xfrm>
        </p:grpSpPr>
        <p:sp>
          <p:nvSpPr>
            <p:cNvPr id="17953" name="Google Shape;17953;p89"/>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9"/>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9"/>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9"/>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7" name="Google Shape;17957;p89"/>
          <p:cNvGrpSpPr/>
          <p:nvPr/>
        </p:nvGrpSpPr>
        <p:grpSpPr>
          <a:xfrm>
            <a:off x="8039990" y="2076374"/>
            <a:ext cx="255086" cy="301685"/>
            <a:chOff x="8065100" y="2000174"/>
            <a:chExt cx="255086" cy="301685"/>
          </a:xfrm>
        </p:grpSpPr>
        <p:sp>
          <p:nvSpPr>
            <p:cNvPr id="17958" name="Google Shape;17958;p89"/>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9"/>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9"/>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9"/>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2" name="Google Shape;17962;p89"/>
          <p:cNvGrpSpPr/>
          <p:nvPr/>
        </p:nvGrpSpPr>
        <p:grpSpPr>
          <a:xfrm>
            <a:off x="6608595" y="2045308"/>
            <a:ext cx="249420" cy="363849"/>
            <a:chOff x="6633705" y="1969108"/>
            <a:chExt cx="249420" cy="363849"/>
          </a:xfrm>
        </p:grpSpPr>
        <p:sp>
          <p:nvSpPr>
            <p:cNvPr id="17963" name="Google Shape;17963;p89"/>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9"/>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9"/>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9"/>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9"/>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9"/>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9"/>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9"/>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1" name="Google Shape;17971;p89"/>
          <p:cNvGrpSpPr/>
          <p:nvPr/>
        </p:nvGrpSpPr>
        <p:grpSpPr>
          <a:xfrm>
            <a:off x="5185921" y="2045308"/>
            <a:ext cx="226661" cy="363467"/>
            <a:chOff x="5211031" y="1969108"/>
            <a:chExt cx="226661" cy="363467"/>
          </a:xfrm>
        </p:grpSpPr>
        <p:sp>
          <p:nvSpPr>
            <p:cNvPr id="17972" name="Google Shape;17972;p89"/>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9"/>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4" name="Google Shape;17974;p89"/>
          <p:cNvGrpSpPr/>
          <p:nvPr/>
        </p:nvGrpSpPr>
        <p:grpSpPr>
          <a:xfrm>
            <a:off x="3687842" y="2046804"/>
            <a:ext cx="354363" cy="354395"/>
            <a:chOff x="3712952" y="1970604"/>
            <a:chExt cx="354363" cy="354395"/>
          </a:xfrm>
        </p:grpSpPr>
        <p:sp>
          <p:nvSpPr>
            <p:cNvPr id="17975" name="Google Shape;17975;p89"/>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9"/>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9"/>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9"/>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9"/>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9"/>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9"/>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9"/>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9"/>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4" name="Google Shape;17984;p89"/>
          <p:cNvGrpSpPr/>
          <p:nvPr/>
        </p:nvGrpSpPr>
        <p:grpSpPr>
          <a:xfrm>
            <a:off x="3210329" y="2046804"/>
            <a:ext cx="354363" cy="354745"/>
            <a:chOff x="3235438" y="1970604"/>
            <a:chExt cx="354363" cy="354745"/>
          </a:xfrm>
        </p:grpSpPr>
        <p:sp>
          <p:nvSpPr>
            <p:cNvPr id="17985" name="Google Shape;17985;p89"/>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9"/>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9"/>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9"/>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9"/>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9"/>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9"/>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9"/>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9"/>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9"/>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9"/>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9"/>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9"/>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8" name="Google Shape;17998;p89"/>
          <p:cNvGrpSpPr/>
          <p:nvPr/>
        </p:nvGrpSpPr>
        <p:grpSpPr>
          <a:xfrm>
            <a:off x="1304475" y="2066125"/>
            <a:ext cx="341472" cy="335074"/>
            <a:chOff x="1329585" y="1989925"/>
            <a:chExt cx="341472" cy="335074"/>
          </a:xfrm>
        </p:grpSpPr>
        <p:sp>
          <p:nvSpPr>
            <p:cNvPr id="17999" name="Google Shape;17999;p89"/>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9"/>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9"/>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2" name="Google Shape;18002;p89"/>
          <p:cNvGrpSpPr/>
          <p:nvPr/>
        </p:nvGrpSpPr>
        <p:grpSpPr>
          <a:xfrm>
            <a:off x="5566761" y="2066106"/>
            <a:ext cx="416649" cy="325597"/>
            <a:chOff x="5626763" y="2013829"/>
            <a:chExt cx="351722" cy="274788"/>
          </a:xfrm>
        </p:grpSpPr>
        <p:sp>
          <p:nvSpPr>
            <p:cNvPr id="18003" name="Google Shape;18003;p89"/>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9"/>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9"/>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9"/>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9"/>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9"/>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9"/>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9"/>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9"/>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9"/>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3" name="Google Shape;18013;p89"/>
          <p:cNvGrpSpPr/>
          <p:nvPr/>
        </p:nvGrpSpPr>
        <p:grpSpPr>
          <a:xfrm>
            <a:off x="7551495" y="2060077"/>
            <a:ext cx="276698" cy="333133"/>
            <a:chOff x="7576605" y="1983877"/>
            <a:chExt cx="276698" cy="333133"/>
          </a:xfrm>
        </p:grpSpPr>
        <p:sp>
          <p:nvSpPr>
            <p:cNvPr id="18014" name="Google Shape;18014;p89"/>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9"/>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6" name="Google Shape;18016;p89"/>
          <p:cNvGrpSpPr/>
          <p:nvPr/>
        </p:nvGrpSpPr>
        <p:grpSpPr>
          <a:xfrm>
            <a:off x="828458" y="2051738"/>
            <a:ext cx="337334" cy="353599"/>
            <a:chOff x="853568" y="1975538"/>
            <a:chExt cx="337334" cy="353599"/>
          </a:xfrm>
        </p:grpSpPr>
        <p:sp>
          <p:nvSpPr>
            <p:cNvPr id="18017" name="Google Shape;18017;p89"/>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9"/>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9"/>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9"/>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1" name="Google Shape;18021;p89"/>
          <p:cNvGrpSpPr/>
          <p:nvPr/>
        </p:nvGrpSpPr>
        <p:grpSpPr>
          <a:xfrm>
            <a:off x="2733192" y="2085828"/>
            <a:ext cx="327085" cy="277080"/>
            <a:chOff x="2770052" y="2009628"/>
            <a:chExt cx="327085" cy="277080"/>
          </a:xfrm>
        </p:grpSpPr>
        <p:sp>
          <p:nvSpPr>
            <p:cNvPr id="18022" name="Google Shape;18022;p89"/>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9"/>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4" name="Google Shape;18024;p89"/>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5" name="Google Shape;18025;p89"/>
          <p:cNvGrpSpPr/>
          <p:nvPr/>
        </p:nvGrpSpPr>
        <p:grpSpPr>
          <a:xfrm>
            <a:off x="4170289" y="2046804"/>
            <a:ext cx="344878" cy="343573"/>
            <a:chOff x="4195399" y="1970604"/>
            <a:chExt cx="344878" cy="343573"/>
          </a:xfrm>
        </p:grpSpPr>
        <p:sp>
          <p:nvSpPr>
            <p:cNvPr id="18026" name="Google Shape;18026;p89"/>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9"/>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9"/>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9"/>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0" name="Google Shape;18030;p89"/>
          <p:cNvGrpSpPr/>
          <p:nvPr/>
        </p:nvGrpSpPr>
        <p:grpSpPr>
          <a:xfrm>
            <a:off x="4649681" y="2053647"/>
            <a:ext cx="344528" cy="344114"/>
            <a:chOff x="4674791" y="1977447"/>
            <a:chExt cx="344528" cy="344114"/>
          </a:xfrm>
        </p:grpSpPr>
        <p:sp>
          <p:nvSpPr>
            <p:cNvPr id="18031" name="Google Shape;18031;p89"/>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9"/>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9"/>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9"/>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9"/>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9"/>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9"/>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9"/>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9"/>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9"/>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9"/>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9"/>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9"/>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9"/>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9"/>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9"/>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9"/>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9"/>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9"/>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9"/>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9"/>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9"/>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9"/>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9"/>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9"/>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9"/>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7" name="Google Shape;18057;p89"/>
          <p:cNvGrpSpPr/>
          <p:nvPr/>
        </p:nvGrpSpPr>
        <p:grpSpPr>
          <a:xfrm>
            <a:off x="6058700" y="1623497"/>
            <a:ext cx="382819" cy="310788"/>
            <a:chOff x="6083810" y="1547297"/>
            <a:chExt cx="382819" cy="310788"/>
          </a:xfrm>
        </p:grpSpPr>
        <p:sp>
          <p:nvSpPr>
            <p:cNvPr id="18058" name="Google Shape;18058;p89"/>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9"/>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9"/>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9"/>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9"/>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9"/>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9"/>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9"/>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9"/>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9"/>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9"/>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9"/>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9"/>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9"/>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9"/>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9"/>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9"/>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9"/>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6" name="Google Shape;18076;p89"/>
          <p:cNvGrpSpPr/>
          <p:nvPr/>
        </p:nvGrpSpPr>
        <p:grpSpPr>
          <a:xfrm>
            <a:off x="6533190" y="1614393"/>
            <a:ext cx="382788" cy="328613"/>
            <a:chOff x="6558300" y="1538193"/>
            <a:chExt cx="382788" cy="328613"/>
          </a:xfrm>
        </p:grpSpPr>
        <p:sp>
          <p:nvSpPr>
            <p:cNvPr id="18077" name="Google Shape;18077;p89"/>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9"/>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9" name="Google Shape;18079;p89"/>
          <p:cNvGrpSpPr/>
          <p:nvPr/>
        </p:nvGrpSpPr>
        <p:grpSpPr>
          <a:xfrm>
            <a:off x="5168892" y="1587497"/>
            <a:ext cx="259605" cy="346024"/>
            <a:chOff x="5194002" y="1511297"/>
            <a:chExt cx="259605" cy="346024"/>
          </a:xfrm>
        </p:grpSpPr>
        <p:sp>
          <p:nvSpPr>
            <p:cNvPr id="18080" name="Google Shape;18080;p89"/>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9"/>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9"/>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9"/>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4" name="Google Shape;18084;p89"/>
          <p:cNvGrpSpPr/>
          <p:nvPr/>
        </p:nvGrpSpPr>
        <p:grpSpPr>
          <a:xfrm>
            <a:off x="1369631" y="1588261"/>
            <a:ext cx="252444" cy="351722"/>
            <a:chOff x="1394741" y="1512061"/>
            <a:chExt cx="252444" cy="351722"/>
          </a:xfrm>
        </p:grpSpPr>
        <p:sp>
          <p:nvSpPr>
            <p:cNvPr id="18085" name="Google Shape;18085;p89"/>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9"/>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9"/>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9"/>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9"/>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9"/>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9"/>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9"/>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9"/>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9"/>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9"/>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9"/>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9"/>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9"/>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9"/>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9"/>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9"/>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2" name="Google Shape;18102;p89"/>
          <p:cNvGrpSpPr/>
          <p:nvPr/>
        </p:nvGrpSpPr>
        <p:grpSpPr>
          <a:xfrm>
            <a:off x="829986" y="1580685"/>
            <a:ext cx="380910" cy="339594"/>
            <a:chOff x="855096" y="1504485"/>
            <a:chExt cx="380910" cy="339594"/>
          </a:xfrm>
        </p:grpSpPr>
        <p:sp>
          <p:nvSpPr>
            <p:cNvPr id="18103" name="Google Shape;18103;p89"/>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9"/>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9"/>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9"/>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9"/>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8" name="Google Shape;18108;p89"/>
          <p:cNvGrpSpPr/>
          <p:nvPr/>
        </p:nvGrpSpPr>
        <p:grpSpPr>
          <a:xfrm>
            <a:off x="1794466" y="1587879"/>
            <a:ext cx="352103" cy="352103"/>
            <a:chOff x="1819576" y="1511679"/>
            <a:chExt cx="352103" cy="352103"/>
          </a:xfrm>
        </p:grpSpPr>
        <p:sp>
          <p:nvSpPr>
            <p:cNvPr id="18109" name="Google Shape;18109;p89"/>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9"/>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9"/>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9"/>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3" name="Google Shape;18113;p89"/>
          <p:cNvGrpSpPr/>
          <p:nvPr/>
        </p:nvGrpSpPr>
        <p:grpSpPr>
          <a:xfrm>
            <a:off x="5595987" y="1576961"/>
            <a:ext cx="371424" cy="355446"/>
            <a:chOff x="5621097" y="1500761"/>
            <a:chExt cx="371424" cy="355446"/>
          </a:xfrm>
        </p:grpSpPr>
        <p:sp>
          <p:nvSpPr>
            <p:cNvPr id="18114" name="Google Shape;18114;p89"/>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9"/>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6" name="Google Shape;18116;p89"/>
          <p:cNvGrpSpPr/>
          <p:nvPr/>
        </p:nvGrpSpPr>
        <p:grpSpPr>
          <a:xfrm>
            <a:off x="4645129" y="1617799"/>
            <a:ext cx="359679" cy="321833"/>
            <a:chOff x="4670239" y="1541599"/>
            <a:chExt cx="359679" cy="321833"/>
          </a:xfrm>
        </p:grpSpPr>
        <p:sp>
          <p:nvSpPr>
            <p:cNvPr id="18117" name="Google Shape;18117;p89"/>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9"/>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9"/>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9"/>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9"/>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89"/>
          <p:cNvGrpSpPr/>
          <p:nvPr/>
        </p:nvGrpSpPr>
        <p:grpSpPr>
          <a:xfrm>
            <a:off x="4187319" y="1578585"/>
            <a:ext cx="321037" cy="353822"/>
            <a:chOff x="4212429" y="1502385"/>
            <a:chExt cx="321037" cy="353822"/>
          </a:xfrm>
        </p:grpSpPr>
        <p:sp>
          <p:nvSpPr>
            <p:cNvPr id="18123" name="Google Shape;18123;p89"/>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9"/>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9"/>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9"/>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7" name="Google Shape;18127;p89"/>
          <p:cNvGrpSpPr/>
          <p:nvPr/>
        </p:nvGrpSpPr>
        <p:grpSpPr>
          <a:xfrm>
            <a:off x="2277678" y="1582181"/>
            <a:ext cx="336188" cy="335425"/>
            <a:chOff x="2302788" y="1505981"/>
            <a:chExt cx="336188" cy="335425"/>
          </a:xfrm>
        </p:grpSpPr>
        <p:sp>
          <p:nvSpPr>
            <p:cNvPr id="18128" name="Google Shape;18128;p89"/>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9"/>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9"/>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9"/>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9"/>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9"/>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9"/>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9"/>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9"/>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9"/>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9"/>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9"/>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9"/>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9"/>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9"/>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9"/>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9"/>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5" name="Google Shape;18145;p89"/>
          <p:cNvGrpSpPr/>
          <p:nvPr/>
        </p:nvGrpSpPr>
        <p:grpSpPr>
          <a:xfrm>
            <a:off x="2755191" y="1598096"/>
            <a:ext cx="333133" cy="321037"/>
            <a:chOff x="2780301" y="1521896"/>
            <a:chExt cx="333133" cy="321037"/>
          </a:xfrm>
        </p:grpSpPr>
        <p:sp>
          <p:nvSpPr>
            <p:cNvPr id="18146" name="Google Shape;18146;p89"/>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9"/>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9"/>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9"/>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9"/>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9"/>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9"/>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9"/>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9"/>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9"/>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9"/>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9"/>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9"/>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9"/>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9"/>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9"/>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9"/>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9"/>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9"/>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9"/>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6" name="Google Shape;18166;p89"/>
          <p:cNvGrpSpPr/>
          <p:nvPr/>
        </p:nvGrpSpPr>
        <p:grpSpPr>
          <a:xfrm>
            <a:off x="3291049" y="1591285"/>
            <a:ext cx="211892" cy="339594"/>
            <a:chOff x="3316159" y="1515085"/>
            <a:chExt cx="211892" cy="339594"/>
          </a:xfrm>
        </p:grpSpPr>
        <p:sp>
          <p:nvSpPr>
            <p:cNvPr id="18167" name="Google Shape;18167;p89"/>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9"/>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9"/>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70" name="Google Shape;18170;p89"/>
            <p:cNvGrpSpPr/>
            <p:nvPr/>
          </p:nvGrpSpPr>
          <p:grpSpPr>
            <a:xfrm>
              <a:off x="3316159" y="1515085"/>
              <a:ext cx="211892" cy="339594"/>
              <a:chOff x="3316159" y="1515085"/>
              <a:chExt cx="211892" cy="339594"/>
            </a:xfrm>
          </p:grpSpPr>
          <p:sp>
            <p:nvSpPr>
              <p:cNvPr id="18171" name="Google Shape;18171;p89"/>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9"/>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9"/>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9"/>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9"/>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9"/>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77" name="Google Shape;18177;p89"/>
          <p:cNvGrpSpPr/>
          <p:nvPr/>
        </p:nvGrpSpPr>
        <p:grpSpPr>
          <a:xfrm>
            <a:off x="3691248" y="1620855"/>
            <a:ext cx="361971" cy="314958"/>
            <a:chOff x="3716358" y="1544655"/>
            <a:chExt cx="361971" cy="314958"/>
          </a:xfrm>
        </p:grpSpPr>
        <p:sp>
          <p:nvSpPr>
            <p:cNvPr id="18178" name="Google Shape;18178;p89"/>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9"/>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9"/>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9"/>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9"/>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83" name="Google Shape;18183;p89"/>
            <p:cNvGrpSpPr/>
            <p:nvPr/>
          </p:nvGrpSpPr>
          <p:grpSpPr>
            <a:xfrm>
              <a:off x="3716358" y="1544655"/>
              <a:ext cx="361971" cy="314958"/>
              <a:chOff x="3716358" y="1544655"/>
              <a:chExt cx="361971" cy="314958"/>
            </a:xfrm>
          </p:grpSpPr>
          <p:sp>
            <p:nvSpPr>
              <p:cNvPr id="18184" name="Google Shape;18184;p89"/>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9"/>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9"/>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9"/>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9"/>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89" name="Google Shape;18189;p89"/>
          <p:cNvGrpSpPr/>
          <p:nvPr/>
        </p:nvGrpSpPr>
        <p:grpSpPr>
          <a:xfrm>
            <a:off x="6986814" y="1633752"/>
            <a:ext cx="499533" cy="305136"/>
            <a:chOff x="7009649" y="1541981"/>
            <a:chExt cx="524940" cy="320655"/>
          </a:xfrm>
        </p:grpSpPr>
        <p:sp>
          <p:nvSpPr>
            <p:cNvPr id="18190" name="Google Shape;18190;p89"/>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9"/>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9"/>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9"/>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9"/>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9"/>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9"/>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9"/>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8" name="Google Shape;18198;p89"/>
          <p:cNvGrpSpPr/>
          <p:nvPr/>
        </p:nvGrpSpPr>
        <p:grpSpPr>
          <a:xfrm>
            <a:off x="8008924" y="1594309"/>
            <a:ext cx="282746" cy="340358"/>
            <a:chOff x="8034034" y="1518109"/>
            <a:chExt cx="282746" cy="340358"/>
          </a:xfrm>
        </p:grpSpPr>
        <p:sp>
          <p:nvSpPr>
            <p:cNvPr id="18199" name="Google Shape;18199;p89"/>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9"/>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9"/>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9"/>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3" name="Google Shape;18203;p89"/>
          <p:cNvGrpSpPr/>
          <p:nvPr/>
        </p:nvGrpSpPr>
        <p:grpSpPr>
          <a:xfrm>
            <a:off x="7557192" y="1576134"/>
            <a:ext cx="369133" cy="360411"/>
            <a:chOff x="7582302" y="1499934"/>
            <a:chExt cx="369133" cy="360411"/>
          </a:xfrm>
        </p:grpSpPr>
        <p:sp>
          <p:nvSpPr>
            <p:cNvPr id="18204" name="Google Shape;18204;p89"/>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9"/>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9"/>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9"/>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9"/>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9" name="Google Shape;18209;p89"/>
          <p:cNvGrpSpPr/>
          <p:nvPr/>
        </p:nvGrpSpPr>
        <p:grpSpPr>
          <a:xfrm>
            <a:off x="6170979" y="3893352"/>
            <a:ext cx="346056" cy="345674"/>
            <a:chOff x="2238181" y="4120624"/>
            <a:chExt cx="346056" cy="345674"/>
          </a:xfrm>
        </p:grpSpPr>
        <p:grpSp>
          <p:nvGrpSpPr>
            <p:cNvPr id="18210" name="Google Shape;18210;p89"/>
            <p:cNvGrpSpPr/>
            <p:nvPr/>
          </p:nvGrpSpPr>
          <p:grpSpPr>
            <a:xfrm>
              <a:off x="2309155" y="4177413"/>
              <a:ext cx="203862" cy="231903"/>
              <a:chOff x="1512725" y="258500"/>
              <a:chExt cx="4570900" cy="5199625"/>
            </a:xfrm>
          </p:grpSpPr>
          <p:sp>
            <p:nvSpPr>
              <p:cNvPr id="18211" name="Google Shape;18211;p89"/>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9"/>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13" name="Google Shape;18213;p89"/>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14" name="Google Shape;18214;p8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18" name="Shape 18218"/>
        <p:cNvGrpSpPr/>
        <p:nvPr/>
      </p:nvGrpSpPr>
      <p:grpSpPr>
        <a:xfrm>
          <a:off x="0" y="0"/>
          <a:ext cx="0" cy="0"/>
          <a:chOff x="0" y="0"/>
          <a:chExt cx="0" cy="0"/>
        </a:xfrm>
      </p:grpSpPr>
      <p:pic>
        <p:nvPicPr>
          <p:cNvPr id="18219" name="Google Shape;18219;p9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Quality of Life in Urban Areas by Slidesgo">
  <a:themeElements>
    <a:clrScheme name="Simple Light">
      <a:dk1>
        <a:srgbClr val="000000"/>
      </a:dk1>
      <a:lt1>
        <a:srgbClr val="BCBCBC"/>
      </a:lt1>
      <a:dk2>
        <a:srgbClr val="B13535"/>
      </a:dk2>
      <a:lt2>
        <a:srgbClr val="F0F0F0"/>
      </a:lt2>
      <a:accent1>
        <a:srgbClr val="FFFFFF"/>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